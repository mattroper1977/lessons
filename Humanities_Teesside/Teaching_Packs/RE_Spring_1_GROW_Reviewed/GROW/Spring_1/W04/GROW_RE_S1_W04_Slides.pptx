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f9657e3f676c46b2"/><Relationship Type="http://schemas.openxmlformats.org/officeDocument/2006/relationships/extended-properties" Target="/docProps/app.xml" Id="Ra5001b3e9e674350"/><Relationship Type="http://schemas.openxmlformats.org/officeDocument/2006/relationships/officeDocument" Target="/ppt/presentation.xml" Id="R60b4e20e988f4645"/><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f6f842bce22b4d31"/>
  </p:sldMasterIdLst>
  <p:notesMasterIdLst>
    <p:notesMasterId xmlns:r="http://schemas.openxmlformats.org/officeDocument/2006/relationships" r:id="Rb92111abcffc41df"/>
  </p:notesMasterIdLst>
  <p:sldIdLst>
    <p:sldId xmlns:r="http://schemas.openxmlformats.org/officeDocument/2006/relationships" id="256" r:id="Rd08ffc97eed04a61"/>
    <p:sldId xmlns:r="http://schemas.openxmlformats.org/officeDocument/2006/relationships" id="257" r:id="R212cac2894464a8f"/>
    <p:sldId xmlns:r="http://schemas.openxmlformats.org/officeDocument/2006/relationships" id="258" r:id="R4120bc76efb64773"/>
    <p:sldId xmlns:r="http://schemas.openxmlformats.org/officeDocument/2006/relationships" id="259" r:id="Rd8969a27e1bb44ef"/>
    <p:sldId xmlns:r="http://schemas.openxmlformats.org/officeDocument/2006/relationships" id="260" r:id="Rc93d0f566ede4623"/>
    <p:sldId xmlns:r="http://schemas.openxmlformats.org/officeDocument/2006/relationships" id="261" r:id="R1e62d59f349e4e54"/>
    <p:sldId xmlns:r="http://schemas.openxmlformats.org/officeDocument/2006/relationships" id="262" r:id="R0f9e2c0aec944f0b"/>
    <p:sldId xmlns:r="http://schemas.openxmlformats.org/officeDocument/2006/relationships" id="263" r:id="R0413e1351f884ca2"/>
    <p:sldId xmlns:r="http://schemas.openxmlformats.org/officeDocument/2006/relationships" id="264" r:id="R9cf004f5e36041c4"/>
    <p:sldId xmlns:r="http://schemas.openxmlformats.org/officeDocument/2006/relationships" id="265" r:id="R5f797fb9a2014079"/>
    <p:sldId xmlns:r="http://schemas.openxmlformats.org/officeDocument/2006/relationships" id="266" r:id="R60fb8092d373480a"/>
    <p:sldId xmlns:r="http://schemas.openxmlformats.org/officeDocument/2006/relationships" id="267" r:id="R143bdca9450948e8"/>
    <p:sldId xmlns:r="http://schemas.openxmlformats.org/officeDocument/2006/relationships" id="268" r:id="Rddc1c9e6d5114cbe"/>
    <p:sldId xmlns:r="http://schemas.openxmlformats.org/officeDocument/2006/relationships" id="269" r:id="R11ca8d0e6c594474"/>
    <p:sldId xmlns:r="http://schemas.openxmlformats.org/officeDocument/2006/relationships" id="270" r:id="R6a158ea65ddb4a7a"/>
    <p:sldId xmlns:r="http://schemas.openxmlformats.org/officeDocument/2006/relationships" id="271" r:id="R246e4155d7b7466e"/>
    <p:sldId xmlns:r="http://schemas.openxmlformats.org/officeDocument/2006/relationships" id="272" r:id="R44777158f3f24fd8"/>
    <p:sldId xmlns:r="http://schemas.openxmlformats.org/officeDocument/2006/relationships" id="273" r:id="R3411a1d1bb454e51"/>
    <p:sldId xmlns:r="http://schemas.openxmlformats.org/officeDocument/2006/relationships" id="274" r:id="Raab3d23da5574185"/>
    <p:sldId xmlns:r="http://schemas.openxmlformats.org/officeDocument/2006/relationships" id="275" r:id="R5f5245bb047f4e8e"/>
    <p:sldId xmlns:r="http://schemas.openxmlformats.org/officeDocument/2006/relationships" id="276" r:id="R11ac49f1600141e6"/>
    <p:sldId xmlns:r="http://schemas.openxmlformats.org/officeDocument/2006/relationships" id="277" r:id="Rd231042f4cfe47a9"/>
    <p:sldId xmlns:r="http://schemas.openxmlformats.org/officeDocument/2006/relationships" id="278" r:id="R7e917c380d214287"/>
    <p:sldId xmlns:r="http://schemas.openxmlformats.org/officeDocument/2006/relationships" id="279" r:id="R61cb520becc546bc"/>
    <p:sldId xmlns:r="http://schemas.openxmlformats.org/officeDocument/2006/relationships" id="280" r:id="R0b0747bdb00e4570"/>
    <p:sldId xmlns:r="http://schemas.openxmlformats.org/officeDocument/2006/relationships" id="281" r:id="Re1360da1ebbb481b"/>
    <p:sldId xmlns:r="http://schemas.openxmlformats.org/officeDocument/2006/relationships" id="282" r:id="R808e3e3fd3314393"/>
    <p:sldId xmlns:r="http://schemas.openxmlformats.org/officeDocument/2006/relationships" id="283" r:id="Rbff316f300ee4865"/>
    <p:sldId xmlns:r="http://schemas.openxmlformats.org/officeDocument/2006/relationships" id="284" r:id="R7a46680844e04ac2"/>
    <p:sldId xmlns:r="http://schemas.openxmlformats.org/officeDocument/2006/relationships" id="285" r:id="R71439bba810c4d2c"/>
    <p:sldId xmlns:r="http://schemas.openxmlformats.org/officeDocument/2006/relationships" id="286" r:id="R7ec1cd35793143c3"/>
    <p:sldId xmlns:r="http://schemas.openxmlformats.org/officeDocument/2006/relationships" id="287" r:id="R464727098ed04042"/>
    <p:sldId xmlns:r="http://schemas.openxmlformats.org/officeDocument/2006/relationships" id="288" r:id="R389e7f21d51548a8"/>
    <p:sldId xmlns:r="http://schemas.openxmlformats.org/officeDocument/2006/relationships" id="289" r:id="R64ff7eef31be43de"/>
    <p:sldId xmlns:r="http://schemas.openxmlformats.org/officeDocument/2006/relationships" id="290" r:id="Re92b43fd337b4511"/>
    <p:sldId xmlns:r="http://schemas.openxmlformats.org/officeDocument/2006/relationships" id="291" r:id="R1f29bfeab6134565"/>
    <p:sldId xmlns:r="http://schemas.openxmlformats.org/officeDocument/2006/relationships" id="292" r:id="R98448da48f5849b3"/>
    <p:sldId xmlns:r="http://schemas.openxmlformats.org/officeDocument/2006/relationships" id="293" r:id="R8e1b0175c8714416"/>
    <p:sldId xmlns:r="http://schemas.openxmlformats.org/officeDocument/2006/relationships" id="294" r:id="Rd5b1a4b650b242ab"/>
    <p:sldId xmlns:r="http://schemas.openxmlformats.org/officeDocument/2006/relationships" id="295" r:id="R2d95f4aecccb45f4"/>
    <p:sldId xmlns:r="http://schemas.openxmlformats.org/officeDocument/2006/relationships" id="296" r:id="R32f0a3791237436b"/>
    <p:sldId xmlns:r="http://schemas.openxmlformats.org/officeDocument/2006/relationships" id="297" r:id="R4b11391e2bd94afb"/>
    <p:sldId xmlns:r="http://schemas.openxmlformats.org/officeDocument/2006/relationships" id="298" r:id="R56bc9a92eda048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68c83d00984f22" /><Relationship Type="http://schemas.openxmlformats.org/officeDocument/2006/relationships/slideMaster" Target="/ppt/slideMasters/slideMaster1.xml" Id="Rf6f842bce22b4d31" /><Relationship Type="http://schemas.openxmlformats.org/officeDocument/2006/relationships/notesMaster" Target="/ppt/notesMasters/notesMaster1.xml" Id="Rb92111abcffc41df" /><Relationship Type="http://schemas.openxmlformats.org/officeDocument/2006/relationships/presProps" Target="/ppt/presProps.xml" Id="R37f113514ace4173" /><Relationship Type="http://schemas.openxmlformats.org/officeDocument/2006/relationships/tableStyles" Target="/ppt/tableStyles.xml" Id="Rc31fd025b3a84a21" /><Relationship Type="http://schemas.openxmlformats.org/officeDocument/2006/relationships/slide" Target="/ppt/slides/slide1.xml" Id="Rd08ffc97eed04a61" /><Relationship Type="http://schemas.openxmlformats.org/officeDocument/2006/relationships/slide" Target="/ppt/slides/slide2.xml" Id="R212cac2894464a8f" /><Relationship Type="http://schemas.openxmlformats.org/officeDocument/2006/relationships/slide" Target="/ppt/slides/slide3.xml" Id="R4120bc76efb64773" /><Relationship Type="http://schemas.openxmlformats.org/officeDocument/2006/relationships/slide" Target="/ppt/slides/slide4.xml" Id="Rd8969a27e1bb44ef" /><Relationship Type="http://schemas.openxmlformats.org/officeDocument/2006/relationships/slide" Target="/ppt/slides/slide5.xml" Id="Rc93d0f566ede4623" /><Relationship Type="http://schemas.openxmlformats.org/officeDocument/2006/relationships/slide" Target="/ppt/slides/slide6.xml" Id="R1e62d59f349e4e54" /><Relationship Type="http://schemas.openxmlformats.org/officeDocument/2006/relationships/slide" Target="/ppt/slides/slide7.xml" Id="R0f9e2c0aec944f0b" /><Relationship Type="http://schemas.openxmlformats.org/officeDocument/2006/relationships/slide" Target="/ppt/slides/slide8.xml" Id="R0413e1351f884ca2" /><Relationship Type="http://schemas.openxmlformats.org/officeDocument/2006/relationships/slide" Target="/ppt/slides/slide9.xml" Id="R9cf004f5e36041c4" /><Relationship Type="http://schemas.openxmlformats.org/officeDocument/2006/relationships/slide" Target="/ppt/slides/slide10.xml" Id="R5f797fb9a2014079" /><Relationship Type="http://schemas.openxmlformats.org/officeDocument/2006/relationships/slide" Target="/ppt/slides/slide11.xml" Id="R60fb8092d373480a" /><Relationship Type="http://schemas.openxmlformats.org/officeDocument/2006/relationships/slide" Target="/ppt/slides/slide12.xml" Id="R143bdca9450948e8" /><Relationship Type="http://schemas.openxmlformats.org/officeDocument/2006/relationships/slide" Target="/ppt/slides/slide13.xml" Id="Rddc1c9e6d5114cbe" /><Relationship Type="http://schemas.openxmlformats.org/officeDocument/2006/relationships/slide" Target="/ppt/slides/slide14.xml" Id="R11ca8d0e6c594474" /><Relationship Type="http://schemas.openxmlformats.org/officeDocument/2006/relationships/slide" Target="/ppt/slides/slide15.xml" Id="R6a158ea65ddb4a7a" /><Relationship Type="http://schemas.openxmlformats.org/officeDocument/2006/relationships/slide" Target="/ppt/slides/slide16.xml" Id="R246e4155d7b7466e" /><Relationship Type="http://schemas.openxmlformats.org/officeDocument/2006/relationships/slide" Target="/ppt/slides/slide17.xml" Id="R44777158f3f24fd8" /><Relationship Type="http://schemas.openxmlformats.org/officeDocument/2006/relationships/slide" Target="/ppt/slides/slide18.xml" Id="R3411a1d1bb454e51" /><Relationship Type="http://schemas.openxmlformats.org/officeDocument/2006/relationships/slide" Target="/ppt/slides/slide19.xml" Id="Raab3d23da5574185" /><Relationship Type="http://schemas.openxmlformats.org/officeDocument/2006/relationships/slide" Target="/ppt/slides/slide20.xml" Id="R5f5245bb047f4e8e" /><Relationship Type="http://schemas.openxmlformats.org/officeDocument/2006/relationships/slide" Target="/ppt/slides/slide21.xml" Id="R11ac49f1600141e6" /><Relationship Type="http://schemas.openxmlformats.org/officeDocument/2006/relationships/slide" Target="/ppt/slides/slide22.xml" Id="Rd231042f4cfe47a9" /><Relationship Type="http://schemas.openxmlformats.org/officeDocument/2006/relationships/slide" Target="/ppt/slides/slide23.xml" Id="R7e917c380d214287" /><Relationship Type="http://schemas.openxmlformats.org/officeDocument/2006/relationships/slide" Target="/ppt/slides/slide24.xml" Id="R61cb520becc546bc" /><Relationship Type="http://schemas.openxmlformats.org/officeDocument/2006/relationships/slide" Target="/ppt/slides/slide25.xml" Id="R0b0747bdb00e4570" /><Relationship Type="http://schemas.openxmlformats.org/officeDocument/2006/relationships/slide" Target="/ppt/slides/slide26.xml" Id="Re1360da1ebbb481b" /><Relationship Type="http://schemas.openxmlformats.org/officeDocument/2006/relationships/slide" Target="/ppt/slides/slide27.xml" Id="R808e3e3fd3314393" /><Relationship Type="http://schemas.openxmlformats.org/officeDocument/2006/relationships/slide" Target="/ppt/slides/slide28.xml" Id="Rbff316f300ee4865" /><Relationship Type="http://schemas.openxmlformats.org/officeDocument/2006/relationships/slide" Target="/ppt/slides/slide29.xml" Id="R7a46680844e04ac2" /><Relationship Type="http://schemas.openxmlformats.org/officeDocument/2006/relationships/slide" Target="/ppt/slides/slide30.xml" Id="R71439bba810c4d2c" /><Relationship Type="http://schemas.openxmlformats.org/officeDocument/2006/relationships/slide" Target="/ppt/slides/slide31.xml" Id="R7ec1cd35793143c3" /><Relationship Type="http://schemas.openxmlformats.org/officeDocument/2006/relationships/slide" Target="/ppt/slides/slide32.xml" Id="R464727098ed04042" /><Relationship Type="http://schemas.openxmlformats.org/officeDocument/2006/relationships/slide" Target="/ppt/slides/slide33.xml" Id="R389e7f21d51548a8" /><Relationship Type="http://schemas.openxmlformats.org/officeDocument/2006/relationships/slide" Target="/ppt/slides/slide34.xml" Id="R64ff7eef31be43de" /><Relationship Type="http://schemas.openxmlformats.org/officeDocument/2006/relationships/slide" Target="/ppt/slides/slide35.xml" Id="Re92b43fd337b4511" /><Relationship Type="http://schemas.openxmlformats.org/officeDocument/2006/relationships/slide" Target="/ppt/slides/slide36.xml" Id="R1f29bfeab6134565" /><Relationship Type="http://schemas.openxmlformats.org/officeDocument/2006/relationships/slide" Target="/ppt/slides/slide37.xml" Id="R98448da48f5849b3" /><Relationship Type="http://schemas.openxmlformats.org/officeDocument/2006/relationships/slide" Target="/ppt/slides/slide38.xml" Id="R8e1b0175c8714416" /><Relationship Type="http://schemas.openxmlformats.org/officeDocument/2006/relationships/slide" Target="/ppt/slides/slide39.xml" Id="Rd5b1a4b650b242ab" /><Relationship Type="http://schemas.openxmlformats.org/officeDocument/2006/relationships/slide" Target="/ppt/slides/slide40.xml" Id="R2d95f4aecccb45f4" /><Relationship Type="http://schemas.openxmlformats.org/officeDocument/2006/relationships/slide" Target="/ppt/slides/slide41.xml" Id="R32f0a3791237436b" /><Relationship Type="http://schemas.openxmlformats.org/officeDocument/2006/relationships/slide" Target="/ppt/slides/slide42.xml" Id="R4b11391e2bd94afb" /><Relationship Type="http://schemas.openxmlformats.org/officeDocument/2006/relationships/slide" Target="/ppt/slides/slide43.xml" Id="R56bc9a92eda048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1754a9015e44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8af983718544d5" /><Relationship Type="http://schemas.openxmlformats.org/officeDocument/2006/relationships/notesMaster" Target="/ppt/notesMasters/notesMaster1.xml" Id="Rc586da42f47c4e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6c36b6a8e14cd3" /><Relationship Type="http://schemas.openxmlformats.org/officeDocument/2006/relationships/notesMaster" Target="/ppt/notesMasters/notesMaster1.xml" Id="R030e5829546446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6dff0862564cde" /><Relationship Type="http://schemas.openxmlformats.org/officeDocument/2006/relationships/notesMaster" Target="/ppt/notesMasters/notesMaster1.xml" Id="R7d1e331c307f46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70d4ca5e1e4ccb" /><Relationship Type="http://schemas.openxmlformats.org/officeDocument/2006/relationships/notesMaster" Target="/ppt/notesMasters/notesMaster1.xml" Id="R1247a2213e2140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1dc433c985486d" /><Relationship Type="http://schemas.openxmlformats.org/officeDocument/2006/relationships/notesMaster" Target="/ppt/notesMasters/notesMaster1.xml" Id="R91b226559d5744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b0a30fdf5b4dd8" /><Relationship Type="http://schemas.openxmlformats.org/officeDocument/2006/relationships/notesMaster" Target="/ppt/notesMasters/notesMaster1.xml" Id="R15d2390aafc941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4c9d1a990545dd" /><Relationship Type="http://schemas.openxmlformats.org/officeDocument/2006/relationships/notesMaster" Target="/ppt/notesMasters/notesMaster1.xml" Id="Rb8d28d684eb742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87a5c85d6f4d75" /><Relationship Type="http://schemas.openxmlformats.org/officeDocument/2006/relationships/notesMaster" Target="/ppt/notesMasters/notesMaster1.xml" Id="R0ffe81bd21d249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4ae69c17744a19" /><Relationship Type="http://schemas.openxmlformats.org/officeDocument/2006/relationships/notesMaster" Target="/ppt/notesMasters/notesMaster1.xml" Id="R8f0b14cd54e644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f6bd5bedee4b90" /><Relationship Type="http://schemas.openxmlformats.org/officeDocument/2006/relationships/notesMaster" Target="/ppt/notesMasters/notesMaster1.xml" Id="Re5576964609c43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98e336ada54769" /><Relationship Type="http://schemas.openxmlformats.org/officeDocument/2006/relationships/notesMaster" Target="/ppt/notesMasters/notesMaster1.xml" Id="R993f6c26f8ab48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eeee0a418a48f8" /><Relationship Type="http://schemas.openxmlformats.org/officeDocument/2006/relationships/notesMaster" Target="/ppt/notesMasters/notesMaster1.xml" Id="R7a7f0593ee2645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94d857963744b7" /><Relationship Type="http://schemas.openxmlformats.org/officeDocument/2006/relationships/notesMaster" Target="/ppt/notesMasters/notesMaster1.xml" Id="Rbf1224cb3ad743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dc821a3736499c" /><Relationship Type="http://schemas.openxmlformats.org/officeDocument/2006/relationships/notesMaster" Target="/ppt/notesMasters/notesMaster1.xml" Id="R253d4956a69046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1cb49035ae4207" /><Relationship Type="http://schemas.openxmlformats.org/officeDocument/2006/relationships/notesMaster" Target="/ppt/notesMasters/notesMaster1.xml" Id="R2008bea203884d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f941252d77435e" /><Relationship Type="http://schemas.openxmlformats.org/officeDocument/2006/relationships/notesMaster" Target="/ppt/notesMasters/notesMaster1.xml" Id="R467896b423ba41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b70891ef5f414f" /><Relationship Type="http://schemas.openxmlformats.org/officeDocument/2006/relationships/notesMaster" Target="/ppt/notesMasters/notesMaster1.xml" Id="R8a69e2a821004b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3d1203fd5745de" /><Relationship Type="http://schemas.openxmlformats.org/officeDocument/2006/relationships/notesMaster" Target="/ppt/notesMasters/notesMaster1.xml" Id="R79a5bea5e10944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dfd0d5391644a07" /><Relationship Type="http://schemas.openxmlformats.org/officeDocument/2006/relationships/notesMaster" Target="/ppt/notesMasters/notesMaster1.xml" Id="R7ec42c51466e4d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348487c5f549f0" /><Relationship Type="http://schemas.openxmlformats.org/officeDocument/2006/relationships/notesMaster" Target="/ppt/notesMasters/notesMaster1.xml" Id="Ra66039cdcbef4f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6164d643864b52" /><Relationship Type="http://schemas.openxmlformats.org/officeDocument/2006/relationships/notesMaster" Target="/ppt/notesMasters/notesMaster1.xml" Id="R7600f57ea8344c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4f99d08fd3d4a05" /><Relationship Type="http://schemas.openxmlformats.org/officeDocument/2006/relationships/notesMaster" Target="/ppt/notesMasters/notesMaster1.xml" Id="R24b9875d9d1c455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889c002c4c4388" /><Relationship Type="http://schemas.openxmlformats.org/officeDocument/2006/relationships/notesMaster" Target="/ppt/notesMasters/notesMaster1.xml" Id="R11f757fabfa84c7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fcbbc020354e6b" /><Relationship Type="http://schemas.openxmlformats.org/officeDocument/2006/relationships/notesMaster" Target="/ppt/notesMasters/notesMaster1.xml" Id="R029a9a35c8204c9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079de87c0b40d9" /><Relationship Type="http://schemas.openxmlformats.org/officeDocument/2006/relationships/notesMaster" Target="/ppt/notesMasters/notesMaster1.xml" Id="Rb6708b167f1e480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9ecedc28ee42a2" /><Relationship Type="http://schemas.openxmlformats.org/officeDocument/2006/relationships/notesMaster" Target="/ppt/notesMasters/notesMaster1.xml" Id="Rcb7d9301b49143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1983967aef84c11" /><Relationship Type="http://schemas.openxmlformats.org/officeDocument/2006/relationships/notesMaster" Target="/ppt/notesMasters/notesMaster1.xml" Id="R67f75656e4564b8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2a322f5db44b27" /><Relationship Type="http://schemas.openxmlformats.org/officeDocument/2006/relationships/notesMaster" Target="/ppt/notesMasters/notesMaster1.xml" Id="R890329523a78472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e115f2b96544b59" /><Relationship Type="http://schemas.openxmlformats.org/officeDocument/2006/relationships/notesMaster" Target="/ppt/notesMasters/notesMaster1.xml" Id="R31948290e9ed437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4d46d1a9bf14872" /><Relationship Type="http://schemas.openxmlformats.org/officeDocument/2006/relationships/notesMaster" Target="/ppt/notesMasters/notesMaster1.xml" Id="Rcac1321de12246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1ff5a47851e45bb" /><Relationship Type="http://schemas.openxmlformats.org/officeDocument/2006/relationships/notesMaster" Target="/ppt/notesMasters/notesMaster1.xml" Id="Rf8188565664e483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71d2e977a8c4423" /><Relationship Type="http://schemas.openxmlformats.org/officeDocument/2006/relationships/notesMaster" Target="/ppt/notesMasters/notesMaster1.xml" Id="R9c2911919b07402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ce860a303f44f80" /><Relationship Type="http://schemas.openxmlformats.org/officeDocument/2006/relationships/notesMaster" Target="/ppt/notesMasters/notesMaster1.xml" Id="Rff18d776aa454d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00ac9ab90624a57" /><Relationship Type="http://schemas.openxmlformats.org/officeDocument/2006/relationships/notesMaster" Target="/ppt/notesMasters/notesMaster1.xml" Id="R5614c18164fc49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728d78cf5e84554" /><Relationship Type="http://schemas.openxmlformats.org/officeDocument/2006/relationships/notesMaster" Target="/ppt/notesMasters/notesMaster1.xml" Id="Ra0b0b75a67a444e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04781f605174bfb" /><Relationship Type="http://schemas.openxmlformats.org/officeDocument/2006/relationships/notesMaster" Target="/ppt/notesMasters/notesMaster1.xml" Id="Rd90b0100cc4e422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2bb4df940b741ae" /><Relationship Type="http://schemas.openxmlformats.org/officeDocument/2006/relationships/notesMaster" Target="/ppt/notesMasters/notesMaster1.xml" Id="R0f20c031e25f4f2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572981471c74228" /><Relationship Type="http://schemas.openxmlformats.org/officeDocument/2006/relationships/notesMaster" Target="/ppt/notesMasters/notesMaster1.xml" Id="Rf8ba9ecf901549c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9f3e259f06647fe" /><Relationship Type="http://schemas.openxmlformats.org/officeDocument/2006/relationships/notesMaster" Target="/ppt/notesMasters/notesMaster1.xml" Id="R6e1a55c9632c4b7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2cfbbd283764760" /><Relationship Type="http://schemas.openxmlformats.org/officeDocument/2006/relationships/notesMaster" Target="/ppt/notesMasters/notesMaster1.xml" Id="Rf5e49869156342b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8b8fd1d369542a7" /><Relationship Type="http://schemas.openxmlformats.org/officeDocument/2006/relationships/notesMaster" Target="/ppt/notesMasters/notesMaster1.xml" Id="R0ec137fdd3e4489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f66158ebb3645f6" /><Relationship Type="http://schemas.openxmlformats.org/officeDocument/2006/relationships/notesMaster" Target="/ppt/notesMasters/notesMaster1.xml" Id="Rd60add0fbb42400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e573d9b983549c2" /><Relationship Type="http://schemas.openxmlformats.org/officeDocument/2006/relationships/notesMaster" Target="/ppt/notesMasters/notesMaster1.xml" Id="R632b5d9551974d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compare how two worldviews respond to difficulty.”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GROW-RE-S1-W04: the designated lesson TA captures the two-source comparison with a defended similarity and difference,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GROW-RE-S1-W04.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compare how two worldviews respond to difficulty.”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GROW-RE-S1-W04: the designated lesson TA captures the two-source comparison with a defended similarity and difference,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GROW-RE-S1-W04.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compare how two worldviews respond to difficulty.”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GROW-RE-S1-W04: the designated lesson TA captures the two-source comparison with a defended similarity and difference,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GROW-RE-S1-W04.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Trust or seeking help.</a:t>
            </a:r>
          </a:p>
          <a:p xmlns:a="http://schemas.openxmlformats.org/drawingml/2006/main">
            <a:r>
              <a:t>2. Adult answer: Justice.</a:t>
            </a:r>
          </a:p>
          <a:p xmlns:a="http://schemas.openxmlformats.org/drawingml/2006/main">
            <a:r>
              <a:t>3. Adult answer: No.</a:t>
            </a:r>
          </a:p>
          <a:p xmlns:a="http://schemas.openxmlformats.org/drawingml/2006/main">
            <a:r>
              <a:t>4. Adult answer: Yes; accept a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They were frightened, woke their teacher and sought help.</a:t>
            </a:r>
          </a:p>
          <a:p xmlns:a="http://schemas.openxmlformats.org/drawingml/2006/main">
            <a:r>
              <a:t>2. Adult answer: Justice.</a:t>
            </a:r>
          </a:p>
          <a:p xmlns:a="http://schemas.openxmlformats.org/drawingml/2006/main">
            <a:r>
              <a:t>3. Adult answer: It is one story with a particular outcome; repeated requests do not ensure every real case is resolved.</a:t>
            </a:r>
          </a:p>
          <a:p xmlns:a="http://schemas.openxmlformats.org/drawingml/2006/main">
            <a:r>
              <a:t>4. Adult answer: People may share an aim or action while using different reasons; accept a sensible bridge explanation.</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They turned to their teacher during fear; some Christians read this as trust. Keep it a text-based interpretation.</a:t>
            </a:r>
          </a:p>
          <a:p xmlns:a="http://schemas.openxmlformats.org/drawingml/2006/main">
            <a:r>
              <a:t>2. Adult answer: She kept returning to seek justice until the judge responded; the text frames perseverance in prayer.</a:t>
            </a:r>
          </a:p>
          <a:p xmlns:a="http://schemas.openxmlformats.org/drawingml/2006/main">
            <a:r>
              <a:t>3. Adult answer: The stories do not show that faith guarantees safety/justice; fear or continued hardship is not evidence of a personal fault.</a:t>
            </a:r>
          </a:p>
          <a:p xmlns:a="http://schemas.openxmlformats.org/drawingml/2006/main">
            <a:r>
              <a:t>4. Adult answer: Different grounds can support the same action; one act does not identify a worldview.</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2 (slide-2).</a:t>
            </a:r>
          </a:p>
          <a:p xmlns:a="http://schemas.openxmlformats.org/drawingml/2006/main">
            <a:r>
              <a:t>Adult note: Items 1–3 retrieve the actual content of Week 3;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3 (slide-3).</a:t>
            </a:r>
          </a:p>
          <a:p xmlns:a="http://schemas.openxmlformats.org/drawingml/2006/main">
            <a:r>
              <a:t>Adult answer: No. A shared action does not prove identical belief.</a:t>
            </a:r>
          </a:p>
          <a:p xmlns:a="http://schemas.openxmlformats.org/drawingml/2006/main">
            <a:r>
              <a:t>Adult timing: one minute to read/think, one for a private response and one to check. Do not add a second starter question.</a:t>
            </a:r>
          </a:p>
          <a:p xmlns:a="http://schemas.openxmlformats.org/drawingml/2006/main">
            <a:r>
              <a:t>TA action: Read the one question and allow quiet thinking.</a:t>
            </a:r>
          </a:p>
          <a:p xmlns:a="http://schemas.openxmlformats.org/drawingml/2006/main">
            <a:r>
              <a:t>TA avoid: Do not supply the pupil’s response.</a:t>
            </a:r>
          </a:p>
          <a:p xmlns:a="http://schemas.openxmlformats.org/drawingml/2006/main">
            <a:r>
              <a:t>Verbal-feedback script: “I heard your choice. Tell or show me the part that led you to it.”</a:t>
            </a:r>
          </a:p>
          <a:p xmlns:a="http://schemas.openxmlformats.org/drawingml/2006/main">
            <a:r>
              <a:t>LOOP panel — adult only: Space: quiet thinking, chosen response mode and pass with a clear return point. Feedback: use the stage VF script on observed work. Voice: receive the pupil’s one Starter choice and reason if offered. Audience: the lesson teacher listens/reads fully and names that response or change back; the TA records it. Influence: after receiving it, adjust the pace of the next model chunk to the misconception heard. These are planned steps; record actual influence after teaching. R is earned only when the response has been received and has shaped that next step.</a:t>
            </a:r>
          </a:p>
          <a:p xmlns:a="http://schemas.openxmlformats.org/drawingml/2006/main">
            <a:r>
              <a:t>Answer (adult): No. A shared action does not prove identical belief.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6 (slide-6).</a:t>
            </a:r>
          </a:p>
          <a:p xmlns:a="http://schemas.openxmlformats.org/drawingml/2006/main">
            <a:r>
              <a:t>Adult answer and reveal: Both could support checking needs and offering safe help. A can connect care with faith-based hope; B can connect care with reason, empathy and consequences. These are applications of source perspectives, not claims about the unnamed group members’ identities.</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Both could support checking needs and offering safe help. A can connect care with faith-based hope; B can connect care with reason, empathy and consequences. These are applications of source perspectives, not claims about the unnamed group members’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6 (slide-6).</a:t>
            </a:r>
          </a:p>
          <a:p xmlns:a="http://schemas.openxmlformats.org/drawingml/2006/main">
            <a:r>
              <a:t>Adult answer and reveal: Both could support checking needs and offering safe help. A can connect care with faith-based hope; B can connect care with reason, empathy and consequences. These are applications of source perspectives, not claims about the unnamed group members’ identities.</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Both could support checking needs and offering safe help. A can connect care with faith-based hope; B can connect care with reason, empathy and consequences. These are applications of source perspectives, not claims about the unnamed group members’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two-source comparison with a defended similarity and difference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Care/help/kindness or attention to others’ needs.</a:t>
            </a:r>
          </a:p>
          <a:p xmlns:a="http://schemas.openxmlformats.org/drawingml/2006/main">
            <a:r>
              <a:t>2. Adult answer: X uses Christian faith-based hope; Y uses a non-religious humanist basis of reason/empathy/effects.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Both can guide care, supported by kindness in X and empathy/effects in Y.</a:t>
            </a:r>
          </a:p>
          <a:p xmlns:a="http://schemas.openxmlformats.org/drawingml/2006/main">
            <a:r>
              <a:t>2. Adult answer: Different bases for reasons, as above; no ranking of people/capacity to care.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GROW_RE_S1_W04.html; SHA-256 fdf58a7fafa07b4e4d4fc03091cf52cc2eb04ec53d373d0d2eaed93d7f0bb33c.</a:t>
            </a:r>
          </a:p>
          <a:p xmlns:a="http://schemas.openxmlformats.org/drawingml/2006/main">
            <a:r>
              <a:t>Lesson GROW-RE-S1-W04;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An action with distinct source-linked reasons from X and Y.</a:t>
            </a:r>
          </a:p>
          <a:p xmlns:a="http://schemas.openxmlformats.org/drawingml/2006/main">
            <a:r>
              <a:t>2. Adult answer: A plausible change, such as checking needs or revising an unsafe step, justified through Y’s reason, empathy or concern for the effects of choices. It is a proposed application, not a source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1a704d3e9e41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583d2f756040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01d784cdc240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bb2655f4be43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6cf7cd791b4a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aedbe4b34d4b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1D26-55C8-4676-9A28-CD017F37342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6520E8-6459-4212-8052-BCB872A4C5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5273CF-061F-4FBE-ABDD-2C1B7EC6C3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0BB5B5-BE4B-4B0E-8E6E-56650CEB8B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B13568-8CE8-4325-A51B-CFEC797A40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2FFE78-2E33-4BFD-AF6E-80A1CE3919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7F72F1-6BCD-408A-BEDD-433513BC5E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85850A-3041-4DA3-91C5-3A7270D5BD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BD2592-FFCE-4867-AB3D-EC59A137F0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7F1F30-9B45-4694-9285-99E1389695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203db6a4fd4456" /><Relationship Type="http://schemas.openxmlformats.org/officeDocument/2006/relationships/slideLayout" Target="/ppt/slideLayouts/slideLayout1.xml" Id="R0fa9c61d0e9544f3" /><Relationship Type="http://schemas.openxmlformats.org/officeDocument/2006/relationships/slideLayout" Target="/ppt/slideLayouts/slideLayout2.xml" Id="R3458b8e92fe34511" /><Relationship Type="http://schemas.openxmlformats.org/officeDocument/2006/relationships/slideLayout" Target="/ppt/slideLayouts/slideLayout3.xml" Id="R0d7b1f7d531e46f8" /><Relationship Type="http://schemas.openxmlformats.org/officeDocument/2006/relationships/slideLayout" Target="/ppt/slideLayouts/slideLayout4.xml" Id="Rb72d034062fa495b" /><Relationship Type="http://schemas.openxmlformats.org/officeDocument/2006/relationships/slideLayout" Target="/ppt/slideLayouts/slideLayout5.xml" Id="R591d5b69ede0446e" /><Relationship Type="http://schemas.openxmlformats.org/officeDocument/2006/relationships/slideLayout" Target="/ppt/slideLayouts/slideLayout6.xml" Id="R9a0ed5e8e5854f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9c61d0e9544f3"/>
    <p:sldLayoutId xmlns:r="http://schemas.openxmlformats.org/officeDocument/2006/relationships" id="2147483650" r:id="R3458b8e92fe34511"/>
    <p:sldLayoutId xmlns:r="http://schemas.openxmlformats.org/officeDocument/2006/relationships" id="2147483651" r:id="R0d7b1f7d531e46f8"/>
    <p:sldLayoutId xmlns:r="http://schemas.openxmlformats.org/officeDocument/2006/relationships" id="2147483652" r:id="Rb72d034062fa495b"/>
    <p:sldLayoutId xmlns:r="http://schemas.openxmlformats.org/officeDocument/2006/relationships" id="2147483653" r:id="R591d5b69ede0446e"/>
    <p:sldLayoutId xmlns:r="http://schemas.openxmlformats.org/officeDocument/2006/relationships" id="2147483654" r:id="R9a0ed5e8e5854fff"/>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21570a59804635" /><Relationship Type="http://schemas.openxmlformats.org/officeDocument/2006/relationships/image" Target="/ppt/media/image.jpeg" Id="Rb1479a9084a24af2" /><Relationship Type="http://schemas.openxmlformats.org/officeDocument/2006/relationships/notesSlide" Target="/ppt/notesSlides/notesSlide1.xml" Id="Rb1afd74feb374d7b"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12315ce743a74b98"/><Relationship Type="http://schemas.openxmlformats.org/officeDocument/2006/relationships/image" Target="../media/image.jpeg" Id="Re139b273954f423f"/><Relationship Type="http://schemas.openxmlformats.org/officeDocument/2006/relationships/notesSlide" Target="/ppt/notesSlides/notesSlide2.xml" Id="R65cf8d730a97471e"/></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a95a0854a7ee48ec"/><Relationship Type="http://schemas.openxmlformats.org/officeDocument/2006/relationships/image" Target="../media/image.jpeg" Id="Rff08deeead3840ab"/><Relationship Type="http://schemas.openxmlformats.org/officeDocument/2006/relationships/notesSlide" Target="/ppt/notesSlides/notesSlide3.xml" Id="R134bbf890d6943c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565bc1a26d184482"/><Relationship Type="http://schemas.openxmlformats.org/officeDocument/2006/relationships/image" Target="../media/image.jpeg" Id="R05e2227b5ab74f9e"/><Relationship Type="http://schemas.openxmlformats.org/officeDocument/2006/relationships/notesSlide" Target="/ppt/notesSlides/notesSlide4.xml" Id="Re9b6a74864dd48f3"/></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239f6434cf1c4e16"/><Relationship Type="http://schemas.openxmlformats.org/officeDocument/2006/relationships/image" Target="../media/image.jpeg" Id="R95cf6172e5ca4539"/><Relationship Type="http://schemas.openxmlformats.org/officeDocument/2006/relationships/notesSlide" Target="/ppt/notesSlides/notesSlide5.xml" Id="R01140e069f764d9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a91820b6e7e041b0"/><Relationship Type="http://schemas.openxmlformats.org/officeDocument/2006/relationships/image" Target="../media/image.jpeg" Id="Rd3e74e1339614fa6"/><Relationship Type="http://schemas.openxmlformats.org/officeDocument/2006/relationships/notesSlide" Target="/ppt/notesSlides/notesSlide6.xml" Id="R67599c781ccd441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e292b54249f44c97"/><Relationship Type="http://schemas.openxmlformats.org/officeDocument/2006/relationships/image" Target="../media/image.jpeg" Id="R8dcaa51d4fa34f3d"/><Relationship Type="http://schemas.openxmlformats.org/officeDocument/2006/relationships/notesSlide" Target="/ppt/notesSlides/notesSlide7.xml" Id="R4b5997fcd8aa4a7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32899542f40941db"/><Relationship Type="http://schemas.openxmlformats.org/officeDocument/2006/relationships/image" Target="../media/image.jpeg" Id="Rb9093a4d5c544745"/><Relationship Type="http://schemas.openxmlformats.org/officeDocument/2006/relationships/notesSlide" Target="/ppt/notesSlides/notesSlide8.xml" Id="R1afbad9074394bb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c1329f8a3a134224"/><Relationship Type="http://schemas.openxmlformats.org/officeDocument/2006/relationships/image" Target="../media/image.jpeg" Id="R85c49f055b4d4572"/><Relationship Type="http://schemas.openxmlformats.org/officeDocument/2006/relationships/notesSlide" Target="/ppt/notesSlides/notesSlide9.xml" Id="R34e9e6d5ad57489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3e88b94f26264e37"/><Relationship Type="http://schemas.openxmlformats.org/officeDocument/2006/relationships/image" Target="../media/image.jpeg" Id="R7fa8b36c8bcc4119"/><Relationship Type="http://schemas.openxmlformats.org/officeDocument/2006/relationships/notesSlide" Target="/ppt/notesSlides/notesSlide10.xml" Id="R7afda03105aa4e20"/></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62145f092d8447c4"/><Relationship Type="http://schemas.openxmlformats.org/officeDocument/2006/relationships/image" Target="../media/image.jpeg" Id="Re9b047792d124154"/><Relationship Type="http://schemas.openxmlformats.org/officeDocument/2006/relationships/notesSlide" Target="/ppt/notesSlides/notesSlide11.xml" Id="R3439545b2853419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02939c7e94814e3c"/><Relationship Type="http://schemas.openxmlformats.org/officeDocument/2006/relationships/image" Target="../media/image.jpeg" Id="R3f098fe28e3b46b7"/><Relationship Type="http://schemas.openxmlformats.org/officeDocument/2006/relationships/notesSlide" Target="/ppt/notesSlides/notesSlide12.xml" Id="R581613bbd64f4ee0"/></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4c2aae52246142bb"/><Relationship Type="http://schemas.openxmlformats.org/officeDocument/2006/relationships/image" Target="../media/image.jpeg" Id="Rddde04fd480c4a62"/><Relationship Type="http://schemas.openxmlformats.org/officeDocument/2006/relationships/notesSlide" Target="/ppt/notesSlides/notesSlide13.xml" Id="Re0068dd889b94f9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e6e7dc9ae59d4647"/><Relationship Type="http://schemas.openxmlformats.org/officeDocument/2006/relationships/image" Target="../media/image.jpeg" Id="R8a894a2fddd44a8e"/><Relationship Type="http://schemas.openxmlformats.org/officeDocument/2006/relationships/notesSlide" Target="/ppt/notesSlides/notesSlide14.xml" Id="R4961a120d33946b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cb7fea35b8b481a"/><Relationship Type="http://schemas.openxmlformats.org/officeDocument/2006/relationships/image" Target="../media/image.jpeg" Id="R674ffd8ceb2943cc"/><Relationship Type="http://schemas.openxmlformats.org/officeDocument/2006/relationships/notesSlide" Target="/ppt/notesSlides/notesSlide15.xml" Id="R94ac5adf6d124bd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920dde4901aa4ed7"/><Relationship Type="http://schemas.openxmlformats.org/officeDocument/2006/relationships/image" Target="../media/image.jpeg" Id="R02620d35d5654b7f"/><Relationship Type="http://schemas.openxmlformats.org/officeDocument/2006/relationships/notesSlide" Target="/ppt/notesSlides/notesSlide16.xml" Id="Rb04e2ea275394aa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817dac28f99f4606"/><Relationship Type="http://schemas.openxmlformats.org/officeDocument/2006/relationships/image" Target="../media/image.jpeg" Id="Rddf21230a80c4593"/><Relationship Type="http://schemas.openxmlformats.org/officeDocument/2006/relationships/notesSlide" Target="/ppt/notesSlides/notesSlide17.xml" Id="R997eb95479c74a0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1cc5a2d813384624"/><Relationship Type="http://schemas.openxmlformats.org/officeDocument/2006/relationships/image" Target="../media/image.jpeg" Id="Ra671a71024734d7f"/><Relationship Type="http://schemas.openxmlformats.org/officeDocument/2006/relationships/notesSlide" Target="/ppt/notesSlides/notesSlide18.xml" Id="R360e66138a3d44b2"/></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f49da552ca3344b8"/><Relationship Type="http://schemas.openxmlformats.org/officeDocument/2006/relationships/image" Target="../media/image.jpeg" Id="Rca5043362af54f4d"/><Relationship Type="http://schemas.openxmlformats.org/officeDocument/2006/relationships/notesSlide" Target="/ppt/notesSlides/notesSlide19.xml" Id="R9731231e5f71462c"/></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5e52fe6f533484f"/><Relationship Type="http://schemas.openxmlformats.org/officeDocument/2006/relationships/image" Target="../media/image.jpeg" Id="Rab75ec9b613f49ab"/><Relationship Type="http://schemas.openxmlformats.org/officeDocument/2006/relationships/notesSlide" Target="/ppt/notesSlides/notesSlide20.xml" Id="Rf035ecd4475c44cb"/></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67b05d7e236d48a6"/><Relationship Type="http://schemas.openxmlformats.org/officeDocument/2006/relationships/image" Target="../media/image.jpeg" Id="Rfd54d9a2a37a4ef2"/><Relationship Type="http://schemas.openxmlformats.org/officeDocument/2006/relationships/notesSlide" Target="/ppt/notesSlides/notesSlide21.xml" Id="R5e0ad72ab015495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c5ff3d6473a2402a"/><Relationship Type="http://schemas.openxmlformats.org/officeDocument/2006/relationships/image" Target="../media/image.jpeg" Id="Rcb917f8bb1194202"/><Relationship Type="http://schemas.openxmlformats.org/officeDocument/2006/relationships/notesSlide" Target="/ppt/notesSlides/notesSlide22.xml" Id="R0ebd34cb927e4393"/></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8fd1a8a2f4374c88"/><Relationship Type="http://schemas.openxmlformats.org/officeDocument/2006/relationships/image" Target="../media/image.jpeg" Id="R172a91ad7d78459e"/><Relationship Type="http://schemas.openxmlformats.org/officeDocument/2006/relationships/notesSlide" Target="/ppt/notesSlides/notesSlide23.xml" Id="R5650a65049ef46bd"/></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1e215598c12c411e"/><Relationship Type="http://schemas.openxmlformats.org/officeDocument/2006/relationships/image" Target="../media/image.jpeg" Id="Ra3c706ee7f6a4546"/><Relationship Type="http://schemas.openxmlformats.org/officeDocument/2006/relationships/notesSlide" Target="/ppt/notesSlides/notesSlide24.xml" Id="Rc8d34ba9b50a4d1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74b6310330684114"/><Relationship Type="http://schemas.openxmlformats.org/officeDocument/2006/relationships/image" Target="../media/image.jpeg" Id="Rd7a9677e31c8476e"/><Relationship Type="http://schemas.openxmlformats.org/officeDocument/2006/relationships/notesSlide" Target="/ppt/notesSlides/notesSlide25.xml" Id="R92d700a65b034ac8"/></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f7447f68978740a2"/><Relationship Type="http://schemas.openxmlformats.org/officeDocument/2006/relationships/image" Target="../media/image.jpeg" Id="R283047252f2c488f"/><Relationship Type="http://schemas.openxmlformats.org/officeDocument/2006/relationships/notesSlide" Target="/ppt/notesSlides/notesSlide26.xml" Id="R752e00115b2f4e4b"/></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216faf83f5cd4ed1"/><Relationship Type="http://schemas.openxmlformats.org/officeDocument/2006/relationships/image" Target="../media/image.jpeg" Id="R44b6ad14c7594384"/><Relationship Type="http://schemas.openxmlformats.org/officeDocument/2006/relationships/notesSlide" Target="/ppt/notesSlides/notesSlide27.xml" Id="R6a37c5bb0a0b4eb7"/></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230a929447b44464"/><Relationship Type="http://schemas.openxmlformats.org/officeDocument/2006/relationships/image" Target="../media/image.jpeg" Id="Rb66201fcb7294103"/><Relationship Type="http://schemas.openxmlformats.org/officeDocument/2006/relationships/notesSlide" Target="/ppt/notesSlides/notesSlide28.xml" Id="R081e22a31d9f466b"/></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9841e6784cb54f79"/><Relationship Type="http://schemas.openxmlformats.org/officeDocument/2006/relationships/image" Target="../media/image.jpeg" Id="R32eddc6d6bfd4f6b"/><Relationship Type="http://schemas.openxmlformats.org/officeDocument/2006/relationships/notesSlide" Target="/ppt/notesSlides/notesSlide29.xml" Id="Rc7304cec53e443ad"/></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8139e7ad618f4e43"/><Relationship Type="http://schemas.openxmlformats.org/officeDocument/2006/relationships/image" Target="../media/image.jpeg" Id="Ra69043c471cd4080"/><Relationship Type="http://schemas.openxmlformats.org/officeDocument/2006/relationships/notesSlide" Target="/ppt/notesSlides/notesSlide30.xml" Id="Rfbe78314c1434277"/></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f4cda346206240b6"/><Relationship Type="http://schemas.openxmlformats.org/officeDocument/2006/relationships/image" Target="../media/image.jpeg" Id="R9ea4b45402b14182"/><Relationship Type="http://schemas.openxmlformats.org/officeDocument/2006/relationships/notesSlide" Target="/ppt/notesSlides/notesSlide31.xml" Id="Rcbdc0bc194a142ff"/></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87b810e20d8d4afb"/><Relationship Type="http://schemas.openxmlformats.org/officeDocument/2006/relationships/image" Target="../media/image.jpeg" Id="R42d1160e83394f79"/><Relationship Type="http://schemas.openxmlformats.org/officeDocument/2006/relationships/notesSlide" Target="/ppt/notesSlides/notesSlide32.xml" Id="R9749411e6a9d4efc"/></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4bff2c7f90e845b0"/><Relationship Type="http://schemas.openxmlformats.org/officeDocument/2006/relationships/image" Target="../media/image.jpeg" Id="Rf3fb37d37ee144d7"/><Relationship Type="http://schemas.openxmlformats.org/officeDocument/2006/relationships/notesSlide" Target="/ppt/notesSlides/notesSlide33.xml" Id="Rf53c0fc316464705"/></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1d358878de4d4198"/><Relationship Type="http://schemas.openxmlformats.org/officeDocument/2006/relationships/image" Target="../media/image.jpeg" Id="Ra476b78cacab4b55"/><Relationship Type="http://schemas.openxmlformats.org/officeDocument/2006/relationships/notesSlide" Target="/ppt/notesSlides/notesSlide34.xml" Id="R42990a03bfbf46f9"/></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c0121afe918d46c3"/><Relationship Type="http://schemas.openxmlformats.org/officeDocument/2006/relationships/image" Target="../media/image.jpeg" Id="Rbb5a14b44a5c461f"/><Relationship Type="http://schemas.openxmlformats.org/officeDocument/2006/relationships/notesSlide" Target="/ppt/notesSlides/notesSlide35.xml" Id="R99ae68fafc0045bf"/></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e80a12d603974615"/><Relationship Type="http://schemas.openxmlformats.org/officeDocument/2006/relationships/image" Target="../media/image.jpeg" Id="Re7a22c8348ae447f"/><Relationship Type="http://schemas.openxmlformats.org/officeDocument/2006/relationships/notesSlide" Target="/ppt/notesSlides/notesSlide36.xml" Id="R66eaac5ab23e4b78"/></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7ea34c21ea5c492a"/><Relationship Type="http://schemas.openxmlformats.org/officeDocument/2006/relationships/image" Target="../media/image.jpeg" Id="R3fff36e063394545"/><Relationship Type="http://schemas.openxmlformats.org/officeDocument/2006/relationships/notesSlide" Target="/ppt/notesSlides/notesSlide37.xml" Id="R54d0b661ea494025"/></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dd39faa7c6cd453e"/><Relationship Type="http://schemas.openxmlformats.org/officeDocument/2006/relationships/image" Target="../media/image.jpeg" Id="Rfe6bbe34cbb447e2"/><Relationship Type="http://schemas.openxmlformats.org/officeDocument/2006/relationships/notesSlide" Target="/ppt/notesSlides/notesSlide38.xml" Id="R9fba1874038d4c34"/></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b2919546afbf4e87"/><Relationship Type="http://schemas.openxmlformats.org/officeDocument/2006/relationships/image" Target="../media/image.jpeg" Id="Rf8ea36e04bff43cd"/><Relationship Type="http://schemas.openxmlformats.org/officeDocument/2006/relationships/notesSlide" Target="/ppt/notesSlides/notesSlide39.xml" Id="R512427c0702f409d"/></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592704b9353d4c2f"/><Relationship Type="http://schemas.openxmlformats.org/officeDocument/2006/relationships/image" Target="../media/image.jpeg" Id="R68a06e6d1a2844c7"/><Relationship Type="http://schemas.openxmlformats.org/officeDocument/2006/relationships/notesSlide" Target="/ppt/notesSlides/notesSlide40.xml" Id="Rc13ee0ebaa2d4772"/></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1670e9012eda430b"/><Relationship Type="http://schemas.openxmlformats.org/officeDocument/2006/relationships/image" Target="../media/image.jpeg" Id="R64da60719a8a49b6"/><Relationship Type="http://schemas.openxmlformats.org/officeDocument/2006/relationships/notesSlide" Target="/ppt/notesSlides/notesSlide41.xml" Id="Rce0c518d7e8d439d"/></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f5b0a1c20d564a28"/><Relationship Type="http://schemas.openxmlformats.org/officeDocument/2006/relationships/image" Target="../media/image.jpeg" Id="R30b11492e9ba4afd"/><Relationship Type="http://schemas.openxmlformats.org/officeDocument/2006/relationships/notesSlide" Target="/ppt/notesSlides/notesSlide42.xml" Id="Rbd7a89212ae144d6"/></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88ca3b922a624cd5"/><Relationship Type="http://schemas.openxmlformats.org/officeDocument/2006/relationships/image" Target="../media/image.jpeg" Id="R16fb5ffacb104cbe"/><Relationship Type="http://schemas.openxmlformats.org/officeDocument/2006/relationships/notesSlide" Target="/ppt/notesSlides/notesSlide43.xml" Id="R83a9e58d987344fb"/></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FA244EE7-ACC6-46CE-8C84-B81D907C03D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FE66B532-547A-4B73-9540-7E2E1EBD7F7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C64A9DBE-1D8A-43A2-A2CE-4CAAF40A5CB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4</a:t>
            </a:r>
          </a:p>
        </p:txBody>
      </p:sp>
      <p:sp>
        <p:nvSpPr>
          <p:cNvPr id="4" name="shape">
            <a:extLst xmlns:a="http://schemas.openxmlformats.org/drawingml/2006/main">
              <a:ext uri="{FF2B5EF4-FFF2-40B4-BE49-F238E27FC236}">
                <a16:creationId xmlns:a16="http://schemas.microsoft.com/office/drawing/2014/main" id="{71011DB6-9405-418E-84FD-F4797E2B7B2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9CFA410-CC55-4677-93C7-B9E4A196146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C6E3198-B858-4631-A8C2-233D6BDB476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F12552D-4E5B-4EFD-80AD-6AC39FC537B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2ADC3CF-E95E-404A-A7A0-55A7C0A68D2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F183571-9D6C-4714-8071-1A9CB8C818A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63D01F9-7419-4CE1-B813-FF28E87C38E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E99A999F-6BF5-4A14-85EE-FD9BF85F6A9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54326FA-8435-4974-83D6-29193418E46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5FC6B07-F850-4789-9946-A9F96CD5674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43</a:t>
            </a:r>
          </a:p>
        </p:txBody>
      </p:sp>
      <p:sp>
        <p:nvSpPr>
          <p:cNvPr id="14" name="licence-footer">
            <a:extLst xmlns:a="http://schemas.openxmlformats.org/drawingml/2006/main">
              <a:ext uri="{FF2B5EF4-FFF2-40B4-BE49-F238E27FC236}">
                <a16:creationId xmlns:a16="http://schemas.microsoft.com/office/drawing/2014/main" id="{EDD4EBA7-C9AD-46E9-9FBF-5B31274C606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5E288B4-938C-4E3E-A65B-13C61D508535}"/>
              </a:ext>
            </a:extLst>
          </p:cNvPr>
          <p:cNvPicPr>
            <a:picLocks xmlns:a="http://schemas.openxmlformats.org/drawingml/2006/main" noChangeAspect="1"/>
          </p:cNvPicPr>
          <p:nvPr/>
        </p:nvPicPr>
        <p:blipFill>
          <a:blip xmlns:r="http://schemas.openxmlformats.org/officeDocument/2006/relationships" xmlns:a="http://schemas.openxmlformats.org/drawingml/2006/main" r:embed="Rb1479a9084a24af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A2F6388-1F6B-4812-A356-7469D19C080B}"/>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Beliefs, change and resilience</a:t>
            </a:r>
          </a:p>
        </p:txBody>
      </p:sp>
      <p:sp>
        <p:nvSpPr>
          <p:cNvPr id="17" name="pupil-text">
            <a:extLst xmlns:a="http://schemas.openxmlformats.org/drawingml/2006/main">
              <a:ext uri="{FF2B5EF4-FFF2-40B4-BE49-F238E27FC236}">
                <a16:creationId xmlns:a16="http://schemas.microsoft.com/office/drawing/2014/main" id="{F1E86128-2111-42DC-BF55-41F1C3252827}"/>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GROW</a:t>
            </a:r>
          </a:p>
        </p:txBody>
      </p:sp>
      <p:sp>
        <p:nvSpPr>
          <p:cNvPr id="18" name="pupil-text">
            <a:extLst xmlns:a="http://schemas.openxmlformats.org/drawingml/2006/main">
              <a:ext uri="{FF2B5EF4-FFF2-40B4-BE49-F238E27FC236}">
                <a16:creationId xmlns:a16="http://schemas.microsoft.com/office/drawing/2014/main" id="{6CCE68A2-7D62-4561-BD4E-120552568A1D}"/>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4 · Lesson: GROW-RE-S1-W04</a:t>
            </a:r>
          </a:p>
        </p:txBody>
      </p:sp>
      <p:sp>
        <p:nvSpPr>
          <p:cNvPr id="19" name="pupil-text">
            <a:extLst xmlns:a="http://schemas.openxmlformats.org/drawingml/2006/main">
              <a:ext uri="{FF2B5EF4-FFF2-40B4-BE49-F238E27FC236}">
                <a16:creationId xmlns:a16="http://schemas.microsoft.com/office/drawing/2014/main" id="{CB0A663B-1BED-46DE-8CB8-959A123AD528}"/>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two worldviews respond to the same difficulty?</a:t>
            </a:r>
          </a:p>
        </p:txBody>
      </p:sp>
      <p:sp>
        <p:nvSpPr>
          <p:cNvPr id="20" name="pupil-text">
            <a:extLst xmlns:a="http://schemas.openxmlformats.org/drawingml/2006/main">
              <a:ext uri="{FF2B5EF4-FFF2-40B4-BE49-F238E27FC236}">
                <a16:creationId xmlns:a16="http://schemas.microsoft.com/office/drawing/2014/main" id="{647F5B1A-4901-4510-9AB6-5E1A1795F19F}"/>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compare how two worldviews respond to difficulty.</a:t>
            </a:r>
          </a:p>
        </p:txBody>
      </p:sp>
      <p:sp>
        <p:nvSpPr>
          <p:cNvPr id="21" name="shape">
            <a:extLst xmlns:a="http://schemas.openxmlformats.org/drawingml/2006/main">
              <a:ext uri="{FF2B5EF4-FFF2-40B4-BE49-F238E27FC236}">
                <a16:creationId xmlns:a16="http://schemas.microsoft.com/office/drawing/2014/main" id="{6B6DBA94-22D5-4B8F-AC98-58029D7E16C0}"/>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C616F02A-9332-4260-9DE3-A08A0D5B59D8}"/>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a:t>
            </a:r>
          </a:p>
        </p:txBody>
      </p:sp>
      <p:sp>
        <p:nvSpPr>
          <p:cNvPr id="23" name="shape">
            <a:extLst xmlns:a="http://schemas.openxmlformats.org/drawingml/2006/main">
              <a:ext uri="{FF2B5EF4-FFF2-40B4-BE49-F238E27FC236}">
                <a16:creationId xmlns:a16="http://schemas.microsoft.com/office/drawing/2014/main" id="{B6A15A77-11CB-48B5-BD12-F0F32AE765EC}"/>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3B8A3375-6617-4803-9655-E017B616805B}"/>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give a similarity and a difference.</a:t>
            </a:r>
          </a:p>
        </p:txBody>
      </p:sp>
      <p:sp>
        <p:nvSpPr>
          <p:cNvPr id="25" name="shape">
            <a:extLst xmlns:a="http://schemas.openxmlformats.org/drawingml/2006/main">
              <a:ext uri="{FF2B5EF4-FFF2-40B4-BE49-F238E27FC236}">
                <a16:creationId xmlns:a16="http://schemas.microsoft.com/office/drawing/2014/main" id="{6B3520FE-6947-4FF8-97E7-574DE571F55E}"/>
              </a:ext>
            </a:extLst>
          </p:cNvPr>
          <p:cNvSpPr>
            <a:spLocks xmlns:a="http://schemas.openxmlformats.org/drawingml/2006/main" noGrp="1"/>
          </p:cNvSpPr>
          <p:nvPr/>
        </p:nvSpPr>
        <p:spPr>
          <a:xfrm xmlns:a="http://schemas.openxmlformats.org/drawingml/2006/main">
            <a:off x="409575" y="37433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72B15C1C-5385-49DC-A106-408D84F82BD7}"/>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link each view to its source.</a:t>
            </a:r>
          </a:p>
        </p:txBody>
      </p:sp>
      <p:sp>
        <p:nvSpPr>
          <p:cNvPr id="27" name="shape">
            <a:extLst xmlns:a="http://schemas.openxmlformats.org/drawingml/2006/main">
              <a:ext uri="{FF2B5EF4-FFF2-40B4-BE49-F238E27FC236}">
                <a16:creationId xmlns:a16="http://schemas.microsoft.com/office/drawing/2014/main" id="{506440C3-55C1-4C6F-9262-01F6E5C19975}"/>
              </a:ext>
            </a:extLst>
          </p:cNvPr>
          <p:cNvSpPr>
            <a:spLocks xmlns:a="http://schemas.openxmlformats.org/drawingml/2006/main" noGrp="1"/>
          </p:cNvSpPr>
          <p:nvPr/>
        </p:nvSpPr>
        <p:spPr>
          <a:xfrm xmlns:a="http://schemas.openxmlformats.org/drawingml/2006/main">
            <a:off x="409575" y="403860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8" name="pupil-text">
            <a:extLst xmlns:a="http://schemas.openxmlformats.org/drawingml/2006/main">
              <a:ext uri="{FF2B5EF4-FFF2-40B4-BE49-F238E27FC236}">
                <a16:creationId xmlns:a16="http://schemas.microsoft.com/office/drawing/2014/main" id="{F87932A3-1A73-4FEC-9D12-10AF23F673B6}"/>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compare without ranking or guessing beliefs.</a:t>
            </a:r>
          </a:p>
        </p:txBody>
      </p:sp>
      <p:sp>
        <p:nvSpPr>
          <p:cNvPr id="29" name="pupil-text">
            <a:extLst xmlns:a="http://schemas.openxmlformats.org/drawingml/2006/main">
              <a:ext uri="{FF2B5EF4-FFF2-40B4-BE49-F238E27FC236}">
                <a16:creationId xmlns:a16="http://schemas.microsoft.com/office/drawing/2014/main" id="{7DBFAE31-A92C-4F48-B786-B4083FB24B62}"/>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Hear different reasons for a shared task and keep each person’s view accurate.</a:t>
            </a:r>
          </a:p>
        </p:txBody>
      </p:sp>
      <p:sp>
        <p:nvSpPr>
          <p:cNvPr id="30" name="pupil-text">
            <a:extLst xmlns:a="http://schemas.openxmlformats.org/drawingml/2006/main">
              <a:ext uri="{FF2B5EF4-FFF2-40B4-BE49-F238E27FC236}">
                <a16:creationId xmlns:a16="http://schemas.microsoft.com/office/drawing/2014/main" id="{B3757C58-2EAD-41CA-A181-76B339469BED}"/>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31" name="pupil-text">
            <a:extLst xmlns:a="http://schemas.openxmlformats.org/drawingml/2006/main">
              <a:ext uri="{FF2B5EF4-FFF2-40B4-BE49-F238E27FC236}">
                <a16:creationId xmlns:a16="http://schemas.microsoft.com/office/drawing/2014/main" id="{A035EAAC-09FD-4E27-AB4D-46DEF27C4B45}"/>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Tree>
    <p:extLst>
      <p:ext uri="{BB962C8B-B14F-4D97-AF65-F5344CB8AC3E}">
        <p14:creationId xmlns:p14="http://schemas.microsoft.com/office/powerpoint/2010/main" val="20615141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0346DFDB-823F-4E1B-91BA-42775F37013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EC04AC55-C0B4-41C1-97F9-E570C894B1D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56AD317C-FEFD-4D89-A0D4-6AD4658CE0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4 · continued</a:t>
            </a:r>
          </a:p>
        </p:txBody>
      </p:sp>
      <p:sp>
        <p:nvSpPr>
          <p:cNvPr id="4" name="shape">
            <a:extLst xmlns:a="http://schemas.openxmlformats.org/drawingml/2006/main">
              <a:ext uri="{FF2B5EF4-FFF2-40B4-BE49-F238E27FC236}">
                <a16:creationId xmlns:a16="http://schemas.microsoft.com/office/drawing/2014/main" id="{679092D0-18D8-4742-A97D-370D65F7921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4DFE492-C83A-440F-ABF4-CD13E36F041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39D004D-7E1A-4136-A135-D0A22D3B0F0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EA64EA3-BCCB-4F86-9995-D76F05FB7CF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C7183B8-0B8E-4A8B-AB83-D00DEF9FF4B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1278CD-2101-4F47-836B-EB162CD4F99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481704E-8FF0-43B8-8853-CE7C77C0D1A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FD9B45FE-9B84-4FC3-AFD8-CA88237A589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0E7AC22-9E89-4CD3-8950-72F80AEC9B1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99F5FBF-F4F7-4096-AB4A-EFDA6E5EC88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43</a:t>
            </a:r>
          </a:p>
        </p:txBody>
      </p:sp>
      <p:sp>
        <p:nvSpPr>
          <p:cNvPr id="14" name="licence-footer">
            <a:extLst xmlns:a="http://schemas.openxmlformats.org/drawingml/2006/main">
              <a:ext uri="{FF2B5EF4-FFF2-40B4-BE49-F238E27FC236}">
                <a16:creationId xmlns:a16="http://schemas.microsoft.com/office/drawing/2014/main" id="{925E663B-83AE-4DB0-BB9F-3C2CBC83538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DE38D4B-7B8D-4089-A4FD-0A67B1D4A6FA}"/>
              </a:ext>
            </a:extLst>
          </p:cNvPr>
          <p:cNvPicPr>
            <a:picLocks xmlns:a="http://schemas.openxmlformats.org/drawingml/2006/main" noChangeAspect="1"/>
          </p:cNvPicPr>
          <p:nvPr/>
        </p:nvPicPr>
        <p:blipFill>
          <a:blip xmlns:r="http://schemas.openxmlformats.org/officeDocument/2006/relationships" xmlns:a="http://schemas.openxmlformats.org/drawingml/2006/main" r:embed="Re139b273954f423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0891AE7-27FE-4B92-821C-8B161D9466F1}"/>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some believers or this person. Beliefs and practices vary within each worldview.</a:t>
            </a:r>
          </a:p>
        </p:txBody>
      </p:sp>
      <p:sp>
        <p:nvSpPr>
          <p:cNvPr id="17" name="pupil-text">
            <a:extLst xmlns:a="http://schemas.openxmlformats.org/drawingml/2006/main">
              <a:ext uri="{FF2B5EF4-FFF2-40B4-BE49-F238E27FC236}">
                <a16:creationId xmlns:a16="http://schemas.microsoft.com/office/drawing/2014/main" id="{3A2CCC06-803C-4EBE-90A1-30863C46FAC0}"/>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Study the supplied text. You need not share beliefs, family life, loss or a story from your life.</a:t>
            </a:r>
          </a:p>
        </p:txBody>
      </p:sp>
      <p:sp>
        <p:nvSpPr>
          <p:cNvPr id="18" name="pupil-text">
            <a:extLst xmlns:a="http://schemas.openxmlformats.org/drawingml/2006/main">
              <a:ext uri="{FF2B5EF4-FFF2-40B4-BE49-F238E27FC236}">
                <a16:creationId xmlns:a16="http://schemas.microsoft.com/office/drawing/2014/main" id="{7BEE117B-C6BA-4735-8068-7F1F237BB505}"/>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before speaking or writing. You may sign, draw, use symbols or ask for your own words</a:t>
            </a:r>
          </a:p>
        </p:txBody>
      </p:sp>
      <p:sp>
        <p:nvSpPr>
          <p:cNvPr id="19" name="pupil-text">
            <a:extLst xmlns:a="http://schemas.openxmlformats.org/drawingml/2006/main">
              <a:ext uri="{FF2B5EF4-FFF2-40B4-BE49-F238E27FC236}">
                <a16:creationId xmlns:a16="http://schemas.microsoft.com/office/drawing/2014/main" id="{01188D0E-B6FF-4F6B-84A9-1D6D0243B752}"/>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scribed. You may pass.</a:t>
            </a:r>
          </a:p>
        </p:txBody>
      </p:sp>
      <p:sp>
        <p:nvSpPr>
          <p:cNvPr id="20" name="pupil-text">
            <a:extLst xmlns:a="http://schemas.openxmlformats.org/drawingml/2006/main">
              <a:ext uri="{FF2B5EF4-FFF2-40B4-BE49-F238E27FC236}">
                <a16:creationId xmlns:a16="http://schemas.microsoft.com/office/drawing/2014/main" id="{70AE10E6-D19E-46F1-B55C-4559343B3D6C}"/>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 We describe prayer in sources; we do not pray or act it</a:t>
            </a:r>
          </a:p>
        </p:txBody>
      </p:sp>
      <p:sp>
        <p:nvSpPr>
          <p:cNvPr id="21" name="pupil-text">
            <a:extLst xmlns:a="http://schemas.openxmlformats.org/drawingml/2006/main">
              <a:ext uri="{FF2B5EF4-FFF2-40B4-BE49-F238E27FC236}">
                <a16:creationId xmlns:a16="http://schemas.microsoft.com/office/drawing/2014/main" id="{2955B6A6-B47B-4242-8DB6-4832F77A5632}"/>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out.</a:t>
            </a:r>
          </a:p>
        </p:txBody>
      </p:sp>
      <p:sp>
        <p:nvSpPr>
          <p:cNvPr id="22" name="pupil-text">
            <a:extLst xmlns:a="http://schemas.openxmlformats.org/drawingml/2006/main">
              <a:ext uri="{FF2B5EF4-FFF2-40B4-BE49-F238E27FC236}">
                <a16:creationId xmlns:a16="http://schemas.microsoft.com/office/drawing/2014/main" id="{C6807318-290D-440B-99D7-BC9E96FEACF9}"/>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protected text, paper models or pictures. No real flame or sacred object is used.</a:t>
            </a:r>
          </a:p>
        </p:txBody>
      </p:sp>
      <p:sp>
        <p:nvSpPr>
          <p:cNvPr id="23" name="pupil-text">
            <a:extLst xmlns:a="http://schemas.openxmlformats.org/drawingml/2006/main">
              <a:ext uri="{FF2B5EF4-FFF2-40B4-BE49-F238E27FC236}">
                <a16:creationId xmlns:a16="http://schemas.microsoft.com/office/drawing/2014/main" id="{3950FD6D-60BB-45FD-B514-2778703273F9}"/>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Return to one source card / Pass.</a:t>
            </a:r>
          </a:p>
        </p:txBody>
      </p:sp>
    </p:spTree>
    <p:extLst>
      <p:ext uri="{BB962C8B-B14F-4D97-AF65-F5344CB8AC3E}">
        <p14:creationId xmlns:p14="http://schemas.microsoft.com/office/powerpoint/2010/main" val="20476246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39724F8-C6A3-4404-8A42-803AE4E6AA8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73D4D8D1-0D95-4278-8E89-7ED578ABFEC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AB84227F-D4CF-409A-B4AA-E4E1FAA0BBA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4 · continued</a:t>
            </a:r>
          </a:p>
        </p:txBody>
      </p:sp>
      <p:sp>
        <p:nvSpPr>
          <p:cNvPr id="4" name="shape">
            <a:extLst xmlns:a="http://schemas.openxmlformats.org/drawingml/2006/main">
              <a:ext uri="{FF2B5EF4-FFF2-40B4-BE49-F238E27FC236}">
                <a16:creationId xmlns:a16="http://schemas.microsoft.com/office/drawing/2014/main" id="{79FF1BFA-2B10-469A-A913-CACEF8A5C11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E5CA86B-7E47-47BF-B5F6-652FF585232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F3FC91F-8A6B-4ACE-A163-02B9149072E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D1D675B-5270-4655-8B04-F0D4112A034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DCEE8E8-DAB6-4739-87FF-3ED7377C4CC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1BF0B0A-9A97-438C-AAFD-00DBB702AE1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23DFFAC-58D6-40EA-83CF-51624B24B7D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B50CA4CD-4513-4171-B9DC-2330CD0F580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C3C1334-744F-4200-943B-5F74824B420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2D4D8E5-D8BB-4204-8869-89BCAB9EC4B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43</a:t>
            </a:r>
          </a:p>
        </p:txBody>
      </p:sp>
      <p:sp>
        <p:nvSpPr>
          <p:cNvPr id="14" name="licence-footer">
            <a:extLst xmlns:a="http://schemas.openxmlformats.org/drawingml/2006/main">
              <a:ext uri="{FF2B5EF4-FFF2-40B4-BE49-F238E27FC236}">
                <a16:creationId xmlns:a16="http://schemas.microsoft.com/office/drawing/2014/main" id="{067A1FBF-C228-4928-8848-EC43EFA67B4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7CF6ED8-7F8F-4972-B188-0323AA8F71E9}"/>
              </a:ext>
            </a:extLst>
          </p:cNvPr>
          <p:cNvPicPr>
            <a:picLocks xmlns:a="http://schemas.openxmlformats.org/drawingml/2006/main" noChangeAspect="1"/>
          </p:cNvPicPr>
          <p:nvPr/>
        </p:nvPicPr>
        <p:blipFill>
          <a:blip xmlns:r="http://schemas.openxmlformats.org/officeDocument/2006/relationships" xmlns:a="http://schemas.openxmlformats.org/drawingml/2006/main" r:embed="Rff08deeead3840a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2D324FF-5A43-4A9C-88CB-EDADC8C516A3}"/>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means spoken feedback. WS means worked with support. I means independent.</a:t>
            </a:r>
          </a:p>
        </p:txBody>
      </p:sp>
      <p:sp>
        <p:nvSpPr>
          <p:cNvPr id="17" name="pupil-text">
            <a:extLst xmlns:a="http://schemas.openxmlformats.org/drawingml/2006/main">
              <a:ext uri="{FF2B5EF4-FFF2-40B4-BE49-F238E27FC236}">
                <a16:creationId xmlns:a16="http://schemas.microsoft.com/office/drawing/2014/main" id="{154C94E2-F650-4BAD-BB19-0D8EB728DDEF}"/>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means one next step. E means evidence kept on the evidence app.</a:t>
            </a:r>
          </a:p>
        </p:txBody>
      </p:sp>
      <p:sp>
        <p:nvSpPr>
          <p:cNvPr id="18" name="pupil-text">
            <a:extLst xmlns:a="http://schemas.openxmlformats.org/drawingml/2006/main">
              <a:ext uri="{FF2B5EF4-FFF2-40B4-BE49-F238E27FC236}">
                <a16:creationId xmlns:a16="http://schemas.microsoft.com/office/drawing/2014/main" id="{389C9E78-DC97-4180-AF17-89905B6CD21D}"/>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means responded: an adult heard the response and it shaped the next step.</a:t>
            </a:r>
          </a:p>
        </p:txBody>
      </p:sp>
      <p:sp>
        <p:nvSpPr>
          <p:cNvPr id="19" name="pupil-text">
            <a:extLst xmlns:a="http://schemas.openxmlformats.org/drawingml/2006/main">
              <a:ext uri="{FF2B5EF4-FFF2-40B4-BE49-F238E27FC236}">
                <a16:creationId xmlns:a16="http://schemas.microsoft.com/office/drawing/2014/main" id="{A6A0C47F-25B7-4EFD-B54A-D80201E5A87A}"/>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marks a self-edit point. ? means read this back to me. You may show or sign your meaning.</a:t>
            </a:r>
          </a:p>
        </p:txBody>
      </p:sp>
      <p:sp>
        <p:nvSpPr>
          <p:cNvPr id="20" name="pupil-text">
            <a:extLst xmlns:a="http://schemas.openxmlformats.org/drawingml/2006/main">
              <a:ext uri="{FF2B5EF4-FFF2-40B4-BE49-F238E27FC236}">
                <a16:creationId xmlns:a16="http://schemas.microsoft.com/office/drawing/2014/main" id="{65618542-D87A-430B-81E8-1084ECE22707}"/>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Tree>
    <p:extLst>
      <p:ext uri="{BB962C8B-B14F-4D97-AF65-F5344CB8AC3E}">
        <p14:creationId xmlns:p14="http://schemas.microsoft.com/office/powerpoint/2010/main" val="13596069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D51D92A-C8C2-4BF9-B0A6-04E28ED8334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C6B61212-502D-496E-A34C-45B4585E780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65191945-B6A2-4FBD-B801-211B7DC4AC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71B8A034-3C21-49ED-9D92-F788777DDA2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406A67F-A7DB-4012-AAE7-2DC4AF81019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3B2F64D-E5B5-49E1-9EEE-9721AFA5BE6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8133F3C-811E-4F82-8A24-7D578FEE854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207C819-2A7C-480E-BAC4-B018A4697B5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BC68F0E-DDC4-494A-A2A1-F9E17D7F0A5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111216A-2CF8-49B7-8F17-638E0A85729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A0B6DC55-FFA4-4BBE-BC74-2A74DC844C1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3111D94-5DAE-460A-A707-4D6B9B33E25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668638A-C9A5-4E9F-86A1-184F8D8828C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43</a:t>
            </a:r>
          </a:p>
        </p:txBody>
      </p:sp>
      <p:sp>
        <p:nvSpPr>
          <p:cNvPr id="14" name="licence-footer">
            <a:extLst xmlns:a="http://schemas.openxmlformats.org/drawingml/2006/main">
              <a:ext uri="{FF2B5EF4-FFF2-40B4-BE49-F238E27FC236}">
                <a16:creationId xmlns:a16="http://schemas.microsoft.com/office/drawing/2014/main" id="{42E03044-D211-4BBC-9951-FBAE21EA2AB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9637EBB-7015-4E00-BE6B-E4EDE0626058}"/>
              </a:ext>
            </a:extLst>
          </p:cNvPr>
          <p:cNvPicPr>
            <a:picLocks xmlns:a="http://schemas.openxmlformats.org/drawingml/2006/main" noChangeAspect="1"/>
          </p:cNvPicPr>
          <p:nvPr/>
        </p:nvPicPr>
        <p:blipFill>
          <a:blip xmlns:r="http://schemas.openxmlformats.org/officeDocument/2006/relationships" xmlns:a="http://schemas.openxmlformats.org/drawingml/2006/main" r:embed="R05e2227b5ab74f9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0140B17-8685-4A4D-B262-0C0259F676B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a:t>
            </a:r>
          </a:p>
        </p:txBody>
      </p:sp>
      <p:sp>
        <p:nvSpPr>
          <p:cNvPr id="17" name="pupil-text">
            <a:extLst xmlns:a="http://schemas.openxmlformats.org/drawingml/2006/main">
              <a:ext uri="{FF2B5EF4-FFF2-40B4-BE49-F238E27FC236}">
                <a16:creationId xmlns:a16="http://schemas.microsoft.com/office/drawing/2014/main" id="{FBB6547F-7698-402A-A0AA-C2D1EBDE6E5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unless passing.</a:t>
            </a:r>
          </a:p>
        </p:txBody>
      </p:sp>
      <p:sp>
        <p:nvSpPr>
          <p:cNvPr id="18" name="pupil-text">
            <a:extLst xmlns:a="http://schemas.openxmlformats.org/drawingml/2006/main">
              <a:ext uri="{FF2B5EF4-FFF2-40B4-BE49-F238E27FC236}">
                <a16:creationId xmlns:a16="http://schemas.microsoft.com/office/drawing/2014/main" id="{D2E9E1B1-1E68-40DC-9BFF-2BF7E30E830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two worldviews respond to the same difficulty?</a:t>
            </a:r>
          </a:p>
        </p:txBody>
      </p:sp>
    </p:spTree>
    <p:extLst>
      <p:ext uri="{BB962C8B-B14F-4D97-AF65-F5344CB8AC3E}">
        <p14:creationId xmlns:p14="http://schemas.microsoft.com/office/powerpoint/2010/main" val="16959092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B86253B6-9177-43DB-B8C8-BA7F6A777AB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502064FA-7727-45E5-8BA9-48F18235D94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ADE82157-4ACB-4AE5-B446-5554D534689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DE417E66-C219-4F6E-880B-C8D46687DF07}"/>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2346AF7-5D52-46E6-AC1F-328718EECEA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EEBAA87-C4C2-4AE2-80B0-33933366203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F9D1B0C-93E7-4093-B20D-8B6D7871DDD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63FA8E-4CD7-4A50-9D30-572F9F51CCD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D7EF139-85F9-4E19-B0AB-A092B506BE6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43C0121-BC42-4BEE-AB4E-A3D183DC466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E4D00CB0-CB6A-4F80-8ECB-4502323C93F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1D6EC89-1E91-4BFE-8FC5-53F2DF7CD2D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BFFE94A9-2E44-4C0C-8332-E31EE3A98AB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43</a:t>
            </a:r>
          </a:p>
        </p:txBody>
      </p:sp>
      <p:sp>
        <p:nvSpPr>
          <p:cNvPr id="14" name="licence-footer">
            <a:extLst xmlns:a="http://schemas.openxmlformats.org/drawingml/2006/main">
              <a:ext uri="{FF2B5EF4-FFF2-40B4-BE49-F238E27FC236}">
                <a16:creationId xmlns:a16="http://schemas.microsoft.com/office/drawing/2014/main" id="{D9811417-85AA-415C-A2CB-23974CE2ADA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92F6CB8-8705-4EA4-99C9-87EB23ADF028}"/>
              </a:ext>
            </a:extLst>
          </p:cNvPr>
          <p:cNvPicPr>
            <a:picLocks xmlns:a="http://schemas.openxmlformats.org/drawingml/2006/main" noChangeAspect="1"/>
          </p:cNvPicPr>
          <p:nvPr/>
        </p:nvPicPr>
        <p:blipFill>
          <a:blip xmlns:r="http://schemas.openxmlformats.org/officeDocument/2006/relationships" xmlns:a="http://schemas.openxmlformats.org/drawingml/2006/main" r:embed="R95cf6172e5ca453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D42C6AD-C08E-4502-AE14-560815F8CF0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C923C785-1085-44E8-9CD5-3C352322208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story idea</a:t>
            </a:r>
          </a:p>
        </p:txBody>
      </p:sp>
      <p:sp>
        <p:nvSpPr>
          <p:cNvPr id="18" name="pupil-text">
            <a:extLst xmlns:a="http://schemas.openxmlformats.org/drawingml/2006/main">
              <a:ext uri="{FF2B5EF4-FFF2-40B4-BE49-F238E27FC236}">
                <a16:creationId xmlns:a16="http://schemas.microsoft.com/office/drawing/2014/main" id="{2DA506FA-C79C-4103-AAEC-73A2EEB82B8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resilience idea could the boat story show?</a:t>
            </a:r>
          </a:p>
        </p:txBody>
      </p:sp>
      <p:sp>
        <p:nvSpPr>
          <p:cNvPr id="19" name="pupil-text">
            <a:extLst xmlns:a="http://schemas.openxmlformats.org/drawingml/2006/main">
              <a:ext uri="{FF2B5EF4-FFF2-40B4-BE49-F238E27FC236}">
                <a16:creationId xmlns:a16="http://schemas.microsoft.com/office/drawing/2014/main" id="{3F5AF71F-EFAA-4CEB-9A91-0047BFB3AB8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story idea</a:t>
            </a:r>
          </a:p>
        </p:txBody>
      </p:sp>
      <p:sp>
        <p:nvSpPr>
          <p:cNvPr id="20" name="pupil-text">
            <a:extLst xmlns:a="http://schemas.openxmlformats.org/drawingml/2006/main">
              <a:ext uri="{FF2B5EF4-FFF2-40B4-BE49-F238E27FC236}">
                <a16:creationId xmlns:a16="http://schemas.microsoft.com/office/drawing/2014/main" id="{43769165-62E9-4D15-9F1F-D57A8FED471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the woman keep seeking?</a:t>
            </a:r>
          </a:p>
        </p:txBody>
      </p:sp>
      <p:sp>
        <p:nvSpPr>
          <p:cNvPr id="21" name="pupil-text">
            <a:extLst xmlns:a="http://schemas.openxmlformats.org/drawingml/2006/main">
              <a:ext uri="{FF2B5EF4-FFF2-40B4-BE49-F238E27FC236}">
                <a16:creationId xmlns:a16="http://schemas.microsoft.com/office/drawing/2014/main" id="{3079D5D8-CB9D-4165-BBFD-EC14259A3D44}"/>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2" name="pupil-text">
            <a:extLst xmlns:a="http://schemas.openxmlformats.org/drawingml/2006/main">
              <a:ext uri="{FF2B5EF4-FFF2-40B4-BE49-F238E27FC236}">
                <a16:creationId xmlns:a16="http://schemas.microsoft.com/office/drawing/2014/main" id="{695F7B9C-B944-4A4A-AF35-C286625E3BA5}"/>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Does persistence always bring justice?</a:t>
            </a:r>
          </a:p>
        </p:txBody>
      </p:sp>
      <p:sp>
        <p:nvSpPr>
          <p:cNvPr id="23" name="pupil-text">
            <a:extLst xmlns:a="http://schemas.openxmlformats.org/drawingml/2006/main">
              <a:ext uri="{FF2B5EF4-FFF2-40B4-BE49-F238E27FC236}">
                <a16:creationId xmlns:a16="http://schemas.microsoft.com/office/drawing/2014/main" id="{D54117D4-18AA-4FC7-A1FE-3AC3C9E99B3B}"/>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C3AF9D96-FB3C-4B67-8718-0AF4C6910CEF}"/>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people share a helpful action but give different reasons?</a:t>
            </a:r>
          </a:p>
        </p:txBody>
      </p:sp>
    </p:spTree>
    <p:extLst>
      <p:ext uri="{BB962C8B-B14F-4D97-AF65-F5344CB8AC3E}">
        <p14:creationId xmlns:p14="http://schemas.microsoft.com/office/powerpoint/2010/main" val="1581108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64F5B86E-3217-4B85-9F95-7E04F662447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436AAE0B-D396-4391-B031-214D6050EF2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E806E57-3BF6-45C2-A26B-5811559F72E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A502FE2E-F324-4AD6-920A-C3F0B2B7F54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8D57FCE-115F-4553-8804-DBD384C0D2A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0E1B43D-B5D1-40BB-9151-DAF5337BB5E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548F386-2A04-4E6B-9B98-FC7A08CE964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BE1016B-476D-4D65-B835-40B6F052B05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1728EDE-13A1-49B7-B333-C4A612A4FED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3BC5722-D4E3-4046-AAAE-4287D42F75B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36B36669-F717-4E74-A789-338B87CF0D1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E087FF3-2E54-4E96-819E-D49555CD0F5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39F0AC7B-F55B-4498-869B-0FDF647AEB0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43</a:t>
            </a:r>
          </a:p>
        </p:txBody>
      </p:sp>
      <p:sp>
        <p:nvSpPr>
          <p:cNvPr id="14" name="licence-footer">
            <a:extLst xmlns:a="http://schemas.openxmlformats.org/drawingml/2006/main">
              <a:ext uri="{FF2B5EF4-FFF2-40B4-BE49-F238E27FC236}">
                <a16:creationId xmlns:a16="http://schemas.microsoft.com/office/drawing/2014/main" id="{C281FBBB-3760-4534-91BE-626723F8D8A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C288114-537B-4A78-B68F-4F8FB5E6F84D}"/>
              </a:ext>
            </a:extLst>
          </p:cNvPr>
          <p:cNvPicPr>
            <a:picLocks xmlns:a="http://schemas.openxmlformats.org/drawingml/2006/main" noChangeAspect="1"/>
          </p:cNvPicPr>
          <p:nvPr/>
        </p:nvPicPr>
        <p:blipFill>
          <a:blip xmlns:r="http://schemas.openxmlformats.org/officeDocument/2006/relationships" xmlns:a="http://schemas.openxmlformats.org/drawingml/2006/main" r:embed="Rd3e74e1339614fa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3E64678-630F-4E3C-9A8B-2E7802CC526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story idea</a:t>
            </a:r>
          </a:p>
        </p:txBody>
      </p:sp>
      <p:sp>
        <p:nvSpPr>
          <p:cNvPr id="17" name="shape">
            <a:extLst xmlns:a="http://schemas.openxmlformats.org/drawingml/2006/main">
              <a:ext uri="{FF2B5EF4-FFF2-40B4-BE49-F238E27FC236}">
                <a16:creationId xmlns:a16="http://schemas.microsoft.com/office/drawing/2014/main" id="{2A96C7A1-F97D-46FC-A24E-DAEB27F660C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949DA856-4FF2-4403-9B0C-3E7A5601DEAA}"/>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how the friends turned to the teacher.</a:t>
            </a:r>
          </a:p>
        </p:txBody>
      </p:sp>
      <p:sp>
        <p:nvSpPr>
          <p:cNvPr id="19" name="pupil-text">
            <a:extLst xmlns:a="http://schemas.openxmlformats.org/drawingml/2006/main">
              <a:ext uri="{FF2B5EF4-FFF2-40B4-BE49-F238E27FC236}">
                <a16:creationId xmlns:a16="http://schemas.microsoft.com/office/drawing/2014/main" id="{50DB2773-8332-4044-B7B0-936112980B61}"/>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story idea</a:t>
            </a:r>
          </a:p>
        </p:txBody>
      </p:sp>
      <p:sp>
        <p:nvSpPr>
          <p:cNvPr id="20" name="shape">
            <a:extLst xmlns:a="http://schemas.openxmlformats.org/drawingml/2006/main">
              <a:ext uri="{FF2B5EF4-FFF2-40B4-BE49-F238E27FC236}">
                <a16:creationId xmlns:a16="http://schemas.microsoft.com/office/drawing/2014/main" id="{437A6850-03EB-40B0-B85E-66C16937D1AB}"/>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9FE7B2F-5A49-44EA-9423-764FF9CFF3B7}"/>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her repeated request to the judge.</a:t>
            </a:r>
          </a:p>
        </p:txBody>
      </p:sp>
      <p:sp>
        <p:nvSpPr>
          <p:cNvPr id="22" name="pupil-text">
            <a:extLst xmlns:a="http://schemas.openxmlformats.org/drawingml/2006/main">
              <a:ext uri="{FF2B5EF4-FFF2-40B4-BE49-F238E27FC236}">
                <a16:creationId xmlns:a16="http://schemas.microsoft.com/office/drawing/2014/main" id="{61399109-61C4-4010-866B-34147005978A}"/>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3" name="shape">
            <a:extLst xmlns:a="http://schemas.openxmlformats.org/drawingml/2006/main">
              <a:ext uri="{FF2B5EF4-FFF2-40B4-BE49-F238E27FC236}">
                <a16:creationId xmlns:a16="http://schemas.microsoft.com/office/drawing/2014/main" id="{C6E33E59-E590-473D-A239-BE1AE751E29C}"/>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E183D6CD-2742-4C71-9D11-5D3E05817E6E}"/>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the limit we kept.</a:t>
            </a:r>
          </a:p>
        </p:txBody>
      </p:sp>
      <p:sp>
        <p:nvSpPr>
          <p:cNvPr id="25" name="pupil-text">
            <a:extLst xmlns:a="http://schemas.openxmlformats.org/drawingml/2006/main">
              <a:ext uri="{FF2B5EF4-FFF2-40B4-BE49-F238E27FC236}">
                <a16:creationId xmlns:a16="http://schemas.microsoft.com/office/drawing/2014/main" id="{669D03AF-2B81-492D-9FF4-B2751CE5A6B3}"/>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47C2EEB8-09C1-4A2E-A4D3-1574113071D9}"/>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CC7ED216-26E6-4C9C-8845-2347391BB12A}"/>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shared aim and different views.</a:t>
            </a:r>
          </a:p>
        </p:txBody>
      </p:sp>
    </p:spTree>
    <p:extLst>
      <p:ext uri="{BB962C8B-B14F-4D97-AF65-F5344CB8AC3E}">
        <p14:creationId xmlns:p14="http://schemas.microsoft.com/office/powerpoint/2010/main" val="12435203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639B43E9-B8B2-4CB1-A4A4-069F5190A6A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03D4E59C-7F5C-40B4-AF9B-E039BD1D242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E263567-76B8-4EE8-9050-9EEC5A878A6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8BCB87FC-8E38-4088-B173-A2714EAB7DC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C901A79-F962-4D48-B47D-4DC4E345358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7C78284-06BF-4F9E-ABAE-8534D7E7E02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FB7E38A-4EB0-4049-9E52-049AA982C2F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F5559D7-07DE-4767-A1DE-1C747A4FF54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8588CFC-FFB5-42EA-AEDA-47A98F4A061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9DC02B7-10CB-4777-B142-1FCA9C1A74A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EE716CE2-2841-44D8-882F-19794188F18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EAFF2F3-449E-4E7A-A38C-F8DFD55057E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034A8D47-80EE-440E-BBF4-94602A633F7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43</a:t>
            </a:r>
          </a:p>
        </p:txBody>
      </p:sp>
      <p:sp>
        <p:nvSpPr>
          <p:cNvPr id="14" name="licence-footer">
            <a:extLst xmlns:a="http://schemas.openxmlformats.org/drawingml/2006/main">
              <a:ext uri="{FF2B5EF4-FFF2-40B4-BE49-F238E27FC236}">
                <a16:creationId xmlns:a16="http://schemas.microsoft.com/office/drawing/2014/main" id="{C0941C7A-9504-404C-A6AD-6ED050442F2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2550666-97C1-41E5-B394-33CA1A748249}"/>
              </a:ext>
            </a:extLst>
          </p:cNvPr>
          <p:cNvPicPr>
            <a:picLocks xmlns:a="http://schemas.openxmlformats.org/drawingml/2006/main" noChangeAspect="1"/>
          </p:cNvPicPr>
          <p:nvPr/>
        </p:nvPicPr>
        <p:blipFill>
          <a:blip xmlns:r="http://schemas.openxmlformats.org/officeDocument/2006/relationships" xmlns:a="http://schemas.openxmlformats.org/drawingml/2006/main" r:embed="R8dcaa51d4fa34f3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4187318-A343-420E-8229-D763857DA61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300FB57F-7501-4146-BC13-935E58798CC9}"/>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story idea</a:t>
            </a:r>
          </a:p>
        </p:txBody>
      </p:sp>
      <p:sp>
        <p:nvSpPr>
          <p:cNvPr id="18" name="pupil-text">
            <a:extLst xmlns:a="http://schemas.openxmlformats.org/drawingml/2006/main">
              <a:ext uri="{FF2B5EF4-FFF2-40B4-BE49-F238E27FC236}">
                <a16:creationId xmlns:a16="http://schemas.microsoft.com/office/drawing/2014/main" id="{223377F2-B49C-44F4-AC16-CD36F8129D9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friends respond in the boat story?</a:t>
            </a:r>
          </a:p>
        </p:txBody>
      </p:sp>
      <p:sp>
        <p:nvSpPr>
          <p:cNvPr id="19" name="pupil-text">
            <a:extLst xmlns:a="http://schemas.openxmlformats.org/drawingml/2006/main">
              <a:ext uri="{FF2B5EF4-FFF2-40B4-BE49-F238E27FC236}">
                <a16:creationId xmlns:a16="http://schemas.microsoft.com/office/drawing/2014/main" id="{E015E416-1F6C-4818-9C89-1968B629543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story idea</a:t>
            </a:r>
          </a:p>
        </p:txBody>
      </p:sp>
      <p:sp>
        <p:nvSpPr>
          <p:cNvPr id="20" name="pupil-text">
            <a:extLst xmlns:a="http://schemas.openxmlformats.org/drawingml/2006/main">
              <a:ext uri="{FF2B5EF4-FFF2-40B4-BE49-F238E27FC236}">
                <a16:creationId xmlns:a16="http://schemas.microsoft.com/office/drawing/2014/main" id="{09A059CA-3598-4CF5-A3D3-830838D11E82}"/>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the woman repeatedly ask the judge for?</a:t>
            </a:r>
          </a:p>
        </p:txBody>
      </p:sp>
      <p:sp>
        <p:nvSpPr>
          <p:cNvPr id="21" name="pupil-text">
            <a:extLst xmlns:a="http://schemas.openxmlformats.org/drawingml/2006/main">
              <a:ext uri="{FF2B5EF4-FFF2-40B4-BE49-F238E27FC236}">
                <a16:creationId xmlns:a16="http://schemas.microsoft.com/office/drawing/2014/main" id="{CD3D3D95-9F3C-4AF1-9187-F918022FA07B}"/>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2" name="pupil-text">
            <a:extLst xmlns:a="http://schemas.openxmlformats.org/drawingml/2006/main">
              <a:ext uri="{FF2B5EF4-FFF2-40B4-BE49-F238E27FC236}">
                <a16:creationId xmlns:a16="http://schemas.microsoft.com/office/drawing/2014/main" id="{2C3EBA66-BC47-4EB6-9333-8959CE6AF604}"/>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was persistence not a guarantee of justice?</a:t>
            </a:r>
          </a:p>
        </p:txBody>
      </p:sp>
      <p:sp>
        <p:nvSpPr>
          <p:cNvPr id="23" name="pupil-text">
            <a:extLst xmlns:a="http://schemas.openxmlformats.org/drawingml/2006/main">
              <a:ext uri="{FF2B5EF4-FFF2-40B4-BE49-F238E27FC236}">
                <a16:creationId xmlns:a16="http://schemas.microsoft.com/office/drawing/2014/main" id="{150A8219-9C73-4816-83DD-3CD492346089}"/>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92E5E41F-4FBD-4335-9C57-406765C29B94}"/>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one helpful act have different reasons?</a:t>
            </a:r>
          </a:p>
        </p:txBody>
      </p:sp>
    </p:spTree>
    <p:extLst>
      <p:ext uri="{BB962C8B-B14F-4D97-AF65-F5344CB8AC3E}">
        <p14:creationId xmlns:p14="http://schemas.microsoft.com/office/powerpoint/2010/main" val="2276786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24E9985D-F87D-425E-9EFA-8D80B09D81A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A5AC1D3B-728C-4FBE-8037-550F84153D4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F8978FA-30A6-40C6-85AB-463FA6E6ECB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FBFBBF7A-4418-41DF-826C-DA0978D0ADD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0AEF844-2689-437E-9CBA-26202CF0FC0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B297ACA-CBB2-4919-AA8C-DA9251FA855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B67EAC2-A808-4617-BFCB-68A0FD5EAA2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3E918F7-9C99-432D-AAAD-86D2FF49218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921E870-7F75-46C0-A683-BAA2BFCAD1B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77B2B13-A633-43DF-942C-D6ADD581DE6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B2BAE891-3D4B-41A8-B75C-9CC7ED443C2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C5D058F-1FC6-4B57-BA84-ADC76DA7B7C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953E3FE-A949-407D-A3B3-AD802E1C17E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43</a:t>
            </a:r>
          </a:p>
        </p:txBody>
      </p:sp>
      <p:sp>
        <p:nvSpPr>
          <p:cNvPr id="14" name="licence-footer">
            <a:extLst xmlns:a="http://schemas.openxmlformats.org/drawingml/2006/main">
              <a:ext uri="{FF2B5EF4-FFF2-40B4-BE49-F238E27FC236}">
                <a16:creationId xmlns:a16="http://schemas.microsoft.com/office/drawing/2014/main" id="{659F36EE-6F0C-40D7-9A7F-90AEF2600A0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9AD86EA-C85F-4D1B-BB04-30DA6BF62E39}"/>
              </a:ext>
            </a:extLst>
          </p:cNvPr>
          <p:cNvPicPr>
            <a:picLocks xmlns:a="http://schemas.openxmlformats.org/drawingml/2006/main" noChangeAspect="1"/>
          </p:cNvPicPr>
          <p:nvPr/>
        </p:nvPicPr>
        <p:blipFill>
          <a:blip xmlns:r="http://schemas.openxmlformats.org/officeDocument/2006/relationships" xmlns:a="http://schemas.openxmlformats.org/drawingml/2006/main" r:embed="Rb9093a4d5c54474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64B0DD5-E601-413B-8474-9EB784EC9DA2}"/>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story idea</a:t>
            </a:r>
          </a:p>
        </p:txBody>
      </p:sp>
      <p:sp>
        <p:nvSpPr>
          <p:cNvPr id="17" name="shape">
            <a:extLst xmlns:a="http://schemas.openxmlformats.org/drawingml/2006/main">
              <a:ext uri="{FF2B5EF4-FFF2-40B4-BE49-F238E27FC236}">
                <a16:creationId xmlns:a16="http://schemas.microsoft.com/office/drawing/2014/main" id="{37791BB1-D3D0-45B2-9A35-EA1F5A5CB56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ED1380FB-162A-42E4-8562-DCF9F4B73D6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19" name="pupil-text">
            <a:extLst xmlns:a="http://schemas.openxmlformats.org/drawingml/2006/main">
              <a:ext uri="{FF2B5EF4-FFF2-40B4-BE49-F238E27FC236}">
                <a16:creationId xmlns:a16="http://schemas.microsoft.com/office/drawing/2014/main" id="{6AF5C326-3CCE-421B-89EE-E467EFF120FF}"/>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story idea</a:t>
            </a:r>
          </a:p>
        </p:txBody>
      </p:sp>
      <p:sp>
        <p:nvSpPr>
          <p:cNvPr id="20" name="shape">
            <a:extLst xmlns:a="http://schemas.openxmlformats.org/drawingml/2006/main">
              <a:ext uri="{FF2B5EF4-FFF2-40B4-BE49-F238E27FC236}">
                <a16:creationId xmlns:a16="http://schemas.microsoft.com/office/drawing/2014/main" id="{1B655B38-5A95-4349-A0AF-29C000AD58F7}"/>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94C77EC-322B-4A42-8CF2-9FB6023F0023}"/>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2" name="pupil-text">
            <a:extLst xmlns:a="http://schemas.openxmlformats.org/drawingml/2006/main">
              <a:ext uri="{FF2B5EF4-FFF2-40B4-BE49-F238E27FC236}">
                <a16:creationId xmlns:a16="http://schemas.microsoft.com/office/drawing/2014/main" id="{88EC72DE-1052-4A06-9737-918F32952DA1}"/>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3" name="shape">
            <a:extLst xmlns:a="http://schemas.openxmlformats.org/drawingml/2006/main">
              <a:ext uri="{FF2B5EF4-FFF2-40B4-BE49-F238E27FC236}">
                <a16:creationId xmlns:a16="http://schemas.microsoft.com/office/drawing/2014/main" id="{597F294B-41B5-4428-BEE7-FB3727FC3950}"/>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2036B5E1-6046-46BE-98BF-C8A3F6F2B949}"/>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5" name="pupil-text">
            <a:extLst xmlns:a="http://schemas.openxmlformats.org/drawingml/2006/main">
              <a:ext uri="{FF2B5EF4-FFF2-40B4-BE49-F238E27FC236}">
                <a16:creationId xmlns:a16="http://schemas.microsoft.com/office/drawing/2014/main" id="{D6731685-0FDB-4835-BEBF-DC73FB23FF76}"/>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5CA232AF-2E8C-46ED-9C14-F17EDEB85724}"/>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8D74868C-9268-4258-B57D-604067EB6999}"/>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task, not an unknown fact.</a:t>
            </a:r>
          </a:p>
        </p:txBody>
      </p:sp>
    </p:spTree>
    <p:extLst>
      <p:ext uri="{BB962C8B-B14F-4D97-AF65-F5344CB8AC3E}">
        <p14:creationId xmlns:p14="http://schemas.microsoft.com/office/powerpoint/2010/main" val="4206291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89BC9F67-A533-457B-854A-D7F6F2071C2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49BD2717-03D0-48B4-8064-4DF88FCAFAC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50DB5CC-CB9C-4002-9522-88304F067E0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E759F4B6-3D12-498C-8D00-7BA0B51F3C7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36D3AE8-584D-40AC-8F53-3C4A311FE8B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DD10B8D-A997-4CAB-9A5F-A50B93E005A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716D63F-9903-4DE4-AFE8-0B5D9371A19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B9CB785-207D-4445-BF2E-CC75CC1215E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B37F274-5C62-44BF-8B97-5432C6289D2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78765BF-AC7C-40B9-A5EF-8A18FF4B1CC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6B08AC59-D2ED-4C52-A43B-01BD6A9DA03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F84B48B-8137-48D4-9061-40F09BFFD9B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8F37951A-D132-4AD0-9A38-510FA2319A6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43</a:t>
            </a:r>
          </a:p>
        </p:txBody>
      </p:sp>
      <p:sp>
        <p:nvSpPr>
          <p:cNvPr id="14" name="licence-footer">
            <a:extLst xmlns:a="http://schemas.openxmlformats.org/drawingml/2006/main">
              <a:ext uri="{FF2B5EF4-FFF2-40B4-BE49-F238E27FC236}">
                <a16:creationId xmlns:a16="http://schemas.microsoft.com/office/drawing/2014/main" id="{F682EB0E-B03F-42B3-A399-83CE804E4D6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AF4E9C8-50D1-4E84-AFC6-EFAB190EE865}"/>
              </a:ext>
            </a:extLst>
          </p:cNvPr>
          <p:cNvPicPr>
            <a:picLocks xmlns:a="http://schemas.openxmlformats.org/drawingml/2006/main" noChangeAspect="1"/>
          </p:cNvPicPr>
          <p:nvPr/>
        </p:nvPicPr>
        <p:blipFill>
          <a:blip xmlns:r="http://schemas.openxmlformats.org/officeDocument/2006/relationships" xmlns:a="http://schemas.openxmlformats.org/drawingml/2006/main" r:embed="R85c49f055b4d457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9602339-BF03-47E4-AF49-FDBB5B31A27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06CADD79-02D4-4791-B7E5-2681AD4A2B7B}"/>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story idea</a:t>
            </a:r>
          </a:p>
        </p:txBody>
      </p:sp>
      <p:sp>
        <p:nvSpPr>
          <p:cNvPr id="18" name="pupil-text">
            <a:extLst xmlns:a="http://schemas.openxmlformats.org/drawingml/2006/main">
              <a:ext uri="{FF2B5EF4-FFF2-40B4-BE49-F238E27FC236}">
                <a16:creationId xmlns:a16="http://schemas.microsoft.com/office/drawing/2014/main" id="{9CBDF7E4-ED75-4C46-A07A-77A819A17E3D}"/>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boat-story detail to explain an idea of trust.</a:t>
            </a:r>
          </a:p>
        </p:txBody>
      </p:sp>
      <p:sp>
        <p:nvSpPr>
          <p:cNvPr id="19" name="pupil-text">
            <a:extLst xmlns:a="http://schemas.openxmlformats.org/drawingml/2006/main">
              <a:ext uri="{FF2B5EF4-FFF2-40B4-BE49-F238E27FC236}">
                <a16:creationId xmlns:a16="http://schemas.microsoft.com/office/drawing/2014/main" id="{DF63D677-818D-4A45-86AF-336F86369253}"/>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story idea</a:t>
            </a:r>
          </a:p>
        </p:txBody>
      </p:sp>
      <p:sp>
        <p:nvSpPr>
          <p:cNvPr id="20" name="pupil-text">
            <a:extLst xmlns:a="http://schemas.openxmlformats.org/drawingml/2006/main">
              <a:ext uri="{FF2B5EF4-FFF2-40B4-BE49-F238E27FC236}">
                <a16:creationId xmlns:a16="http://schemas.microsoft.com/office/drawing/2014/main" id="{0449725F-070D-43DB-8DEA-4DA5CBD9541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persistence using a detail from the judge story.</a:t>
            </a:r>
          </a:p>
        </p:txBody>
      </p:sp>
      <p:sp>
        <p:nvSpPr>
          <p:cNvPr id="21" name="pupil-text">
            <a:extLst xmlns:a="http://schemas.openxmlformats.org/drawingml/2006/main">
              <a:ext uri="{FF2B5EF4-FFF2-40B4-BE49-F238E27FC236}">
                <a16:creationId xmlns:a16="http://schemas.microsoft.com/office/drawing/2014/main" id="{C5D65347-D156-43BF-9E03-8D4DBF9C497A}"/>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2" name="pupil-text">
            <a:extLst xmlns:a="http://schemas.openxmlformats.org/drawingml/2006/main">
              <a:ext uri="{FF2B5EF4-FFF2-40B4-BE49-F238E27FC236}">
                <a16:creationId xmlns:a16="http://schemas.microsoft.com/office/drawing/2014/main" id="{316E6BAB-0A3C-4C9C-9B5B-D7729840D292}"/>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continued hardship not be blamed on lack of faith?</a:t>
            </a:r>
          </a:p>
        </p:txBody>
      </p:sp>
      <p:sp>
        <p:nvSpPr>
          <p:cNvPr id="23" name="pupil-text">
            <a:extLst xmlns:a="http://schemas.openxmlformats.org/drawingml/2006/main">
              <a:ext uri="{FF2B5EF4-FFF2-40B4-BE49-F238E27FC236}">
                <a16:creationId xmlns:a16="http://schemas.microsoft.com/office/drawing/2014/main" id="{3A0D5586-33DB-4D30-A4AE-040E82A8A626}"/>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C20A39FE-200F-44AA-B40D-8EFC5C3393CA}"/>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would a shared action not prove identical beliefs?</a:t>
            </a:r>
          </a:p>
        </p:txBody>
      </p:sp>
    </p:spTree>
    <p:extLst>
      <p:ext uri="{BB962C8B-B14F-4D97-AF65-F5344CB8AC3E}">
        <p14:creationId xmlns:p14="http://schemas.microsoft.com/office/powerpoint/2010/main" val="1692275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70A23C6D-9991-4161-B834-FE781473328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A48E1535-C7AE-4645-8740-57E3E14AF38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D86D6FA-8435-46E6-B7F7-BA4C30334DE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FEF9F9AF-6948-4624-83F1-6DB9D87E6AD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D7F5A48-6EB8-4251-967E-7753892118B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A4CDE83-ADB8-4E59-91C3-65125ECC05C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B205864-5BAA-48C1-ACA0-27B552ABB40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46EBC7F-E180-4AB3-BBF0-8180CF4ECA6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9F13A22-2AFD-4FAE-802A-23DFD682ABC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27309E4-72B5-41F7-9F05-25E83EA10CC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B52CBFFD-464E-4477-A3CD-FF7B454CC0D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33600AA-0A40-446D-AC4C-5E9804BEDBD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0F9ACE5-9BF0-4F9A-A6B2-6A5D0CB9DE6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43</a:t>
            </a:r>
          </a:p>
        </p:txBody>
      </p:sp>
      <p:sp>
        <p:nvSpPr>
          <p:cNvPr id="14" name="licence-footer">
            <a:extLst xmlns:a="http://schemas.openxmlformats.org/drawingml/2006/main">
              <a:ext uri="{FF2B5EF4-FFF2-40B4-BE49-F238E27FC236}">
                <a16:creationId xmlns:a16="http://schemas.microsoft.com/office/drawing/2014/main" id="{2588A98A-5F2E-4B33-A8BC-242A5D0904E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A183F1F-3FEB-48C7-872E-8C43B7C1534E}"/>
              </a:ext>
            </a:extLst>
          </p:cNvPr>
          <p:cNvPicPr>
            <a:picLocks xmlns:a="http://schemas.openxmlformats.org/drawingml/2006/main" noChangeAspect="1"/>
          </p:cNvPicPr>
          <p:nvPr/>
        </p:nvPicPr>
        <p:blipFill>
          <a:blip xmlns:r="http://schemas.openxmlformats.org/officeDocument/2006/relationships" xmlns:a="http://schemas.openxmlformats.org/drawingml/2006/main" r:embed="R7fa8b36c8bcc411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4C71081-E280-4936-8E55-159612E95F1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One story idea</a:t>
            </a:r>
          </a:p>
        </p:txBody>
      </p:sp>
      <p:sp>
        <p:nvSpPr>
          <p:cNvPr id="17" name="shape">
            <a:extLst xmlns:a="http://schemas.openxmlformats.org/drawingml/2006/main">
              <a:ext uri="{FF2B5EF4-FFF2-40B4-BE49-F238E27FC236}">
                <a16:creationId xmlns:a16="http://schemas.microsoft.com/office/drawing/2014/main" id="{4313697B-7314-470F-A8D9-84836B986CA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B0E48BE4-1CD7-4D06-A4C0-B1AFC82564E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19" name="pupil-text">
            <a:extLst xmlns:a="http://schemas.openxmlformats.org/drawingml/2006/main">
              <a:ext uri="{FF2B5EF4-FFF2-40B4-BE49-F238E27FC236}">
                <a16:creationId xmlns:a16="http://schemas.microsoft.com/office/drawing/2014/main" id="{635BD872-B893-4BA1-93F2-F7518F4F47BB}"/>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Another story idea</a:t>
            </a:r>
          </a:p>
        </p:txBody>
      </p:sp>
      <p:sp>
        <p:nvSpPr>
          <p:cNvPr id="20" name="shape">
            <a:extLst xmlns:a="http://schemas.openxmlformats.org/drawingml/2006/main">
              <a:ext uri="{FF2B5EF4-FFF2-40B4-BE49-F238E27FC236}">
                <a16:creationId xmlns:a16="http://schemas.microsoft.com/office/drawing/2014/main" id="{53A38ED2-4BD8-4878-B308-A311DC229780}"/>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2542039-34CD-4D60-840F-F9B90946ACDF}"/>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2" name="pupil-text">
            <a:extLst xmlns:a="http://schemas.openxmlformats.org/drawingml/2006/main">
              <a:ext uri="{FF2B5EF4-FFF2-40B4-BE49-F238E27FC236}">
                <a16:creationId xmlns:a16="http://schemas.microsoft.com/office/drawing/2014/main" id="{B2CF6CD9-3CF7-4AF5-9A0C-DBE4D314CB78}"/>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3" name="shape">
            <a:extLst xmlns:a="http://schemas.openxmlformats.org/drawingml/2006/main">
              <a:ext uri="{FF2B5EF4-FFF2-40B4-BE49-F238E27FC236}">
                <a16:creationId xmlns:a16="http://schemas.microsoft.com/office/drawing/2014/main" id="{0E45A9AF-6EA5-444D-A450-A4C4BE28E4F1}"/>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A4435269-4D0E-4BD1-B600-0CEC2C560C12}"/>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5" name="pupil-text">
            <a:extLst xmlns:a="http://schemas.openxmlformats.org/drawingml/2006/main">
              <a:ext uri="{FF2B5EF4-FFF2-40B4-BE49-F238E27FC236}">
                <a16:creationId xmlns:a16="http://schemas.microsoft.com/office/drawing/2014/main" id="{4D220EDE-8323-4903-9637-05B11B99160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F31AF8EB-5D38-4ACE-9538-828DE826F1DF}"/>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9E487B1-C372-421C-858B-2E261C536C35}"/>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Tree>
    <p:extLst>
      <p:ext uri="{BB962C8B-B14F-4D97-AF65-F5344CB8AC3E}">
        <p14:creationId xmlns:p14="http://schemas.microsoft.com/office/powerpoint/2010/main" val="7412739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1E6CC7F5-84A5-4691-8144-E14DA05E921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33C5C465-4B7F-4880-89D2-93086927408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C5DA04D-D0C0-4C7B-AA8F-F5415BD04B2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679F7601-6E38-465C-8556-C4B2900E051A}"/>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09C7BBB-9E84-4B37-B2F4-071165B085B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5D26390-AA37-4FE5-86EB-825CE78CA12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3B80B3C-6071-4FD1-AB72-F2E20E54282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121070F-206D-45A4-85E5-11DF529C570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C47617A-3B29-4509-B954-C3A03EB9564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133334C-91EE-407E-BA34-5807DBC8EBB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EEE8A881-E484-4673-B106-1E5E679A6F4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310EE8E-55D6-4874-8DEE-620305F61FB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56ABAABB-0377-4C66-9DFB-76AFD79FDA8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43</a:t>
            </a:r>
          </a:p>
        </p:txBody>
      </p:sp>
      <p:sp>
        <p:nvSpPr>
          <p:cNvPr id="14" name="licence-footer">
            <a:extLst xmlns:a="http://schemas.openxmlformats.org/drawingml/2006/main">
              <a:ext uri="{FF2B5EF4-FFF2-40B4-BE49-F238E27FC236}">
                <a16:creationId xmlns:a16="http://schemas.microsoft.com/office/drawing/2014/main" id="{3F310356-9DA8-4679-91D9-93B50FFD764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0512AAB-8249-4ACA-9CC6-2BA3266C9E40}"/>
              </a:ext>
            </a:extLst>
          </p:cNvPr>
          <p:cNvPicPr>
            <a:picLocks xmlns:a="http://schemas.openxmlformats.org/drawingml/2006/main" noChangeAspect="1"/>
          </p:cNvPicPr>
          <p:nvPr/>
        </p:nvPicPr>
        <p:blipFill>
          <a:blip xmlns:r="http://schemas.openxmlformats.org/officeDocument/2006/relationships" xmlns:a="http://schemas.openxmlformats.org/drawingml/2006/main" r:embed="Re9b047792d12415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584FBBC-3952-4A0D-A1E4-4BFADEB3B8A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R1: In the boat story, frightened friends seek the teacher’s help. Some Christians read it through</a:t>
            </a:r>
          </a:p>
        </p:txBody>
      </p:sp>
      <p:sp>
        <p:nvSpPr>
          <p:cNvPr id="17" name="pupil-text">
            <a:extLst xmlns:a="http://schemas.openxmlformats.org/drawingml/2006/main">
              <a:ext uri="{FF2B5EF4-FFF2-40B4-BE49-F238E27FC236}">
                <a16:creationId xmlns:a16="http://schemas.microsoft.com/office/drawing/2014/main" id="{82FBD84B-E3BC-46BA-852A-8347691BD1F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trust. The calm is a claim within the text.</a:t>
            </a:r>
          </a:p>
        </p:txBody>
      </p:sp>
      <p:sp>
        <p:nvSpPr>
          <p:cNvPr id="18" name="pupil-text">
            <a:extLst xmlns:a="http://schemas.openxmlformats.org/drawingml/2006/main">
              <a:ext uri="{FF2B5EF4-FFF2-40B4-BE49-F238E27FC236}">
                <a16:creationId xmlns:a16="http://schemas.microsoft.com/office/drawing/2014/main" id="{2C10FB45-3F91-481C-9235-BA315DE99DB5}"/>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R2: In the judge story, a woman keeps seeking justice. The unjust judge acts to end the requests.</a:t>
            </a:r>
          </a:p>
        </p:txBody>
      </p:sp>
      <p:sp>
        <p:nvSpPr>
          <p:cNvPr id="19" name="pupil-text">
            <a:extLst xmlns:a="http://schemas.openxmlformats.org/drawingml/2006/main">
              <a:ext uri="{FF2B5EF4-FFF2-40B4-BE49-F238E27FC236}">
                <a16:creationId xmlns:a16="http://schemas.microsoft.com/office/drawing/2014/main" id="{0492EFD6-F9AC-4A8D-B593-12CB0949CA0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text frames persistence in prayer.</a:t>
            </a:r>
          </a:p>
        </p:txBody>
      </p:sp>
      <p:sp>
        <p:nvSpPr>
          <p:cNvPr id="20" name="pupil-text">
            <a:extLst xmlns:a="http://schemas.openxmlformats.org/drawingml/2006/main">
              <a:ext uri="{FF2B5EF4-FFF2-40B4-BE49-F238E27FC236}">
                <a16:creationId xmlns:a16="http://schemas.microsoft.com/office/drawing/2014/main" id="{429DFB9E-EB8E-4DF1-B960-B8F9607A9569}"/>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R3: We described those ideas without praying. Neither story proves that faith prevents harm or</a:t>
            </a:r>
          </a:p>
        </p:txBody>
      </p:sp>
      <p:sp>
        <p:nvSpPr>
          <p:cNvPr id="21" name="pupil-text">
            <a:extLst xmlns:a="http://schemas.openxmlformats.org/drawingml/2006/main">
              <a:ext uri="{FF2B5EF4-FFF2-40B4-BE49-F238E27FC236}">
                <a16:creationId xmlns:a16="http://schemas.microsoft.com/office/drawing/2014/main" id="{961E98B8-DDEA-4CBB-A6D4-171C02D61F64}"/>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that persistence always secures justice.</a:t>
            </a:r>
          </a:p>
        </p:txBody>
      </p:sp>
      <p:sp>
        <p:nvSpPr>
          <p:cNvPr id="22" name="pupil-text">
            <a:extLst xmlns:a="http://schemas.openxmlformats.org/drawingml/2006/main">
              <a:ext uri="{FF2B5EF4-FFF2-40B4-BE49-F238E27FC236}">
                <a16:creationId xmlns:a16="http://schemas.microsoft.com/office/drawing/2014/main" id="{196B360A-7B6E-4839-B2C9-7C4BC3028F5B}"/>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60-second recap: We studied a story about trust and one about persistence in prayer. We</a:t>
            </a:r>
          </a:p>
        </p:txBody>
      </p:sp>
      <p:sp>
        <p:nvSpPr>
          <p:cNvPr id="23" name="pupil-text">
            <a:extLst xmlns:a="http://schemas.openxmlformats.org/drawingml/2006/main">
              <a:ext uri="{FF2B5EF4-FFF2-40B4-BE49-F238E27FC236}">
                <a16:creationId xmlns:a16="http://schemas.microsoft.com/office/drawing/2014/main" id="{425B346C-2618-4032-BCA9-642D2F62D6B1}"/>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described their meanings without praying or promising that belief removes danger or injustice.</a:t>
            </a:r>
          </a:p>
        </p:txBody>
      </p:sp>
      <p:sp>
        <p:nvSpPr>
          <p:cNvPr id="24" name="shape">
            <a:extLst xmlns:a="http://schemas.openxmlformats.org/drawingml/2006/main">
              <a:ext uri="{FF2B5EF4-FFF2-40B4-BE49-F238E27FC236}">
                <a16:creationId xmlns:a16="http://schemas.microsoft.com/office/drawing/2014/main" id="{6E866B17-F92A-46CC-AEB4-84D0E5F4DCF5}"/>
              </a:ext>
            </a:extLst>
          </p:cNvPr>
          <p:cNvSpPr>
            <a:spLocks xmlns:a="http://schemas.openxmlformats.org/drawingml/2006/main" noGrp="1"/>
          </p:cNvSpPr>
          <p:nvPr/>
        </p:nvSpPr>
        <p:spPr>
          <a:xfrm xmlns:a="http://schemas.openxmlformats.org/drawingml/2006/main">
            <a:off x="409575" y="44862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8087B03-D528-4B08-96F7-A70C089DCD7B}"/>
              </a:ext>
            </a:extLst>
          </p:cNvPr>
          <p:cNvSpPr>
            <a:spLocks xmlns:a="http://schemas.openxmlformats.org/drawingml/2006/main" noGrp="1"/>
          </p:cNvSpPr>
          <p:nvPr/>
        </p:nvSpPr>
        <p:spPr>
          <a:xfrm xmlns:a="http://schemas.openxmlformats.org/drawingml/2006/main">
            <a:off x="457200" y="4495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Tree>
    <p:extLst>
      <p:ext uri="{BB962C8B-B14F-4D97-AF65-F5344CB8AC3E}">
        <p14:creationId xmlns:p14="http://schemas.microsoft.com/office/powerpoint/2010/main" val="1725294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5D16AFA8-3AF2-44F7-ABD9-4685F4E8226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6AADA32D-FBCB-4891-921E-D405170BDC3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996498E0-ED56-483B-9C14-6A4DDEA25E3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E7460738-1FCC-4B1A-A74C-54271E62349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EB28B6B-69BB-4DCB-A172-BCFB72289135}"/>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2EEA926-84BC-42C5-8A45-FE706A91848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93D2C1E-59F2-485A-AEBA-6C59F82EB81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01906C6-5269-4545-9DA0-E31E5EAC079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86FA077-57C6-4E0A-A21F-F8503C60CB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F03586A-33AA-4EB9-9D0E-A35202B5C26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E9C82CE1-EADB-4A2A-AB8F-0B79FB877DF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5403500-058C-45A8-A66F-A6F84099577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DE60357D-A83E-4709-8D18-C194171583B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43</a:t>
            </a:r>
          </a:p>
        </p:txBody>
      </p:sp>
      <p:sp>
        <p:nvSpPr>
          <p:cNvPr id="14" name="licence-footer">
            <a:extLst xmlns:a="http://schemas.openxmlformats.org/drawingml/2006/main">
              <a:ext uri="{FF2B5EF4-FFF2-40B4-BE49-F238E27FC236}">
                <a16:creationId xmlns:a16="http://schemas.microsoft.com/office/drawing/2014/main" id="{7E5D14D7-B0D6-4224-933A-1AF3ACEACF9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500C2E7-CC8F-48D9-9EC8-A8179FED6C96}"/>
              </a:ext>
            </a:extLst>
          </p:cNvPr>
          <p:cNvPicPr>
            <a:picLocks xmlns:a="http://schemas.openxmlformats.org/drawingml/2006/main" noChangeAspect="1"/>
          </p:cNvPicPr>
          <p:nvPr/>
        </p:nvPicPr>
        <p:blipFill>
          <a:blip xmlns:r="http://schemas.openxmlformats.org/officeDocument/2006/relationships" xmlns:a="http://schemas.openxmlformats.org/drawingml/2006/main" r:embed="R3f098fe28e3b46b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61D4DB7-5DD0-430F-9ABB-2B84666B1DE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brief choice or response.</a:t>
            </a:r>
          </a:p>
        </p:txBody>
      </p:sp>
      <p:sp>
        <p:nvSpPr>
          <p:cNvPr id="17" name="pupil-text">
            <a:extLst xmlns:a="http://schemas.openxmlformats.org/drawingml/2006/main">
              <a:ext uri="{FF2B5EF4-FFF2-40B4-BE49-F238E27FC236}">
                <a16:creationId xmlns:a16="http://schemas.microsoft.com/office/drawing/2014/main" id="{AE48765F-BEEB-4AC1-A41E-4D46500F656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If two people both help, must they hold the same beliefs?</a:t>
            </a:r>
          </a:p>
        </p:txBody>
      </p:sp>
    </p:spTree>
    <p:extLst>
      <p:ext uri="{BB962C8B-B14F-4D97-AF65-F5344CB8AC3E}">
        <p14:creationId xmlns:p14="http://schemas.microsoft.com/office/powerpoint/2010/main" val="463353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19C03F01-25F3-487C-B9CF-D0DAA55A970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9F3EC4E5-243C-4C6A-A36E-B96AC19EF04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A396EBF7-2C14-4DA7-B44E-B25943EC5C2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269F1D26-DC30-4972-B4BD-C5A9597A352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9DE41EB-BE76-4216-8552-B4EDF6FB592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37B0F51-D4E7-40B2-9E9B-E80DDCCA0C8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C532485-509A-4475-8B21-E26742A8E9F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304AD4D-DE64-47B7-A18F-0993590FB73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DC24E1C-AA0B-44B6-AEF9-231E7E95027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93DDF98-175D-41D7-9CE5-5E167DF1657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3BB092C9-3C55-44D9-8BA2-FD9880B0A04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A34DB6E-9AAA-4B67-B87B-3BF59A613D0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8BB60644-895F-4FC2-8400-52555F60C1B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43</a:t>
            </a:r>
          </a:p>
        </p:txBody>
      </p:sp>
      <p:sp>
        <p:nvSpPr>
          <p:cNvPr id="14" name="licence-footer">
            <a:extLst xmlns:a="http://schemas.openxmlformats.org/drawingml/2006/main">
              <a:ext uri="{FF2B5EF4-FFF2-40B4-BE49-F238E27FC236}">
                <a16:creationId xmlns:a16="http://schemas.microsoft.com/office/drawing/2014/main" id="{C687C188-68AD-4A91-AB95-43D2BFBFF31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B0AC651-566A-45AE-B494-66451E0141CC}"/>
              </a:ext>
            </a:extLst>
          </p:cNvPr>
          <p:cNvPicPr>
            <a:picLocks xmlns:a="http://schemas.openxmlformats.org/drawingml/2006/main" noChangeAspect="1"/>
          </p:cNvPicPr>
          <p:nvPr/>
        </p:nvPicPr>
        <p:blipFill>
          <a:blip xmlns:r="http://schemas.openxmlformats.org/officeDocument/2006/relationships" xmlns:a="http://schemas.openxmlformats.org/drawingml/2006/main" r:embed="Rddde04fd480c4a6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DF2D8AD-C29B-40E3-8893-1964904A544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673B2645-09BE-4594-B12C-CA951710A377}"/>
              </a:ext>
            </a:extLst>
          </p:cNvPr>
          <p:cNvSpPr>
            <a:spLocks xmlns:a="http://schemas.openxmlformats.org/drawingml/2006/main" noGrp="1"/>
          </p:cNvSpPr>
          <p:nvPr/>
        </p:nvSpPr>
        <p:spPr>
          <a:xfrm xmlns:a="http://schemas.openxmlformats.org/drawingml/2006/main">
            <a:off x="745331" y="2799556"/>
            <a:ext cx="547688" cy="30162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4F3B7A6D-FE75-4165-8143-51DD40794F0E}"/>
              </a:ext>
            </a:extLst>
          </p:cNvPr>
          <p:cNvSpPr>
            <a:spLocks xmlns:a="http://schemas.openxmlformats.org/drawingml/2006/main" noGrp="1"/>
          </p:cNvSpPr>
          <p:nvPr/>
        </p:nvSpPr>
        <p:spPr>
          <a:xfrm xmlns:a="http://schemas.openxmlformats.org/drawingml/2006/main">
            <a:off x="943769" y="2851150"/>
            <a:ext cx="150813" cy="198438"/>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9" name="native-vector-3-rect">
            <a:extLst xmlns:a="http://schemas.openxmlformats.org/drawingml/2006/main">
              <a:ext uri="{FF2B5EF4-FFF2-40B4-BE49-F238E27FC236}">
                <a16:creationId xmlns:a16="http://schemas.microsoft.com/office/drawing/2014/main" id="{3AEB5815-A285-4B14-9D57-D799D3966C72}"/>
              </a:ext>
            </a:extLst>
          </p:cNvPr>
          <p:cNvSpPr>
            <a:spLocks xmlns:a="http://schemas.openxmlformats.org/drawingml/2006/main" noGrp="1"/>
          </p:cNvSpPr>
          <p:nvPr/>
        </p:nvSpPr>
        <p:spPr>
          <a:xfrm xmlns:a="http://schemas.openxmlformats.org/drawingml/2006/main">
            <a:off x="1662113" y="2684463"/>
            <a:ext cx="297656" cy="575469"/>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0" name="native-vector-4-ellipse">
            <a:extLst xmlns:a="http://schemas.openxmlformats.org/drawingml/2006/main">
              <a:ext uri="{FF2B5EF4-FFF2-40B4-BE49-F238E27FC236}">
                <a16:creationId xmlns:a16="http://schemas.microsoft.com/office/drawing/2014/main" id="{F607C0BC-85D2-491F-BD32-0D62E82FDD57}"/>
              </a:ext>
            </a:extLst>
          </p:cNvPr>
          <p:cNvSpPr>
            <a:spLocks xmlns:a="http://schemas.openxmlformats.org/drawingml/2006/main" noGrp="1"/>
          </p:cNvSpPr>
          <p:nvPr/>
        </p:nvSpPr>
        <p:spPr>
          <a:xfrm xmlns:a="http://schemas.openxmlformats.org/drawingml/2006/main">
            <a:off x="2265363" y="2700338"/>
            <a:ext cx="515938" cy="515938"/>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DFE83656-441E-4AA0-B802-04EDB07B605D}"/>
              </a:ext>
            </a:extLst>
          </p:cNvPr>
          <p:cNvSpPr>
            <a:spLocks xmlns:a="http://schemas.openxmlformats.org/drawingml/2006/main" noGrp="1"/>
          </p:cNvSpPr>
          <p:nvPr/>
        </p:nvSpPr>
        <p:spPr>
          <a:xfrm xmlns:a="http://schemas.openxmlformats.org/drawingml/2006/main">
            <a:off x="1320800" y="2954338"/>
            <a:ext cx="321469" cy="4"/>
          </a:xfrm>
          <a:custGeom xmlns:a="http://schemas.openxmlformats.org/drawingml/2006/main">
            <a:pathLst>
              <a:path w="321469" h="4">
                <a:moveTo>
                  <a:pt x="0" y="0"/>
                </a:moveTo>
                <a:lnTo>
                  <a:pt x="321469" y="0"/>
                </a:lnTo>
              </a:path>
            </a:pathLst>
          </a:custGeom>
          <a:noFill xmlns:a="http://schemas.openxmlformats.org/drawingml/2006/main"/>
          <a:ln xmlns:a="http://schemas.openxmlformats.org/drawingml/2006/main" w="15875">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3075B6E1-99F9-4F2E-981F-B77DB3389404}"/>
              </a:ext>
            </a:extLst>
          </p:cNvPr>
          <p:cNvSpPr>
            <a:spLocks xmlns:a="http://schemas.openxmlformats.org/drawingml/2006/main" noGrp="1"/>
          </p:cNvSpPr>
          <p:nvPr/>
        </p:nvSpPr>
        <p:spPr>
          <a:xfrm xmlns:a="http://schemas.openxmlformats.org/drawingml/2006/main">
            <a:off x="1979613" y="2954338"/>
            <a:ext cx="257969" cy="4"/>
          </a:xfrm>
          <a:custGeom xmlns:a="http://schemas.openxmlformats.org/drawingml/2006/main">
            <a:pathLst>
              <a:path w="257969" h="4">
                <a:moveTo>
                  <a:pt x="0" y="0"/>
                </a:moveTo>
                <a:lnTo>
                  <a:pt x="257969" y="0"/>
                </a:lnTo>
              </a:path>
            </a:pathLst>
          </a:custGeom>
          <a:noFill xmlns:a="http://schemas.openxmlformats.org/drawingml/2006/main"/>
          <a:ln xmlns:a="http://schemas.openxmlformats.org/drawingml/2006/main" w="15875">
            <a:solidFill>
              <a:srgbClr val="17324D"/>
            </a:solidFill>
            <a:prstDash val="solid"/>
          </a:ln>
        </p:spPr>
      </p:sp>
      <p:sp>
        <p:nvSpPr>
          <p:cNvPr id="23" name="pupil-text">
            <a:extLst xmlns:a="http://schemas.openxmlformats.org/drawingml/2006/main">
              <a:ext uri="{FF2B5EF4-FFF2-40B4-BE49-F238E27FC236}">
                <a16:creationId xmlns:a16="http://schemas.microsoft.com/office/drawing/2014/main" id="{51B19CAE-7EA8-4EED-9A09-42B6FBC73188}"/>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worldview</a:t>
            </a:r>
          </a:p>
        </p:txBody>
      </p:sp>
      <p:sp>
        <p:nvSpPr>
          <p:cNvPr id="24" name="pupil-text">
            <a:extLst xmlns:a="http://schemas.openxmlformats.org/drawingml/2006/main">
              <a:ext uri="{FF2B5EF4-FFF2-40B4-BE49-F238E27FC236}">
                <a16:creationId xmlns:a16="http://schemas.microsoft.com/office/drawing/2014/main" id="{DC8D0742-7824-4463-A959-C357F6FA1CD4}"/>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way of understanding life and how to act.</a:t>
            </a:r>
          </a:p>
        </p:txBody>
      </p:sp>
      <p:sp>
        <p:nvSpPr>
          <p:cNvPr id="25" name="picture-description">
            <a:extLst xmlns:a="http://schemas.openxmlformats.org/drawingml/2006/main">
              <a:ext uri="{FF2B5EF4-FFF2-40B4-BE49-F238E27FC236}">
                <a16:creationId xmlns:a16="http://schemas.microsoft.com/office/drawing/2014/main" id="{5F96AF61-225D-4D14-B947-5800E0D961D8}"/>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eye looks through a frame at an empty world circle. It shows a way of seeing life.</a:t>
            </a:r>
          </a:p>
        </p:txBody>
      </p:sp>
      <p:sp>
        <p:nvSpPr>
          <p:cNvPr id="26" name="book-direction">
            <a:extLst xmlns:a="http://schemas.openxmlformats.org/drawingml/2006/main">
              <a:ext uri="{FF2B5EF4-FFF2-40B4-BE49-F238E27FC236}">
                <a16:creationId xmlns:a16="http://schemas.microsoft.com/office/drawing/2014/main" id="{C964080F-6E75-476A-8D08-7655BFDFD4AD}"/>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1587961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BE57F9F7-2088-42A6-A82F-11E6447EAD0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F3B32E45-9140-4A44-9A9A-194EB175376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F5D2A2F8-EDB2-45F4-92AC-017A2E176F3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0631C9C7-7788-4048-B772-03EBC3A3D9D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2C0C2FB-CA80-4617-A9ED-0C47C6AD555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41F6DB0-1E5E-46D3-A0FC-0235C58883E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E72C058-8187-4B78-A127-EA213D8493E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5F3E6B6-D351-41A3-BD33-0E1D94C757D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F8C6AB5-BE51-44E7-BEC6-3E2828AB4DF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B90274F-922E-43DD-816D-7743F757201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B1C1CE1F-C7DE-418D-84C7-801050E5984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6C30A46-580A-4202-B49E-B16A7A3D836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18C471D-27A6-458A-AE56-B53F5720BC8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43</a:t>
            </a:r>
          </a:p>
        </p:txBody>
      </p:sp>
      <p:sp>
        <p:nvSpPr>
          <p:cNvPr id="14" name="licence-footer">
            <a:extLst xmlns:a="http://schemas.openxmlformats.org/drawingml/2006/main">
              <a:ext uri="{FF2B5EF4-FFF2-40B4-BE49-F238E27FC236}">
                <a16:creationId xmlns:a16="http://schemas.microsoft.com/office/drawing/2014/main" id="{5471CF54-EAE8-4D4B-84E7-E2C67F89E72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CCA4CB8-ACA4-4B36-B996-DD138EBB5BAF}"/>
              </a:ext>
            </a:extLst>
          </p:cNvPr>
          <p:cNvPicPr>
            <a:picLocks xmlns:a="http://schemas.openxmlformats.org/drawingml/2006/main" noChangeAspect="1"/>
          </p:cNvPicPr>
          <p:nvPr/>
        </p:nvPicPr>
        <p:blipFill>
          <a:blip xmlns:r="http://schemas.openxmlformats.org/officeDocument/2006/relationships" xmlns:a="http://schemas.openxmlformats.org/drawingml/2006/main" r:embed="R8a894a2fddd44a8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A444C02-61D2-4532-8B4E-C2BCD62FF59C}"/>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CC37E96E-7DDA-41D0-B413-42B3047718E3}"/>
              </a:ext>
            </a:extLst>
          </p:cNvPr>
          <p:cNvSpPr>
            <a:spLocks xmlns:a="http://schemas.openxmlformats.org/drawingml/2006/main" noGrp="1"/>
          </p:cNvSpPr>
          <p:nvPr/>
        </p:nvSpPr>
        <p:spPr>
          <a:xfrm xmlns:a="http://schemas.openxmlformats.org/drawingml/2006/main">
            <a:off x="927894" y="2704306"/>
            <a:ext cx="515938" cy="515938"/>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982F7FBD-477A-4B1A-85B9-7A4F0DB34264}"/>
              </a:ext>
            </a:extLst>
          </p:cNvPr>
          <p:cNvSpPr>
            <a:spLocks xmlns:a="http://schemas.openxmlformats.org/drawingml/2006/main" noGrp="1"/>
          </p:cNvSpPr>
          <p:nvPr/>
        </p:nvSpPr>
        <p:spPr>
          <a:xfrm xmlns:a="http://schemas.openxmlformats.org/drawingml/2006/main">
            <a:off x="2158206" y="2704306"/>
            <a:ext cx="515938" cy="515938"/>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E603488C-6399-4738-93D7-E857CD65A020}"/>
              </a:ext>
            </a:extLst>
          </p:cNvPr>
          <p:cNvSpPr>
            <a:spLocks xmlns:a="http://schemas.openxmlformats.org/drawingml/2006/main" noGrp="1"/>
          </p:cNvSpPr>
          <p:nvPr/>
        </p:nvSpPr>
        <p:spPr>
          <a:xfrm xmlns:a="http://schemas.openxmlformats.org/drawingml/2006/main">
            <a:off x="1662113" y="2902744"/>
            <a:ext cx="277813" cy="4"/>
          </a:xfrm>
          <a:custGeom xmlns:a="http://schemas.openxmlformats.org/drawingml/2006/main">
            <a:pathLst>
              <a:path w="277813" h="4">
                <a:moveTo>
                  <a:pt x="0" y="0"/>
                </a:moveTo>
                <a:lnTo>
                  <a:pt x="277813"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2CA00128-E26B-4DF2-9583-2732E6BBF9A1}"/>
              </a:ext>
            </a:extLst>
          </p:cNvPr>
          <p:cNvSpPr>
            <a:spLocks xmlns:a="http://schemas.openxmlformats.org/drawingml/2006/main" noGrp="1"/>
          </p:cNvSpPr>
          <p:nvPr/>
        </p:nvSpPr>
        <p:spPr>
          <a:xfrm xmlns:a="http://schemas.openxmlformats.org/drawingml/2006/main">
            <a:off x="1662113" y="3021806"/>
            <a:ext cx="277813" cy="4"/>
          </a:xfrm>
          <a:custGeom xmlns:a="http://schemas.openxmlformats.org/drawingml/2006/main">
            <a:pathLst>
              <a:path w="277813" h="4">
                <a:moveTo>
                  <a:pt x="0" y="0"/>
                </a:moveTo>
                <a:lnTo>
                  <a:pt x="277813" y="0"/>
                </a:lnTo>
              </a:path>
            </a:pathLst>
          </a:custGeom>
          <a:noFill xmlns:a="http://schemas.openxmlformats.org/drawingml/2006/main"/>
          <a:ln xmlns:a="http://schemas.openxmlformats.org/drawingml/2006/main" w="15875">
            <a:solidFill>
              <a:srgbClr val="17324D"/>
            </a:solidFill>
            <a:prstDash val="solid"/>
          </a:ln>
        </p:spPr>
      </p:sp>
      <p:sp>
        <p:nvSpPr>
          <p:cNvPr id="21" name="pupil-text">
            <a:extLst xmlns:a="http://schemas.openxmlformats.org/drawingml/2006/main">
              <a:ext uri="{FF2B5EF4-FFF2-40B4-BE49-F238E27FC236}">
                <a16:creationId xmlns:a16="http://schemas.microsoft.com/office/drawing/2014/main" id="{6C6466EE-4E27-4380-8930-A957714D50D1}"/>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similarity</a:t>
            </a:r>
          </a:p>
        </p:txBody>
      </p:sp>
      <p:sp>
        <p:nvSpPr>
          <p:cNvPr id="22" name="pupil-text">
            <a:extLst xmlns:a="http://schemas.openxmlformats.org/drawingml/2006/main">
              <a:ext uri="{FF2B5EF4-FFF2-40B4-BE49-F238E27FC236}">
                <a16:creationId xmlns:a16="http://schemas.microsoft.com/office/drawing/2014/main" id="{D88C652C-47F3-496A-8B84-F59CBCBA9975}"/>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way in which things are alike.</a:t>
            </a:r>
          </a:p>
        </p:txBody>
      </p:sp>
      <p:sp>
        <p:nvSpPr>
          <p:cNvPr id="23" name="picture-description">
            <a:extLst xmlns:a="http://schemas.openxmlformats.org/drawingml/2006/main">
              <a:ext uri="{FF2B5EF4-FFF2-40B4-BE49-F238E27FC236}">
                <a16:creationId xmlns:a16="http://schemas.microsoft.com/office/drawing/2014/main" id="{CD4B1000-1BE3-4593-AF0C-85ABDED59165}"/>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equal circles are linked by an equals sign.</a:t>
            </a:r>
          </a:p>
        </p:txBody>
      </p:sp>
      <p:sp>
        <p:nvSpPr>
          <p:cNvPr id="24" name="book-direction">
            <a:extLst xmlns:a="http://schemas.openxmlformats.org/drawingml/2006/main">
              <a:ext uri="{FF2B5EF4-FFF2-40B4-BE49-F238E27FC236}">
                <a16:creationId xmlns:a16="http://schemas.microsoft.com/office/drawing/2014/main" id="{D31B7BBA-93EE-489B-8347-84A064F2A810}"/>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8041938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492B73EE-0445-4438-BB50-1CEB3744C23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EAA0D7A3-7B03-43B6-A881-7B02A47EED7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669FA65-681A-4764-AB79-DF38A094B3A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151E95BD-1A7E-459F-919C-6DF49550DB4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C003545-A31A-4E5A-8AE0-3B89A14F42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9C8F65A-6A8F-486B-B80E-0C73E2CD9DA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E623DB7-14A0-44CE-B828-A981A99E5BD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57C4385-508F-4659-ADB4-C8577447FE0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178D721-A3F5-4941-97BD-7AE02D9EE87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8650A9F-4FEA-4CCB-8F51-6CCB177EB39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6203A8FC-6D2B-4374-8067-01D9444B48E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40B4D1F-1409-4A7E-85B8-651BAD49EA4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6D980335-FB3F-46A9-BCE5-4B8F5FC370A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43</a:t>
            </a:r>
          </a:p>
        </p:txBody>
      </p:sp>
      <p:sp>
        <p:nvSpPr>
          <p:cNvPr id="14" name="licence-footer">
            <a:extLst xmlns:a="http://schemas.openxmlformats.org/drawingml/2006/main">
              <a:ext uri="{FF2B5EF4-FFF2-40B4-BE49-F238E27FC236}">
                <a16:creationId xmlns:a16="http://schemas.microsoft.com/office/drawing/2014/main" id="{A3696897-9841-4F67-B9E4-E8957C53DA8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09C88F0-205F-4A7C-9D3E-1F4F66E669ED}"/>
              </a:ext>
            </a:extLst>
          </p:cNvPr>
          <p:cNvPicPr>
            <a:picLocks xmlns:a="http://schemas.openxmlformats.org/drawingml/2006/main" noChangeAspect="1"/>
          </p:cNvPicPr>
          <p:nvPr/>
        </p:nvPicPr>
        <p:blipFill>
          <a:blip xmlns:r="http://schemas.openxmlformats.org/officeDocument/2006/relationships" xmlns:a="http://schemas.openxmlformats.org/drawingml/2006/main" r:embed="R674ffd8ceb2943c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F22AF15-A696-415E-926D-62E1DF358109}"/>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0F66E2FC-76E6-4352-BFF1-0A71BCA91924}"/>
              </a:ext>
            </a:extLst>
          </p:cNvPr>
          <p:cNvSpPr>
            <a:spLocks xmlns:a="http://schemas.openxmlformats.org/drawingml/2006/main" noGrp="1"/>
          </p:cNvSpPr>
          <p:nvPr/>
        </p:nvSpPr>
        <p:spPr>
          <a:xfrm xmlns:a="http://schemas.openxmlformats.org/drawingml/2006/main">
            <a:off x="896144" y="2712244"/>
            <a:ext cx="500063" cy="500063"/>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rect">
            <a:extLst xmlns:a="http://schemas.openxmlformats.org/drawingml/2006/main">
              <a:ext uri="{FF2B5EF4-FFF2-40B4-BE49-F238E27FC236}">
                <a16:creationId xmlns:a16="http://schemas.microsoft.com/office/drawing/2014/main" id="{0DA20A76-3EBE-4A28-A8B1-B8788414BDC2}"/>
              </a:ext>
            </a:extLst>
          </p:cNvPr>
          <p:cNvSpPr>
            <a:spLocks xmlns:a="http://schemas.openxmlformats.org/drawingml/2006/main" noGrp="1"/>
          </p:cNvSpPr>
          <p:nvPr/>
        </p:nvSpPr>
        <p:spPr>
          <a:xfrm xmlns:a="http://schemas.openxmlformats.org/drawingml/2006/main">
            <a:off x="2178050" y="2712244"/>
            <a:ext cx="500063" cy="50006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7AB90A79-0778-4BFA-A63B-14A14C7CC19F}"/>
              </a:ext>
            </a:extLst>
          </p:cNvPr>
          <p:cNvSpPr>
            <a:spLocks xmlns:a="http://schemas.openxmlformats.org/drawingml/2006/main" noGrp="1"/>
          </p:cNvSpPr>
          <p:nvPr/>
        </p:nvSpPr>
        <p:spPr>
          <a:xfrm xmlns:a="http://schemas.openxmlformats.org/drawingml/2006/main">
            <a:off x="1602581" y="2906713"/>
            <a:ext cx="297656" cy="4"/>
          </a:xfrm>
          <a:custGeom xmlns:a="http://schemas.openxmlformats.org/drawingml/2006/main">
            <a:pathLst>
              <a:path w="297656" h="4">
                <a:moveTo>
                  <a:pt x="0" y="0"/>
                </a:moveTo>
                <a:lnTo>
                  <a:pt x="297656"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59706DCF-C542-4154-B6B0-1BC29825BBA2}"/>
              </a:ext>
            </a:extLst>
          </p:cNvPr>
          <p:cNvSpPr>
            <a:spLocks xmlns:a="http://schemas.openxmlformats.org/drawingml/2006/main" noGrp="1"/>
          </p:cNvSpPr>
          <p:nvPr/>
        </p:nvSpPr>
        <p:spPr>
          <a:xfrm xmlns:a="http://schemas.openxmlformats.org/drawingml/2006/main">
            <a:off x="1602581" y="3021806"/>
            <a:ext cx="297656" cy="4"/>
          </a:xfrm>
          <a:custGeom xmlns:a="http://schemas.openxmlformats.org/drawingml/2006/main">
            <a:pathLst>
              <a:path w="297656" h="4">
                <a:moveTo>
                  <a:pt x="0" y="0"/>
                </a:moveTo>
                <a:lnTo>
                  <a:pt x="297656" y="0"/>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BB51354C-8143-4398-9B3D-131FA47D7769}"/>
              </a:ext>
            </a:extLst>
          </p:cNvPr>
          <p:cNvSpPr>
            <a:spLocks xmlns:a="http://schemas.openxmlformats.org/drawingml/2006/main" noGrp="1"/>
          </p:cNvSpPr>
          <p:nvPr/>
        </p:nvSpPr>
        <p:spPr>
          <a:xfrm xmlns:a="http://schemas.openxmlformats.org/drawingml/2006/main">
            <a:off x="1681956" y="2803525"/>
            <a:ext cx="138906" cy="317500"/>
          </a:xfrm>
          <a:custGeom xmlns:a="http://schemas.openxmlformats.org/drawingml/2006/main">
            <a:pathLst>
              <a:path w="138906" h="317500">
                <a:moveTo>
                  <a:pt x="138906" y="0"/>
                </a:moveTo>
                <a:lnTo>
                  <a:pt x="0" y="317500"/>
                </a:lnTo>
              </a:path>
            </a:pathLst>
          </a:custGeom>
          <a:noFill xmlns:a="http://schemas.openxmlformats.org/drawingml/2006/main"/>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8CF7B80D-6AB1-4F5C-95BA-9E93B5A73B87}"/>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difference</a:t>
            </a:r>
          </a:p>
        </p:txBody>
      </p:sp>
      <p:sp>
        <p:nvSpPr>
          <p:cNvPr id="23" name="pupil-text">
            <a:extLst xmlns:a="http://schemas.openxmlformats.org/drawingml/2006/main">
              <a:ext uri="{FF2B5EF4-FFF2-40B4-BE49-F238E27FC236}">
                <a16:creationId xmlns:a16="http://schemas.microsoft.com/office/drawing/2014/main" id="{3E09CC17-DA81-48DE-82D0-31BBCAB907A5}"/>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way in which things are not alike.</a:t>
            </a:r>
          </a:p>
        </p:txBody>
      </p:sp>
      <p:sp>
        <p:nvSpPr>
          <p:cNvPr id="24" name="picture-description">
            <a:extLst xmlns:a="http://schemas.openxmlformats.org/drawingml/2006/main">
              <a:ext uri="{FF2B5EF4-FFF2-40B4-BE49-F238E27FC236}">
                <a16:creationId xmlns:a16="http://schemas.microsoft.com/office/drawing/2014/main" id="{F09395B6-A5F3-4CD8-9710-EAE1527CE7F2}"/>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circle and a square sit beside a not-equal sign.</a:t>
            </a:r>
          </a:p>
        </p:txBody>
      </p:sp>
      <p:sp>
        <p:nvSpPr>
          <p:cNvPr id="25" name="book-direction">
            <a:extLst xmlns:a="http://schemas.openxmlformats.org/drawingml/2006/main">
              <a:ext uri="{FF2B5EF4-FFF2-40B4-BE49-F238E27FC236}">
                <a16:creationId xmlns:a16="http://schemas.microsoft.com/office/drawing/2014/main" id="{A13A862E-CB37-477D-A276-66C6DE930926}"/>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3093328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A3D58634-9758-4680-A0B7-33F4932C9A3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59F75124-E284-4F12-9A93-1E912203108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DF8FA7B1-A928-484B-88E7-1D2D69049C8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82F3E515-DC4A-4AC9-B68A-ECEE89072D6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4058C1F-8B9C-4F3F-B809-78C77BF0AB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0B06ECD-5453-404A-B82A-3624FCCF87F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9AA2932-6B2C-468E-89E0-1288091E677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AF2AB04-BE91-431E-A2BA-D122210F7EB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388D4A9-8A80-446A-8FA8-9447567DD12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089214D-D5B6-45D5-A927-061DCA8D1AE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1156343B-2727-4E2F-AF33-E1313D1D952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013D54C-F85D-45A2-84B8-41C26B0F50B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343DAE25-2C74-4820-ABF0-1D9C6A49D44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43</a:t>
            </a:r>
          </a:p>
        </p:txBody>
      </p:sp>
      <p:sp>
        <p:nvSpPr>
          <p:cNvPr id="14" name="licence-footer">
            <a:extLst xmlns:a="http://schemas.openxmlformats.org/drawingml/2006/main">
              <a:ext uri="{FF2B5EF4-FFF2-40B4-BE49-F238E27FC236}">
                <a16:creationId xmlns:a16="http://schemas.microsoft.com/office/drawing/2014/main" id="{040BA547-E770-4985-BFB9-FB1F417592C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856A55B-467B-49E1-8593-61BCAF483C96}"/>
              </a:ext>
            </a:extLst>
          </p:cNvPr>
          <p:cNvPicPr>
            <a:picLocks xmlns:a="http://schemas.openxmlformats.org/drawingml/2006/main" noChangeAspect="1"/>
          </p:cNvPicPr>
          <p:nvPr/>
        </p:nvPicPr>
        <p:blipFill>
          <a:blip xmlns:r="http://schemas.openxmlformats.org/officeDocument/2006/relationships" xmlns:a="http://schemas.openxmlformats.org/drawingml/2006/main" r:embed="R02620d35d5654b7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DBC34A6-73FB-4D44-9D38-858968600B7D}"/>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BB0FECD6-9D97-4B0E-A7C1-74699D44ED5C}"/>
              </a:ext>
            </a:extLst>
          </p:cNvPr>
          <p:cNvSpPr>
            <a:spLocks xmlns:a="http://schemas.openxmlformats.org/drawingml/2006/main" noGrp="1"/>
          </p:cNvSpPr>
          <p:nvPr/>
        </p:nvSpPr>
        <p:spPr>
          <a:xfrm xmlns:a="http://schemas.openxmlformats.org/drawingml/2006/main">
            <a:off x="749300" y="2751931"/>
            <a:ext cx="773906" cy="4206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text">
            <a:extLst xmlns:a="http://schemas.openxmlformats.org/drawingml/2006/main">
              <a:ext uri="{FF2B5EF4-FFF2-40B4-BE49-F238E27FC236}">
                <a16:creationId xmlns:a16="http://schemas.microsoft.com/office/drawing/2014/main" id="{2B184771-9C14-487C-8A63-A46C821F35B5}"/>
              </a:ext>
            </a:extLst>
          </p:cNvPr>
          <p:cNvSpPr>
            <a:spLocks xmlns:a="http://schemas.openxmlformats.org/drawingml/2006/main" noGrp="1"/>
          </p:cNvSpPr>
          <p:nvPr/>
        </p:nvSpPr>
        <p:spPr>
          <a:xfrm xmlns:a="http://schemas.openxmlformats.org/drawingml/2006/main">
            <a:off x="919956" y="2882900"/>
            <a:ext cx="535781"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action</a:t>
            </a:r>
          </a:p>
        </p:txBody>
      </p:sp>
      <p:sp>
        <p:nvSpPr>
          <p:cNvPr id="19" name="native-vector-3-line">
            <a:extLst xmlns:a="http://schemas.openxmlformats.org/drawingml/2006/main">
              <a:ext uri="{FF2B5EF4-FFF2-40B4-BE49-F238E27FC236}">
                <a16:creationId xmlns:a16="http://schemas.microsoft.com/office/drawing/2014/main" id="{1403D61D-E9DA-46DA-9832-B571417B50C9}"/>
              </a:ext>
            </a:extLst>
          </p:cNvPr>
          <p:cNvSpPr>
            <a:spLocks xmlns:a="http://schemas.openxmlformats.org/drawingml/2006/main" noGrp="1"/>
          </p:cNvSpPr>
          <p:nvPr/>
        </p:nvSpPr>
        <p:spPr>
          <a:xfrm xmlns:a="http://schemas.openxmlformats.org/drawingml/2006/main">
            <a:off x="1539081" y="2962275"/>
            <a:ext cx="444500" cy="4"/>
          </a:xfrm>
          <a:custGeom xmlns:a="http://schemas.openxmlformats.org/drawingml/2006/main">
            <a:pathLst>
              <a:path w="444500" h="4">
                <a:moveTo>
                  <a:pt x="0" y="0"/>
                </a:moveTo>
                <a:lnTo>
                  <a:pt x="444500" y="0"/>
                </a:lnTo>
              </a:path>
            </a:pathLst>
          </a:custGeom>
          <a:noFill xmlns:a="http://schemas.openxmlformats.org/drawingml/2006/main"/>
          <a:ln xmlns:a="http://schemas.openxmlformats.org/drawingml/2006/main" w="15875">
            <a:solidFill>
              <a:srgbClr val="17324D"/>
            </a:solidFill>
            <a:prstDash val="solid"/>
          </a:ln>
        </p:spPr>
      </p:sp>
      <p:sp>
        <p:nvSpPr>
          <p:cNvPr id="20" name="native-vector-4-rect">
            <a:extLst xmlns:a="http://schemas.openxmlformats.org/drawingml/2006/main">
              <a:ext uri="{FF2B5EF4-FFF2-40B4-BE49-F238E27FC236}">
                <a16:creationId xmlns:a16="http://schemas.microsoft.com/office/drawing/2014/main" id="{E396FEAD-83D0-4A51-AB8B-175FE8DAD05C}"/>
              </a:ext>
            </a:extLst>
          </p:cNvPr>
          <p:cNvSpPr>
            <a:spLocks xmlns:a="http://schemas.openxmlformats.org/drawingml/2006/main" noGrp="1"/>
          </p:cNvSpPr>
          <p:nvPr/>
        </p:nvSpPr>
        <p:spPr>
          <a:xfrm xmlns:a="http://schemas.openxmlformats.org/drawingml/2006/main">
            <a:off x="1999456" y="2751931"/>
            <a:ext cx="793750" cy="4206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1" name="native-vector-text">
            <a:extLst xmlns:a="http://schemas.openxmlformats.org/drawingml/2006/main">
              <a:ext uri="{FF2B5EF4-FFF2-40B4-BE49-F238E27FC236}">
                <a16:creationId xmlns:a16="http://schemas.microsoft.com/office/drawing/2014/main" id="{2AD7538B-BEE4-4E53-B526-A9BC5E9C1F3F}"/>
              </a:ext>
            </a:extLst>
          </p:cNvPr>
          <p:cNvSpPr>
            <a:spLocks xmlns:a="http://schemas.openxmlformats.org/drawingml/2006/main" noGrp="1"/>
          </p:cNvSpPr>
          <p:nvPr/>
        </p:nvSpPr>
        <p:spPr>
          <a:xfrm xmlns:a="http://schemas.openxmlformats.org/drawingml/2006/main">
            <a:off x="2229644" y="2783681"/>
            <a:ext cx="396875"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why</a:t>
            </a:r>
          </a:p>
        </p:txBody>
      </p:sp>
      <p:sp>
        <p:nvSpPr>
          <p:cNvPr id="22" name="pupil-text">
            <a:extLst xmlns:a="http://schemas.openxmlformats.org/drawingml/2006/main">
              <a:ext uri="{FF2B5EF4-FFF2-40B4-BE49-F238E27FC236}">
                <a16:creationId xmlns:a16="http://schemas.microsoft.com/office/drawing/2014/main" id="{112AB8B8-3B8C-4A0B-9439-34717271A0D9}"/>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reason</a:t>
            </a:r>
          </a:p>
        </p:txBody>
      </p:sp>
      <p:sp>
        <p:nvSpPr>
          <p:cNvPr id="23" name="pupil-text">
            <a:extLst xmlns:a="http://schemas.openxmlformats.org/drawingml/2006/main">
              <a:ext uri="{FF2B5EF4-FFF2-40B4-BE49-F238E27FC236}">
                <a16:creationId xmlns:a16="http://schemas.microsoft.com/office/drawing/2014/main" id="{D83CF93A-7F89-456B-ACA0-9AF4B5B432EC}"/>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why a person thinks or acts in a certain way.</a:t>
            </a:r>
          </a:p>
        </p:txBody>
      </p:sp>
      <p:sp>
        <p:nvSpPr>
          <p:cNvPr id="24" name="picture-description">
            <a:extLst xmlns:a="http://schemas.openxmlformats.org/drawingml/2006/main">
              <a:ext uri="{FF2B5EF4-FFF2-40B4-BE49-F238E27FC236}">
                <a16:creationId xmlns:a16="http://schemas.microsoft.com/office/drawing/2014/main" id="{C791A3F6-FE4D-4316-8B4C-875CB7D31E6F}"/>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action box links to an empty box labelled why.</a:t>
            </a:r>
          </a:p>
        </p:txBody>
      </p:sp>
      <p:sp>
        <p:nvSpPr>
          <p:cNvPr id="25" name="book-direction">
            <a:extLst xmlns:a="http://schemas.openxmlformats.org/drawingml/2006/main">
              <a:ext uri="{FF2B5EF4-FFF2-40B4-BE49-F238E27FC236}">
                <a16:creationId xmlns:a16="http://schemas.microsoft.com/office/drawing/2014/main" id="{46B912FA-463C-451A-AC5B-D7B64FB5E650}"/>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7948173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171D046-65D9-4EC0-ABFE-8438ED1A9E8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7BA1928B-994B-4320-8C75-A95B5230D7D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83FB5737-0850-4768-8A5C-1D7688413CE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Card A — G-P-S5; one Christian account, in new words</a:t>
            </a:r>
          </a:p>
        </p:txBody>
      </p:sp>
      <p:sp>
        <p:nvSpPr>
          <p:cNvPr id="4" name="shape">
            <a:extLst xmlns:a="http://schemas.openxmlformats.org/drawingml/2006/main">
              <a:ext uri="{FF2B5EF4-FFF2-40B4-BE49-F238E27FC236}">
                <a16:creationId xmlns:a16="http://schemas.microsoft.com/office/drawing/2014/main" id="{F009DEFA-15CE-49BE-A906-774F7CEFA25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49A5F91-2817-49E5-A59F-19E01648184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0FB8029-743C-45BA-89D3-B9F40A6E4C2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9D8CCB9-9ABD-4B72-92D7-D73527D822D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AFBA6C0-E761-485F-8F7B-7D2BBD64392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5F8C584-5C8C-44C6-A444-F4E8CEE6A19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A7A4E9F-AEF6-47FD-9AB1-8BFCCFF68B1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9413600F-0CA5-403E-BC25-69C7481E3DB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5262977-EF87-4136-BC50-475589C9EF7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013DE2C-780A-4D69-B753-0FBAF4BFCEB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43</a:t>
            </a:r>
          </a:p>
        </p:txBody>
      </p:sp>
      <p:sp>
        <p:nvSpPr>
          <p:cNvPr id="14" name="licence-footer">
            <a:extLst xmlns:a="http://schemas.openxmlformats.org/drawingml/2006/main">
              <a:ext uri="{FF2B5EF4-FFF2-40B4-BE49-F238E27FC236}">
                <a16:creationId xmlns:a16="http://schemas.microsoft.com/office/drawing/2014/main" id="{3B10A1CD-AF1D-449F-AC26-6DB697AE364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F4E8B4C-69C2-4201-83EE-25F229F9A052}"/>
              </a:ext>
            </a:extLst>
          </p:cNvPr>
          <p:cNvPicPr>
            <a:picLocks xmlns:a="http://schemas.openxmlformats.org/drawingml/2006/main" noChangeAspect="1"/>
          </p:cNvPicPr>
          <p:nvPr/>
        </p:nvPicPr>
        <p:blipFill>
          <a:blip xmlns:r="http://schemas.openxmlformats.org/officeDocument/2006/relationships" xmlns:a="http://schemas.openxmlformats.org/drawingml/2006/main" r:embed="Rddf21230a80c459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C1381FA-78D4-4403-A5BE-EBB909C0833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5C51069B-9779-4632-BC01-B55331075239}"/>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Christian account links hope to belief in the central teacher rising from death. It urges care</a:t>
            </a:r>
          </a:p>
        </p:txBody>
      </p:sp>
      <p:sp>
        <p:nvSpPr>
          <p:cNvPr id="18" name="pupil-text">
            <a:extLst xmlns:a="http://schemas.openxmlformats.org/drawingml/2006/main">
              <a:ext uri="{FF2B5EF4-FFF2-40B4-BE49-F238E27FC236}">
                <a16:creationId xmlns:a16="http://schemas.microsoft.com/office/drawing/2014/main" id="{84AD0FDA-E674-48E5-A1C7-72037DB6259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kindness for people in need. Some Christians draw hope from this belief. It does not mean that</a:t>
            </a:r>
          </a:p>
        </p:txBody>
      </p:sp>
      <p:sp>
        <p:nvSpPr>
          <p:cNvPr id="19" name="pupil-text">
            <a:extLst xmlns:a="http://schemas.openxmlformats.org/drawingml/2006/main">
              <a:ext uri="{FF2B5EF4-FFF2-40B4-BE49-F238E27FC236}">
                <a16:creationId xmlns:a16="http://schemas.microsoft.com/office/drawing/2014/main" id="{C186DEFE-88C7-4D6F-ADE9-49069B31403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pain or hard change must end at once.</a:t>
            </a:r>
          </a:p>
        </p:txBody>
      </p:sp>
    </p:spTree>
    <p:extLst>
      <p:ext uri="{BB962C8B-B14F-4D97-AF65-F5344CB8AC3E}">
        <p14:creationId xmlns:p14="http://schemas.microsoft.com/office/powerpoint/2010/main" val="5557988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A3CC070C-A0D5-4E96-AA25-AD912D16AE2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EB482F30-65DB-4FA1-90E7-C65A5947360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FA54CE65-D887-4BB6-92D6-60232271C88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Card B — G-P-S3 and G-P-S4; a humanist account, in new</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words</a:t>
            </a:r>
          </a:p>
        </p:txBody>
      </p:sp>
      <p:sp>
        <p:nvSpPr>
          <p:cNvPr id="4" name="shape">
            <a:extLst xmlns:a="http://schemas.openxmlformats.org/drawingml/2006/main">
              <a:ext uri="{FF2B5EF4-FFF2-40B4-BE49-F238E27FC236}">
                <a16:creationId xmlns:a16="http://schemas.microsoft.com/office/drawing/2014/main" id="{FA956A7D-A119-4B10-890A-7682B1BE28D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98036F2-FB08-4AF2-B1D2-65E9A18C759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5B35B0F-D1D7-4535-976C-066D8E86488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591B547-BE2B-4229-B5C7-8D625D79345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26FFCE1-4F8E-422E-9CC9-EC710F4FAFA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2AD6FD0-6839-4299-965F-4F4C59BB6B4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6C90A91-C54F-43DC-9881-BD2A5B5C5CF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D6A83A31-E9A9-4DC8-A58B-C34F6313E8C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7A18C5D-95A0-4663-BDCA-345BB405D27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B728E735-8DBF-4440-8473-3BF22613AFF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43</a:t>
            </a:r>
          </a:p>
        </p:txBody>
      </p:sp>
      <p:sp>
        <p:nvSpPr>
          <p:cNvPr id="14" name="licence-footer">
            <a:extLst xmlns:a="http://schemas.openxmlformats.org/drawingml/2006/main">
              <a:ext uri="{FF2B5EF4-FFF2-40B4-BE49-F238E27FC236}">
                <a16:creationId xmlns:a16="http://schemas.microsoft.com/office/drawing/2014/main" id="{14BB511D-ABA2-46E7-9490-05FAAE84DFB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1FA1FB3-13FA-4E06-A19D-D4EF70BE850A}"/>
              </a:ext>
            </a:extLst>
          </p:cNvPr>
          <p:cNvPicPr>
            <a:picLocks xmlns:a="http://schemas.openxmlformats.org/drawingml/2006/main" noChangeAspect="1"/>
          </p:cNvPicPr>
          <p:nvPr/>
        </p:nvPicPr>
        <p:blipFill>
          <a:blip xmlns:r="http://schemas.openxmlformats.org/officeDocument/2006/relationships" xmlns:a="http://schemas.openxmlformats.org/drawingml/2006/main" r:embed="Ra671a71024734d7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CABD7C2-5C1D-4D2B-B5EB-D66FB5F4198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7A0EFE06-7490-4D62-A8FF-AFA6E9A09E1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humanist account uses reason, evidence and care for others. It asks people to think about the</a:t>
            </a:r>
          </a:p>
        </p:txBody>
      </p:sp>
      <p:sp>
        <p:nvSpPr>
          <p:cNvPr id="18" name="pupil-text">
            <a:extLst xmlns:a="http://schemas.openxmlformats.org/drawingml/2006/main">
              <a:ext uri="{FF2B5EF4-FFF2-40B4-BE49-F238E27FC236}">
                <a16:creationId xmlns:a16="http://schemas.microsoft.com/office/drawing/2014/main" id="{F6D9E4D8-0970-4302-ADB7-0741ECEE92F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effects of a choice and to listen. A person can change a plan when new facts arrive. Humanism is a</a:t>
            </a:r>
          </a:p>
        </p:txBody>
      </p:sp>
      <p:sp>
        <p:nvSpPr>
          <p:cNvPr id="19" name="pupil-text">
            <a:extLst xmlns:a="http://schemas.openxmlformats.org/drawingml/2006/main">
              <a:ext uri="{FF2B5EF4-FFF2-40B4-BE49-F238E27FC236}">
                <a16:creationId xmlns:a16="http://schemas.microsoft.com/office/drawing/2014/main" id="{1B868863-F22F-462B-A3FF-835FEC27377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non-religious worldview. It is not a label for all non-religious people.</a:t>
            </a:r>
          </a:p>
        </p:txBody>
      </p:sp>
    </p:spTree>
    <p:extLst>
      <p:ext uri="{BB962C8B-B14F-4D97-AF65-F5344CB8AC3E}">
        <p14:creationId xmlns:p14="http://schemas.microsoft.com/office/powerpoint/2010/main" val="11087733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2525F3F2-9331-4C47-9B1B-9A4F234A8F0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4B59DC3B-3100-45AC-A79B-F631CE42013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A0A97B7-9B99-4177-B664-00D646ED08F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Case C — invented neutral community case</a:t>
            </a:r>
          </a:p>
        </p:txBody>
      </p:sp>
      <p:sp>
        <p:nvSpPr>
          <p:cNvPr id="4" name="shape">
            <a:extLst xmlns:a="http://schemas.openxmlformats.org/drawingml/2006/main">
              <a:ext uri="{FF2B5EF4-FFF2-40B4-BE49-F238E27FC236}">
                <a16:creationId xmlns:a16="http://schemas.microsoft.com/office/drawing/2014/main" id="{B599E4E6-F593-40C6-8C3A-72E954DDF26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0C0C9F1-D616-4D8A-B682-2AE11387E82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EBB1E5E-F71E-414E-9C47-83AF1C73CA50}"/>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D0E5D36-FE7B-4AA3-824F-DBD8127D94F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CD22F11-9337-4DEF-859D-F1EE7E496C9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A6E3F8E-98EF-42AD-A920-29BFF45C185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8E5D082-A6CA-44BC-8A64-B1A08DD5C12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44FE7FB6-5D16-4F6B-A54C-30DA0FBA9E4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E8E757B-0FE1-49F9-AD64-88669024A52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CFC3859B-F6CB-471B-A6D9-9F3E8EA3DA5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43</a:t>
            </a:r>
          </a:p>
        </p:txBody>
      </p:sp>
      <p:sp>
        <p:nvSpPr>
          <p:cNvPr id="14" name="licence-footer">
            <a:extLst xmlns:a="http://schemas.openxmlformats.org/drawingml/2006/main">
              <a:ext uri="{FF2B5EF4-FFF2-40B4-BE49-F238E27FC236}">
                <a16:creationId xmlns:a16="http://schemas.microsoft.com/office/drawing/2014/main" id="{0C5CAFCA-653E-4739-BF19-1DF860E1395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33800D6-4525-4747-8791-DEC91A8DE6E5}"/>
              </a:ext>
            </a:extLst>
          </p:cNvPr>
          <p:cNvPicPr>
            <a:picLocks xmlns:a="http://schemas.openxmlformats.org/drawingml/2006/main" noChangeAspect="1"/>
          </p:cNvPicPr>
          <p:nvPr/>
        </p:nvPicPr>
        <p:blipFill>
          <a:blip xmlns:r="http://schemas.openxmlformats.org/officeDocument/2006/relationships" xmlns:a="http://schemas.openxmlformats.org/drawingml/2006/main" r:embed="Rca5043362af54f4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F47A48A-B390-4EF8-AC31-FCD414B2EA5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D9C0FC8D-F4B1-4421-BE06-D53547658A5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Two groups cannot use a shared room after a leak. Each wants people to stay safe and included.</a:t>
            </a:r>
          </a:p>
        </p:txBody>
      </p:sp>
      <p:sp>
        <p:nvSpPr>
          <p:cNvPr id="18" name="pupil-text">
            <a:extLst xmlns:a="http://schemas.openxmlformats.org/drawingml/2006/main">
              <a:ext uri="{FF2B5EF4-FFF2-40B4-BE49-F238E27FC236}">
                <a16:creationId xmlns:a16="http://schemas.microsoft.com/office/drawing/2014/main" id="{C04CFFCF-0C83-43FB-AC4F-16F63FA31B0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They can seek facts, check another room and share tasks. The case gives no member a faith or</a:t>
            </a:r>
          </a:p>
        </p:txBody>
      </p:sp>
      <p:sp>
        <p:nvSpPr>
          <p:cNvPr id="19" name="pupil-text">
            <a:extLst xmlns:a="http://schemas.openxmlformats.org/drawingml/2006/main">
              <a:ext uri="{FF2B5EF4-FFF2-40B4-BE49-F238E27FC236}">
                <a16:creationId xmlns:a16="http://schemas.microsoft.com/office/drawing/2014/main" id="{C07B7C99-F14B-41A1-838E-3A8C9D5BB5A6}"/>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worldview. Use the source accounts to compare possible reasons, not to guess anyone’s identity.</a:t>
            </a:r>
          </a:p>
        </p:txBody>
      </p:sp>
    </p:spTree>
    <p:extLst>
      <p:ext uri="{BB962C8B-B14F-4D97-AF65-F5344CB8AC3E}">
        <p14:creationId xmlns:p14="http://schemas.microsoft.com/office/powerpoint/2010/main" val="19766871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DCBE181-8F7E-4AB6-A26E-BA8F289558C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253123A5-9811-42D5-931A-C390549349A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9A9132E-AEA7-4E9C-8402-12E8A96494F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4E238D4E-115D-43ED-8373-92301C8E9DF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BC18812-1F46-4E1A-9E40-D3385A42158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E057DBB-54D3-4B69-AC44-938467AF2D8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07B2849-DAC8-4355-98CD-1C4ED0D254D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8D4E646-24C1-4508-9672-42CC935FB7A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DD56AD6-CB61-48A6-97BE-E7792C96B15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AE8157F-65F2-450A-A309-B5F8DE627C8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C40687BD-67D2-45FF-B921-1A513E57E10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BAF4A5F-24F5-430E-8280-4A669513797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33C16742-4256-4508-A094-9C78C9EE719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43</a:t>
            </a:r>
          </a:p>
        </p:txBody>
      </p:sp>
      <p:sp>
        <p:nvSpPr>
          <p:cNvPr id="14" name="licence-footer">
            <a:extLst xmlns:a="http://schemas.openxmlformats.org/drawingml/2006/main">
              <a:ext uri="{FF2B5EF4-FFF2-40B4-BE49-F238E27FC236}">
                <a16:creationId xmlns:a16="http://schemas.microsoft.com/office/drawing/2014/main" id="{04CF24F5-1228-4C62-936E-75F2BEA9A9F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FE7C63B-1D00-4D0D-B15C-795D568A2A07}"/>
              </a:ext>
            </a:extLst>
          </p:cNvPr>
          <p:cNvPicPr>
            <a:picLocks xmlns:a="http://schemas.openxmlformats.org/drawingml/2006/main" noChangeAspect="1"/>
          </p:cNvPicPr>
          <p:nvPr/>
        </p:nvPicPr>
        <p:blipFill>
          <a:blip xmlns:r="http://schemas.openxmlformats.org/officeDocument/2006/relationships" xmlns:a="http://schemas.openxmlformats.org/drawingml/2006/main" r:embed="Rab75ec9b613f49a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E639211-3D2B-4C2B-AD1B-8DE7D8F66B0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DCC063E4-09D2-47D2-A0CD-BAF67C4F1DA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Worked method model</a:t>
            </a:r>
          </a:p>
        </p:txBody>
      </p:sp>
    </p:spTree>
    <p:extLst>
      <p:ext uri="{BB962C8B-B14F-4D97-AF65-F5344CB8AC3E}">
        <p14:creationId xmlns:p14="http://schemas.microsoft.com/office/powerpoint/2010/main" val="18277795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88D54D9-DD52-4DDA-95EF-FDE8A098CE2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76A92393-B9FE-41A1-BC8D-2CD6F4F0E94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7082ECF-3C39-4F58-91BD-B54441E075D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94058A3A-4AD1-43B8-822E-F1A947C595B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4AC3AF3-A414-436B-AE76-72AC1B47C5B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D1D75A6-9CEA-4DEE-8FCB-A74813ABCDBF}"/>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A3FB19E-3CA8-4A31-AFB4-BCE08D139CB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E3FA6FA-C39D-447A-9110-EF95CD2AD01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3493B90-DAFE-4403-BB1C-4A96A2494BF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8161869-4B4D-4873-A03D-C80D3EBC57D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A828BD36-8EDA-448E-8904-D4B725E88A2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EDA3FED-78AE-4276-A2C1-D80F749C77C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03A02AC-1257-40DE-B700-22675053D68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43</a:t>
            </a:r>
          </a:p>
        </p:txBody>
      </p:sp>
      <p:sp>
        <p:nvSpPr>
          <p:cNvPr id="14" name="licence-footer">
            <a:extLst xmlns:a="http://schemas.openxmlformats.org/drawingml/2006/main">
              <a:ext uri="{FF2B5EF4-FFF2-40B4-BE49-F238E27FC236}">
                <a16:creationId xmlns:a16="http://schemas.microsoft.com/office/drawing/2014/main" id="{7DC3B930-66A7-4A67-A312-BAA086ABA33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5EA4E15-8C16-46B5-986D-59C769EA6CFA}"/>
              </a:ext>
            </a:extLst>
          </p:cNvPr>
          <p:cNvPicPr>
            <a:picLocks xmlns:a="http://schemas.openxmlformats.org/drawingml/2006/main" noChangeAspect="1"/>
          </p:cNvPicPr>
          <p:nvPr/>
        </p:nvPicPr>
        <p:blipFill>
          <a:blip xmlns:r="http://schemas.openxmlformats.org/officeDocument/2006/relationships" xmlns:a="http://schemas.openxmlformats.org/drawingml/2006/main" r:embed="Rfd54d9a2a37a4ef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E26CAA6-F52D-4C3F-8ED4-5054813FBA5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D76B639D-D054-42D7-8095-B05D8F8AB04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compare A and B. Both accounts value care for others. That is one similarity.</a:t>
            </a:r>
          </a:p>
        </p:txBody>
      </p:sp>
    </p:spTree>
    <p:extLst>
      <p:ext uri="{BB962C8B-B14F-4D97-AF65-F5344CB8AC3E}">
        <p14:creationId xmlns:p14="http://schemas.microsoft.com/office/powerpoint/2010/main" val="12731350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6438BEEE-C7E8-46FD-9C47-F5570355C71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B3DA400F-3534-4703-BA0D-A6BBFC28512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CBD5598-5B9E-434E-B599-39E08A1647B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A35FC38A-51D0-42C4-98C1-26E886BB0EC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62E8BD8-634F-4EFB-A30B-1A611B90BA8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867EB62-5E74-4664-81C7-390D1EFD203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AD3D0C6-2F7D-4595-A8FF-A5A639B7864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C89EEB6-D7C3-438C-8260-CE99DEDA44A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29879D4-7AFE-4409-97D6-7F28BBC99ED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3AFFBBD-1A9A-4511-BEAC-161FFD4A011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8D15408F-7F52-4FB7-BB1F-65FBD6D00E3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8E72982-529E-47B9-B129-43799431C89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E4C93ABA-8D48-4B29-B6C0-96B4E226D3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43</a:t>
            </a:r>
          </a:p>
        </p:txBody>
      </p:sp>
      <p:sp>
        <p:nvSpPr>
          <p:cNvPr id="14" name="licence-footer">
            <a:extLst xmlns:a="http://schemas.openxmlformats.org/drawingml/2006/main">
              <a:ext uri="{FF2B5EF4-FFF2-40B4-BE49-F238E27FC236}">
                <a16:creationId xmlns:a16="http://schemas.microsoft.com/office/drawing/2014/main" id="{F3EB85F4-C095-41EF-B29A-6959DD6E1C5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A0F766B-213D-45A9-8EE2-F93ABD6F7DD9}"/>
              </a:ext>
            </a:extLst>
          </p:cNvPr>
          <p:cNvPicPr>
            <a:picLocks xmlns:a="http://schemas.openxmlformats.org/drawingml/2006/main" noChangeAspect="1"/>
          </p:cNvPicPr>
          <p:nvPr/>
        </p:nvPicPr>
        <p:blipFill>
          <a:blip xmlns:r="http://schemas.openxmlformats.org/officeDocument/2006/relationships" xmlns:a="http://schemas.openxmlformats.org/drawingml/2006/main" r:embed="Rcb917f8bb119420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605EC38-AA40-4D6A-8779-F419C4EC539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8423B719-4746-4EF7-9CE1-1CA01885598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links hope to a Christian belief in new life. B is a non-religious account using evidence and reason.</a:t>
            </a:r>
          </a:p>
        </p:txBody>
      </p:sp>
      <p:sp>
        <p:nvSpPr>
          <p:cNvPr id="18" name="answer-text">
            <a:extLst xmlns:a="http://schemas.openxmlformats.org/drawingml/2006/main">
              <a:ext uri="{FF2B5EF4-FFF2-40B4-BE49-F238E27FC236}">
                <a16:creationId xmlns:a16="http://schemas.microsoft.com/office/drawing/2014/main" id="{CE28FDA1-EF34-4A8D-8D79-F62D92B6470E}"/>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That is one difference in basis.</a:t>
            </a:r>
          </a:p>
        </p:txBody>
      </p:sp>
    </p:spTree>
    <p:extLst>
      <p:ext uri="{BB962C8B-B14F-4D97-AF65-F5344CB8AC3E}">
        <p14:creationId xmlns:p14="http://schemas.microsoft.com/office/powerpoint/2010/main" val="17284752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EE1171A-7FAA-4CFE-81AC-356E4A9D822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340A80E6-77D0-4C4C-9197-59B99C326AC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5184885-891D-43AF-9356-6DC4F3DE01B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3DAFA681-DE0B-401D-8377-628648CEBEA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E2F9D84-FCC3-47E2-B50F-B72B3574BE4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6F25D60-3DDB-4DF9-A1F2-B64E6782EA3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D886C06-5554-422B-848A-0AFC65DA4D8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4DA62CE-5E87-42A9-814B-F41716D3EB5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4106A99-5D9D-4CA1-BD84-B3C4B0D5FAC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C2CB954-D297-4DC8-8BC7-AE7A67E7D54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F5D36B3A-4207-4161-924B-31482167A4A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710AB47-5436-4BF2-851D-E515DA2CC59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F089431-04A8-46BB-B768-B8886A00622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43</a:t>
            </a:r>
          </a:p>
        </p:txBody>
      </p:sp>
      <p:sp>
        <p:nvSpPr>
          <p:cNvPr id="14" name="licence-footer">
            <a:extLst xmlns:a="http://schemas.openxmlformats.org/drawingml/2006/main">
              <a:ext uri="{FF2B5EF4-FFF2-40B4-BE49-F238E27FC236}">
                <a16:creationId xmlns:a16="http://schemas.microsoft.com/office/drawing/2014/main" id="{52140310-A0DC-482D-A769-9665C36988E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5061A4C-BB54-4AE0-A318-22F30FC9C6E8}"/>
              </a:ext>
            </a:extLst>
          </p:cNvPr>
          <p:cNvPicPr>
            <a:picLocks xmlns:a="http://schemas.openxmlformats.org/drawingml/2006/main" noChangeAspect="1"/>
          </p:cNvPicPr>
          <p:nvPr/>
        </p:nvPicPr>
        <p:blipFill>
          <a:blip xmlns:r="http://schemas.openxmlformats.org/officeDocument/2006/relationships" xmlns:a="http://schemas.openxmlformats.org/drawingml/2006/main" r:embed="R172a91ad7d78459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AB6FF58-8279-45C2-92C8-11056203414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6CA6CE0F-001C-4678-9B62-CBF6089A4B5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do not say one group cares more or that all members think alike.</a:t>
            </a:r>
          </a:p>
        </p:txBody>
      </p:sp>
    </p:spTree>
    <p:extLst>
      <p:ext uri="{BB962C8B-B14F-4D97-AF65-F5344CB8AC3E}">
        <p14:creationId xmlns:p14="http://schemas.microsoft.com/office/powerpoint/2010/main" val="2917215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26B9F070-B36F-4805-BFF8-4826EA67C5F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076906BD-D775-421E-94F1-A4F398A49C7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37D3CF6A-C26D-4450-B188-7BDBD31C399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BBF35E8E-CB62-4F4F-9419-441FF7CBE40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0E890DC-464C-4354-AE44-A8922785FC8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680CE50-BCA0-4633-8B9F-82A98D3E657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B473D7B-7B8D-4FA6-BF02-CE5051927858}"/>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7CEE7EE-FBA3-4B30-A798-EA079CE34DE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BD4175C-DECC-4A27-8834-4F4FF83517F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C8FB76-2FA3-4269-987B-3E766D36004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D2142ECF-E662-4ECA-A8B3-D1CA302637F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FF8A9BB-E8D9-45FA-AD30-210E8503886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DA3C6C36-4450-4397-8769-E9337E4E954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43</a:t>
            </a:r>
          </a:p>
        </p:txBody>
      </p:sp>
      <p:sp>
        <p:nvSpPr>
          <p:cNvPr id="14" name="licence-footer">
            <a:extLst xmlns:a="http://schemas.openxmlformats.org/drawingml/2006/main">
              <a:ext uri="{FF2B5EF4-FFF2-40B4-BE49-F238E27FC236}">
                <a16:creationId xmlns:a16="http://schemas.microsoft.com/office/drawing/2014/main" id="{BD6CE65D-978E-45D6-9436-5102EA14770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CFD0DC7-2D35-46EF-9B7E-6F8F22965F0A}"/>
              </a:ext>
            </a:extLst>
          </p:cNvPr>
          <p:cNvPicPr>
            <a:picLocks xmlns:a="http://schemas.openxmlformats.org/drawingml/2006/main" noChangeAspect="1"/>
          </p:cNvPicPr>
          <p:nvPr/>
        </p:nvPicPr>
        <p:blipFill>
          <a:blip xmlns:r="http://schemas.openxmlformats.org/officeDocument/2006/relationships" xmlns:a="http://schemas.openxmlformats.org/drawingml/2006/main" r:embed="Ra3c706ee7f6a454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BFC83C4-D878-4EEE-AB52-731C3871BE0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guided record and your own source detail, choice or starting step.</a:t>
            </a:r>
          </a:p>
        </p:txBody>
      </p:sp>
      <p:sp>
        <p:nvSpPr>
          <p:cNvPr id="17" name="pupil-text">
            <a:extLst xmlns:a="http://schemas.openxmlformats.org/drawingml/2006/main">
              <a:ext uri="{FF2B5EF4-FFF2-40B4-BE49-F238E27FC236}">
                <a16:creationId xmlns:a16="http://schemas.microsoft.com/office/drawing/2014/main" id="{415DCAA6-4C4C-40E6-9DF6-E7FDA66B0CA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C. Suggest one shared helpful action, then explain a possible source-based reason from each</a:t>
            </a:r>
          </a:p>
        </p:txBody>
      </p:sp>
      <p:sp>
        <p:nvSpPr>
          <p:cNvPr id="18" name="pupil-text">
            <a:extLst xmlns:a="http://schemas.openxmlformats.org/drawingml/2006/main">
              <a:ext uri="{FF2B5EF4-FFF2-40B4-BE49-F238E27FC236}">
                <a16:creationId xmlns:a16="http://schemas.microsoft.com/office/drawing/2014/main" id="{8FE0D774-A175-4EA1-9493-98DE5B3EF90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a:t>
            </a:r>
          </a:p>
        </p:txBody>
      </p:sp>
      <p:sp>
        <p:nvSpPr>
          <p:cNvPr id="19" name="pupil-text">
            <a:extLst xmlns:a="http://schemas.openxmlformats.org/drawingml/2006/main">
              <a:ext uri="{FF2B5EF4-FFF2-40B4-BE49-F238E27FC236}">
                <a16:creationId xmlns:a16="http://schemas.microsoft.com/office/drawing/2014/main" id="{E63F5997-AD40-43E3-AEF7-16E053D71799}"/>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Record two reason lines. Keep A’s reason with A and B’s reason with B.</a:t>
            </a:r>
          </a:p>
        </p:txBody>
      </p:sp>
    </p:spTree>
    <p:extLst>
      <p:ext uri="{BB962C8B-B14F-4D97-AF65-F5344CB8AC3E}">
        <p14:creationId xmlns:p14="http://schemas.microsoft.com/office/powerpoint/2010/main" val="6710079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C5D02EE7-873A-4414-BBCE-F665A1E67DD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EC36CEF1-579A-4D33-89FA-D480A965F02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9DD7785F-D150-4F6B-81D2-295CD09A3E2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1F19BD3B-7E74-409A-A78B-AD2CE9B52BF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187B74A-5B34-4131-977E-02E4F323358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491B8DC-B3D6-4246-A74A-52D763D84D8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3298E94-A4C0-431B-BC95-0296357D1B09}"/>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729083F-0359-43C6-92AB-4F14F5930B3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0053FDC-F43A-487C-A9FD-D65D7FB3192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0F0DB81-0B0C-4D12-8A65-707D5355F4E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0A8E7C48-3803-4E6C-A778-848CED08553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C053F7F-117D-4A54-A574-93ACD25A92D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721A46B-4EEE-4EA7-815A-4E1358E9C2E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43</a:t>
            </a:r>
          </a:p>
        </p:txBody>
      </p:sp>
      <p:sp>
        <p:nvSpPr>
          <p:cNvPr id="14" name="licence-footer">
            <a:extLst xmlns:a="http://schemas.openxmlformats.org/drawingml/2006/main">
              <a:ext uri="{FF2B5EF4-FFF2-40B4-BE49-F238E27FC236}">
                <a16:creationId xmlns:a16="http://schemas.microsoft.com/office/drawing/2014/main" id="{BD1F5212-4AE5-44A2-A923-935FCC38526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B15CBC4-EAFC-4990-869D-B8045327576E}"/>
              </a:ext>
            </a:extLst>
          </p:cNvPr>
          <p:cNvPicPr>
            <a:picLocks xmlns:a="http://schemas.openxmlformats.org/drawingml/2006/main" noChangeAspect="1"/>
          </p:cNvPicPr>
          <p:nvPr/>
        </p:nvPicPr>
        <p:blipFill>
          <a:blip xmlns:r="http://schemas.openxmlformats.org/officeDocument/2006/relationships" xmlns:a="http://schemas.openxmlformats.org/drawingml/2006/main" r:embed="Rd7a9677e31c8476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6C83FA9F-3F5D-423A-B208-54A398EB53E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Both could support checking needs and offering safe help. A can connect care with faith-based</a:t>
            </a:r>
          </a:p>
        </p:txBody>
      </p:sp>
      <p:sp>
        <p:nvSpPr>
          <p:cNvPr id="17" name="answer-text">
            <a:extLst xmlns:a="http://schemas.openxmlformats.org/drawingml/2006/main">
              <a:ext uri="{FF2B5EF4-FFF2-40B4-BE49-F238E27FC236}">
                <a16:creationId xmlns:a16="http://schemas.microsoft.com/office/drawing/2014/main" id="{120D6EC6-971C-462E-8276-1D3FE5B33B7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hope; B can connect care with reason, empathy and consequences. These are applications of source</a:t>
            </a:r>
          </a:p>
        </p:txBody>
      </p:sp>
      <p:sp>
        <p:nvSpPr>
          <p:cNvPr id="18" name="answer-text">
            <a:extLst xmlns:a="http://schemas.openxmlformats.org/drawingml/2006/main">
              <a:ext uri="{FF2B5EF4-FFF2-40B4-BE49-F238E27FC236}">
                <a16:creationId xmlns:a16="http://schemas.microsoft.com/office/drawing/2014/main" id="{B7EB71C0-349E-4F7F-8170-984DA8895136}"/>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perspectives, not claims about the unnamed group members’ identities.</a:t>
            </a:r>
          </a:p>
        </p:txBody>
      </p:sp>
    </p:spTree>
    <p:extLst>
      <p:ext uri="{BB962C8B-B14F-4D97-AF65-F5344CB8AC3E}">
        <p14:creationId xmlns:p14="http://schemas.microsoft.com/office/powerpoint/2010/main" val="21266287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7A317DD2-8F97-4728-99E7-F18E94390A2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F831D013-9462-40F3-8236-3B5CFE6C915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6B9944D-B277-4FFD-ABEE-E7B96D29378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45949833-4E28-46E3-B57B-58CEF30553E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F4BE59A-4A8C-4B46-8EDF-B6BBE4E9A42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9A03E3D-346A-4E4C-B208-8DADC56CF68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46B8A47-93BB-4086-9B42-536CDCA255C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FAC18F4-0C7E-4AB9-B92F-6FCC81C9E8A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3B3C1DF-7EF7-4236-BA4C-D0B0CF4529C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B56F111-9C8E-43F2-8B66-875933F1742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B9939891-7BCF-482E-BE24-86E36F6A7AD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BB98EEC-56E2-47CD-8393-5B4AACF75E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CA78339-AFA9-4482-B54D-9D23C876B37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43</a:t>
            </a:r>
          </a:p>
        </p:txBody>
      </p:sp>
      <p:sp>
        <p:nvSpPr>
          <p:cNvPr id="14" name="licence-footer">
            <a:extLst xmlns:a="http://schemas.openxmlformats.org/drawingml/2006/main">
              <a:ext uri="{FF2B5EF4-FFF2-40B4-BE49-F238E27FC236}">
                <a16:creationId xmlns:a16="http://schemas.microsoft.com/office/drawing/2014/main" id="{2D205622-0F0E-43FB-B19C-08BC252B796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A92F225-9A21-45ED-A65D-7B9827F96D99}"/>
              </a:ext>
            </a:extLst>
          </p:cNvPr>
          <p:cNvPicPr>
            <a:picLocks xmlns:a="http://schemas.openxmlformats.org/drawingml/2006/main" noChangeAspect="1"/>
          </p:cNvPicPr>
          <p:nvPr/>
        </p:nvPicPr>
        <p:blipFill>
          <a:blip xmlns:r="http://schemas.openxmlformats.org/officeDocument/2006/relationships" xmlns:a="http://schemas.openxmlformats.org/drawingml/2006/main" r:embed="R283047252f2c488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360DAB1-EB02-4BB7-A2CE-03EE2915345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
        <p:nvSpPr>
          <p:cNvPr id="17" name="pupil-text">
            <a:extLst xmlns:a="http://schemas.openxmlformats.org/drawingml/2006/main">
              <a:ext uri="{FF2B5EF4-FFF2-40B4-BE49-F238E27FC236}">
                <a16:creationId xmlns:a16="http://schemas.microsoft.com/office/drawing/2014/main" id="{D290F199-D76D-4451-B40C-9DCDE39C0E1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167ECD4F-E202-4536-A858-7C784B4C1EF5}"/>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you need it. Choose a mode and record your own</a:t>
            </a:r>
          </a:p>
        </p:txBody>
      </p:sp>
      <p:sp>
        <p:nvSpPr>
          <p:cNvPr id="19" name="pupil-text">
            <a:extLst xmlns:a="http://schemas.openxmlformats.org/drawingml/2006/main">
              <a:ext uri="{FF2B5EF4-FFF2-40B4-BE49-F238E27FC236}">
                <a16:creationId xmlns:a16="http://schemas.microsoft.com/office/drawing/2014/main" id="{3AC1732D-A1AF-4377-B93C-840DE3CA64EA}"/>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ideas.</a:t>
            </a:r>
          </a:p>
        </p:txBody>
      </p:sp>
    </p:spTree>
    <p:extLst>
      <p:ext uri="{BB962C8B-B14F-4D97-AF65-F5344CB8AC3E}">
        <p14:creationId xmlns:p14="http://schemas.microsoft.com/office/powerpoint/2010/main" val="101183815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47BA6EC8-C3B1-476C-8658-FC34D609B2E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83EA0BCB-1385-4909-9F0E-647A6664BDC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A10EC5D-BC14-44AA-81B5-EF11031880A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4C258AE-4B9C-4551-A91E-BDB00E097FC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FE9BEF7-53E1-4C28-AF7A-8C34D82489A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14E7326-E064-4EF1-BA52-AEA0AE2A675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F4FE374-E7E8-40EE-BCC1-3F0A12FABE3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5B7041B-5725-423D-809D-77829B95D22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F9C6888-2527-4AA8-937C-1603E682EAB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F02C6EC-C887-4ECE-8BE5-5E271DCBD12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999D2E23-0593-43B7-AFF9-FC30E3555E6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42A9F34-3113-45D6-BB39-16EC8C51D7F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D3E0CC8E-F6DF-4302-968C-DDD6B5960B7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43</a:t>
            </a:r>
          </a:p>
        </p:txBody>
      </p:sp>
      <p:sp>
        <p:nvSpPr>
          <p:cNvPr id="14" name="licence-footer">
            <a:extLst xmlns:a="http://schemas.openxmlformats.org/drawingml/2006/main">
              <a:ext uri="{FF2B5EF4-FFF2-40B4-BE49-F238E27FC236}">
                <a16:creationId xmlns:a16="http://schemas.microsoft.com/office/drawing/2014/main" id="{7A4ADF2B-F823-41AD-B1F9-B9F29F8FDD5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9DF4A4D-A210-4780-8983-84CE225C202B}"/>
              </a:ext>
            </a:extLst>
          </p:cNvPr>
          <p:cNvPicPr>
            <a:picLocks xmlns:a="http://schemas.openxmlformats.org/drawingml/2006/main" noChangeAspect="1"/>
          </p:cNvPicPr>
          <p:nvPr/>
        </p:nvPicPr>
        <p:blipFill>
          <a:blip xmlns:r="http://schemas.openxmlformats.org/officeDocument/2006/relationships" xmlns:a="http://schemas.openxmlformats.org/drawingml/2006/main" r:embed="R44b6ad14c759438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B50397D-01B4-47A4-9AD7-9D7F9813C8CA}"/>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EC48B9B-1391-4C83-A643-2D716886BAB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94B9B9FC-24F6-4F31-9FEB-330554AAA195}"/>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63015BC-FE84-4780-B2CB-4B11B61CD3C9}"/>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D6123E29-E05C-4723-A350-10BB0E1DD8AE}"/>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2AF97F0-CFC4-4F68-A2B9-18A6E59B181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your own choices from the sources.</a:t>
            </a:r>
          </a:p>
        </p:txBody>
      </p:sp>
      <p:sp>
        <p:nvSpPr>
          <p:cNvPr id="22" name="shape">
            <a:extLst xmlns:a="http://schemas.openxmlformats.org/drawingml/2006/main">
              <a:ext uri="{FF2B5EF4-FFF2-40B4-BE49-F238E27FC236}">
                <a16:creationId xmlns:a16="http://schemas.microsoft.com/office/drawing/2014/main" id="{FA59A4C0-429C-460C-B83C-C1949195A097}"/>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C0F81D1-43E1-4AA5-AF78-13988086A222}"/>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A and B in response to C. Give one similarity and one difference with source details.</a:t>
            </a:r>
          </a:p>
        </p:txBody>
      </p:sp>
      <p:sp>
        <p:nvSpPr>
          <p:cNvPr id="24" name="shape">
            <a:extLst xmlns:a="http://schemas.openxmlformats.org/drawingml/2006/main">
              <a:ext uri="{FF2B5EF4-FFF2-40B4-BE49-F238E27FC236}">
                <a16:creationId xmlns:a16="http://schemas.microsoft.com/office/drawing/2014/main" id="{1E669826-250C-450F-8728-073BAC5230D1}"/>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9121A03-9291-437F-A917-5ECDD9E8A439}"/>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Suggest a helpful action and explain a possible reason from each view. State a limit: the case does</a:t>
            </a:r>
          </a:p>
        </p:txBody>
      </p:sp>
      <p:sp>
        <p:nvSpPr>
          <p:cNvPr id="26" name="shape">
            <a:extLst xmlns:a="http://schemas.openxmlformats.org/drawingml/2006/main">
              <a:ext uri="{FF2B5EF4-FFF2-40B4-BE49-F238E27FC236}">
                <a16:creationId xmlns:a16="http://schemas.microsoft.com/office/drawing/2014/main" id="{09389F2A-6332-4A0B-BEAD-EB68F4748A7F}"/>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52F9539-2FC3-4DAB-9B38-3F1380663E9D}"/>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not name anyone’s beliefs. Use worldview, similarity, difference and reason.</a:t>
            </a:r>
          </a:p>
        </p:txBody>
      </p:sp>
      <p:sp>
        <p:nvSpPr>
          <p:cNvPr id="28" name="shape">
            <a:extLst xmlns:a="http://schemas.openxmlformats.org/drawingml/2006/main">
              <a:ext uri="{FF2B5EF4-FFF2-40B4-BE49-F238E27FC236}">
                <a16:creationId xmlns:a16="http://schemas.microsoft.com/office/drawing/2014/main" id="{19D7F32B-0949-4E2A-8ED1-57F20FB62220}"/>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C02DF87-FD1F-4247-B9EA-27253F423986}"/>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0" name="shape">
            <a:extLst xmlns:a="http://schemas.openxmlformats.org/drawingml/2006/main">
              <a:ext uri="{FF2B5EF4-FFF2-40B4-BE49-F238E27FC236}">
                <a16:creationId xmlns:a16="http://schemas.microsoft.com/office/drawing/2014/main" id="{2E4A3906-AD43-451B-9F52-1C89685CD55E}"/>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037F997-5014-4A76-9F64-FC0341487ADE}"/>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32" name="shape">
            <a:extLst xmlns:a="http://schemas.openxmlformats.org/drawingml/2006/main">
              <a:ext uri="{FF2B5EF4-FFF2-40B4-BE49-F238E27FC236}">
                <a16:creationId xmlns:a16="http://schemas.microsoft.com/office/drawing/2014/main" id="{172CDC2D-5BFA-418D-82C8-66D133B4B973}"/>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7FABB4A3-8ED7-4DEC-ABCF-905252FEB404}"/>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34" name="shape">
            <a:extLst xmlns:a="http://schemas.openxmlformats.org/drawingml/2006/main">
              <a:ext uri="{FF2B5EF4-FFF2-40B4-BE49-F238E27FC236}">
                <a16:creationId xmlns:a16="http://schemas.microsoft.com/office/drawing/2014/main" id="{0274CCF9-1A31-4EDE-A3DF-5A740E3606B0}"/>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1918AF57-C317-4637-9D7C-0A06B6F47026}"/>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source detail and reason [ ]</a:t>
            </a:r>
          </a:p>
        </p:txBody>
      </p:sp>
    </p:spTree>
    <p:extLst>
      <p:ext uri="{BB962C8B-B14F-4D97-AF65-F5344CB8AC3E}">
        <p14:creationId xmlns:p14="http://schemas.microsoft.com/office/powerpoint/2010/main" val="21060345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667AC921-DE93-451B-A3FA-A0F9C441ECE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EF81A22C-9C45-402D-B71A-40D0FCCC27D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8AE73EE-9E01-4D29-9E95-C8416DFE536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7BE466F-E95A-48E1-A758-F864E0191CB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1D05E44-D478-4A61-AE41-9A83500F15F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D853257-7EC8-402F-928B-7BAE3E34CDA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610FC38-56B6-476F-8EEB-EC92D04019D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18B413A-34BA-4B77-BD6B-FEC074FFA6D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A88EB25-43DF-47A5-88C8-895C53F4C8C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005F2FF-C67B-4B90-B40F-487207DC77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628C55CE-98C0-4BBF-8DA3-3FBDD48D557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C6EA27C-DB7B-4207-9F95-76ECA9BB4DD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5D9F1C6-86AE-427A-8FE6-08F986D6B07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43</a:t>
            </a:r>
          </a:p>
        </p:txBody>
      </p:sp>
      <p:sp>
        <p:nvSpPr>
          <p:cNvPr id="14" name="licence-footer">
            <a:extLst xmlns:a="http://schemas.openxmlformats.org/drawingml/2006/main">
              <a:ext uri="{FF2B5EF4-FFF2-40B4-BE49-F238E27FC236}">
                <a16:creationId xmlns:a16="http://schemas.microsoft.com/office/drawing/2014/main" id="{B0243E06-3ACF-4D6E-9AE1-902A9D18601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88D05E3-7F0D-4E55-9C82-53BFD71FFBD2}"/>
              </a:ext>
            </a:extLst>
          </p:cNvPr>
          <p:cNvPicPr>
            <a:picLocks xmlns:a="http://schemas.openxmlformats.org/drawingml/2006/main" noChangeAspect="1"/>
          </p:cNvPicPr>
          <p:nvPr/>
        </p:nvPicPr>
        <p:blipFill>
          <a:blip xmlns:r="http://schemas.openxmlformats.org/officeDocument/2006/relationships" xmlns:a="http://schemas.openxmlformats.org/drawingml/2006/main" r:embed="Rb66201fcb729410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FD078B3-DB26-4AA7-BCB7-455EF9E28DD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EBFA4E5-181F-46D9-B23A-11488AECC7F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source detail and reason [ ]</a:t>
            </a:r>
          </a:p>
        </p:txBody>
      </p:sp>
      <p:sp>
        <p:nvSpPr>
          <p:cNvPr id="18" name="shape">
            <a:extLst xmlns:a="http://schemas.openxmlformats.org/drawingml/2006/main">
              <a:ext uri="{FF2B5EF4-FFF2-40B4-BE49-F238E27FC236}">
                <a16:creationId xmlns:a16="http://schemas.microsoft.com/office/drawing/2014/main" id="{1F47A255-8DCB-46B8-9E0E-D67C38B550C9}"/>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3178F3D-2650-4862-A6F8-460A94221D0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20" name="shape">
            <a:extLst xmlns:a="http://schemas.openxmlformats.org/drawingml/2006/main">
              <a:ext uri="{FF2B5EF4-FFF2-40B4-BE49-F238E27FC236}">
                <a16:creationId xmlns:a16="http://schemas.microsoft.com/office/drawing/2014/main" id="{3DFC3D1A-BEC6-4B7A-B040-414CFE75D099}"/>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6BF7035-8DE6-43F5-B965-C945852E98EE}"/>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Shared possible action in C [ ] / one reason from each [ ]</a:t>
            </a:r>
          </a:p>
        </p:txBody>
      </p:sp>
      <p:sp>
        <p:nvSpPr>
          <p:cNvPr id="22" name="shape">
            <a:extLst xmlns:a="http://schemas.openxmlformats.org/drawingml/2006/main">
              <a:ext uri="{FF2B5EF4-FFF2-40B4-BE49-F238E27FC236}">
                <a16:creationId xmlns:a16="http://schemas.microsoft.com/office/drawing/2014/main" id="{B167CC9F-BAAD-4565-BC8C-DACE09F564E5}"/>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1B19A61-08C8-42A7-8E19-269C24B32FA0}"/>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Limit and my check [ ]</a:t>
            </a:r>
          </a:p>
        </p:txBody>
      </p:sp>
      <p:sp>
        <p:nvSpPr>
          <p:cNvPr id="24" name="shape">
            <a:extLst xmlns:a="http://schemas.openxmlformats.org/drawingml/2006/main">
              <a:ext uri="{FF2B5EF4-FFF2-40B4-BE49-F238E27FC236}">
                <a16:creationId xmlns:a16="http://schemas.microsoft.com/office/drawing/2014/main" id="{239FDBEA-29CB-4EDE-8EDF-C09FBB2561B2}"/>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E5077272-2F3E-4683-977F-ED02B1DD7244}"/>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6" name="shape">
            <a:extLst xmlns:a="http://schemas.openxmlformats.org/drawingml/2006/main">
              <a:ext uri="{FF2B5EF4-FFF2-40B4-BE49-F238E27FC236}">
                <a16:creationId xmlns:a16="http://schemas.microsoft.com/office/drawing/2014/main" id="{23175322-9154-4D37-8BC3-A7CA064CD9C4}"/>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F086610-AC0A-4C0D-881C-F4F4B31A26F9}"/>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8" name="shape">
            <a:extLst xmlns:a="http://schemas.openxmlformats.org/drawingml/2006/main">
              <a:ext uri="{FF2B5EF4-FFF2-40B4-BE49-F238E27FC236}">
                <a16:creationId xmlns:a16="http://schemas.microsoft.com/office/drawing/2014/main" id="{2B33A857-8B2C-4712-8B94-F8072A95CB84}"/>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3729F88-E0B2-4F5A-A30A-12965B573A50}"/>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30" name="shape">
            <a:extLst xmlns:a="http://schemas.openxmlformats.org/drawingml/2006/main">
              <a:ext uri="{FF2B5EF4-FFF2-40B4-BE49-F238E27FC236}">
                <a16:creationId xmlns:a16="http://schemas.microsoft.com/office/drawing/2014/main" id="{E04A31EC-8E79-4B12-8C46-AE3419C16D24}"/>
              </a:ext>
            </a:extLst>
          </p:cNvPr>
          <p:cNvSpPr>
            <a:spLocks xmlns:a="http://schemas.openxmlformats.org/drawingml/2006/main" noGrp="1"/>
          </p:cNvSpPr>
          <p:nvPr/>
        </p:nvSpPr>
        <p:spPr>
          <a:xfrm xmlns:a="http://schemas.openxmlformats.org/drawingml/2006/main">
            <a:off x="409575" y="4286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DDC2DDD-D359-406D-BCC5-DCF38E122173}"/>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32" name="shape">
            <a:extLst xmlns:a="http://schemas.openxmlformats.org/drawingml/2006/main">
              <a:ext uri="{FF2B5EF4-FFF2-40B4-BE49-F238E27FC236}">
                <a16:creationId xmlns:a16="http://schemas.microsoft.com/office/drawing/2014/main" id="{F60850D6-A00E-4D30-8D6A-BFD56C3C9FFB}"/>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2C77A966-273C-4F57-A485-A29D049B71D8}"/>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883280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505C5656-C56C-451D-8FC9-C151D003B9F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2C6B5B5F-43F1-4881-9441-7E173CCD868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A4446BD9-279D-4A8D-AA49-F6E01395CCF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F808C78-B974-464B-AD1D-8186FFCCA24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F2B0A10-D0EC-4BFC-8BBB-99A616EF958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0DACC1A-BDE1-437E-9936-EECC15F4E6B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21F78E9-D943-446D-B547-3104E05C4FB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E0B66AA-80EB-4151-90C1-A55B498B103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D53041F-3C0D-4809-BF7E-D87524C31D4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EDAAD58-B08F-4B7B-8A55-5A7ED9DAFE0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D401038F-58BA-4E64-94E3-16C86703B5C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59D6BAD-457B-4342-990E-E294748538E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46CF6790-D510-47F3-AD2B-126AEEA1531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43</a:t>
            </a:r>
          </a:p>
        </p:txBody>
      </p:sp>
      <p:sp>
        <p:nvSpPr>
          <p:cNvPr id="14" name="licence-footer">
            <a:extLst xmlns:a="http://schemas.openxmlformats.org/drawingml/2006/main">
              <a:ext uri="{FF2B5EF4-FFF2-40B4-BE49-F238E27FC236}">
                <a16:creationId xmlns:a16="http://schemas.microsoft.com/office/drawing/2014/main" id="{FCBCB273-E67E-4F04-A537-C50D40BE6B9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CD53015-A17D-4ACD-8D35-A1142746FA21}"/>
              </a:ext>
            </a:extLst>
          </p:cNvPr>
          <p:cNvPicPr>
            <a:picLocks xmlns:a="http://schemas.openxmlformats.org/drawingml/2006/main" noChangeAspect="1"/>
          </p:cNvPicPr>
          <p:nvPr/>
        </p:nvPicPr>
        <p:blipFill>
          <a:blip xmlns:r="http://schemas.openxmlformats.org/officeDocument/2006/relationships" xmlns:a="http://schemas.openxmlformats.org/drawingml/2006/main" r:embed="R32eddc6d6bfd4f6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9F15881-6FA2-457E-B0D1-C8C827D0C4FC}"/>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6BBD4D0-8DCF-459E-A7A5-81141A755210}"/>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0085291D-C0F0-40BC-A27F-2D1D413A4D4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078DDE3-C4FC-48B6-BCD0-97D636D8C4C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5E5767F7-9865-488C-AB66-AADB895C9961}"/>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4E33ABD-1F55-4660-B273-8E4920384A2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these steps. You choose every detail and answer.</a:t>
            </a:r>
          </a:p>
        </p:txBody>
      </p:sp>
      <p:sp>
        <p:nvSpPr>
          <p:cNvPr id="22" name="shape">
            <a:extLst xmlns:a="http://schemas.openxmlformats.org/drawingml/2006/main">
              <a:ext uri="{FF2B5EF4-FFF2-40B4-BE49-F238E27FC236}">
                <a16:creationId xmlns:a16="http://schemas.microsoft.com/office/drawing/2014/main" id="{C0EC18E3-ABEF-4FBB-A6F6-DDC620F35B5B}"/>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E31859D-712C-4660-9DBF-E6391496E659}"/>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Compare how two worldviews respond to difficulty.</a:t>
            </a:r>
          </a:p>
        </p:txBody>
      </p:sp>
      <p:sp>
        <p:nvSpPr>
          <p:cNvPr id="24" name="shape">
            <a:extLst xmlns:a="http://schemas.openxmlformats.org/drawingml/2006/main">
              <a:ext uri="{FF2B5EF4-FFF2-40B4-BE49-F238E27FC236}">
                <a16:creationId xmlns:a16="http://schemas.microsoft.com/office/drawing/2014/main" id="{3A2C41BE-7D07-42BB-AC02-64E366FCFE43}"/>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AB56967F-CAEE-42A3-8440-1A64AB3F014C}"/>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Find one care idea that A and B share.</a:t>
            </a:r>
          </a:p>
        </p:txBody>
      </p:sp>
      <p:sp>
        <p:nvSpPr>
          <p:cNvPr id="26" name="shape">
            <a:extLst xmlns:a="http://schemas.openxmlformats.org/drawingml/2006/main">
              <a:ext uri="{FF2B5EF4-FFF2-40B4-BE49-F238E27FC236}">
                <a16:creationId xmlns:a16="http://schemas.microsoft.com/office/drawing/2014/main" id="{EA6EE3EB-C5AE-4A2E-BE58-AA18842756DB}"/>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90E41938-9B3D-473D-B790-DDB518C0A6CB}"/>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Find how each account grounds its view.</a:t>
            </a:r>
          </a:p>
        </p:txBody>
      </p:sp>
      <p:sp>
        <p:nvSpPr>
          <p:cNvPr id="28" name="shape">
            <a:extLst xmlns:a="http://schemas.openxmlformats.org/drawingml/2006/main">
              <a:ext uri="{FF2B5EF4-FFF2-40B4-BE49-F238E27FC236}">
                <a16:creationId xmlns:a16="http://schemas.microsoft.com/office/drawing/2014/main" id="{691C840F-82CD-4989-A3C7-2A7F391A7F73}"/>
              </a:ext>
            </a:extLst>
          </p:cNvPr>
          <p:cNvSpPr>
            <a:spLocks xmlns:a="http://schemas.openxmlformats.org/drawingml/2006/main" noGrp="1"/>
          </p:cNvSpPr>
          <p:nvPr/>
        </p:nvSpPr>
        <p:spPr>
          <a:xfrm xmlns:a="http://schemas.openxmlformats.org/drawingml/2006/main">
            <a:off x="409575" y="4114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ED4BE532-8ED1-4D7F-8FA3-EF0EE7086A2B}"/>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Complete a two-column comparison with one detail from each.</a:t>
            </a:r>
          </a:p>
        </p:txBody>
      </p:sp>
      <p:sp>
        <p:nvSpPr>
          <p:cNvPr id="30" name="shape">
            <a:extLst xmlns:a="http://schemas.openxmlformats.org/drawingml/2006/main">
              <a:ext uri="{FF2B5EF4-FFF2-40B4-BE49-F238E27FC236}">
                <a16:creationId xmlns:a16="http://schemas.microsoft.com/office/drawing/2014/main" id="{24AEF1C0-3690-41C0-986D-9CB974148809}"/>
              </a:ext>
            </a:extLst>
          </p:cNvPr>
          <p:cNvSpPr>
            <a:spLocks xmlns:a="http://schemas.openxmlformats.org/drawingml/2006/main" noGrp="1"/>
          </p:cNvSpPr>
          <p:nvPr/>
        </p:nvSpPr>
        <p:spPr>
          <a:xfrm xmlns:a="http://schemas.openxmlformats.org/drawingml/2006/main">
            <a:off x="409575" y="4505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DB8FE01E-DB86-49AD-984C-0F7DA0636249}"/>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 Apply both to C without guessing a person’s worldview.</a:t>
            </a:r>
          </a:p>
        </p:txBody>
      </p:sp>
      <p:sp>
        <p:nvSpPr>
          <p:cNvPr id="32" name="shape">
            <a:extLst xmlns:a="http://schemas.openxmlformats.org/drawingml/2006/main">
              <a:ext uri="{FF2B5EF4-FFF2-40B4-BE49-F238E27FC236}">
                <a16:creationId xmlns:a16="http://schemas.microsoft.com/office/drawing/2014/main" id="{3FD63587-C2CD-421D-8D5C-939C2AE2201F}"/>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0BC58CD-887D-451C-9093-AEB2E605650C}"/>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worldview, similarity, difference, reason.</a:t>
            </a:r>
          </a:p>
        </p:txBody>
      </p:sp>
    </p:spTree>
    <p:extLst>
      <p:ext uri="{BB962C8B-B14F-4D97-AF65-F5344CB8AC3E}">
        <p14:creationId xmlns:p14="http://schemas.microsoft.com/office/powerpoint/2010/main" val="31308565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78BB2D3D-2081-495E-AC09-BB94AB97876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CC3E7A57-C48E-4FC9-A6C6-13B74C6FA91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5BD54BE-E78F-4F6E-81F8-C60AB30A09B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E6BCEB6F-ED54-491A-860B-E25D13A1FEC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F2B0B18-9A6A-4007-A545-EC431FE2E3B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DDEE5DF-1F56-4F91-A905-6916D9421A5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6C4FF14-85A3-4FEC-B1B2-F54F2F488E6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7414661-1B3A-4301-87D6-18F4C183C1E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A514335-FC52-4B8E-822E-86674669952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618F2BD-D9DC-43D7-B05F-6FC7CEE82DC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336DC397-9A8C-4B2B-8699-714C3CF0FD4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2965505-071F-412E-B4D7-6B861AE4F8F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43D36406-4323-476C-9F54-95AC6C4EA24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43</a:t>
            </a:r>
          </a:p>
        </p:txBody>
      </p:sp>
      <p:sp>
        <p:nvSpPr>
          <p:cNvPr id="14" name="licence-footer">
            <a:extLst xmlns:a="http://schemas.openxmlformats.org/drawingml/2006/main">
              <a:ext uri="{FF2B5EF4-FFF2-40B4-BE49-F238E27FC236}">
                <a16:creationId xmlns:a16="http://schemas.microsoft.com/office/drawing/2014/main" id="{31D096BE-C13C-42AA-8B10-624DF2DDB42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9319D45-13DF-4ECF-AC07-E01E8C09C1B3}"/>
              </a:ext>
            </a:extLst>
          </p:cNvPr>
          <p:cNvPicPr>
            <a:picLocks xmlns:a="http://schemas.openxmlformats.org/drawingml/2006/main" noChangeAspect="1"/>
          </p:cNvPicPr>
          <p:nvPr/>
        </p:nvPicPr>
        <p:blipFill>
          <a:blip xmlns:r="http://schemas.openxmlformats.org/officeDocument/2006/relationships" xmlns:a="http://schemas.openxmlformats.org/drawingml/2006/main" r:embed="Ra69043c471cd408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7818C69-7F8D-4928-A435-DE7835B26E86}"/>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AA12997-D654-4FF9-8BFC-AE51E350E67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DAD7CC37-C66C-4D91-8888-B8C5425C202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5A4A28D-165F-4945-ABDC-8000C5CAA03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D01058B0-AFC2-483E-A1C4-7A7320631BCC}"/>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5ABDA0E-32F5-491E-ADFE-AECD13CDAC7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4E9B1318-44C6-4D4E-924D-9348803ECDD6}"/>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ED86606-7062-476B-8B31-10061C0BD3E3}"/>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source detail and reason [ ]</a:t>
            </a:r>
          </a:p>
        </p:txBody>
      </p:sp>
      <p:sp>
        <p:nvSpPr>
          <p:cNvPr id="24" name="shape">
            <a:extLst xmlns:a="http://schemas.openxmlformats.org/drawingml/2006/main">
              <a:ext uri="{FF2B5EF4-FFF2-40B4-BE49-F238E27FC236}">
                <a16:creationId xmlns:a16="http://schemas.microsoft.com/office/drawing/2014/main" id="{79EEED89-68B6-4168-80FE-46FED31B4CD4}"/>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129DD24-D38D-4CA8-97F4-4F796461DFEF}"/>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source detail and reason [ ]</a:t>
            </a:r>
          </a:p>
        </p:txBody>
      </p:sp>
      <p:sp>
        <p:nvSpPr>
          <p:cNvPr id="26" name="shape">
            <a:extLst xmlns:a="http://schemas.openxmlformats.org/drawingml/2006/main">
              <a:ext uri="{FF2B5EF4-FFF2-40B4-BE49-F238E27FC236}">
                <a16:creationId xmlns:a16="http://schemas.microsoft.com/office/drawing/2014/main" id="{6D2D238A-490F-4614-ADFA-5482C6EC9873}"/>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AF2C641-499D-4FE2-93E3-D7B677CF233A}"/>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28" name="shape">
            <a:extLst xmlns:a="http://schemas.openxmlformats.org/drawingml/2006/main">
              <a:ext uri="{FF2B5EF4-FFF2-40B4-BE49-F238E27FC236}">
                <a16:creationId xmlns:a16="http://schemas.microsoft.com/office/drawing/2014/main" id="{099FA94E-99B4-46FF-972A-1356455BA841}"/>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5247F32-8357-4AD7-BFD4-2D5F39F2035B}"/>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Shared possible action in C [ ] / one reason from each [ ]</a:t>
            </a:r>
          </a:p>
        </p:txBody>
      </p:sp>
      <p:sp>
        <p:nvSpPr>
          <p:cNvPr id="30" name="shape">
            <a:extLst xmlns:a="http://schemas.openxmlformats.org/drawingml/2006/main">
              <a:ext uri="{FF2B5EF4-FFF2-40B4-BE49-F238E27FC236}">
                <a16:creationId xmlns:a16="http://schemas.microsoft.com/office/drawing/2014/main" id="{F513A810-CC7B-4D49-9FE6-8040423645D4}"/>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4C7A73B0-755B-4149-A9F7-62E751EE9062}"/>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Limit and my check [ ]</a:t>
            </a:r>
          </a:p>
        </p:txBody>
      </p:sp>
    </p:spTree>
    <p:extLst>
      <p:ext uri="{BB962C8B-B14F-4D97-AF65-F5344CB8AC3E}">
        <p14:creationId xmlns:p14="http://schemas.microsoft.com/office/powerpoint/2010/main" val="180273944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30CFF30F-02D4-4514-8C05-34A987107F7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FBC193AC-4A07-4A09-95C5-448C956FFC4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3F2C211-669F-422A-B6D9-482F592F33A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FFD00ED-E295-433E-B1A0-FDA723CB908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4B55604-DFC9-4163-B971-E1CE3F6494D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7D24FCB-09C8-46F6-9340-34794F00F11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BE76328-FF91-4DC3-B42C-2D7552A5163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2B390CA-53A2-4179-9EAA-A527FF33AA2B}"/>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7D933D5-CB7F-4CFF-AFDF-7CC4FEF62B8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16AB848-E63D-4B58-950A-A86CB88F98D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C2C715CD-CEB7-4ABF-9539-0F78FDAEBBB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D6DD42E8-B7BE-46A9-97BE-5FF05037FE6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6AB6C4C-D15C-45E9-B32D-827FE754825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43</a:t>
            </a:r>
          </a:p>
        </p:txBody>
      </p:sp>
      <p:sp>
        <p:nvSpPr>
          <p:cNvPr id="14" name="licence-footer">
            <a:extLst xmlns:a="http://schemas.openxmlformats.org/drawingml/2006/main">
              <a:ext uri="{FF2B5EF4-FFF2-40B4-BE49-F238E27FC236}">
                <a16:creationId xmlns:a16="http://schemas.microsoft.com/office/drawing/2014/main" id="{DE1E8AE9-F74A-42C9-B8CC-ACCD9500216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DB476A1-9F90-4580-8DA6-5001371D75DC}"/>
              </a:ext>
            </a:extLst>
          </p:cNvPr>
          <p:cNvPicPr>
            <a:picLocks xmlns:a="http://schemas.openxmlformats.org/drawingml/2006/main" noChangeAspect="1"/>
          </p:cNvPicPr>
          <p:nvPr/>
        </p:nvPicPr>
        <p:blipFill>
          <a:blip xmlns:r="http://schemas.openxmlformats.org/officeDocument/2006/relationships" xmlns:a="http://schemas.openxmlformats.org/drawingml/2006/main" r:embed="R9ea4b45402b1418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C1520BA-8704-4A60-AA96-BF3ABCBCF756}"/>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A5D6C24-4545-4678-9043-1BE7F2B8A73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648E6EA6-A05D-4EC5-B91F-9802D73CD95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53E05D9-F3D7-46E4-8D9D-F04D934FCED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1DB7C9D8-17AB-47EA-AD81-DC467B486887}"/>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FDD135E-CC41-46B7-93F0-49D6F18854C2}"/>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CE7AFDE5-5065-4D89-9EAE-6B5F81892B18}"/>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DA15221-2CAA-4037-A353-7F9B8F84B92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2BEBB9FF-74A3-4E5F-8D9B-A77D838C84B4}"/>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4ECE153-CFBB-49F6-84C4-4319C329EF80}"/>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97102476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B6C2F4C2-AB3A-4DF4-82D4-B4D63E57D81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5FC8A65F-84C6-40F0-9873-E9966AF5428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4BC9B6C8-024E-4354-A3E9-584B71F6112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90B82AA-FB00-488F-AD2C-09852D522A6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6A46CD7-3363-4ED0-B453-666D57E22BB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842E91D-72C0-4FFF-AE05-0EF5F1BC918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D1DE1E2-1CDE-4DDC-B178-AA1FE940B66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1B9B5B6-069E-47FA-A06C-91878A4D8A1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8371259-FA65-447D-AC85-4FD4147D659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5EF5F0A-559A-4C5D-9099-C4C7AF7AC0C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8A1084A1-4BF5-4830-899A-4785F6D4F7B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4536381-8ECC-4979-9B8F-F874B01A362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A246EE25-DDF7-4B0B-85BC-9BBAA161451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43</a:t>
            </a:r>
          </a:p>
        </p:txBody>
      </p:sp>
      <p:sp>
        <p:nvSpPr>
          <p:cNvPr id="14" name="licence-footer">
            <a:extLst xmlns:a="http://schemas.openxmlformats.org/drawingml/2006/main">
              <a:ext uri="{FF2B5EF4-FFF2-40B4-BE49-F238E27FC236}">
                <a16:creationId xmlns:a16="http://schemas.microsoft.com/office/drawing/2014/main" id="{69AFC293-8AEB-4CD1-A3D2-B0FF340B741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C214BD0-9309-4F8F-83C3-46FB6FE39382}"/>
              </a:ext>
            </a:extLst>
          </p:cNvPr>
          <p:cNvPicPr>
            <a:picLocks xmlns:a="http://schemas.openxmlformats.org/drawingml/2006/main" noChangeAspect="1"/>
          </p:cNvPicPr>
          <p:nvPr/>
        </p:nvPicPr>
        <p:blipFill>
          <a:blip xmlns:r="http://schemas.openxmlformats.org/officeDocument/2006/relationships" xmlns:a="http://schemas.openxmlformats.org/drawingml/2006/main" r:embed="R42d1160e83394f7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DC4595A-CE30-4776-86F9-10DC77A15D38}"/>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23CE027-9A7D-4C6E-B8B8-37AEBD8AFCE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E5C34BE7-E505-4D95-918C-6E5437D8C5F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C8F85D6-EF42-49B9-B33E-C7C195E0CAB8}"/>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8CCD0C20-35AC-4817-ABA2-6078F83207A2}"/>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3DD039A-29F4-4246-AA0F-4200716BB59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from the options, then add your own word, phrase or reason.</a:t>
            </a:r>
          </a:p>
        </p:txBody>
      </p:sp>
      <p:sp>
        <p:nvSpPr>
          <p:cNvPr id="22" name="shape">
            <a:extLst xmlns:a="http://schemas.openxmlformats.org/drawingml/2006/main">
              <a:ext uri="{FF2B5EF4-FFF2-40B4-BE49-F238E27FC236}">
                <a16:creationId xmlns:a16="http://schemas.microsoft.com/office/drawing/2014/main" id="{494CCC72-2D8A-428E-897A-9C848931D0E2}"/>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1E838B2-51FE-4AC6-85E8-B5088B80B96D}"/>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Compare how two worldviews respond to difficulty.</a:t>
            </a:r>
          </a:p>
        </p:txBody>
      </p:sp>
      <p:sp>
        <p:nvSpPr>
          <p:cNvPr id="24" name="shape">
            <a:extLst xmlns:a="http://schemas.openxmlformats.org/drawingml/2006/main">
              <a:ext uri="{FF2B5EF4-FFF2-40B4-BE49-F238E27FC236}">
                <a16:creationId xmlns:a16="http://schemas.microsoft.com/office/drawing/2014/main" id="{79EBE407-42D0-4BA7-B202-0DBF9E10C0EB}"/>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53134E4-FD2F-4FC1-997E-AF5DDDE28EE5}"/>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similarity supported by A and B: care for others / identical beliefs / a promise that</a:t>
            </a:r>
          </a:p>
        </p:txBody>
      </p:sp>
      <p:sp>
        <p:nvSpPr>
          <p:cNvPr id="26" name="shape">
            <a:extLst xmlns:a="http://schemas.openxmlformats.org/drawingml/2006/main">
              <a:ext uri="{FF2B5EF4-FFF2-40B4-BE49-F238E27FC236}">
                <a16:creationId xmlns:a16="http://schemas.microsoft.com/office/drawing/2014/main" id="{23A93602-442B-41A7-B69C-A1EE68D93FE1}"/>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40EC60F-1F99-4671-8FBA-91D92F625892}"/>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problems end.</a:t>
            </a:r>
          </a:p>
        </p:txBody>
      </p:sp>
      <p:sp>
        <p:nvSpPr>
          <p:cNvPr id="28" name="shape">
            <a:extLst xmlns:a="http://schemas.openxmlformats.org/drawingml/2006/main">
              <a:ext uri="{FF2B5EF4-FFF2-40B4-BE49-F238E27FC236}">
                <a16:creationId xmlns:a16="http://schemas.microsoft.com/office/drawing/2014/main" id="{E832E1A0-7F97-45D2-8A3B-E34733640AF5}"/>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8C6BE45-CB24-49BB-A48A-FE292E3A8480}"/>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difference to test: religious belief and a non-religious basis / only one view can care /</a:t>
            </a:r>
          </a:p>
        </p:txBody>
      </p:sp>
      <p:sp>
        <p:nvSpPr>
          <p:cNvPr id="30" name="shape">
            <a:extLst xmlns:a="http://schemas.openxmlformats.org/drawingml/2006/main">
              <a:ext uri="{FF2B5EF4-FFF2-40B4-BE49-F238E27FC236}">
                <a16:creationId xmlns:a16="http://schemas.microsoft.com/office/drawing/2014/main" id="{EC787D14-08DC-489D-841D-135237DF0799}"/>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57AE717-0AEA-4846-8E95-9838ECC308C5}"/>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every person makes the same choice.</a:t>
            </a:r>
          </a:p>
        </p:txBody>
      </p:sp>
      <p:sp>
        <p:nvSpPr>
          <p:cNvPr id="32" name="shape">
            <a:extLst xmlns:a="http://schemas.openxmlformats.org/drawingml/2006/main">
              <a:ext uri="{FF2B5EF4-FFF2-40B4-BE49-F238E27FC236}">
                <a16:creationId xmlns:a16="http://schemas.microsoft.com/office/drawing/2014/main" id="{243A0BEF-B1E9-4E14-8F69-C139691A9225}"/>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A3A1C3C4-E104-44AB-B63F-1EE958A7D0DE}"/>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your own source detail for each choice. State a possible shared action and two reasons.</a:t>
            </a:r>
          </a:p>
        </p:txBody>
      </p:sp>
    </p:spTree>
    <p:extLst>
      <p:ext uri="{BB962C8B-B14F-4D97-AF65-F5344CB8AC3E}">
        <p14:creationId xmlns:p14="http://schemas.microsoft.com/office/powerpoint/2010/main" val="743172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1113D5A8-CBBC-414B-BB9F-63553EAFFA8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891A1E4D-6F64-4526-96E8-AEF6F90649D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EB94547-6459-49E1-896F-C4DF78567E4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6C3EF28-6972-4B12-BDE8-FF93A8FD817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A8FF980-D5B0-4393-8139-35E389A8067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551C982-02BB-4708-A0BA-564424B5165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BF8E6AC-F0B6-4FE7-B5DB-6A12C7DFDA2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3525362-2D28-46EA-AE7A-ABD7E79EA6F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8B0CAF7-CE67-4BDB-9906-7062EC15DC8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9D3F55F-190A-4127-98F1-8983846C859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99060986-AA20-4643-AC8B-BE8184AE086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E2A743E-17B5-4DE6-A202-B1D660E4B41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FD2A3351-2F15-42F9-B5C5-081B3E3CDDB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43</a:t>
            </a:r>
          </a:p>
        </p:txBody>
      </p:sp>
      <p:sp>
        <p:nvSpPr>
          <p:cNvPr id="14" name="licence-footer">
            <a:extLst xmlns:a="http://schemas.openxmlformats.org/drawingml/2006/main">
              <a:ext uri="{FF2B5EF4-FFF2-40B4-BE49-F238E27FC236}">
                <a16:creationId xmlns:a16="http://schemas.microsoft.com/office/drawing/2014/main" id="{CA5D24B1-3D3C-4A95-80A2-C25F0530219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9A28F35-2FC1-454F-95FB-839EC54E59C3}"/>
              </a:ext>
            </a:extLst>
          </p:cNvPr>
          <p:cNvPicPr>
            <a:picLocks xmlns:a="http://schemas.openxmlformats.org/drawingml/2006/main" noChangeAspect="1"/>
          </p:cNvPicPr>
          <p:nvPr/>
        </p:nvPicPr>
        <p:blipFill>
          <a:blip xmlns:r="http://schemas.openxmlformats.org/officeDocument/2006/relationships" xmlns:a="http://schemas.openxmlformats.org/drawingml/2006/main" r:embed="Rf3fb37d37ee144d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77585CBC-6D30-45B5-B323-BE2DD2D0075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E29E53E-B4CC-4961-96A3-83FE086145C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worldview, similarity, difference, reason.</a:t>
            </a:r>
          </a:p>
        </p:txBody>
      </p:sp>
      <p:sp>
        <p:nvSpPr>
          <p:cNvPr id="18" name="shape">
            <a:extLst xmlns:a="http://schemas.openxmlformats.org/drawingml/2006/main">
              <a:ext uri="{FF2B5EF4-FFF2-40B4-BE49-F238E27FC236}">
                <a16:creationId xmlns:a16="http://schemas.microsoft.com/office/drawing/2014/main" id="{923A011A-99C5-4738-9E56-59B7E9F9F269}"/>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3C35235-61AE-41EB-A84D-E07D87288E5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20" name="shape">
            <a:extLst xmlns:a="http://schemas.openxmlformats.org/drawingml/2006/main">
              <a:ext uri="{FF2B5EF4-FFF2-40B4-BE49-F238E27FC236}">
                <a16:creationId xmlns:a16="http://schemas.microsoft.com/office/drawing/2014/main" id="{66AB6F0F-7136-4749-95B8-363F65CC39E2}"/>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1739E7B-DF83-48B6-8D0B-321FE68AE18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2" name="shape">
            <a:extLst xmlns:a="http://schemas.openxmlformats.org/drawingml/2006/main">
              <a:ext uri="{FF2B5EF4-FFF2-40B4-BE49-F238E27FC236}">
                <a16:creationId xmlns:a16="http://schemas.microsoft.com/office/drawing/2014/main" id="{B1103968-1580-4E76-BBAF-DBC19DF7FC41}"/>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D0833E1-D5AD-4C05-8F93-D907004DA588}"/>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4" name="shape">
            <a:extLst xmlns:a="http://schemas.openxmlformats.org/drawingml/2006/main">
              <a:ext uri="{FF2B5EF4-FFF2-40B4-BE49-F238E27FC236}">
                <a16:creationId xmlns:a16="http://schemas.microsoft.com/office/drawing/2014/main" id="{D7342F0D-0B3A-4632-AABA-476F438D5990}"/>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3FD306A-7B2A-45A8-95F5-7AD82FFF3F3E}"/>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source detail and reason [ ]</a:t>
            </a:r>
          </a:p>
        </p:txBody>
      </p:sp>
      <p:sp>
        <p:nvSpPr>
          <p:cNvPr id="26" name="shape">
            <a:extLst xmlns:a="http://schemas.openxmlformats.org/drawingml/2006/main">
              <a:ext uri="{FF2B5EF4-FFF2-40B4-BE49-F238E27FC236}">
                <a16:creationId xmlns:a16="http://schemas.microsoft.com/office/drawing/2014/main" id="{5B8283FF-AB73-4DC1-B422-BB4FD710694A}"/>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A61F375-99F2-4B7B-B876-224A564AF4D6}"/>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source detail and reason [ ]</a:t>
            </a:r>
          </a:p>
        </p:txBody>
      </p:sp>
      <p:sp>
        <p:nvSpPr>
          <p:cNvPr id="28" name="shape">
            <a:extLst xmlns:a="http://schemas.openxmlformats.org/drawingml/2006/main">
              <a:ext uri="{FF2B5EF4-FFF2-40B4-BE49-F238E27FC236}">
                <a16:creationId xmlns:a16="http://schemas.microsoft.com/office/drawing/2014/main" id="{25946354-CFF0-47A1-8C0F-703F89272D94}"/>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A089D43-D248-46A8-A86D-AC1B8B804F1C}"/>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30" name="shape">
            <a:extLst xmlns:a="http://schemas.openxmlformats.org/drawingml/2006/main">
              <a:ext uri="{FF2B5EF4-FFF2-40B4-BE49-F238E27FC236}">
                <a16:creationId xmlns:a16="http://schemas.microsoft.com/office/drawing/2014/main" id="{F5428B8F-4ECA-41B7-83EB-2EB607AD53EA}"/>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10AFCE51-2CDF-4184-8F2E-1CD531034A16}"/>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Shared possible action in C [ ] / one reason from each [ ]</a:t>
            </a:r>
          </a:p>
        </p:txBody>
      </p:sp>
      <p:sp>
        <p:nvSpPr>
          <p:cNvPr id="32" name="shape">
            <a:extLst xmlns:a="http://schemas.openxmlformats.org/drawingml/2006/main">
              <a:ext uri="{FF2B5EF4-FFF2-40B4-BE49-F238E27FC236}">
                <a16:creationId xmlns:a16="http://schemas.microsoft.com/office/drawing/2014/main" id="{85EAA9D1-C86E-4B6D-8F1E-F78B956BFE20}"/>
              </a:ext>
            </a:extLst>
          </p:cNvPr>
          <p:cNvSpPr>
            <a:spLocks xmlns:a="http://schemas.openxmlformats.org/drawingml/2006/main" noGrp="1"/>
          </p:cNvSpPr>
          <p:nvPr/>
        </p:nvSpPr>
        <p:spPr>
          <a:xfrm xmlns:a="http://schemas.openxmlformats.org/drawingml/2006/main">
            <a:off x="409575" y="4772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3432F109-CE31-4AA0-98A4-627FB4DECC91}"/>
              </a:ext>
            </a:extLst>
          </p:cNvPr>
          <p:cNvSpPr>
            <a:spLocks xmlns:a="http://schemas.openxmlformats.org/drawingml/2006/main" noGrp="1"/>
          </p:cNvSpPr>
          <p:nvPr/>
        </p:nvSpPr>
        <p:spPr>
          <a:xfrm xmlns:a="http://schemas.openxmlformats.org/drawingml/2006/main">
            <a:off x="457200" y="4781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Limit and my check [ ]</a:t>
            </a:r>
          </a:p>
        </p:txBody>
      </p:sp>
    </p:spTree>
    <p:extLst>
      <p:ext uri="{BB962C8B-B14F-4D97-AF65-F5344CB8AC3E}">
        <p14:creationId xmlns:p14="http://schemas.microsoft.com/office/powerpoint/2010/main" val="80719285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4A417F94-475D-4B99-BE1A-3B261294E99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B380DB36-5E4F-4C18-B539-32623A1F257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F495887-7943-42E7-A040-3938B6083E4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55B4132-AE65-4AF7-8008-0177893DFC7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1C9A89D-D9AF-4192-B723-5E1797131F7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8682A43-C303-4080-8FC5-E27B5A43F1A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059CF9B-80EE-4427-A4A5-839095A80E8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F788377-4A2C-4B10-9CE9-AC4759334BC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057A658-7211-4BD0-A6A7-EA3E70DB67C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5D7ED33-B6F8-45DA-8B21-02B8801F578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1F8D913A-852F-40E2-B2CD-DBD3D9DB05B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D94A918-E894-4F4D-AF25-10D14A72E13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2FA806E1-D5C0-4875-B421-4D43A3B9D61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43</a:t>
            </a:r>
          </a:p>
        </p:txBody>
      </p:sp>
      <p:sp>
        <p:nvSpPr>
          <p:cNvPr id="14" name="licence-footer">
            <a:extLst xmlns:a="http://schemas.openxmlformats.org/drawingml/2006/main">
              <a:ext uri="{FF2B5EF4-FFF2-40B4-BE49-F238E27FC236}">
                <a16:creationId xmlns:a16="http://schemas.microsoft.com/office/drawing/2014/main" id="{EC832D21-B0D9-41CB-97A9-6310507E633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95C2D57-9393-4524-99E9-2B22821ADBD1}"/>
              </a:ext>
            </a:extLst>
          </p:cNvPr>
          <p:cNvPicPr>
            <a:picLocks xmlns:a="http://schemas.openxmlformats.org/drawingml/2006/main" noChangeAspect="1"/>
          </p:cNvPicPr>
          <p:nvPr/>
        </p:nvPicPr>
        <p:blipFill>
          <a:blip xmlns:r="http://schemas.openxmlformats.org/officeDocument/2006/relationships" xmlns:a="http://schemas.openxmlformats.org/drawingml/2006/main" r:embed="Ra476b78cacab4b5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787E6FE-A447-4B06-AE14-F408E8D34141}"/>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8C42ED0-06D7-48CC-A747-F5F1C5136CA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18" name="shape">
            <a:extLst xmlns:a="http://schemas.openxmlformats.org/drawingml/2006/main">
              <a:ext uri="{FF2B5EF4-FFF2-40B4-BE49-F238E27FC236}">
                <a16:creationId xmlns:a16="http://schemas.microsoft.com/office/drawing/2014/main" id="{3F916D19-957B-48AB-85B0-F9A25AA2A84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80FE412-D025-4BB3-93DE-F9CAEC44B29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0" name="shape">
            <a:extLst xmlns:a="http://schemas.openxmlformats.org/drawingml/2006/main">
              <a:ext uri="{FF2B5EF4-FFF2-40B4-BE49-F238E27FC236}">
                <a16:creationId xmlns:a16="http://schemas.microsoft.com/office/drawing/2014/main" id="{D4A5028C-9388-41A6-9694-959BFC8FCB76}"/>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A1145D2-545F-4BA5-AC34-973A20861CC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2" name="shape">
            <a:extLst xmlns:a="http://schemas.openxmlformats.org/drawingml/2006/main">
              <a:ext uri="{FF2B5EF4-FFF2-40B4-BE49-F238E27FC236}">
                <a16:creationId xmlns:a16="http://schemas.microsoft.com/office/drawing/2014/main" id="{C70A4908-5914-40B0-ACDF-B810FEA0B8AF}"/>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533A0F8-DD31-4D73-8D9D-FAB54F1EE11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4" name="shape">
            <a:extLst xmlns:a="http://schemas.openxmlformats.org/drawingml/2006/main">
              <a:ext uri="{FF2B5EF4-FFF2-40B4-BE49-F238E27FC236}">
                <a16:creationId xmlns:a16="http://schemas.microsoft.com/office/drawing/2014/main" id="{028E91AD-132E-49F2-A28F-81DC3F67A9D8}"/>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EE41B24-787D-4AB2-BE38-3F1CD9AB69D2}"/>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47174228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7B4DE6DF-8144-4509-BCF8-491514F2914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4FB62BDF-07EC-4F22-BEDF-AF4A8AD52B6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93F434E-EE5B-49CA-88BE-75DB1676903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DA43044-960E-4354-AF29-3D1634B9F7E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3946868-E232-4E23-9D1A-FB2CFC8C23E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810E42C-B446-4BCB-A2E4-D35A23E9107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2587365-C290-4FC9-AFDB-E66495E1749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BCA34D3-7FED-4C9C-A156-BF4E9568DA2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07D9C1D-5773-445E-9F33-4ED97722928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5F94FA0-2273-4B56-885B-00466AF4860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51079D5A-8B50-42A6-B89B-CF99216B7DB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6CEACB7-4AB9-4B55-BF7A-57042BC97CD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3324A57-E7D9-481A-A40E-993F614A662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43</a:t>
            </a:r>
          </a:p>
        </p:txBody>
      </p:sp>
      <p:sp>
        <p:nvSpPr>
          <p:cNvPr id="14" name="licence-footer">
            <a:extLst xmlns:a="http://schemas.openxmlformats.org/drawingml/2006/main">
              <a:ext uri="{FF2B5EF4-FFF2-40B4-BE49-F238E27FC236}">
                <a16:creationId xmlns:a16="http://schemas.microsoft.com/office/drawing/2014/main" id="{D6828110-B9F5-4BAA-AFA0-4BCC2DF8B65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AB2669A-EFFD-4E43-98D0-C33262E96798}"/>
              </a:ext>
            </a:extLst>
          </p:cNvPr>
          <p:cNvPicPr>
            <a:picLocks xmlns:a="http://schemas.openxmlformats.org/drawingml/2006/main" noChangeAspect="1"/>
          </p:cNvPicPr>
          <p:nvPr/>
        </p:nvPicPr>
        <p:blipFill>
          <a:blip xmlns:r="http://schemas.openxmlformats.org/officeDocument/2006/relationships" xmlns:a="http://schemas.openxmlformats.org/drawingml/2006/main" r:embed="Rbb5a14b44a5c461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4F3290F-EFAB-4A22-B641-2CD52586D4F1}"/>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CFD3ECF-C5CE-4334-8E90-E12803B1437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2836F2CC-7DA2-4F19-90D3-623EA4ED40B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E93901F-675A-441A-904A-5BE572732B1E}"/>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8737D128-48DD-4F5C-AC2B-38200A59D7DA}"/>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F211E88-ACC1-4892-8071-EC6B54BE9A0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Complete the core task, then try the further challenge.</a:t>
            </a:r>
          </a:p>
        </p:txBody>
      </p:sp>
      <p:sp>
        <p:nvSpPr>
          <p:cNvPr id="22" name="shape">
            <a:extLst xmlns:a="http://schemas.openxmlformats.org/drawingml/2006/main">
              <a:ext uri="{FF2B5EF4-FFF2-40B4-BE49-F238E27FC236}">
                <a16:creationId xmlns:a16="http://schemas.microsoft.com/office/drawing/2014/main" id="{BA332B08-F657-404D-8106-694F43C09A55}"/>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105FE2CE-2EDE-4DF5-9021-EA1D466AB5C1}"/>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A and B in response to C. Give one similarity and one difference with source details.</a:t>
            </a:r>
          </a:p>
        </p:txBody>
      </p:sp>
      <p:sp>
        <p:nvSpPr>
          <p:cNvPr id="24" name="shape">
            <a:extLst xmlns:a="http://schemas.openxmlformats.org/drawingml/2006/main">
              <a:ext uri="{FF2B5EF4-FFF2-40B4-BE49-F238E27FC236}">
                <a16:creationId xmlns:a16="http://schemas.microsoft.com/office/drawing/2014/main" id="{F5C90FEF-0E3C-4B4E-9BE6-C2F364ED4BF9}"/>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154281E-6DD7-45E4-BE4C-06F8181ABA4B}"/>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Suggest a helpful action and explain a possible reason from each view. State a limit: the case does</a:t>
            </a:r>
          </a:p>
        </p:txBody>
      </p:sp>
      <p:sp>
        <p:nvSpPr>
          <p:cNvPr id="26" name="shape">
            <a:extLst xmlns:a="http://schemas.openxmlformats.org/drawingml/2006/main">
              <a:ext uri="{FF2B5EF4-FFF2-40B4-BE49-F238E27FC236}">
                <a16:creationId xmlns:a16="http://schemas.microsoft.com/office/drawing/2014/main" id="{6D93AED0-A28A-43FF-8A5A-C6D7A92B6739}"/>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736D6F4-5191-468D-8728-2A5A460655DD}"/>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not name anyone’s beliefs. Use worldview, similarity, difference and reason.</a:t>
            </a:r>
          </a:p>
        </p:txBody>
      </p:sp>
      <p:sp>
        <p:nvSpPr>
          <p:cNvPr id="28" name="shape">
            <a:extLst xmlns:a="http://schemas.openxmlformats.org/drawingml/2006/main">
              <a:ext uri="{FF2B5EF4-FFF2-40B4-BE49-F238E27FC236}">
                <a16:creationId xmlns:a16="http://schemas.microsoft.com/office/drawing/2014/main" id="{5C97FAA9-9C7F-478A-BA35-2227E69799AE}"/>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DAFAA8E-607D-4012-A10A-38B99077B714}"/>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Further challenge: Explain why similar actions do not erase a difference in belief, and why</a:t>
            </a:r>
          </a:p>
        </p:txBody>
      </p:sp>
      <p:sp>
        <p:nvSpPr>
          <p:cNvPr id="30" name="shape">
            <a:extLst xmlns:a="http://schemas.openxmlformats.org/drawingml/2006/main">
              <a:ext uri="{FF2B5EF4-FFF2-40B4-BE49-F238E27FC236}">
                <a16:creationId xmlns:a16="http://schemas.microsoft.com/office/drawing/2014/main" id="{90C72532-9EAF-41C7-82C8-8838BCD1DCAD}"/>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55AFC8EB-D9ED-4CBE-8BA0-59971BD3253D}"/>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differences do not require ranking people.</a:t>
            </a:r>
          </a:p>
        </p:txBody>
      </p:sp>
      <p:sp>
        <p:nvSpPr>
          <p:cNvPr id="32" name="shape">
            <a:extLst xmlns:a="http://schemas.openxmlformats.org/drawingml/2006/main">
              <a:ext uri="{FF2B5EF4-FFF2-40B4-BE49-F238E27FC236}">
                <a16:creationId xmlns:a16="http://schemas.microsoft.com/office/drawing/2014/main" id="{EED535A3-C750-4847-A858-5620377E52F2}"/>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78FA406E-D241-4666-94FC-816FA5D4B479}"/>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4" name="shape">
            <a:extLst xmlns:a="http://schemas.openxmlformats.org/drawingml/2006/main">
              <a:ext uri="{FF2B5EF4-FFF2-40B4-BE49-F238E27FC236}">
                <a16:creationId xmlns:a16="http://schemas.microsoft.com/office/drawing/2014/main" id="{C040219B-8A6A-47FF-8F22-AEB1DBD6AC5C}"/>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EB1C16B2-0239-46B4-A18F-70771EC7471A}"/>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Tree>
    <p:extLst>
      <p:ext uri="{BB962C8B-B14F-4D97-AF65-F5344CB8AC3E}">
        <p14:creationId xmlns:p14="http://schemas.microsoft.com/office/powerpoint/2010/main" val="160810800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E81D3186-AAE7-48A1-A1CD-80CAA28916A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E008204A-C132-4FC4-9E4D-DAE2E70D38C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89DEB25-769E-476F-ACEC-E5A2460EA1F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8A35CD7-8FA4-4F5E-B98D-FC981D49F1A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34A8DA4-647B-4B43-B26B-744515CE55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71E8CB0-CB22-49F0-A119-8BD96D61885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0FED334-1655-421A-AA20-7DC8DA80E62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1EF56F4-CD99-463B-B72F-8947B11E748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76CC531-45EE-473E-B8E4-04DC394F03A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8E36951-AA4C-480F-8A0D-B6748E12535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61F1FA38-BE5C-402A-BB52-74ED65AFDB5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FDC92F5-C45D-4C56-8739-9D990903634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1B5BA9F9-07E2-44F8-8AC6-3FBB88CB526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43</a:t>
            </a:r>
          </a:p>
        </p:txBody>
      </p:sp>
      <p:sp>
        <p:nvSpPr>
          <p:cNvPr id="14" name="licence-footer">
            <a:extLst xmlns:a="http://schemas.openxmlformats.org/drawingml/2006/main">
              <a:ext uri="{FF2B5EF4-FFF2-40B4-BE49-F238E27FC236}">
                <a16:creationId xmlns:a16="http://schemas.microsoft.com/office/drawing/2014/main" id="{0FD0639A-B5E0-4F2A-BDC6-2F2BF9FAECD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E5AEF65-AE82-4FA7-9D3B-26EC564683CD}"/>
              </a:ext>
            </a:extLst>
          </p:cNvPr>
          <p:cNvPicPr>
            <a:picLocks xmlns:a="http://schemas.openxmlformats.org/drawingml/2006/main" noChangeAspect="1"/>
          </p:cNvPicPr>
          <p:nvPr/>
        </p:nvPicPr>
        <p:blipFill>
          <a:blip xmlns:r="http://schemas.openxmlformats.org/officeDocument/2006/relationships" xmlns:a="http://schemas.openxmlformats.org/drawingml/2006/main" r:embed="Re7a22c8348ae447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A2F8B07-7C6D-4ADE-93AF-9DB858221B3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CD827DF-84C6-4A21-99D4-F48678F7CD6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18" name="shape">
            <a:extLst xmlns:a="http://schemas.openxmlformats.org/drawingml/2006/main">
              <a:ext uri="{FF2B5EF4-FFF2-40B4-BE49-F238E27FC236}">
                <a16:creationId xmlns:a16="http://schemas.microsoft.com/office/drawing/2014/main" id="{0E70069C-42BA-4EDA-A873-5C4BAF8DD360}"/>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ACF0303-F293-45C3-8160-6C1F2B94C05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source detail and reason [ ]</a:t>
            </a:r>
          </a:p>
        </p:txBody>
      </p:sp>
      <p:sp>
        <p:nvSpPr>
          <p:cNvPr id="20" name="shape">
            <a:extLst xmlns:a="http://schemas.openxmlformats.org/drawingml/2006/main">
              <a:ext uri="{FF2B5EF4-FFF2-40B4-BE49-F238E27FC236}">
                <a16:creationId xmlns:a16="http://schemas.microsoft.com/office/drawing/2014/main" id="{F9F3009E-7BAC-4DB2-B338-EE7C51BC19F1}"/>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6930296-E688-4446-B71F-639D24751F6D}"/>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source detail and reason [ ]</a:t>
            </a:r>
          </a:p>
        </p:txBody>
      </p:sp>
      <p:sp>
        <p:nvSpPr>
          <p:cNvPr id="22" name="shape">
            <a:extLst xmlns:a="http://schemas.openxmlformats.org/drawingml/2006/main">
              <a:ext uri="{FF2B5EF4-FFF2-40B4-BE49-F238E27FC236}">
                <a16:creationId xmlns:a16="http://schemas.microsoft.com/office/drawing/2014/main" id="{047194CF-7DDF-4207-AF35-52F843FAAD91}"/>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13E70A4-8FD5-45D8-BFD0-EC9B20A61967}"/>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24" name="shape">
            <a:extLst xmlns:a="http://schemas.openxmlformats.org/drawingml/2006/main">
              <a:ext uri="{FF2B5EF4-FFF2-40B4-BE49-F238E27FC236}">
                <a16:creationId xmlns:a16="http://schemas.microsoft.com/office/drawing/2014/main" id="{1194F327-8A5D-423B-BA91-57D6A7270F99}"/>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D9128095-F5A4-49B3-A9EE-3876C6A35EFA}"/>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Shared possible action in C [ ] / one reason from each [ ]</a:t>
            </a:r>
          </a:p>
        </p:txBody>
      </p:sp>
      <p:sp>
        <p:nvSpPr>
          <p:cNvPr id="26" name="shape">
            <a:extLst xmlns:a="http://schemas.openxmlformats.org/drawingml/2006/main">
              <a:ext uri="{FF2B5EF4-FFF2-40B4-BE49-F238E27FC236}">
                <a16:creationId xmlns:a16="http://schemas.microsoft.com/office/drawing/2014/main" id="{6E65519C-9B11-4050-BE29-B5FFA6B3731D}"/>
              </a:ext>
            </a:extLst>
          </p:cNvPr>
          <p:cNvSpPr>
            <a:spLocks xmlns:a="http://schemas.openxmlformats.org/drawingml/2006/main" noGrp="1"/>
          </p:cNvSpPr>
          <p:nvPr/>
        </p:nvSpPr>
        <p:spPr>
          <a:xfrm xmlns:a="http://schemas.openxmlformats.org/drawingml/2006/main">
            <a:off x="409575" y="3695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B31202F-2CDA-46BD-9500-8D4411E7D82D}"/>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Limit and my check [ ]</a:t>
            </a:r>
          </a:p>
        </p:txBody>
      </p:sp>
      <p:sp>
        <p:nvSpPr>
          <p:cNvPr id="28" name="shape">
            <a:extLst xmlns:a="http://schemas.openxmlformats.org/drawingml/2006/main">
              <a:ext uri="{FF2B5EF4-FFF2-40B4-BE49-F238E27FC236}">
                <a16:creationId xmlns:a16="http://schemas.microsoft.com/office/drawing/2014/main" id="{10DF49FA-89FF-4171-81A4-279A0BC48858}"/>
              </a:ext>
            </a:extLst>
          </p:cNvPr>
          <p:cNvSpPr>
            <a:spLocks xmlns:a="http://schemas.openxmlformats.org/drawingml/2006/main" noGrp="1"/>
          </p:cNvSpPr>
          <p:nvPr/>
        </p:nvSpPr>
        <p:spPr>
          <a:xfrm xmlns:a="http://schemas.openxmlformats.org/drawingml/2006/main">
            <a:off x="409575" y="4086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938CDE6-F936-475F-9E5D-78A6A824B193}"/>
              </a:ext>
            </a:extLst>
          </p:cNvPr>
          <p:cNvSpPr>
            <a:spLocks xmlns:a="http://schemas.openxmlformats.org/drawingml/2006/main" noGrp="1"/>
          </p:cNvSpPr>
          <p:nvPr/>
        </p:nvSpPr>
        <p:spPr>
          <a:xfrm xmlns:a="http://schemas.openxmlformats.org/drawingml/2006/main">
            <a:off x="457200" y="4095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30" name="shape">
            <a:extLst xmlns:a="http://schemas.openxmlformats.org/drawingml/2006/main">
              <a:ext uri="{FF2B5EF4-FFF2-40B4-BE49-F238E27FC236}">
                <a16:creationId xmlns:a16="http://schemas.microsoft.com/office/drawing/2014/main" id="{02A730E0-9AAE-430E-9B8D-132128F078DA}"/>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FF2378C3-E9FE-46DC-B952-7B4FBE28AAF7}"/>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131729384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5E579530-0375-4EB7-AAD7-349AA4375C2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BDD4BC89-61D5-4A0B-879A-0C2D74DED8A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F87A213-448E-4D45-83DA-F6BE72367BF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04B1C24-73A2-496E-A999-BD218321D42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F9E755D-E914-4F0F-AD72-65DC8F1DFE9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1921323-2787-481C-848A-2B72AD0C6A0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87D0E4C-49F0-4C13-B245-8C28B30264C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8D92F77-F774-42A8-9CC5-05FB0ADB0ED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7208C90-69A5-48A3-864F-7268BFD4A2A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2273AE7-CE65-490F-88E9-0A5FEA40D4C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31AFF687-7D4B-4345-94B8-6FCF5563E9D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7910DCA-5D36-44FB-AF50-E155B0CAC03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113EF921-E528-467B-A0D1-7562B20B5BA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43</a:t>
            </a:r>
          </a:p>
        </p:txBody>
      </p:sp>
      <p:sp>
        <p:nvSpPr>
          <p:cNvPr id="14" name="licence-footer">
            <a:extLst xmlns:a="http://schemas.openxmlformats.org/drawingml/2006/main">
              <a:ext uri="{FF2B5EF4-FFF2-40B4-BE49-F238E27FC236}">
                <a16:creationId xmlns:a16="http://schemas.microsoft.com/office/drawing/2014/main" id="{5DA451B3-1A6A-4393-83B4-9EE8C0865EF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9254F67-9109-4D0F-B946-95797CD3B9BB}"/>
              </a:ext>
            </a:extLst>
          </p:cNvPr>
          <p:cNvPicPr>
            <a:picLocks xmlns:a="http://schemas.openxmlformats.org/drawingml/2006/main" noChangeAspect="1"/>
          </p:cNvPicPr>
          <p:nvPr/>
        </p:nvPicPr>
        <p:blipFill>
          <a:blip xmlns:r="http://schemas.openxmlformats.org/officeDocument/2006/relationships" xmlns:a="http://schemas.openxmlformats.org/drawingml/2006/main" r:embed="R3fff36e06339454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46A5B76-B421-4935-9683-C6B0DB69CEE2}"/>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5BC2DF21-0C3E-4AB7-829E-2AC563A6D7F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D87B9FC3-91BC-4C2C-979E-59D9CC22C6C0}"/>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9FD7A90-427C-4F3E-8948-1A9F3685D27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E3B5F1F4-981B-46CE-B3EB-8A2ED6ED3DE8}"/>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B36F4FC-2C68-4A78-B49A-937E9146251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85900704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59DBC8FF-306E-4B28-8E99-865AF095DDB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7A4BB794-AA2A-4D3D-A634-2F4A7420098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F550712-D1C1-4215-82C0-67373101FA1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Blank record — classroom tool</a:t>
            </a:r>
          </a:p>
        </p:txBody>
      </p:sp>
      <p:sp>
        <p:nvSpPr>
          <p:cNvPr id="4" name="shape">
            <a:extLst xmlns:a="http://schemas.openxmlformats.org/drawingml/2006/main">
              <a:ext uri="{FF2B5EF4-FFF2-40B4-BE49-F238E27FC236}">
                <a16:creationId xmlns:a16="http://schemas.microsoft.com/office/drawing/2014/main" id="{A3D11031-4B53-4B51-B2E2-DA8D80B36EB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C40DD32-59A5-4825-A189-CD645D8953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5B8CFE5-F5CE-4CB4-92C8-39A98634316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FC951B8-C701-45FD-A667-D20651B5039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F3B4D02-77A9-48EC-BB93-FCDD4CF3C9D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ABFCDF0-593F-40D1-8E27-D384B9B0CD2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E24467F-F11D-4B88-BF7F-8AEB2A19AEF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BFA68507-B952-4A3B-8385-977C661B7C9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4F895BE-8D75-4B50-A8CF-F2AD22D4072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C2F4957-EA50-4065-AACD-3457EEBA286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43</a:t>
            </a:r>
          </a:p>
        </p:txBody>
      </p:sp>
      <p:sp>
        <p:nvSpPr>
          <p:cNvPr id="14" name="licence-footer">
            <a:extLst xmlns:a="http://schemas.openxmlformats.org/drawingml/2006/main">
              <a:ext uri="{FF2B5EF4-FFF2-40B4-BE49-F238E27FC236}">
                <a16:creationId xmlns:a16="http://schemas.microsoft.com/office/drawing/2014/main" id="{A4AE8203-1F7E-4C30-BB5B-00546880CAA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E6C7C4E-C8B7-4C24-9367-26BDC24830BA}"/>
              </a:ext>
            </a:extLst>
          </p:cNvPr>
          <p:cNvPicPr>
            <a:picLocks xmlns:a="http://schemas.openxmlformats.org/drawingml/2006/main" noChangeAspect="1"/>
          </p:cNvPicPr>
          <p:nvPr/>
        </p:nvPicPr>
        <p:blipFill>
          <a:blip xmlns:r="http://schemas.openxmlformats.org/officeDocument/2006/relationships" xmlns:a="http://schemas.openxmlformats.org/drawingml/2006/main" r:embed="Rfe6bbe34cbb447e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CF578DE-CA12-4967-B276-E764B392B2E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source detail and reason [ ]</a:t>
            </a:r>
          </a:p>
        </p:txBody>
      </p:sp>
      <p:sp>
        <p:nvSpPr>
          <p:cNvPr id="17" name="pupil-text">
            <a:extLst xmlns:a="http://schemas.openxmlformats.org/drawingml/2006/main">
              <a:ext uri="{FF2B5EF4-FFF2-40B4-BE49-F238E27FC236}">
                <a16:creationId xmlns:a16="http://schemas.microsoft.com/office/drawing/2014/main" id="{26A0B926-874C-43F8-9EDE-7B62ED0E754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source detail and reason [ ]</a:t>
            </a:r>
          </a:p>
        </p:txBody>
      </p:sp>
      <p:sp>
        <p:nvSpPr>
          <p:cNvPr id="18" name="pupil-text">
            <a:extLst xmlns:a="http://schemas.openxmlformats.org/drawingml/2006/main">
              <a:ext uri="{FF2B5EF4-FFF2-40B4-BE49-F238E27FC236}">
                <a16:creationId xmlns:a16="http://schemas.microsoft.com/office/drawing/2014/main" id="{CE742A8C-37F8-4194-89DD-C60BD1A39CEB}"/>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Similarity [ ] / difference [ ]</a:t>
            </a:r>
          </a:p>
        </p:txBody>
      </p:sp>
      <p:sp>
        <p:nvSpPr>
          <p:cNvPr id="19" name="pupil-text">
            <a:extLst xmlns:a="http://schemas.openxmlformats.org/drawingml/2006/main">
              <a:ext uri="{FF2B5EF4-FFF2-40B4-BE49-F238E27FC236}">
                <a16:creationId xmlns:a16="http://schemas.microsoft.com/office/drawing/2014/main" id="{E5A7ADF3-7C83-4443-BAB3-8187233034E9}"/>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Shared possible action in C [ ] / one reason from each [ ]</a:t>
            </a:r>
          </a:p>
        </p:txBody>
      </p:sp>
      <p:sp>
        <p:nvSpPr>
          <p:cNvPr id="20" name="pupil-text">
            <a:extLst xmlns:a="http://schemas.openxmlformats.org/drawingml/2006/main">
              <a:ext uri="{FF2B5EF4-FFF2-40B4-BE49-F238E27FC236}">
                <a16:creationId xmlns:a16="http://schemas.microsoft.com/office/drawing/2014/main" id="{FE829ED9-556E-47FE-9638-60D6369F76D8}"/>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Limit and my check [ ]</a:t>
            </a:r>
          </a:p>
        </p:txBody>
      </p:sp>
      <p:sp>
        <p:nvSpPr>
          <p:cNvPr id="21" name="shape">
            <a:extLst xmlns:a="http://schemas.openxmlformats.org/drawingml/2006/main">
              <a:ext uri="{FF2B5EF4-FFF2-40B4-BE49-F238E27FC236}">
                <a16:creationId xmlns:a16="http://schemas.microsoft.com/office/drawing/2014/main" id="{3142377D-0010-4797-BE3C-64E7DC68C56F}"/>
              </a:ext>
            </a:extLst>
          </p:cNvPr>
          <p:cNvSpPr>
            <a:spLocks xmlns:a="http://schemas.openxmlformats.org/drawingml/2006/main" noGrp="1"/>
          </p:cNvSpPr>
          <p:nvPr/>
        </p:nvSpPr>
        <p:spPr>
          <a:xfrm xmlns:a="http://schemas.openxmlformats.org/drawingml/2006/main">
            <a:off x="409575" y="3695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6C9A98E4-4668-497F-BA35-5ADDF33748D1}"/>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Tree>
    <p:extLst>
      <p:ext uri="{BB962C8B-B14F-4D97-AF65-F5344CB8AC3E}">
        <p14:creationId xmlns:p14="http://schemas.microsoft.com/office/powerpoint/2010/main" val="81525980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D617C8F-065A-44DA-A04A-E94C249BB92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52C5FD52-6674-47C7-96C2-AB985FABF5E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89E37F58-982F-41CB-8E73-56E7D040BD4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58AA19E4-B82D-4655-8183-FF8D73FD2EA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8B59A9C-465C-4A1D-8F5C-A7C69D357F9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320A685-8F63-4EA0-BA29-7D114C31F32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E517BD9-B9BA-4EB8-B5CA-93DD885C79B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CCBD7ED-7751-4C74-AC08-A528BC73388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4D478AC-064B-49C5-BF96-1974E4B4F0CD}"/>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EDBCED5-C539-4F6D-A468-AB1A5A80CCC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8E9250EA-E75D-4FEB-89A2-0A1DEAA29F1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70F1431-5930-424F-8A42-54D16B19F3F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332F8EFE-CF2F-42C5-88B7-306250A9566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39 / 43</a:t>
            </a:r>
          </a:p>
        </p:txBody>
      </p:sp>
      <p:sp>
        <p:nvSpPr>
          <p:cNvPr id="14" name="licence-footer">
            <a:extLst xmlns:a="http://schemas.openxmlformats.org/drawingml/2006/main">
              <a:ext uri="{FF2B5EF4-FFF2-40B4-BE49-F238E27FC236}">
                <a16:creationId xmlns:a16="http://schemas.microsoft.com/office/drawing/2014/main" id="{EAFEFF88-9C20-41C8-8C2B-D3E4D8EFCA3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47A5A29-2F0C-471F-8C5A-90740EAD9D9F}"/>
              </a:ext>
            </a:extLst>
          </p:cNvPr>
          <p:cNvPicPr>
            <a:picLocks xmlns:a="http://schemas.openxmlformats.org/drawingml/2006/main" noChangeAspect="1"/>
          </p:cNvPicPr>
          <p:nvPr/>
        </p:nvPicPr>
        <p:blipFill>
          <a:blip xmlns:r="http://schemas.openxmlformats.org/officeDocument/2006/relationships" xmlns:a="http://schemas.openxmlformats.org/drawingml/2006/main" r:embed="Rf8ea36e04bff43c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C9D0550-C8A4-40BF-AFAE-0CE4811230F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0B4A5E7F-F55C-4260-A8C7-165DB75FF48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pair — G-P-S5 and G-P-S3, in new words. X: a Christian account connects faith-based</a:t>
            </a:r>
          </a:p>
        </p:txBody>
      </p:sp>
      <p:sp>
        <p:nvSpPr>
          <p:cNvPr id="18" name="pupil-text">
            <a:extLst xmlns:a="http://schemas.openxmlformats.org/drawingml/2006/main">
              <a:ext uri="{FF2B5EF4-FFF2-40B4-BE49-F238E27FC236}">
                <a16:creationId xmlns:a16="http://schemas.microsoft.com/office/drawing/2014/main" id="{FFB04240-1DB2-4756-AC2D-F797DCFCB61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hope with kindness to people in need. Y: a humanist account uses reason, empathy and the effects of</a:t>
            </a:r>
          </a:p>
        </p:txBody>
      </p:sp>
      <p:sp>
        <p:nvSpPr>
          <p:cNvPr id="19" name="pupil-text">
            <a:extLst xmlns:a="http://schemas.openxmlformats.org/drawingml/2006/main">
              <a:ext uri="{FF2B5EF4-FFF2-40B4-BE49-F238E27FC236}">
                <a16:creationId xmlns:a16="http://schemas.microsoft.com/office/drawing/2014/main" id="{CF6FA85E-19DC-4AE8-A3FD-21331C5904AC}"/>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choices to guide action. Both are supplied accounts, not statements about every member.</a:t>
            </a:r>
          </a:p>
        </p:txBody>
      </p:sp>
      <p:sp>
        <p:nvSpPr>
          <p:cNvPr id="20" name="pupil-text">
            <a:extLst xmlns:a="http://schemas.openxmlformats.org/drawingml/2006/main">
              <a:ext uri="{FF2B5EF4-FFF2-40B4-BE49-F238E27FC236}">
                <a16:creationId xmlns:a16="http://schemas.microsoft.com/office/drawing/2014/main" id="{B250E5B6-289A-4AF8-926D-0AC27270E0BF}"/>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not sure yet; 2 = partly sure; 3 = sure.</a:t>
            </a:r>
          </a:p>
        </p:txBody>
      </p:sp>
    </p:spTree>
    <p:extLst>
      <p:ext uri="{BB962C8B-B14F-4D97-AF65-F5344CB8AC3E}">
        <p14:creationId xmlns:p14="http://schemas.microsoft.com/office/powerpoint/2010/main" val="50738898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FF69F68F-A614-4159-A9F5-DD12C3DE864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2C70A125-4DD6-4CB3-8BFD-C45B8A8B31F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731C6E0A-3CE9-4069-B1A1-F56FC00C655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039D51B0-4FC8-45E5-BC52-0FE22279896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C2D7115-0E42-494A-B8C1-C255C4B703F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7FB2241-6BFB-480B-9020-196D60FB151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5E3A2EF-25BF-47C5-A198-1194FCF34F9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00654D1-7B9E-4C58-A9F3-92839616398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4EE93F6-B705-42A5-8F74-B56E05CAFC1D}"/>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83D83DC-7577-471C-88CC-297AE9476F6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C627F9BC-F5D0-4D31-A0F5-B9E157441C0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B198340-CC28-4783-BF7D-33A966EFEA2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D16397EC-BB8A-4A0B-877E-7D86ED77FDB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40 / 43</a:t>
            </a:r>
          </a:p>
        </p:txBody>
      </p:sp>
      <p:sp>
        <p:nvSpPr>
          <p:cNvPr id="14" name="licence-footer">
            <a:extLst xmlns:a="http://schemas.openxmlformats.org/drawingml/2006/main">
              <a:ext uri="{FF2B5EF4-FFF2-40B4-BE49-F238E27FC236}">
                <a16:creationId xmlns:a16="http://schemas.microsoft.com/office/drawing/2014/main" id="{00A396D2-B324-421C-8FB4-1CBB8F4824F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26FD881-19B7-4DBA-9001-D1C141424643}"/>
              </a:ext>
            </a:extLst>
          </p:cNvPr>
          <p:cNvPicPr>
            <a:picLocks xmlns:a="http://schemas.openxmlformats.org/drawingml/2006/main" noChangeAspect="1"/>
          </p:cNvPicPr>
          <p:nvPr/>
        </p:nvPicPr>
        <p:blipFill>
          <a:blip xmlns:r="http://schemas.openxmlformats.org/officeDocument/2006/relationships" xmlns:a="http://schemas.openxmlformats.org/drawingml/2006/main" r:embed="R68a06e6d1a2844c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B8927E6-22D0-4FB9-B826-955B5975D0B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pair — G-P-S5 and G-P-S3, in new words. X: a Christian account connects faith-based</a:t>
            </a:r>
          </a:p>
        </p:txBody>
      </p:sp>
      <p:sp>
        <p:nvSpPr>
          <p:cNvPr id="17" name="pupil-text">
            <a:extLst xmlns:a="http://schemas.openxmlformats.org/drawingml/2006/main">
              <a:ext uri="{FF2B5EF4-FFF2-40B4-BE49-F238E27FC236}">
                <a16:creationId xmlns:a16="http://schemas.microsoft.com/office/drawing/2014/main" id="{A975ABE4-3213-44ED-A2FA-634DF6C4885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hope with kindness to people in need. Y: a humanist account uses reason, empathy and the effects of</a:t>
            </a:r>
          </a:p>
        </p:txBody>
      </p:sp>
      <p:sp>
        <p:nvSpPr>
          <p:cNvPr id="18" name="pupil-text">
            <a:extLst xmlns:a="http://schemas.openxmlformats.org/drawingml/2006/main">
              <a:ext uri="{FF2B5EF4-FFF2-40B4-BE49-F238E27FC236}">
                <a16:creationId xmlns:a16="http://schemas.microsoft.com/office/drawing/2014/main" id="{1CF2C672-6EA0-4A5F-90B5-628697A2A2E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choices to guide action. Both are supplied accounts, not statements about every member.</a:t>
            </a:r>
          </a:p>
        </p:txBody>
      </p:sp>
      <p:sp>
        <p:nvSpPr>
          <p:cNvPr id="19" name="shape">
            <a:extLst xmlns:a="http://schemas.openxmlformats.org/drawingml/2006/main">
              <a:ext uri="{FF2B5EF4-FFF2-40B4-BE49-F238E27FC236}">
                <a16:creationId xmlns:a16="http://schemas.microsoft.com/office/drawing/2014/main" id="{FC746CE3-4653-4071-B7C9-5047E5EB6BE8}"/>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039CF71C-FA47-4B70-831C-D9EF5F9CD0C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Tree>
    <p:extLst>
      <p:ext uri="{BB962C8B-B14F-4D97-AF65-F5344CB8AC3E}">
        <p14:creationId xmlns:p14="http://schemas.microsoft.com/office/powerpoint/2010/main" val="110739452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260A464C-4743-4E65-814A-E81FCDF6967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EB382F48-5A24-43F6-84C8-02A4BAAD1CD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80096B42-6AB2-4A52-9498-3D96CFC7615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027729A9-CD00-4724-9593-B9CD1BBD7CF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1C73BFE-E1F3-4E61-A8AD-DD62D266420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505C1C2-AEF8-4F2D-97FE-07DA9120F33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517EA69-8E96-4744-A21C-CF2897B3159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80D6F28-15F4-47DB-B1D5-832E8229A38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843327E-90CE-4857-9E9F-51226A656B1F}"/>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1F77259-D9D5-4E08-8B43-BBCB8141DD5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EA17A3FE-4D65-4668-8527-44599ADFD7B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6B1EB82-2BBB-459E-80BF-59E5AB356F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545EE752-DABB-4214-85D6-AEEBCF6FA15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41 / 43</a:t>
            </a:r>
          </a:p>
        </p:txBody>
      </p:sp>
      <p:sp>
        <p:nvSpPr>
          <p:cNvPr id="14" name="licence-footer">
            <a:extLst xmlns:a="http://schemas.openxmlformats.org/drawingml/2006/main">
              <a:ext uri="{FF2B5EF4-FFF2-40B4-BE49-F238E27FC236}">
                <a16:creationId xmlns:a16="http://schemas.microsoft.com/office/drawing/2014/main" id="{B0119E0E-41BE-4839-8018-C3CB8A7E683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EE17FF1-B7A6-442F-8301-4FD24FCAA22E}"/>
              </a:ext>
            </a:extLst>
          </p:cNvPr>
          <p:cNvPicPr>
            <a:picLocks xmlns:a="http://schemas.openxmlformats.org/drawingml/2006/main" noChangeAspect="1"/>
          </p:cNvPicPr>
          <p:nvPr/>
        </p:nvPicPr>
        <p:blipFill>
          <a:blip xmlns:r="http://schemas.openxmlformats.org/officeDocument/2006/relationships" xmlns:a="http://schemas.openxmlformats.org/drawingml/2006/main" r:embed="R64da60719a8a49b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59F28B2-E264-4D1C-BB12-05D7A411233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682879E2-18B2-4CAF-A0D8-BECCF803CC8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DBB4B3C2-6705-474D-B75C-0E46BB24983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one idea the accounts can share.</a:t>
            </a:r>
          </a:p>
        </p:txBody>
      </p:sp>
      <p:sp>
        <p:nvSpPr>
          <p:cNvPr id="19" name="pupil-text">
            <a:extLst xmlns:a="http://schemas.openxmlformats.org/drawingml/2006/main">
              <a:ext uri="{FF2B5EF4-FFF2-40B4-BE49-F238E27FC236}">
                <a16:creationId xmlns:a16="http://schemas.microsoft.com/office/drawing/2014/main" id="{A12D2242-94FB-4249-913A-8F057A76D2C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1C2FD8FD-163B-4E4F-8006-312B2EC5A7E4}"/>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one difference in their reasons.</a:t>
            </a:r>
          </a:p>
        </p:txBody>
      </p:sp>
    </p:spTree>
    <p:extLst>
      <p:ext uri="{BB962C8B-B14F-4D97-AF65-F5344CB8AC3E}">
        <p14:creationId xmlns:p14="http://schemas.microsoft.com/office/powerpoint/2010/main" val="195595476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7584E0A1-BA1D-47E2-BAD3-F66109A85F3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FAF8DA59-DA58-4A92-8D5C-D9C8CF7D937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E18FA7D2-318D-4456-B980-39E7FC35720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EA11ACAD-9C16-4FB3-BE96-CE77AAA3657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E61AE97-74B7-4F31-A2C2-291B3B5BE86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2708B69-F955-4DC5-83BA-2322D336471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657186D-1EAB-4DF5-BE2E-8C4506A9E97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D376433-A49D-456C-83E4-1120C1B716E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4775DA2-B30A-442E-9059-E93D95CDFA40}"/>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6B6531B-4CA5-4F6A-8F86-144CA0B2471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BF5A9360-4997-4072-A809-77F8FFC113B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E4FAE2E3-DB4A-48A1-953D-FA837A9D139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9705A3CF-C86F-430A-9100-D3D750CBA16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42 / 43</a:t>
            </a:r>
          </a:p>
        </p:txBody>
      </p:sp>
      <p:sp>
        <p:nvSpPr>
          <p:cNvPr id="14" name="licence-footer">
            <a:extLst xmlns:a="http://schemas.openxmlformats.org/drawingml/2006/main">
              <a:ext uri="{FF2B5EF4-FFF2-40B4-BE49-F238E27FC236}">
                <a16:creationId xmlns:a16="http://schemas.microsoft.com/office/drawing/2014/main" id="{EC37006F-1F06-4D10-B8B6-7024933C307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920D761-B479-49FB-822D-51AE88F3F41B}"/>
              </a:ext>
            </a:extLst>
          </p:cNvPr>
          <p:cNvPicPr>
            <a:picLocks xmlns:a="http://schemas.openxmlformats.org/drawingml/2006/main" noChangeAspect="1"/>
          </p:cNvPicPr>
          <p:nvPr/>
        </p:nvPicPr>
        <p:blipFill>
          <a:blip xmlns:r="http://schemas.openxmlformats.org/officeDocument/2006/relationships" xmlns:a="http://schemas.openxmlformats.org/drawingml/2006/main" r:embed="R30b11492e9ba4af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3DDAA74-E841-4CC4-9F59-25CC5416130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F08F3D54-7FAE-4CB9-A9D4-2424E18756D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C204012D-ADA0-48ED-815B-F579FA9F87B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similarity with a source detail.</a:t>
            </a:r>
          </a:p>
        </p:txBody>
      </p:sp>
      <p:sp>
        <p:nvSpPr>
          <p:cNvPr id="19" name="pupil-text">
            <a:extLst xmlns:a="http://schemas.openxmlformats.org/drawingml/2006/main">
              <a:ext uri="{FF2B5EF4-FFF2-40B4-BE49-F238E27FC236}">
                <a16:creationId xmlns:a16="http://schemas.microsoft.com/office/drawing/2014/main" id="{6C0E5CA2-9B40-4B3A-A99D-8B97759717A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1F01ABF2-7C2A-40C1-9D0C-C7E009D409A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difference without ranking either view.</a:t>
            </a:r>
          </a:p>
        </p:txBody>
      </p:sp>
    </p:spTree>
    <p:extLst>
      <p:ext uri="{BB962C8B-B14F-4D97-AF65-F5344CB8AC3E}">
        <p14:creationId xmlns:p14="http://schemas.microsoft.com/office/powerpoint/2010/main" val="211364110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6413BAB-6495-46BE-B8ED-1903CDB32A2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4</a:t>
            </a:r>
          </a:p>
        </p:txBody>
      </p:sp>
      <p:sp>
        <p:nvSpPr>
          <p:cNvPr id="2" name="stage-clock">
            <a:extLst xmlns:a="http://schemas.openxmlformats.org/drawingml/2006/main">
              <a:ext uri="{FF2B5EF4-FFF2-40B4-BE49-F238E27FC236}">
                <a16:creationId xmlns:a16="http://schemas.microsoft.com/office/drawing/2014/main" id="{B035897A-D8DA-4559-9295-17579486CE3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CC59BDC6-871D-4657-A063-A875D26B195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BE1EB907-E7A5-43C7-8AF6-6FB1A5A83F2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DCCA925-E889-44A2-AF0E-63E8E3FC727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C87CBF3-24E2-4DDA-8A6B-B2525D41FA1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01AD497-451D-4D73-8AD3-EFF20085880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42B8B49-F9C0-45A7-97DB-74C456FA08A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3299C8C-F99A-48A4-8175-A8B1B2CD8361}"/>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ADB1FB5-413C-4B36-BAD7-77E710C4F9F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compare how two worldviews respond to difficulty.</a:t>
            </a:r>
          </a:p>
        </p:txBody>
      </p:sp>
      <p:sp>
        <p:nvSpPr>
          <p:cNvPr id="11" name="re-framing">
            <a:extLst xmlns:a="http://schemas.openxmlformats.org/drawingml/2006/main">
              <a:ext uri="{FF2B5EF4-FFF2-40B4-BE49-F238E27FC236}">
                <a16:creationId xmlns:a16="http://schemas.microsoft.com/office/drawing/2014/main" id="{A0FD32DE-6966-45C0-AAB7-E0D9FD6E181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30AD1F4-3D32-4718-9D6A-498C1773C23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GROW-RE-S1-W04 · Version: ______ · Source page SHA-256: ______</a:t>
            </a:r>
          </a:p>
        </p:txBody>
      </p:sp>
      <p:sp>
        <p:nvSpPr>
          <p:cNvPr id="13" name="slide-progress">
            <a:extLst xmlns:a="http://schemas.openxmlformats.org/drawingml/2006/main">
              <a:ext uri="{FF2B5EF4-FFF2-40B4-BE49-F238E27FC236}">
                <a16:creationId xmlns:a16="http://schemas.microsoft.com/office/drawing/2014/main" id="{7C587FA7-7D09-464E-9B75-B8B64DBA950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43 / 43</a:t>
            </a:r>
          </a:p>
        </p:txBody>
      </p:sp>
      <p:sp>
        <p:nvSpPr>
          <p:cNvPr id="14" name="licence-footer">
            <a:extLst xmlns:a="http://schemas.openxmlformats.org/drawingml/2006/main">
              <a:ext uri="{FF2B5EF4-FFF2-40B4-BE49-F238E27FC236}">
                <a16:creationId xmlns:a16="http://schemas.microsoft.com/office/drawing/2014/main" id="{52548D3F-FD90-44B5-82E4-3CB691A1E60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9F12B43-C1E0-465C-9072-BBC31A83DCD3}"/>
              </a:ext>
            </a:extLst>
          </p:cNvPr>
          <p:cNvPicPr>
            <a:picLocks xmlns:a="http://schemas.openxmlformats.org/drawingml/2006/main" noChangeAspect="1"/>
          </p:cNvPicPr>
          <p:nvPr/>
        </p:nvPicPr>
        <p:blipFill>
          <a:blip xmlns:r="http://schemas.openxmlformats.org/officeDocument/2006/relationships" xmlns:a="http://schemas.openxmlformats.org/drawingml/2006/main" r:embed="R16fb5ffacb104cb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8222CBD-7004-47F8-81F5-17EC8510B4F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FE6526CB-D93F-4C84-AFCF-F8C2FB9EA363}"/>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FE4EC85C-C6C0-4667-BD28-DF8970885772}"/>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how each account could guide help for a group whose plan changed.</a:t>
            </a:r>
          </a:p>
        </p:txBody>
      </p:sp>
      <p:sp>
        <p:nvSpPr>
          <p:cNvPr id="19" name="pupil-text">
            <a:extLst xmlns:a="http://schemas.openxmlformats.org/drawingml/2006/main">
              <a:ext uri="{FF2B5EF4-FFF2-40B4-BE49-F238E27FC236}">
                <a16:creationId xmlns:a16="http://schemas.microsoft.com/office/drawing/2014/main" id="{A4BEC07C-4535-40CD-8C82-6DAA46008675}"/>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E63A108E-B974-42A0-B395-D1E20AA3174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Defend one change to a help plan using Y.</a:t>
            </a:r>
          </a:p>
        </p:txBody>
      </p:sp>
    </p:spTree>
    <p:extLst>
      <p:ext uri="{BB962C8B-B14F-4D97-AF65-F5344CB8AC3E}">
        <p14:creationId xmlns:p14="http://schemas.microsoft.com/office/powerpoint/2010/main" val="308632885"/>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two worldviews respond to the same difficulty?</dc:title>
  <dcterms:created xsi:type="dcterms:W3CDTF">2026-10-14T09:09:44.3870000Z</dcterms:created>
  <dcterms:modified xsi:type="dcterms:W3CDTF">2026-10-14T09:09:44.3870000Z</dcterms:modified>
  <dc:subject>GROW-RE-S1-W04</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