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809e510078d948e9"/><Relationship Type="http://schemas.openxmlformats.org/officeDocument/2006/relationships/extended-properties" Target="/docProps/app.xml" Id="Rb2aa2c99eaf84964"/><Relationship Type="http://schemas.openxmlformats.org/officeDocument/2006/relationships/officeDocument" Target="/ppt/presentation.xml" Id="R91842321229f4c2c"/><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d120a977c5424af9"/>
  </p:sldMasterIdLst>
  <p:notesMasterIdLst>
    <p:notesMasterId xmlns:r="http://schemas.openxmlformats.org/officeDocument/2006/relationships" r:id="Rb0c701c3169e4e2f"/>
  </p:notesMasterIdLst>
  <p:sldIdLst>
    <p:sldId xmlns:r="http://schemas.openxmlformats.org/officeDocument/2006/relationships" id="256" r:id="R98547c1eed1f4e96"/>
    <p:sldId xmlns:r="http://schemas.openxmlformats.org/officeDocument/2006/relationships" id="257" r:id="Rce11297a61a444b6"/>
    <p:sldId xmlns:r="http://schemas.openxmlformats.org/officeDocument/2006/relationships" id="258" r:id="R3d471e7d1fff4013"/>
    <p:sldId xmlns:r="http://schemas.openxmlformats.org/officeDocument/2006/relationships" id="259" r:id="Rf9cdee97409a4444"/>
    <p:sldId xmlns:r="http://schemas.openxmlformats.org/officeDocument/2006/relationships" id="260" r:id="Rf9c827e2e02d4097"/>
    <p:sldId xmlns:r="http://schemas.openxmlformats.org/officeDocument/2006/relationships" id="261" r:id="R2f7d07b92333433a"/>
    <p:sldId xmlns:r="http://schemas.openxmlformats.org/officeDocument/2006/relationships" id="262" r:id="R44da99a2cb2b4a7f"/>
    <p:sldId xmlns:r="http://schemas.openxmlformats.org/officeDocument/2006/relationships" id="263" r:id="Re336ee955b974a7f"/>
    <p:sldId xmlns:r="http://schemas.openxmlformats.org/officeDocument/2006/relationships" id="264" r:id="R62bd32e6cde44bf1"/>
    <p:sldId xmlns:r="http://schemas.openxmlformats.org/officeDocument/2006/relationships" id="265" r:id="R80fed609e08c4520"/>
    <p:sldId xmlns:r="http://schemas.openxmlformats.org/officeDocument/2006/relationships" id="266" r:id="Rfcd4b471498142f4"/>
    <p:sldId xmlns:r="http://schemas.openxmlformats.org/officeDocument/2006/relationships" id="267" r:id="Rc74522349a8f4c04"/>
    <p:sldId xmlns:r="http://schemas.openxmlformats.org/officeDocument/2006/relationships" id="268" r:id="Ra8d187c2c9f14dfc"/>
    <p:sldId xmlns:r="http://schemas.openxmlformats.org/officeDocument/2006/relationships" id="269" r:id="R49a2603820b44d08"/>
    <p:sldId xmlns:r="http://schemas.openxmlformats.org/officeDocument/2006/relationships" id="270" r:id="Rb9dcd92306dd4f31"/>
    <p:sldId xmlns:r="http://schemas.openxmlformats.org/officeDocument/2006/relationships" id="271" r:id="Rdabf89069b52435a"/>
    <p:sldId xmlns:r="http://schemas.openxmlformats.org/officeDocument/2006/relationships" id="272" r:id="R45548d1188c847db"/>
    <p:sldId xmlns:r="http://schemas.openxmlformats.org/officeDocument/2006/relationships" id="273" r:id="Recccba26cff440e4"/>
    <p:sldId xmlns:r="http://schemas.openxmlformats.org/officeDocument/2006/relationships" id="274" r:id="R9d613d04c1264432"/>
    <p:sldId xmlns:r="http://schemas.openxmlformats.org/officeDocument/2006/relationships" id="275" r:id="R4b8924a80b224f60"/>
    <p:sldId xmlns:r="http://schemas.openxmlformats.org/officeDocument/2006/relationships" id="276" r:id="R6a1d309312c4457b"/>
    <p:sldId xmlns:r="http://schemas.openxmlformats.org/officeDocument/2006/relationships" id="277" r:id="R4baa7b7e49184401"/>
    <p:sldId xmlns:r="http://schemas.openxmlformats.org/officeDocument/2006/relationships" id="278" r:id="R7e3e3a1c7246410f"/>
    <p:sldId xmlns:r="http://schemas.openxmlformats.org/officeDocument/2006/relationships" id="279" r:id="R7de28e00b66545d3"/>
    <p:sldId xmlns:r="http://schemas.openxmlformats.org/officeDocument/2006/relationships" id="280" r:id="R9eb9731d5f5d43c8"/>
    <p:sldId xmlns:r="http://schemas.openxmlformats.org/officeDocument/2006/relationships" id="281" r:id="R61073f2e724c4578"/>
    <p:sldId xmlns:r="http://schemas.openxmlformats.org/officeDocument/2006/relationships" id="282" r:id="R747832c4be414dd2"/>
    <p:sldId xmlns:r="http://schemas.openxmlformats.org/officeDocument/2006/relationships" id="283" r:id="R30319bad2af54354"/>
    <p:sldId xmlns:r="http://schemas.openxmlformats.org/officeDocument/2006/relationships" id="284" r:id="R40854e384397449a"/>
    <p:sldId xmlns:r="http://schemas.openxmlformats.org/officeDocument/2006/relationships" id="285" r:id="Rcbbd783737464072"/>
    <p:sldId xmlns:r="http://schemas.openxmlformats.org/officeDocument/2006/relationships" id="286" r:id="R039de564d75d4720"/>
    <p:sldId xmlns:r="http://schemas.openxmlformats.org/officeDocument/2006/relationships" id="287" r:id="R926af3120240437e"/>
    <p:sldId xmlns:r="http://schemas.openxmlformats.org/officeDocument/2006/relationships" id="288" r:id="Rbf0db55c4a0a4a4c"/>
    <p:sldId xmlns:r="http://schemas.openxmlformats.org/officeDocument/2006/relationships" id="289" r:id="R5f988dadf701462b"/>
    <p:sldId xmlns:r="http://schemas.openxmlformats.org/officeDocument/2006/relationships" id="290" r:id="R590672624d614e36"/>
    <p:sldId xmlns:r="http://schemas.openxmlformats.org/officeDocument/2006/relationships" id="291" r:id="R319bf58fc0944a49"/>
    <p:sldId xmlns:r="http://schemas.openxmlformats.org/officeDocument/2006/relationships" id="292" r:id="R3b17dc1f10a04cbc"/>
    <p:sldId xmlns:r="http://schemas.openxmlformats.org/officeDocument/2006/relationships" id="293" r:id="R7c2380c7243f45e6"/>
    <p:sldId xmlns:r="http://schemas.openxmlformats.org/officeDocument/2006/relationships" id="294" r:id="Refaa927cf26148fc"/>
    <p:sldId xmlns:r="http://schemas.openxmlformats.org/officeDocument/2006/relationships" id="295" r:id="Rc31232c8cd3b45d6"/>
    <p:sldId xmlns:r="http://schemas.openxmlformats.org/officeDocument/2006/relationships" id="296" r:id="R96703a89d0534424"/>
    <p:sldId xmlns:r="http://schemas.openxmlformats.org/officeDocument/2006/relationships" id="297" r:id="R877cfbd1815c426c"/>
    <p:sldId xmlns:r="http://schemas.openxmlformats.org/officeDocument/2006/relationships" id="298" r:id="R9a083a7c8fc245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002dda1274471b" /><Relationship Type="http://schemas.openxmlformats.org/officeDocument/2006/relationships/slideMaster" Target="/ppt/slideMasters/slideMaster1.xml" Id="Rd120a977c5424af9" /><Relationship Type="http://schemas.openxmlformats.org/officeDocument/2006/relationships/notesMaster" Target="/ppt/notesMasters/notesMaster1.xml" Id="Rb0c701c3169e4e2f" /><Relationship Type="http://schemas.openxmlformats.org/officeDocument/2006/relationships/presProps" Target="/ppt/presProps.xml" Id="R1fc60e9fd1b04300" /><Relationship Type="http://schemas.openxmlformats.org/officeDocument/2006/relationships/tableStyles" Target="/ppt/tableStyles.xml" Id="Rb60fdfcb382643ec" /><Relationship Type="http://schemas.openxmlformats.org/officeDocument/2006/relationships/slide" Target="/ppt/slides/slide1.xml" Id="R98547c1eed1f4e96" /><Relationship Type="http://schemas.openxmlformats.org/officeDocument/2006/relationships/slide" Target="/ppt/slides/slide2.xml" Id="Rce11297a61a444b6" /><Relationship Type="http://schemas.openxmlformats.org/officeDocument/2006/relationships/slide" Target="/ppt/slides/slide3.xml" Id="R3d471e7d1fff4013" /><Relationship Type="http://schemas.openxmlformats.org/officeDocument/2006/relationships/slide" Target="/ppt/slides/slide4.xml" Id="Rf9cdee97409a4444" /><Relationship Type="http://schemas.openxmlformats.org/officeDocument/2006/relationships/slide" Target="/ppt/slides/slide5.xml" Id="Rf9c827e2e02d4097" /><Relationship Type="http://schemas.openxmlformats.org/officeDocument/2006/relationships/slide" Target="/ppt/slides/slide6.xml" Id="R2f7d07b92333433a" /><Relationship Type="http://schemas.openxmlformats.org/officeDocument/2006/relationships/slide" Target="/ppt/slides/slide7.xml" Id="R44da99a2cb2b4a7f" /><Relationship Type="http://schemas.openxmlformats.org/officeDocument/2006/relationships/slide" Target="/ppt/slides/slide8.xml" Id="Re336ee955b974a7f" /><Relationship Type="http://schemas.openxmlformats.org/officeDocument/2006/relationships/slide" Target="/ppt/slides/slide9.xml" Id="R62bd32e6cde44bf1" /><Relationship Type="http://schemas.openxmlformats.org/officeDocument/2006/relationships/slide" Target="/ppt/slides/slide10.xml" Id="R80fed609e08c4520" /><Relationship Type="http://schemas.openxmlformats.org/officeDocument/2006/relationships/slide" Target="/ppt/slides/slide11.xml" Id="Rfcd4b471498142f4" /><Relationship Type="http://schemas.openxmlformats.org/officeDocument/2006/relationships/slide" Target="/ppt/slides/slide12.xml" Id="Rc74522349a8f4c04" /><Relationship Type="http://schemas.openxmlformats.org/officeDocument/2006/relationships/slide" Target="/ppt/slides/slide13.xml" Id="Ra8d187c2c9f14dfc" /><Relationship Type="http://schemas.openxmlformats.org/officeDocument/2006/relationships/slide" Target="/ppt/slides/slide14.xml" Id="R49a2603820b44d08" /><Relationship Type="http://schemas.openxmlformats.org/officeDocument/2006/relationships/slide" Target="/ppt/slides/slide15.xml" Id="Rb9dcd92306dd4f31" /><Relationship Type="http://schemas.openxmlformats.org/officeDocument/2006/relationships/slide" Target="/ppt/slides/slide16.xml" Id="Rdabf89069b52435a" /><Relationship Type="http://schemas.openxmlformats.org/officeDocument/2006/relationships/slide" Target="/ppt/slides/slide17.xml" Id="R45548d1188c847db" /><Relationship Type="http://schemas.openxmlformats.org/officeDocument/2006/relationships/slide" Target="/ppt/slides/slide18.xml" Id="Recccba26cff440e4" /><Relationship Type="http://schemas.openxmlformats.org/officeDocument/2006/relationships/slide" Target="/ppt/slides/slide19.xml" Id="R9d613d04c1264432" /><Relationship Type="http://schemas.openxmlformats.org/officeDocument/2006/relationships/slide" Target="/ppt/slides/slide20.xml" Id="R4b8924a80b224f60" /><Relationship Type="http://schemas.openxmlformats.org/officeDocument/2006/relationships/slide" Target="/ppt/slides/slide21.xml" Id="R6a1d309312c4457b" /><Relationship Type="http://schemas.openxmlformats.org/officeDocument/2006/relationships/slide" Target="/ppt/slides/slide22.xml" Id="R4baa7b7e49184401" /><Relationship Type="http://schemas.openxmlformats.org/officeDocument/2006/relationships/slide" Target="/ppt/slides/slide23.xml" Id="R7e3e3a1c7246410f" /><Relationship Type="http://schemas.openxmlformats.org/officeDocument/2006/relationships/slide" Target="/ppt/slides/slide24.xml" Id="R7de28e00b66545d3" /><Relationship Type="http://schemas.openxmlformats.org/officeDocument/2006/relationships/slide" Target="/ppt/slides/slide25.xml" Id="R9eb9731d5f5d43c8" /><Relationship Type="http://schemas.openxmlformats.org/officeDocument/2006/relationships/slide" Target="/ppt/slides/slide26.xml" Id="R61073f2e724c4578" /><Relationship Type="http://schemas.openxmlformats.org/officeDocument/2006/relationships/slide" Target="/ppt/slides/slide27.xml" Id="R747832c4be414dd2" /><Relationship Type="http://schemas.openxmlformats.org/officeDocument/2006/relationships/slide" Target="/ppt/slides/slide28.xml" Id="R30319bad2af54354" /><Relationship Type="http://schemas.openxmlformats.org/officeDocument/2006/relationships/slide" Target="/ppt/slides/slide29.xml" Id="R40854e384397449a" /><Relationship Type="http://schemas.openxmlformats.org/officeDocument/2006/relationships/slide" Target="/ppt/slides/slide30.xml" Id="Rcbbd783737464072" /><Relationship Type="http://schemas.openxmlformats.org/officeDocument/2006/relationships/slide" Target="/ppt/slides/slide31.xml" Id="R039de564d75d4720" /><Relationship Type="http://schemas.openxmlformats.org/officeDocument/2006/relationships/slide" Target="/ppt/slides/slide32.xml" Id="R926af3120240437e" /><Relationship Type="http://schemas.openxmlformats.org/officeDocument/2006/relationships/slide" Target="/ppt/slides/slide33.xml" Id="Rbf0db55c4a0a4a4c" /><Relationship Type="http://schemas.openxmlformats.org/officeDocument/2006/relationships/slide" Target="/ppt/slides/slide34.xml" Id="R5f988dadf701462b" /><Relationship Type="http://schemas.openxmlformats.org/officeDocument/2006/relationships/slide" Target="/ppt/slides/slide35.xml" Id="R590672624d614e36" /><Relationship Type="http://schemas.openxmlformats.org/officeDocument/2006/relationships/slide" Target="/ppt/slides/slide36.xml" Id="R319bf58fc0944a49" /><Relationship Type="http://schemas.openxmlformats.org/officeDocument/2006/relationships/slide" Target="/ppt/slides/slide37.xml" Id="R3b17dc1f10a04cbc" /><Relationship Type="http://schemas.openxmlformats.org/officeDocument/2006/relationships/slide" Target="/ppt/slides/slide38.xml" Id="R7c2380c7243f45e6" /><Relationship Type="http://schemas.openxmlformats.org/officeDocument/2006/relationships/slide" Target="/ppt/slides/slide39.xml" Id="Refaa927cf26148fc" /><Relationship Type="http://schemas.openxmlformats.org/officeDocument/2006/relationships/slide" Target="/ppt/slides/slide40.xml" Id="Rc31232c8cd3b45d6" /><Relationship Type="http://schemas.openxmlformats.org/officeDocument/2006/relationships/slide" Target="/ppt/slides/slide41.xml" Id="R96703a89d0534424" /><Relationship Type="http://schemas.openxmlformats.org/officeDocument/2006/relationships/slide" Target="/ppt/slides/slide42.xml" Id="R877cfbd1815c426c" /><Relationship Type="http://schemas.openxmlformats.org/officeDocument/2006/relationships/slide" Target="/ppt/slides/slide43.xml" Id="R9a083a7c8fc245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0faa5eae7e42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f27ff4287545b2" /><Relationship Type="http://schemas.openxmlformats.org/officeDocument/2006/relationships/notesMaster" Target="/ppt/notesMasters/notesMaster1.xml" Id="Ra1bb208d9b4349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9701e405f04d36" /><Relationship Type="http://schemas.openxmlformats.org/officeDocument/2006/relationships/notesMaster" Target="/ppt/notesMasters/notesMaster1.xml" Id="R51097bac771f4d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7141589c3340a0" /><Relationship Type="http://schemas.openxmlformats.org/officeDocument/2006/relationships/notesMaster" Target="/ppt/notesMasters/notesMaster1.xml" Id="R67112e53a4c344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b1999f4cb04cbc" /><Relationship Type="http://schemas.openxmlformats.org/officeDocument/2006/relationships/notesMaster" Target="/ppt/notesMasters/notesMaster1.xml" Id="R641c1abf537b4b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6538d4d3dc4ffe" /><Relationship Type="http://schemas.openxmlformats.org/officeDocument/2006/relationships/notesMaster" Target="/ppt/notesMasters/notesMaster1.xml" Id="R9aab441d1e8340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67f0d93af64b26" /><Relationship Type="http://schemas.openxmlformats.org/officeDocument/2006/relationships/notesMaster" Target="/ppt/notesMasters/notesMaster1.xml" Id="Ra958c01851114c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0e106bfb484c8e" /><Relationship Type="http://schemas.openxmlformats.org/officeDocument/2006/relationships/notesMaster" Target="/ppt/notesMasters/notesMaster1.xml" Id="R41d3ab16cc1a4b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4b39f76a5e4867" /><Relationship Type="http://schemas.openxmlformats.org/officeDocument/2006/relationships/notesMaster" Target="/ppt/notesMasters/notesMaster1.xml" Id="R7a8d6b4efbf84e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2ff9a4604d4b80" /><Relationship Type="http://schemas.openxmlformats.org/officeDocument/2006/relationships/notesMaster" Target="/ppt/notesMasters/notesMaster1.xml" Id="Re3b6b9f92e7547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f3a1b338244dc0" /><Relationship Type="http://schemas.openxmlformats.org/officeDocument/2006/relationships/notesMaster" Target="/ppt/notesMasters/notesMaster1.xml" Id="Rb0e66a0ac95e49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1768d4661b469b" /><Relationship Type="http://schemas.openxmlformats.org/officeDocument/2006/relationships/notesMaster" Target="/ppt/notesMasters/notesMaster1.xml" Id="R8376664176654a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cacd01a1104073" /><Relationship Type="http://schemas.openxmlformats.org/officeDocument/2006/relationships/notesMaster" Target="/ppt/notesMasters/notesMaster1.xml" Id="R4f3ad5c6b33848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35eeffd5794e5b" /><Relationship Type="http://schemas.openxmlformats.org/officeDocument/2006/relationships/notesMaster" Target="/ppt/notesMasters/notesMaster1.xml" Id="R13756452e4cb40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c6fa991e12471c" /><Relationship Type="http://schemas.openxmlformats.org/officeDocument/2006/relationships/notesMaster" Target="/ppt/notesMasters/notesMaster1.xml" Id="Rb1d3bd56585742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f1246653bb4668" /><Relationship Type="http://schemas.openxmlformats.org/officeDocument/2006/relationships/notesMaster" Target="/ppt/notesMasters/notesMaster1.xml" Id="R378bac1855d84b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0d6a2c32ce486e" /><Relationship Type="http://schemas.openxmlformats.org/officeDocument/2006/relationships/notesMaster" Target="/ppt/notesMasters/notesMaster1.xml" Id="R9ee3efd3e70a4b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ec4b250ecb4c0c" /><Relationship Type="http://schemas.openxmlformats.org/officeDocument/2006/relationships/notesMaster" Target="/ppt/notesMasters/notesMaster1.xml" Id="Rec586a768c4e4a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99cb7092b34734" /><Relationship Type="http://schemas.openxmlformats.org/officeDocument/2006/relationships/notesMaster" Target="/ppt/notesMasters/notesMaster1.xml" Id="R5b2dee59abc64e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cbf40ee029c419e" /><Relationship Type="http://schemas.openxmlformats.org/officeDocument/2006/relationships/notesMaster" Target="/ppt/notesMasters/notesMaster1.xml" Id="Rc67a0bdc57fc40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eb383760494b98" /><Relationship Type="http://schemas.openxmlformats.org/officeDocument/2006/relationships/notesMaster" Target="/ppt/notesMasters/notesMaster1.xml" Id="R92f1a6d0828346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0a40d529e0441ef" /><Relationship Type="http://schemas.openxmlformats.org/officeDocument/2006/relationships/notesMaster" Target="/ppt/notesMasters/notesMaster1.xml" Id="R073d3f4dab654f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04ac9dd7f14bf6" /><Relationship Type="http://schemas.openxmlformats.org/officeDocument/2006/relationships/notesMaster" Target="/ppt/notesMasters/notesMaster1.xml" Id="Ra7cf3dbc6ad84d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471748767694057" /><Relationship Type="http://schemas.openxmlformats.org/officeDocument/2006/relationships/notesMaster" Target="/ppt/notesMasters/notesMaster1.xml" Id="R20e98c14fe2f43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17a48bc12cf4871" /><Relationship Type="http://schemas.openxmlformats.org/officeDocument/2006/relationships/notesMaster" Target="/ppt/notesMasters/notesMaster1.xml" Id="R521db9523e504d2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a7267d65cda4f83" /><Relationship Type="http://schemas.openxmlformats.org/officeDocument/2006/relationships/notesMaster" Target="/ppt/notesMasters/notesMaster1.xml" Id="Rc7431e25a16f456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25e7027022246a1" /><Relationship Type="http://schemas.openxmlformats.org/officeDocument/2006/relationships/notesMaster" Target="/ppt/notesMasters/notesMaster1.xml" Id="Rf16d803c73ce441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8828c9d466b4838" /><Relationship Type="http://schemas.openxmlformats.org/officeDocument/2006/relationships/notesMaster" Target="/ppt/notesMasters/notesMaster1.xml" Id="R2a3719c25860476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4db9390d1c5494f" /><Relationship Type="http://schemas.openxmlformats.org/officeDocument/2006/relationships/notesMaster" Target="/ppt/notesMasters/notesMaster1.xml" Id="R31cd269d3be645e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1439ce45c45485b" /><Relationship Type="http://schemas.openxmlformats.org/officeDocument/2006/relationships/notesMaster" Target="/ppt/notesMasters/notesMaster1.xml" Id="Rfefe42bb61df486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e262c7f51a0421d" /><Relationship Type="http://schemas.openxmlformats.org/officeDocument/2006/relationships/notesMaster" Target="/ppt/notesMasters/notesMaster1.xml" Id="R4e2a43d06ad2462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355893993f64fc3" /><Relationship Type="http://schemas.openxmlformats.org/officeDocument/2006/relationships/notesMaster" Target="/ppt/notesMasters/notesMaster1.xml" Id="R230d2b5cb7054ae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14a42c764614df4" /><Relationship Type="http://schemas.openxmlformats.org/officeDocument/2006/relationships/notesMaster" Target="/ppt/notesMasters/notesMaster1.xml" Id="Rbabceb80f3714a2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a15070d0f634c90" /><Relationship Type="http://schemas.openxmlformats.org/officeDocument/2006/relationships/notesMaster" Target="/ppt/notesMasters/notesMaster1.xml" Id="Rc10e58d18efd47c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12f8a86adf4146" /><Relationship Type="http://schemas.openxmlformats.org/officeDocument/2006/relationships/notesMaster" Target="/ppt/notesMasters/notesMaster1.xml" Id="R5d944c9c93c94f7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f3f354851b54f35" /><Relationship Type="http://schemas.openxmlformats.org/officeDocument/2006/relationships/notesMaster" Target="/ppt/notesMasters/notesMaster1.xml" Id="Ra16532472764480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9a8881bd66f4d16" /><Relationship Type="http://schemas.openxmlformats.org/officeDocument/2006/relationships/notesMaster" Target="/ppt/notesMasters/notesMaster1.xml" Id="R9d3e1fba688547a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9c1b61b787041ec" /><Relationship Type="http://schemas.openxmlformats.org/officeDocument/2006/relationships/notesMaster" Target="/ppt/notesMasters/notesMaster1.xml" Id="R33d9b598f8b2448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b50a3776170427b" /><Relationship Type="http://schemas.openxmlformats.org/officeDocument/2006/relationships/notesMaster" Target="/ppt/notesMasters/notesMaster1.xml" Id="R2758b3ec8401492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f3b3a5c282540d9" /><Relationship Type="http://schemas.openxmlformats.org/officeDocument/2006/relationships/notesMaster" Target="/ppt/notesMasters/notesMaster1.xml" Id="Raddd03cbb0134fd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310e22f506f49d1" /><Relationship Type="http://schemas.openxmlformats.org/officeDocument/2006/relationships/notesMaster" Target="/ppt/notesMasters/notesMaster1.xml" Id="R6e8f1ec9b38d4e3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24eaa41ab1e4a2b" /><Relationship Type="http://schemas.openxmlformats.org/officeDocument/2006/relationships/notesMaster" Target="/ppt/notesMasters/notesMaster1.xml" Id="R89d269f99ebb4a7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49acc529e6644cd" /><Relationship Type="http://schemas.openxmlformats.org/officeDocument/2006/relationships/notesMaster" Target="/ppt/notesMasters/notesMaster1.xml" Id="R80061088558d4a2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8e8125c7e8e4e52" /><Relationship Type="http://schemas.openxmlformats.org/officeDocument/2006/relationships/notesMaster" Target="/ppt/notesMasters/notesMaster1.xml" Id="R22e5a2a9e9f04e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explain an idea of resilience in two sacred-text stories.”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GROW-RE-S1-W03: the designated lesson TA captures the two-story source response with limits and a safe application,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GROW-RE-S1-W03.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explain an idea of resilience in two sacred-text stories.”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GROW-RE-S1-W03: the designated lesson TA captures the two-story source response with limits and a safe application,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GROW-RE-S1-W03.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explain an idea of resilience in two sacred-text stories.”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GROW-RE-S1-W03: the designated lesson TA captures the two-story source response with limits and a safe application,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GROW-RE-S1-W03.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2 (slide-2).</a:t>
            </a:r>
          </a:p>
          <a:p xmlns:a="http://schemas.openxmlformats.org/drawingml/2006/main">
            <a:r>
              <a:t>Adult note: Items 1–3 retrieve the actual content of Week 2;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2 (slide-2).</a:t>
            </a:r>
          </a:p>
          <a:p xmlns:a="http://schemas.openxmlformats.org/drawingml/2006/main">
            <a:r>
              <a:t>Adult note: Items 1–3 retrieve the actual content of Week 2;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Belief in the central teacher rising from death/new life.</a:t>
            </a:r>
          </a:p>
          <a:p xmlns:a="http://schemas.openxmlformats.org/drawingml/2006/main">
            <a:r>
              <a:t>2. Adult answer: Care or kindness.</a:t>
            </a:r>
          </a:p>
          <a:p xmlns:a="http://schemas.openxmlformats.org/drawingml/2006/main">
            <a:r>
              <a:t>3. Adult answer: No.</a:t>
            </a:r>
          </a:p>
          <a:p xmlns:a="http://schemas.openxmlformats.org/drawingml/2006/main">
            <a:r>
              <a:t>4. Adult answer: Yes; accept a sensible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2 (slide-2).</a:t>
            </a:r>
          </a:p>
          <a:p xmlns:a="http://schemas.openxmlformats.org/drawingml/2006/main">
            <a:r>
              <a:t>Adult note: Items 1–3 retrieve the actual content of Week 2;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2 (slide-2).</a:t>
            </a:r>
          </a:p>
          <a:p xmlns:a="http://schemas.openxmlformats.org/drawingml/2006/main">
            <a:r>
              <a:t>Adult note: Items 1–3 retrieve the actual content of Week 2;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It linked the central teacher’s rising from death/new life with renewed hope.</a:t>
            </a:r>
          </a:p>
          <a:p xmlns:a="http://schemas.openxmlformats.org/drawingml/2006/main">
            <a:r>
              <a:t>2. Adult answer: Kindness and care for people in need.</a:t>
            </a:r>
          </a:p>
          <a:p xmlns:a="http://schemas.openxmlformats.org/drawingml/2006/main">
            <a:r>
              <a:t>3. Adult answer: No new safe room or completed solution had been established in the case.</a:t>
            </a:r>
          </a:p>
          <a:p xmlns:a="http://schemas.openxmlformats.org/drawingml/2006/main">
            <a:r>
              <a:t>4. Adult answer: It can express a source idea or interpretation without being a universal rule; accept a sensible bridge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2 (slide-2).</a:t>
            </a:r>
          </a:p>
          <a:p xmlns:a="http://schemas.openxmlformats.org/drawingml/2006/main">
            <a:r>
              <a:t>Adult note: Items 1–3 retrieve the actual content of Week 2;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2 (slide-2).</a:t>
            </a:r>
          </a:p>
          <a:p xmlns:a="http://schemas.openxmlformats.org/drawingml/2006/main">
            <a:r>
              <a:t>Adult note: Items 1–3 retrieve the actual content of Week 2;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This Christian account links its belief in new life with hope; the pupil need not agree or state a belief.</a:t>
            </a:r>
          </a:p>
          <a:p xmlns:a="http://schemas.openxmlformats.org/drawingml/2006/main">
            <a:r>
              <a:t>2. Adult answer: The account still urges care, and the practical need may remain.</a:t>
            </a:r>
          </a:p>
          <a:p xmlns:a="http://schemas.openxmlformats.org/drawingml/2006/main">
            <a:r>
              <a:t>3. Adult answer: The source offers hope and calls for care, not proof that every hard situation or pain ends.</a:t>
            </a:r>
          </a:p>
          <a:p xmlns:a="http://schemas.openxmlformats.org/drawingml/2006/main">
            <a:r>
              <a:t>4. Adult answer: An interpretation can be meaningful without determining every future event; accept a sensible prior distinction.</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2 (slide-2).</a:t>
            </a:r>
          </a:p>
          <a:p xmlns:a="http://schemas.openxmlformats.org/drawingml/2006/main">
            <a:r>
              <a:t>Adult note: Items 1–3 retrieve the actual content of Week 2;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2 (slide-2).</a:t>
            </a:r>
          </a:p>
          <a:p xmlns:a="http://schemas.openxmlformats.org/drawingml/2006/main">
            <a:r>
              <a:t>Adult note: Items 1–3 retrieve the actual content of Week 2;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3 (slide-3).</a:t>
            </a:r>
          </a:p>
          <a:p xmlns:a="http://schemas.openxmlformats.org/drawingml/2006/main">
            <a:r>
              <a:t>Adult answer: No. A story claim is not a guarantee about every real event.</a:t>
            </a:r>
          </a:p>
          <a:p xmlns:a="http://schemas.openxmlformats.org/drawingml/2006/main">
            <a:r>
              <a:t>Adult timing: one minute to read/think, one for a private response and one to check. Do not add a second starter question.</a:t>
            </a:r>
          </a:p>
          <a:p xmlns:a="http://schemas.openxmlformats.org/drawingml/2006/main">
            <a:r>
              <a:t>TA action: Read the one question and allow quiet thinking.</a:t>
            </a:r>
          </a:p>
          <a:p xmlns:a="http://schemas.openxmlformats.org/drawingml/2006/main">
            <a:r>
              <a:t>TA avoid: Do not supply the pupil’s response.</a:t>
            </a:r>
          </a:p>
          <a:p xmlns:a="http://schemas.openxmlformats.org/drawingml/2006/main">
            <a:r>
              <a:t>Verbal-feedback script: “I heard your choice. Tell or show me the part that led you to it.”</a:t>
            </a:r>
          </a:p>
          <a:p xmlns:a="http://schemas.openxmlformats.org/drawingml/2006/main">
            <a:r>
              <a:t>LOOP panel — adult only: Space: quiet thinking, chosen response mode and pass with a clear return point. Feedback: use the stage VF script on observed work. Voice: receive the pupil’s one Starter choice and reason if offered. Audience: the lesson teacher listens/reads fully and names that response or change back; the TA records it. Influence: after receiving it, adjust the pace of the next model chunk to the misconception heard. These are planned steps; record actual influence after teaching. R is earned only when the response has been received and has shaped that next step.</a:t>
            </a:r>
          </a:p>
          <a:p xmlns:a="http://schemas.openxmlformats.org/drawingml/2006/main">
            <a:r>
              <a:t>Answer (adult): No. A story claim is not a guarantee about every real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6 (slide-6).</a:t>
            </a:r>
          </a:p>
          <a:p xmlns:a="http://schemas.openxmlformats.org/drawingml/2006/main">
            <a:r>
              <a:t>Adult answer and reveal: She keeps seeking justice; the unjust judge acts to stop the repeated requests. The text frames perseverance in prayer. A pupil may explain persistence while noting that injustice is not the woman’s fault, the judge is not a caring model, and persistence does not guarantee justice. No prayer or role-play is required.</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She keeps seeking justice; the unjust judge acts to stop the repeated requests. The text frames perseverance in prayer. A pupil may explain persistence while noting that injustice is not the woman’s fault, the judge is not a caring model, and persistence does not guarantee justice. No prayer or role-play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6 (slide-6).</a:t>
            </a:r>
          </a:p>
          <a:p xmlns:a="http://schemas.openxmlformats.org/drawingml/2006/main">
            <a:r>
              <a:t>Adult answer and reveal: She keeps seeking justice; the unjust judge acts to stop the repeated requests. The text frames perseverance in prayer. A pupil may explain persistence while noting that injustice is not the woman’s fault, the judge is not a caring model, and persistence does not guarantee justice. No prayer or role-play is required.</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She keeps seeking justice; the unjust judge acts to stop the repeated requests. The text frames perseverance in prayer. A pupil may explain persistence while noting that injustice is not the woman’s fault, the judge is not a caring model, and persistence does not guarantee justice. No prayer or role-play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two-story source response with limits and a safe application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Trust/help-seeking with the frightened travellers, or persistence with the repeated requests.</a:t>
            </a:r>
          </a:p>
          <a:p xmlns:a="http://schemas.openxmlformats.org/drawingml/2006/main">
            <a:r>
              <a:t>2. Adult answer: No; these are particular sacred-text accounts, not a guarantee of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X turns to the teacher for help/trust; Y repeatedly seeks justice/persists.</a:t>
            </a:r>
          </a:p>
          <a:p xmlns:a="http://schemas.openxmlformats.org/drawingml/2006/main">
            <a:r>
              <a:t>2. Adult answer: They do not prove faith controls weather or that persistence always secures justice.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GROW_RE_S1_W03.html; SHA-256 746dd516084ea385578ec0075c2afa6e2089a53548a15ed1d272f351ff9acfc5.</a:t>
            </a:r>
          </a:p>
          <a:p xmlns:a="http://schemas.openxmlformats.org/drawingml/2006/main">
            <a:r>
              <a:t>Lesson GROW-RE-S1-W03;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Source-linked trust/help-seeking versus persistence, without ranking.</a:t>
            </a:r>
          </a:p>
          <a:p xmlns:a="http://schemas.openxmlformats.org/drawingml/2006/main">
            <a:r>
              <a:t>2. Adult answer: The accounts express religious meaning; they do not establish a rule predicting every real storm or injustice.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3ea0c9c8e747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e29292501645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9ae3979cc541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439de024274a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4d1c096f2a44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74c3cbb91943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F628D8-49CB-4D73-8FA6-9C9C2F6E0E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EEB12F-B9F3-44BA-99DD-24C3C433D84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E9DAFF8-E6E5-4514-86B2-F80E663C10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E5B7AC-5657-46E2-AF27-050AD6B22F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FAEEBAE-18B1-4672-BA6D-B4B602B9815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32FE979-E780-4EF3-B5D0-9C0F107E90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E51A8A-11E9-45E2-8827-065A5B6522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1CD753-106E-4633-9A1D-0EFF83FEDD7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F2B305-5473-4845-A176-3538A1D39E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C12195-F6D5-4AD5-A9D5-753CB7A970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3a411032fa4d5f" /><Relationship Type="http://schemas.openxmlformats.org/officeDocument/2006/relationships/slideLayout" Target="/ppt/slideLayouts/slideLayout1.xml" Id="R267449e81a5446f0" /><Relationship Type="http://schemas.openxmlformats.org/officeDocument/2006/relationships/slideLayout" Target="/ppt/slideLayouts/slideLayout2.xml" Id="R4ab6caae6c3e4680" /><Relationship Type="http://schemas.openxmlformats.org/officeDocument/2006/relationships/slideLayout" Target="/ppt/slideLayouts/slideLayout3.xml" Id="R62f036407ff44eec" /><Relationship Type="http://schemas.openxmlformats.org/officeDocument/2006/relationships/slideLayout" Target="/ppt/slideLayouts/slideLayout4.xml" Id="Rdd31c709b3584c85" /><Relationship Type="http://schemas.openxmlformats.org/officeDocument/2006/relationships/slideLayout" Target="/ppt/slideLayouts/slideLayout5.xml" Id="R96c0a464d4e24d8e" /><Relationship Type="http://schemas.openxmlformats.org/officeDocument/2006/relationships/slideLayout" Target="/ppt/slideLayouts/slideLayout6.xml" Id="Rb7f819a5c9554f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7449e81a5446f0"/>
    <p:sldLayoutId xmlns:r="http://schemas.openxmlformats.org/officeDocument/2006/relationships" id="2147483650" r:id="R4ab6caae6c3e4680"/>
    <p:sldLayoutId xmlns:r="http://schemas.openxmlformats.org/officeDocument/2006/relationships" id="2147483651" r:id="R62f036407ff44eec"/>
    <p:sldLayoutId xmlns:r="http://schemas.openxmlformats.org/officeDocument/2006/relationships" id="2147483652" r:id="Rdd31c709b3584c85"/>
    <p:sldLayoutId xmlns:r="http://schemas.openxmlformats.org/officeDocument/2006/relationships" id="2147483653" r:id="R96c0a464d4e24d8e"/>
    <p:sldLayoutId xmlns:r="http://schemas.openxmlformats.org/officeDocument/2006/relationships" id="2147483654" r:id="Rb7f819a5c9554f78"/>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bf9080d7a84562" /><Relationship Type="http://schemas.openxmlformats.org/officeDocument/2006/relationships/image" Target="/ppt/media/image.jpeg" Id="R69b1825c4dde4129" /><Relationship Type="http://schemas.openxmlformats.org/officeDocument/2006/relationships/notesSlide" Target="/ppt/notesSlides/notesSlide1.xml" Id="Rbfa5609010634f57"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f814171c66a94c92"/><Relationship Type="http://schemas.openxmlformats.org/officeDocument/2006/relationships/image" Target="../media/image.jpeg" Id="Rf565f74ffc974b04"/><Relationship Type="http://schemas.openxmlformats.org/officeDocument/2006/relationships/notesSlide" Target="/ppt/notesSlides/notesSlide2.xml" Id="R3fcfe5c06a70440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8e0c53e91fcb428c"/><Relationship Type="http://schemas.openxmlformats.org/officeDocument/2006/relationships/image" Target="../media/image.jpeg" Id="R3cf8ccd6f5ad472e"/><Relationship Type="http://schemas.openxmlformats.org/officeDocument/2006/relationships/notesSlide" Target="/ppt/notesSlides/notesSlide3.xml" Id="Rd288832a931e4455"/></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4584a51c595b4241"/><Relationship Type="http://schemas.openxmlformats.org/officeDocument/2006/relationships/image" Target="../media/image.jpeg" Id="R88cab449567d491b"/><Relationship Type="http://schemas.openxmlformats.org/officeDocument/2006/relationships/notesSlide" Target="/ppt/notesSlides/notesSlide4.xml" Id="R0eb93c44f58f4e5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b5bf7c8e188a4a3f"/><Relationship Type="http://schemas.openxmlformats.org/officeDocument/2006/relationships/image" Target="../media/image.jpeg" Id="R740094673f664095"/><Relationship Type="http://schemas.openxmlformats.org/officeDocument/2006/relationships/notesSlide" Target="/ppt/notesSlides/notesSlide5.xml" Id="R32979ce3e61f42e8"/></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73e57a1b87264262"/><Relationship Type="http://schemas.openxmlformats.org/officeDocument/2006/relationships/image" Target="../media/image.jpeg" Id="R6dc5d67568be4783"/><Relationship Type="http://schemas.openxmlformats.org/officeDocument/2006/relationships/notesSlide" Target="/ppt/notesSlides/notesSlide6.xml" Id="R79912aed45b44b1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d703cabd174c414d"/><Relationship Type="http://schemas.openxmlformats.org/officeDocument/2006/relationships/image" Target="../media/image.jpeg" Id="R1bf1cd54d5e64482"/><Relationship Type="http://schemas.openxmlformats.org/officeDocument/2006/relationships/notesSlide" Target="/ppt/notesSlides/notesSlide7.xml" Id="Raf2b8bc2cf0d4ba6"/></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5dd5c710dbac4786"/><Relationship Type="http://schemas.openxmlformats.org/officeDocument/2006/relationships/image" Target="../media/image.jpeg" Id="Rff595bc87d104a59"/><Relationship Type="http://schemas.openxmlformats.org/officeDocument/2006/relationships/notesSlide" Target="/ppt/notesSlides/notesSlide8.xml" Id="R610b2682867a4f5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34bad125b41b47da"/><Relationship Type="http://schemas.openxmlformats.org/officeDocument/2006/relationships/image" Target="../media/image.jpeg" Id="R167cd6f37b3b4ebd"/><Relationship Type="http://schemas.openxmlformats.org/officeDocument/2006/relationships/notesSlide" Target="/ppt/notesSlides/notesSlide9.xml" Id="R37e89c0ae7484971"/></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f586edaa528b4832"/><Relationship Type="http://schemas.openxmlformats.org/officeDocument/2006/relationships/image" Target="../media/image.jpeg" Id="Rc5c29da9ae2346dc"/><Relationship Type="http://schemas.openxmlformats.org/officeDocument/2006/relationships/notesSlide" Target="/ppt/notesSlides/notesSlide10.xml" Id="Ra7c5526b57444279"/></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dac5fe181a384e5b"/><Relationship Type="http://schemas.openxmlformats.org/officeDocument/2006/relationships/image" Target="../media/image.jpeg" Id="R64da2c8bda4249c6"/><Relationship Type="http://schemas.openxmlformats.org/officeDocument/2006/relationships/notesSlide" Target="/ppt/notesSlides/notesSlide11.xml" Id="Rb145f5636bfc4aaa"/></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ea4feaf90d2949d6"/><Relationship Type="http://schemas.openxmlformats.org/officeDocument/2006/relationships/image" Target="../media/image.jpeg" Id="Re8d5724b528b4d4f"/><Relationship Type="http://schemas.openxmlformats.org/officeDocument/2006/relationships/notesSlide" Target="/ppt/notesSlides/notesSlide12.xml" Id="R905c98aa5fa94959"/></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45a207ed94af4cb4"/><Relationship Type="http://schemas.openxmlformats.org/officeDocument/2006/relationships/image" Target="../media/image.jpeg" Id="Rdf65f0ee2b05464c"/><Relationship Type="http://schemas.openxmlformats.org/officeDocument/2006/relationships/notesSlide" Target="/ppt/notesSlides/notesSlide13.xml" Id="R24932bf3d2ce4e1c"/></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a35183203a6247e5"/><Relationship Type="http://schemas.openxmlformats.org/officeDocument/2006/relationships/image" Target="../media/image.jpeg" Id="R873fc6819ca249a7"/><Relationship Type="http://schemas.openxmlformats.org/officeDocument/2006/relationships/notesSlide" Target="/ppt/notesSlides/notesSlide14.xml" Id="R7c06b531e3654bb2"/></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edafbc88870f4802"/><Relationship Type="http://schemas.openxmlformats.org/officeDocument/2006/relationships/image" Target="../media/image.jpeg" Id="R12975d2652c94959"/><Relationship Type="http://schemas.openxmlformats.org/officeDocument/2006/relationships/notesSlide" Target="/ppt/notesSlides/notesSlide15.xml" Id="R7b70d190dd354f9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e9351d8131a94702"/><Relationship Type="http://schemas.openxmlformats.org/officeDocument/2006/relationships/image" Target="../media/image.jpeg" Id="Rcb1f69818c724468"/><Relationship Type="http://schemas.openxmlformats.org/officeDocument/2006/relationships/notesSlide" Target="/ppt/notesSlides/notesSlide16.xml" Id="Ref9eee96820a4e87"/></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6dae35cf60fe4895"/><Relationship Type="http://schemas.openxmlformats.org/officeDocument/2006/relationships/image" Target="../media/image.jpeg" Id="Rb8ea4f9259fb4faa"/><Relationship Type="http://schemas.openxmlformats.org/officeDocument/2006/relationships/notesSlide" Target="/ppt/notesSlides/notesSlide17.xml" Id="R8f91b023a3a3401c"/></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97b89bd12cc74d14"/><Relationship Type="http://schemas.openxmlformats.org/officeDocument/2006/relationships/image" Target="../media/image.jpeg" Id="Rc5c57309b2764f0e"/><Relationship Type="http://schemas.openxmlformats.org/officeDocument/2006/relationships/notesSlide" Target="/ppt/notesSlides/notesSlide18.xml" Id="Rc473ddea6a56496a"/></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6013208e4d6b40e3"/><Relationship Type="http://schemas.openxmlformats.org/officeDocument/2006/relationships/image" Target="../media/image.jpeg" Id="Re6bec399a58c4683"/><Relationship Type="http://schemas.openxmlformats.org/officeDocument/2006/relationships/notesSlide" Target="/ppt/notesSlides/notesSlide19.xml" Id="R424fe2801fac4029"/></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d5abc7b28a05440b"/><Relationship Type="http://schemas.openxmlformats.org/officeDocument/2006/relationships/image" Target="../media/image.jpeg" Id="R8005dc39b4e34ccd"/><Relationship Type="http://schemas.openxmlformats.org/officeDocument/2006/relationships/notesSlide" Target="/ppt/notesSlides/notesSlide20.xml" Id="R205ffd71be0b4605"/></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5bba89ce24404477"/><Relationship Type="http://schemas.openxmlformats.org/officeDocument/2006/relationships/image" Target="../media/image.jpeg" Id="R31c2e5062c124d4f"/><Relationship Type="http://schemas.openxmlformats.org/officeDocument/2006/relationships/notesSlide" Target="/ppt/notesSlides/notesSlide21.xml" Id="R99063851a9c048e1"/></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20f9bb00cf6b4e66"/><Relationship Type="http://schemas.openxmlformats.org/officeDocument/2006/relationships/image" Target="../media/image.jpeg" Id="R76289eeb7493458e"/><Relationship Type="http://schemas.openxmlformats.org/officeDocument/2006/relationships/notesSlide" Target="/ppt/notesSlides/notesSlide22.xml" Id="R4ebab20b598a4ddb"/></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c177d285cab0419b"/><Relationship Type="http://schemas.openxmlformats.org/officeDocument/2006/relationships/image" Target="../media/image.jpeg" Id="R8770c7780a0948c3"/><Relationship Type="http://schemas.openxmlformats.org/officeDocument/2006/relationships/notesSlide" Target="/ppt/notesSlides/notesSlide23.xml" Id="Re26634380b0345f5"/></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2fbdc53cddaf4fbb"/><Relationship Type="http://schemas.openxmlformats.org/officeDocument/2006/relationships/image" Target="../media/image.jpeg" Id="R79eee7a83a8d40f2"/><Relationship Type="http://schemas.openxmlformats.org/officeDocument/2006/relationships/notesSlide" Target="/ppt/notesSlides/notesSlide24.xml" Id="R6efb6804a31d4e9d"/></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95e2a07739854456"/><Relationship Type="http://schemas.openxmlformats.org/officeDocument/2006/relationships/image" Target="../media/image.jpeg" Id="R4d43bde0bf294693"/><Relationship Type="http://schemas.openxmlformats.org/officeDocument/2006/relationships/notesSlide" Target="/ppt/notesSlides/notesSlide25.xml" Id="Rc83310f145914443"/></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03384919d7ea4750"/><Relationship Type="http://schemas.openxmlformats.org/officeDocument/2006/relationships/image" Target="../media/image.jpeg" Id="R3cbc41e64b5b4eeb"/><Relationship Type="http://schemas.openxmlformats.org/officeDocument/2006/relationships/notesSlide" Target="/ppt/notesSlides/notesSlide26.xml" Id="Re0b08f7b36634a3d"/></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71101f291e124f72"/><Relationship Type="http://schemas.openxmlformats.org/officeDocument/2006/relationships/image" Target="../media/image.jpeg" Id="R963a5ec734af4f9a"/><Relationship Type="http://schemas.openxmlformats.org/officeDocument/2006/relationships/notesSlide" Target="/ppt/notesSlides/notesSlide27.xml" Id="R86b88db191f34a77"/></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0f3d4b0fcb504b3f"/><Relationship Type="http://schemas.openxmlformats.org/officeDocument/2006/relationships/image" Target="../media/image.jpeg" Id="Red5b7693efcc4faa"/><Relationship Type="http://schemas.openxmlformats.org/officeDocument/2006/relationships/notesSlide" Target="/ppt/notesSlides/notesSlide28.xml" Id="R3c740d1617b849fb"/></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3147056a5f104d14"/><Relationship Type="http://schemas.openxmlformats.org/officeDocument/2006/relationships/image" Target="../media/image.jpeg" Id="R04e7d5d03039435e"/><Relationship Type="http://schemas.openxmlformats.org/officeDocument/2006/relationships/notesSlide" Target="/ppt/notesSlides/notesSlide29.xml" Id="R9baf40fea4ea4bb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fd75e71a6d56469c"/><Relationship Type="http://schemas.openxmlformats.org/officeDocument/2006/relationships/image" Target="../media/image.jpeg" Id="R290d145412de4037"/><Relationship Type="http://schemas.openxmlformats.org/officeDocument/2006/relationships/notesSlide" Target="/ppt/notesSlides/notesSlide30.xml" Id="R3d4084155db1460a"/></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741e6e28307742f1"/><Relationship Type="http://schemas.openxmlformats.org/officeDocument/2006/relationships/image" Target="../media/image.jpeg" Id="R94ead694ed3d4ce5"/><Relationship Type="http://schemas.openxmlformats.org/officeDocument/2006/relationships/notesSlide" Target="/ppt/notesSlides/notesSlide31.xml" Id="Rff539281158245e4"/></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d6e4838f745c4a83"/><Relationship Type="http://schemas.openxmlformats.org/officeDocument/2006/relationships/image" Target="../media/image.jpeg" Id="Rafa716357e3f40b3"/><Relationship Type="http://schemas.openxmlformats.org/officeDocument/2006/relationships/notesSlide" Target="/ppt/notesSlides/notesSlide32.xml" Id="R99d33db8b4604907"/></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a8b7b9e7f4fe4528"/><Relationship Type="http://schemas.openxmlformats.org/officeDocument/2006/relationships/image" Target="../media/image.jpeg" Id="R628a02e652d249b0"/><Relationship Type="http://schemas.openxmlformats.org/officeDocument/2006/relationships/notesSlide" Target="/ppt/notesSlides/notesSlide33.xml" Id="R12439a8918e3486c"/></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e1b1ba80e0cc4fab"/><Relationship Type="http://schemas.openxmlformats.org/officeDocument/2006/relationships/image" Target="../media/image.jpeg" Id="Rc6337eb5619e444d"/><Relationship Type="http://schemas.openxmlformats.org/officeDocument/2006/relationships/notesSlide" Target="/ppt/notesSlides/notesSlide34.xml" Id="R0499606a19ab44bc"/></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3e2272323adc4bce"/><Relationship Type="http://schemas.openxmlformats.org/officeDocument/2006/relationships/image" Target="../media/image.jpeg" Id="Refa8bdc467cd4205"/><Relationship Type="http://schemas.openxmlformats.org/officeDocument/2006/relationships/notesSlide" Target="/ppt/notesSlides/notesSlide35.xml" Id="R79ea67af1a494807"/></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95e2fa43a4104c4a"/><Relationship Type="http://schemas.openxmlformats.org/officeDocument/2006/relationships/image" Target="../media/image.jpeg" Id="R3ed9d3abee024115"/><Relationship Type="http://schemas.openxmlformats.org/officeDocument/2006/relationships/notesSlide" Target="/ppt/notesSlides/notesSlide36.xml" Id="Rcc0646a357044d25"/></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4b6deb0a16664908"/><Relationship Type="http://schemas.openxmlformats.org/officeDocument/2006/relationships/image" Target="../media/image.jpeg" Id="R6f5949ebeb4740e4"/><Relationship Type="http://schemas.openxmlformats.org/officeDocument/2006/relationships/notesSlide" Target="/ppt/notesSlides/notesSlide37.xml" Id="Re580abcf22a7455c"/></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bbec2c27c59e491f"/><Relationship Type="http://schemas.openxmlformats.org/officeDocument/2006/relationships/image" Target="../media/image.jpeg" Id="Rb57dc763872943c9"/><Relationship Type="http://schemas.openxmlformats.org/officeDocument/2006/relationships/notesSlide" Target="/ppt/notesSlides/notesSlide38.xml" Id="R2a9bfa6bdf304b43"/></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316305e2a20f4238"/><Relationship Type="http://schemas.openxmlformats.org/officeDocument/2006/relationships/image" Target="../media/image.jpeg" Id="R5ef54b4e203749d6"/><Relationship Type="http://schemas.openxmlformats.org/officeDocument/2006/relationships/notesSlide" Target="/ppt/notesSlides/notesSlide39.xml" Id="R720338550e344a8d"/></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2a3b49b086f04840"/><Relationship Type="http://schemas.openxmlformats.org/officeDocument/2006/relationships/image" Target="../media/image.jpeg" Id="R19e290e875454d36"/><Relationship Type="http://schemas.openxmlformats.org/officeDocument/2006/relationships/notesSlide" Target="/ppt/notesSlides/notesSlide40.xml" Id="Re9d0726d779249ec"/></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5d4554b5fd6d42f6"/><Relationship Type="http://schemas.openxmlformats.org/officeDocument/2006/relationships/image" Target="../media/image.jpeg" Id="Rc78f0b9d1a6d4442"/><Relationship Type="http://schemas.openxmlformats.org/officeDocument/2006/relationships/notesSlide" Target="/ppt/notesSlides/notesSlide41.xml" Id="R7c15cf9f71e24b73"/></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74a575abf36748b7"/><Relationship Type="http://schemas.openxmlformats.org/officeDocument/2006/relationships/image" Target="../media/image.jpeg" Id="R76fc042c0fc447b5"/><Relationship Type="http://schemas.openxmlformats.org/officeDocument/2006/relationships/notesSlide" Target="/ppt/notesSlides/notesSlide42.xml" Id="R9e5c322799074bc9"/></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b3dac12f315143e3"/><Relationship Type="http://schemas.openxmlformats.org/officeDocument/2006/relationships/image" Target="../media/image.jpeg" Id="R9c41c4b1b1b54fa0"/><Relationship Type="http://schemas.openxmlformats.org/officeDocument/2006/relationships/notesSlide" Target="/ppt/notesSlides/notesSlide43.xml" Id="Re06d691d920b4ff8"/></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7503EA4C-01C3-4940-B973-6E599EED431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31FD4E39-F46F-4C10-BB2E-25F103B9E70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B4FD0FC3-1C6A-410F-9B8F-803FA73A98F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3</a:t>
            </a:r>
          </a:p>
        </p:txBody>
      </p:sp>
      <p:sp>
        <p:nvSpPr>
          <p:cNvPr id="4" name="shape">
            <a:extLst xmlns:a="http://schemas.openxmlformats.org/drawingml/2006/main">
              <a:ext uri="{FF2B5EF4-FFF2-40B4-BE49-F238E27FC236}">
                <a16:creationId xmlns:a16="http://schemas.microsoft.com/office/drawing/2014/main" id="{3B18A489-22C5-4496-9E57-C397946D42D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5C57072-6E5A-4962-A1E2-BCAF78A12CD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B558F2B-BACD-4DAE-B383-91128232480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8F256FB-B620-42D6-A927-3248C50907F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8B511C7-066D-4179-A2F9-D2AE0513CFF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7D78060-9143-4567-A1AB-AF1C7A1A0F5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1E98FC9-4C49-40B5-BA67-85F0E6C0D2B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95C846F1-D284-4923-9CDF-0A310DA143E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348D3E0-E386-420B-88F5-2F8B47B348C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B1CEE5DF-632A-4B80-A6DA-F061A9DC68B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43</a:t>
            </a:r>
          </a:p>
        </p:txBody>
      </p:sp>
      <p:sp>
        <p:nvSpPr>
          <p:cNvPr id="14" name="licence-footer">
            <a:extLst xmlns:a="http://schemas.openxmlformats.org/drawingml/2006/main">
              <a:ext uri="{FF2B5EF4-FFF2-40B4-BE49-F238E27FC236}">
                <a16:creationId xmlns:a16="http://schemas.microsoft.com/office/drawing/2014/main" id="{2BA863BA-87F2-46AF-8314-E63926D16B1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96CF758-6284-45C9-B872-8998DCF7B77D}"/>
              </a:ext>
            </a:extLst>
          </p:cNvPr>
          <p:cNvPicPr>
            <a:picLocks xmlns:a="http://schemas.openxmlformats.org/drawingml/2006/main" noChangeAspect="1"/>
          </p:cNvPicPr>
          <p:nvPr/>
        </p:nvPicPr>
        <p:blipFill>
          <a:blip xmlns:r="http://schemas.openxmlformats.org/officeDocument/2006/relationships" xmlns:a="http://schemas.openxmlformats.org/drawingml/2006/main" r:embed="R69b1825c4dde412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4425F09-4F1C-4E84-8D6C-18D032608412}"/>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Beliefs, change and resilience</a:t>
            </a:r>
          </a:p>
        </p:txBody>
      </p:sp>
      <p:sp>
        <p:nvSpPr>
          <p:cNvPr id="17" name="pupil-text">
            <a:extLst xmlns:a="http://schemas.openxmlformats.org/drawingml/2006/main">
              <a:ext uri="{FF2B5EF4-FFF2-40B4-BE49-F238E27FC236}">
                <a16:creationId xmlns:a16="http://schemas.microsoft.com/office/drawing/2014/main" id="{4A9C4FC0-5328-48D0-8164-E460B5CDF016}"/>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GROW</a:t>
            </a:r>
          </a:p>
        </p:txBody>
      </p:sp>
      <p:sp>
        <p:nvSpPr>
          <p:cNvPr id="18" name="pupil-text">
            <a:extLst xmlns:a="http://schemas.openxmlformats.org/drawingml/2006/main">
              <a:ext uri="{FF2B5EF4-FFF2-40B4-BE49-F238E27FC236}">
                <a16:creationId xmlns:a16="http://schemas.microsoft.com/office/drawing/2014/main" id="{9D6F6923-750F-446E-AF31-20801CE712BD}"/>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3 · Lesson: GROW-RE-S1-W03</a:t>
            </a:r>
          </a:p>
        </p:txBody>
      </p:sp>
      <p:sp>
        <p:nvSpPr>
          <p:cNvPr id="19" name="pupil-text">
            <a:extLst xmlns:a="http://schemas.openxmlformats.org/drawingml/2006/main">
              <a:ext uri="{FF2B5EF4-FFF2-40B4-BE49-F238E27FC236}">
                <a16:creationId xmlns:a16="http://schemas.microsoft.com/office/drawing/2014/main" id="{87F9FAA7-7273-460F-B64B-6C2E394F49C7}"/>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What do two sacred-text stories say about not giving up?</a:t>
            </a:r>
          </a:p>
        </p:txBody>
      </p:sp>
      <p:sp>
        <p:nvSpPr>
          <p:cNvPr id="20" name="pupil-text">
            <a:extLst xmlns:a="http://schemas.openxmlformats.org/drawingml/2006/main">
              <a:ext uri="{FF2B5EF4-FFF2-40B4-BE49-F238E27FC236}">
                <a16:creationId xmlns:a16="http://schemas.microsoft.com/office/drawing/2014/main" id="{A8125051-E667-4AD0-877A-DC04CA161924}"/>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explain an idea of resilience in two sacred-text stories.</a:t>
            </a:r>
          </a:p>
        </p:txBody>
      </p:sp>
      <p:sp>
        <p:nvSpPr>
          <p:cNvPr id="21" name="shape">
            <a:extLst xmlns:a="http://schemas.openxmlformats.org/drawingml/2006/main">
              <a:ext uri="{FF2B5EF4-FFF2-40B4-BE49-F238E27FC236}">
                <a16:creationId xmlns:a16="http://schemas.microsoft.com/office/drawing/2014/main" id="{AF03B6CC-B0BE-4E98-B777-93FAA1E17100}"/>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C1646C9F-6AD2-4B4F-B0D0-BC1D506FAD91}"/>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a:t>
            </a:r>
          </a:p>
        </p:txBody>
      </p:sp>
      <p:sp>
        <p:nvSpPr>
          <p:cNvPr id="23" name="shape">
            <a:extLst xmlns:a="http://schemas.openxmlformats.org/drawingml/2006/main">
              <a:ext uri="{FF2B5EF4-FFF2-40B4-BE49-F238E27FC236}">
                <a16:creationId xmlns:a16="http://schemas.microsoft.com/office/drawing/2014/main" id="{F41FC4C5-C0E5-4662-A317-FAC8048EFA6B}"/>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8B8BC0A8-32C0-4DDB-9714-031603D38E6E}"/>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give a detail from each story.</a:t>
            </a:r>
          </a:p>
        </p:txBody>
      </p:sp>
      <p:sp>
        <p:nvSpPr>
          <p:cNvPr id="25" name="shape">
            <a:extLst xmlns:a="http://schemas.openxmlformats.org/drawingml/2006/main">
              <a:ext uri="{FF2B5EF4-FFF2-40B4-BE49-F238E27FC236}">
                <a16:creationId xmlns:a16="http://schemas.microsoft.com/office/drawing/2014/main" id="{EFC033BE-C5F4-47DE-910C-C31FE84BF9D8}"/>
              </a:ext>
            </a:extLst>
          </p:cNvPr>
          <p:cNvSpPr>
            <a:spLocks xmlns:a="http://schemas.openxmlformats.org/drawingml/2006/main" noGrp="1"/>
          </p:cNvSpPr>
          <p:nvPr/>
        </p:nvSpPr>
        <p:spPr>
          <a:xfrm xmlns:a="http://schemas.openxmlformats.org/drawingml/2006/main">
            <a:off x="409575" y="37433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32DA120F-0753-4975-8042-B0FA9BBEF74E}"/>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explain a resilience idea.</a:t>
            </a:r>
          </a:p>
        </p:txBody>
      </p:sp>
      <p:sp>
        <p:nvSpPr>
          <p:cNvPr id="27" name="shape">
            <a:extLst xmlns:a="http://schemas.openxmlformats.org/drawingml/2006/main">
              <a:ext uri="{FF2B5EF4-FFF2-40B4-BE49-F238E27FC236}">
                <a16:creationId xmlns:a16="http://schemas.microsoft.com/office/drawing/2014/main" id="{A9F400E7-A7DC-4A0B-BD5C-34F9C0DE1D50}"/>
              </a:ext>
            </a:extLst>
          </p:cNvPr>
          <p:cNvSpPr>
            <a:spLocks xmlns:a="http://schemas.openxmlformats.org/drawingml/2006/main" noGrp="1"/>
          </p:cNvSpPr>
          <p:nvPr/>
        </p:nvSpPr>
        <p:spPr>
          <a:xfrm xmlns:a="http://schemas.openxmlformats.org/drawingml/2006/main">
            <a:off x="409575" y="403860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8" name="pupil-text">
            <a:extLst xmlns:a="http://schemas.openxmlformats.org/drawingml/2006/main">
              <a:ext uri="{FF2B5EF4-FFF2-40B4-BE49-F238E27FC236}">
                <a16:creationId xmlns:a16="http://schemas.microsoft.com/office/drawing/2014/main" id="{B05ABEEC-4B8D-47E9-8EA5-31A015ECEE85}"/>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separate a story’s claim from a promise about real life.</a:t>
            </a:r>
          </a:p>
        </p:txBody>
      </p:sp>
      <p:sp>
        <p:nvSpPr>
          <p:cNvPr id="29" name="pupil-text">
            <a:extLst xmlns:a="http://schemas.openxmlformats.org/drawingml/2006/main">
              <a:ext uri="{FF2B5EF4-FFF2-40B4-BE49-F238E27FC236}">
                <a16:creationId xmlns:a16="http://schemas.microsoft.com/office/drawing/2014/main" id="{9DD30F39-1249-4E59-A015-4334CD2229CA}"/>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Check what a source actually says before using it to support a claim.</a:t>
            </a:r>
          </a:p>
        </p:txBody>
      </p:sp>
      <p:sp>
        <p:nvSpPr>
          <p:cNvPr id="30" name="pupil-text">
            <a:extLst xmlns:a="http://schemas.openxmlformats.org/drawingml/2006/main">
              <a:ext uri="{FF2B5EF4-FFF2-40B4-BE49-F238E27FC236}">
                <a16:creationId xmlns:a16="http://schemas.microsoft.com/office/drawing/2014/main" id="{19DE308D-22D5-4C96-9FA9-58E233239B57}"/>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31" name="pupil-text">
            <a:extLst xmlns:a="http://schemas.openxmlformats.org/drawingml/2006/main">
              <a:ext uri="{FF2B5EF4-FFF2-40B4-BE49-F238E27FC236}">
                <a16:creationId xmlns:a16="http://schemas.microsoft.com/office/drawing/2014/main" id="{D9F3E0CF-A632-4DC4-B80F-CBA0B05810A1}"/>
              </a:ext>
            </a:extLst>
          </p:cNvPr>
          <p:cNvSpPr>
            <a:spLocks xmlns:a="http://schemas.openxmlformats.org/drawingml/2006/main" noGrp="1"/>
          </p:cNvSpPr>
          <p:nvPr/>
        </p:nvSpPr>
        <p:spPr>
          <a:xfrm xmlns:a="http://schemas.openxmlformats.org/drawingml/2006/main">
            <a:off x="457200" y="4933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Tree>
    <p:extLst>
      <p:ext uri="{BB962C8B-B14F-4D97-AF65-F5344CB8AC3E}">
        <p14:creationId xmlns:p14="http://schemas.microsoft.com/office/powerpoint/2010/main" val="7336238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A4C89AC7-DC7D-4323-8950-DAC1EE01591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4CEC0599-E7AF-45C6-BB20-9342260AE2A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7790C52B-04FE-4346-B2C4-FD9EA6290C2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3 · continued</a:t>
            </a:r>
          </a:p>
        </p:txBody>
      </p:sp>
      <p:sp>
        <p:nvSpPr>
          <p:cNvPr id="4" name="shape">
            <a:extLst xmlns:a="http://schemas.openxmlformats.org/drawingml/2006/main">
              <a:ext uri="{FF2B5EF4-FFF2-40B4-BE49-F238E27FC236}">
                <a16:creationId xmlns:a16="http://schemas.microsoft.com/office/drawing/2014/main" id="{4DC85367-3C22-40DC-8C1E-99A4B3C7EDF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47DD661-798E-41B0-8229-EBC0F4A0D9E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B324A15-CCF5-46DE-9170-5ED26C91614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C4F7EDE-42DA-45EA-9C44-1E32FB5152C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2839C89-094C-4F1F-A4EF-98A12998487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115E626-0F78-4DF7-BD94-B0E47D1C33D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6E207CA-03AF-420F-B5E7-A9ADFB2E4BF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7ABE3719-BC06-4DB9-8021-478D2F155B8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B6A234C-CC3F-4B40-8EBF-0C4F217C85F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CEB7760-9079-45EE-BCAA-E9081CB35D8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43</a:t>
            </a:r>
          </a:p>
        </p:txBody>
      </p:sp>
      <p:sp>
        <p:nvSpPr>
          <p:cNvPr id="14" name="licence-footer">
            <a:extLst xmlns:a="http://schemas.openxmlformats.org/drawingml/2006/main">
              <a:ext uri="{FF2B5EF4-FFF2-40B4-BE49-F238E27FC236}">
                <a16:creationId xmlns:a16="http://schemas.microsoft.com/office/drawing/2014/main" id="{CFE0F546-897C-4D46-83D4-ADAD9AC3540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8F9209F-89C4-4EB2-8B76-1A4D77055981}"/>
              </a:ext>
            </a:extLst>
          </p:cNvPr>
          <p:cNvPicPr>
            <a:picLocks xmlns:a="http://schemas.openxmlformats.org/drawingml/2006/main" noChangeAspect="1"/>
          </p:cNvPicPr>
          <p:nvPr/>
        </p:nvPicPr>
        <p:blipFill>
          <a:blip xmlns:r="http://schemas.openxmlformats.org/officeDocument/2006/relationships" xmlns:a="http://schemas.openxmlformats.org/drawingml/2006/main" r:embed="Rf565f74ffc974b0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ECC34AA-29A5-477B-83AE-F89879D99DBC}"/>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some believers or this person. Beliefs and practices vary within each worldview.</a:t>
            </a:r>
          </a:p>
        </p:txBody>
      </p:sp>
      <p:sp>
        <p:nvSpPr>
          <p:cNvPr id="17" name="pupil-text">
            <a:extLst xmlns:a="http://schemas.openxmlformats.org/drawingml/2006/main">
              <a:ext uri="{FF2B5EF4-FFF2-40B4-BE49-F238E27FC236}">
                <a16:creationId xmlns:a16="http://schemas.microsoft.com/office/drawing/2014/main" id="{7F8C997E-AF52-44E8-A05D-0C20F8F2D582}"/>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Study the supplied text. You need not share beliefs, family life, loss or a story from your life.</a:t>
            </a:r>
          </a:p>
        </p:txBody>
      </p:sp>
      <p:sp>
        <p:nvSpPr>
          <p:cNvPr id="18" name="pupil-text">
            <a:extLst xmlns:a="http://schemas.openxmlformats.org/drawingml/2006/main">
              <a:ext uri="{FF2B5EF4-FFF2-40B4-BE49-F238E27FC236}">
                <a16:creationId xmlns:a16="http://schemas.microsoft.com/office/drawing/2014/main" id="{1F7F11E8-729F-45F3-9586-44E3B1F0B7A9}"/>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before speaking or writing. You may sign, draw, use symbols or ask for your own words</a:t>
            </a:r>
          </a:p>
        </p:txBody>
      </p:sp>
      <p:sp>
        <p:nvSpPr>
          <p:cNvPr id="19" name="pupil-text">
            <a:extLst xmlns:a="http://schemas.openxmlformats.org/drawingml/2006/main">
              <a:ext uri="{FF2B5EF4-FFF2-40B4-BE49-F238E27FC236}">
                <a16:creationId xmlns:a16="http://schemas.microsoft.com/office/drawing/2014/main" id="{5DDD727F-55DB-4C2C-A774-0B0FFAFB5D9B}"/>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scribed. You may pass.</a:t>
            </a:r>
          </a:p>
        </p:txBody>
      </p:sp>
      <p:sp>
        <p:nvSpPr>
          <p:cNvPr id="20" name="pupil-text">
            <a:extLst xmlns:a="http://schemas.openxmlformats.org/drawingml/2006/main">
              <a:ext uri="{FF2B5EF4-FFF2-40B4-BE49-F238E27FC236}">
                <a16:creationId xmlns:a16="http://schemas.microsoft.com/office/drawing/2014/main" id="{2B2BF6E3-7BDA-412B-B11F-C6EC52D2BC67}"/>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 We describe prayer in sources; we do not pray or act it</a:t>
            </a:r>
          </a:p>
        </p:txBody>
      </p:sp>
      <p:sp>
        <p:nvSpPr>
          <p:cNvPr id="21" name="pupil-text">
            <a:extLst xmlns:a="http://schemas.openxmlformats.org/drawingml/2006/main">
              <a:ext uri="{FF2B5EF4-FFF2-40B4-BE49-F238E27FC236}">
                <a16:creationId xmlns:a16="http://schemas.microsoft.com/office/drawing/2014/main" id="{121E0D64-5B97-44A1-B79B-C70C60AC36D1}"/>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out.</a:t>
            </a:r>
          </a:p>
        </p:txBody>
      </p:sp>
      <p:sp>
        <p:nvSpPr>
          <p:cNvPr id="22" name="pupil-text">
            <a:extLst xmlns:a="http://schemas.openxmlformats.org/drawingml/2006/main">
              <a:ext uri="{FF2B5EF4-FFF2-40B4-BE49-F238E27FC236}">
                <a16:creationId xmlns:a16="http://schemas.microsoft.com/office/drawing/2014/main" id="{9699C17C-417F-40A6-8563-E88CBC6E1019}"/>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protected text, paper models or pictures. No real flame or sacred object is used.</a:t>
            </a:r>
          </a:p>
        </p:txBody>
      </p:sp>
      <p:sp>
        <p:nvSpPr>
          <p:cNvPr id="23" name="pupil-text">
            <a:extLst xmlns:a="http://schemas.openxmlformats.org/drawingml/2006/main">
              <a:ext uri="{FF2B5EF4-FFF2-40B4-BE49-F238E27FC236}">
                <a16:creationId xmlns:a16="http://schemas.microsoft.com/office/drawing/2014/main" id="{C8593E8D-7522-4912-8E7E-54B9D2C3F6D6}"/>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Return to one source card / Pass.</a:t>
            </a:r>
          </a:p>
        </p:txBody>
      </p:sp>
    </p:spTree>
    <p:extLst>
      <p:ext uri="{BB962C8B-B14F-4D97-AF65-F5344CB8AC3E}">
        <p14:creationId xmlns:p14="http://schemas.microsoft.com/office/powerpoint/2010/main" val="18560217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B1DF18F-3936-458E-BC89-7903F4F8AF1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5ABCCF74-1273-471F-80E0-D56852C140A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107860E9-ADDC-4AF6-81E4-7612175FB20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3 · continued</a:t>
            </a:r>
          </a:p>
        </p:txBody>
      </p:sp>
      <p:sp>
        <p:nvSpPr>
          <p:cNvPr id="4" name="shape">
            <a:extLst xmlns:a="http://schemas.openxmlformats.org/drawingml/2006/main">
              <a:ext uri="{FF2B5EF4-FFF2-40B4-BE49-F238E27FC236}">
                <a16:creationId xmlns:a16="http://schemas.microsoft.com/office/drawing/2014/main" id="{5CE807A7-C4F5-4398-9E3C-21363F8BA2E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6C3CB8B-04CC-41E4-B913-E7ABF724D9D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762FF61-C1D6-412C-B906-B31643C8741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E15546A-2891-40EF-9B21-DCA18B35443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3203F30-B71D-49A3-8C98-3CDD4194CFD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FE24ECC-E767-421D-B57A-0A21239F3DD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43F9078-CA11-4E5E-B89F-844124DD225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2A193D16-A38A-46DE-89C6-A0792F3C4DF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7277E5D-7059-4905-A260-B9D84B99DBB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722FEF6-CD8B-40FC-B1DD-8CA6AE31B3D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43</a:t>
            </a:r>
          </a:p>
        </p:txBody>
      </p:sp>
      <p:sp>
        <p:nvSpPr>
          <p:cNvPr id="14" name="licence-footer">
            <a:extLst xmlns:a="http://schemas.openxmlformats.org/drawingml/2006/main">
              <a:ext uri="{FF2B5EF4-FFF2-40B4-BE49-F238E27FC236}">
                <a16:creationId xmlns:a16="http://schemas.microsoft.com/office/drawing/2014/main" id="{DFF2711D-4511-4EDE-9D31-093DB1A010F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E049BF6-3C67-4B5C-BFB7-18A583529CF3}"/>
              </a:ext>
            </a:extLst>
          </p:cNvPr>
          <p:cNvPicPr>
            <a:picLocks xmlns:a="http://schemas.openxmlformats.org/drawingml/2006/main" noChangeAspect="1"/>
          </p:cNvPicPr>
          <p:nvPr/>
        </p:nvPicPr>
        <p:blipFill>
          <a:blip xmlns:r="http://schemas.openxmlformats.org/officeDocument/2006/relationships" xmlns:a="http://schemas.openxmlformats.org/drawingml/2006/main" r:embed="R3cf8ccd6f5ad472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375D730-777D-449B-8FDF-16EB74D1532C}"/>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means spoken feedback. WS means worked with support. I means independent.</a:t>
            </a:r>
          </a:p>
        </p:txBody>
      </p:sp>
      <p:sp>
        <p:nvSpPr>
          <p:cNvPr id="17" name="pupil-text">
            <a:extLst xmlns:a="http://schemas.openxmlformats.org/drawingml/2006/main">
              <a:ext uri="{FF2B5EF4-FFF2-40B4-BE49-F238E27FC236}">
                <a16:creationId xmlns:a16="http://schemas.microsoft.com/office/drawing/2014/main" id="{E626A692-2822-407D-978D-E0BE76350542}"/>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means one next step. E means evidence kept on the evidence app.</a:t>
            </a:r>
          </a:p>
        </p:txBody>
      </p:sp>
      <p:sp>
        <p:nvSpPr>
          <p:cNvPr id="18" name="pupil-text">
            <a:extLst xmlns:a="http://schemas.openxmlformats.org/drawingml/2006/main">
              <a:ext uri="{FF2B5EF4-FFF2-40B4-BE49-F238E27FC236}">
                <a16:creationId xmlns:a16="http://schemas.microsoft.com/office/drawing/2014/main" id="{7C5662AA-A05C-4E44-9E62-B74FBAA3A55C}"/>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means responded: an adult heard the response and it shaped the next step.</a:t>
            </a:r>
          </a:p>
        </p:txBody>
      </p:sp>
      <p:sp>
        <p:nvSpPr>
          <p:cNvPr id="19" name="pupil-text">
            <a:extLst xmlns:a="http://schemas.openxmlformats.org/drawingml/2006/main">
              <a:ext uri="{FF2B5EF4-FFF2-40B4-BE49-F238E27FC236}">
                <a16:creationId xmlns:a16="http://schemas.microsoft.com/office/drawing/2014/main" id="{908398B3-00D9-4D1E-8B90-BC8A73F15BB7}"/>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marks a self-edit point. ? means read this back to me. You may show or sign your meaning.</a:t>
            </a:r>
          </a:p>
        </p:txBody>
      </p:sp>
      <p:sp>
        <p:nvSpPr>
          <p:cNvPr id="20" name="pupil-text">
            <a:extLst xmlns:a="http://schemas.openxmlformats.org/drawingml/2006/main">
              <a:ext uri="{FF2B5EF4-FFF2-40B4-BE49-F238E27FC236}">
                <a16:creationId xmlns:a16="http://schemas.microsoft.com/office/drawing/2014/main" id="{919115EE-ABB1-444B-A72A-AACBA97D011C}"/>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Tree>
    <p:extLst>
      <p:ext uri="{BB962C8B-B14F-4D97-AF65-F5344CB8AC3E}">
        <p14:creationId xmlns:p14="http://schemas.microsoft.com/office/powerpoint/2010/main" val="13962698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E8D9671C-D940-4EBA-A415-FC50800E2A1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263612AE-CD38-4E70-B052-18636000FDF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4A42D12B-1A36-4F8F-A37A-7F09C8F69B1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0EB3534B-80A3-4BC2-9FAF-4BE448ADEFB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A8CA4B5-93D9-465A-98B1-BF02270CEE3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08BBE85-1F65-44C2-AE3B-AFAF7E3D500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EC6E959-F374-4713-AF55-95F47C60E66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CD04DEB-FC08-4C4C-89A9-AE239ABFB98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01DA9AE-A9FB-424F-90E5-C0DCE53B88F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5EBDFFA-8E51-4258-AC4A-235FDE814C7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00F706CB-7CA1-49B0-94B2-6A98BEA9663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0A67D12-C992-4052-8628-0EB664E09FA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6E9E22A2-2F8F-46B3-94C6-2A48CC9CDB2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43</a:t>
            </a:r>
          </a:p>
        </p:txBody>
      </p:sp>
      <p:sp>
        <p:nvSpPr>
          <p:cNvPr id="14" name="licence-footer">
            <a:extLst xmlns:a="http://schemas.openxmlformats.org/drawingml/2006/main">
              <a:ext uri="{FF2B5EF4-FFF2-40B4-BE49-F238E27FC236}">
                <a16:creationId xmlns:a16="http://schemas.microsoft.com/office/drawing/2014/main" id="{02C1CDE0-0D50-4434-97CB-DC350BDD196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5283E16-EF93-4082-BDD7-ED12EA83AE21}"/>
              </a:ext>
            </a:extLst>
          </p:cNvPr>
          <p:cNvPicPr>
            <a:picLocks xmlns:a="http://schemas.openxmlformats.org/drawingml/2006/main" noChangeAspect="1"/>
          </p:cNvPicPr>
          <p:nvPr/>
        </p:nvPicPr>
        <p:blipFill>
          <a:blip xmlns:r="http://schemas.openxmlformats.org/officeDocument/2006/relationships" xmlns:a="http://schemas.openxmlformats.org/drawingml/2006/main" r:embed="R88cab449567d491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DB66971-561E-4996-BF19-02F89710E21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a:t>
            </a:r>
          </a:p>
        </p:txBody>
      </p:sp>
      <p:sp>
        <p:nvSpPr>
          <p:cNvPr id="17" name="pupil-text">
            <a:extLst xmlns:a="http://schemas.openxmlformats.org/drawingml/2006/main">
              <a:ext uri="{FF2B5EF4-FFF2-40B4-BE49-F238E27FC236}">
                <a16:creationId xmlns:a16="http://schemas.microsoft.com/office/drawing/2014/main" id="{9F7D046A-C8AA-4C44-8761-9EB419C8C114}"/>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unless passing.</a:t>
            </a:r>
          </a:p>
        </p:txBody>
      </p:sp>
      <p:sp>
        <p:nvSpPr>
          <p:cNvPr id="18" name="pupil-text">
            <a:extLst xmlns:a="http://schemas.openxmlformats.org/drawingml/2006/main">
              <a:ext uri="{FF2B5EF4-FFF2-40B4-BE49-F238E27FC236}">
                <a16:creationId xmlns:a16="http://schemas.microsoft.com/office/drawing/2014/main" id="{F5458309-B931-4A32-9EA4-D675A9604528}"/>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do two sacred-text stories say about not giving up?</a:t>
            </a:r>
          </a:p>
        </p:txBody>
      </p:sp>
    </p:spTree>
    <p:extLst>
      <p:ext uri="{BB962C8B-B14F-4D97-AF65-F5344CB8AC3E}">
        <p14:creationId xmlns:p14="http://schemas.microsoft.com/office/powerpoint/2010/main" val="7551946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62EF45A4-62F5-49A9-92CE-A5D72A78713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0C4897F6-D268-4598-8F71-18CA2D83629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D95119D-7081-4F6B-809A-19CE686E8D0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7AB828CC-B306-4306-8FF2-C685D9168782}"/>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290FE5E-7937-4731-92A9-F261B7E43A4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F665A3A-92D6-40C3-B55B-95EA5F2B715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BEB53EC-3BA8-4A57-AEEF-189AFC0B43C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0FC34A9-C4F1-49BD-BF6D-BCDC404331F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F3B1123-0664-4554-9AA0-C864A88A489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E6FABF6-55F1-46BD-9024-43414B32F68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D0C67842-8A20-4745-B64C-340D4A40FF7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A3D0FF7-2C65-454C-90C4-2AA9A85F8C8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81AF6B7-2302-44CC-8316-6A46BB34F05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43</a:t>
            </a:r>
          </a:p>
        </p:txBody>
      </p:sp>
      <p:sp>
        <p:nvSpPr>
          <p:cNvPr id="14" name="licence-footer">
            <a:extLst xmlns:a="http://schemas.openxmlformats.org/drawingml/2006/main">
              <a:ext uri="{FF2B5EF4-FFF2-40B4-BE49-F238E27FC236}">
                <a16:creationId xmlns:a16="http://schemas.microsoft.com/office/drawing/2014/main" id="{14BDF1AB-FACB-4199-A9D1-6EDC3DBEC3B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B802C61-3208-4232-A150-B45CD9A4A4AF}"/>
              </a:ext>
            </a:extLst>
          </p:cNvPr>
          <p:cNvPicPr>
            <a:picLocks xmlns:a="http://schemas.openxmlformats.org/drawingml/2006/main" noChangeAspect="1"/>
          </p:cNvPicPr>
          <p:nvPr/>
        </p:nvPicPr>
        <p:blipFill>
          <a:blip xmlns:r="http://schemas.openxmlformats.org/officeDocument/2006/relationships" xmlns:a="http://schemas.openxmlformats.org/drawingml/2006/main" r:embed="R740094673f66409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7A57656-317B-4039-B3BC-90B082B5730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DC8FCB3C-D125-41A2-95CD-33FCC5519F0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Hope in a source</a:t>
            </a:r>
          </a:p>
        </p:txBody>
      </p:sp>
      <p:sp>
        <p:nvSpPr>
          <p:cNvPr id="18" name="pupil-text">
            <a:extLst xmlns:a="http://schemas.openxmlformats.org/drawingml/2006/main">
              <a:ext uri="{FF2B5EF4-FFF2-40B4-BE49-F238E27FC236}">
                <a16:creationId xmlns:a16="http://schemas.microsoft.com/office/drawing/2014/main" id="{E4989DF7-77EF-4C58-BAD0-93F7CFA3E6E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the Christian account connect with hope?</a:t>
            </a:r>
          </a:p>
        </p:txBody>
      </p:sp>
      <p:sp>
        <p:nvSpPr>
          <p:cNvPr id="19" name="pupil-text">
            <a:extLst xmlns:a="http://schemas.openxmlformats.org/drawingml/2006/main">
              <a:ext uri="{FF2B5EF4-FFF2-40B4-BE49-F238E27FC236}">
                <a16:creationId xmlns:a16="http://schemas.microsoft.com/office/drawing/2014/main" id="{FFC03D4D-E5EB-489C-B40B-0E4CA3B3DFF3}"/>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practical response</a:t>
            </a:r>
          </a:p>
        </p:txBody>
      </p:sp>
      <p:sp>
        <p:nvSpPr>
          <p:cNvPr id="20" name="pupil-text">
            <a:extLst xmlns:a="http://schemas.openxmlformats.org/drawingml/2006/main">
              <a:ext uri="{FF2B5EF4-FFF2-40B4-BE49-F238E27FC236}">
                <a16:creationId xmlns:a16="http://schemas.microsoft.com/office/drawing/2014/main" id="{52C22642-B877-4B34-900E-A21647701DE3}"/>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response did the source encourage for people in need?</a:t>
            </a:r>
          </a:p>
        </p:txBody>
      </p:sp>
      <p:sp>
        <p:nvSpPr>
          <p:cNvPr id="21" name="pupil-text">
            <a:extLst xmlns:a="http://schemas.openxmlformats.org/drawingml/2006/main">
              <a:ext uri="{FF2B5EF4-FFF2-40B4-BE49-F238E27FC236}">
                <a16:creationId xmlns:a16="http://schemas.microsoft.com/office/drawing/2014/main" id="{6DAC08AC-EB3D-435D-8D94-15327509C316}"/>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limit</a:t>
            </a:r>
          </a:p>
        </p:txBody>
      </p:sp>
      <p:sp>
        <p:nvSpPr>
          <p:cNvPr id="22" name="pupil-text">
            <a:extLst xmlns:a="http://schemas.openxmlformats.org/drawingml/2006/main">
              <a:ext uri="{FF2B5EF4-FFF2-40B4-BE49-F238E27FC236}">
                <a16:creationId xmlns:a16="http://schemas.microsoft.com/office/drawing/2014/main" id="{F5FEB7C1-F181-48B3-AAC7-143DFD79637F}"/>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hope guarantee that the room problem was solved?</a:t>
            </a:r>
          </a:p>
        </p:txBody>
      </p:sp>
      <p:sp>
        <p:nvSpPr>
          <p:cNvPr id="23" name="pupil-text">
            <a:extLst xmlns:a="http://schemas.openxmlformats.org/drawingml/2006/main">
              <a:ext uri="{FF2B5EF4-FFF2-40B4-BE49-F238E27FC236}">
                <a16:creationId xmlns:a16="http://schemas.microsoft.com/office/drawing/2014/main" id="{F2697725-01DF-4EB4-A30A-7DD88F7CD422}"/>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04D3DC5B-D785-466D-A280-336DB83B9632}"/>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a story carry an idea without being a promise about every event?</a:t>
            </a:r>
          </a:p>
        </p:txBody>
      </p:sp>
    </p:spTree>
    <p:extLst>
      <p:ext uri="{BB962C8B-B14F-4D97-AF65-F5344CB8AC3E}">
        <p14:creationId xmlns:p14="http://schemas.microsoft.com/office/powerpoint/2010/main" val="911883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B948B0D1-0CDF-4015-BC45-70F7BAACE7F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361632EB-0B8B-440B-9174-6D9967D6D23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33F60BE9-9143-4850-BD5D-C107E030CE4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18C0A276-AD12-4A4A-9CE1-36183C4CAE1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4EFEE99-3261-442D-A193-52EBEA2CBE4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FD4A993-319A-467F-AE17-49D3855C6B0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B087AE8-8741-416B-A60D-E98827A800C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CEBE527-5377-40B5-92D2-B6BE7DFCAA8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C6BA327-8059-4D84-B740-97878AB7443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52A59AA-64F5-446C-ACE7-2B03485309C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3FF2EB2C-4DC0-4FCA-9B8C-A53F68F1635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2D839EB-7565-40F8-86CB-60B9151F54E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48C5B1B7-9B5D-4E12-AB1B-D17C945D492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43</a:t>
            </a:r>
          </a:p>
        </p:txBody>
      </p:sp>
      <p:sp>
        <p:nvSpPr>
          <p:cNvPr id="14" name="licence-footer">
            <a:extLst xmlns:a="http://schemas.openxmlformats.org/drawingml/2006/main">
              <a:ext uri="{FF2B5EF4-FFF2-40B4-BE49-F238E27FC236}">
                <a16:creationId xmlns:a16="http://schemas.microsoft.com/office/drawing/2014/main" id="{D6C23F68-8068-40EB-A227-619B7EB7051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0AA3E8A-A0E9-43ED-B642-F9A266B128A8}"/>
              </a:ext>
            </a:extLst>
          </p:cNvPr>
          <p:cNvPicPr>
            <a:picLocks xmlns:a="http://schemas.openxmlformats.org/drawingml/2006/main" noChangeAspect="1"/>
          </p:cNvPicPr>
          <p:nvPr/>
        </p:nvPicPr>
        <p:blipFill>
          <a:blip xmlns:r="http://schemas.openxmlformats.org/officeDocument/2006/relationships" xmlns:a="http://schemas.openxmlformats.org/drawingml/2006/main" r:embed="R6dc5d67568be478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EF846A6-371B-4456-B066-2D8C81DBD3B1}"/>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Hope in a source</a:t>
            </a:r>
          </a:p>
        </p:txBody>
      </p:sp>
      <p:sp>
        <p:nvSpPr>
          <p:cNvPr id="17" name="shape">
            <a:extLst xmlns:a="http://schemas.openxmlformats.org/drawingml/2006/main">
              <a:ext uri="{FF2B5EF4-FFF2-40B4-BE49-F238E27FC236}">
                <a16:creationId xmlns:a16="http://schemas.microsoft.com/office/drawing/2014/main" id="{D7D95699-DF37-4084-ADCD-33F156CF691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4897EB06-B055-4EED-B983-03C8BE5E2931}"/>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its belief in new life.</a:t>
            </a:r>
          </a:p>
        </p:txBody>
      </p:sp>
      <p:sp>
        <p:nvSpPr>
          <p:cNvPr id="19" name="pupil-text">
            <a:extLst xmlns:a="http://schemas.openxmlformats.org/drawingml/2006/main">
              <a:ext uri="{FF2B5EF4-FFF2-40B4-BE49-F238E27FC236}">
                <a16:creationId xmlns:a16="http://schemas.microsoft.com/office/drawing/2014/main" id="{33A20417-A92E-43C8-B085-1F0437DDCF66}"/>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practical response</a:t>
            </a:r>
          </a:p>
        </p:txBody>
      </p:sp>
      <p:sp>
        <p:nvSpPr>
          <p:cNvPr id="20" name="shape">
            <a:extLst xmlns:a="http://schemas.openxmlformats.org/drawingml/2006/main">
              <a:ext uri="{FF2B5EF4-FFF2-40B4-BE49-F238E27FC236}">
                <a16:creationId xmlns:a16="http://schemas.microsoft.com/office/drawing/2014/main" id="{AD44D042-D3D0-4A8C-BB70-3E4A5DAEA922}"/>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F809EC1-4214-4D05-87B7-B6E01814C47E}"/>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how people are treated.</a:t>
            </a:r>
          </a:p>
        </p:txBody>
      </p:sp>
      <p:sp>
        <p:nvSpPr>
          <p:cNvPr id="22" name="pupil-text">
            <a:extLst xmlns:a="http://schemas.openxmlformats.org/drawingml/2006/main">
              <a:ext uri="{FF2B5EF4-FFF2-40B4-BE49-F238E27FC236}">
                <a16:creationId xmlns:a16="http://schemas.microsoft.com/office/drawing/2014/main" id="{A934D2A0-817E-44A5-AD15-3B535FEBFDA7}"/>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limit</a:t>
            </a:r>
          </a:p>
        </p:txBody>
      </p:sp>
      <p:sp>
        <p:nvSpPr>
          <p:cNvPr id="23" name="shape">
            <a:extLst xmlns:a="http://schemas.openxmlformats.org/drawingml/2006/main">
              <a:ext uri="{FF2B5EF4-FFF2-40B4-BE49-F238E27FC236}">
                <a16:creationId xmlns:a16="http://schemas.microsoft.com/office/drawing/2014/main" id="{E15991EB-3E2F-43F9-809F-A97F62CABFEF}"/>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1850828C-B0E1-4A21-B3ED-6CFAD27FD69E}"/>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the difference between hope and known result.</a:t>
            </a:r>
          </a:p>
        </p:txBody>
      </p:sp>
      <p:sp>
        <p:nvSpPr>
          <p:cNvPr id="25" name="pupil-text">
            <a:extLst xmlns:a="http://schemas.openxmlformats.org/drawingml/2006/main">
              <a:ext uri="{FF2B5EF4-FFF2-40B4-BE49-F238E27FC236}">
                <a16:creationId xmlns:a16="http://schemas.microsoft.com/office/drawing/2014/main" id="{9348C5D8-E146-4E68-A552-B1E44338F615}"/>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F189E2A9-2B3C-437E-92DF-831977B2E3F7}"/>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CB9BA8C5-FC5F-45AD-930E-4D4AAA156814}"/>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limits of a claim.</a:t>
            </a:r>
          </a:p>
        </p:txBody>
      </p:sp>
    </p:spTree>
    <p:extLst>
      <p:ext uri="{BB962C8B-B14F-4D97-AF65-F5344CB8AC3E}">
        <p14:creationId xmlns:p14="http://schemas.microsoft.com/office/powerpoint/2010/main" val="4400540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DAC78C9B-A856-4599-8E74-FFCE4C95032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3DFE9BAC-CD5E-4BFC-ACE0-5FE776D6A68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1D0C937-D4EA-4835-A398-BCA4F19E12F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CDF8BEF6-42DF-4B12-92BA-226D5A39D89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E8B19B8-8C67-4221-8B15-0EC1D0B2C4D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295C879-F9D6-40B2-BE0C-68D438607AF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A4D1D2C-2522-4BB7-81F2-D8540BA0E32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82F39C3-02B3-4048-B0E5-CB7DB523381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E7E185F-E0A5-4A61-BC45-29ED04B1711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527C5CE-A9E4-40C8-BDE7-6DEF0A29ECF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17EF02D8-0EA6-4507-B678-69B0FE3D0F9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461D7AC-0DF5-42CE-BD9C-FB588B6DEBC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C9ECE2D-ADDD-4BDA-A2FB-F08A28A2B6A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43</a:t>
            </a:r>
          </a:p>
        </p:txBody>
      </p:sp>
      <p:sp>
        <p:nvSpPr>
          <p:cNvPr id="14" name="licence-footer">
            <a:extLst xmlns:a="http://schemas.openxmlformats.org/drawingml/2006/main">
              <a:ext uri="{FF2B5EF4-FFF2-40B4-BE49-F238E27FC236}">
                <a16:creationId xmlns:a16="http://schemas.microsoft.com/office/drawing/2014/main" id="{DF70EE1A-A8D5-4FAA-8052-20B044810F7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BA54993-6D2B-40D5-A052-A9523C496AC6}"/>
              </a:ext>
            </a:extLst>
          </p:cNvPr>
          <p:cNvPicPr>
            <a:picLocks xmlns:a="http://schemas.openxmlformats.org/drawingml/2006/main" noChangeAspect="1"/>
          </p:cNvPicPr>
          <p:nvPr/>
        </p:nvPicPr>
        <p:blipFill>
          <a:blip xmlns:r="http://schemas.openxmlformats.org/officeDocument/2006/relationships" xmlns:a="http://schemas.openxmlformats.org/drawingml/2006/main" r:embed="R1bf1cd54d5e6448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2B77E15-6F3E-4556-8B1C-BA72D30CFCA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F780D9DA-0707-4624-A5C9-B4EF6DD133C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Hope in a source</a:t>
            </a:r>
          </a:p>
        </p:txBody>
      </p:sp>
      <p:sp>
        <p:nvSpPr>
          <p:cNvPr id="18" name="pupil-text">
            <a:extLst xmlns:a="http://schemas.openxmlformats.org/drawingml/2006/main">
              <a:ext uri="{FF2B5EF4-FFF2-40B4-BE49-F238E27FC236}">
                <a16:creationId xmlns:a16="http://schemas.microsoft.com/office/drawing/2014/main" id="{6AD7C6ED-99D9-41E7-B811-17773C1D5B7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the Christian account link belief and hope?</a:t>
            </a:r>
          </a:p>
        </p:txBody>
      </p:sp>
      <p:sp>
        <p:nvSpPr>
          <p:cNvPr id="19" name="pupil-text">
            <a:extLst xmlns:a="http://schemas.openxmlformats.org/drawingml/2006/main">
              <a:ext uri="{FF2B5EF4-FFF2-40B4-BE49-F238E27FC236}">
                <a16:creationId xmlns:a16="http://schemas.microsoft.com/office/drawing/2014/main" id="{A30F458C-742F-4705-9353-0900855884E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practical response</a:t>
            </a:r>
          </a:p>
        </p:txBody>
      </p:sp>
      <p:sp>
        <p:nvSpPr>
          <p:cNvPr id="20" name="pupil-text">
            <a:extLst xmlns:a="http://schemas.openxmlformats.org/drawingml/2006/main">
              <a:ext uri="{FF2B5EF4-FFF2-40B4-BE49-F238E27FC236}">
                <a16:creationId xmlns:a16="http://schemas.microsoft.com/office/drawing/2014/main" id="{CAE38154-70F8-40AA-A8F1-C29969751F2D}"/>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caring response did that source encourage?</a:t>
            </a:r>
          </a:p>
        </p:txBody>
      </p:sp>
      <p:sp>
        <p:nvSpPr>
          <p:cNvPr id="21" name="pupil-text">
            <a:extLst xmlns:a="http://schemas.openxmlformats.org/drawingml/2006/main">
              <a:ext uri="{FF2B5EF4-FFF2-40B4-BE49-F238E27FC236}">
                <a16:creationId xmlns:a16="http://schemas.microsoft.com/office/drawing/2014/main" id="{6B804024-3017-448E-ADE9-0BB78F058F7A}"/>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limit</a:t>
            </a:r>
          </a:p>
        </p:txBody>
      </p:sp>
      <p:sp>
        <p:nvSpPr>
          <p:cNvPr id="22" name="pupil-text">
            <a:extLst xmlns:a="http://schemas.openxmlformats.org/drawingml/2006/main">
              <a:ext uri="{FF2B5EF4-FFF2-40B4-BE49-F238E27FC236}">
                <a16:creationId xmlns:a16="http://schemas.microsoft.com/office/drawing/2014/main" id="{49DD70AF-A2B7-4544-9637-3D8CBE828966}"/>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could we not say hope had solved the room problem?</a:t>
            </a:r>
          </a:p>
        </p:txBody>
      </p:sp>
      <p:sp>
        <p:nvSpPr>
          <p:cNvPr id="23" name="pupil-text">
            <a:extLst xmlns:a="http://schemas.openxmlformats.org/drawingml/2006/main">
              <a:ext uri="{FF2B5EF4-FFF2-40B4-BE49-F238E27FC236}">
                <a16:creationId xmlns:a16="http://schemas.microsoft.com/office/drawing/2014/main" id="{E0911171-5C84-4C9E-91EB-D993ED05741F}"/>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683582BB-5981-46DD-919B-C25729C8C455}"/>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a story carry meaning without predicting every event?</a:t>
            </a:r>
          </a:p>
        </p:txBody>
      </p:sp>
    </p:spTree>
    <p:extLst>
      <p:ext uri="{BB962C8B-B14F-4D97-AF65-F5344CB8AC3E}">
        <p14:creationId xmlns:p14="http://schemas.microsoft.com/office/powerpoint/2010/main" val="9768230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0A03C0E6-972C-442A-BCD0-972850CE6EE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DA2EAD23-0891-4F4F-9A24-933ECB51D56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2B8A33BD-29AA-40CD-BD1B-D62F81F9871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31D47031-ACF7-49AD-BF64-2F77E6F886A1}"/>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200FC2F-DDE8-48B7-ADF4-EBFF0D68F8E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6BD5566-B87C-4543-8F13-D4EB5FC3519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8687787-87AA-4852-BCC7-7DCAF3B5B1F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F1F5C7C-681E-4DDB-8E46-8903D25251E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9B5C77C-B1F8-4260-8E2C-F69F3874F67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3C0FF28-843F-4932-93F5-DAA3B003BB5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5A216500-B168-4790-8FE9-684C588F350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3E9897C-6A7B-4658-A5C0-395154B317A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5DAB79DD-6833-4BA5-B3BA-7DC56DCF1DA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43</a:t>
            </a:r>
          </a:p>
        </p:txBody>
      </p:sp>
      <p:sp>
        <p:nvSpPr>
          <p:cNvPr id="14" name="licence-footer">
            <a:extLst xmlns:a="http://schemas.openxmlformats.org/drawingml/2006/main">
              <a:ext uri="{FF2B5EF4-FFF2-40B4-BE49-F238E27FC236}">
                <a16:creationId xmlns:a16="http://schemas.microsoft.com/office/drawing/2014/main" id="{3C3ECC62-D94A-484B-938E-BF6B2EC792C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C5196CF-1F04-40F5-B701-6C1BF211C255}"/>
              </a:ext>
            </a:extLst>
          </p:cNvPr>
          <p:cNvPicPr>
            <a:picLocks xmlns:a="http://schemas.openxmlformats.org/drawingml/2006/main" noChangeAspect="1"/>
          </p:cNvPicPr>
          <p:nvPr/>
        </p:nvPicPr>
        <p:blipFill>
          <a:blip xmlns:r="http://schemas.openxmlformats.org/officeDocument/2006/relationships" xmlns:a="http://schemas.openxmlformats.org/drawingml/2006/main" r:embed="Rff595bc87d104a5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B4324DA-4570-491F-AB15-462D63CE869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Hope in a source</a:t>
            </a:r>
          </a:p>
        </p:txBody>
      </p:sp>
      <p:sp>
        <p:nvSpPr>
          <p:cNvPr id="17" name="shape">
            <a:extLst xmlns:a="http://schemas.openxmlformats.org/drawingml/2006/main">
              <a:ext uri="{FF2B5EF4-FFF2-40B4-BE49-F238E27FC236}">
                <a16:creationId xmlns:a16="http://schemas.microsoft.com/office/drawing/2014/main" id="{FB440298-9BE6-44B9-9275-D6F949B9CB4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0AABA67A-FB9E-4554-A692-2648C8D92CCE}"/>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19" name="pupil-text">
            <a:extLst xmlns:a="http://schemas.openxmlformats.org/drawingml/2006/main">
              <a:ext uri="{FF2B5EF4-FFF2-40B4-BE49-F238E27FC236}">
                <a16:creationId xmlns:a16="http://schemas.microsoft.com/office/drawing/2014/main" id="{CAC69929-7504-4888-9F35-E6902DBBB6E6}"/>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practical response</a:t>
            </a:r>
          </a:p>
        </p:txBody>
      </p:sp>
      <p:sp>
        <p:nvSpPr>
          <p:cNvPr id="20" name="shape">
            <a:extLst xmlns:a="http://schemas.openxmlformats.org/drawingml/2006/main">
              <a:ext uri="{FF2B5EF4-FFF2-40B4-BE49-F238E27FC236}">
                <a16:creationId xmlns:a16="http://schemas.microsoft.com/office/drawing/2014/main" id="{532DC070-912B-4DBA-A7DD-44BE26AF2379}"/>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1A13D4F-955C-4ABA-A93D-F97D96524FD1}"/>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2" name="pupil-text">
            <a:extLst xmlns:a="http://schemas.openxmlformats.org/drawingml/2006/main">
              <a:ext uri="{FF2B5EF4-FFF2-40B4-BE49-F238E27FC236}">
                <a16:creationId xmlns:a16="http://schemas.microsoft.com/office/drawing/2014/main" id="{64B384B2-079E-4CB9-BA34-1DCCE531F981}"/>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limit</a:t>
            </a:r>
          </a:p>
        </p:txBody>
      </p:sp>
      <p:sp>
        <p:nvSpPr>
          <p:cNvPr id="23" name="shape">
            <a:extLst xmlns:a="http://schemas.openxmlformats.org/drawingml/2006/main">
              <a:ext uri="{FF2B5EF4-FFF2-40B4-BE49-F238E27FC236}">
                <a16:creationId xmlns:a16="http://schemas.microsoft.com/office/drawing/2014/main" id="{D42F4B41-7AC0-4CC7-A4D2-FCB243373DE7}"/>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E2FEE0EA-735E-47D0-97A6-011A10755C70}"/>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5" name="pupil-text">
            <a:extLst xmlns:a="http://schemas.openxmlformats.org/drawingml/2006/main">
              <a:ext uri="{FF2B5EF4-FFF2-40B4-BE49-F238E27FC236}">
                <a16:creationId xmlns:a16="http://schemas.microsoft.com/office/drawing/2014/main" id="{C84C443A-2AC5-4B44-A69E-652E13104644}"/>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FA2B4B7F-8369-4C9C-A43F-90C71A532B5C}"/>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2188990-4D53-42F0-9B54-3765FF32C05B}"/>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task, not an unknown fact.</a:t>
            </a:r>
          </a:p>
        </p:txBody>
      </p:sp>
    </p:spTree>
    <p:extLst>
      <p:ext uri="{BB962C8B-B14F-4D97-AF65-F5344CB8AC3E}">
        <p14:creationId xmlns:p14="http://schemas.microsoft.com/office/powerpoint/2010/main" val="17462593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83FA387F-EE28-4E66-9F71-8498AB87539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8E390257-AD2A-45CD-A572-264BAC61D77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38DD3BC-5702-456C-ABBF-3B5AD487708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AD7943F1-24A0-43A7-A70D-76FCCBCDEFE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4E4B8F0-695C-482C-8F9A-E5137ECC637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AFC78D0-6E65-472B-A35F-82210EC475D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B05E024-EA19-4AF9-B5B6-3B72440687B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E298A17-9E0D-4319-A778-DD196166627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343FE0D-8AC2-4032-82FC-D6DD5B088B5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0009D19-B24F-471D-92AD-9D04358F81E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194C4213-334F-4551-8241-7DDCD74B134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8794795-4336-4211-A31E-84B42C22F4D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8DBF3F1D-5F1B-48FF-80C8-DA0C839024A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43</a:t>
            </a:r>
          </a:p>
        </p:txBody>
      </p:sp>
      <p:sp>
        <p:nvSpPr>
          <p:cNvPr id="14" name="licence-footer">
            <a:extLst xmlns:a="http://schemas.openxmlformats.org/drawingml/2006/main">
              <a:ext uri="{FF2B5EF4-FFF2-40B4-BE49-F238E27FC236}">
                <a16:creationId xmlns:a16="http://schemas.microsoft.com/office/drawing/2014/main" id="{4F93700D-2B89-4A09-8ABC-20FEA3A966D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DE175B4-9AA1-4C55-A543-AB562FD87016}"/>
              </a:ext>
            </a:extLst>
          </p:cNvPr>
          <p:cNvPicPr>
            <a:picLocks xmlns:a="http://schemas.openxmlformats.org/drawingml/2006/main" noChangeAspect="1"/>
          </p:cNvPicPr>
          <p:nvPr/>
        </p:nvPicPr>
        <p:blipFill>
          <a:blip xmlns:r="http://schemas.openxmlformats.org/officeDocument/2006/relationships" xmlns:a="http://schemas.openxmlformats.org/drawingml/2006/main" r:embed="R167cd6f37b3b4eb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F844E72-F063-4882-9580-1E10A778E46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26C03BE8-75E0-4E8B-B40E-F9B9F9561A86}"/>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Hope in a source</a:t>
            </a:r>
          </a:p>
        </p:txBody>
      </p:sp>
      <p:sp>
        <p:nvSpPr>
          <p:cNvPr id="18" name="pupil-text">
            <a:extLst xmlns:a="http://schemas.openxmlformats.org/drawingml/2006/main">
              <a:ext uri="{FF2B5EF4-FFF2-40B4-BE49-F238E27FC236}">
                <a16:creationId xmlns:a16="http://schemas.microsoft.com/office/drawing/2014/main" id="{B7EF9B94-04FC-4AAC-AE62-60AD82747AD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Report the source’s hope claim without requiring agreement with it.</a:t>
            </a:r>
          </a:p>
        </p:txBody>
      </p:sp>
      <p:sp>
        <p:nvSpPr>
          <p:cNvPr id="19" name="pupil-text">
            <a:extLst xmlns:a="http://schemas.openxmlformats.org/drawingml/2006/main">
              <a:ext uri="{FF2B5EF4-FFF2-40B4-BE49-F238E27FC236}">
                <a16:creationId xmlns:a16="http://schemas.microsoft.com/office/drawing/2014/main" id="{D4A5A1D4-2D38-4472-B7B8-C04D5C27BC62}"/>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practical response</a:t>
            </a:r>
          </a:p>
        </p:txBody>
      </p:sp>
      <p:sp>
        <p:nvSpPr>
          <p:cNvPr id="20" name="pupil-text">
            <a:extLst xmlns:a="http://schemas.openxmlformats.org/drawingml/2006/main">
              <a:ext uri="{FF2B5EF4-FFF2-40B4-BE49-F238E27FC236}">
                <a16:creationId xmlns:a16="http://schemas.microsoft.com/office/drawing/2014/main" id="{BCF66828-2767-48D2-9EFD-BB41270BC3C4}"/>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why hope did not remove the need for practical care.</a:t>
            </a:r>
          </a:p>
        </p:txBody>
      </p:sp>
      <p:sp>
        <p:nvSpPr>
          <p:cNvPr id="21" name="pupil-text">
            <a:extLst xmlns:a="http://schemas.openxmlformats.org/drawingml/2006/main">
              <a:ext uri="{FF2B5EF4-FFF2-40B4-BE49-F238E27FC236}">
                <a16:creationId xmlns:a16="http://schemas.microsoft.com/office/drawing/2014/main" id="{098123B7-68E8-4C91-AFB9-7D32F777C9C8}"/>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limit</a:t>
            </a:r>
          </a:p>
        </p:txBody>
      </p:sp>
      <p:sp>
        <p:nvSpPr>
          <p:cNvPr id="22" name="pupil-text">
            <a:extLst xmlns:a="http://schemas.openxmlformats.org/drawingml/2006/main">
              <a:ext uri="{FF2B5EF4-FFF2-40B4-BE49-F238E27FC236}">
                <a16:creationId xmlns:a16="http://schemas.microsoft.com/office/drawing/2014/main" id="{41A0FDA1-2C88-4D48-8F91-8FFD0B41FD75}"/>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would a guaranteed-cure claim go beyond the source?</a:t>
            </a:r>
          </a:p>
        </p:txBody>
      </p:sp>
      <p:sp>
        <p:nvSpPr>
          <p:cNvPr id="23" name="pupil-text">
            <a:extLst xmlns:a="http://schemas.openxmlformats.org/drawingml/2006/main">
              <a:ext uri="{FF2B5EF4-FFF2-40B4-BE49-F238E27FC236}">
                <a16:creationId xmlns:a16="http://schemas.microsoft.com/office/drawing/2014/main" id="{BE912D45-BF23-4331-8704-99EDA5071FB2}"/>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69E9E08E-A875-490C-B91E-2366363D1358}"/>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must a story’s meaning be kept distinct from a promise?</a:t>
            </a:r>
          </a:p>
        </p:txBody>
      </p:sp>
    </p:spTree>
    <p:extLst>
      <p:ext uri="{BB962C8B-B14F-4D97-AF65-F5344CB8AC3E}">
        <p14:creationId xmlns:p14="http://schemas.microsoft.com/office/powerpoint/2010/main" val="13554406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DA81046E-FAA8-4202-A310-DBB235A6134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EAFE8DDC-AD57-4792-AE94-7D4B2601AE4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37FFCC3C-0016-4070-B057-97B866FFFE7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36CBC33A-656D-43D4-A904-C806BAC86B3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D84E4A0-6E1C-4515-AA7C-38699B21809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590F775-63F3-46EB-B663-EB18FDDDA74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C127FCB-8E17-4B16-9479-EBE2A55F1BB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4023794-093F-45E5-9932-F6E1CED1912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8704CFE-B208-4418-8F76-8E1C3FDB815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01ABD82-579C-4086-B8D9-AB40F6C7961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3DFD37AA-E125-47E8-B2A8-8C42E33038B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B19E7A7-5339-4EC5-9C85-C91E2D516DF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4B0C5D64-80C4-4A30-9689-7656328D6D8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43</a:t>
            </a:r>
          </a:p>
        </p:txBody>
      </p:sp>
      <p:sp>
        <p:nvSpPr>
          <p:cNvPr id="14" name="licence-footer">
            <a:extLst xmlns:a="http://schemas.openxmlformats.org/drawingml/2006/main">
              <a:ext uri="{FF2B5EF4-FFF2-40B4-BE49-F238E27FC236}">
                <a16:creationId xmlns:a16="http://schemas.microsoft.com/office/drawing/2014/main" id="{87ECEB51-F376-4BAF-B3F6-1FDA7CD9A4D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F722644-BA47-4E88-9329-80C8636883A7}"/>
              </a:ext>
            </a:extLst>
          </p:cNvPr>
          <p:cNvPicPr>
            <a:picLocks xmlns:a="http://schemas.openxmlformats.org/drawingml/2006/main" noChangeAspect="1"/>
          </p:cNvPicPr>
          <p:nvPr/>
        </p:nvPicPr>
        <p:blipFill>
          <a:blip xmlns:r="http://schemas.openxmlformats.org/officeDocument/2006/relationships" xmlns:a="http://schemas.openxmlformats.org/drawingml/2006/main" r:embed="Rc5c29da9ae2346d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4A855B1-9CB8-4865-9D48-A95515F65E93}"/>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Hope in a source</a:t>
            </a:r>
          </a:p>
        </p:txBody>
      </p:sp>
      <p:sp>
        <p:nvSpPr>
          <p:cNvPr id="17" name="shape">
            <a:extLst xmlns:a="http://schemas.openxmlformats.org/drawingml/2006/main">
              <a:ext uri="{FF2B5EF4-FFF2-40B4-BE49-F238E27FC236}">
                <a16:creationId xmlns:a16="http://schemas.microsoft.com/office/drawing/2014/main" id="{C93DC332-3BAF-44B8-BA21-A801EE443884}"/>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1CC97A68-1E2E-497D-9D57-DADD745B61DB}"/>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19" name="pupil-text">
            <a:extLst xmlns:a="http://schemas.openxmlformats.org/drawingml/2006/main">
              <a:ext uri="{FF2B5EF4-FFF2-40B4-BE49-F238E27FC236}">
                <a16:creationId xmlns:a16="http://schemas.microsoft.com/office/drawing/2014/main" id="{64768B7A-968B-4C62-B6BB-B5241E7A8286}"/>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practical response</a:t>
            </a:r>
          </a:p>
        </p:txBody>
      </p:sp>
      <p:sp>
        <p:nvSpPr>
          <p:cNvPr id="20" name="shape">
            <a:extLst xmlns:a="http://schemas.openxmlformats.org/drawingml/2006/main">
              <a:ext uri="{FF2B5EF4-FFF2-40B4-BE49-F238E27FC236}">
                <a16:creationId xmlns:a16="http://schemas.microsoft.com/office/drawing/2014/main" id="{A04C863A-2A15-41BB-826B-A184DDFA8CAD}"/>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7B21F69-F857-49FB-92BE-1344E778147C}"/>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2" name="pupil-text">
            <a:extLst xmlns:a="http://schemas.openxmlformats.org/drawingml/2006/main">
              <a:ext uri="{FF2B5EF4-FFF2-40B4-BE49-F238E27FC236}">
                <a16:creationId xmlns:a16="http://schemas.microsoft.com/office/drawing/2014/main" id="{606723DF-975C-4E98-B3BC-3F842BD3C9A0}"/>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limit</a:t>
            </a:r>
          </a:p>
        </p:txBody>
      </p:sp>
      <p:sp>
        <p:nvSpPr>
          <p:cNvPr id="23" name="shape">
            <a:extLst xmlns:a="http://schemas.openxmlformats.org/drawingml/2006/main">
              <a:ext uri="{FF2B5EF4-FFF2-40B4-BE49-F238E27FC236}">
                <a16:creationId xmlns:a16="http://schemas.microsoft.com/office/drawing/2014/main" id="{AB67EAF1-879F-4933-95ED-EA04E790426B}"/>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CA4D3AEE-8A73-4E11-9B15-014607136554}"/>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5" name="pupil-text">
            <a:extLst xmlns:a="http://schemas.openxmlformats.org/drawingml/2006/main">
              <a:ext uri="{FF2B5EF4-FFF2-40B4-BE49-F238E27FC236}">
                <a16:creationId xmlns:a16="http://schemas.microsoft.com/office/drawing/2014/main" id="{913A7F19-A2B7-4980-A882-7134FBB71B91}"/>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0B1D2631-7D01-4007-9E1E-E546FE163AB6}"/>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74EC870-5058-4D52-BA0A-D57D50553C5A}"/>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Tree>
    <p:extLst>
      <p:ext uri="{BB962C8B-B14F-4D97-AF65-F5344CB8AC3E}">
        <p14:creationId xmlns:p14="http://schemas.microsoft.com/office/powerpoint/2010/main" val="7508331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BAFE81C6-E3D0-4285-A18B-36AE47F3480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21B806D1-9967-4998-99C3-288355B9A80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DA4FBAE-C560-4981-A53A-D988B366957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C9396598-6B40-4DDF-8E47-00B0A6A092F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ACE66B2-2A60-4AC9-8C87-0215BCC44D3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0380904-5143-4291-B75A-E562FCF1915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3CE6560-56A4-4F2C-90AA-F44F143E500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847F0EA-F038-4EEA-A621-994C43291E7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994B2BB-296B-4DD5-9BFD-DA626C662FF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6B48E55-BA6D-4901-9A90-E0276C23394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3FE0C97F-7531-419E-81C2-87A85833B7B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1F086D3-9CD4-4FF9-8357-BC13DF76479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2EF26C3-4818-4265-8DA7-5D5BF7E723B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43</a:t>
            </a:r>
          </a:p>
        </p:txBody>
      </p:sp>
      <p:sp>
        <p:nvSpPr>
          <p:cNvPr id="14" name="licence-footer">
            <a:extLst xmlns:a="http://schemas.openxmlformats.org/drawingml/2006/main">
              <a:ext uri="{FF2B5EF4-FFF2-40B4-BE49-F238E27FC236}">
                <a16:creationId xmlns:a16="http://schemas.microsoft.com/office/drawing/2014/main" id="{9F1FA27E-422E-428B-8CC7-0BDCB3AFDB5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936393B-4B3D-415B-815D-0B144A2A8DCD}"/>
              </a:ext>
            </a:extLst>
          </p:cNvPr>
          <p:cNvPicPr>
            <a:picLocks xmlns:a="http://schemas.openxmlformats.org/drawingml/2006/main" noChangeAspect="1"/>
          </p:cNvPicPr>
          <p:nvPr/>
        </p:nvPicPr>
        <p:blipFill>
          <a:blip xmlns:r="http://schemas.openxmlformats.org/officeDocument/2006/relationships" xmlns:a="http://schemas.openxmlformats.org/drawingml/2006/main" r:embed="R64da2c8bda4249c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DA219EA-9463-4655-A535-1EE4918B38E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R1: The Christian account linked the central teacher’s rising from death with hope. We reported it</a:t>
            </a:r>
          </a:p>
        </p:txBody>
      </p:sp>
      <p:sp>
        <p:nvSpPr>
          <p:cNvPr id="17" name="pupil-text">
            <a:extLst xmlns:a="http://schemas.openxmlformats.org/drawingml/2006/main">
              <a:ext uri="{FF2B5EF4-FFF2-40B4-BE49-F238E27FC236}">
                <a16:creationId xmlns:a16="http://schemas.microsoft.com/office/drawing/2014/main" id="{662CF695-888F-470D-A073-F8EA114BEC41}"/>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 that source’s belief.</a:t>
            </a:r>
          </a:p>
        </p:txBody>
      </p:sp>
      <p:sp>
        <p:nvSpPr>
          <p:cNvPr id="18" name="pupil-text">
            <a:extLst xmlns:a="http://schemas.openxmlformats.org/drawingml/2006/main">
              <a:ext uri="{FF2B5EF4-FFF2-40B4-BE49-F238E27FC236}">
                <a16:creationId xmlns:a16="http://schemas.microsoft.com/office/drawing/2014/main" id="{54949FEA-1AD8-4C2A-A938-BC37ED13E50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R2: The account called for kindness and care towards people in need. Hope can go with practical</a:t>
            </a:r>
          </a:p>
        </p:txBody>
      </p:sp>
      <p:sp>
        <p:nvSpPr>
          <p:cNvPr id="19" name="pupil-text">
            <a:extLst xmlns:a="http://schemas.openxmlformats.org/drawingml/2006/main">
              <a:ext uri="{FF2B5EF4-FFF2-40B4-BE49-F238E27FC236}">
                <a16:creationId xmlns:a16="http://schemas.microsoft.com/office/drawing/2014/main" id="{D99C5BA1-B749-4285-BAE8-4E5DF3AF1D12}"/>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action.</a:t>
            </a:r>
          </a:p>
        </p:txBody>
      </p:sp>
      <p:sp>
        <p:nvSpPr>
          <p:cNvPr id="20" name="pupil-text">
            <a:extLst xmlns:a="http://schemas.openxmlformats.org/drawingml/2006/main">
              <a:ext uri="{FF2B5EF4-FFF2-40B4-BE49-F238E27FC236}">
                <a16:creationId xmlns:a16="http://schemas.microsoft.com/office/drawing/2014/main" id="{E915EDD3-51F1-4AB9-913D-4D34EA25C7E3}"/>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R3: The room case had no promised solution. A faith account can offer hope without showing that all</a:t>
            </a:r>
          </a:p>
        </p:txBody>
      </p:sp>
      <p:sp>
        <p:nvSpPr>
          <p:cNvPr id="21" name="pupil-text">
            <a:extLst xmlns:a="http://schemas.openxmlformats.org/drawingml/2006/main">
              <a:ext uri="{FF2B5EF4-FFF2-40B4-BE49-F238E27FC236}">
                <a16:creationId xmlns:a16="http://schemas.microsoft.com/office/drawing/2014/main" id="{504DF57D-CE18-4341-9B1E-2BA2A3983C14}"/>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suffering has ended.</a:t>
            </a:r>
          </a:p>
        </p:txBody>
      </p:sp>
      <p:sp>
        <p:nvSpPr>
          <p:cNvPr id="22" name="pupil-text">
            <a:extLst xmlns:a="http://schemas.openxmlformats.org/drawingml/2006/main">
              <a:ext uri="{FF2B5EF4-FFF2-40B4-BE49-F238E27FC236}">
                <a16:creationId xmlns:a16="http://schemas.microsoft.com/office/drawing/2014/main" id="{635BDF45-0693-49F9-ACA5-4C7D6733FC03}"/>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60-second recap: The Christian account linked belief in new life with hope. It also called for care. We</a:t>
            </a:r>
          </a:p>
        </p:txBody>
      </p:sp>
      <p:sp>
        <p:nvSpPr>
          <p:cNvPr id="23" name="pupil-text">
            <a:extLst xmlns:a="http://schemas.openxmlformats.org/drawingml/2006/main">
              <a:ext uri="{FF2B5EF4-FFF2-40B4-BE49-F238E27FC236}">
                <a16:creationId xmlns:a16="http://schemas.microsoft.com/office/drawing/2014/main" id="{C13B8F71-3F35-4B31-ABA6-893F6FF97429}"/>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kept hope distinct from a known outcome.</a:t>
            </a:r>
          </a:p>
        </p:txBody>
      </p:sp>
      <p:sp>
        <p:nvSpPr>
          <p:cNvPr id="24" name="shape">
            <a:extLst xmlns:a="http://schemas.openxmlformats.org/drawingml/2006/main">
              <a:ext uri="{FF2B5EF4-FFF2-40B4-BE49-F238E27FC236}">
                <a16:creationId xmlns:a16="http://schemas.microsoft.com/office/drawing/2014/main" id="{294AE198-201A-4AD0-ADD0-3580F39167E8}"/>
              </a:ext>
            </a:extLst>
          </p:cNvPr>
          <p:cNvSpPr>
            <a:spLocks xmlns:a="http://schemas.openxmlformats.org/drawingml/2006/main" noGrp="1"/>
          </p:cNvSpPr>
          <p:nvPr/>
        </p:nvSpPr>
        <p:spPr>
          <a:xfrm xmlns:a="http://schemas.openxmlformats.org/drawingml/2006/main">
            <a:off x="409575" y="44862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E854204A-4767-4153-B19F-8D4ED23ACA9F}"/>
              </a:ext>
            </a:extLst>
          </p:cNvPr>
          <p:cNvSpPr>
            <a:spLocks xmlns:a="http://schemas.openxmlformats.org/drawingml/2006/main" noGrp="1"/>
          </p:cNvSpPr>
          <p:nvPr/>
        </p:nvSpPr>
        <p:spPr>
          <a:xfrm xmlns:a="http://schemas.openxmlformats.org/drawingml/2006/main">
            <a:off x="457200" y="4495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Tree>
    <p:extLst>
      <p:ext uri="{BB962C8B-B14F-4D97-AF65-F5344CB8AC3E}">
        <p14:creationId xmlns:p14="http://schemas.microsoft.com/office/powerpoint/2010/main" val="12015604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212A8184-1138-4CEC-B279-4667935E89A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77C14E59-4A7A-426D-BF6F-5222B84FCE8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35D3718E-3DD7-4A39-AF5A-DDF3212693C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67E9F1F5-E3A0-4159-91C6-9D2065A2183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B553E43-C64C-4AD2-8E64-D5EE03DCF68D}"/>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DB19CE6-C2CF-4270-A51F-DF3F3191925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E7B5C54-D72A-45B0-B116-2F934B035F9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B239AE4-0AEE-4AEB-B0AB-3904963BA7E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64FD59D-1833-4E82-A9D4-D3C887028FB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BD8FDFB-17F9-4A92-8B9B-F4F7B2A300F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7935238B-9E1C-470F-A2D2-93B44F82C67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D093A70-305D-407E-AC3E-53B617CBD19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C0C93B84-027B-46FD-86DF-E88E84A48CB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43</a:t>
            </a:r>
          </a:p>
        </p:txBody>
      </p:sp>
      <p:sp>
        <p:nvSpPr>
          <p:cNvPr id="14" name="licence-footer">
            <a:extLst xmlns:a="http://schemas.openxmlformats.org/drawingml/2006/main">
              <a:ext uri="{FF2B5EF4-FFF2-40B4-BE49-F238E27FC236}">
                <a16:creationId xmlns:a16="http://schemas.microsoft.com/office/drawing/2014/main" id="{980761C7-472B-4477-817D-DE994FBFF51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FF2B505-0446-47CB-94E2-10B4FA856127}"/>
              </a:ext>
            </a:extLst>
          </p:cNvPr>
          <p:cNvPicPr>
            <a:picLocks xmlns:a="http://schemas.openxmlformats.org/drawingml/2006/main" noChangeAspect="1"/>
          </p:cNvPicPr>
          <p:nvPr/>
        </p:nvPicPr>
        <p:blipFill>
          <a:blip xmlns:r="http://schemas.openxmlformats.org/officeDocument/2006/relationships" xmlns:a="http://schemas.openxmlformats.org/drawingml/2006/main" r:embed="Re8d5724b528b4d4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64C8897-9AF1-475C-BA9C-B5FF8C3F4B4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brief choice or response.</a:t>
            </a:r>
          </a:p>
        </p:txBody>
      </p:sp>
      <p:sp>
        <p:nvSpPr>
          <p:cNvPr id="17" name="pupil-text">
            <a:extLst xmlns:a="http://schemas.openxmlformats.org/drawingml/2006/main">
              <a:ext uri="{FF2B5EF4-FFF2-40B4-BE49-F238E27FC236}">
                <a16:creationId xmlns:a16="http://schemas.microsoft.com/office/drawing/2014/main" id="{7A813C88-7AF3-4C73-AC56-E398CADFBA6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Does “this happens in the story” mean “this always happens in life”?</a:t>
            </a:r>
          </a:p>
        </p:txBody>
      </p:sp>
    </p:spTree>
    <p:extLst>
      <p:ext uri="{BB962C8B-B14F-4D97-AF65-F5344CB8AC3E}">
        <p14:creationId xmlns:p14="http://schemas.microsoft.com/office/powerpoint/2010/main" val="13698435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01FD41C2-0373-4971-8807-5B5ABB311D1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A80F6669-B775-4646-86E1-E680CC483F6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4DE56ED-DB80-49BA-BB7C-BD514ABD151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DD6601FE-F591-462C-8B98-883A9A3845A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390DFD9-C76A-4DF6-9BE9-4A912C89CFD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F8FB4B4-800F-4A09-9C4C-9D313DD7D671}"/>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132726E-0F13-432B-B801-653192F0F18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09C201C-FD9C-49E3-A7EC-2E319BA8CFA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C3E17D5-F08D-43FE-87B1-6E8674BC443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3BBB295-152C-4217-B224-87358B6FA78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F08DF4F3-D57D-439F-AE78-A2C0B987430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6E4228B-39B4-48F0-B7EE-171D5965F2B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5ECA259E-2C0D-460D-B7ED-8ED0E03856E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43</a:t>
            </a:r>
          </a:p>
        </p:txBody>
      </p:sp>
      <p:sp>
        <p:nvSpPr>
          <p:cNvPr id="14" name="licence-footer">
            <a:extLst xmlns:a="http://schemas.openxmlformats.org/drawingml/2006/main">
              <a:ext uri="{FF2B5EF4-FFF2-40B4-BE49-F238E27FC236}">
                <a16:creationId xmlns:a16="http://schemas.microsoft.com/office/drawing/2014/main" id="{2999A07D-0632-4812-BEB3-80ADF1171D4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B9ED935-D975-4BD2-865E-B5811FB4A8CB}"/>
              </a:ext>
            </a:extLst>
          </p:cNvPr>
          <p:cNvPicPr>
            <a:picLocks xmlns:a="http://schemas.openxmlformats.org/drawingml/2006/main" noChangeAspect="1"/>
          </p:cNvPicPr>
          <p:nvPr/>
        </p:nvPicPr>
        <p:blipFill>
          <a:blip xmlns:r="http://schemas.openxmlformats.org/officeDocument/2006/relationships" xmlns:a="http://schemas.openxmlformats.org/drawingml/2006/main" r:embed="Rdf65f0ee2b05464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E85194A-75A6-49E0-914A-F86F9CEDE365}"/>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C477017E-6F9D-4E50-9832-1CC0B2790856}"/>
              </a:ext>
            </a:extLst>
          </p:cNvPr>
          <p:cNvSpPr>
            <a:spLocks xmlns:a="http://schemas.openxmlformats.org/drawingml/2006/main" noGrp="1"/>
          </p:cNvSpPr>
          <p:nvPr/>
        </p:nvSpPr>
        <p:spPr>
          <a:xfrm xmlns:a="http://schemas.openxmlformats.org/drawingml/2006/main">
            <a:off x="1443831" y="2902744"/>
            <a:ext cx="377031" cy="35718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line">
            <a:extLst xmlns:a="http://schemas.openxmlformats.org/drawingml/2006/main">
              <a:ext uri="{FF2B5EF4-FFF2-40B4-BE49-F238E27FC236}">
                <a16:creationId xmlns:a16="http://schemas.microsoft.com/office/drawing/2014/main" id="{F05A0AAB-65ED-4E8B-B703-18B1207C1244}"/>
              </a:ext>
            </a:extLst>
          </p:cNvPr>
          <p:cNvSpPr>
            <a:spLocks xmlns:a="http://schemas.openxmlformats.org/drawingml/2006/main" noGrp="1"/>
          </p:cNvSpPr>
          <p:nvPr/>
        </p:nvSpPr>
        <p:spPr>
          <a:xfrm xmlns:a="http://schemas.openxmlformats.org/drawingml/2006/main">
            <a:off x="769144" y="2724150"/>
            <a:ext cx="1627188" cy="456406"/>
          </a:xfrm>
          <a:custGeom xmlns:a="http://schemas.openxmlformats.org/drawingml/2006/main">
            <a:pathLst>
              <a:path w="1627188" h="456406">
                <a:moveTo>
                  <a:pt x="0" y="456406"/>
                </a:moveTo>
                <a:lnTo>
                  <a:pt x="357188" y="456406"/>
                </a:lnTo>
                <a:lnTo>
                  <a:pt x="476250" y="0"/>
                </a:lnTo>
                <a:lnTo>
                  <a:pt x="1210469" y="0"/>
                </a:lnTo>
                <a:lnTo>
                  <a:pt x="1389063" y="436563"/>
                </a:lnTo>
                <a:lnTo>
                  <a:pt x="1627188" y="436563"/>
                </a:lnTo>
              </a:path>
            </a:pathLst>
          </a:custGeom>
          <a:noFill xmlns:a="http://schemas.openxmlformats.org/drawingml/2006/main"/>
          <a:ln xmlns:a="http://schemas.openxmlformats.org/drawingml/2006/main" w="15875">
            <a:solidFill>
              <a:srgbClr val="17324D"/>
            </a:solidFill>
            <a:prstDash val="solid"/>
          </a:ln>
        </p:spPr>
      </p:sp>
      <p:sp>
        <p:nvSpPr>
          <p:cNvPr id="19" name="native-vector-3-ellipse">
            <a:extLst xmlns:a="http://schemas.openxmlformats.org/drawingml/2006/main">
              <a:ext uri="{FF2B5EF4-FFF2-40B4-BE49-F238E27FC236}">
                <a16:creationId xmlns:a16="http://schemas.microsoft.com/office/drawing/2014/main" id="{76AF560E-EC05-4BF2-B789-BA12F7BE4DB5}"/>
              </a:ext>
            </a:extLst>
          </p:cNvPr>
          <p:cNvSpPr>
            <a:spLocks xmlns:a="http://schemas.openxmlformats.org/drawingml/2006/main" noGrp="1"/>
          </p:cNvSpPr>
          <p:nvPr/>
        </p:nvSpPr>
        <p:spPr>
          <a:xfrm xmlns:a="http://schemas.openxmlformats.org/drawingml/2006/main">
            <a:off x="2447925" y="3053556"/>
            <a:ext cx="214313" cy="214313"/>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0" name="native-vector-text">
            <a:extLst xmlns:a="http://schemas.openxmlformats.org/drawingml/2006/main">
              <a:ext uri="{FF2B5EF4-FFF2-40B4-BE49-F238E27FC236}">
                <a16:creationId xmlns:a16="http://schemas.microsoft.com/office/drawing/2014/main" id="{E6299D95-9C2B-488C-93F2-97B6F9D0CB17}"/>
              </a:ext>
            </a:extLst>
          </p:cNvPr>
          <p:cNvSpPr>
            <a:spLocks xmlns:a="http://schemas.openxmlformats.org/drawingml/2006/main" noGrp="1"/>
          </p:cNvSpPr>
          <p:nvPr/>
        </p:nvSpPr>
        <p:spPr>
          <a:xfrm xmlns:a="http://schemas.openxmlformats.org/drawingml/2006/main">
            <a:off x="2396331" y="2870994"/>
            <a:ext cx="396875"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help</a:t>
            </a:r>
          </a:p>
        </p:txBody>
      </p:sp>
      <p:sp>
        <p:nvSpPr>
          <p:cNvPr id="21" name="pupil-text">
            <a:extLst xmlns:a="http://schemas.openxmlformats.org/drawingml/2006/main">
              <a:ext uri="{FF2B5EF4-FFF2-40B4-BE49-F238E27FC236}">
                <a16:creationId xmlns:a16="http://schemas.microsoft.com/office/drawing/2014/main" id="{99C3A6C2-264D-4040-AD18-D05B8A47850A}"/>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resilience</a:t>
            </a:r>
          </a:p>
        </p:txBody>
      </p:sp>
      <p:sp>
        <p:nvSpPr>
          <p:cNvPr id="22" name="pupil-text">
            <a:extLst xmlns:a="http://schemas.openxmlformats.org/drawingml/2006/main">
              <a:ext uri="{FF2B5EF4-FFF2-40B4-BE49-F238E27FC236}">
                <a16:creationId xmlns:a16="http://schemas.microsoft.com/office/drawing/2014/main" id="{D4F5B64C-148E-4B0E-8630-DDA8403B14B1}"/>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ways of responding and seeking support through difficulty.</a:t>
            </a:r>
          </a:p>
        </p:txBody>
      </p:sp>
      <p:sp>
        <p:nvSpPr>
          <p:cNvPr id="23" name="picture-description">
            <a:extLst xmlns:a="http://schemas.openxmlformats.org/drawingml/2006/main">
              <a:ext uri="{FF2B5EF4-FFF2-40B4-BE49-F238E27FC236}">
                <a16:creationId xmlns:a16="http://schemas.microsoft.com/office/drawing/2014/main" id="{A0798113-1E97-413C-898C-CF795B5BC9C3}"/>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path bends around a plain block and reaches a help point. It shows a changed route and support.</a:t>
            </a:r>
          </a:p>
        </p:txBody>
      </p:sp>
      <p:sp>
        <p:nvSpPr>
          <p:cNvPr id="24" name="book-direction">
            <a:extLst xmlns:a="http://schemas.openxmlformats.org/drawingml/2006/main">
              <a:ext uri="{FF2B5EF4-FFF2-40B4-BE49-F238E27FC236}">
                <a16:creationId xmlns:a16="http://schemas.microsoft.com/office/drawing/2014/main" id="{2F4BC0B5-0460-4B94-B1F8-3727680ADCDE}"/>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4266776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lesson-header">
            <a:extLst xmlns:a="http://schemas.openxmlformats.org/drawingml/2006/main">
              <a:ext uri="{FF2B5EF4-FFF2-40B4-BE49-F238E27FC236}">
                <a16:creationId xmlns:a16="http://schemas.microsoft.com/office/drawing/2014/main" id="{EA588EC5-2AC4-42BC-80B4-592318D1529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8202030D-A0DA-4C6D-A6AC-B226AD6DACD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55BEB03-0B86-4FAC-8D34-1D293C88FE8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87156716-7546-48F4-A067-21A3B267AED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00FF3DA-FB2C-40D8-9CAD-615826733F8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DAF4373-2C3C-4DC8-A68C-913F8FA3CCE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4529C66-9407-4DE5-845D-179FCCBA234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469488A-6431-401B-8906-995A5FE7F81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2EEDEA8-A9C8-40FE-839A-DF7AC86142D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78B8E7F-237D-49B0-BE8F-23832DC9C8B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779C23D9-AC0F-4D31-98F7-C89DB086D0E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91BD8CE-C2D6-4A1D-9D20-B79B1EFF15C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A5B9BC4F-BBCE-49AE-8BDF-204FD3ECD4D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43</a:t>
            </a:r>
          </a:p>
        </p:txBody>
      </p:sp>
      <p:sp>
        <p:nvSpPr>
          <p:cNvPr id="14" name="licence-footer">
            <a:extLst xmlns:a="http://schemas.openxmlformats.org/drawingml/2006/main">
              <a:ext uri="{FF2B5EF4-FFF2-40B4-BE49-F238E27FC236}">
                <a16:creationId xmlns:a16="http://schemas.microsoft.com/office/drawing/2014/main" id="{EDA31867-5B41-4A5B-8DD1-0669A6AC28B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3A8F9F6-DE90-4AC4-B552-560FC93BD1CF}"/>
              </a:ext>
            </a:extLst>
          </p:cNvPr>
          <p:cNvPicPr>
            <a:picLocks xmlns:a="http://schemas.openxmlformats.org/drawingml/2006/main" noChangeAspect="1"/>
          </p:cNvPicPr>
          <p:nvPr/>
        </p:nvPicPr>
        <p:blipFill>
          <a:blip xmlns:r="http://schemas.openxmlformats.org/officeDocument/2006/relationships" xmlns:a="http://schemas.openxmlformats.org/drawingml/2006/main" r:embed="R873fc6819ca249a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77270DF-9560-4C78-91B7-7D0CC01D0DA1}"/>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D2A0C479-DBF7-4C7B-9277-68756CC4B2A9}"/>
              </a:ext>
            </a:extLst>
          </p:cNvPr>
          <p:cNvSpPr>
            <a:spLocks xmlns:a="http://schemas.openxmlformats.org/drawingml/2006/main" noGrp="1"/>
          </p:cNvSpPr>
          <p:nvPr/>
        </p:nvSpPr>
        <p:spPr>
          <a:xfrm xmlns:a="http://schemas.openxmlformats.org/drawingml/2006/main">
            <a:off x="828675" y="2644775"/>
            <a:ext cx="158750" cy="158750"/>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3DFCC97F-A6E6-4EF6-A105-47C0BCEB60D0}"/>
              </a:ext>
            </a:extLst>
          </p:cNvPr>
          <p:cNvSpPr>
            <a:spLocks xmlns:a="http://schemas.openxmlformats.org/drawingml/2006/main" noGrp="1"/>
          </p:cNvSpPr>
          <p:nvPr/>
        </p:nvSpPr>
        <p:spPr>
          <a:xfrm xmlns:a="http://schemas.openxmlformats.org/drawingml/2006/main">
            <a:off x="908050" y="2807494"/>
            <a:ext cx="4" cy="222250"/>
          </a:xfrm>
          <a:custGeom xmlns:a="http://schemas.openxmlformats.org/drawingml/2006/main">
            <a:pathLst>
              <a:path w="4" h="222250">
                <a:moveTo>
                  <a:pt x="0" y="0"/>
                </a:moveTo>
                <a:lnTo>
                  <a:pt x="0" y="222250"/>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3C0D1608-818E-4D6D-A471-03CB73F860F8}"/>
              </a:ext>
            </a:extLst>
          </p:cNvPr>
          <p:cNvSpPr>
            <a:spLocks xmlns:a="http://schemas.openxmlformats.org/drawingml/2006/main" noGrp="1"/>
          </p:cNvSpPr>
          <p:nvPr/>
        </p:nvSpPr>
        <p:spPr>
          <a:xfrm xmlns:a="http://schemas.openxmlformats.org/drawingml/2006/main">
            <a:off x="781050" y="2902744"/>
            <a:ext cx="254000" cy="4"/>
          </a:xfrm>
          <a:custGeom xmlns:a="http://schemas.openxmlformats.org/drawingml/2006/main">
            <a:pathLst>
              <a:path w="254000" h="4">
                <a:moveTo>
                  <a:pt x="0" y="0"/>
                </a:moveTo>
                <a:lnTo>
                  <a:pt x="254000" y="0"/>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B43DFE77-BA33-475A-B03D-8A6E06A9E26D}"/>
              </a:ext>
            </a:extLst>
          </p:cNvPr>
          <p:cNvSpPr>
            <a:spLocks xmlns:a="http://schemas.openxmlformats.org/drawingml/2006/main" noGrp="1"/>
          </p:cNvSpPr>
          <p:nvPr/>
        </p:nvSpPr>
        <p:spPr>
          <a:xfrm xmlns:a="http://schemas.openxmlformats.org/drawingml/2006/main">
            <a:off x="796925" y="3029744"/>
            <a:ext cx="111125" cy="190500"/>
          </a:xfrm>
          <a:custGeom xmlns:a="http://schemas.openxmlformats.org/drawingml/2006/main">
            <a:pathLst>
              <a:path w="111125" h="190500">
                <a:moveTo>
                  <a:pt x="111125" y="0"/>
                </a:moveTo>
                <a:lnTo>
                  <a:pt x="0" y="190500"/>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96773DC4-B155-4891-870D-F34B08806DE3}"/>
              </a:ext>
            </a:extLst>
          </p:cNvPr>
          <p:cNvSpPr>
            <a:spLocks xmlns:a="http://schemas.openxmlformats.org/drawingml/2006/main" noGrp="1"/>
          </p:cNvSpPr>
          <p:nvPr/>
        </p:nvSpPr>
        <p:spPr>
          <a:xfrm xmlns:a="http://schemas.openxmlformats.org/drawingml/2006/main">
            <a:off x="908050" y="3029744"/>
            <a:ext cx="111125" cy="190500"/>
          </a:xfrm>
          <a:custGeom xmlns:a="http://schemas.openxmlformats.org/drawingml/2006/main">
            <a:pathLst>
              <a:path w="111125" h="190500">
                <a:moveTo>
                  <a:pt x="0" y="0"/>
                </a:moveTo>
                <a:lnTo>
                  <a:pt x="111125" y="190500"/>
                </a:lnTo>
              </a:path>
            </a:pathLst>
          </a:custGeom>
          <a:noFill xmlns:a="http://schemas.openxmlformats.org/drawingml/2006/main"/>
          <a:ln xmlns:a="http://schemas.openxmlformats.org/drawingml/2006/main" w="15875">
            <a:solidFill>
              <a:srgbClr val="17324D"/>
            </a:solidFill>
            <a:prstDash val="solid"/>
          </a:ln>
        </p:spPr>
      </p:sp>
      <p:sp>
        <p:nvSpPr>
          <p:cNvPr id="22" name="native-vector-6-ellipse">
            <a:extLst xmlns:a="http://schemas.openxmlformats.org/drawingml/2006/main">
              <a:ext uri="{FF2B5EF4-FFF2-40B4-BE49-F238E27FC236}">
                <a16:creationId xmlns:a16="http://schemas.microsoft.com/office/drawing/2014/main" id="{19C9E6FF-8FFB-44DC-94DA-57F477A902D6}"/>
              </a:ext>
            </a:extLst>
          </p:cNvPr>
          <p:cNvSpPr>
            <a:spLocks xmlns:a="http://schemas.openxmlformats.org/drawingml/2006/main" noGrp="1"/>
          </p:cNvSpPr>
          <p:nvPr/>
        </p:nvSpPr>
        <p:spPr>
          <a:xfrm xmlns:a="http://schemas.openxmlformats.org/drawingml/2006/main">
            <a:off x="2555081" y="2644775"/>
            <a:ext cx="158750" cy="158750"/>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3" name="native-vector-7-line">
            <a:extLst xmlns:a="http://schemas.openxmlformats.org/drawingml/2006/main">
              <a:ext uri="{FF2B5EF4-FFF2-40B4-BE49-F238E27FC236}">
                <a16:creationId xmlns:a16="http://schemas.microsoft.com/office/drawing/2014/main" id="{B8C3882D-5EF2-42BF-A1C4-AA651096EF1D}"/>
              </a:ext>
            </a:extLst>
          </p:cNvPr>
          <p:cNvSpPr>
            <a:spLocks xmlns:a="http://schemas.openxmlformats.org/drawingml/2006/main" noGrp="1"/>
          </p:cNvSpPr>
          <p:nvPr/>
        </p:nvSpPr>
        <p:spPr>
          <a:xfrm xmlns:a="http://schemas.openxmlformats.org/drawingml/2006/main">
            <a:off x="2634456" y="2807494"/>
            <a:ext cx="4" cy="222250"/>
          </a:xfrm>
          <a:custGeom xmlns:a="http://schemas.openxmlformats.org/drawingml/2006/main">
            <a:pathLst>
              <a:path w="4" h="222250">
                <a:moveTo>
                  <a:pt x="0" y="0"/>
                </a:moveTo>
                <a:lnTo>
                  <a:pt x="0" y="222250"/>
                </a:lnTo>
              </a:path>
            </a:pathLst>
          </a:custGeom>
          <a:noFill xmlns:a="http://schemas.openxmlformats.org/drawingml/2006/main"/>
          <a:ln xmlns:a="http://schemas.openxmlformats.org/drawingml/2006/main" w="15875">
            <a:solidFill>
              <a:srgbClr val="17324D"/>
            </a:solidFill>
            <a:prstDash val="solid"/>
          </a:ln>
        </p:spPr>
      </p:sp>
      <p:sp>
        <p:nvSpPr>
          <p:cNvPr id="24" name="native-vector-8-line">
            <a:extLst xmlns:a="http://schemas.openxmlformats.org/drawingml/2006/main">
              <a:ext uri="{FF2B5EF4-FFF2-40B4-BE49-F238E27FC236}">
                <a16:creationId xmlns:a16="http://schemas.microsoft.com/office/drawing/2014/main" id="{CC7D729C-1065-44B8-98F4-ED3F75FD1509}"/>
              </a:ext>
            </a:extLst>
          </p:cNvPr>
          <p:cNvSpPr>
            <a:spLocks xmlns:a="http://schemas.openxmlformats.org/drawingml/2006/main" noGrp="1"/>
          </p:cNvSpPr>
          <p:nvPr/>
        </p:nvSpPr>
        <p:spPr>
          <a:xfrm xmlns:a="http://schemas.openxmlformats.org/drawingml/2006/main">
            <a:off x="2507456" y="2902744"/>
            <a:ext cx="254000" cy="4"/>
          </a:xfrm>
          <a:custGeom xmlns:a="http://schemas.openxmlformats.org/drawingml/2006/main">
            <a:pathLst>
              <a:path w="254000" h="4">
                <a:moveTo>
                  <a:pt x="0" y="0"/>
                </a:moveTo>
                <a:lnTo>
                  <a:pt x="254000" y="0"/>
                </a:lnTo>
              </a:path>
            </a:pathLst>
          </a:custGeom>
          <a:noFill xmlns:a="http://schemas.openxmlformats.org/drawingml/2006/main"/>
          <a:ln xmlns:a="http://schemas.openxmlformats.org/drawingml/2006/main" w="15875">
            <a:solidFill>
              <a:srgbClr val="17324D"/>
            </a:solidFill>
            <a:prstDash val="solid"/>
          </a:ln>
        </p:spPr>
      </p:sp>
      <p:sp>
        <p:nvSpPr>
          <p:cNvPr id="25" name="native-vector-9-line">
            <a:extLst xmlns:a="http://schemas.openxmlformats.org/drawingml/2006/main">
              <a:ext uri="{FF2B5EF4-FFF2-40B4-BE49-F238E27FC236}">
                <a16:creationId xmlns:a16="http://schemas.microsoft.com/office/drawing/2014/main" id="{A265D937-5571-4FF0-ADA1-291BFA350B4A}"/>
              </a:ext>
            </a:extLst>
          </p:cNvPr>
          <p:cNvSpPr>
            <a:spLocks xmlns:a="http://schemas.openxmlformats.org/drawingml/2006/main" noGrp="1"/>
          </p:cNvSpPr>
          <p:nvPr/>
        </p:nvSpPr>
        <p:spPr>
          <a:xfrm xmlns:a="http://schemas.openxmlformats.org/drawingml/2006/main">
            <a:off x="2523331" y="3029744"/>
            <a:ext cx="111125" cy="190500"/>
          </a:xfrm>
          <a:custGeom xmlns:a="http://schemas.openxmlformats.org/drawingml/2006/main">
            <a:pathLst>
              <a:path w="111125" h="190500">
                <a:moveTo>
                  <a:pt x="111125" y="0"/>
                </a:moveTo>
                <a:lnTo>
                  <a:pt x="0" y="190500"/>
                </a:lnTo>
              </a:path>
            </a:pathLst>
          </a:custGeom>
          <a:noFill xmlns:a="http://schemas.openxmlformats.org/drawingml/2006/main"/>
          <a:ln xmlns:a="http://schemas.openxmlformats.org/drawingml/2006/main" w="15875">
            <a:solidFill>
              <a:srgbClr val="17324D"/>
            </a:solidFill>
            <a:prstDash val="solid"/>
          </a:ln>
        </p:spPr>
      </p:sp>
      <p:sp>
        <p:nvSpPr>
          <p:cNvPr id="26" name="native-vector-10-line">
            <a:extLst xmlns:a="http://schemas.openxmlformats.org/drawingml/2006/main">
              <a:ext uri="{FF2B5EF4-FFF2-40B4-BE49-F238E27FC236}">
                <a16:creationId xmlns:a16="http://schemas.microsoft.com/office/drawing/2014/main" id="{8AB85D94-FDFC-431D-A24D-66A979C8888E}"/>
              </a:ext>
            </a:extLst>
          </p:cNvPr>
          <p:cNvSpPr>
            <a:spLocks xmlns:a="http://schemas.openxmlformats.org/drawingml/2006/main" noGrp="1"/>
          </p:cNvSpPr>
          <p:nvPr/>
        </p:nvSpPr>
        <p:spPr>
          <a:xfrm xmlns:a="http://schemas.openxmlformats.org/drawingml/2006/main">
            <a:off x="2634456" y="3029744"/>
            <a:ext cx="111125" cy="190500"/>
          </a:xfrm>
          <a:custGeom xmlns:a="http://schemas.openxmlformats.org/drawingml/2006/main">
            <a:pathLst>
              <a:path w="111125" h="190500">
                <a:moveTo>
                  <a:pt x="0" y="0"/>
                </a:moveTo>
                <a:lnTo>
                  <a:pt x="111125" y="190500"/>
                </a:lnTo>
              </a:path>
            </a:pathLst>
          </a:custGeom>
          <a:noFill xmlns:a="http://schemas.openxmlformats.org/drawingml/2006/main"/>
          <a:ln xmlns:a="http://schemas.openxmlformats.org/drawingml/2006/main" w="15875">
            <a:solidFill>
              <a:srgbClr val="17324D"/>
            </a:solidFill>
            <a:prstDash val="solid"/>
          </a:ln>
        </p:spPr>
      </p:sp>
      <p:sp>
        <p:nvSpPr>
          <p:cNvPr id="27" name="native-vector-11-line">
            <a:extLst xmlns:a="http://schemas.openxmlformats.org/drawingml/2006/main">
              <a:ext uri="{FF2B5EF4-FFF2-40B4-BE49-F238E27FC236}">
                <a16:creationId xmlns:a16="http://schemas.microsoft.com/office/drawing/2014/main" id="{254380DE-C505-4734-9484-B39115925902}"/>
              </a:ext>
            </a:extLst>
          </p:cNvPr>
          <p:cNvSpPr>
            <a:spLocks xmlns:a="http://schemas.openxmlformats.org/drawingml/2006/main" noGrp="1"/>
          </p:cNvSpPr>
          <p:nvPr/>
        </p:nvSpPr>
        <p:spPr>
          <a:xfrm xmlns:a="http://schemas.openxmlformats.org/drawingml/2006/main">
            <a:off x="1074738" y="2962275"/>
            <a:ext cx="1389063" cy="4"/>
          </a:xfrm>
          <a:custGeom xmlns:a="http://schemas.openxmlformats.org/drawingml/2006/main">
            <a:pathLst>
              <a:path w="1389063" h="4">
                <a:moveTo>
                  <a:pt x="0" y="0"/>
                </a:moveTo>
                <a:lnTo>
                  <a:pt x="1389063" y="0"/>
                </a:lnTo>
              </a:path>
            </a:pathLst>
          </a:custGeom>
          <a:noFill xmlns:a="http://schemas.openxmlformats.org/drawingml/2006/main"/>
          <a:ln xmlns:a="http://schemas.openxmlformats.org/drawingml/2006/main" w="15875">
            <a:solidFill>
              <a:srgbClr val="17324D"/>
            </a:solidFill>
            <a:prstDash val="solid"/>
          </a:ln>
        </p:spPr>
      </p:sp>
      <p:sp>
        <p:nvSpPr>
          <p:cNvPr id="28" name="native-vector-text">
            <a:extLst xmlns:a="http://schemas.openxmlformats.org/drawingml/2006/main">
              <a:ext uri="{FF2B5EF4-FFF2-40B4-BE49-F238E27FC236}">
                <a16:creationId xmlns:a16="http://schemas.microsoft.com/office/drawing/2014/main" id="{32C9BB05-E4ED-4DFF-A370-56719D09FCEC}"/>
              </a:ext>
            </a:extLst>
          </p:cNvPr>
          <p:cNvSpPr>
            <a:spLocks xmlns:a="http://schemas.openxmlformats.org/drawingml/2006/main" noGrp="1"/>
          </p:cNvSpPr>
          <p:nvPr/>
        </p:nvSpPr>
        <p:spPr>
          <a:xfrm xmlns:a="http://schemas.openxmlformats.org/drawingml/2006/main">
            <a:off x="1483519" y="2763838"/>
            <a:ext cx="714375"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confidence</a:t>
            </a:r>
          </a:p>
        </p:txBody>
      </p:sp>
      <p:sp>
        <p:nvSpPr>
          <p:cNvPr id="29" name="pupil-text">
            <a:extLst xmlns:a="http://schemas.openxmlformats.org/drawingml/2006/main">
              <a:ext uri="{FF2B5EF4-FFF2-40B4-BE49-F238E27FC236}">
                <a16:creationId xmlns:a16="http://schemas.microsoft.com/office/drawing/2014/main" id="{0F4BCF49-340F-4149-A29A-1069C2F5AA74}"/>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trust</a:t>
            </a:r>
          </a:p>
        </p:txBody>
      </p:sp>
      <p:sp>
        <p:nvSpPr>
          <p:cNvPr id="30" name="pupil-text">
            <a:extLst xmlns:a="http://schemas.openxmlformats.org/drawingml/2006/main">
              <a:ext uri="{FF2B5EF4-FFF2-40B4-BE49-F238E27FC236}">
                <a16:creationId xmlns:a16="http://schemas.microsoft.com/office/drawing/2014/main" id="{0EC9D36B-8193-4741-8C53-2FD5CEB4B1A7}"/>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to place confidence in someone or something.</a:t>
            </a:r>
          </a:p>
        </p:txBody>
      </p:sp>
      <p:sp>
        <p:nvSpPr>
          <p:cNvPr id="31" name="picture-description">
            <a:extLst xmlns:a="http://schemas.openxmlformats.org/drawingml/2006/main">
              <a:ext uri="{FF2B5EF4-FFF2-40B4-BE49-F238E27FC236}">
                <a16:creationId xmlns:a16="http://schemas.microsoft.com/office/drawing/2014/main" id="{517FF86E-39F4-496B-AE79-5D71F8440289}"/>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plain person shapes join with a link labelled confidence. No real identities are shown.</a:t>
            </a:r>
          </a:p>
        </p:txBody>
      </p:sp>
      <p:sp>
        <p:nvSpPr>
          <p:cNvPr id="32" name="book-direction">
            <a:extLst xmlns:a="http://schemas.openxmlformats.org/drawingml/2006/main">
              <a:ext uri="{FF2B5EF4-FFF2-40B4-BE49-F238E27FC236}">
                <a16:creationId xmlns:a16="http://schemas.microsoft.com/office/drawing/2014/main" id="{D06EF9D6-BB04-4A4D-BCD5-180E3BF81357}"/>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950236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7DB6BE8A-05A2-414B-AD78-A56FCB149CE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3C50CFB9-BDB8-4D72-AA69-AAD51C33F59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9B60A32-11B6-4E1A-8A2C-C6707BBC266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274A7A17-22CF-48DD-86B4-E6143F198BB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19C6EAC-90A6-4CB1-9B1D-0A51D937C66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09A2495-AFEE-4886-B083-35FF7CBF77A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66C182B-41A6-44F2-A4B9-1BE3C3BBFBC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14426A6-7E3A-4BB0-BC25-01CFB41B082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42C3BE7-42A7-478B-A07E-65617FAD0B1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5B4C10A-95D7-4D5C-A933-78474841E5D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B770488B-5750-412F-B02C-86DB6758225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A2F3A26-DCFA-4314-B8A0-C3B5F1ADBB8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0FB35A06-5B4B-4231-9E7B-1557ED202A5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43</a:t>
            </a:r>
          </a:p>
        </p:txBody>
      </p:sp>
      <p:sp>
        <p:nvSpPr>
          <p:cNvPr id="14" name="licence-footer">
            <a:extLst xmlns:a="http://schemas.openxmlformats.org/drawingml/2006/main">
              <a:ext uri="{FF2B5EF4-FFF2-40B4-BE49-F238E27FC236}">
                <a16:creationId xmlns:a16="http://schemas.microsoft.com/office/drawing/2014/main" id="{454A41D0-E890-40D4-BF2C-C88356C9CEB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088E797-D898-4651-9A65-5C1645DD9919}"/>
              </a:ext>
            </a:extLst>
          </p:cNvPr>
          <p:cNvPicPr>
            <a:picLocks xmlns:a="http://schemas.openxmlformats.org/drawingml/2006/main" noChangeAspect="1"/>
          </p:cNvPicPr>
          <p:nvPr/>
        </p:nvPicPr>
        <p:blipFill>
          <a:blip xmlns:r="http://schemas.openxmlformats.org/officeDocument/2006/relationships" xmlns:a="http://schemas.openxmlformats.org/drawingml/2006/main" r:embed="R12975d2652c9495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2904CF0-3A7C-42A2-A80B-5D2854ABBEEB}"/>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C88AA8DB-50AF-4796-ACC0-F23EF93563CC}"/>
              </a:ext>
            </a:extLst>
          </p:cNvPr>
          <p:cNvSpPr>
            <a:spLocks xmlns:a="http://schemas.openxmlformats.org/drawingml/2006/main" noGrp="1"/>
          </p:cNvSpPr>
          <p:nvPr/>
        </p:nvSpPr>
        <p:spPr>
          <a:xfrm xmlns:a="http://schemas.openxmlformats.org/drawingml/2006/main">
            <a:off x="2197894" y="2724150"/>
            <a:ext cx="595313" cy="55562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F6ED7A87-7A83-4342-8D6C-65C1F4AC33EB}"/>
              </a:ext>
            </a:extLst>
          </p:cNvPr>
          <p:cNvSpPr>
            <a:spLocks xmlns:a="http://schemas.openxmlformats.org/drawingml/2006/main" noGrp="1"/>
          </p:cNvSpPr>
          <p:nvPr/>
        </p:nvSpPr>
        <p:spPr>
          <a:xfrm xmlns:a="http://schemas.openxmlformats.org/drawingml/2006/main">
            <a:off x="927894" y="2823369"/>
            <a:ext cx="1170781" cy="4"/>
          </a:xfrm>
          <a:custGeom xmlns:a="http://schemas.openxmlformats.org/drawingml/2006/main">
            <a:pathLst>
              <a:path w="1170781" h="4">
                <a:moveTo>
                  <a:pt x="0" y="0"/>
                </a:moveTo>
                <a:lnTo>
                  <a:pt x="1170781" y="0"/>
                </a:lnTo>
              </a:path>
            </a:pathLst>
          </a:custGeom>
          <a:noFill xmlns:a="http://schemas.openxmlformats.org/drawingml/2006/main"/>
          <a:ln xmlns:a="http://schemas.openxmlformats.org/drawingml/2006/main" w="15875">
            <a:solidFill>
              <a:srgbClr val="17324D"/>
            </a:solidFill>
            <a:prstDash val="solid"/>
          </a:ln>
        </p:spPr>
      </p:sp>
      <p:sp>
        <p:nvSpPr>
          <p:cNvPr id="19" name="native-vector-3-polyline">
            <a:extLst xmlns:a="http://schemas.openxmlformats.org/drawingml/2006/main">
              <a:ext uri="{FF2B5EF4-FFF2-40B4-BE49-F238E27FC236}">
                <a16:creationId xmlns:a16="http://schemas.microsoft.com/office/drawing/2014/main" id="{351D1FFD-8F71-40F6-9422-016764597468}"/>
              </a:ext>
            </a:extLst>
          </p:cNvPr>
          <p:cNvSpPr>
            <a:spLocks xmlns:a="http://schemas.openxmlformats.org/drawingml/2006/main" noGrp="1"/>
          </p:cNvSpPr>
          <p:nvPr/>
        </p:nvSpPr>
        <p:spPr>
          <a:xfrm xmlns:a="http://schemas.openxmlformats.org/drawingml/2006/main">
            <a:off x="2051050" y="2787650"/>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A1EAF510-F744-4034-B647-ABEF530EEE42}"/>
              </a:ext>
            </a:extLst>
          </p:cNvPr>
          <p:cNvSpPr>
            <a:spLocks xmlns:a="http://schemas.openxmlformats.org/drawingml/2006/main" noGrp="1"/>
          </p:cNvSpPr>
          <p:nvPr/>
        </p:nvSpPr>
        <p:spPr>
          <a:xfrm xmlns:a="http://schemas.openxmlformats.org/drawingml/2006/main">
            <a:off x="927894" y="3001963"/>
            <a:ext cx="1170781" cy="4"/>
          </a:xfrm>
          <a:custGeom xmlns:a="http://schemas.openxmlformats.org/drawingml/2006/main">
            <a:pathLst>
              <a:path w="1170781" h="4">
                <a:moveTo>
                  <a:pt x="0" y="0"/>
                </a:moveTo>
                <a:lnTo>
                  <a:pt x="1170781" y="0"/>
                </a:lnTo>
              </a:path>
            </a:pathLst>
          </a:custGeom>
          <a:noFill xmlns:a="http://schemas.openxmlformats.org/drawingml/2006/main"/>
          <a:ln xmlns:a="http://schemas.openxmlformats.org/drawingml/2006/main" w="15875">
            <a:solidFill>
              <a:srgbClr val="17324D"/>
            </a:solidFill>
            <a:prstDash val="solid"/>
          </a:ln>
        </p:spPr>
      </p:sp>
      <p:sp>
        <p:nvSpPr>
          <p:cNvPr id="21" name="native-vector-5-polyline">
            <a:extLst xmlns:a="http://schemas.openxmlformats.org/drawingml/2006/main">
              <a:ext uri="{FF2B5EF4-FFF2-40B4-BE49-F238E27FC236}">
                <a16:creationId xmlns:a16="http://schemas.microsoft.com/office/drawing/2014/main" id="{24F6E898-3AD0-4382-9BF4-4857A2174EC7}"/>
              </a:ext>
            </a:extLst>
          </p:cNvPr>
          <p:cNvSpPr>
            <a:spLocks xmlns:a="http://schemas.openxmlformats.org/drawingml/2006/main" noGrp="1"/>
          </p:cNvSpPr>
          <p:nvPr/>
        </p:nvSpPr>
        <p:spPr>
          <a:xfrm xmlns:a="http://schemas.openxmlformats.org/drawingml/2006/main">
            <a:off x="2051050" y="2966244"/>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2" name="native-vector-6-line">
            <a:extLst xmlns:a="http://schemas.openxmlformats.org/drawingml/2006/main">
              <a:ext uri="{FF2B5EF4-FFF2-40B4-BE49-F238E27FC236}">
                <a16:creationId xmlns:a16="http://schemas.microsoft.com/office/drawing/2014/main" id="{ADD39E7F-72C0-4118-94EF-B80AA50E214F}"/>
              </a:ext>
            </a:extLst>
          </p:cNvPr>
          <p:cNvSpPr>
            <a:spLocks xmlns:a="http://schemas.openxmlformats.org/drawingml/2006/main" noGrp="1"/>
          </p:cNvSpPr>
          <p:nvPr/>
        </p:nvSpPr>
        <p:spPr>
          <a:xfrm xmlns:a="http://schemas.openxmlformats.org/drawingml/2006/main">
            <a:off x="927894" y="3180556"/>
            <a:ext cx="1170781" cy="4"/>
          </a:xfrm>
          <a:custGeom xmlns:a="http://schemas.openxmlformats.org/drawingml/2006/main">
            <a:pathLst>
              <a:path w="1170781" h="4">
                <a:moveTo>
                  <a:pt x="0" y="0"/>
                </a:moveTo>
                <a:lnTo>
                  <a:pt x="1170781" y="0"/>
                </a:lnTo>
              </a:path>
            </a:pathLst>
          </a:custGeom>
          <a:noFill xmlns:a="http://schemas.openxmlformats.org/drawingml/2006/main"/>
          <a:ln xmlns:a="http://schemas.openxmlformats.org/drawingml/2006/main" w="15875">
            <a:solidFill>
              <a:srgbClr val="17324D"/>
            </a:solidFill>
            <a:prstDash val="solid"/>
          </a:ln>
        </p:spPr>
      </p:sp>
      <p:sp>
        <p:nvSpPr>
          <p:cNvPr id="23" name="native-vector-7-polyline">
            <a:extLst xmlns:a="http://schemas.openxmlformats.org/drawingml/2006/main">
              <a:ext uri="{FF2B5EF4-FFF2-40B4-BE49-F238E27FC236}">
                <a16:creationId xmlns:a16="http://schemas.microsoft.com/office/drawing/2014/main" id="{6577A02B-6082-4C48-97B3-69613403D2A2}"/>
              </a:ext>
            </a:extLst>
          </p:cNvPr>
          <p:cNvSpPr>
            <a:spLocks xmlns:a="http://schemas.openxmlformats.org/drawingml/2006/main" noGrp="1"/>
          </p:cNvSpPr>
          <p:nvPr/>
        </p:nvSpPr>
        <p:spPr>
          <a:xfrm xmlns:a="http://schemas.openxmlformats.org/drawingml/2006/main">
            <a:off x="2051050" y="3144838"/>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4" name="pupil-text">
            <a:extLst xmlns:a="http://schemas.openxmlformats.org/drawingml/2006/main">
              <a:ext uri="{FF2B5EF4-FFF2-40B4-BE49-F238E27FC236}">
                <a16:creationId xmlns:a16="http://schemas.microsoft.com/office/drawing/2014/main" id="{539127F8-AD10-47EA-A7AF-624AA1EDC7DC}"/>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persistence</a:t>
            </a:r>
          </a:p>
        </p:txBody>
      </p:sp>
      <p:sp>
        <p:nvSpPr>
          <p:cNvPr id="25" name="pupil-text">
            <a:extLst xmlns:a="http://schemas.openxmlformats.org/drawingml/2006/main">
              <a:ext uri="{FF2B5EF4-FFF2-40B4-BE49-F238E27FC236}">
                <a16:creationId xmlns:a16="http://schemas.microsoft.com/office/drawing/2014/main" id="{0D78B960-5052-429E-92C1-DCE2545547BA}"/>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keeping at an aim over time.</a:t>
            </a:r>
          </a:p>
        </p:txBody>
      </p:sp>
      <p:sp>
        <p:nvSpPr>
          <p:cNvPr id="26" name="picture-description">
            <a:extLst xmlns:a="http://schemas.openxmlformats.org/drawingml/2006/main">
              <a:ext uri="{FF2B5EF4-FFF2-40B4-BE49-F238E27FC236}">
                <a16:creationId xmlns:a16="http://schemas.microsoft.com/office/drawing/2014/main" id="{8770ED72-7446-4EFF-85DD-A7D9BC5954E7}"/>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Three short arrows return to an empty goal box. They mean repeated effort, not guaranteed success.</a:t>
            </a:r>
          </a:p>
        </p:txBody>
      </p:sp>
      <p:sp>
        <p:nvSpPr>
          <p:cNvPr id="27" name="book-direction">
            <a:extLst xmlns:a="http://schemas.openxmlformats.org/drawingml/2006/main">
              <a:ext uri="{FF2B5EF4-FFF2-40B4-BE49-F238E27FC236}">
                <a16:creationId xmlns:a16="http://schemas.microsoft.com/office/drawing/2014/main" id="{3E050F66-7576-4756-AB15-6E10413D9339}"/>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75692005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2CD8C870-A446-413A-AE42-8532A22D4CA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D57B182A-4EED-4ABD-BB9B-38AB58F75A3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7FE71A1C-3AD3-477E-8EBF-5F5E037DAC7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7F5D020E-8A77-4267-BBC9-DAA0325A00C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37403D7-CBB8-40F4-A136-90D81763B45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6C12037-30D9-4125-88C0-ED264BF55F10}"/>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52D6742-C695-40D0-B55B-1DA4D6676B7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04914B0-DAEA-48AB-987D-E652E861930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D7C1A3F-BEAB-440C-AC95-2705B1FD686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6E286DA-8C25-4F17-9DEE-B2D4ADBDE71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7D8B7CDD-51EA-425B-96AE-789FB92B8B8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411F061-0082-4898-BBA9-E8D8D6BAD5A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93B46DE1-D9ED-4851-BF8F-C95CCDCCBAA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43</a:t>
            </a:r>
          </a:p>
        </p:txBody>
      </p:sp>
      <p:sp>
        <p:nvSpPr>
          <p:cNvPr id="14" name="licence-footer">
            <a:extLst xmlns:a="http://schemas.openxmlformats.org/drawingml/2006/main">
              <a:ext uri="{FF2B5EF4-FFF2-40B4-BE49-F238E27FC236}">
                <a16:creationId xmlns:a16="http://schemas.microsoft.com/office/drawing/2014/main" id="{262523E6-1E51-4121-B606-9D5664F4A1F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5C46E00-0010-4443-8B0D-5BBC6F69C848}"/>
              </a:ext>
            </a:extLst>
          </p:cNvPr>
          <p:cNvPicPr>
            <a:picLocks xmlns:a="http://schemas.openxmlformats.org/drawingml/2006/main" noChangeAspect="1"/>
          </p:cNvPicPr>
          <p:nvPr/>
        </p:nvPicPr>
        <p:blipFill>
          <a:blip xmlns:r="http://schemas.openxmlformats.org/officeDocument/2006/relationships" xmlns:a="http://schemas.openxmlformats.org/drawingml/2006/main" r:embed="Rcb1f69818c72446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F06DAB1-2822-4668-8030-58939A8A3517}"/>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F9C8D79B-92B8-42AE-8932-6A978BF9237F}"/>
              </a:ext>
            </a:extLst>
          </p:cNvPr>
          <p:cNvSpPr>
            <a:spLocks xmlns:a="http://schemas.openxmlformats.org/drawingml/2006/main" noGrp="1"/>
          </p:cNvSpPr>
          <p:nvPr/>
        </p:nvSpPr>
        <p:spPr>
          <a:xfrm xmlns:a="http://schemas.openxmlformats.org/drawingml/2006/main">
            <a:off x="908050" y="2696369"/>
            <a:ext cx="615156" cy="575469"/>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FA3F70D6-0253-4CFF-A2D3-93CCA84A17AA}"/>
              </a:ext>
            </a:extLst>
          </p:cNvPr>
          <p:cNvSpPr>
            <a:spLocks xmlns:a="http://schemas.openxmlformats.org/drawingml/2006/main" noGrp="1"/>
          </p:cNvSpPr>
          <p:nvPr/>
        </p:nvSpPr>
        <p:spPr>
          <a:xfrm xmlns:a="http://schemas.openxmlformats.org/drawingml/2006/main">
            <a:off x="999331" y="2696369"/>
            <a:ext cx="4" cy="575469"/>
          </a:xfrm>
          <a:custGeom xmlns:a="http://schemas.openxmlformats.org/drawingml/2006/main">
            <a:pathLst>
              <a:path w="4" h="575469">
                <a:moveTo>
                  <a:pt x="0" y="0"/>
                </a:moveTo>
                <a:lnTo>
                  <a:pt x="0" y="575469"/>
                </a:lnTo>
              </a:path>
            </a:pathLst>
          </a:custGeom>
          <a:noFill xmlns:a="http://schemas.openxmlformats.org/drawingml/2006/main"/>
          <a:ln xmlns:a="http://schemas.openxmlformats.org/drawingml/2006/main" w="15875">
            <a:solidFill>
              <a:srgbClr val="17324D"/>
            </a:solidFill>
            <a:prstDash val="solid"/>
          </a:ln>
        </p:spPr>
      </p:sp>
      <p:sp>
        <p:nvSpPr>
          <p:cNvPr id="19" name="native-vector-text">
            <a:extLst xmlns:a="http://schemas.openxmlformats.org/drawingml/2006/main">
              <a:ext uri="{FF2B5EF4-FFF2-40B4-BE49-F238E27FC236}">
                <a16:creationId xmlns:a16="http://schemas.microsoft.com/office/drawing/2014/main" id="{83881D68-E183-4243-89C0-FA61B866CC51}"/>
              </a:ext>
            </a:extLst>
          </p:cNvPr>
          <p:cNvSpPr>
            <a:spLocks xmlns:a="http://schemas.openxmlformats.org/drawingml/2006/main" noGrp="1"/>
          </p:cNvSpPr>
          <p:nvPr/>
        </p:nvSpPr>
        <p:spPr>
          <a:xfrm xmlns:a="http://schemas.openxmlformats.org/drawingml/2006/main">
            <a:off x="1709738" y="2906713"/>
            <a:ext cx="1170781"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holy within a faith</a:t>
            </a:r>
          </a:p>
        </p:txBody>
      </p:sp>
      <p:sp>
        <p:nvSpPr>
          <p:cNvPr id="20" name="pupil-text">
            <a:extLst xmlns:a="http://schemas.openxmlformats.org/drawingml/2006/main">
              <a:ext uri="{FF2B5EF4-FFF2-40B4-BE49-F238E27FC236}">
                <a16:creationId xmlns:a16="http://schemas.microsoft.com/office/drawing/2014/main" id="{79990ACF-DD76-4297-8E57-61545D90999A}"/>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sacred text</a:t>
            </a:r>
          </a:p>
        </p:txBody>
      </p:sp>
      <p:sp>
        <p:nvSpPr>
          <p:cNvPr id="21" name="pupil-text">
            <a:extLst xmlns:a="http://schemas.openxmlformats.org/drawingml/2006/main">
              <a:ext uri="{FF2B5EF4-FFF2-40B4-BE49-F238E27FC236}">
                <a16:creationId xmlns:a16="http://schemas.microsoft.com/office/drawing/2014/main" id="{24F7D126-C657-401F-A1D4-0FFC1A351764}"/>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text treated as holy within a faith.</a:t>
            </a:r>
          </a:p>
        </p:txBody>
      </p:sp>
      <p:sp>
        <p:nvSpPr>
          <p:cNvPr id="22" name="picture-description">
            <a:extLst xmlns:a="http://schemas.openxmlformats.org/drawingml/2006/main">
              <a:ext uri="{FF2B5EF4-FFF2-40B4-BE49-F238E27FC236}">
                <a16:creationId xmlns:a16="http://schemas.microsoft.com/office/drawing/2014/main" id="{C7439BB8-191E-4243-B0FD-57B853A748E5}"/>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closed plain book sits beside a label saying holy within a faith. It is a teaching symbol, not a sacred</a:t>
            </a:r>
          </a:p>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original.</a:t>
            </a:r>
          </a:p>
        </p:txBody>
      </p:sp>
      <p:sp>
        <p:nvSpPr>
          <p:cNvPr id="23" name="book-direction">
            <a:extLst xmlns:a="http://schemas.openxmlformats.org/drawingml/2006/main">
              <a:ext uri="{FF2B5EF4-FFF2-40B4-BE49-F238E27FC236}">
                <a16:creationId xmlns:a16="http://schemas.microsoft.com/office/drawing/2014/main" id="{2209970F-22E1-4B0F-A7AC-5A27A9DC91C3}"/>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2591833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DC34363-BFD8-4CB2-8EB9-A096120D570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88C4BC41-F42E-4BB1-AF8B-9D3888B1402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EC30864E-A984-4D7E-9A0F-8F55BA9631F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Story A — G-P-S1; adapted Christian sacred-text account</a:t>
            </a:r>
          </a:p>
        </p:txBody>
      </p:sp>
      <p:sp>
        <p:nvSpPr>
          <p:cNvPr id="4" name="shape">
            <a:extLst xmlns:a="http://schemas.openxmlformats.org/drawingml/2006/main">
              <a:ext uri="{FF2B5EF4-FFF2-40B4-BE49-F238E27FC236}">
                <a16:creationId xmlns:a16="http://schemas.microsoft.com/office/drawing/2014/main" id="{23643036-EF3C-4F68-B61E-DAB1D772DF8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CDE4F3B-3F0D-406D-91A8-DFB6A33EC3A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875E2FC-D279-4589-88C7-EF900CA6F696}"/>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59B41DC-2851-4DDE-94AF-9D8B7D3E3FB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A948EE7-2C1B-4F79-919C-056FC0B4296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80617E4-6929-4927-8CE8-8C7FD335C53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579E474-9520-4EB1-81B1-FFF7DB08EF5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DDEBF22A-EFE1-4922-9913-905A498D785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2595A02-D4AA-4D9E-8CA4-09E255FDC3D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47D1172D-8798-41EC-9045-8A88E0F2352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43</a:t>
            </a:r>
          </a:p>
        </p:txBody>
      </p:sp>
      <p:sp>
        <p:nvSpPr>
          <p:cNvPr id="14" name="licence-footer">
            <a:extLst xmlns:a="http://schemas.openxmlformats.org/drawingml/2006/main">
              <a:ext uri="{FF2B5EF4-FFF2-40B4-BE49-F238E27FC236}">
                <a16:creationId xmlns:a16="http://schemas.microsoft.com/office/drawing/2014/main" id="{85DE9CA8-A925-49CD-B906-8F3D4557C4C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F2519C5-ED31-493D-B91F-E1C1CF6CE1FF}"/>
              </a:ext>
            </a:extLst>
          </p:cNvPr>
          <p:cNvPicPr>
            <a:picLocks xmlns:a="http://schemas.openxmlformats.org/drawingml/2006/main" noChangeAspect="1"/>
          </p:cNvPicPr>
          <p:nvPr/>
        </p:nvPicPr>
        <p:blipFill>
          <a:blip xmlns:r="http://schemas.openxmlformats.org/officeDocument/2006/relationships" xmlns:a="http://schemas.openxmlformats.org/drawingml/2006/main" r:embed="Rb8ea4f9259fb4fa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30E31DE-D9C6-42CE-8E34-F21A40A30FB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A1D68D21-178D-4887-8C3F-373C02F74FB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the story, a teacher and his friends are in a boat. A storm frightens the friends. They wake the</a:t>
            </a:r>
          </a:p>
        </p:txBody>
      </p:sp>
      <p:sp>
        <p:nvSpPr>
          <p:cNvPr id="18" name="pupil-text">
            <a:extLst xmlns:a="http://schemas.openxmlformats.org/drawingml/2006/main">
              <a:ext uri="{FF2B5EF4-FFF2-40B4-BE49-F238E27FC236}">
                <a16:creationId xmlns:a16="http://schemas.microsoft.com/office/drawing/2014/main" id="{392EE052-8460-4A7D-B728-6A1627C7CFB2}"/>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teacher. He speaks to the wind and water, and they become calm. He asks about their faith. Some</a:t>
            </a:r>
          </a:p>
        </p:txBody>
      </p:sp>
      <p:sp>
        <p:nvSpPr>
          <p:cNvPr id="19" name="pupil-text">
            <a:extLst xmlns:a="http://schemas.openxmlformats.org/drawingml/2006/main">
              <a:ext uri="{FF2B5EF4-FFF2-40B4-BE49-F238E27FC236}">
                <a16:creationId xmlns:a16="http://schemas.microsoft.com/office/drawing/2014/main" id="{D04C0435-C991-4990-9DD1-12A18C7FA83A}"/>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Christians read this as a story about trust. This is the text’s account, not proof that faith stops</a:t>
            </a:r>
          </a:p>
        </p:txBody>
      </p:sp>
      <p:sp>
        <p:nvSpPr>
          <p:cNvPr id="20" name="pupil-text">
            <a:extLst xmlns:a="http://schemas.openxmlformats.org/drawingml/2006/main">
              <a:ext uri="{FF2B5EF4-FFF2-40B4-BE49-F238E27FC236}">
                <a16:creationId xmlns:a16="http://schemas.microsoft.com/office/drawing/2014/main" id="{838B3C88-9FAD-4324-A233-233E2EA82F30}"/>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real storms.</a:t>
            </a:r>
          </a:p>
        </p:txBody>
      </p:sp>
    </p:spTree>
    <p:extLst>
      <p:ext uri="{BB962C8B-B14F-4D97-AF65-F5344CB8AC3E}">
        <p14:creationId xmlns:p14="http://schemas.microsoft.com/office/powerpoint/2010/main" val="14448049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4B32DD7-C18A-4DF0-9D9F-ED4CF6BC836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81B62BC7-C1C8-43FA-A0A7-FCCC383186B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F794ABA4-E3B2-4654-B103-346255929BF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Story B — G-P-S2; adapted Christian sacred-text story</a:t>
            </a:r>
          </a:p>
        </p:txBody>
      </p:sp>
      <p:sp>
        <p:nvSpPr>
          <p:cNvPr id="4" name="shape">
            <a:extLst xmlns:a="http://schemas.openxmlformats.org/drawingml/2006/main">
              <a:ext uri="{FF2B5EF4-FFF2-40B4-BE49-F238E27FC236}">
                <a16:creationId xmlns:a16="http://schemas.microsoft.com/office/drawing/2014/main" id="{20AE2D51-68C5-4E39-879A-70715C3ECE6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66AEB95-272A-47B9-8F00-E5373C3EC10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2C560D2-BB89-4EF8-A6BC-3CFEB24F53E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571FC0D-2C60-4B59-AC29-55EBF1DF285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841E1C8-2103-4198-B46B-B739F207585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A5D9C85-5AD8-49ED-B6E0-2FCA5C06DA2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ABDAFB1-8328-414B-AAFE-04FCE2C6F2A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EE6565F6-71A4-4FA2-9860-E91D2F61096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E2FC896-3F66-48C3-8A5B-BCBD8670F2D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035B79F-001B-4D11-907A-4CEF505BFBD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43</a:t>
            </a:r>
          </a:p>
        </p:txBody>
      </p:sp>
      <p:sp>
        <p:nvSpPr>
          <p:cNvPr id="14" name="licence-footer">
            <a:extLst xmlns:a="http://schemas.openxmlformats.org/drawingml/2006/main">
              <a:ext uri="{FF2B5EF4-FFF2-40B4-BE49-F238E27FC236}">
                <a16:creationId xmlns:a16="http://schemas.microsoft.com/office/drawing/2014/main" id="{C1D8538E-6EC1-43B2-B597-DE7A7AE73C4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99FABE1-194C-4B7F-B419-D5C99ABF4B2D}"/>
              </a:ext>
            </a:extLst>
          </p:cNvPr>
          <p:cNvPicPr>
            <a:picLocks xmlns:a="http://schemas.openxmlformats.org/drawingml/2006/main" noChangeAspect="1"/>
          </p:cNvPicPr>
          <p:nvPr/>
        </p:nvPicPr>
        <p:blipFill>
          <a:blip xmlns:r="http://schemas.openxmlformats.org/officeDocument/2006/relationships" xmlns:a="http://schemas.openxmlformats.org/drawingml/2006/main" r:embed="Rc5c57309b2764f0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E3FC517-FAC4-48D1-AF3C-5B8AA726D1F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E2847163-F9C9-4764-BF57-C93A37D7A41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woman asks an unjust judge for justice. She keeps returning. At last, the judge acts so her</a:t>
            </a:r>
          </a:p>
        </p:txBody>
      </p:sp>
      <p:sp>
        <p:nvSpPr>
          <p:cNvPr id="18" name="pupil-text">
            <a:extLst xmlns:a="http://schemas.openxmlformats.org/drawingml/2006/main">
              <a:ext uri="{FF2B5EF4-FFF2-40B4-BE49-F238E27FC236}">
                <a16:creationId xmlns:a16="http://schemas.microsoft.com/office/drawing/2014/main" id="{88416A61-EF8D-4437-998D-0A594ACB076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requests will stop. The text uses the story to teach not giving up in prayer. We study that idea</a:t>
            </a:r>
          </a:p>
        </p:txBody>
      </p:sp>
      <p:sp>
        <p:nvSpPr>
          <p:cNvPr id="19" name="pupil-text">
            <a:extLst xmlns:a="http://schemas.openxmlformats.org/drawingml/2006/main">
              <a:ext uri="{FF2B5EF4-FFF2-40B4-BE49-F238E27FC236}">
                <a16:creationId xmlns:a16="http://schemas.microsoft.com/office/drawing/2014/main" id="{1C3148E8-EA62-45E0-B9C4-46619B09A6F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without praying. The unfair judge is not a model of good care. Persistence does not always secure</a:t>
            </a:r>
          </a:p>
        </p:txBody>
      </p:sp>
      <p:sp>
        <p:nvSpPr>
          <p:cNvPr id="20" name="pupil-text">
            <a:extLst xmlns:a="http://schemas.openxmlformats.org/drawingml/2006/main">
              <a:ext uri="{FF2B5EF4-FFF2-40B4-BE49-F238E27FC236}">
                <a16:creationId xmlns:a16="http://schemas.microsoft.com/office/drawing/2014/main" id="{65438395-2ED0-4E74-A43C-34EF440CE5BB}"/>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justice.</a:t>
            </a:r>
          </a:p>
        </p:txBody>
      </p:sp>
    </p:spTree>
    <p:extLst>
      <p:ext uri="{BB962C8B-B14F-4D97-AF65-F5344CB8AC3E}">
        <p14:creationId xmlns:p14="http://schemas.microsoft.com/office/powerpoint/2010/main" val="105018810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F424105-1DC8-45DC-B63D-3042B9D41B3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0CA6D58C-CDFD-46A4-B7A3-7F5F48A4B25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8CDBA5C3-9135-44CB-A41E-6986E852C9F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Case C — invented neutral community case</a:t>
            </a:r>
          </a:p>
        </p:txBody>
      </p:sp>
      <p:sp>
        <p:nvSpPr>
          <p:cNvPr id="4" name="shape">
            <a:extLst xmlns:a="http://schemas.openxmlformats.org/drawingml/2006/main">
              <a:ext uri="{FF2B5EF4-FFF2-40B4-BE49-F238E27FC236}">
                <a16:creationId xmlns:a16="http://schemas.microsoft.com/office/drawing/2014/main" id="{CAE4AA51-D8C9-4508-BC29-6F19F690933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EE39073-0487-4010-BC7B-06F7F398D9A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97DA38B-2172-4DC9-A1EF-D8650C131723}"/>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72948BA-4114-4478-AA4B-384EEE89B9C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3A19F06-EA11-41DF-86EB-68FCF3915B8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4A9B2FF-77C5-4B08-9256-5B74A5271D2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2DE8193-64EC-4687-A73A-4360BC2313F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D2735E52-44F1-47C5-B9D4-86EDA5CCF2A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32298A7-4AEA-4BD7-8D1E-82EAC805C20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969F3E7C-8391-4656-8036-5802CBA4C0E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43</a:t>
            </a:r>
          </a:p>
        </p:txBody>
      </p:sp>
      <p:sp>
        <p:nvSpPr>
          <p:cNvPr id="14" name="licence-footer">
            <a:extLst xmlns:a="http://schemas.openxmlformats.org/drawingml/2006/main">
              <a:ext uri="{FF2B5EF4-FFF2-40B4-BE49-F238E27FC236}">
                <a16:creationId xmlns:a16="http://schemas.microsoft.com/office/drawing/2014/main" id="{4F84AD95-DDAC-48F4-BDD4-5959663C7ED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1E643E7-6F02-4403-B6A4-835065A22691}"/>
              </a:ext>
            </a:extLst>
          </p:cNvPr>
          <p:cNvPicPr>
            <a:picLocks xmlns:a="http://schemas.openxmlformats.org/drawingml/2006/main" noChangeAspect="1"/>
          </p:cNvPicPr>
          <p:nvPr/>
        </p:nvPicPr>
        <p:blipFill>
          <a:blip xmlns:r="http://schemas.openxmlformats.org/officeDocument/2006/relationships" xmlns:a="http://schemas.openxmlformats.org/drawingml/2006/main" r:embed="Re6bec399a58c468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DE7EBAD-AD1B-4233-863B-3E9CAD59609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9A7C0046-0A4D-4B04-8132-F43F8876545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garden group asks for a safe path to be repaired. A reply is slow. They keep a record, ask again</a:t>
            </a:r>
          </a:p>
        </p:txBody>
      </p:sp>
      <p:sp>
        <p:nvSpPr>
          <p:cNvPr id="18" name="pupil-text">
            <a:extLst xmlns:a="http://schemas.openxmlformats.org/drawingml/2006/main">
              <a:ext uri="{FF2B5EF4-FFF2-40B4-BE49-F238E27FC236}">
                <a16:creationId xmlns:a16="http://schemas.microsoft.com/office/drawing/2014/main" id="{0CFEDD01-3B80-4121-9E9A-3F04B051F406}"/>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seek help from the person in charge. They do not enter the unsafe path. Keeping at a task can</a:t>
            </a:r>
          </a:p>
        </p:txBody>
      </p:sp>
      <p:sp>
        <p:nvSpPr>
          <p:cNvPr id="19" name="pupil-text">
            <a:extLst xmlns:a="http://schemas.openxmlformats.org/drawingml/2006/main">
              <a:ext uri="{FF2B5EF4-FFF2-40B4-BE49-F238E27FC236}">
                <a16:creationId xmlns:a16="http://schemas.microsoft.com/office/drawing/2014/main" id="{D59E5701-7A08-4150-8A8F-172E04CF6C0D}"/>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include rest, help or a new plan.</a:t>
            </a:r>
          </a:p>
        </p:txBody>
      </p:sp>
    </p:spTree>
    <p:extLst>
      <p:ext uri="{BB962C8B-B14F-4D97-AF65-F5344CB8AC3E}">
        <p14:creationId xmlns:p14="http://schemas.microsoft.com/office/powerpoint/2010/main" val="19637107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8A86375F-7157-4043-9818-731471FE45C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240C1FB5-1BB2-4437-9A8A-A80D314216C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53FA732-93E0-4267-B5D8-717A8F9B31A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0601EB70-2146-48FB-B783-981880DAB00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DAC506A-F03E-45C1-8344-15DF7946F4D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F0278EC-E6DD-4C15-B217-C929EE62007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A780CB4-16F5-4BE3-AB07-EE2ED9AF3EE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EAE2B1D-117C-4E8E-AA63-2B64F33732C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24E3A36-C8AC-42D2-9513-A8F3F63E6A0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B81859B-4E4F-4EA5-A187-399A3C299FA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08F43BC6-6CEB-4783-BEB9-B83244FFF37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668D297-5087-4675-94B9-F550E23A0B1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5AB4406-E727-46CD-98F1-9AF8C669FD9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43</a:t>
            </a:r>
          </a:p>
        </p:txBody>
      </p:sp>
      <p:sp>
        <p:nvSpPr>
          <p:cNvPr id="14" name="licence-footer">
            <a:extLst xmlns:a="http://schemas.openxmlformats.org/drawingml/2006/main">
              <a:ext uri="{FF2B5EF4-FFF2-40B4-BE49-F238E27FC236}">
                <a16:creationId xmlns:a16="http://schemas.microsoft.com/office/drawing/2014/main" id="{ADF85911-F047-41B0-B694-951520DBB4F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0C83365-3014-4E36-A849-D4F98811D5C7}"/>
              </a:ext>
            </a:extLst>
          </p:cNvPr>
          <p:cNvPicPr>
            <a:picLocks xmlns:a="http://schemas.openxmlformats.org/drawingml/2006/main" noChangeAspect="1"/>
          </p:cNvPicPr>
          <p:nvPr/>
        </p:nvPicPr>
        <p:blipFill>
          <a:blip xmlns:r="http://schemas.openxmlformats.org/officeDocument/2006/relationships" xmlns:a="http://schemas.openxmlformats.org/drawingml/2006/main" r:embed="R8005dc39b4e34cc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5ECBC2A-942A-4BD5-8A56-A38231C4401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C4BBA8B6-107D-4774-9E39-B556419CC6F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Worked method model</a:t>
            </a:r>
          </a:p>
        </p:txBody>
      </p:sp>
    </p:spTree>
    <p:extLst>
      <p:ext uri="{BB962C8B-B14F-4D97-AF65-F5344CB8AC3E}">
        <p14:creationId xmlns:p14="http://schemas.microsoft.com/office/powerpoint/2010/main" val="3426825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4F622185-C80E-46E6-9B5E-2B844ADA7D3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6F3D0F44-D3DE-4FE7-A648-EAA532408B4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00CBB9E-8311-4656-98DF-05B446E4CE1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11EF12E6-D0CC-4E87-BAC3-FF60D14A197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D5BC9DD-0F17-45D1-BFD3-AF64A2231EC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0C9172F-926B-4D6C-9864-E46F9DA39256}"/>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17BB577-CBDF-4B3B-915E-B63AD62E8FD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DBF7B78-0266-463F-97F5-0E52A55753E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767A7AC-D32E-4952-81A8-8C0132685C6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8567289-0DC3-4CC6-96EA-9CA6F252512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1E27D47A-2BE2-4056-B15C-77BA956BE0C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869F07A-2EBB-4A45-849B-4C4ED0B6E57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91EBF046-9404-4ED2-A63D-66042630604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43</a:t>
            </a:r>
          </a:p>
        </p:txBody>
      </p:sp>
      <p:sp>
        <p:nvSpPr>
          <p:cNvPr id="14" name="licence-footer">
            <a:extLst xmlns:a="http://schemas.openxmlformats.org/drawingml/2006/main">
              <a:ext uri="{FF2B5EF4-FFF2-40B4-BE49-F238E27FC236}">
                <a16:creationId xmlns:a16="http://schemas.microsoft.com/office/drawing/2014/main" id="{7527E762-CC34-4DFD-A501-D0E1D1615E6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5D98576-0325-4CDB-A76E-DD68D23F1FCD}"/>
              </a:ext>
            </a:extLst>
          </p:cNvPr>
          <p:cNvPicPr>
            <a:picLocks xmlns:a="http://schemas.openxmlformats.org/drawingml/2006/main" noChangeAspect="1"/>
          </p:cNvPicPr>
          <p:nvPr/>
        </p:nvPicPr>
        <p:blipFill>
          <a:blip xmlns:r="http://schemas.openxmlformats.org/officeDocument/2006/relationships" xmlns:a="http://schemas.openxmlformats.org/drawingml/2006/main" r:embed="R31c2e5062c124d4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244C2EE-0217-46F0-8444-845E9B4BF59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B334537F-5BB2-489C-908E-2C66F871233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Story A, the friends are afraid and turn to their teacher. The text links the event with faith.</a:t>
            </a:r>
          </a:p>
        </p:txBody>
      </p:sp>
    </p:spTree>
    <p:extLst>
      <p:ext uri="{BB962C8B-B14F-4D97-AF65-F5344CB8AC3E}">
        <p14:creationId xmlns:p14="http://schemas.microsoft.com/office/powerpoint/2010/main" val="107137042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A7B266DD-3991-4EAC-B521-6ADD00B3E9E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0AA23BC8-98F4-4A1D-A5A5-F8D8F74B3DD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57F4ADA-0D08-4EB4-AAE2-2060B12332B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269A913D-983D-4219-B677-990A91BF819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6C3FF9D-D327-464D-9ADE-0CCF60670D3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B7F1A62-AEFA-45D6-89FE-0C04DFC6DE5C}"/>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E7A0CA7-FCEB-47A8-9B62-A6CDCC80948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D10EC45-7B5A-4584-AAAE-0E8EE664913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FBE7C4E-DA3C-4361-91CE-28826077C5F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2FB6998-B8C4-4326-B035-0AC30627845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2D412D17-442C-472B-AD77-D12C6726A6A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49ADD8C-E0B8-4925-A307-6571C6DA2EC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380AACA4-8737-4F07-992F-A95AB47C0D7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43</a:t>
            </a:r>
          </a:p>
        </p:txBody>
      </p:sp>
      <p:sp>
        <p:nvSpPr>
          <p:cNvPr id="14" name="licence-footer">
            <a:extLst xmlns:a="http://schemas.openxmlformats.org/drawingml/2006/main">
              <a:ext uri="{FF2B5EF4-FFF2-40B4-BE49-F238E27FC236}">
                <a16:creationId xmlns:a16="http://schemas.microsoft.com/office/drawing/2014/main" id="{45D2809E-130B-4A33-8B62-C7589ABDA87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6DBB4B9-64CD-40D6-A445-DA69916F31B4}"/>
              </a:ext>
            </a:extLst>
          </p:cNvPr>
          <p:cNvPicPr>
            <a:picLocks xmlns:a="http://schemas.openxmlformats.org/drawingml/2006/main" noChangeAspect="1"/>
          </p:cNvPicPr>
          <p:nvPr/>
        </p:nvPicPr>
        <p:blipFill>
          <a:blip xmlns:r="http://schemas.openxmlformats.org/officeDocument/2006/relationships" xmlns:a="http://schemas.openxmlformats.org/drawingml/2006/main" r:embed="R76289eeb7493458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2F6E4EB-4745-4F81-BEA4-7B556EE9538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EF705FEE-54AF-4EC6-B4C7-22DF8373F98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Some Christians read this as an idea about trust through fear. I use a detail from the story.</a:t>
            </a:r>
          </a:p>
        </p:txBody>
      </p:sp>
    </p:spTree>
    <p:extLst>
      <p:ext uri="{BB962C8B-B14F-4D97-AF65-F5344CB8AC3E}">
        <p14:creationId xmlns:p14="http://schemas.microsoft.com/office/powerpoint/2010/main" val="154290531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7B86909F-461F-42C5-AD4D-BAE5BAD3B96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EB6EC783-0CC8-4C21-B634-15305E5AF07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8C15A13F-912B-47C6-86D6-B9C54DEDAC8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72948AC0-51AC-432B-9AB6-A6C0FBACB0B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EAA7236-62D7-41CF-814F-1D3EBE808BD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8F94140-BFA7-413F-AAF3-F86B178EA78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90EEEF7-4878-4D8D-9C4E-731D8C63B62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3804129-D5E5-4304-A764-2DDCA441F99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C351403-1ABF-44D8-A107-200B6899381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4968876-948C-4330-84F4-3B71F1FB618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6E16D577-7618-45CA-A38F-51C63ED18A3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42507E6-75F7-4455-8C1B-A5AAEA87484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3E22E333-00EF-4388-A3FD-7EA583B5256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43</a:t>
            </a:r>
          </a:p>
        </p:txBody>
      </p:sp>
      <p:sp>
        <p:nvSpPr>
          <p:cNvPr id="14" name="licence-footer">
            <a:extLst xmlns:a="http://schemas.openxmlformats.org/drawingml/2006/main">
              <a:ext uri="{FF2B5EF4-FFF2-40B4-BE49-F238E27FC236}">
                <a16:creationId xmlns:a16="http://schemas.microsoft.com/office/drawing/2014/main" id="{1D508FFA-76AB-4FC4-8507-F888CA9DD5F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D514F38-E027-4886-AC0E-36E913498E4A}"/>
              </a:ext>
            </a:extLst>
          </p:cNvPr>
          <p:cNvPicPr>
            <a:picLocks xmlns:a="http://schemas.openxmlformats.org/drawingml/2006/main" noChangeAspect="1"/>
          </p:cNvPicPr>
          <p:nvPr/>
        </p:nvPicPr>
        <p:blipFill>
          <a:blip xmlns:r="http://schemas.openxmlformats.org/officeDocument/2006/relationships" xmlns:a="http://schemas.openxmlformats.org/drawingml/2006/main" r:embed="R8770c7780a0948c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F0250CA-F7A4-46B7-A34F-E304C7CF245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44D40FC8-3A41-4E41-A8FF-4514FEC6C552}"/>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do not claim that faith controls real weather or that a frightened person has failed.</a:t>
            </a:r>
          </a:p>
        </p:txBody>
      </p:sp>
    </p:spTree>
    <p:extLst>
      <p:ext uri="{BB962C8B-B14F-4D97-AF65-F5344CB8AC3E}">
        <p14:creationId xmlns:p14="http://schemas.microsoft.com/office/powerpoint/2010/main" val="20688942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4D9F3137-F193-4362-AEFF-BF7086DA1D6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7B6368C6-7928-4FF7-8BF5-861739D094F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0D6987EA-E60A-42AE-B9E5-0EF27BCB7AB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D7A777C4-836D-4547-84AD-464C8541AC2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3B1BE43-54CC-4215-8A20-58405DD9178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4BEC3BF-762D-44E6-B740-1118E06CE58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1972812-E87B-49EE-B093-3C9902B88BF3}"/>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EEA2723-05FD-47CC-AD07-3186457F99B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46A10EB-BA0D-4A22-BBBF-CC06F2D0245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3B2E400-F73E-4860-84B4-C4320ABC4D3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26AF1659-9933-4214-B46D-6A73FA866D2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5FE21C5-931F-490E-B37E-9CDACE2AF99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44590D98-DC9C-45A4-8130-BEB06E66CC4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43</a:t>
            </a:r>
          </a:p>
        </p:txBody>
      </p:sp>
      <p:sp>
        <p:nvSpPr>
          <p:cNvPr id="14" name="licence-footer">
            <a:extLst xmlns:a="http://schemas.openxmlformats.org/drawingml/2006/main">
              <a:ext uri="{FF2B5EF4-FFF2-40B4-BE49-F238E27FC236}">
                <a16:creationId xmlns:a16="http://schemas.microsoft.com/office/drawing/2014/main" id="{A91F71B0-A0E0-4D00-8EA8-234B81C705C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004EB57-E368-48EE-AF44-795162BC0992}"/>
              </a:ext>
            </a:extLst>
          </p:cNvPr>
          <p:cNvPicPr>
            <a:picLocks xmlns:a="http://schemas.openxmlformats.org/drawingml/2006/main" noChangeAspect="1"/>
          </p:cNvPicPr>
          <p:nvPr/>
        </p:nvPicPr>
        <p:blipFill>
          <a:blip xmlns:r="http://schemas.openxmlformats.org/officeDocument/2006/relationships" xmlns:a="http://schemas.openxmlformats.org/drawingml/2006/main" r:embed="R79eee7a83a8d40f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3F7098B-ADA3-4E94-9416-2A9C63F5348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guided record and your own source detail, choice or starting step.</a:t>
            </a:r>
          </a:p>
        </p:txBody>
      </p:sp>
      <p:sp>
        <p:nvSpPr>
          <p:cNvPr id="17" name="pupil-text">
            <a:extLst xmlns:a="http://schemas.openxmlformats.org/drawingml/2006/main">
              <a:ext uri="{FF2B5EF4-FFF2-40B4-BE49-F238E27FC236}">
                <a16:creationId xmlns:a16="http://schemas.microsoft.com/office/drawing/2014/main" id="{1416B53C-8EDE-49C3-88F1-D5332735D57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Find what the woman does in Story B and why the judge acts.</a:t>
            </a:r>
          </a:p>
        </p:txBody>
      </p:sp>
      <p:sp>
        <p:nvSpPr>
          <p:cNvPr id="18" name="pupil-text">
            <a:extLst xmlns:a="http://schemas.openxmlformats.org/drawingml/2006/main">
              <a:ext uri="{FF2B5EF4-FFF2-40B4-BE49-F238E27FC236}">
                <a16:creationId xmlns:a16="http://schemas.microsoft.com/office/drawing/2014/main" id="{23191CF3-A2EF-4380-9FD2-B5C6B3B97365}"/>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Record one idea about persistence, plus a limit to how we use this story.</a:t>
            </a:r>
          </a:p>
        </p:txBody>
      </p:sp>
    </p:spTree>
    <p:extLst>
      <p:ext uri="{BB962C8B-B14F-4D97-AF65-F5344CB8AC3E}">
        <p14:creationId xmlns:p14="http://schemas.microsoft.com/office/powerpoint/2010/main" val="34208957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EDE9D302-6B08-4654-A733-FED730CA5D6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DBB77382-5AD0-44B4-9E36-58A6C95E1E1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6951797D-FCEA-4EC9-9A28-53421F0AFA5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05B982AC-2917-4DD6-B103-7AE4E0E6840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648D6AA-2BE9-447A-9A10-EE8E3ABA25B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46539E7-3D4E-4D89-BFC9-A4337C38C5B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790B1D4-4964-4F22-B025-3919FDD862D6}"/>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B57B28A-42CF-4390-8F95-52388955529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F7DF52F-7FC7-4F24-B537-0E3B073D8E5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5E80107-820D-4A17-9CA7-1F728ADA64F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745D4A7F-C8AF-439B-9112-E22FD7D74D3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65A2081-7BD0-45FF-9643-C461C553E05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138FD8E-F275-4B75-B810-AB76338B067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43</a:t>
            </a:r>
          </a:p>
        </p:txBody>
      </p:sp>
      <p:sp>
        <p:nvSpPr>
          <p:cNvPr id="14" name="licence-footer">
            <a:extLst xmlns:a="http://schemas.openxmlformats.org/drawingml/2006/main">
              <a:ext uri="{FF2B5EF4-FFF2-40B4-BE49-F238E27FC236}">
                <a16:creationId xmlns:a16="http://schemas.microsoft.com/office/drawing/2014/main" id="{B7A47C94-499D-47BA-AB14-A5DFABBE1F2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E74A5BC-BFB8-4449-9DC6-4EC38C0CB52D}"/>
              </a:ext>
            </a:extLst>
          </p:cNvPr>
          <p:cNvPicPr>
            <a:picLocks xmlns:a="http://schemas.openxmlformats.org/drawingml/2006/main" noChangeAspect="1"/>
          </p:cNvPicPr>
          <p:nvPr/>
        </p:nvPicPr>
        <p:blipFill>
          <a:blip xmlns:r="http://schemas.openxmlformats.org/officeDocument/2006/relationships" xmlns:a="http://schemas.openxmlformats.org/drawingml/2006/main" r:embed="R4d43bde0bf29469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D8078222-0208-4440-ACA7-548471A175B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She keeps seeking justice; the unjust judge acts to stop the repeated requests. The text frames</a:t>
            </a:r>
          </a:p>
        </p:txBody>
      </p:sp>
      <p:sp>
        <p:nvSpPr>
          <p:cNvPr id="17" name="answer-text">
            <a:extLst xmlns:a="http://schemas.openxmlformats.org/drawingml/2006/main">
              <a:ext uri="{FF2B5EF4-FFF2-40B4-BE49-F238E27FC236}">
                <a16:creationId xmlns:a16="http://schemas.microsoft.com/office/drawing/2014/main" id="{3F83C952-ABBD-4B94-8742-CFE38E0BB96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perseverance in prayer. A pupil may explain persistence while noting that injustice is not the</a:t>
            </a:r>
          </a:p>
        </p:txBody>
      </p:sp>
      <p:sp>
        <p:nvSpPr>
          <p:cNvPr id="18" name="answer-text">
            <a:extLst xmlns:a="http://schemas.openxmlformats.org/drawingml/2006/main">
              <a:ext uri="{FF2B5EF4-FFF2-40B4-BE49-F238E27FC236}">
                <a16:creationId xmlns:a16="http://schemas.microsoft.com/office/drawing/2014/main" id="{283E6705-745C-4EF7-9EA6-D7A4B32A91BB}"/>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woman’s fault, the judge is not a caring model, and persistence does not guarantee justice. No</a:t>
            </a:r>
          </a:p>
        </p:txBody>
      </p:sp>
      <p:sp>
        <p:nvSpPr>
          <p:cNvPr id="19" name="answer-text">
            <a:extLst xmlns:a="http://schemas.openxmlformats.org/drawingml/2006/main">
              <a:ext uri="{FF2B5EF4-FFF2-40B4-BE49-F238E27FC236}">
                <a16:creationId xmlns:a16="http://schemas.microsoft.com/office/drawing/2014/main" id="{2CDE2DA5-F55F-4CD3-87CF-08595AB59F6E}"/>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prayer or role-play is required.</a:t>
            </a:r>
          </a:p>
        </p:txBody>
      </p:sp>
    </p:spTree>
    <p:extLst>
      <p:ext uri="{BB962C8B-B14F-4D97-AF65-F5344CB8AC3E}">
        <p14:creationId xmlns:p14="http://schemas.microsoft.com/office/powerpoint/2010/main" val="13137178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736B410-7685-43DD-BCDC-10D64ABE8CD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E78C8DF5-7007-415B-8DB0-5F46F8684C9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5AAF2AA-D0BC-4048-A10A-57AA96FFFB7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56CC8E67-2FA0-49F6-9378-3CE3A313569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A5EACDE-88AB-40D9-B993-7141FC4616E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A719C3C-1BD6-45A8-84A4-73FB7491C49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FDFFFE8-251F-447A-8879-B9E948CCB74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9DFFAFF-ACC2-4D9C-AE61-EC6B90C5E3D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228D23F-7E5A-42B9-A59E-4BA28AC5381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7AE9E04-0B2B-48E1-823F-783EDD8ACAC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A8A4D9A0-F838-456C-AE80-61519DB2852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168E17E-E99C-4C66-A6F7-0EE22F7443D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4F707786-1790-4359-BF59-990E2BC1B59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43</a:t>
            </a:r>
          </a:p>
        </p:txBody>
      </p:sp>
      <p:sp>
        <p:nvSpPr>
          <p:cNvPr id="14" name="licence-footer">
            <a:extLst xmlns:a="http://schemas.openxmlformats.org/drawingml/2006/main">
              <a:ext uri="{FF2B5EF4-FFF2-40B4-BE49-F238E27FC236}">
                <a16:creationId xmlns:a16="http://schemas.microsoft.com/office/drawing/2014/main" id="{F369C4F6-F3A3-4237-907C-E60009F6D64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9489FAC-7243-44BD-8668-EE289581999E}"/>
              </a:ext>
            </a:extLst>
          </p:cNvPr>
          <p:cNvPicPr>
            <a:picLocks xmlns:a="http://schemas.openxmlformats.org/drawingml/2006/main" noChangeAspect="1"/>
          </p:cNvPicPr>
          <p:nvPr/>
        </p:nvPicPr>
        <p:blipFill>
          <a:blip xmlns:r="http://schemas.openxmlformats.org/officeDocument/2006/relationships" xmlns:a="http://schemas.openxmlformats.org/drawingml/2006/main" r:embed="R3cbc41e64b5b4ee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7F0D573-EDCA-4837-805F-B15B719A19F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
        <p:nvSpPr>
          <p:cNvPr id="17" name="pupil-text">
            <a:extLst xmlns:a="http://schemas.openxmlformats.org/drawingml/2006/main">
              <a:ext uri="{FF2B5EF4-FFF2-40B4-BE49-F238E27FC236}">
                <a16:creationId xmlns:a16="http://schemas.microsoft.com/office/drawing/2014/main" id="{42B66D28-AD3B-4FEA-870E-EA791472848F}"/>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01DFC1A7-8BA2-42D8-B394-68734A8F18F1}"/>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you need it. Choose a mode and record your own</a:t>
            </a:r>
          </a:p>
        </p:txBody>
      </p:sp>
      <p:sp>
        <p:nvSpPr>
          <p:cNvPr id="19" name="pupil-text">
            <a:extLst xmlns:a="http://schemas.openxmlformats.org/drawingml/2006/main">
              <a:ext uri="{FF2B5EF4-FFF2-40B4-BE49-F238E27FC236}">
                <a16:creationId xmlns:a16="http://schemas.microsoft.com/office/drawing/2014/main" id="{1D75F6D2-A991-4874-AF8C-141C306B57B9}"/>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ideas.</a:t>
            </a:r>
          </a:p>
        </p:txBody>
      </p:sp>
    </p:spTree>
    <p:extLst>
      <p:ext uri="{BB962C8B-B14F-4D97-AF65-F5344CB8AC3E}">
        <p14:creationId xmlns:p14="http://schemas.microsoft.com/office/powerpoint/2010/main" val="174576137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D678BC15-E6B2-4C3B-A940-437A7DEFCF4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2DC9C3F7-DA0B-417A-8EF4-81E1EB0724B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A481061-3643-41E0-9FFB-3A1A232050E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8066973-5A4C-4C6C-AD12-E7FBB91942B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0045E11-50C9-45EB-948B-E4C265FB324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087D82C-5668-42D7-BCFE-71441B1AA9D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0DA6C45-6DF5-4A85-A9F4-05C64430677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E0FC86D-0A91-44BC-818A-54C3E88506E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BE08A13-869C-43C6-8CFA-9C939555AF4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00E7B7D-D4C1-4C87-802F-5B557717383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03807B0F-6E87-498A-8D49-D447D42AAA3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B056FB7-9ACF-4F93-836D-BE5B4ADC1B8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7460B9C-CE64-41D9-9936-977E752454D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43</a:t>
            </a:r>
          </a:p>
        </p:txBody>
      </p:sp>
      <p:sp>
        <p:nvSpPr>
          <p:cNvPr id="14" name="licence-footer">
            <a:extLst xmlns:a="http://schemas.openxmlformats.org/drawingml/2006/main">
              <a:ext uri="{FF2B5EF4-FFF2-40B4-BE49-F238E27FC236}">
                <a16:creationId xmlns:a16="http://schemas.microsoft.com/office/drawing/2014/main" id="{6A7B0973-7AFF-4510-82B0-0F2964F23AA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71069E6-FC71-4BE5-901D-DC5E52A2E4FC}"/>
              </a:ext>
            </a:extLst>
          </p:cNvPr>
          <p:cNvPicPr>
            <a:picLocks xmlns:a="http://schemas.openxmlformats.org/drawingml/2006/main" noChangeAspect="1"/>
          </p:cNvPicPr>
          <p:nvPr/>
        </p:nvPicPr>
        <p:blipFill>
          <a:blip xmlns:r="http://schemas.openxmlformats.org/officeDocument/2006/relationships" xmlns:a="http://schemas.openxmlformats.org/drawingml/2006/main" r:embed="R963a5ec734af4f9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72EDDB8-5C9D-4775-A707-CD2BCF385068}"/>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B71C86A-BDD6-4C0D-8E2B-FBDBE8C33F3E}"/>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04B9690D-2217-49C6-ACB2-9FA4F4CFCEF0}"/>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34DC49FF-3023-4613-9247-244E1485BBD9}"/>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991935FA-BACD-45B8-B3E0-23D9DF4A05C3}"/>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05104BF-73DC-40B2-BB20-CE9F25D6B84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your own choices from the sources.</a:t>
            </a:r>
          </a:p>
        </p:txBody>
      </p:sp>
      <p:sp>
        <p:nvSpPr>
          <p:cNvPr id="22" name="shape">
            <a:extLst xmlns:a="http://schemas.openxmlformats.org/drawingml/2006/main">
              <a:ext uri="{FF2B5EF4-FFF2-40B4-BE49-F238E27FC236}">
                <a16:creationId xmlns:a16="http://schemas.microsoft.com/office/drawing/2014/main" id="{1D3C6407-F82C-4D5E-81AD-A1F5FF9FFAD9}"/>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979750C6-220A-459D-9491-5539A8E12674}"/>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Stories A and B. Give a detail from each and explain a resilience idea: trust or persistence.</a:t>
            </a:r>
          </a:p>
        </p:txBody>
      </p:sp>
      <p:sp>
        <p:nvSpPr>
          <p:cNvPr id="24" name="shape">
            <a:extLst xmlns:a="http://schemas.openxmlformats.org/drawingml/2006/main">
              <a:ext uri="{FF2B5EF4-FFF2-40B4-BE49-F238E27FC236}">
                <a16:creationId xmlns:a16="http://schemas.microsoft.com/office/drawing/2014/main" id="{520255A8-C16A-4E39-8AF9-7711D8C2CAC4}"/>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D9F51FB-198C-4629-B91C-4B4CBC9CA288}"/>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State one limit for each story. Then use C to give one safe way to keep seeking help without</a:t>
            </a:r>
          </a:p>
        </p:txBody>
      </p:sp>
      <p:sp>
        <p:nvSpPr>
          <p:cNvPr id="26" name="shape">
            <a:extLst xmlns:a="http://schemas.openxmlformats.org/drawingml/2006/main">
              <a:ext uri="{FF2B5EF4-FFF2-40B4-BE49-F238E27FC236}">
                <a16:creationId xmlns:a16="http://schemas.microsoft.com/office/drawing/2014/main" id="{101DDCA6-88A4-480E-9BB5-F3A3590A47B4}"/>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DEBB5A4-F47F-44A4-990A-34DC3CF08F84}"/>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entering the unsafe path. Use resilience, trust, persistence and sacred text.</a:t>
            </a:r>
          </a:p>
        </p:txBody>
      </p:sp>
      <p:sp>
        <p:nvSpPr>
          <p:cNvPr id="28" name="shape">
            <a:extLst xmlns:a="http://schemas.openxmlformats.org/drawingml/2006/main">
              <a:ext uri="{FF2B5EF4-FFF2-40B4-BE49-F238E27FC236}">
                <a16:creationId xmlns:a16="http://schemas.microsoft.com/office/drawing/2014/main" id="{BA1492BF-0A2A-4006-8021-88E160879FC0}"/>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E049ECB3-1D68-474B-9E2D-E1C71A1C0EE6}"/>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0" name="shape">
            <a:extLst xmlns:a="http://schemas.openxmlformats.org/drawingml/2006/main">
              <a:ext uri="{FF2B5EF4-FFF2-40B4-BE49-F238E27FC236}">
                <a16:creationId xmlns:a16="http://schemas.microsoft.com/office/drawing/2014/main" id="{C3ADF724-BDB2-44AD-8E6E-886BBF6F12CC}"/>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EA6702D1-8FE8-4807-A502-F4DA2E5834ED}"/>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32" name="shape">
            <a:extLst xmlns:a="http://schemas.openxmlformats.org/drawingml/2006/main">
              <a:ext uri="{FF2B5EF4-FFF2-40B4-BE49-F238E27FC236}">
                <a16:creationId xmlns:a16="http://schemas.microsoft.com/office/drawing/2014/main" id="{489F32EF-9406-41FA-B2F6-C3807A86AFDA}"/>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FE46A9EE-A765-4A2E-9383-C4A19AAC24F2}"/>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34" name="shape">
            <a:extLst xmlns:a="http://schemas.openxmlformats.org/drawingml/2006/main">
              <a:ext uri="{FF2B5EF4-FFF2-40B4-BE49-F238E27FC236}">
                <a16:creationId xmlns:a16="http://schemas.microsoft.com/office/drawing/2014/main" id="{3A2B9217-3AF8-400A-A359-E920FC68D266}"/>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7B2EDB10-3D4B-4019-8ECD-D88D3DA260B3}"/>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A detail [ ] / possible meaning [ ] / limit [ ]</a:t>
            </a:r>
          </a:p>
        </p:txBody>
      </p:sp>
    </p:spTree>
    <p:extLst>
      <p:ext uri="{BB962C8B-B14F-4D97-AF65-F5344CB8AC3E}">
        <p14:creationId xmlns:p14="http://schemas.microsoft.com/office/powerpoint/2010/main" val="56441345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9EB6F512-AF12-40BB-BBDB-0E011F55EFF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CA7E4950-0588-4478-8D69-9B3EF522400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DF5B77F-5BEB-4298-AA31-00C1C53DF2A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B314CA4-F88E-4788-88CB-BC8C30F92AE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ECDD6CE-E445-44C9-A5D1-84407DD9186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DA10705-3E0C-402A-99C3-344EB20255B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6F4ACC3-1D1F-406A-8074-F36A7860753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010AE5F-5051-4C34-8EB3-D79801C7ACE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3F1A83A-362C-41F0-9707-F2E98D9E927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0E8EEA6-80B1-43B2-9917-DAB62043C58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7C90A4B9-31B2-4F41-8B09-C2377447932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5683146-7BCD-4486-AF74-B8B1CA7985B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5FC8D90D-A1A5-40D8-A4CC-13F4EE8BF30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43</a:t>
            </a:r>
          </a:p>
        </p:txBody>
      </p:sp>
      <p:sp>
        <p:nvSpPr>
          <p:cNvPr id="14" name="licence-footer">
            <a:extLst xmlns:a="http://schemas.openxmlformats.org/drawingml/2006/main">
              <a:ext uri="{FF2B5EF4-FFF2-40B4-BE49-F238E27FC236}">
                <a16:creationId xmlns:a16="http://schemas.microsoft.com/office/drawing/2014/main" id="{E686A6F6-A73C-4D94-9A29-FF2F3B7F9D7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AF8DD47-7481-4CCB-82D9-0B970423A3C5}"/>
              </a:ext>
            </a:extLst>
          </p:cNvPr>
          <p:cNvPicPr>
            <a:picLocks xmlns:a="http://schemas.openxmlformats.org/drawingml/2006/main" noChangeAspect="1"/>
          </p:cNvPicPr>
          <p:nvPr/>
        </p:nvPicPr>
        <p:blipFill>
          <a:blip xmlns:r="http://schemas.openxmlformats.org/officeDocument/2006/relationships" xmlns:a="http://schemas.openxmlformats.org/drawingml/2006/main" r:embed="Red5b7693efcc4fa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6F2E72D-55EB-4A34-853D-702042514C84}"/>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86E7E8F-A097-4316-B3A9-F27494B4FD9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B detail [ ] / possible meaning [ ] / limit [ ]</a:t>
            </a:r>
          </a:p>
        </p:txBody>
      </p:sp>
      <p:sp>
        <p:nvSpPr>
          <p:cNvPr id="18" name="shape">
            <a:extLst xmlns:a="http://schemas.openxmlformats.org/drawingml/2006/main">
              <a:ext uri="{FF2B5EF4-FFF2-40B4-BE49-F238E27FC236}">
                <a16:creationId xmlns:a16="http://schemas.microsoft.com/office/drawing/2014/main" id="{B2B5C0C7-4343-489E-960A-55DC95A3D89B}"/>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1D33D79-1FF9-4008-B098-EC8755B3A28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Safe action for C [ ] / reason [ ]</a:t>
            </a:r>
          </a:p>
        </p:txBody>
      </p:sp>
      <p:sp>
        <p:nvSpPr>
          <p:cNvPr id="20" name="shape">
            <a:extLst xmlns:a="http://schemas.openxmlformats.org/drawingml/2006/main">
              <a:ext uri="{FF2B5EF4-FFF2-40B4-BE49-F238E27FC236}">
                <a16:creationId xmlns:a16="http://schemas.microsoft.com/office/drawing/2014/main" id="{912B880D-F334-43F6-AD89-A6C35C1FDD1F}"/>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F881529-DCBF-4995-B24E-E9F91BF312B7}"/>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 ]</a:t>
            </a:r>
          </a:p>
        </p:txBody>
      </p:sp>
      <p:sp>
        <p:nvSpPr>
          <p:cNvPr id="22" name="shape">
            <a:extLst xmlns:a="http://schemas.openxmlformats.org/drawingml/2006/main">
              <a:ext uri="{FF2B5EF4-FFF2-40B4-BE49-F238E27FC236}">
                <a16:creationId xmlns:a16="http://schemas.microsoft.com/office/drawing/2014/main" id="{E47C60B1-A089-48F2-8F6A-118F41C06834}"/>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D5B3A936-7BFA-4BB0-9450-2BB36DBF9430}"/>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24" name="shape">
            <a:extLst xmlns:a="http://schemas.openxmlformats.org/drawingml/2006/main">
              <a:ext uri="{FF2B5EF4-FFF2-40B4-BE49-F238E27FC236}">
                <a16:creationId xmlns:a16="http://schemas.microsoft.com/office/drawing/2014/main" id="{A8B664CB-CE61-42AF-BED3-21C65F789534}"/>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771AB8E-5C58-495E-BDDE-83BD080A417E}"/>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6" name="shape">
            <a:extLst xmlns:a="http://schemas.openxmlformats.org/drawingml/2006/main">
              <a:ext uri="{FF2B5EF4-FFF2-40B4-BE49-F238E27FC236}">
                <a16:creationId xmlns:a16="http://schemas.microsoft.com/office/drawing/2014/main" id="{9C530E44-0F0E-4A0C-A2AE-D57E9861BADE}"/>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643379C-1BFC-4B9F-90DA-9D43962DBE2E}"/>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8" name="shape">
            <a:extLst xmlns:a="http://schemas.openxmlformats.org/drawingml/2006/main">
              <a:ext uri="{FF2B5EF4-FFF2-40B4-BE49-F238E27FC236}">
                <a16:creationId xmlns:a16="http://schemas.microsoft.com/office/drawing/2014/main" id="{92A1CC34-CF67-40EF-987B-6302F4E3512B}"/>
              </a:ext>
            </a:extLst>
          </p:cNvPr>
          <p:cNvSpPr>
            <a:spLocks xmlns:a="http://schemas.openxmlformats.org/drawingml/2006/main" noGrp="1"/>
          </p:cNvSpPr>
          <p:nvPr/>
        </p:nvSpPr>
        <p:spPr>
          <a:xfrm xmlns:a="http://schemas.openxmlformats.org/drawingml/2006/main">
            <a:off x="409575" y="38957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3901302-2ADB-46F4-8B22-F43E47952E05}"/>
              </a:ext>
            </a:extLst>
          </p:cNvPr>
          <p:cNvSpPr>
            <a:spLocks xmlns:a="http://schemas.openxmlformats.org/drawingml/2006/main" noGrp="1"/>
          </p:cNvSpPr>
          <p:nvPr/>
        </p:nvSpPr>
        <p:spPr>
          <a:xfrm xmlns:a="http://schemas.openxmlformats.org/drawingml/2006/main">
            <a:off x="457200" y="3905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30" name="shape">
            <a:extLst xmlns:a="http://schemas.openxmlformats.org/drawingml/2006/main">
              <a:ext uri="{FF2B5EF4-FFF2-40B4-BE49-F238E27FC236}">
                <a16:creationId xmlns:a16="http://schemas.microsoft.com/office/drawing/2014/main" id="{CEFC3321-3C4C-4CFE-99B0-DB45639C77D0}"/>
              </a:ext>
            </a:extLst>
          </p:cNvPr>
          <p:cNvSpPr>
            <a:spLocks xmlns:a="http://schemas.openxmlformats.org/drawingml/2006/main" noGrp="1"/>
          </p:cNvSpPr>
          <p:nvPr/>
        </p:nvSpPr>
        <p:spPr>
          <a:xfrm xmlns:a="http://schemas.openxmlformats.org/drawingml/2006/main">
            <a:off x="409575" y="4286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8C0E9E7C-ED91-4131-BEE3-C0E34BEA11F3}"/>
              </a:ext>
            </a:extLst>
          </p:cNvPr>
          <p:cNvSpPr>
            <a:spLocks xmlns:a="http://schemas.openxmlformats.org/drawingml/2006/main" noGrp="1"/>
          </p:cNvSpPr>
          <p:nvPr/>
        </p:nvSpPr>
        <p:spPr>
          <a:xfrm xmlns:a="http://schemas.openxmlformats.org/drawingml/2006/main">
            <a:off x="457200" y="4295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65742972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8D82E621-D023-446F-9E3F-70B87EFA94B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587F23F1-5CD8-43D4-92A8-A9C42A7EEF5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1CE41A3-D983-4C79-A272-6B86C409409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973EC69-0DF3-4CB4-ADC1-ABD4E21C589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D6F24B8-F4E8-456A-B018-3052D7667F8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E6108F2-F6CA-41BF-86D7-046B22FCBC6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82371EA-E069-4E8F-BA53-70E4CC7E1CC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99B1DC3-BFE0-4913-A917-E19528134B5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0704B95-0038-452D-AC11-AEDD60DDA4B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C675E14-1571-4727-9635-DD479901B29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34BEC139-E89C-4C66-A71F-0E3A3D54F8C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9AC2ACF-7CC7-40A0-89F0-6EFF58F6947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9752FB21-13C6-4EE0-8CC9-52C5224C6F0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43</a:t>
            </a:r>
          </a:p>
        </p:txBody>
      </p:sp>
      <p:sp>
        <p:nvSpPr>
          <p:cNvPr id="14" name="licence-footer">
            <a:extLst xmlns:a="http://schemas.openxmlformats.org/drawingml/2006/main">
              <a:ext uri="{FF2B5EF4-FFF2-40B4-BE49-F238E27FC236}">
                <a16:creationId xmlns:a16="http://schemas.microsoft.com/office/drawing/2014/main" id="{87C48270-E296-4E40-AE49-AA58E0AE575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2403A13-DDAA-4FB8-B543-B241488DD811}"/>
              </a:ext>
            </a:extLst>
          </p:cNvPr>
          <p:cNvPicPr>
            <a:picLocks xmlns:a="http://schemas.openxmlformats.org/drawingml/2006/main" noChangeAspect="1"/>
          </p:cNvPicPr>
          <p:nvPr/>
        </p:nvPicPr>
        <p:blipFill>
          <a:blip xmlns:r="http://schemas.openxmlformats.org/officeDocument/2006/relationships" xmlns:a="http://schemas.openxmlformats.org/drawingml/2006/main" r:embed="R04e7d5d03039435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FE163A2-3BE7-418F-A7E0-4FEFE8D6D2B5}"/>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70ABFA7C-F09E-4C6D-94A4-FA8A7F021717}"/>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6DC118DA-A6D1-444A-9BC1-4FCEB84B1614}"/>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A821FDC-7626-4C87-AA8C-B7D8B6CE92F7}"/>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BC690E12-AFE8-4EEB-B858-0E01C6C7E823}"/>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5CB48A3-7CBD-43A7-856F-84D7EEAFB56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these steps. You choose every detail and answer.</a:t>
            </a:r>
          </a:p>
        </p:txBody>
      </p:sp>
      <p:sp>
        <p:nvSpPr>
          <p:cNvPr id="22" name="shape">
            <a:extLst xmlns:a="http://schemas.openxmlformats.org/drawingml/2006/main">
              <a:ext uri="{FF2B5EF4-FFF2-40B4-BE49-F238E27FC236}">
                <a16:creationId xmlns:a16="http://schemas.microsoft.com/office/drawing/2014/main" id="{43363D82-241F-4F53-ADB9-1EDA110DEFAD}"/>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F9D6357C-CC3A-4B21-86A1-CC3A14EE97B3}"/>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Explain an idea of resilience in two sacred-text stories.</a:t>
            </a:r>
          </a:p>
        </p:txBody>
      </p:sp>
      <p:sp>
        <p:nvSpPr>
          <p:cNvPr id="24" name="shape">
            <a:extLst xmlns:a="http://schemas.openxmlformats.org/drawingml/2006/main">
              <a:ext uri="{FF2B5EF4-FFF2-40B4-BE49-F238E27FC236}">
                <a16:creationId xmlns:a16="http://schemas.microsoft.com/office/drawing/2014/main" id="{498A4D70-A26F-4FC9-96B5-C4F88D975CB1}"/>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1E90235-3855-42CF-BCE4-0776C7BF14E6}"/>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For A, choose a detail about fear and trust.</a:t>
            </a:r>
          </a:p>
        </p:txBody>
      </p:sp>
      <p:sp>
        <p:nvSpPr>
          <p:cNvPr id="26" name="shape">
            <a:extLst xmlns:a="http://schemas.openxmlformats.org/drawingml/2006/main">
              <a:ext uri="{FF2B5EF4-FFF2-40B4-BE49-F238E27FC236}">
                <a16:creationId xmlns:a16="http://schemas.microsoft.com/office/drawing/2014/main" id="{9A6AC620-2B2D-4FF8-B446-4143172CC087}"/>
              </a:ext>
            </a:extLst>
          </p:cNvPr>
          <p:cNvSpPr>
            <a:spLocks xmlns:a="http://schemas.openxmlformats.org/drawingml/2006/main" noGrp="1"/>
          </p:cNvSpPr>
          <p:nvPr/>
        </p:nvSpPr>
        <p:spPr>
          <a:xfrm xmlns:a="http://schemas.openxmlformats.org/drawingml/2006/main">
            <a:off x="409575" y="37242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2300C8A-77CA-4FB3-A257-D3F2DA2F6618}"/>
              </a:ext>
            </a:extLst>
          </p:cNvPr>
          <p:cNvSpPr>
            <a:spLocks xmlns:a="http://schemas.openxmlformats.org/drawingml/2006/main" noGrp="1"/>
          </p:cNvSpPr>
          <p:nvPr/>
        </p:nvSpPr>
        <p:spPr>
          <a:xfrm xmlns:a="http://schemas.openxmlformats.org/drawingml/2006/main">
            <a:off x="457200" y="3733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For B, choose a detail about keeping at a request.</a:t>
            </a:r>
          </a:p>
        </p:txBody>
      </p:sp>
      <p:sp>
        <p:nvSpPr>
          <p:cNvPr id="28" name="shape">
            <a:extLst xmlns:a="http://schemas.openxmlformats.org/drawingml/2006/main">
              <a:ext uri="{FF2B5EF4-FFF2-40B4-BE49-F238E27FC236}">
                <a16:creationId xmlns:a16="http://schemas.microsoft.com/office/drawing/2014/main" id="{BD0AADC5-24A0-4D2E-BAE9-E924A2A79150}"/>
              </a:ext>
            </a:extLst>
          </p:cNvPr>
          <p:cNvSpPr>
            <a:spLocks xmlns:a="http://schemas.openxmlformats.org/drawingml/2006/main" noGrp="1"/>
          </p:cNvSpPr>
          <p:nvPr/>
        </p:nvSpPr>
        <p:spPr>
          <a:xfrm xmlns:a="http://schemas.openxmlformats.org/drawingml/2006/main">
            <a:off x="409575" y="4114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7E0EBBB0-B7C4-4F44-8C5C-98040B0FC1EF}"/>
              </a:ext>
            </a:extLst>
          </p:cNvPr>
          <p:cNvSpPr>
            <a:spLocks xmlns:a="http://schemas.openxmlformats.org/drawingml/2006/main" noGrp="1"/>
          </p:cNvSpPr>
          <p:nvPr/>
        </p:nvSpPr>
        <p:spPr>
          <a:xfrm xmlns:a="http://schemas.openxmlformats.org/drawingml/2006/main">
            <a:off x="457200" y="4124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Explain what each detail may mean to some believers.</a:t>
            </a:r>
          </a:p>
        </p:txBody>
      </p:sp>
      <p:sp>
        <p:nvSpPr>
          <p:cNvPr id="30" name="shape">
            <a:extLst xmlns:a="http://schemas.openxmlformats.org/drawingml/2006/main">
              <a:ext uri="{FF2B5EF4-FFF2-40B4-BE49-F238E27FC236}">
                <a16:creationId xmlns:a16="http://schemas.microsoft.com/office/drawing/2014/main" id="{3B590708-3EA7-494B-8791-D1EBFC06B3AB}"/>
              </a:ext>
            </a:extLst>
          </p:cNvPr>
          <p:cNvSpPr>
            <a:spLocks xmlns:a="http://schemas.openxmlformats.org/drawingml/2006/main" noGrp="1"/>
          </p:cNvSpPr>
          <p:nvPr/>
        </p:nvSpPr>
        <p:spPr>
          <a:xfrm xmlns:a="http://schemas.openxmlformats.org/drawingml/2006/main">
            <a:off x="409575" y="4505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6CA2845-3168-4E0F-ACA7-6B4B9ABB42D1}"/>
              </a:ext>
            </a:extLst>
          </p:cNvPr>
          <p:cNvSpPr>
            <a:spLocks xmlns:a="http://schemas.openxmlformats.org/drawingml/2006/main" noGrp="1"/>
          </p:cNvSpPr>
          <p:nvPr/>
        </p:nvSpPr>
        <p:spPr>
          <a:xfrm xmlns:a="http://schemas.openxmlformats.org/drawingml/2006/main">
            <a:off x="457200" y="4514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 State what neither story can promise. Choose a safe action for C.</a:t>
            </a:r>
          </a:p>
        </p:txBody>
      </p:sp>
    </p:spTree>
    <p:extLst>
      <p:ext uri="{BB962C8B-B14F-4D97-AF65-F5344CB8AC3E}">
        <p14:creationId xmlns:p14="http://schemas.microsoft.com/office/powerpoint/2010/main" val="168343034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B22B4609-92C6-4155-B632-E86029A7F0B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2AD2E0B2-EA6F-4BA4-955E-2FA7CE65699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92D20F9C-83CF-415D-A497-F55E124A4CF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13AB37E-0955-4EFE-AFE6-AA6D37E830C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BF4DC21-1CFE-4E96-AE02-7BDFF231B23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224DB41-96C6-4311-8D2F-64483106E85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38D068C-162D-4FB9-ADDD-CAB2F652664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DF2CF0A-1E14-4876-A1A1-6C4FF98E802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9C06886-5FCE-4508-9E0D-314FE27A642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59CFCFA-9390-4ADF-9624-8365FEF0436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8CF9FD41-10AE-4E2C-8C8B-0217BA97D5F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BE2C9BD-28CE-4FF9-A574-62A8F50EA3F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846FFDF0-BE79-48CB-A9C1-43320E3759B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43</a:t>
            </a:r>
          </a:p>
        </p:txBody>
      </p:sp>
      <p:sp>
        <p:nvSpPr>
          <p:cNvPr id="14" name="licence-footer">
            <a:extLst xmlns:a="http://schemas.openxmlformats.org/drawingml/2006/main">
              <a:ext uri="{FF2B5EF4-FFF2-40B4-BE49-F238E27FC236}">
                <a16:creationId xmlns:a16="http://schemas.microsoft.com/office/drawing/2014/main" id="{D8F83444-AAF4-4284-85EF-CC62A6A766A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4E9EE1E-DC76-4FE8-9F51-940C4EA73B3B}"/>
              </a:ext>
            </a:extLst>
          </p:cNvPr>
          <p:cNvPicPr>
            <a:picLocks xmlns:a="http://schemas.openxmlformats.org/drawingml/2006/main" noChangeAspect="1"/>
          </p:cNvPicPr>
          <p:nvPr/>
        </p:nvPicPr>
        <p:blipFill>
          <a:blip xmlns:r="http://schemas.openxmlformats.org/officeDocument/2006/relationships" xmlns:a="http://schemas.openxmlformats.org/drawingml/2006/main" r:embed="R290d145412de403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8AA6344-E215-464F-A27B-3B37AE82F31B}"/>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7835E20F-E188-40F2-8F7F-92256FC449F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resilience, trust, persistence, sacred</a:t>
            </a:r>
          </a:p>
        </p:txBody>
      </p:sp>
      <p:sp>
        <p:nvSpPr>
          <p:cNvPr id="18" name="shape">
            <a:extLst xmlns:a="http://schemas.openxmlformats.org/drawingml/2006/main">
              <a:ext uri="{FF2B5EF4-FFF2-40B4-BE49-F238E27FC236}">
                <a16:creationId xmlns:a16="http://schemas.microsoft.com/office/drawing/2014/main" id="{7880C281-62AC-482D-B460-AB030BC31609}"/>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EF46BEF-AC7B-4F21-ACDF-71A56E3F8B1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text.</a:t>
            </a:r>
          </a:p>
        </p:txBody>
      </p:sp>
      <p:sp>
        <p:nvSpPr>
          <p:cNvPr id="20" name="shape">
            <a:extLst xmlns:a="http://schemas.openxmlformats.org/drawingml/2006/main">
              <a:ext uri="{FF2B5EF4-FFF2-40B4-BE49-F238E27FC236}">
                <a16:creationId xmlns:a16="http://schemas.microsoft.com/office/drawing/2014/main" id="{A0EC90BC-7CE9-456F-BF12-5305E6B81983}"/>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8CBC098-02E1-4744-9B5F-10ADA5ADA45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22" name="shape">
            <a:extLst xmlns:a="http://schemas.openxmlformats.org/drawingml/2006/main">
              <a:ext uri="{FF2B5EF4-FFF2-40B4-BE49-F238E27FC236}">
                <a16:creationId xmlns:a16="http://schemas.microsoft.com/office/drawing/2014/main" id="{6D2DDF04-CDA4-4D26-9D1D-3CBDBD60D372}"/>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CD0AA74-01D8-48AE-B175-9218E93D551F}"/>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4" name="shape">
            <a:extLst xmlns:a="http://schemas.openxmlformats.org/drawingml/2006/main">
              <a:ext uri="{FF2B5EF4-FFF2-40B4-BE49-F238E27FC236}">
                <a16:creationId xmlns:a16="http://schemas.microsoft.com/office/drawing/2014/main" id="{D6223EE7-B18A-499A-A480-ED4DBB8C1064}"/>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BF8210E-7E32-4C39-823B-0E0A395BC0AB}"/>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6" name="shape">
            <a:extLst xmlns:a="http://schemas.openxmlformats.org/drawingml/2006/main">
              <a:ext uri="{FF2B5EF4-FFF2-40B4-BE49-F238E27FC236}">
                <a16:creationId xmlns:a16="http://schemas.microsoft.com/office/drawing/2014/main" id="{E9284C73-B51E-4C13-9F9D-E7136ECDE82D}"/>
              </a:ext>
            </a:extLst>
          </p:cNvPr>
          <p:cNvSpPr>
            <a:spLocks xmlns:a="http://schemas.openxmlformats.org/drawingml/2006/main" noGrp="1"/>
          </p:cNvSpPr>
          <p:nvPr/>
        </p:nvSpPr>
        <p:spPr>
          <a:xfrm xmlns:a="http://schemas.openxmlformats.org/drawingml/2006/main">
            <a:off x="409575" y="35052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7392826-6951-4DD8-8A0D-7E4DC65CD923}"/>
              </a:ext>
            </a:extLst>
          </p:cNvPr>
          <p:cNvSpPr>
            <a:spLocks xmlns:a="http://schemas.openxmlformats.org/drawingml/2006/main" noGrp="1"/>
          </p:cNvSpPr>
          <p:nvPr/>
        </p:nvSpPr>
        <p:spPr>
          <a:xfrm xmlns:a="http://schemas.openxmlformats.org/drawingml/2006/main">
            <a:off x="457200" y="3514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A detail [ ] / possible meaning [ ] / limit [ ]</a:t>
            </a:r>
          </a:p>
        </p:txBody>
      </p:sp>
      <p:sp>
        <p:nvSpPr>
          <p:cNvPr id="28" name="shape">
            <a:extLst xmlns:a="http://schemas.openxmlformats.org/drawingml/2006/main">
              <a:ext uri="{FF2B5EF4-FFF2-40B4-BE49-F238E27FC236}">
                <a16:creationId xmlns:a16="http://schemas.microsoft.com/office/drawing/2014/main" id="{68292A9E-D525-4949-9DFA-108FF1A9DFD7}"/>
              </a:ext>
            </a:extLst>
          </p:cNvPr>
          <p:cNvSpPr>
            <a:spLocks xmlns:a="http://schemas.openxmlformats.org/drawingml/2006/main" noGrp="1"/>
          </p:cNvSpPr>
          <p:nvPr/>
        </p:nvSpPr>
        <p:spPr>
          <a:xfrm xmlns:a="http://schemas.openxmlformats.org/drawingml/2006/main">
            <a:off x="409575" y="38957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3691DCCE-F16B-412E-BD3D-B8B5BA36E565}"/>
              </a:ext>
            </a:extLst>
          </p:cNvPr>
          <p:cNvSpPr>
            <a:spLocks xmlns:a="http://schemas.openxmlformats.org/drawingml/2006/main" noGrp="1"/>
          </p:cNvSpPr>
          <p:nvPr/>
        </p:nvSpPr>
        <p:spPr>
          <a:xfrm xmlns:a="http://schemas.openxmlformats.org/drawingml/2006/main">
            <a:off x="457200" y="3905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B detail [ ] / possible meaning [ ] / limit [ ]</a:t>
            </a:r>
          </a:p>
        </p:txBody>
      </p:sp>
      <p:sp>
        <p:nvSpPr>
          <p:cNvPr id="30" name="shape">
            <a:extLst xmlns:a="http://schemas.openxmlformats.org/drawingml/2006/main">
              <a:ext uri="{FF2B5EF4-FFF2-40B4-BE49-F238E27FC236}">
                <a16:creationId xmlns:a16="http://schemas.microsoft.com/office/drawing/2014/main" id="{F722DE9D-D177-4EDA-8929-B38F55B383D4}"/>
              </a:ext>
            </a:extLst>
          </p:cNvPr>
          <p:cNvSpPr>
            <a:spLocks xmlns:a="http://schemas.openxmlformats.org/drawingml/2006/main" noGrp="1"/>
          </p:cNvSpPr>
          <p:nvPr/>
        </p:nvSpPr>
        <p:spPr>
          <a:xfrm xmlns:a="http://schemas.openxmlformats.org/drawingml/2006/main">
            <a:off x="409575" y="42862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10D41DA1-F750-4305-8D6F-25045D67DEB4}"/>
              </a:ext>
            </a:extLst>
          </p:cNvPr>
          <p:cNvSpPr>
            <a:spLocks xmlns:a="http://schemas.openxmlformats.org/drawingml/2006/main" noGrp="1"/>
          </p:cNvSpPr>
          <p:nvPr/>
        </p:nvSpPr>
        <p:spPr>
          <a:xfrm xmlns:a="http://schemas.openxmlformats.org/drawingml/2006/main">
            <a:off x="457200" y="4295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Safe action for C [ ] / reason [ ]</a:t>
            </a:r>
          </a:p>
        </p:txBody>
      </p:sp>
      <p:sp>
        <p:nvSpPr>
          <p:cNvPr id="32" name="shape">
            <a:extLst xmlns:a="http://schemas.openxmlformats.org/drawingml/2006/main">
              <a:ext uri="{FF2B5EF4-FFF2-40B4-BE49-F238E27FC236}">
                <a16:creationId xmlns:a16="http://schemas.microsoft.com/office/drawing/2014/main" id="{0A82D4BB-D12E-46C9-BC49-C947153DBF1E}"/>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1E4C4BB2-3A86-4ADE-A9A1-3A38FE5D9BEF}"/>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 ]</a:t>
            </a:r>
          </a:p>
        </p:txBody>
      </p:sp>
    </p:spTree>
    <p:extLst>
      <p:ext uri="{BB962C8B-B14F-4D97-AF65-F5344CB8AC3E}">
        <p14:creationId xmlns:p14="http://schemas.microsoft.com/office/powerpoint/2010/main" val="1262496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53C6437F-417A-49DE-899A-404A7511CA0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A3A7BE93-B169-4D6A-956B-5FA82F47E5D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810C5B9-1815-49FE-A8EC-BDC62312A02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444995E-7C93-4298-8A22-3B3C95D0E79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222A2D8-9461-4042-81B9-7651A0CAF04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EE49705-9EB1-49F5-89CF-8DDA45A9D81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B177FC2-8894-4FF3-A92A-DBD7581E808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73A0869-FC8B-471E-8B2E-CB711E3CE01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CEE63B0-7DC8-40DA-A726-5D74647AB50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B92DBD4-D340-4941-A342-18DE54E01BC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8DEE5E90-36B3-426F-A7C2-53E26D0C3C9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413564C-DCCE-4BDF-AFF2-4D166BFC439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2A1CB68-0CCA-48B2-91FB-3D09D5878C4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43</a:t>
            </a:r>
          </a:p>
        </p:txBody>
      </p:sp>
      <p:sp>
        <p:nvSpPr>
          <p:cNvPr id="14" name="licence-footer">
            <a:extLst xmlns:a="http://schemas.openxmlformats.org/drawingml/2006/main">
              <a:ext uri="{FF2B5EF4-FFF2-40B4-BE49-F238E27FC236}">
                <a16:creationId xmlns:a16="http://schemas.microsoft.com/office/drawing/2014/main" id="{FE0ED3F2-5D17-4286-BAF7-F3047FED158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09CFF9F-0977-44EF-B4B4-41616D4A94D0}"/>
              </a:ext>
            </a:extLst>
          </p:cNvPr>
          <p:cNvPicPr>
            <a:picLocks xmlns:a="http://schemas.openxmlformats.org/drawingml/2006/main" noChangeAspect="1"/>
          </p:cNvPicPr>
          <p:nvPr/>
        </p:nvPicPr>
        <p:blipFill>
          <a:blip xmlns:r="http://schemas.openxmlformats.org/officeDocument/2006/relationships" xmlns:a="http://schemas.openxmlformats.org/drawingml/2006/main" r:embed="R94ead694ed3d4ce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836CC6F-FE8A-411B-A27D-E128263E6A77}"/>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3313094-A183-4809-B7B5-1FAB8B5BF7F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18" name="shape">
            <a:extLst xmlns:a="http://schemas.openxmlformats.org/drawingml/2006/main">
              <a:ext uri="{FF2B5EF4-FFF2-40B4-BE49-F238E27FC236}">
                <a16:creationId xmlns:a16="http://schemas.microsoft.com/office/drawing/2014/main" id="{16EC999D-BED4-4FB6-9943-94B689D4ACEF}"/>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5843ABA-74F6-457E-AD46-8599FEB6875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0" name="shape">
            <a:extLst xmlns:a="http://schemas.openxmlformats.org/drawingml/2006/main">
              <a:ext uri="{FF2B5EF4-FFF2-40B4-BE49-F238E27FC236}">
                <a16:creationId xmlns:a16="http://schemas.microsoft.com/office/drawing/2014/main" id="{C86E06F3-699D-44A8-B32B-035200FFED47}"/>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E371FE9-679B-48E0-B645-F3FB3571EA30}"/>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2" name="shape">
            <a:extLst xmlns:a="http://schemas.openxmlformats.org/drawingml/2006/main">
              <a:ext uri="{FF2B5EF4-FFF2-40B4-BE49-F238E27FC236}">
                <a16:creationId xmlns:a16="http://schemas.microsoft.com/office/drawing/2014/main" id="{3635D700-1958-44D1-9F7F-ED45BD5AC235}"/>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4EBEB20D-FF14-4D1D-8C36-C5687034B206}"/>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4" name="shape">
            <a:extLst xmlns:a="http://schemas.openxmlformats.org/drawingml/2006/main">
              <a:ext uri="{FF2B5EF4-FFF2-40B4-BE49-F238E27FC236}">
                <a16:creationId xmlns:a16="http://schemas.microsoft.com/office/drawing/2014/main" id="{9AF02AF0-54CE-4CD0-A800-7C3088E82A41}"/>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CA84432-5785-440C-B957-3F1696079AF0}"/>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495060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8537C06D-C39B-4D39-940F-7C1F7F6BFC8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DB7E2EE3-5B4E-4EA1-A558-8A6218E8392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0AF6CD3-D18D-4455-B2D5-1B5CCFEA514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26415EB-3C50-4E95-A48D-8B4B972C3F6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40F7123-2046-4779-9240-36B48D7FCFC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D3C00A6-1CFE-463E-B05F-29782CEAF6E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594E8D0-C71E-4F28-AB8C-8583D3C62C2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F18FD89-78E1-404B-909F-5C6306C08DF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C7FA3C5-E204-4D6A-9E1A-9D47141C4E2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44B64E8-5C98-4A78-A12E-FEC3904DABF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C57A0DEE-55AA-42E7-B7D2-3B6F2B2C462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9947E67-0F6E-448A-AD77-B738FC4CCEC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8998FCE8-F199-4821-BD89-1E8105ECD35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43</a:t>
            </a:r>
          </a:p>
        </p:txBody>
      </p:sp>
      <p:sp>
        <p:nvSpPr>
          <p:cNvPr id="14" name="licence-footer">
            <a:extLst xmlns:a="http://schemas.openxmlformats.org/drawingml/2006/main">
              <a:ext uri="{FF2B5EF4-FFF2-40B4-BE49-F238E27FC236}">
                <a16:creationId xmlns:a16="http://schemas.microsoft.com/office/drawing/2014/main" id="{03609332-D9D0-4102-A98A-3B127B152AD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4863E78-14AE-4FB5-9CD0-D04218016E22}"/>
              </a:ext>
            </a:extLst>
          </p:cNvPr>
          <p:cNvPicPr>
            <a:picLocks xmlns:a="http://schemas.openxmlformats.org/drawingml/2006/main" noChangeAspect="1"/>
          </p:cNvPicPr>
          <p:nvPr/>
        </p:nvPicPr>
        <p:blipFill>
          <a:blip xmlns:r="http://schemas.openxmlformats.org/officeDocument/2006/relationships" xmlns:a="http://schemas.openxmlformats.org/drawingml/2006/main" r:embed="Rafa716357e3f40b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8442D63-BC7B-4D84-B7F0-184867615522}"/>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8139DFE-376D-42BB-8F0B-48EE90C9384F}"/>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4103DA73-2B8E-47F1-A140-EBBF607BFAC7}"/>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C5BBC0DD-C802-42B7-A167-1BEAFA73CA0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605DF582-AC97-4041-9910-1AC6B54B5292}"/>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78F9FA8-3CFB-441B-9352-350E1F714400}"/>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from the options, then add your own word, phrase or reason.</a:t>
            </a:r>
          </a:p>
        </p:txBody>
      </p:sp>
      <p:sp>
        <p:nvSpPr>
          <p:cNvPr id="22" name="shape">
            <a:extLst xmlns:a="http://schemas.openxmlformats.org/drawingml/2006/main">
              <a:ext uri="{FF2B5EF4-FFF2-40B4-BE49-F238E27FC236}">
                <a16:creationId xmlns:a16="http://schemas.microsoft.com/office/drawing/2014/main" id="{CF1D3F74-682B-4544-A2F3-9746A31B27FB}"/>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9E2DFB5-C79F-4A5B-B77D-F970ADA8D7FE}"/>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Explain an idea of resilience in two sacred-text stories.</a:t>
            </a:r>
          </a:p>
        </p:txBody>
      </p:sp>
      <p:sp>
        <p:nvSpPr>
          <p:cNvPr id="24" name="shape">
            <a:extLst xmlns:a="http://schemas.openxmlformats.org/drawingml/2006/main">
              <a:ext uri="{FF2B5EF4-FFF2-40B4-BE49-F238E27FC236}">
                <a16:creationId xmlns:a16="http://schemas.microsoft.com/office/drawing/2014/main" id="{4D5D817F-1802-42A8-84AB-0CD3621CB54F}"/>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2EFCBE55-01D0-45E6-9555-ECD1D5011494}"/>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A, choose an idea to test: trust through fear / faith stops every real storm / fear makes a</a:t>
            </a:r>
          </a:p>
        </p:txBody>
      </p:sp>
      <p:sp>
        <p:nvSpPr>
          <p:cNvPr id="26" name="shape">
            <a:extLst xmlns:a="http://schemas.openxmlformats.org/drawingml/2006/main">
              <a:ext uri="{FF2B5EF4-FFF2-40B4-BE49-F238E27FC236}">
                <a16:creationId xmlns:a16="http://schemas.microsoft.com/office/drawing/2014/main" id="{D33425F0-615C-4691-89B6-46B9FE47782C}"/>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8E9B1A1-18E9-4C87-A4D7-0FD44D76831D}"/>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 bad.</a:t>
            </a:r>
          </a:p>
        </p:txBody>
      </p:sp>
      <p:sp>
        <p:nvSpPr>
          <p:cNvPr id="28" name="shape">
            <a:extLst xmlns:a="http://schemas.openxmlformats.org/drawingml/2006/main">
              <a:ext uri="{FF2B5EF4-FFF2-40B4-BE49-F238E27FC236}">
                <a16:creationId xmlns:a16="http://schemas.microsoft.com/office/drawing/2014/main" id="{89368F2C-D050-465C-BD84-759F913333DD}"/>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B2FD81D4-C76E-4B97-821B-A7D4EA19637E}"/>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B, choose an idea to test: persistence / unfair judging is kind / all requests succeed.</a:t>
            </a:r>
          </a:p>
        </p:txBody>
      </p:sp>
      <p:sp>
        <p:nvSpPr>
          <p:cNvPr id="30" name="shape">
            <a:extLst xmlns:a="http://schemas.openxmlformats.org/drawingml/2006/main">
              <a:ext uri="{FF2B5EF4-FFF2-40B4-BE49-F238E27FC236}">
                <a16:creationId xmlns:a16="http://schemas.microsoft.com/office/drawing/2014/main" id="{AB86EE4F-0D6A-4106-B62A-F11FCA197ECB}"/>
              </a:ext>
            </a:extLst>
          </p:cNvPr>
          <p:cNvSpPr>
            <a:spLocks xmlns:a="http://schemas.openxmlformats.org/drawingml/2006/main" noGrp="1"/>
          </p:cNvSpPr>
          <p:nvPr/>
        </p:nvSpPr>
        <p:spPr>
          <a:xfrm xmlns:a="http://schemas.openxmlformats.org/drawingml/2006/main">
            <a:off x="409575" y="4410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EF97B922-5680-42B4-8884-21AF5D012F76}"/>
              </a:ext>
            </a:extLst>
          </p:cNvPr>
          <p:cNvSpPr>
            <a:spLocks xmlns:a="http://schemas.openxmlformats.org/drawingml/2006/main" noGrp="1"/>
          </p:cNvSpPr>
          <p:nvPr/>
        </p:nvSpPr>
        <p:spPr>
          <a:xfrm xmlns:a="http://schemas.openxmlformats.org/drawingml/2006/main">
            <a:off x="457200" y="4419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story detail in your own words for each choice. Add a limit and a safe action for C.</a:t>
            </a:r>
          </a:p>
        </p:txBody>
      </p:sp>
    </p:spTree>
    <p:extLst>
      <p:ext uri="{BB962C8B-B14F-4D97-AF65-F5344CB8AC3E}">
        <p14:creationId xmlns:p14="http://schemas.microsoft.com/office/powerpoint/2010/main" val="110244264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D4BA5286-11E6-473C-9967-94C069DEEFA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5D9681DA-C653-4409-B11E-075627F08A2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C324A52-D16F-4DB0-B346-E5F2DACED33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6D01088-4350-4688-B79E-46C02691ED5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FF84A98-AD33-44B1-8951-E843E15A55A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1D6C21E-7118-4627-AF61-00007045403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72E903F-2DF3-4059-AF75-ADEDF5EAF31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EB8E32A-9BA8-4059-897A-1924F09536C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377A123-6E27-4019-9104-23BA62269AC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69B0382-F6A5-4165-837A-68933B262A2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935AE907-229F-4CB7-B3CB-3E3656B3F77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7CC8C91-91A6-48AE-B827-F1E830E9696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B6211AA-4FC1-4622-9AA4-6D7C4845A82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43</a:t>
            </a:r>
          </a:p>
        </p:txBody>
      </p:sp>
      <p:sp>
        <p:nvSpPr>
          <p:cNvPr id="14" name="licence-footer">
            <a:extLst xmlns:a="http://schemas.openxmlformats.org/drawingml/2006/main">
              <a:ext uri="{FF2B5EF4-FFF2-40B4-BE49-F238E27FC236}">
                <a16:creationId xmlns:a16="http://schemas.microsoft.com/office/drawing/2014/main" id="{33E30549-094D-42D6-8773-2A3B73E3D6D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CAA1B9D-7D9B-462C-8A7F-683ED1AF5C7F}"/>
              </a:ext>
            </a:extLst>
          </p:cNvPr>
          <p:cNvPicPr>
            <a:picLocks xmlns:a="http://schemas.openxmlformats.org/drawingml/2006/main" noChangeAspect="1"/>
          </p:cNvPicPr>
          <p:nvPr/>
        </p:nvPicPr>
        <p:blipFill>
          <a:blip xmlns:r="http://schemas.openxmlformats.org/officeDocument/2006/relationships" xmlns:a="http://schemas.openxmlformats.org/drawingml/2006/main" r:embed="R628a02e652d249b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36153A4-1E59-4202-AAAE-E7578711F2F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DFFEE41B-CB4D-4D0E-BEF8-75CACDBEDE5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resilience, trust, persistence, sacred</a:t>
            </a:r>
          </a:p>
        </p:txBody>
      </p:sp>
      <p:sp>
        <p:nvSpPr>
          <p:cNvPr id="18" name="shape">
            <a:extLst xmlns:a="http://schemas.openxmlformats.org/drawingml/2006/main">
              <a:ext uri="{FF2B5EF4-FFF2-40B4-BE49-F238E27FC236}">
                <a16:creationId xmlns:a16="http://schemas.microsoft.com/office/drawing/2014/main" id="{1425F9D2-449C-4FFC-ABA5-E4932CD9DC38}"/>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1259366-2FC8-4F20-89B7-229C76F2404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text.</a:t>
            </a:r>
          </a:p>
        </p:txBody>
      </p:sp>
      <p:sp>
        <p:nvSpPr>
          <p:cNvPr id="20" name="shape">
            <a:extLst xmlns:a="http://schemas.openxmlformats.org/drawingml/2006/main">
              <a:ext uri="{FF2B5EF4-FFF2-40B4-BE49-F238E27FC236}">
                <a16:creationId xmlns:a16="http://schemas.microsoft.com/office/drawing/2014/main" id="{D9260A31-5DEE-4859-8F97-3B817845916E}"/>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C18B15C-3D81-4E66-8D7B-FB649AE9457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22" name="shape">
            <a:extLst xmlns:a="http://schemas.openxmlformats.org/drawingml/2006/main">
              <a:ext uri="{FF2B5EF4-FFF2-40B4-BE49-F238E27FC236}">
                <a16:creationId xmlns:a16="http://schemas.microsoft.com/office/drawing/2014/main" id="{985B44B2-1B8E-48D8-807B-A4613A54D85F}"/>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ADD98195-EFB4-4895-9669-5579A92F73B5}"/>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4" name="shape">
            <a:extLst xmlns:a="http://schemas.openxmlformats.org/drawingml/2006/main">
              <a:ext uri="{FF2B5EF4-FFF2-40B4-BE49-F238E27FC236}">
                <a16:creationId xmlns:a16="http://schemas.microsoft.com/office/drawing/2014/main" id="{24D59FD5-FE62-44C0-AD14-68DC7E996115}"/>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19FA9A78-8060-43B1-ABF3-D71324B492BE}"/>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6" name="shape">
            <a:extLst xmlns:a="http://schemas.openxmlformats.org/drawingml/2006/main">
              <a:ext uri="{FF2B5EF4-FFF2-40B4-BE49-F238E27FC236}">
                <a16:creationId xmlns:a16="http://schemas.microsoft.com/office/drawing/2014/main" id="{F89C6AB2-78CA-4792-8D41-397847208A55}"/>
              </a:ext>
            </a:extLst>
          </p:cNvPr>
          <p:cNvSpPr>
            <a:spLocks xmlns:a="http://schemas.openxmlformats.org/drawingml/2006/main" noGrp="1"/>
          </p:cNvSpPr>
          <p:nvPr/>
        </p:nvSpPr>
        <p:spPr>
          <a:xfrm xmlns:a="http://schemas.openxmlformats.org/drawingml/2006/main">
            <a:off x="409575" y="35052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5A6188D-C42E-4EFE-8C80-AD70487C4763}"/>
              </a:ext>
            </a:extLst>
          </p:cNvPr>
          <p:cNvSpPr>
            <a:spLocks xmlns:a="http://schemas.openxmlformats.org/drawingml/2006/main" noGrp="1"/>
          </p:cNvSpPr>
          <p:nvPr/>
        </p:nvSpPr>
        <p:spPr>
          <a:xfrm xmlns:a="http://schemas.openxmlformats.org/drawingml/2006/main">
            <a:off x="457200" y="3514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A detail [ ] / possible meaning [ ] / limit [ ]</a:t>
            </a:r>
          </a:p>
        </p:txBody>
      </p:sp>
      <p:sp>
        <p:nvSpPr>
          <p:cNvPr id="28" name="shape">
            <a:extLst xmlns:a="http://schemas.openxmlformats.org/drawingml/2006/main">
              <a:ext uri="{FF2B5EF4-FFF2-40B4-BE49-F238E27FC236}">
                <a16:creationId xmlns:a16="http://schemas.microsoft.com/office/drawing/2014/main" id="{37875867-B03D-47E3-8753-9731BC0663A8}"/>
              </a:ext>
            </a:extLst>
          </p:cNvPr>
          <p:cNvSpPr>
            <a:spLocks xmlns:a="http://schemas.openxmlformats.org/drawingml/2006/main" noGrp="1"/>
          </p:cNvSpPr>
          <p:nvPr/>
        </p:nvSpPr>
        <p:spPr>
          <a:xfrm xmlns:a="http://schemas.openxmlformats.org/drawingml/2006/main">
            <a:off x="409575" y="38957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1B80710A-2BAC-4129-B6E2-518401242FD7}"/>
              </a:ext>
            </a:extLst>
          </p:cNvPr>
          <p:cNvSpPr>
            <a:spLocks xmlns:a="http://schemas.openxmlformats.org/drawingml/2006/main" noGrp="1"/>
          </p:cNvSpPr>
          <p:nvPr/>
        </p:nvSpPr>
        <p:spPr>
          <a:xfrm xmlns:a="http://schemas.openxmlformats.org/drawingml/2006/main">
            <a:off x="457200" y="3905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B detail [ ] / possible meaning [ ] / limit [ ]</a:t>
            </a:r>
          </a:p>
        </p:txBody>
      </p:sp>
      <p:sp>
        <p:nvSpPr>
          <p:cNvPr id="30" name="shape">
            <a:extLst xmlns:a="http://schemas.openxmlformats.org/drawingml/2006/main">
              <a:ext uri="{FF2B5EF4-FFF2-40B4-BE49-F238E27FC236}">
                <a16:creationId xmlns:a16="http://schemas.microsoft.com/office/drawing/2014/main" id="{77F1550D-B9FC-431B-8B2E-84E70680D421}"/>
              </a:ext>
            </a:extLst>
          </p:cNvPr>
          <p:cNvSpPr>
            <a:spLocks xmlns:a="http://schemas.openxmlformats.org/drawingml/2006/main" noGrp="1"/>
          </p:cNvSpPr>
          <p:nvPr/>
        </p:nvSpPr>
        <p:spPr>
          <a:xfrm xmlns:a="http://schemas.openxmlformats.org/drawingml/2006/main">
            <a:off x="409575" y="4286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865BCD8F-E5C5-4D10-B6D8-B603F55FD5BB}"/>
              </a:ext>
            </a:extLst>
          </p:cNvPr>
          <p:cNvSpPr>
            <a:spLocks xmlns:a="http://schemas.openxmlformats.org/drawingml/2006/main" noGrp="1"/>
          </p:cNvSpPr>
          <p:nvPr/>
        </p:nvSpPr>
        <p:spPr>
          <a:xfrm xmlns:a="http://schemas.openxmlformats.org/drawingml/2006/main">
            <a:off x="457200" y="4295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Safe action for C [ ] / reason [ ]</a:t>
            </a:r>
          </a:p>
        </p:txBody>
      </p:sp>
      <p:sp>
        <p:nvSpPr>
          <p:cNvPr id="32" name="shape">
            <a:extLst xmlns:a="http://schemas.openxmlformats.org/drawingml/2006/main">
              <a:ext uri="{FF2B5EF4-FFF2-40B4-BE49-F238E27FC236}">
                <a16:creationId xmlns:a16="http://schemas.microsoft.com/office/drawing/2014/main" id="{04A0C736-7CAA-4F64-B019-8298BDF06C58}"/>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B7964046-1BE3-42EA-B5E3-99817B5B0FBB}"/>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 ]</a:t>
            </a:r>
          </a:p>
        </p:txBody>
      </p:sp>
    </p:spTree>
    <p:extLst>
      <p:ext uri="{BB962C8B-B14F-4D97-AF65-F5344CB8AC3E}">
        <p14:creationId xmlns:p14="http://schemas.microsoft.com/office/powerpoint/2010/main" val="165889749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5ADDA403-BBFF-4181-BBFA-371CE66C17B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DFC2813D-D4FF-4BBB-86D2-A33780A3B41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25A2663-4B15-44D8-ABA7-FC0D49AC389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7F5FE59-01BB-4EDF-AF61-BE8F8F38773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01CD91A-CC86-45A9-A815-4C3C57A2924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E347455-4F52-440D-917D-FE5E37F3B7E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4A7FFE3-C2F6-4BE0-84F8-366407F591F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4CE69DA-194A-4FDE-85E9-B7E02F11479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0736398-1CFD-44CC-8FED-0CAE0DDC51A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4A3E360-9E64-480B-B8DC-4CB29256730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F952D3D2-11F2-431C-B5A5-4AFEF18A6E8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DCDA29E-D288-4F44-9374-77EE749D8B5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8C977B1-DF31-4713-8378-4C45BD664BA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43</a:t>
            </a:r>
          </a:p>
        </p:txBody>
      </p:sp>
      <p:sp>
        <p:nvSpPr>
          <p:cNvPr id="14" name="licence-footer">
            <a:extLst xmlns:a="http://schemas.openxmlformats.org/drawingml/2006/main">
              <a:ext uri="{FF2B5EF4-FFF2-40B4-BE49-F238E27FC236}">
                <a16:creationId xmlns:a16="http://schemas.microsoft.com/office/drawing/2014/main" id="{B01BB6C9-0399-4B32-84D1-B184FCB1CBC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F2B3715-1B85-4E46-AB79-182775070B2D}"/>
              </a:ext>
            </a:extLst>
          </p:cNvPr>
          <p:cNvPicPr>
            <a:picLocks xmlns:a="http://schemas.openxmlformats.org/drawingml/2006/main" noChangeAspect="1"/>
          </p:cNvPicPr>
          <p:nvPr/>
        </p:nvPicPr>
        <p:blipFill>
          <a:blip xmlns:r="http://schemas.openxmlformats.org/officeDocument/2006/relationships" xmlns:a="http://schemas.openxmlformats.org/drawingml/2006/main" r:embed="Rc6337eb5619e444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CDDAD89-3C83-4DDF-843F-7B183FDF420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4E24296-A2AE-4020-880E-4EDB206BE39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18" name="shape">
            <a:extLst xmlns:a="http://schemas.openxmlformats.org/drawingml/2006/main">
              <a:ext uri="{FF2B5EF4-FFF2-40B4-BE49-F238E27FC236}">
                <a16:creationId xmlns:a16="http://schemas.microsoft.com/office/drawing/2014/main" id="{116415DB-89F8-495E-B114-C0602AA5C358}"/>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B250D95-B584-449A-A9AF-97200E9CEA2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0" name="shape">
            <a:extLst xmlns:a="http://schemas.openxmlformats.org/drawingml/2006/main">
              <a:ext uri="{FF2B5EF4-FFF2-40B4-BE49-F238E27FC236}">
                <a16:creationId xmlns:a16="http://schemas.microsoft.com/office/drawing/2014/main" id="{D52BF970-36CA-4D76-BA7E-0C34B3B5818C}"/>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4ADD61A-6513-41D3-8D5E-705E0FDE2471}"/>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2" name="shape">
            <a:extLst xmlns:a="http://schemas.openxmlformats.org/drawingml/2006/main">
              <a:ext uri="{FF2B5EF4-FFF2-40B4-BE49-F238E27FC236}">
                <a16:creationId xmlns:a16="http://schemas.microsoft.com/office/drawing/2014/main" id="{6FFCE43A-7DFF-4373-9C3F-256F4809B6CC}"/>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2D4B714-2AE3-4032-ACA6-379A68AA9A5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4" name="shape">
            <a:extLst xmlns:a="http://schemas.openxmlformats.org/drawingml/2006/main">
              <a:ext uri="{FF2B5EF4-FFF2-40B4-BE49-F238E27FC236}">
                <a16:creationId xmlns:a16="http://schemas.microsoft.com/office/drawing/2014/main" id="{94AF1668-193E-4376-B8A5-EAA277A6DFA5}"/>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A809648A-6D7A-4AF1-9A2F-07D7B894B077}"/>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70585909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0DC41774-BC58-41F8-BD65-19AD0AA58DA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15A0106D-DA92-41AF-B9FE-F7FB0F9A38D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1A074BE-DBFB-41AC-AA26-6F7F369CE71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77D4538-23DE-4E58-9E46-129DBFD91DA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3BC7F0C-2510-4639-BFC0-AA7CCC75D5C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44B2532-9659-45AA-896A-68239328C67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3DF8E25-EE4B-4C98-9D63-235433BE050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DCFDB9B-38AD-473A-A535-55918699310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2B8B36E-680C-43C7-A974-EB87DDDF051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DC6C625-C4B6-4ADF-B790-F39DF2FBB32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7775B18C-4375-481C-B782-0C7E19C3979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E537571-F662-464F-9F5D-90A52988A5F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19FF234-97FE-4EC1-99BF-01C47887615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43</a:t>
            </a:r>
          </a:p>
        </p:txBody>
      </p:sp>
      <p:sp>
        <p:nvSpPr>
          <p:cNvPr id="14" name="licence-footer">
            <a:extLst xmlns:a="http://schemas.openxmlformats.org/drawingml/2006/main">
              <a:ext uri="{FF2B5EF4-FFF2-40B4-BE49-F238E27FC236}">
                <a16:creationId xmlns:a16="http://schemas.microsoft.com/office/drawing/2014/main" id="{9921D6F6-61E3-4FD8-87A3-16E12FA978F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2603B7B-C695-4864-918C-49EA1AFFFFFF}"/>
              </a:ext>
            </a:extLst>
          </p:cNvPr>
          <p:cNvPicPr>
            <a:picLocks xmlns:a="http://schemas.openxmlformats.org/drawingml/2006/main" noChangeAspect="1"/>
          </p:cNvPicPr>
          <p:nvPr/>
        </p:nvPicPr>
        <p:blipFill>
          <a:blip xmlns:r="http://schemas.openxmlformats.org/officeDocument/2006/relationships" xmlns:a="http://schemas.openxmlformats.org/drawingml/2006/main" r:embed="Refa8bdc467cd420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744871EB-483E-40EE-ABC7-D25070983F1C}"/>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FD18C38-1E36-4B67-8DF6-7EFC138B44C1}"/>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578BE523-5B9C-4E68-9401-39E66461E751}"/>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06B5DAA-84BC-4FEC-ACF9-8B2248EF59C9}"/>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F583341E-4AA7-4FD6-AB50-82E744019624}"/>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6D34D98-11A6-480C-8F4F-C97914C92CA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Complete the core task, then try the further challenge.</a:t>
            </a:r>
          </a:p>
        </p:txBody>
      </p:sp>
      <p:sp>
        <p:nvSpPr>
          <p:cNvPr id="22" name="shape">
            <a:extLst xmlns:a="http://schemas.openxmlformats.org/drawingml/2006/main">
              <a:ext uri="{FF2B5EF4-FFF2-40B4-BE49-F238E27FC236}">
                <a16:creationId xmlns:a16="http://schemas.microsoft.com/office/drawing/2014/main" id="{54A57B4E-E177-4818-B120-8FE52A5529A7}"/>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B21DBB7-C5C4-4286-B40D-A005C3A8AC66}"/>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Stories A and B. Give a detail from each and explain a resilience idea: trust or persistence.</a:t>
            </a:r>
          </a:p>
        </p:txBody>
      </p:sp>
      <p:sp>
        <p:nvSpPr>
          <p:cNvPr id="24" name="shape">
            <a:extLst xmlns:a="http://schemas.openxmlformats.org/drawingml/2006/main">
              <a:ext uri="{FF2B5EF4-FFF2-40B4-BE49-F238E27FC236}">
                <a16:creationId xmlns:a16="http://schemas.microsoft.com/office/drawing/2014/main" id="{801761B4-BC14-4B19-93F8-A034897A71DA}"/>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2B3B936-606B-4DAB-B4F7-A6C78B0286CB}"/>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State one limit for each story. Then use C to give one safe way to keep seeking help without</a:t>
            </a:r>
          </a:p>
        </p:txBody>
      </p:sp>
      <p:sp>
        <p:nvSpPr>
          <p:cNvPr id="26" name="shape">
            <a:extLst xmlns:a="http://schemas.openxmlformats.org/drawingml/2006/main">
              <a:ext uri="{FF2B5EF4-FFF2-40B4-BE49-F238E27FC236}">
                <a16:creationId xmlns:a16="http://schemas.microsoft.com/office/drawing/2014/main" id="{428D9CCF-5D99-4A1B-9F52-10B9E171AD46}"/>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E7FB558-BD7D-408F-B1CC-87AD4AB104FC}"/>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entering the unsafe path. Use resilience, trust, persistence and sacred text.</a:t>
            </a:r>
          </a:p>
        </p:txBody>
      </p:sp>
      <p:sp>
        <p:nvSpPr>
          <p:cNvPr id="28" name="shape">
            <a:extLst xmlns:a="http://schemas.openxmlformats.org/drawingml/2006/main">
              <a:ext uri="{FF2B5EF4-FFF2-40B4-BE49-F238E27FC236}">
                <a16:creationId xmlns:a16="http://schemas.microsoft.com/office/drawing/2014/main" id="{D4E7052F-DC2F-43E2-9EF6-867396C2FEF0}"/>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3A9EF80A-FDD4-4A56-9916-90F99846BB06}"/>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Further challenge: Explain a difference between the two stories’ resilience ideas without ranking</a:t>
            </a:r>
          </a:p>
        </p:txBody>
      </p:sp>
      <p:sp>
        <p:nvSpPr>
          <p:cNvPr id="30" name="shape">
            <a:extLst xmlns:a="http://schemas.openxmlformats.org/drawingml/2006/main">
              <a:ext uri="{FF2B5EF4-FFF2-40B4-BE49-F238E27FC236}">
                <a16:creationId xmlns:a16="http://schemas.microsoft.com/office/drawing/2014/main" id="{A4789310-086E-4965-BEF5-C6ECDFFE097D}"/>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5A76D3CC-D307-456E-93D6-EF579C475317}"/>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people or claiming either idea always brings success.</a:t>
            </a:r>
          </a:p>
        </p:txBody>
      </p:sp>
      <p:sp>
        <p:nvSpPr>
          <p:cNvPr id="32" name="shape">
            <a:extLst xmlns:a="http://schemas.openxmlformats.org/drawingml/2006/main">
              <a:ext uri="{FF2B5EF4-FFF2-40B4-BE49-F238E27FC236}">
                <a16:creationId xmlns:a16="http://schemas.microsoft.com/office/drawing/2014/main" id="{61CF4FC7-CC1B-4D73-B1A8-80BE77066165}"/>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49D0C6D9-47F4-4652-A964-116A9D128E77}"/>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4" name="shape">
            <a:extLst xmlns:a="http://schemas.openxmlformats.org/drawingml/2006/main">
              <a:ext uri="{FF2B5EF4-FFF2-40B4-BE49-F238E27FC236}">
                <a16:creationId xmlns:a16="http://schemas.microsoft.com/office/drawing/2014/main" id="{DDFF397D-B06E-4423-AD61-938A354CF642}"/>
              </a:ext>
            </a:extLst>
          </p:cNvPr>
          <p:cNvSpPr>
            <a:spLocks xmlns:a="http://schemas.openxmlformats.org/drawingml/2006/main" noGrp="1"/>
          </p:cNvSpPr>
          <p:nvPr/>
        </p:nvSpPr>
        <p:spPr>
          <a:xfrm xmlns:a="http://schemas.openxmlformats.org/drawingml/2006/main">
            <a:off x="409575" y="49053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A7B15A60-212C-46E1-9939-BAD4EA7F9996}"/>
              </a:ext>
            </a:extLst>
          </p:cNvPr>
          <p:cNvSpPr>
            <a:spLocks xmlns:a="http://schemas.openxmlformats.org/drawingml/2006/main" noGrp="1"/>
          </p:cNvSpPr>
          <p:nvPr/>
        </p:nvSpPr>
        <p:spPr>
          <a:xfrm xmlns:a="http://schemas.openxmlformats.org/drawingml/2006/main">
            <a:off x="457200" y="4914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Tree>
    <p:extLst>
      <p:ext uri="{BB962C8B-B14F-4D97-AF65-F5344CB8AC3E}">
        <p14:creationId xmlns:p14="http://schemas.microsoft.com/office/powerpoint/2010/main" val="50389854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C624220A-57E2-4784-BE0E-81A3F5E1892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5EFF6586-79C4-4C6E-A87E-97F15DF8341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3C4ADC0-37DF-45B2-A417-75C3A5E352F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B38A02D-85BA-447C-8CEB-A60A9CD01F0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BAC5A4B-A385-45AB-B129-5B0CC8832F7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9334AB4-BE91-48A4-8425-CE1ED834158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AA7EBC2-2687-47A7-8799-BA9B89FDF55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B9E14AF-8491-4C28-BE3C-EB7763B1F416}"/>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E0874CC-4A11-4E2C-9D48-D6BFD2B7564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6A3B30D-AEE2-49D7-AF80-50F792DEDAC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E5AE6ACF-ACE7-4762-8FD5-E853C5D0ECD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5017AE9-8247-4E7B-998E-DA8E6FDE596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A347E0C9-7CF1-45D6-A542-0C2ED2FD418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43</a:t>
            </a:r>
          </a:p>
        </p:txBody>
      </p:sp>
      <p:sp>
        <p:nvSpPr>
          <p:cNvPr id="14" name="licence-footer">
            <a:extLst xmlns:a="http://schemas.openxmlformats.org/drawingml/2006/main">
              <a:ext uri="{FF2B5EF4-FFF2-40B4-BE49-F238E27FC236}">
                <a16:creationId xmlns:a16="http://schemas.microsoft.com/office/drawing/2014/main" id="{2B71D085-6AD7-4378-B3F1-54A4A38DB20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A7AE505-B528-4407-B7C1-796CEE28D599}"/>
              </a:ext>
            </a:extLst>
          </p:cNvPr>
          <p:cNvPicPr>
            <a:picLocks xmlns:a="http://schemas.openxmlformats.org/drawingml/2006/main" noChangeAspect="1"/>
          </p:cNvPicPr>
          <p:nvPr/>
        </p:nvPicPr>
        <p:blipFill>
          <a:blip xmlns:r="http://schemas.openxmlformats.org/officeDocument/2006/relationships" xmlns:a="http://schemas.openxmlformats.org/drawingml/2006/main" r:embed="R3ed9d3abee02411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1263CA3-1555-48A9-BC6D-1AFECA1E9F1B}"/>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4EAB8A87-E998-4CEE-BA98-C0493A93A3B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18" name="shape">
            <a:extLst xmlns:a="http://schemas.openxmlformats.org/drawingml/2006/main">
              <a:ext uri="{FF2B5EF4-FFF2-40B4-BE49-F238E27FC236}">
                <a16:creationId xmlns:a16="http://schemas.microsoft.com/office/drawing/2014/main" id="{98988C83-34A7-4F6F-8BE0-8D02273BEA28}"/>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1DAF3F9-785C-4C70-BB0F-89B7F95AB70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A detail [ ] / possible meaning [ ] / limit [ ]</a:t>
            </a:r>
          </a:p>
        </p:txBody>
      </p:sp>
      <p:sp>
        <p:nvSpPr>
          <p:cNvPr id="20" name="shape">
            <a:extLst xmlns:a="http://schemas.openxmlformats.org/drawingml/2006/main">
              <a:ext uri="{FF2B5EF4-FFF2-40B4-BE49-F238E27FC236}">
                <a16:creationId xmlns:a16="http://schemas.microsoft.com/office/drawing/2014/main" id="{B9628FEC-7B46-4065-8836-DE5297483D28}"/>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AE01500-FDEA-442E-9276-D6C767AB363A}"/>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B detail [ ] / possible meaning [ ] / limit [ ]</a:t>
            </a:r>
          </a:p>
        </p:txBody>
      </p:sp>
      <p:sp>
        <p:nvSpPr>
          <p:cNvPr id="22" name="shape">
            <a:extLst xmlns:a="http://schemas.openxmlformats.org/drawingml/2006/main">
              <a:ext uri="{FF2B5EF4-FFF2-40B4-BE49-F238E27FC236}">
                <a16:creationId xmlns:a16="http://schemas.microsoft.com/office/drawing/2014/main" id="{CFE71686-B0A7-482B-9634-F8220654421A}"/>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5A5EE8A8-A5DA-4E71-983F-3E100FC0F8BA}"/>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Safe action for C [ ] / reason [ ]</a:t>
            </a:r>
          </a:p>
        </p:txBody>
      </p:sp>
      <p:sp>
        <p:nvSpPr>
          <p:cNvPr id="24" name="shape">
            <a:extLst xmlns:a="http://schemas.openxmlformats.org/drawingml/2006/main">
              <a:ext uri="{FF2B5EF4-FFF2-40B4-BE49-F238E27FC236}">
                <a16:creationId xmlns:a16="http://schemas.microsoft.com/office/drawing/2014/main" id="{188E5586-2139-4B5A-887B-901EE9DB990A}"/>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B05540D-FB8B-4B28-8626-353D105A2BFB}"/>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 ]</a:t>
            </a:r>
          </a:p>
        </p:txBody>
      </p:sp>
      <p:sp>
        <p:nvSpPr>
          <p:cNvPr id="26" name="shape">
            <a:extLst xmlns:a="http://schemas.openxmlformats.org/drawingml/2006/main">
              <a:ext uri="{FF2B5EF4-FFF2-40B4-BE49-F238E27FC236}">
                <a16:creationId xmlns:a16="http://schemas.microsoft.com/office/drawing/2014/main" id="{4A720E1A-F1C7-4158-ABA1-A7EE8A362B20}"/>
              </a:ext>
            </a:extLst>
          </p:cNvPr>
          <p:cNvSpPr>
            <a:spLocks xmlns:a="http://schemas.openxmlformats.org/drawingml/2006/main" noGrp="1"/>
          </p:cNvSpPr>
          <p:nvPr/>
        </p:nvSpPr>
        <p:spPr>
          <a:xfrm xmlns:a="http://schemas.openxmlformats.org/drawingml/2006/main">
            <a:off x="409575" y="3695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BCBCCE1-DDCC-45D9-9467-BE8A3592CE02}"/>
              </a:ext>
            </a:extLst>
          </p:cNvPr>
          <p:cNvSpPr>
            <a:spLocks xmlns:a="http://schemas.openxmlformats.org/drawingml/2006/main" noGrp="1"/>
          </p:cNvSpPr>
          <p:nvPr/>
        </p:nvSpPr>
        <p:spPr>
          <a:xfrm xmlns:a="http://schemas.openxmlformats.org/drawingml/2006/main">
            <a:off x="457200" y="3705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28" name="shape">
            <a:extLst xmlns:a="http://schemas.openxmlformats.org/drawingml/2006/main">
              <a:ext uri="{FF2B5EF4-FFF2-40B4-BE49-F238E27FC236}">
                <a16:creationId xmlns:a16="http://schemas.microsoft.com/office/drawing/2014/main" id="{AA7DAB29-2003-4184-8BFE-40CE92AADE37}"/>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07D09591-42FB-43AE-ADA8-97D04C48AD0C}"/>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85010842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D78C8F4-9162-46F6-87C3-72C0A348A2B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D5C0A8B7-4194-4E2F-AC1B-6EBD0A543A1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27E7946-BCA9-4416-A15A-D33277CCC3D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2651580-0A41-4044-A9C7-B5931FCC04C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B79195A-4EEB-4F27-9654-D613CA797FD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662DA31-C85E-4B3D-B9E3-FBE5ED66504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E8030DE-71D2-4B36-B140-DF0EF788848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0F1C3BE-47E2-464A-9D61-EB73B853DCC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90190DF-A427-4DDB-8204-AE4F732E431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8E53B7E-63F3-4E30-B190-5DC44BBF1C7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A33EE3FE-A16E-483E-83AE-9476D1BE0A4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FCF2515-DAEA-4895-B810-B9D509ECFAC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C2C6B9F-036F-452B-A936-27D0324A9C2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43</a:t>
            </a:r>
          </a:p>
        </p:txBody>
      </p:sp>
      <p:sp>
        <p:nvSpPr>
          <p:cNvPr id="14" name="licence-footer">
            <a:extLst xmlns:a="http://schemas.openxmlformats.org/drawingml/2006/main">
              <a:ext uri="{FF2B5EF4-FFF2-40B4-BE49-F238E27FC236}">
                <a16:creationId xmlns:a16="http://schemas.microsoft.com/office/drawing/2014/main" id="{A08F1B12-396E-4514-A453-6530E302E4B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2BD7117-239D-4E68-9D06-66171A66CF5F}"/>
              </a:ext>
            </a:extLst>
          </p:cNvPr>
          <p:cNvPicPr>
            <a:picLocks xmlns:a="http://schemas.openxmlformats.org/drawingml/2006/main" noChangeAspect="1"/>
          </p:cNvPicPr>
          <p:nvPr/>
        </p:nvPicPr>
        <p:blipFill>
          <a:blip xmlns:r="http://schemas.openxmlformats.org/officeDocument/2006/relationships" xmlns:a="http://schemas.openxmlformats.org/drawingml/2006/main" r:embed="R6f5949ebeb4740e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33A80F1-0393-4A99-B6ED-4AEBB886AF6D}"/>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58541E1-F4B5-4C6B-9F66-C72FC1C9DFF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43103382-BB61-47B6-84EF-2C544354ACD2}"/>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DBBCD1F-C6B4-4001-8D65-2844F7E5879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2DE02AEA-01FE-47A8-A1D9-E8AF015D6968}"/>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FC3B8BC-D099-4518-97F8-4B01BB876E4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01252216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56A4877-8D80-4236-9FA6-4BDB855D493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208A3431-F00D-4832-BDB1-59C14BE9B42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7336D002-7C81-4C9C-85FD-8F142DC9A16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Blank record — classroom tool</a:t>
            </a:r>
          </a:p>
        </p:txBody>
      </p:sp>
      <p:sp>
        <p:nvSpPr>
          <p:cNvPr id="4" name="shape">
            <a:extLst xmlns:a="http://schemas.openxmlformats.org/drawingml/2006/main">
              <a:ext uri="{FF2B5EF4-FFF2-40B4-BE49-F238E27FC236}">
                <a16:creationId xmlns:a16="http://schemas.microsoft.com/office/drawing/2014/main" id="{D2386330-066B-4BB2-ABAA-95E1B5E1CC7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C8C8169-0BD6-495B-BD4B-02687A27541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FE2C2FA-6016-4CF9-AEAC-1893E816FF7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08CCC78-3B64-44FF-BD66-883D4EFFF27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6E6B3E1-2AB6-48B0-A51C-6F5AD5048DE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E48554F-90E2-4BF7-B1EB-95D48935CCE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18DC007-10FD-4203-A83D-256BB127FB9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CDF414D7-E568-4F4D-985B-430777475C5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E03C981-8253-438F-9720-10644482C00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44B3D255-53D3-4557-90EE-EA77BD2BFBB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43</a:t>
            </a:r>
          </a:p>
        </p:txBody>
      </p:sp>
      <p:sp>
        <p:nvSpPr>
          <p:cNvPr id="14" name="licence-footer">
            <a:extLst xmlns:a="http://schemas.openxmlformats.org/drawingml/2006/main">
              <a:ext uri="{FF2B5EF4-FFF2-40B4-BE49-F238E27FC236}">
                <a16:creationId xmlns:a16="http://schemas.microsoft.com/office/drawing/2014/main" id="{B9B1D68E-E35B-4928-8C71-29AE4972352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BA1E075-6FEB-415A-971D-9D8B9B29119C}"/>
              </a:ext>
            </a:extLst>
          </p:cNvPr>
          <p:cNvPicPr>
            <a:picLocks xmlns:a="http://schemas.openxmlformats.org/drawingml/2006/main" noChangeAspect="1"/>
          </p:cNvPicPr>
          <p:nvPr/>
        </p:nvPicPr>
        <p:blipFill>
          <a:blip xmlns:r="http://schemas.openxmlformats.org/officeDocument/2006/relationships" xmlns:a="http://schemas.openxmlformats.org/drawingml/2006/main" r:embed="Rb57dc763872943c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FC7AF62-ABF6-4829-94FE-9859E5FD1D2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A detail [ ] / possible meaning [ ] / limit [ ]</a:t>
            </a:r>
          </a:p>
        </p:txBody>
      </p:sp>
      <p:sp>
        <p:nvSpPr>
          <p:cNvPr id="17" name="pupil-text">
            <a:extLst xmlns:a="http://schemas.openxmlformats.org/drawingml/2006/main">
              <a:ext uri="{FF2B5EF4-FFF2-40B4-BE49-F238E27FC236}">
                <a16:creationId xmlns:a16="http://schemas.microsoft.com/office/drawing/2014/main" id="{0FC89352-24A9-4BC1-BAA9-35E59549F88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Story B detail [ ] / possible meaning [ ] / limit [ ]</a:t>
            </a:r>
          </a:p>
        </p:txBody>
      </p:sp>
      <p:sp>
        <p:nvSpPr>
          <p:cNvPr id="18" name="pupil-text">
            <a:extLst xmlns:a="http://schemas.openxmlformats.org/drawingml/2006/main">
              <a:ext uri="{FF2B5EF4-FFF2-40B4-BE49-F238E27FC236}">
                <a16:creationId xmlns:a16="http://schemas.microsoft.com/office/drawing/2014/main" id="{8B8F6BCE-4AA5-4EEC-9987-BEC65A59D57F}"/>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Safe action for C [ ] / reason [ ]</a:t>
            </a:r>
          </a:p>
        </p:txBody>
      </p:sp>
      <p:sp>
        <p:nvSpPr>
          <p:cNvPr id="19" name="pupil-text">
            <a:extLst xmlns:a="http://schemas.openxmlformats.org/drawingml/2006/main">
              <a:ext uri="{FF2B5EF4-FFF2-40B4-BE49-F238E27FC236}">
                <a16:creationId xmlns:a16="http://schemas.microsoft.com/office/drawing/2014/main" id="{3BA19C15-4E41-4A36-B3D0-C5DEA2EB01BB}"/>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keep [ ]</a:t>
            </a:r>
          </a:p>
        </p:txBody>
      </p:sp>
      <p:sp>
        <p:nvSpPr>
          <p:cNvPr id="20" name="shape">
            <a:extLst xmlns:a="http://schemas.openxmlformats.org/drawingml/2006/main">
              <a:ext uri="{FF2B5EF4-FFF2-40B4-BE49-F238E27FC236}">
                <a16:creationId xmlns:a16="http://schemas.microsoft.com/office/drawing/2014/main" id="{AA6E2766-9CEE-4631-8B3D-9A54FD22398F}"/>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B1B306A-971F-4772-9D9F-C9D8BC616CDA}"/>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Tree>
    <p:extLst>
      <p:ext uri="{BB962C8B-B14F-4D97-AF65-F5344CB8AC3E}">
        <p14:creationId xmlns:p14="http://schemas.microsoft.com/office/powerpoint/2010/main" val="173253177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CED9E033-8C7A-4DFD-A2C3-A559723B300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E8722438-62B6-417A-B1C7-17C23500084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54A8CD13-9CDF-4FAA-98B6-0C6ECE13521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7D0ED74B-0A75-433E-A828-9DA28D8AEF6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18272EB-9635-4BC4-899B-770BC16D542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5E79856-79E0-41CE-BC24-8BB00A933E1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5AC8561-FD18-43AB-B1B9-A127F1E0A8F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DD68445-AA2A-543F-B877-3949522219F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346C676-A0D3-4AF4-8096-A1332E00D972}"/>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AD4B360-B95B-442F-B25A-4E15DCDBC00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61A8B838-AFE9-49FD-8242-6F9C2A9E854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FAF5C15-99F4-4EF0-ABE3-FB415D612AE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EC23757-8834-474E-B555-C750832106A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39 / 43</a:t>
            </a:r>
          </a:p>
        </p:txBody>
      </p:sp>
      <p:sp>
        <p:nvSpPr>
          <p:cNvPr id="14" name="licence-footer">
            <a:extLst xmlns:a="http://schemas.openxmlformats.org/drawingml/2006/main">
              <a:ext uri="{FF2B5EF4-FFF2-40B4-BE49-F238E27FC236}">
                <a16:creationId xmlns:a16="http://schemas.microsoft.com/office/drawing/2014/main" id="{3546CD8B-5F4F-46E6-8460-54CE71DCDD7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041A295-2BAA-49CA-8DBA-167E782CF5EF}"/>
              </a:ext>
            </a:extLst>
          </p:cNvPr>
          <p:cNvPicPr>
            <a:picLocks xmlns:a="http://schemas.openxmlformats.org/drawingml/2006/main" noChangeAspect="1"/>
          </p:cNvPicPr>
          <p:nvPr/>
        </p:nvPicPr>
        <p:blipFill>
          <a:blip xmlns:r="http://schemas.openxmlformats.org/officeDocument/2006/relationships" xmlns:a="http://schemas.openxmlformats.org/drawingml/2006/main" r:embed="R5ef54b4e203749d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CCC8D1C-C37D-48EE-97E0-2DC3FC60A6E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42A162F6-A7B9-4916-A0EF-162E63107B6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paired retelling — G-P-S1 and G-P-S2, in new words. X: frightened boat travellers seek their</a:t>
            </a:r>
          </a:p>
        </p:txBody>
      </p:sp>
      <p:sp>
        <p:nvSpPr>
          <p:cNvPr id="18" name="pupil-text">
            <a:extLst xmlns:a="http://schemas.openxmlformats.org/drawingml/2006/main">
              <a:ext uri="{FF2B5EF4-FFF2-40B4-BE49-F238E27FC236}">
                <a16:creationId xmlns:a16="http://schemas.microsoft.com/office/drawing/2014/main" id="{88510811-807A-4CE8-8E40-0070D90368CF}"/>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teacher’s help; the sacred text says the storm becomes calm. Y: a woman repeatedly seeks justice;</a:t>
            </a:r>
          </a:p>
        </p:txBody>
      </p:sp>
      <p:sp>
        <p:nvSpPr>
          <p:cNvPr id="19" name="pupil-text">
            <a:extLst xmlns:a="http://schemas.openxmlformats.org/drawingml/2006/main">
              <a:ext uri="{FF2B5EF4-FFF2-40B4-BE49-F238E27FC236}">
                <a16:creationId xmlns:a16="http://schemas.microsoft.com/office/drawing/2014/main" id="{2A35CC0D-214B-4D1C-A424-4AA93A2D1625}"/>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 unfair judge finally acts to stop her requests. The second text frames its story through</a:t>
            </a:r>
          </a:p>
        </p:txBody>
      </p:sp>
      <p:sp>
        <p:nvSpPr>
          <p:cNvPr id="20" name="pupil-text">
            <a:extLst xmlns:a="http://schemas.openxmlformats.org/drawingml/2006/main">
              <a:ext uri="{FF2B5EF4-FFF2-40B4-BE49-F238E27FC236}">
                <a16:creationId xmlns:a16="http://schemas.microsoft.com/office/drawing/2014/main" id="{A23972B6-8547-4A86-BBDA-C25AB1541818}"/>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perseverance in prayer.</a:t>
            </a:r>
          </a:p>
        </p:txBody>
      </p:sp>
      <p:sp>
        <p:nvSpPr>
          <p:cNvPr id="21" name="pupil-text">
            <a:extLst xmlns:a="http://schemas.openxmlformats.org/drawingml/2006/main">
              <a:ext uri="{FF2B5EF4-FFF2-40B4-BE49-F238E27FC236}">
                <a16:creationId xmlns:a16="http://schemas.microsoft.com/office/drawing/2014/main" id="{D57DF4C2-DF08-42CF-9825-FDB392C05955}"/>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not sure yet; 2 = partly sure; 3 = sure.</a:t>
            </a:r>
          </a:p>
        </p:txBody>
      </p:sp>
    </p:spTree>
    <p:extLst>
      <p:ext uri="{BB962C8B-B14F-4D97-AF65-F5344CB8AC3E}">
        <p14:creationId xmlns:p14="http://schemas.microsoft.com/office/powerpoint/2010/main" val="121989470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27C5203-AE9E-4DC7-8E4E-E6E556CB664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35C53306-A93F-488F-A741-19B5D7B8286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9A050EFE-F146-466D-940F-3BACBA8D9DA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30C31F9C-07BC-450A-BB7A-B9F8B229F82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B48B1A1-C7BE-4E58-87C2-DF59893CF7A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9E445C1-C937-44D9-9BBF-EA6138D8E74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2525468-49D9-4239-B7B9-1A6E90FA418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A48DE33-7BAB-4F6B-9EA6-43FDDFB9A4C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FF01046-2A7F-47CD-B55A-F497316FF1F2}"/>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B6F7112-551A-44EF-B7B4-C6FF4CA40E6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B247AA03-99D7-4F82-8F54-9AA514C9C7E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9E3DED0-A509-4D0A-BDE9-EFB85422659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A5D916EE-E8A3-4506-984F-70B8B9297BE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40 / 43</a:t>
            </a:r>
          </a:p>
        </p:txBody>
      </p:sp>
      <p:sp>
        <p:nvSpPr>
          <p:cNvPr id="14" name="licence-footer">
            <a:extLst xmlns:a="http://schemas.openxmlformats.org/drawingml/2006/main">
              <a:ext uri="{FF2B5EF4-FFF2-40B4-BE49-F238E27FC236}">
                <a16:creationId xmlns:a16="http://schemas.microsoft.com/office/drawing/2014/main" id="{0299206A-981B-4087-A29B-0DD4B94CDAC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2AFEA25-3656-421D-A89D-47DE0B39B5B1}"/>
              </a:ext>
            </a:extLst>
          </p:cNvPr>
          <p:cNvPicPr>
            <a:picLocks xmlns:a="http://schemas.openxmlformats.org/drawingml/2006/main" noChangeAspect="1"/>
          </p:cNvPicPr>
          <p:nvPr/>
        </p:nvPicPr>
        <p:blipFill>
          <a:blip xmlns:r="http://schemas.openxmlformats.org/officeDocument/2006/relationships" xmlns:a="http://schemas.openxmlformats.org/drawingml/2006/main" r:embed="R19e290e875454d3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CA40049-80FB-415C-88C1-873076EDC69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paired retelling — G-P-S1 and G-P-S2, in new words. X: frightened boat travellers seek their</a:t>
            </a:r>
          </a:p>
        </p:txBody>
      </p:sp>
      <p:sp>
        <p:nvSpPr>
          <p:cNvPr id="17" name="pupil-text">
            <a:extLst xmlns:a="http://schemas.openxmlformats.org/drawingml/2006/main">
              <a:ext uri="{FF2B5EF4-FFF2-40B4-BE49-F238E27FC236}">
                <a16:creationId xmlns:a16="http://schemas.microsoft.com/office/drawing/2014/main" id="{3E112418-B978-46B1-8B2F-15DA529E9EB1}"/>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teacher’s help; the sacred text says the storm becomes calm. Y: a woman repeatedly seeks justice;</a:t>
            </a:r>
          </a:p>
        </p:txBody>
      </p:sp>
      <p:sp>
        <p:nvSpPr>
          <p:cNvPr id="18" name="pupil-text">
            <a:extLst xmlns:a="http://schemas.openxmlformats.org/drawingml/2006/main">
              <a:ext uri="{FF2B5EF4-FFF2-40B4-BE49-F238E27FC236}">
                <a16:creationId xmlns:a16="http://schemas.microsoft.com/office/drawing/2014/main" id="{E7D69D91-9D18-4651-BE2B-D6DE1B867271}"/>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 unfair judge finally acts to stop her requests. The second text frames its story through</a:t>
            </a:r>
          </a:p>
        </p:txBody>
      </p:sp>
      <p:sp>
        <p:nvSpPr>
          <p:cNvPr id="19" name="pupil-text">
            <a:extLst xmlns:a="http://schemas.openxmlformats.org/drawingml/2006/main">
              <a:ext uri="{FF2B5EF4-FFF2-40B4-BE49-F238E27FC236}">
                <a16:creationId xmlns:a16="http://schemas.microsoft.com/office/drawing/2014/main" id="{23A7B4A3-276D-425E-9450-ED3FA16C80C2}"/>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perseverance in prayer.</a:t>
            </a:r>
          </a:p>
        </p:txBody>
      </p:sp>
      <p:sp>
        <p:nvSpPr>
          <p:cNvPr id="20" name="shape">
            <a:extLst xmlns:a="http://schemas.openxmlformats.org/drawingml/2006/main">
              <a:ext uri="{FF2B5EF4-FFF2-40B4-BE49-F238E27FC236}">
                <a16:creationId xmlns:a16="http://schemas.microsoft.com/office/drawing/2014/main" id="{AD06F14F-90F7-4E7D-9834-CE4E4C9E4BA0}"/>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48E27F4-7B8B-44CA-BB7B-5CAB9A072BA4}"/>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Tree>
    <p:extLst>
      <p:ext uri="{BB962C8B-B14F-4D97-AF65-F5344CB8AC3E}">
        <p14:creationId xmlns:p14="http://schemas.microsoft.com/office/powerpoint/2010/main" val="99274320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012AADCE-4C6A-4BA2-98B4-844B1E85110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6DEA6942-874C-4D2C-8223-E6F38B46C6F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1805F1A0-2512-4704-973F-1939DB463B4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8DAA3519-D46E-41A6-B036-4DF1D108128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879FEDE-7872-4DCF-B2DF-C83C926B631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6E87FCA-E4A6-4A9D-BA05-4F34C485652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0AB7B97-0F70-4A6E-92CD-B801FB2EA9D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64D7947-2A71-4E98-B0A2-CBF034E1B7F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59F90BB-3EFB-42CF-AA6C-BD731818A68B}"/>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AA64067-FD63-42B0-8365-ED422C128ED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9AB1543A-8BAF-4F30-9D2A-21917319CE5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DC5970A-F70B-42CF-B8B5-D92BE7EFF3C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5C16F169-BA14-41CF-BBAB-CE4953D474C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41 / 43</a:t>
            </a:r>
          </a:p>
        </p:txBody>
      </p:sp>
      <p:sp>
        <p:nvSpPr>
          <p:cNvPr id="14" name="licence-footer">
            <a:extLst xmlns:a="http://schemas.openxmlformats.org/drawingml/2006/main">
              <a:ext uri="{FF2B5EF4-FFF2-40B4-BE49-F238E27FC236}">
                <a16:creationId xmlns:a16="http://schemas.microsoft.com/office/drawing/2014/main" id="{19FED844-B56D-42A4-B578-750238EBAA4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73018E1-4F3D-42F5-BEC6-560AD959749C}"/>
              </a:ext>
            </a:extLst>
          </p:cNvPr>
          <p:cNvPicPr>
            <a:picLocks xmlns:a="http://schemas.openxmlformats.org/drawingml/2006/main" noChangeAspect="1"/>
          </p:cNvPicPr>
          <p:nvPr/>
        </p:nvPicPr>
        <p:blipFill>
          <a:blip xmlns:r="http://schemas.openxmlformats.org/officeDocument/2006/relationships" xmlns:a="http://schemas.openxmlformats.org/drawingml/2006/main" r:embed="Rc78f0b9d1a6d444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E5F12A6-4E13-4A3B-947E-DFD83539315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3E1FB15A-27A4-4CA6-96A0-EF42CF73AAAC}"/>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BC5E78CC-C8F6-4F38-B020-49F950B9D9B9}"/>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one resilience idea from X or Y with a detail.</a:t>
            </a:r>
          </a:p>
        </p:txBody>
      </p:sp>
      <p:sp>
        <p:nvSpPr>
          <p:cNvPr id="19" name="pupil-text">
            <a:extLst xmlns:a="http://schemas.openxmlformats.org/drawingml/2006/main">
              <a:ext uri="{FF2B5EF4-FFF2-40B4-BE49-F238E27FC236}">
                <a16:creationId xmlns:a16="http://schemas.microsoft.com/office/drawing/2014/main" id="{56B939E0-E979-4D96-9602-991D602E4CA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C255AA54-FDD3-465A-88BB-3B39594F2BB4}"/>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Does either story guarantee that all real problems end? Explain.</a:t>
            </a:r>
          </a:p>
        </p:txBody>
      </p:sp>
    </p:spTree>
    <p:extLst>
      <p:ext uri="{BB962C8B-B14F-4D97-AF65-F5344CB8AC3E}">
        <p14:creationId xmlns:p14="http://schemas.microsoft.com/office/powerpoint/2010/main" val="206468148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DAD9759-E2CD-43C9-B5BA-EEAFA5CCDD3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3D05A1E4-45E0-45C5-AC88-955AF1F511F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2F7CD218-7840-48B4-B813-0D2B05AF38B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D54DA22C-13CB-44CD-8356-651A12F960C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1687D4E-615A-44F2-9AAC-39DD203841A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76BE023-DCD9-4705-BBA3-616DCD015BC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1707795-6F03-4764-B093-B669F0936E2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59D3ADE-7AA8-498D-B83E-BFBC9839D57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7451173-78A8-438D-9128-4312D7831C30}"/>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AC49423-9940-4490-B2A6-5D2E1F1E3CC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F6D8300A-F1AE-40FD-A3F0-92BBE8F4C0C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25F5BC4-6DD3-4FE7-9F15-06F352575A5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8CDFB449-19AF-44FB-8F73-CEF49FFF31E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42 / 43</a:t>
            </a:r>
          </a:p>
        </p:txBody>
      </p:sp>
      <p:sp>
        <p:nvSpPr>
          <p:cNvPr id="14" name="licence-footer">
            <a:extLst xmlns:a="http://schemas.openxmlformats.org/drawingml/2006/main">
              <a:ext uri="{FF2B5EF4-FFF2-40B4-BE49-F238E27FC236}">
                <a16:creationId xmlns:a16="http://schemas.microsoft.com/office/drawing/2014/main" id="{F9FA8417-990E-4F07-BE6A-166481F8EE6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690481D-152D-4865-B1E9-BE08795B1B79}"/>
              </a:ext>
            </a:extLst>
          </p:cNvPr>
          <p:cNvPicPr>
            <a:picLocks xmlns:a="http://schemas.openxmlformats.org/drawingml/2006/main" noChangeAspect="1"/>
          </p:cNvPicPr>
          <p:nvPr/>
        </p:nvPicPr>
        <p:blipFill>
          <a:blip xmlns:r="http://schemas.openxmlformats.org/officeDocument/2006/relationships" xmlns:a="http://schemas.openxmlformats.org/drawingml/2006/main" r:embed="R76fc042c0fc447b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99CB16E-431C-412A-85EC-278BBAA8F0F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8D4313CF-7EB5-4598-97EA-9B4E0D39E7B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A125AC75-27C2-415E-BC47-4F836D9412D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one response in X with one in Y.</a:t>
            </a:r>
          </a:p>
        </p:txBody>
      </p:sp>
      <p:sp>
        <p:nvSpPr>
          <p:cNvPr id="19" name="pupil-text">
            <a:extLst xmlns:a="http://schemas.openxmlformats.org/drawingml/2006/main">
              <a:ext uri="{FF2B5EF4-FFF2-40B4-BE49-F238E27FC236}">
                <a16:creationId xmlns:a16="http://schemas.microsoft.com/office/drawing/2014/main" id="{1E15DAB8-043E-40FF-990A-4F2603E2AE6D}"/>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1C4378DD-ED56-4556-923D-B5CD97EE5D4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limit to using these stories as a promise about real life.</a:t>
            </a:r>
          </a:p>
        </p:txBody>
      </p:sp>
    </p:spTree>
    <p:extLst>
      <p:ext uri="{BB962C8B-B14F-4D97-AF65-F5344CB8AC3E}">
        <p14:creationId xmlns:p14="http://schemas.microsoft.com/office/powerpoint/2010/main" val="114335949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D3D98E7A-88A7-4762-9B22-61D4A585402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3</a:t>
            </a:r>
          </a:p>
        </p:txBody>
      </p:sp>
      <p:sp>
        <p:nvSpPr>
          <p:cNvPr id="2" name="stage-clock">
            <a:extLst xmlns:a="http://schemas.openxmlformats.org/drawingml/2006/main">
              <a:ext uri="{FF2B5EF4-FFF2-40B4-BE49-F238E27FC236}">
                <a16:creationId xmlns:a16="http://schemas.microsoft.com/office/drawing/2014/main" id="{C7A2167A-B973-4991-A126-62368FD858F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EF64DB5B-4A11-43F5-A240-3E987331837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84A6CFF8-AE19-4C20-84BF-253854DBC8D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8447FB3-C571-442E-9D4C-0104B389849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B835D77-043E-4192-AF31-9DB1DFCC345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91AFB52-15A6-487E-90BE-44E24474328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30AB671-EB64-4EC3-BDD8-2FEAC5A76E2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8D33C0F-8D7E-494C-BC3A-D6ACA2C3C4B4}"/>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3141A70-7F83-4283-BFB6-98BAC9F7094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an idea of resilience in two sacred-text stories.</a:t>
            </a:r>
          </a:p>
        </p:txBody>
      </p:sp>
      <p:sp>
        <p:nvSpPr>
          <p:cNvPr id="11" name="re-framing">
            <a:extLst xmlns:a="http://schemas.openxmlformats.org/drawingml/2006/main">
              <a:ext uri="{FF2B5EF4-FFF2-40B4-BE49-F238E27FC236}">
                <a16:creationId xmlns:a16="http://schemas.microsoft.com/office/drawing/2014/main" id="{24474ADC-F3E3-4810-86AE-4386EDF9DB2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AE48845-6838-4874-A8A7-BD8FC464D87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854E389-3E36-46ED-A317-7D1F5B20171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43 / 43</a:t>
            </a:r>
          </a:p>
        </p:txBody>
      </p:sp>
      <p:sp>
        <p:nvSpPr>
          <p:cNvPr id="14" name="licence-footer">
            <a:extLst xmlns:a="http://schemas.openxmlformats.org/drawingml/2006/main">
              <a:ext uri="{FF2B5EF4-FFF2-40B4-BE49-F238E27FC236}">
                <a16:creationId xmlns:a16="http://schemas.microsoft.com/office/drawing/2014/main" id="{9D769408-1AD6-4457-B7DC-0F6FBF17F17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8F4F0A4-1E0F-4169-BCD3-147A3E89B120}"/>
              </a:ext>
            </a:extLst>
          </p:cNvPr>
          <p:cNvPicPr>
            <a:picLocks xmlns:a="http://schemas.openxmlformats.org/drawingml/2006/main" noChangeAspect="1"/>
          </p:cNvPicPr>
          <p:nvPr/>
        </p:nvPicPr>
        <p:blipFill>
          <a:blip xmlns:r="http://schemas.openxmlformats.org/officeDocument/2006/relationships" xmlns:a="http://schemas.openxmlformats.org/drawingml/2006/main" r:embed="R9c41c4b1b1b54fa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A8560D2-4363-48DD-87E4-7AF77304A27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DD812AD0-7F66-486D-88F3-AEEE3F50A282}"/>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E5DDC540-33C9-4603-AE6C-BD3B4C516330}"/>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how two different resilience ideas appear in X and Y.</a:t>
            </a:r>
          </a:p>
        </p:txBody>
      </p:sp>
      <p:sp>
        <p:nvSpPr>
          <p:cNvPr id="19" name="pupil-text">
            <a:extLst xmlns:a="http://schemas.openxmlformats.org/drawingml/2006/main">
              <a:ext uri="{FF2B5EF4-FFF2-40B4-BE49-F238E27FC236}">
                <a16:creationId xmlns:a16="http://schemas.microsoft.com/office/drawing/2014/main" id="{174E1CB2-D3D7-4959-83AA-2893C9BF5FB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A9659D33-E66C-4579-94D1-C24CBC500844}"/>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must the text’s faith claims be kept distinct from guaranteed real outcomes?</a:t>
            </a:r>
          </a:p>
        </p:txBody>
      </p:sp>
    </p:spTree>
    <p:extLst>
      <p:ext uri="{BB962C8B-B14F-4D97-AF65-F5344CB8AC3E}">
        <p14:creationId xmlns:p14="http://schemas.microsoft.com/office/powerpoint/2010/main" val="592845880"/>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What do two sacred-text stories say about not giving up?</dc:title>
  <dcterms:created xsi:type="dcterms:W3CDTF">2026-10-13T22:40:24.2120000Z</dcterms:created>
  <dcterms:modified xsi:type="dcterms:W3CDTF">2026-10-13T22:40:24.2120000Z</dcterms:modified>
  <dc:subject>GROW-RE-S1-W03</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