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19d67f1b804434" Type="http://schemas.openxmlformats.org/officeDocument/2006/relationships/officeDocument" Target="ppt/presentation.xml"/><Relationship Id="R17eaa0dc685f4619" Type="http://schemas.openxmlformats.org/officeDocument/2006/relationships/extended-properties" Target="docProps/app.xml"/><Relationship Id="Rceefdd694da04c6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d09a67de0417c"/>
  </p:sldMasterIdLst>
  <p:notesMasterIdLst>
    <p:notesMasterId xmlns:r="http://schemas.openxmlformats.org/officeDocument/2006/relationships" r:id="Ra45fba5cd4de43e7"/>
  </p:notesMasterIdLst>
  <p:sldIdLst>
    <p:sldId xmlns:r="http://schemas.openxmlformats.org/officeDocument/2006/relationships" id="256" r:id="R5c09d8b1390f47a9"/>
    <p:sldId xmlns:r="http://schemas.openxmlformats.org/officeDocument/2006/relationships" id="257" r:id="R76b3dfb911244e8d"/>
    <p:sldId xmlns:r="http://schemas.openxmlformats.org/officeDocument/2006/relationships" id="258" r:id="Rb7694611c388441c"/>
    <p:sldId xmlns:r="http://schemas.openxmlformats.org/officeDocument/2006/relationships" id="259" r:id="Rff77173f7ed94119"/>
    <p:sldId xmlns:r="http://schemas.openxmlformats.org/officeDocument/2006/relationships" id="260" r:id="R633a1ba4782240b0"/>
    <p:sldId xmlns:r="http://schemas.openxmlformats.org/officeDocument/2006/relationships" id="261" r:id="Rd4e333de973e4bfb"/>
    <p:sldId xmlns:r="http://schemas.openxmlformats.org/officeDocument/2006/relationships" id="262" r:id="Re810e290b14d4dba"/>
    <p:sldId xmlns:r="http://schemas.openxmlformats.org/officeDocument/2006/relationships" id="263" r:id="R8304b419f4e44585"/>
    <p:sldId xmlns:r="http://schemas.openxmlformats.org/officeDocument/2006/relationships" id="264" r:id="R48dd1ab5fb734358"/>
    <p:sldId xmlns:r="http://schemas.openxmlformats.org/officeDocument/2006/relationships" id="265" r:id="R3cd00175309d4328"/>
    <p:sldId xmlns:r="http://schemas.openxmlformats.org/officeDocument/2006/relationships" id="266" r:id="R874f542a8e76444b"/>
    <p:sldId xmlns:r="http://schemas.openxmlformats.org/officeDocument/2006/relationships" id="267" r:id="Rfae6f0979dd0467c"/>
    <p:sldId xmlns:r="http://schemas.openxmlformats.org/officeDocument/2006/relationships" id="268" r:id="R994662a2afa14f74"/>
    <p:sldId xmlns:r="http://schemas.openxmlformats.org/officeDocument/2006/relationships" id="269" r:id="Raad31d3f1e1c4c2c"/>
    <p:sldId xmlns:r="http://schemas.openxmlformats.org/officeDocument/2006/relationships" id="270" r:id="R4850bfc38ea44097"/>
    <p:sldId xmlns:r="http://schemas.openxmlformats.org/officeDocument/2006/relationships" id="271" r:id="R6e9ef2a5664b47d8"/>
    <p:sldId xmlns:r="http://schemas.openxmlformats.org/officeDocument/2006/relationships" id="272" r:id="R1c93e0587a844523"/>
    <p:sldId xmlns:r="http://schemas.openxmlformats.org/officeDocument/2006/relationships" id="273" r:id="R8b12454a81b044ef"/>
    <p:sldId xmlns:r="http://schemas.openxmlformats.org/officeDocument/2006/relationships" id="274" r:id="R9577c7feef4d4fd6"/>
    <p:sldId xmlns:r="http://schemas.openxmlformats.org/officeDocument/2006/relationships" id="275" r:id="Re4124761c52c4fbf"/>
    <p:sldId xmlns:r="http://schemas.openxmlformats.org/officeDocument/2006/relationships" id="276" r:id="Rde6547706b524586"/>
    <p:sldId xmlns:r="http://schemas.openxmlformats.org/officeDocument/2006/relationships" id="277" r:id="Rf5db6291130f4f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c93e0587a844523" Type="http://schemas.openxmlformats.org/officeDocument/2006/relationships/slide" Target="slides/slide17.xml"/><Relationship Id="R3cd00175309d4328" Type="http://schemas.openxmlformats.org/officeDocument/2006/relationships/slide" Target="slides/slide10.xml"/><Relationship Id="R4850bfc38ea44097" Type="http://schemas.openxmlformats.org/officeDocument/2006/relationships/slide" Target="slides/slide15.xml"/><Relationship Id="R48dd1ab5fb734358" Type="http://schemas.openxmlformats.org/officeDocument/2006/relationships/slide" Target="slides/slide9.xml"/><Relationship Id="R5c09d8b1390f47a9" Type="http://schemas.openxmlformats.org/officeDocument/2006/relationships/slide" Target="slides/slide1.xml"/><Relationship Id="R633a1ba4782240b0" Type="http://schemas.openxmlformats.org/officeDocument/2006/relationships/slide" Target="slides/slide5.xml"/><Relationship Id="R6e9ef2a5664b47d8" Type="http://schemas.openxmlformats.org/officeDocument/2006/relationships/slide" Target="slides/slide16.xml"/><Relationship Id="R76b3dfb911244e8d" Type="http://schemas.openxmlformats.org/officeDocument/2006/relationships/slide" Target="slides/slide2.xml"/><Relationship Id="R8304b419f4e44585" Type="http://schemas.openxmlformats.org/officeDocument/2006/relationships/slide" Target="slides/slide8.xml"/><Relationship Id="R87073d4f4e6943e8" Type="http://schemas.openxmlformats.org/officeDocument/2006/relationships/theme" Target="theme/theme1.xml"/><Relationship Id="R874f542a8e76444b" Type="http://schemas.openxmlformats.org/officeDocument/2006/relationships/slide" Target="slides/slide11.xml"/><Relationship Id="R8b12454a81b044ef" Type="http://schemas.openxmlformats.org/officeDocument/2006/relationships/slide" Target="slides/slide18.xml"/><Relationship Id="R9577c7feef4d4fd6" Type="http://schemas.openxmlformats.org/officeDocument/2006/relationships/slide" Target="slides/slide19.xml"/><Relationship Id="R994662a2afa14f74" Type="http://schemas.openxmlformats.org/officeDocument/2006/relationships/slide" Target="slides/slide13.xml"/><Relationship Id="Ra45fba5cd4de43e7" Type="http://schemas.openxmlformats.org/officeDocument/2006/relationships/notesMaster" Target="notesMasters/notesMaster1.xml"/><Relationship Id="Raad31d3f1e1c4c2c" Type="http://schemas.openxmlformats.org/officeDocument/2006/relationships/slide" Target="slides/slide14.xml"/><Relationship Id="Rb240720f2b8f41cc" Type="http://schemas.openxmlformats.org/officeDocument/2006/relationships/presProps" Target="presProps.xml"/><Relationship Id="Rb7694611c388441c" Type="http://schemas.openxmlformats.org/officeDocument/2006/relationships/slide" Target="slides/slide3.xml"/><Relationship Id="Rbb8d09a67de0417c" Type="http://schemas.openxmlformats.org/officeDocument/2006/relationships/slideMaster" Target="slideMasters/slideMaster1.xml"/><Relationship Id="Rbdb9ee3314824161" Type="http://schemas.openxmlformats.org/officeDocument/2006/relationships/tableStyles" Target="tableStyles.xml"/><Relationship Id="Rd4e333de973e4bfb" Type="http://schemas.openxmlformats.org/officeDocument/2006/relationships/slide" Target="slides/slide6.xml"/><Relationship Id="Rde6547706b524586" Type="http://schemas.openxmlformats.org/officeDocument/2006/relationships/slide" Target="slides/slide21.xml"/><Relationship Id="Re4124761c52c4fbf" Type="http://schemas.openxmlformats.org/officeDocument/2006/relationships/slide" Target="slides/slide20.xml"/><Relationship Id="Re810e290b14d4dba" Type="http://schemas.openxmlformats.org/officeDocument/2006/relationships/slide" Target="slides/slide7.xml"/><Relationship Id="Rf5db6291130f4fd6" Type="http://schemas.openxmlformats.org/officeDocument/2006/relationships/slide" Target="slides/slide22.xml"/><Relationship Id="Rfae6f0979dd0467c" Type="http://schemas.openxmlformats.org/officeDocument/2006/relationships/slide" Target="slides/slide12.xml"/><Relationship Id="Rff77173f7ed9411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c643eb05bb65466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d8134baf76246a1" Type="http://schemas.openxmlformats.org/officeDocument/2006/relationships/slide" Target="../slides/slide1.xml"/><Relationship Id="R65de0adfd195409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f4bb8423b0640ee" Type="http://schemas.openxmlformats.org/officeDocument/2006/relationships/notesMaster" Target="../notesMasters/notesMaster1.xml"/><Relationship Id="Rc9b1514b476d436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4a25fbd9d5043ca" Type="http://schemas.openxmlformats.org/officeDocument/2006/relationships/notesMaster" Target="../notesMasters/notesMaster1.xml"/><Relationship Id="Rfaba8b53c55b4c4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b7cdcf871c84573" Type="http://schemas.openxmlformats.org/officeDocument/2006/relationships/notesMaster" Target="../notesMasters/notesMaster1.xml"/><Relationship Id="Re43e748cf7364ef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095351bd37d446f" Type="http://schemas.openxmlformats.org/officeDocument/2006/relationships/slide" Target="../slides/slide5.xml"/><Relationship Id="R2c05c09e92c047e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f77d16ee33e4009" Type="http://schemas.openxmlformats.org/officeDocument/2006/relationships/notesMaster" Target="../notesMasters/notesMaster1.xml"/><Relationship Id="R89a280dda39c447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6af44cd5e9f48db" Type="http://schemas.openxmlformats.org/officeDocument/2006/relationships/slide" Target="../slides/slide7.xml"/><Relationship Id="R9f378dcd57d4478a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896d1d82a034605" Type="http://schemas.openxmlformats.org/officeDocument/2006/relationships/slide" Target="../slides/slide8.xml"/><Relationship Id="Rcf4289c54b1a4d1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0dfd2b1ff1145d0" Type="http://schemas.openxmlformats.org/officeDocument/2006/relationships/slide" Target="../slides/slide9.xml"/><Relationship Id="R6324f95e8a0f48a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415442a26c64788" Type="http://schemas.openxmlformats.org/officeDocument/2006/relationships/notesMaster" Target="../notesMasters/notesMaster1.xml"/><Relationship Id="Ra883800bc275475e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99979702aef4ee2" Type="http://schemas.openxmlformats.org/officeDocument/2006/relationships/slide" Target="../slides/slide11.xml"/><Relationship Id="R298c0bdd5d91420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57afe48961e4338" Type="http://schemas.openxmlformats.org/officeDocument/2006/relationships/notesMaster" Target="../notesMasters/notesMaster1.xml"/><Relationship Id="Rbe9b19488b3f4ab0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a5dbc856fe34efd" Type="http://schemas.openxmlformats.org/officeDocument/2006/relationships/slide" Target="../slides/slide13.xml"/><Relationship Id="R7e27f122f2a9470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49bde8e2b504fff" Type="http://schemas.openxmlformats.org/officeDocument/2006/relationships/notesMaster" Target="../notesMasters/notesMaster1.xml"/><Relationship Id="R90ddfa4274eb46b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d036a3d838644f2" Type="http://schemas.openxmlformats.org/officeDocument/2006/relationships/slide" Target="../slides/slide15.xml"/><Relationship Id="Rb16f940d9f8546a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b736a911efa4a26" Type="http://schemas.openxmlformats.org/officeDocument/2006/relationships/notesMaster" Target="../notesMasters/notesMaster1.xml"/><Relationship Id="Rfea1be9e7b824cff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95fd62b554d4b43" Type="http://schemas.openxmlformats.org/officeDocument/2006/relationships/slide" Target="../slides/slide17.xml"/><Relationship Id="R9d269bdd6ccc499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98e153693fce440b" Type="http://schemas.openxmlformats.org/officeDocument/2006/relationships/notesMaster" Target="../notesMasters/notesMaster1.xml"/><Relationship Id="Ra7c3064e63e34a69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157c53da8e14398" Type="http://schemas.openxmlformats.org/officeDocument/2006/relationships/slide" Target="../slides/slide19.xml"/><Relationship Id="R8ce1b37bacad4ac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89c1f0968be44f47" Type="http://schemas.openxmlformats.org/officeDocument/2006/relationships/notesMaster" Target="../notesMasters/notesMaster1.xml"/><Relationship Id="Rff925c36c252403b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6d3e8eb983634996" Type="http://schemas.openxmlformats.org/officeDocument/2006/relationships/notesMaster" Target="../notesMasters/notesMaster1.xml"/><Relationship Id="R8844a8ca2a494344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c7364635c02143f0" Type="http://schemas.openxmlformats.org/officeDocument/2006/relationships/slide" Target="../slides/slide22.xml"/><Relationship Id="Re5d8af17e6f042e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Accessible routes and timely warnings that enable movement to higher ground.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40.3 degrees Celsius in the Met Office case-study report.</a:t>
            </a:r>
          </a:p>
          <a:p xmlns:a="http://schemas.openxmlformats.org/drawingml/2006/main">
            <a:r>
              <a:t>Give a reason when ready. Answer: People have different exposure, buildings, resources and access to cool spaces.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Read the July 2022 heatwave map and station data. Link the evidence to the enquiry.</a:t>
            </a:r>
          </a:p>
          <a:p xmlns:a="http://schemas.openxmlformats.org/drawingml/2006/main">
            <a:r>
              <a:t>Evaluate why a station maximum does not measure every person’s heat exposure.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air temperature — Hazard event — This is the weather condition.</a:t>
            </a:r>
          </a:p>
          <a:p xmlns:a="http://schemas.openxmlformats.org/drawingml/2006/main">
            <a:r>
              <a:t>Working outdoors — Exposure — A person is in the hot conditions.</a:t>
            </a:r>
          </a:p>
          <a:p xmlns:a="http://schemas.openxmlformats.org/drawingml/2006/main">
            <a:r>
              <a:t>No access to a cool space — Vulnerability — This can make avoiding harm more difficult.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event was ___. Exposure includes ___. Vulnerability includes ___. The response reduces ___ by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was ___. Exposure includes ___. Vulnerability includes ___. The response reduces ___ by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why a station maximum does not measure every person’s heat exposure.</a:t>
            </a:r>
          </a:p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40.3 degrees Celsius in the Met Office case-study report.</a:t>
            </a:r>
          </a:p>
          <a:p xmlns:a="http://schemas.openxmlformats.org/drawingml/2006/main">
            <a:r>
              <a:t>People have different exposure, buildings, resources and access to cool spaces.</a:t>
            </a:r>
          </a:p>
          <a:p xmlns:a="http://schemas.openxmlformats.org/drawingml/2006/main">
            <a:r>
              <a:t>Support: The event was ___. Exposure includes ___. Vulnerability includes ___. The response reduces ___ by ___.</a:t>
            </a:r>
          </a:p>
          <a:p xmlns:a="http://schemas.openxmlformats.org/drawingml/2006/main">
            <a:r>
              <a:t>Extension: Evaluate why a station maximum does not measure every person’s heat exposure.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risk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 Office July 2022 heatwave report, table on page 8</a:t>
            </a:r>
          </a:p>
          <a:p xmlns:a="http://schemas.openxmlformats.org/drawingml/2006/main">
            <a:r>
              <a:t>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Four selected station maxima are not a national average or a long-term climate trend. The report marked values provisional at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367cb237b7d409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f9aa4ee1e1d4918" Type="http://schemas.openxmlformats.org/officeDocument/2006/relationships/slideLayout" Target="../slideLayouts/slideLayout1.xml"/><Relationship Id="R658ba8afe41d4c7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aa4ee1e1d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3f22d3e641643b2" Type="http://schemas.openxmlformats.org/officeDocument/2006/relationships/notesSlide" Target="../notesSlides/notesSlide1.xml"/><Relationship Id="Rf82e95b8ac17456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32ec9a3d4224d72" Type="http://schemas.openxmlformats.org/officeDocument/2006/relationships/slideLayout" Target="../slideLayouts/slideLayout1.xml"/><Relationship Id="R5886beb1836c423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97a6f17a8594e4c" Type="http://schemas.openxmlformats.org/officeDocument/2006/relationships/slideLayout" Target="../slideLayouts/slideLayout1.xml"/><Relationship Id="R4c3e4e87b29542d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f9faf25de934b3a" Type="http://schemas.openxmlformats.org/officeDocument/2006/relationships/slideLayout" Target="../slideLayouts/slideLayout1.xml"/><Relationship Id="Rac3c3e9fc42c434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f99fb7cd5f74d18" Type="http://schemas.openxmlformats.org/officeDocument/2006/relationships/notesSlide" Target="../notesSlides/notesSlide5.xml"/><Relationship Id="R70a995b661bc445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344be9d285341a1" Type="http://schemas.openxmlformats.org/officeDocument/2006/relationships/notesSlide" Target="../notesSlides/notesSlide6.xml"/><Relationship Id="Re3cbf9db4db1437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993b0bf1ca14291" Type="http://schemas.openxmlformats.org/officeDocument/2006/relationships/notesSlide" Target="../notesSlides/notesSlide7.xml"/><Relationship Id="Rc924eb3fcfeb48f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ab7c709763d43ef" Type="http://schemas.openxmlformats.org/officeDocument/2006/relationships/slideLayout" Target="../slideLayouts/slideLayout1.xml"/><Relationship Id="Rfa6af367c1aa448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92ef078cb254295" Type="http://schemas.openxmlformats.org/officeDocument/2006/relationships/notesSlide" Target="../notesSlides/notesSlide9.xml"/><Relationship Id="Ree4e44cd88674a3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43e8f8f45c440d2" Type="http://schemas.openxmlformats.org/officeDocument/2006/relationships/notesSlide" Target="../notesSlides/notesSlide10.xml"/><Relationship Id="Rd5db5bd41d0442c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aee93c1226134805" Type="http://schemas.openxmlformats.org/officeDocument/2006/relationships/slideLayout" Target="../slideLayouts/slideLayout1.xml"/><Relationship Id="Rcd8b9cca1df049c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ba44ff50c4b48bd" Type="http://schemas.openxmlformats.org/officeDocument/2006/relationships/slideLayout" Target="../slideLayouts/slideLayout1.xml"/><Relationship Id="Rc912a3d1a4354e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5c20f665d514b99" Type="http://schemas.openxmlformats.org/officeDocument/2006/relationships/notesSlide" Target="../notesSlides/notesSlide13.xml"/><Relationship Id="R449cf98f4d524d3f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6e6a1fbce244408" Type="http://schemas.openxmlformats.org/officeDocument/2006/relationships/notesSlide" Target="../notesSlides/notesSlide14.xml"/><Relationship Id="Rdef13b77ca0f498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09d9a92d27c4d42" Type="http://schemas.openxmlformats.org/officeDocument/2006/relationships/slideLayout" Target="../slideLayouts/slideLayout1.xml"/><Relationship Id="R84fdd96c8a43498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147ebfe360014146" Type="http://schemas.openxmlformats.org/officeDocument/2006/relationships/slideLayout" Target="../slideLayouts/slideLayout1.xml"/><Relationship Id="R22ab6e046bf949c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bf5ee65cad744d87" Type="http://schemas.openxmlformats.org/officeDocument/2006/relationships/slideLayout" Target="../slideLayouts/slideLayout1.xml"/><Relationship Id="Rc46fee60e6df4a4f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c349b0466785497c" Type="http://schemas.openxmlformats.org/officeDocument/2006/relationships/notesSlide" Target="../notesSlides/notesSlide18.xml"/><Relationship Id="Redb46e289688401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976c5705ba04ca9" Type="http://schemas.openxmlformats.org/officeDocument/2006/relationships/slideLayout" Target="../slideLayouts/slideLayout1.xml"/><Relationship Id="Rb3c03e90ffde4c1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8755d66fb5444e30" Type="http://schemas.openxmlformats.org/officeDocument/2006/relationships/slideLayout" Target="../slideLayouts/slideLayout1.xml"/><Relationship Id="Rdef82e6fa43d4aae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82b61a984c24a4a" Type="http://schemas.openxmlformats.org/officeDocument/2006/relationships/image" Target="../media/image.png"/><Relationship Id="R42b4fea8fd974aec" Type="http://schemas.openxmlformats.org/officeDocument/2006/relationships/slideLayout" Target="../slideLayouts/slideLayout1.xml"/><Relationship Id="R9b3b282de1824a8a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1cdfa89b80e9425e" Type="http://schemas.openxmlformats.org/officeDocument/2006/relationships/slideLayout" Target="../slideLayouts/slideLayout1.xml"/><Relationship Id="R374c924eeca44920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70D9A-0F48-4E8C-AEF6-5525E40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Extreme weather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2CB4A-6727-4416-BA20-42AD6C3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80DC4-BAED-4ACC-B9BE-94E995D9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Investigate extreme-weather hazards and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E63A7-CE5C-4C42-822B-6FEA8DA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BE33-195F-48C2-8239-566CEC5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96374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1AB03-EB18-4328-BF0B-A494C3E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5C01C-6CA7-445D-AB91-8E45580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D87BB-3F4E-43A7-A615-E937C45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response directly addresses tsunami exposure?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2641-0151-4B31-9C43-FB82B290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1539915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E72B-A8C0-410A-857E-B1978CFA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DE75B-FDAF-41D0-855C-51E4D144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F069-4502-4F4B-86CA-D01D529D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was recorded at Coningsby on 19 July 2022?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1201-AD31-400F-BF5D-A3665F6D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can the same heatwave create unequal risk?</a:t>
            </a:r>
          </a:p>
        </p:txBody>
      </p:sp>
    </p:spTree>
    <p:extLst>
      <p:ext uri="{BB962C8B-B14F-4D97-AF65-F5344CB8AC3E}">
        <p14:creationId xmlns:p14="http://schemas.microsoft.com/office/powerpoint/2010/main" val="300184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11954-4A88-4AE7-88E3-03C676B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A743B-877A-4BFF-8FF5-E1A3E816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DEB97-C19A-4A42-BD4F-37EC9945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99E24-9487-416E-951A-10A8147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A4594-0145-4876-9B23-C7D5D82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04787-12A1-4C09-BFFC-C4FC65E0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13785943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EA325-F54D-44CE-9427-5868ACE7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F995E-13E8-4783-BC34-AC412CB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EED9A-2526-4960-A75E-0A14CA56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July 2022 heatwave map and station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9C0E-EAC3-48AD-940B-F58C0AC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041BC-F7FB-4150-A20B-10E3737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366247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7C05-6351-49F7-B796-858C57AF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87BAC-1037-43E4-AA0B-A3D6A154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4CC1F-005C-40E8-BBD4-92A362D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was recorded at Coningsby on 19 July 2022?</a:t>
            </a:r>
          </a:p>
        </p:txBody>
      </p:sp>
    </p:spTree>
    <p:extLst>
      <p:ext uri="{BB962C8B-B14F-4D97-AF65-F5344CB8AC3E}">
        <p14:creationId xmlns:p14="http://schemas.microsoft.com/office/powerpoint/2010/main" val="817537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01497-6058-4553-AA92-08D6DA8C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807C2-EBA3-4CAE-8009-5CA9B400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7149F-04FD-4E98-A99F-357B65C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Heat and unequal risk: 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</p:spTree>
    <p:extLst>
      <p:ext uri="{BB962C8B-B14F-4D97-AF65-F5344CB8AC3E}">
        <p14:creationId xmlns:p14="http://schemas.microsoft.com/office/powerpoint/2010/main" val="1431951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E0C8A-C3DC-4379-BC8A-D8257A9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FE1FA-09B2-4278-A61E-79B11D7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7610F-E491-4710-87CB-87B6252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40.3 degrees Celsius in the Met Office case-study report.</a:t>
            </a:r>
          </a:p>
        </p:txBody>
      </p:sp>
    </p:spTree>
    <p:extLst>
      <p:ext uri="{BB962C8B-B14F-4D97-AF65-F5344CB8AC3E}">
        <p14:creationId xmlns:p14="http://schemas.microsoft.com/office/powerpoint/2010/main" val="2010911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66DD1-F4F2-4778-974F-7B9CA8F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2D8C6-1096-428E-A7C6-FC5DC8AD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40C7D-3B09-42F5-AABF-FD20F4C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can the same heatwave create unequal risk? People have different exposure, buildings, resources and access to cool spaces.</a:t>
            </a:r>
          </a:p>
        </p:txBody>
      </p:sp>
    </p:spTree>
    <p:extLst>
      <p:ext uri="{BB962C8B-B14F-4D97-AF65-F5344CB8AC3E}">
        <p14:creationId xmlns:p14="http://schemas.microsoft.com/office/powerpoint/2010/main" val="1192500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17DF3-4658-4227-9D0C-975BD3B4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17F8-69CD-4BAD-8078-328AB61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B41C5-5C79-41A1-B863-3841A36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July 2022 heatwave map and station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89F23-A7FD-4283-80D8-8090E2B2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Separate weather event, exposure and vulnerability.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0097-C4AE-475D-950F-20280B4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46410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257C2-95EB-43A1-B3A3-74FF091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3A7A1-31D4-4586-BBA9-B1F3DB40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B4E8B-C79F-4665-A06C-243F5978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High air temperature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BF395-6E13-4520-8A1C-5633FAE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Working outdoors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919BA-612A-4C54-8DA7-282CFBC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 access to a cool space</a:t>
            </a:r>
          </a:p>
        </p:txBody>
      </p:sp>
    </p:spTree>
    <p:extLst>
      <p:ext uri="{BB962C8B-B14F-4D97-AF65-F5344CB8AC3E}">
        <p14:creationId xmlns:p14="http://schemas.microsoft.com/office/powerpoint/2010/main" val="982298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C13EC-F2CA-4238-8FB7-2E47168E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45792-7603-46F3-B24B-88C52776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1C4D5-38B6-4391-A84D-2EB24D1D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heatwave’s effects using the case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2753E-9E05-4A25-A954-CA422DE2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exposure and vulnerability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56A78-10DD-4DD3-8179-D282C6CF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management response and explain which risk factor it addresses.</a:t>
            </a:r>
          </a:p>
        </p:txBody>
      </p:sp>
    </p:spTree>
    <p:extLst>
      <p:ext uri="{BB962C8B-B14F-4D97-AF65-F5344CB8AC3E}">
        <p14:creationId xmlns:p14="http://schemas.microsoft.com/office/powerpoint/2010/main" val="593668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9277-30CB-490A-8E9A-9D222FF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B5F03-8864-4104-8BEF-B65EE057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1C8B1-4797-40D2-88AD-67247ADA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heatwave’s effects using the case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4F94-F5AA-4873-B65E-36DD0694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exposure and vulnerability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64EB6-FF18-4E80-8C61-B7C2727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management response and explain which risk factor it addresses.</a:t>
            </a:r>
          </a:p>
        </p:txBody>
      </p:sp>
    </p:spTree>
    <p:extLst>
      <p:ext uri="{BB962C8B-B14F-4D97-AF65-F5344CB8AC3E}">
        <p14:creationId xmlns:p14="http://schemas.microsoft.com/office/powerpoint/2010/main" val="1177491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482DC-5650-4C51-8456-781D2E8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28E8-A250-4115-AF69-9FD7D66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90014-CC5B-4D8B-AD47-E9DD7F3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heatwave’s effects using the case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72464-255B-4D12-A2D6-6BC6E2E5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exposure and vulnerability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846A-0038-45F2-97A8-F376F30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management response and explain which risk factor it addresses.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6DAA-7CD5-4822-B544-9F0C4CF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why a station maximum does not measure every person’s heat exposure.</a:t>
            </a:r>
          </a:p>
        </p:txBody>
      </p:sp>
    </p:spTree>
    <p:extLst>
      <p:ext uri="{BB962C8B-B14F-4D97-AF65-F5344CB8AC3E}">
        <p14:creationId xmlns:p14="http://schemas.microsoft.com/office/powerpoint/2010/main" val="892982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E1AEA-532F-4173-9058-34374BDA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DA8F1-0B5C-462E-8879-38D99DA6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9A4E8-EDB1-47A7-A65B-DD3B019F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risk explanation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9A5DF-41A9-46C1-97BE-DC1CA17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3A1FF-ED17-4C2B-B898-54805FB6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4106565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09483-C474-4366-99B3-81B786F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25BB8-3132-4D04-8F0D-49FD8F0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9A16-2571-4D58-BC0A-2E3BB99B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was recorded at Coningsby on 19 July 2022?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0622-35A4-41B8-8B58-DCF3BC80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can the same heatwave create unequal risk?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B5F91-5BDC-4FA8-9203-08746A2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0939809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A7AFC-C949-4E60-B1C3-5B35BCBB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1CE8A-5D0B-4856-B352-31A0C9B1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AEE7-60DE-44CD-8E86-F029C3C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8F406-78EC-4109-89C5-9AF681D0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39CA3-12E7-4CAA-99A4-0DCC8AC3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7877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D105C-8F97-475D-9680-140C216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E799A-8552-4A8A-ABA2-F00A7BF1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D4CE1-67E7-4A96-BFB5-29071EA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0D23D-AC52-4F49-A0AE-64555A15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06B38-042E-4D79-8CD4-A0AAFC39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8712913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A1B1B-6CE0-4C8B-83FB-D195304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E66F8-FEB0-4C97-B4F0-86926D0C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18951-3D32-4FAE-BF71-0CC10A3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3522B-2A46-4A55-AC3D-A1D1AD0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3D2B-481B-4504-8F7C-E2305135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3582835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91E18-8FEE-4C98-83BF-B2757C0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E4AC2-0B42-462A-9387-D3A51EB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FAD2D-2901-4495-AA5A-887195D4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E127E-8C3C-49BA-9206-16DE308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43E6A-4104-4957-99C2-95521F0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7303526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A858C-74A9-4478-B7D3-F5284C92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EA8EA-D736-40AF-85D8-758F18B7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b61a984c24a4a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653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B2C73-8B6F-400D-A899-9FE33990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Selected station maxima on 19 July 2022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16DBF-9418-416F-940B-A7E4443D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W4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Station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Maximum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Coningsby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 James’s 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Topcliffe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Sheffield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174AF-7B33-47DA-9418-C3A50F75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Four selected station maxima are not a national average or a long-term climate trend. The report marked values provisional at publication.</a:t>
            </a:r>
          </a:p>
        </p:txBody>
      </p:sp>
    </p:spTree>
    <p:extLst>
      <p:ext uri="{BB962C8B-B14F-4D97-AF65-F5344CB8AC3E}">
        <p14:creationId xmlns:p14="http://schemas.microsoft.com/office/powerpoint/2010/main" val="172573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2026-09-19T18:35:43.1370000Z</dcterms:created>
  <dcterms:modified xsi:type="dcterms:W3CDTF">2026-09-19T18:35:43.1370000Z</dcterms:modified>
</coreProperties>
</file>