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56f156293f484020"/><Relationship Type="http://schemas.openxmlformats.org/officeDocument/2006/relationships/extended-properties" Target="/docProps/app.xml" Id="R05be25c2e3d647d2"/><Relationship Type="http://schemas.openxmlformats.org/officeDocument/2006/relationships/officeDocument" Target="/ppt/presentation.xml" Id="Re4c19670a9404cb0"/><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8fe4d5a5e9d74ce0"/>
  </p:sldMasterIdLst>
  <p:notesMasterIdLst>
    <p:notesMasterId xmlns:r="http://schemas.openxmlformats.org/officeDocument/2006/relationships" r:id="R5d728928acd94077"/>
  </p:notesMasterIdLst>
  <p:sldIdLst>
    <p:sldId xmlns:r="http://schemas.openxmlformats.org/officeDocument/2006/relationships" id="256" r:id="Rf9372e4fed014dfd"/>
    <p:sldId xmlns:r="http://schemas.openxmlformats.org/officeDocument/2006/relationships" id="257" r:id="Rd118078650134f52"/>
    <p:sldId xmlns:r="http://schemas.openxmlformats.org/officeDocument/2006/relationships" id="258" r:id="R506437f1fc1d45fe"/>
    <p:sldId xmlns:r="http://schemas.openxmlformats.org/officeDocument/2006/relationships" id="259" r:id="R12879e2847cc4a88"/>
    <p:sldId xmlns:r="http://schemas.openxmlformats.org/officeDocument/2006/relationships" id="260" r:id="R8dd3e76a58634148"/>
    <p:sldId xmlns:r="http://schemas.openxmlformats.org/officeDocument/2006/relationships" id="261" r:id="R9d9ec6d4fac64b67"/>
    <p:sldId xmlns:r="http://schemas.openxmlformats.org/officeDocument/2006/relationships" id="262" r:id="R44075fe119aa4bbc"/>
    <p:sldId xmlns:r="http://schemas.openxmlformats.org/officeDocument/2006/relationships" id="263" r:id="R281de505b213430a"/>
    <p:sldId xmlns:r="http://schemas.openxmlformats.org/officeDocument/2006/relationships" id="264" r:id="R97f8df0d53344b94"/>
    <p:sldId xmlns:r="http://schemas.openxmlformats.org/officeDocument/2006/relationships" id="265" r:id="R1790b35908be4177"/>
    <p:sldId xmlns:r="http://schemas.openxmlformats.org/officeDocument/2006/relationships" id="266" r:id="R198ec12de7244c10"/>
    <p:sldId xmlns:r="http://schemas.openxmlformats.org/officeDocument/2006/relationships" id="267" r:id="R9d2f67a79c3f4ce4"/>
    <p:sldId xmlns:r="http://schemas.openxmlformats.org/officeDocument/2006/relationships" id="268" r:id="Red6d8f891df34a3d"/>
    <p:sldId xmlns:r="http://schemas.openxmlformats.org/officeDocument/2006/relationships" id="269" r:id="R03a95214b99e4692"/>
    <p:sldId xmlns:r="http://schemas.openxmlformats.org/officeDocument/2006/relationships" id="270" r:id="R6ead9b07775a4fa6"/>
    <p:sldId xmlns:r="http://schemas.openxmlformats.org/officeDocument/2006/relationships" id="271" r:id="Rb9e026a91ab94e71"/>
    <p:sldId xmlns:r="http://schemas.openxmlformats.org/officeDocument/2006/relationships" id="272" r:id="R1dd6dfa38ae34b09"/>
    <p:sldId xmlns:r="http://schemas.openxmlformats.org/officeDocument/2006/relationships" id="273" r:id="R8a59c99f87f8496c"/>
    <p:sldId xmlns:r="http://schemas.openxmlformats.org/officeDocument/2006/relationships" id="274" r:id="R70c0f402ebbc4b61"/>
    <p:sldId xmlns:r="http://schemas.openxmlformats.org/officeDocument/2006/relationships" id="275" r:id="R198003482a684059"/>
    <p:sldId xmlns:r="http://schemas.openxmlformats.org/officeDocument/2006/relationships" id="276" r:id="R5a3826f00c664b33"/>
    <p:sldId xmlns:r="http://schemas.openxmlformats.org/officeDocument/2006/relationships" id="277" r:id="R5d1af478ce5747d3"/>
    <p:sldId xmlns:r="http://schemas.openxmlformats.org/officeDocument/2006/relationships" id="278" r:id="R459f754957804406"/>
    <p:sldId xmlns:r="http://schemas.openxmlformats.org/officeDocument/2006/relationships" id="279" r:id="Rbd9e2e6bca7c4cbd"/>
    <p:sldId xmlns:r="http://schemas.openxmlformats.org/officeDocument/2006/relationships" id="280" r:id="Rf23ab976dc7f4cf9"/>
    <p:sldId xmlns:r="http://schemas.openxmlformats.org/officeDocument/2006/relationships" id="281" r:id="R062f88ee827f440b"/>
    <p:sldId xmlns:r="http://schemas.openxmlformats.org/officeDocument/2006/relationships" id="282" r:id="R98f049f71d344c47"/>
    <p:sldId xmlns:r="http://schemas.openxmlformats.org/officeDocument/2006/relationships" id="283" r:id="R0de5f72634af4b30"/>
    <p:sldId xmlns:r="http://schemas.openxmlformats.org/officeDocument/2006/relationships" id="284" r:id="R178aceef0d1342d7"/>
    <p:sldId xmlns:r="http://schemas.openxmlformats.org/officeDocument/2006/relationships" id="285" r:id="Rc4518cc8dd714072"/>
    <p:sldId xmlns:r="http://schemas.openxmlformats.org/officeDocument/2006/relationships" id="286" r:id="R4ac8d9fcbb2348d9"/>
    <p:sldId xmlns:r="http://schemas.openxmlformats.org/officeDocument/2006/relationships" id="287" r:id="R61f07db4402a4074"/>
    <p:sldId xmlns:r="http://schemas.openxmlformats.org/officeDocument/2006/relationships" id="288" r:id="Rbf058f50189f471d"/>
    <p:sldId xmlns:r="http://schemas.openxmlformats.org/officeDocument/2006/relationships" id="289" r:id="Ra101b82faadf47b6"/>
    <p:sldId xmlns:r="http://schemas.openxmlformats.org/officeDocument/2006/relationships" id="290" r:id="R5f8bff7aac91487f"/>
    <p:sldId xmlns:r="http://schemas.openxmlformats.org/officeDocument/2006/relationships" id="291" r:id="Rbd910469f30d4673"/>
    <p:sldId xmlns:r="http://schemas.openxmlformats.org/officeDocument/2006/relationships" id="292" r:id="R6ab1487f226b4fa6"/>
    <p:sldId xmlns:r="http://schemas.openxmlformats.org/officeDocument/2006/relationships" id="293" r:id="R3360af97d82745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aeb51fa25540fd" /><Relationship Type="http://schemas.openxmlformats.org/officeDocument/2006/relationships/slideMaster" Target="/ppt/slideMasters/slideMaster1.xml" Id="R8fe4d5a5e9d74ce0" /><Relationship Type="http://schemas.openxmlformats.org/officeDocument/2006/relationships/notesMaster" Target="/ppt/notesMasters/notesMaster1.xml" Id="R5d728928acd94077" /><Relationship Type="http://schemas.openxmlformats.org/officeDocument/2006/relationships/presProps" Target="/ppt/presProps.xml" Id="Rdc173f3e412c4f9e" /><Relationship Type="http://schemas.openxmlformats.org/officeDocument/2006/relationships/tableStyles" Target="/ppt/tableStyles.xml" Id="R57bb236fe55a4c44" /><Relationship Type="http://schemas.openxmlformats.org/officeDocument/2006/relationships/slide" Target="/ppt/slides/slide1.xml" Id="Rf9372e4fed014dfd" /><Relationship Type="http://schemas.openxmlformats.org/officeDocument/2006/relationships/slide" Target="/ppt/slides/slide2.xml" Id="Rd118078650134f52" /><Relationship Type="http://schemas.openxmlformats.org/officeDocument/2006/relationships/slide" Target="/ppt/slides/slide3.xml" Id="R506437f1fc1d45fe" /><Relationship Type="http://schemas.openxmlformats.org/officeDocument/2006/relationships/slide" Target="/ppt/slides/slide4.xml" Id="R12879e2847cc4a88" /><Relationship Type="http://schemas.openxmlformats.org/officeDocument/2006/relationships/slide" Target="/ppt/slides/slide5.xml" Id="R8dd3e76a58634148" /><Relationship Type="http://schemas.openxmlformats.org/officeDocument/2006/relationships/slide" Target="/ppt/slides/slide6.xml" Id="R9d9ec6d4fac64b67" /><Relationship Type="http://schemas.openxmlformats.org/officeDocument/2006/relationships/slide" Target="/ppt/slides/slide7.xml" Id="R44075fe119aa4bbc" /><Relationship Type="http://schemas.openxmlformats.org/officeDocument/2006/relationships/slide" Target="/ppt/slides/slide8.xml" Id="R281de505b213430a" /><Relationship Type="http://schemas.openxmlformats.org/officeDocument/2006/relationships/slide" Target="/ppt/slides/slide9.xml" Id="R97f8df0d53344b94" /><Relationship Type="http://schemas.openxmlformats.org/officeDocument/2006/relationships/slide" Target="/ppt/slides/slide10.xml" Id="R1790b35908be4177" /><Relationship Type="http://schemas.openxmlformats.org/officeDocument/2006/relationships/slide" Target="/ppt/slides/slide11.xml" Id="R198ec12de7244c10" /><Relationship Type="http://schemas.openxmlformats.org/officeDocument/2006/relationships/slide" Target="/ppt/slides/slide12.xml" Id="R9d2f67a79c3f4ce4" /><Relationship Type="http://schemas.openxmlformats.org/officeDocument/2006/relationships/slide" Target="/ppt/slides/slide13.xml" Id="Red6d8f891df34a3d" /><Relationship Type="http://schemas.openxmlformats.org/officeDocument/2006/relationships/slide" Target="/ppt/slides/slide14.xml" Id="R03a95214b99e4692" /><Relationship Type="http://schemas.openxmlformats.org/officeDocument/2006/relationships/slide" Target="/ppt/slides/slide15.xml" Id="R6ead9b07775a4fa6" /><Relationship Type="http://schemas.openxmlformats.org/officeDocument/2006/relationships/slide" Target="/ppt/slides/slide16.xml" Id="Rb9e026a91ab94e71" /><Relationship Type="http://schemas.openxmlformats.org/officeDocument/2006/relationships/slide" Target="/ppt/slides/slide17.xml" Id="R1dd6dfa38ae34b09" /><Relationship Type="http://schemas.openxmlformats.org/officeDocument/2006/relationships/slide" Target="/ppt/slides/slide18.xml" Id="R8a59c99f87f8496c" /><Relationship Type="http://schemas.openxmlformats.org/officeDocument/2006/relationships/slide" Target="/ppt/slides/slide19.xml" Id="R70c0f402ebbc4b61" /><Relationship Type="http://schemas.openxmlformats.org/officeDocument/2006/relationships/slide" Target="/ppt/slides/slide20.xml" Id="R198003482a684059" /><Relationship Type="http://schemas.openxmlformats.org/officeDocument/2006/relationships/slide" Target="/ppt/slides/slide21.xml" Id="R5a3826f00c664b33" /><Relationship Type="http://schemas.openxmlformats.org/officeDocument/2006/relationships/slide" Target="/ppt/slides/slide22.xml" Id="R5d1af478ce5747d3" /><Relationship Type="http://schemas.openxmlformats.org/officeDocument/2006/relationships/slide" Target="/ppt/slides/slide23.xml" Id="R459f754957804406" /><Relationship Type="http://schemas.openxmlformats.org/officeDocument/2006/relationships/slide" Target="/ppt/slides/slide24.xml" Id="Rbd9e2e6bca7c4cbd" /><Relationship Type="http://schemas.openxmlformats.org/officeDocument/2006/relationships/slide" Target="/ppt/slides/slide25.xml" Id="Rf23ab976dc7f4cf9" /><Relationship Type="http://schemas.openxmlformats.org/officeDocument/2006/relationships/slide" Target="/ppt/slides/slide26.xml" Id="R062f88ee827f440b" /><Relationship Type="http://schemas.openxmlformats.org/officeDocument/2006/relationships/slide" Target="/ppt/slides/slide27.xml" Id="R98f049f71d344c47" /><Relationship Type="http://schemas.openxmlformats.org/officeDocument/2006/relationships/slide" Target="/ppt/slides/slide28.xml" Id="R0de5f72634af4b30" /><Relationship Type="http://schemas.openxmlformats.org/officeDocument/2006/relationships/slide" Target="/ppt/slides/slide29.xml" Id="R178aceef0d1342d7" /><Relationship Type="http://schemas.openxmlformats.org/officeDocument/2006/relationships/slide" Target="/ppt/slides/slide30.xml" Id="Rc4518cc8dd714072" /><Relationship Type="http://schemas.openxmlformats.org/officeDocument/2006/relationships/slide" Target="/ppt/slides/slide31.xml" Id="R4ac8d9fcbb2348d9" /><Relationship Type="http://schemas.openxmlformats.org/officeDocument/2006/relationships/slide" Target="/ppt/slides/slide32.xml" Id="R61f07db4402a4074" /><Relationship Type="http://schemas.openxmlformats.org/officeDocument/2006/relationships/slide" Target="/ppt/slides/slide33.xml" Id="Rbf058f50189f471d" /><Relationship Type="http://schemas.openxmlformats.org/officeDocument/2006/relationships/slide" Target="/ppt/slides/slide34.xml" Id="Ra101b82faadf47b6" /><Relationship Type="http://schemas.openxmlformats.org/officeDocument/2006/relationships/slide" Target="/ppt/slides/slide35.xml" Id="R5f8bff7aac91487f" /><Relationship Type="http://schemas.openxmlformats.org/officeDocument/2006/relationships/slide" Target="/ppt/slides/slide36.xml" Id="Rbd910469f30d4673" /><Relationship Type="http://schemas.openxmlformats.org/officeDocument/2006/relationships/slide" Target="/ppt/slides/slide37.xml" Id="R6ab1487f226b4fa6" /><Relationship Type="http://schemas.openxmlformats.org/officeDocument/2006/relationships/slide" Target="/ppt/slides/slide38.xml" Id="R3360af97d82745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840d59d0e644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e4bd57a2744588" /><Relationship Type="http://schemas.openxmlformats.org/officeDocument/2006/relationships/notesMaster" Target="/ppt/notesMasters/notesMaster1.xml" Id="R7b75f827aebd44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7e9316191345e9" /><Relationship Type="http://schemas.openxmlformats.org/officeDocument/2006/relationships/notesMaster" Target="/ppt/notesMasters/notesMaster1.xml" Id="Rd8a3e587cfb54d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e4fbca9cc642ac" /><Relationship Type="http://schemas.openxmlformats.org/officeDocument/2006/relationships/notesMaster" Target="/ppt/notesMasters/notesMaster1.xml" Id="R734a5371769a4e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cd1b02aeae4fb6" /><Relationship Type="http://schemas.openxmlformats.org/officeDocument/2006/relationships/notesMaster" Target="/ppt/notesMasters/notesMaster1.xml" Id="R9222cb68255c45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08909c738949ee" /><Relationship Type="http://schemas.openxmlformats.org/officeDocument/2006/relationships/notesMaster" Target="/ppt/notesMasters/notesMaster1.xml" Id="Re3d98232fbc64a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51697b0fff4ba4" /><Relationship Type="http://schemas.openxmlformats.org/officeDocument/2006/relationships/notesMaster" Target="/ppt/notesMasters/notesMaster1.xml" Id="R5ca8dc63d87f40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0faefb051c4295" /><Relationship Type="http://schemas.openxmlformats.org/officeDocument/2006/relationships/notesMaster" Target="/ppt/notesMasters/notesMaster1.xml" Id="R1fd1b69163034e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0f01920b83425e" /><Relationship Type="http://schemas.openxmlformats.org/officeDocument/2006/relationships/notesMaster" Target="/ppt/notesMasters/notesMaster1.xml" Id="Re6ef7394a76446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d31acc60804bb6" /><Relationship Type="http://schemas.openxmlformats.org/officeDocument/2006/relationships/notesMaster" Target="/ppt/notesMasters/notesMaster1.xml" Id="Rc4e74ccffda1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38eaa1d8534c37" /><Relationship Type="http://schemas.openxmlformats.org/officeDocument/2006/relationships/notesMaster" Target="/ppt/notesMasters/notesMaster1.xml" Id="Re7ab46db95494f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bbaf59fe8c4f2e" /><Relationship Type="http://schemas.openxmlformats.org/officeDocument/2006/relationships/notesMaster" Target="/ppt/notesMasters/notesMaster1.xml" Id="R7edd007d0c874a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f5333d7e4a4ae4" /><Relationship Type="http://schemas.openxmlformats.org/officeDocument/2006/relationships/notesMaster" Target="/ppt/notesMasters/notesMaster1.xml" Id="R24d3eeea81a44f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f4b054565e43b9" /><Relationship Type="http://schemas.openxmlformats.org/officeDocument/2006/relationships/notesMaster" Target="/ppt/notesMasters/notesMaster1.xml" Id="Re17994b864a54b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c85f5da05e476e" /><Relationship Type="http://schemas.openxmlformats.org/officeDocument/2006/relationships/notesMaster" Target="/ppt/notesMasters/notesMaster1.xml" Id="R88bc148d918b47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d228491ae94423" /><Relationship Type="http://schemas.openxmlformats.org/officeDocument/2006/relationships/notesMaster" Target="/ppt/notesMasters/notesMaster1.xml" Id="R9f4c156e8f7341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9ef785fcfc4c63" /><Relationship Type="http://schemas.openxmlformats.org/officeDocument/2006/relationships/notesMaster" Target="/ppt/notesMasters/notesMaster1.xml" Id="R3fcadabfe2a842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68d2a925a54180" /><Relationship Type="http://schemas.openxmlformats.org/officeDocument/2006/relationships/notesMaster" Target="/ppt/notesMasters/notesMaster1.xml" Id="Rd6685f77892e48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f9ff40dea94d9b" /><Relationship Type="http://schemas.openxmlformats.org/officeDocument/2006/relationships/notesMaster" Target="/ppt/notesMasters/notesMaster1.xml" Id="R6ea7479ad0284e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aaab25b16741e8" /><Relationship Type="http://schemas.openxmlformats.org/officeDocument/2006/relationships/notesMaster" Target="/ppt/notesMasters/notesMaster1.xml" Id="R87395ce897b040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ab78ea64cf411d" /><Relationship Type="http://schemas.openxmlformats.org/officeDocument/2006/relationships/notesMaster" Target="/ppt/notesMasters/notesMaster1.xml" Id="R4a0a277761b748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0a2b358bd54086" /><Relationship Type="http://schemas.openxmlformats.org/officeDocument/2006/relationships/notesMaster" Target="/ppt/notesMasters/notesMaster1.xml" Id="Ra07372b8baea49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5aafdb87424d78" /><Relationship Type="http://schemas.openxmlformats.org/officeDocument/2006/relationships/notesMaster" Target="/ppt/notesMasters/notesMaster1.xml" Id="R417c220aca9f42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d2f7edbee54c89" /><Relationship Type="http://schemas.openxmlformats.org/officeDocument/2006/relationships/notesMaster" Target="/ppt/notesMasters/notesMaster1.xml" Id="R47834f1e137143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f969caa0d94fe9" /><Relationship Type="http://schemas.openxmlformats.org/officeDocument/2006/relationships/notesMaster" Target="/ppt/notesMasters/notesMaster1.xml" Id="Re16ebbd33c914e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728656c679342bd" /><Relationship Type="http://schemas.openxmlformats.org/officeDocument/2006/relationships/notesMaster" Target="/ppt/notesMasters/notesMaster1.xml" Id="R6fb820ad4ea54e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07e84be1374aea" /><Relationship Type="http://schemas.openxmlformats.org/officeDocument/2006/relationships/notesMaster" Target="/ppt/notesMasters/notesMaster1.xml" Id="R8855c4c405e449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70383e43c284567" /><Relationship Type="http://schemas.openxmlformats.org/officeDocument/2006/relationships/notesMaster" Target="/ppt/notesMasters/notesMaster1.xml" Id="Rb326d272eb6d48d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6baed060acb4f78" /><Relationship Type="http://schemas.openxmlformats.org/officeDocument/2006/relationships/notesMaster" Target="/ppt/notesMasters/notesMaster1.xml" Id="R7d25630311024fd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924dfa9e974536" /><Relationship Type="http://schemas.openxmlformats.org/officeDocument/2006/relationships/notesMaster" Target="/ppt/notesMasters/notesMaster1.xml" Id="R9f8a48a9d2804d7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8c98712b93a43ac" /><Relationship Type="http://schemas.openxmlformats.org/officeDocument/2006/relationships/notesMaster" Target="/ppt/notesMasters/notesMaster1.xml" Id="Rc2a4b4abda2746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175e1c74f72467f" /><Relationship Type="http://schemas.openxmlformats.org/officeDocument/2006/relationships/notesMaster" Target="/ppt/notesMasters/notesMaster1.xml" Id="Rc2ce2aa5acfc46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6f4421ac73469a" /><Relationship Type="http://schemas.openxmlformats.org/officeDocument/2006/relationships/notesMaster" Target="/ppt/notesMasters/notesMaster1.xml" Id="Ra5b8cdbafb8445e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97ddb265323438c" /><Relationship Type="http://schemas.openxmlformats.org/officeDocument/2006/relationships/notesMaster" Target="/ppt/notesMasters/notesMaster1.xml" Id="Rf90eb3abfe5c41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94bd2ca2ad14e04" /><Relationship Type="http://schemas.openxmlformats.org/officeDocument/2006/relationships/notesMaster" Target="/ppt/notesMasters/notesMaster1.xml" Id="Ra6754fc3848746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75e28bac6354cdc" /><Relationship Type="http://schemas.openxmlformats.org/officeDocument/2006/relationships/notesMaster" Target="/ppt/notesMasters/notesMaster1.xml" Id="R50dad81b535d46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52ceb1849a44f2e" /><Relationship Type="http://schemas.openxmlformats.org/officeDocument/2006/relationships/notesMaster" Target="/ppt/notesMasters/notesMaster1.xml" Id="R186c3a80437c4c8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439b2ccb2fe4b26" /><Relationship Type="http://schemas.openxmlformats.org/officeDocument/2006/relationships/notesMaster" Target="/ppt/notesMasters/notesMaster1.xml" Id="Rf7cd9d63118e4fd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55607835e144b11" /><Relationship Type="http://schemas.openxmlformats.org/officeDocument/2006/relationships/notesMaster" Target="/ppt/notesMasters/notesMaster1.xml" Id="Reac57820a44f43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No. It supported a worthwhile possibility; no later outcome was known.</a:t>
            </a:r>
          </a:p>
          <a:p xmlns:a="http://schemas.openxmlformats.org/drawingml/2006/main">
            <a:r>
              <a:t>2. Adult answer: A trained adult’s safety check and repair using the available materials.</a:t>
            </a:r>
          </a:p>
          <a:p xmlns:a="http://schemas.openxmlformats.org/drawingml/2006/main">
            <a:r>
              <a:t>3. Adult answer: No. Outcomes depend on many circumstances; the sources did not establish that blame.</a:t>
            </a:r>
          </a:p>
          <a:p xmlns:a="http://schemas.openxmlformats.org/drawingml/2006/main">
            <a:r>
              <a:t>4. Adult answer: Relevant evidence and reasons, including a possible counterargument.</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Available materials supported one bed and the adult check addressed safety; the goal was possible without a guarantee.</a:t>
            </a:r>
          </a:p>
          <a:p xmlns:a="http://schemas.openxmlformats.org/drawingml/2006/main">
            <a:r>
              <a:t>2. Adult answer: It could allow regulation, safety checking and adaptation instead of demanding immediate unsafe action.</a:t>
            </a:r>
          </a:p>
          <a:p xmlns:a="http://schemas.openxmlformats.org/drawingml/2006/main">
            <a:r>
              <a:t>3. Adult answer: It was a sacred narrative with an interpreted meaning; it did not supply evidence of the garden’s future outcome.</a:t>
            </a:r>
          </a:p>
          <a:p xmlns:a="http://schemas.openxmlformats.org/drawingml/2006/main">
            <a:r>
              <a:t>4. Adult answer: State it accurately, recognise a real strength, then test it with relevant evidence and a reasoned challenge.</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It needed a feasible action, safety information and practical support. Motivation alone did not establish resources or the outcome.</a:t>
            </a:r>
          </a:p>
          <a:p xmlns:a="http://schemas.openxmlformats.org/drawingml/2006/main">
            <a:r>
              <a:t>2. Adult answer: One repaired bed could preserve a worthwhile gardening aim while adapting scale to resources and safety.</a:t>
            </a:r>
          </a:p>
          <a:p xmlns:a="http://schemas.openxmlformats.org/drawingml/2006/main">
            <a:r>
              <a:t>3. Adult answer: A source can support meaning or motivation for some people. A guarantee says an outcome must occur; that is not established by the source or case.</a:t>
            </a:r>
          </a:p>
          <a:p xmlns:a="http://schemas.openxmlformats.org/drawingml/2006/main">
            <a:r>
              <a:t>4. Adult answer: It states the conditions or limits that affect the conclusion and explains them with evidence, rather than only saying “it depends”.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linked source beliefs to possible hope or resilience while recognising practical needs. A checked smaller garden plan, support and permission to pause mattered. Belief could support meaning or motivation without guaranteeing success; a setback did not prove weak belief.</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“This fact challenges the view because…” begins a reasoned counterargument, provided a relevant fact and actual explanation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entrance cannot be used by some visitors, so equal hours alone do not establish access. Shared hours can be predictable and consistent, which is a real strength. A qualified judgement keeps useful common rules while addressing the evidenced entrance barrier. This guided practice does not supply the pupil’s reading-guide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entrance cannot be used by some visitors, so equal hours alone do not establish access. Shared hours can be predictable and consistent, which is a real strength. A qualified judgement keeps useful common rules while addressing the evidenced entrance barrier. This guided practice does not supply the pupil’s reading-guide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entrance cannot be used by some visitors, so equal hours alone do not establish access. Shared hours can be predictable and consistent, which is a real strength. A qualified judgement keeps useful common rules while addressing the evidenced entrance barrier. This guided practice does not supply the pupil’s reading-guide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The participant cannot access the spoken format; the written format provides the same steps and is available.</a:t>
            </a:r>
          </a:p>
          <a:p xmlns:a="http://schemas.openxmlformats.org/drawingml/2006/main">
            <a:r>
              <a:t>2. Adult answer: Different formats can provide access to the same task; a consistent rule can be to meet justified access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Identical spoken delivery excludes this participant; written steps change access format rather than the task information, so difference is not inherently favouritism.</a:t>
            </a:r>
          </a:p>
          <a:p xmlns:a="http://schemas.openxmlformats.org/drawingml/2006/main">
            <a:r>
              <a:t>2. Adult answer: Keep consistent criteria and the same relevant information while allowing evidenced access adjustments; the claim that any difference is unfair is too broad.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LAUNCH_RE_S1_W05.html; SHA-256 6e1809624f9acd8253c090d45316fc39cac5e83e94b92f607ac62cdb16e828ca.</a:t>
            </a:r>
          </a:p>
          <a:p xmlns:a="http://schemas.openxmlformats.org/drawingml/2006/main">
            <a:r>
              <a:t>Lesson LAUNCH-RE-S1-W05;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The argument assumes sameness ensures access, contradicted by the stated barrier and available equivalent written steps.</a:t>
            </a:r>
          </a:p>
          <a:p xmlns:a="http://schemas.openxmlformats.org/drawingml/2006/main">
            <a:r>
              <a:t>2. Adult answer: A supported judgement allows the written version on consistent access grounds. A genuinely unknown resource or content-equivalence constraint could need checking; do not invent it as a fact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43e1360ef41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e00412447b45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cc0ca4ed7945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c47a43cfa644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e19cd04e3543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91c918a2fc4c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51E6DE-6157-4FB5-8522-2CC5836D5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5E81D6-5652-4B2D-A0B1-3DE0C65062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331689-6994-4A4A-BBF9-FAC1F718E1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C47C3C-8D74-4542-BAFF-0067003624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150D33-7723-4D0D-AA53-05DDB0A31C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2599B4-E1AE-41B8-9FB0-26C46DAF79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4D4C55-F91B-481C-AC47-F68317DD13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617598-2DB5-4C46-B79C-41EB0CF5C5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53DF15-2532-49F6-B423-67F98B38E6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C64F70-1D1D-4E6F-A70D-6382A3F911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82419f81444ec1" /><Relationship Type="http://schemas.openxmlformats.org/officeDocument/2006/relationships/slideLayout" Target="/ppt/slideLayouts/slideLayout1.xml" Id="Re637df02658049cc" /><Relationship Type="http://schemas.openxmlformats.org/officeDocument/2006/relationships/slideLayout" Target="/ppt/slideLayouts/slideLayout2.xml" Id="R5642a5d6ae6b42c9" /><Relationship Type="http://schemas.openxmlformats.org/officeDocument/2006/relationships/slideLayout" Target="/ppt/slideLayouts/slideLayout3.xml" Id="R613761f0f1064360" /><Relationship Type="http://schemas.openxmlformats.org/officeDocument/2006/relationships/slideLayout" Target="/ppt/slideLayouts/slideLayout4.xml" Id="R3df124c8ffb24518" /><Relationship Type="http://schemas.openxmlformats.org/officeDocument/2006/relationships/slideLayout" Target="/ppt/slideLayouts/slideLayout5.xml" Id="R1fa2191ae8c74943" /><Relationship Type="http://schemas.openxmlformats.org/officeDocument/2006/relationships/slideLayout" Target="/ppt/slideLayouts/slideLayout6.xml" Id="Rc87a8b0990d84a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37df02658049cc"/>
    <p:sldLayoutId xmlns:r="http://schemas.openxmlformats.org/officeDocument/2006/relationships" id="2147483650" r:id="R5642a5d6ae6b42c9"/>
    <p:sldLayoutId xmlns:r="http://schemas.openxmlformats.org/officeDocument/2006/relationships" id="2147483651" r:id="R613761f0f1064360"/>
    <p:sldLayoutId xmlns:r="http://schemas.openxmlformats.org/officeDocument/2006/relationships" id="2147483652" r:id="R3df124c8ffb24518"/>
    <p:sldLayoutId xmlns:r="http://schemas.openxmlformats.org/officeDocument/2006/relationships" id="2147483653" r:id="R1fa2191ae8c74943"/>
    <p:sldLayoutId xmlns:r="http://schemas.openxmlformats.org/officeDocument/2006/relationships" id="2147483654" r:id="Rc87a8b0990d84ac5"/>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cddbd8b9084353" /><Relationship Type="http://schemas.openxmlformats.org/officeDocument/2006/relationships/image" Target="/ppt/media/image.jpeg" Id="R9920178f0bd54136" /><Relationship Type="http://schemas.openxmlformats.org/officeDocument/2006/relationships/notesSlide" Target="/ppt/notesSlides/notesSlide1.xml" Id="R2138d5a7472c4c9a"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19bb0481c2e2460c"/><Relationship Type="http://schemas.openxmlformats.org/officeDocument/2006/relationships/image" Target="../media/image.jpeg" Id="R0761ece9c97d4a87"/><Relationship Type="http://schemas.openxmlformats.org/officeDocument/2006/relationships/notesSlide" Target="/ppt/notesSlides/notesSlide2.xml" Id="Rec1b12120d7f4d6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178a3bb54c5e49ff"/><Relationship Type="http://schemas.openxmlformats.org/officeDocument/2006/relationships/image" Target="../media/image.jpeg" Id="R0c73cefaa91b4295"/><Relationship Type="http://schemas.openxmlformats.org/officeDocument/2006/relationships/notesSlide" Target="/ppt/notesSlides/notesSlide3.xml" Id="R8785b61fc7ac458c"/></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29a6ee5943324e9b"/><Relationship Type="http://schemas.openxmlformats.org/officeDocument/2006/relationships/image" Target="../media/image.jpeg" Id="R30731cde22764cae"/><Relationship Type="http://schemas.openxmlformats.org/officeDocument/2006/relationships/notesSlide" Target="/ppt/notesSlides/notesSlide4.xml" Id="R873e75f02d6d45f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70db3bdfd347456a"/><Relationship Type="http://schemas.openxmlformats.org/officeDocument/2006/relationships/image" Target="../media/image.jpeg" Id="Rcf5e521371074e9d"/><Relationship Type="http://schemas.openxmlformats.org/officeDocument/2006/relationships/notesSlide" Target="/ppt/notesSlides/notesSlide5.xml" Id="R806bbbf21f494f1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bdc475809da54f2d"/><Relationship Type="http://schemas.openxmlformats.org/officeDocument/2006/relationships/image" Target="../media/image.jpeg" Id="Ref10f535d3ef4827"/><Relationship Type="http://schemas.openxmlformats.org/officeDocument/2006/relationships/notesSlide" Target="/ppt/notesSlides/notesSlide6.xml" Id="Rf8f1d320781d4bc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9ed61f35a62646a2"/><Relationship Type="http://schemas.openxmlformats.org/officeDocument/2006/relationships/image" Target="../media/image.jpeg" Id="R4915adf14b1b4009"/><Relationship Type="http://schemas.openxmlformats.org/officeDocument/2006/relationships/notesSlide" Target="/ppt/notesSlides/notesSlide7.xml" Id="R7f5f36ff4cb246d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9d642871eb945a2"/><Relationship Type="http://schemas.openxmlformats.org/officeDocument/2006/relationships/image" Target="../media/image.jpeg" Id="Rbca3d3ff573043a8"/><Relationship Type="http://schemas.openxmlformats.org/officeDocument/2006/relationships/notesSlide" Target="/ppt/notesSlides/notesSlide8.xml" Id="R2524b1eb05244b3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0bffe35b5ab24840"/><Relationship Type="http://schemas.openxmlformats.org/officeDocument/2006/relationships/image" Target="../media/image.jpeg" Id="R5518962a9ca54355"/><Relationship Type="http://schemas.openxmlformats.org/officeDocument/2006/relationships/notesSlide" Target="/ppt/notesSlides/notesSlide9.xml" Id="R61a1869e6c5047d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993038564854264"/><Relationship Type="http://schemas.openxmlformats.org/officeDocument/2006/relationships/image" Target="../media/image.jpeg" Id="Rd67a75d0ef074b99"/><Relationship Type="http://schemas.openxmlformats.org/officeDocument/2006/relationships/notesSlide" Target="/ppt/notesSlides/notesSlide10.xml" Id="R9576416a5d834ac5"/></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fa9155aafc7a46e4"/><Relationship Type="http://schemas.openxmlformats.org/officeDocument/2006/relationships/image" Target="../media/image.jpeg" Id="R26b45ecc1c984792"/><Relationship Type="http://schemas.openxmlformats.org/officeDocument/2006/relationships/notesSlide" Target="/ppt/notesSlides/notesSlide11.xml" Id="Rf99e32912d284dc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e15ee9cec67a4cc4"/><Relationship Type="http://schemas.openxmlformats.org/officeDocument/2006/relationships/image" Target="../media/image.jpeg" Id="Ra051ac4a34d04203"/><Relationship Type="http://schemas.openxmlformats.org/officeDocument/2006/relationships/notesSlide" Target="/ppt/notesSlides/notesSlide12.xml" Id="Rb0cd968a2ed74f4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fc1777b4914643dd"/><Relationship Type="http://schemas.openxmlformats.org/officeDocument/2006/relationships/image" Target="../media/image.jpeg" Id="Rf19618363bf840ad"/><Relationship Type="http://schemas.openxmlformats.org/officeDocument/2006/relationships/notesSlide" Target="/ppt/notesSlides/notesSlide13.xml" Id="R691ec75f71e7410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0f1fe8cd931e4ae0"/><Relationship Type="http://schemas.openxmlformats.org/officeDocument/2006/relationships/image" Target="../media/image.jpeg" Id="Raa2c2ead124d4fc8"/><Relationship Type="http://schemas.openxmlformats.org/officeDocument/2006/relationships/notesSlide" Target="/ppt/notesSlides/notesSlide14.xml" Id="R5a0b0420db4b423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ba672b240a354663"/><Relationship Type="http://schemas.openxmlformats.org/officeDocument/2006/relationships/image" Target="../media/image.jpeg" Id="Rb6bdd9cb9bfd4031"/><Relationship Type="http://schemas.openxmlformats.org/officeDocument/2006/relationships/notesSlide" Target="/ppt/notesSlides/notesSlide15.xml" Id="R4d9f49052206492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9c8683436e44c5b"/><Relationship Type="http://schemas.openxmlformats.org/officeDocument/2006/relationships/image" Target="../media/image.jpeg" Id="R0535de9533ef466e"/><Relationship Type="http://schemas.openxmlformats.org/officeDocument/2006/relationships/notesSlide" Target="/ppt/notesSlides/notesSlide16.xml" Id="Rda1344110f9a4d2a"/></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ba216518a97a4239"/><Relationship Type="http://schemas.openxmlformats.org/officeDocument/2006/relationships/image" Target="../media/image.jpeg" Id="R074673d3bcb54ddf"/><Relationship Type="http://schemas.openxmlformats.org/officeDocument/2006/relationships/notesSlide" Target="/ppt/notesSlides/notesSlide17.xml" Id="R04f8434567d44dd8"/></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e97af983e8e241d4"/><Relationship Type="http://schemas.openxmlformats.org/officeDocument/2006/relationships/image" Target="../media/image.jpeg" Id="R72b03101dfba4093"/><Relationship Type="http://schemas.openxmlformats.org/officeDocument/2006/relationships/notesSlide" Target="/ppt/notesSlides/notesSlide18.xml" Id="R062d19ee4ac641c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91a9c4ea16c841df"/><Relationship Type="http://schemas.openxmlformats.org/officeDocument/2006/relationships/image" Target="../media/image.jpeg" Id="R7c7622c7e25e48df"/><Relationship Type="http://schemas.openxmlformats.org/officeDocument/2006/relationships/notesSlide" Target="/ppt/notesSlides/notesSlide19.xml" Id="Ra6b48604095f4ac0"/></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9441bbff958d4fe1"/><Relationship Type="http://schemas.openxmlformats.org/officeDocument/2006/relationships/image" Target="../media/image.jpeg" Id="Rdbc25cf196ba44c1"/><Relationship Type="http://schemas.openxmlformats.org/officeDocument/2006/relationships/notesSlide" Target="/ppt/notesSlides/notesSlide20.xml" Id="Rec980680296c4230"/></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c298115784674986"/><Relationship Type="http://schemas.openxmlformats.org/officeDocument/2006/relationships/image" Target="../media/image.jpeg" Id="Ra1d7d861cbb24048"/><Relationship Type="http://schemas.openxmlformats.org/officeDocument/2006/relationships/notesSlide" Target="/ppt/notesSlides/notesSlide21.xml" Id="R8c1ca886d0ce4153"/></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64d115dae1f94387"/><Relationship Type="http://schemas.openxmlformats.org/officeDocument/2006/relationships/image" Target="../media/image.jpeg" Id="R4049f591a3cd451b"/><Relationship Type="http://schemas.openxmlformats.org/officeDocument/2006/relationships/notesSlide" Target="/ppt/notesSlides/notesSlide22.xml" Id="R42cc7b71e3ab461f"/></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0ec12e939cbb4d2c"/><Relationship Type="http://schemas.openxmlformats.org/officeDocument/2006/relationships/image" Target="../media/image.jpeg" Id="R6fa0713301ff4a04"/><Relationship Type="http://schemas.openxmlformats.org/officeDocument/2006/relationships/notesSlide" Target="/ppt/notesSlides/notesSlide23.xml" Id="R85953a725d164283"/></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87b79cd5730d4721"/><Relationship Type="http://schemas.openxmlformats.org/officeDocument/2006/relationships/image" Target="../media/image.jpeg" Id="Rb2d4693dde904381"/><Relationship Type="http://schemas.openxmlformats.org/officeDocument/2006/relationships/notesSlide" Target="/ppt/notesSlides/notesSlide24.xml" Id="Rbbf7873594e242ab"/></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27d87d59dc7d4739"/><Relationship Type="http://schemas.openxmlformats.org/officeDocument/2006/relationships/image" Target="../media/image.jpeg" Id="Rb3d1b3b2287d42b9"/><Relationship Type="http://schemas.openxmlformats.org/officeDocument/2006/relationships/notesSlide" Target="/ppt/notesSlides/notesSlide25.xml" Id="R309a106863fc4d85"/></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a9ff39b85cb4b57"/><Relationship Type="http://schemas.openxmlformats.org/officeDocument/2006/relationships/image" Target="../media/image.jpeg" Id="R3dbc686c027043d7"/><Relationship Type="http://schemas.openxmlformats.org/officeDocument/2006/relationships/notesSlide" Target="/ppt/notesSlides/notesSlide26.xml" Id="R444c2c6e8463439d"/></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153ba72e431e4a77"/><Relationship Type="http://schemas.openxmlformats.org/officeDocument/2006/relationships/image" Target="../media/image.jpeg" Id="R2c61c4dbce43455f"/><Relationship Type="http://schemas.openxmlformats.org/officeDocument/2006/relationships/notesSlide" Target="/ppt/notesSlides/notesSlide27.xml" Id="Ra41d2f597f9f4881"/></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54caa066cca4ae1"/><Relationship Type="http://schemas.openxmlformats.org/officeDocument/2006/relationships/image" Target="../media/image.jpeg" Id="Rc6da91ae5a444336"/><Relationship Type="http://schemas.openxmlformats.org/officeDocument/2006/relationships/notesSlide" Target="/ppt/notesSlides/notesSlide28.xml" Id="Raf05ee2c092a45ed"/></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924263e58fae49ab"/><Relationship Type="http://schemas.openxmlformats.org/officeDocument/2006/relationships/image" Target="../media/image.jpeg" Id="Rf276cf298bbc4096"/><Relationship Type="http://schemas.openxmlformats.org/officeDocument/2006/relationships/notesSlide" Target="/ppt/notesSlides/notesSlide29.xml" Id="R1918ef8ca50a42e6"/></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cb1dd1cafe134f51"/><Relationship Type="http://schemas.openxmlformats.org/officeDocument/2006/relationships/image" Target="../media/image.jpeg" Id="R710895fbed7745fd"/><Relationship Type="http://schemas.openxmlformats.org/officeDocument/2006/relationships/notesSlide" Target="/ppt/notesSlides/notesSlide30.xml" Id="R3262617f90064ba8"/></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2323e20b096d49b6"/><Relationship Type="http://schemas.openxmlformats.org/officeDocument/2006/relationships/image" Target="../media/image.jpeg" Id="Rc0a5c8a13f034301"/><Relationship Type="http://schemas.openxmlformats.org/officeDocument/2006/relationships/notesSlide" Target="/ppt/notesSlides/notesSlide31.xml" Id="R1f4c3a8c1d094c9a"/></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6ae33aabc64bfd"/><Relationship Type="http://schemas.openxmlformats.org/officeDocument/2006/relationships/image" Target="../media/image.jpeg" Id="Ra4e386ad837545cd"/><Relationship Type="http://schemas.openxmlformats.org/officeDocument/2006/relationships/notesSlide" Target="/ppt/notesSlides/notesSlide32.xml" Id="Rd44e289a08d1476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1a783f8aad074eb5"/><Relationship Type="http://schemas.openxmlformats.org/officeDocument/2006/relationships/image" Target="../media/image.jpeg" Id="Rf0696abea9ec4cc6"/><Relationship Type="http://schemas.openxmlformats.org/officeDocument/2006/relationships/notesSlide" Target="/ppt/notesSlides/notesSlide33.xml" Id="Rdb2451ba6b2e4658"/></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95b1576bb2ad41ea"/><Relationship Type="http://schemas.openxmlformats.org/officeDocument/2006/relationships/image" Target="../media/image.jpeg" Id="R2580c9a48def49eb"/><Relationship Type="http://schemas.openxmlformats.org/officeDocument/2006/relationships/notesSlide" Target="/ppt/notesSlides/notesSlide34.xml" Id="R19d2056986a64874"/></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18968b5f60124a2c"/><Relationship Type="http://schemas.openxmlformats.org/officeDocument/2006/relationships/image" Target="../media/image.jpeg" Id="R92c455a584114eb6"/><Relationship Type="http://schemas.openxmlformats.org/officeDocument/2006/relationships/notesSlide" Target="/ppt/notesSlides/notesSlide35.xml" Id="R53a180d46aad49b9"/></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d47656c61c4e412d"/><Relationship Type="http://schemas.openxmlformats.org/officeDocument/2006/relationships/image" Target="../media/image.jpeg" Id="R57ad0f8b6cb64a87"/><Relationship Type="http://schemas.openxmlformats.org/officeDocument/2006/relationships/notesSlide" Target="/ppt/notesSlides/notesSlide36.xml" Id="Rbedce3419be1444f"/></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36e6ace0e5734c71"/><Relationship Type="http://schemas.openxmlformats.org/officeDocument/2006/relationships/image" Target="../media/image.jpeg" Id="Rf3e2594a5ec146f4"/><Relationship Type="http://schemas.openxmlformats.org/officeDocument/2006/relationships/notesSlide" Target="/ppt/notesSlides/notesSlide37.xml" Id="R524b8e5b5cef44db"/></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607973e414194659"/><Relationship Type="http://schemas.openxmlformats.org/officeDocument/2006/relationships/image" Target="../media/image.jpeg" Id="R8ae814b9f75449aa"/><Relationship Type="http://schemas.openxmlformats.org/officeDocument/2006/relationships/notesSlide" Target="/ppt/notesSlides/notesSlide38.xml" Id="R6e86fa32d34442b1"/></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1E43BC6B-FC9A-4D0B-9AAA-482068CA696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86904688-9936-4632-B50B-B8966C96235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E5DDC1F1-E5C9-4070-BCC0-E322CA21495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5</a:t>
            </a:r>
          </a:p>
        </p:txBody>
      </p:sp>
      <p:sp>
        <p:nvSpPr>
          <p:cNvPr id="4" name="shape">
            <a:extLst xmlns:a="http://schemas.openxmlformats.org/drawingml/2006/main">
              <a:ext uri="{FF2B5EF4-FFF2-40B4-BE49-F238E27FC236}">
                <a16:creationId xmlns:a16="http://schemas.microsoft.com/office/drawing/2014/main" id="{00DF1F45-BD10-4251-8F4F-2C6D633954F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0DE2C6F-9F0E-4591-90B5-0037CBE7B3D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DB083B1-A065-4FC7-AA03-5B368FE2BC0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E2776F3-2572-4D26-81D9-133C73BC44F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C83E86-5C2E-4E6B-93FF-E0F5C1E1C7D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B54B2D1-22F9-4037-BADE-3230AB89852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125215E-5C5B-473B-A004-FB44AB43029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558859E0-2D28-4EB4-AE2A-6D280223079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5C4B2C4-8797-4705-9753-FE1C0AF983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A96D0CC0-8C8A-4070-8A5F-782DE0C881F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38</a:t>
            </a:r>
          </a:p>
        </p:txBody>
      </p:sp>
      <p:sp>
        <p:nvSpPr>
          <p:cNvPr id="14" name="licence-footer">
            <a:extLst xmlns:a="http://schemas.openxmlformats.org/drawingml/2006/main">
              <a:ext uri="{FF2B5EF4-FFF2-40B4-BE49-F238E27FC236}">
                <a16:creationId xmlns:a16="http://schemas.microsoft.com/office/drawing/2014/main" id="{AEDD6CB6-594F-4FC4-8F61-B343670E248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365A79C-3102-4AD0-8EA7-B6173743E367}"/>
              </a:ext>
            </a:extLst>
          </p:cNvPr>
          <p:cNvPicPr>
            <a:picLocks xmlns:a="http://schemas.openxmlformats.org/drawingml/2006/main" noChangeAspect="1"/>
          </p:cNvPicPr>
          <p:nvPr/>
        </p:nvPicPr>
        <p:blipFill>
          <a:blip xmlns:r="http://schemas.openxmlformats.org/officeDocument/2006/relationships" xmlns:a="http://schemas.openxmlformats.org/drawingml/2006/main" r:embed="R9920178f0bd541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C61E15-8ECD-4220-A384-27091BE8F55B}"/>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A66050CE-6F10-4F16-AE52-7B1D26544CEA}"/>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EE976C3B-9DFE-4C3F-9B8B-E1AAB0749E2D}"/>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5 · Lesson: LAUNCH-RE-S1-W05</a:t>
            </a:r>
          </a:p>
        </p:txBody>
      </p:sp>
      <p:sp>
        <p:nvSpPr>
          <p:cNvPr id="19" name="pupil-text">
            <a:extLst xmlns:a="http://schemas.openxmlformats.org/drawingml/2006/main">
              <a:ext uri="{FF2B5EF4-FFF2-40B4-BE49-F238E27FC236}">
                <a16:creationId xmlns:a16="http://schemas.microsoft.com/office/drawing/2014/main" id="{F42543EA-DA0A-474B-8742-F853E0F49382}"/>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Is treating everyone identically always fair?</a:t>
            </a:r>
          </a:p>
        </p:txBody>
      </p:sp>
      <p:sp>
        <p:nvSpPr>
          <p:cNvPr id="20" name="pupil-text">
            <a:extLst xmlns:a="http://schemas.openxmlformats.org/drawingml/2006/main">
              <a:ext uri="{FF2B5EF4-FFF2-40B4-BE49-F238E27FC236}">
                <a16:creationId xmlns:a16="http://schemas.microsoft.com/office/drawing/2014/main" id="{A75F4F3C-95EA-4AF9-92CF-67FE245E8A93}"/>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evaluate a viewpoint using evidence, a counterargument and a reasoned judgement.</a:t>
            </a:r>
          </a:p>
        </p:txBody>
      </p:sp>
      <p:sp>
        <p:nvSpPr>
          <p:cNvPr id="21" name="shape">
            <a:extLst xmlns:a="http://schemas.openxmlformats.org/drawingml/2006/main">
              <a:ext uri="{FF2B5EF4-FFF2-40B4-BE49-F238E27FC236}">
                <a16:creationId xmlns:a16="http://schemas.microsoft.com/office/drawing/2014/main" id="{C1AE881B-C8F3-4917-93B5-BC96C1958A49}"/>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3FA4173D-93E8-44C5-81C3-E9B82EA7AA9B}"/>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explain a strength and a limitation of a viewpoint before giving a supported</a:t>
            </a:r>
          </a:p>
        </p:txBody>
      </p:sp>
      <p:sp>
        <p:nvSpPr>
          <p:cNvPr id="23" name="shape">
            <a:extLst xmlns:a="http://schemas.openxmlformats.org/drawingml/2006/main">
              <a:ext uri="{FF2B5EF4-FFF2-40B4-BE49-F238E27FC236}">
                <a16:creationId xmlns:a16="http://schemas.microsoft.com/office/drawing/2014/main" id="{331DB12D-DC81-460C-913B-CBC6A271EA08}"/>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75B22B5-9B71-4242-942F-5C5CED539519}"/>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judgement.</a:t>
            </a:r>
          </a:p>
        </p:txBody>
      </p:sp>
      <p:sp>
        <p:nvSpPr>
          <p:cNvPr id="25" name="pupil-text">
            <a:extLst xmlns:a="http://schemas.openxmlformats.org/drawingml/2006/main">
              <a:ext uri="{FF2B5EF4-FFF2-40B4-BE49-F238E27FC236}">
                <a16:creationId xmlns:a16="http://schemas.microsoft.com/office/drawing/2014/main" id="{B5F3496D-63E4-4587-ABA6-8A12770651AD}"/>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Review an argument fairly and improve it with evidence.</a:t>
            </a:r>
          </a:p>
        </p:txBody>
      </p:sp>
      <p:sp>
        <p:nvSpPr>
          <p:cNvPr id="26" name="pupil-text">
            <a:extLst xmlns:a="http://schemas.openxmlformats.org/drawingml/2006/main">
              <a:ext uri="{FF2B5EF4-FFF2-40B4-BE49-F238E27FC236}">
                <a16:creationId xmlns:a16="http://schemas.microsoft.com/office/drawing/2014/main" id="{339D3853-EC70-431E-8E0B-DBD0057C20F0}"/>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7" name="pupil-text">
            <a:extLst xmlns:a="http://schemas.openxmlformats.org/drawingml/2006/main">
              <a:ext uri="{FF2B5EF4-FFF2-40B4-BE49-F238E27FC236}">
                <a16:creationId xmlns:a16="http://schemas.microsoft.com/office/drawing/2014/main" id="{1E985E85-AF79-426C-A480-8B8CA26551D8}"/>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8" name="pupil-text">
            <a:extLst xmlns:a="http://schemas.openxmlformats.org/drawingml/2006/main">
              <a:ext uri="{FF2B5EF4-FFF2-40B4-BE49-F238E27FC236}">
                <a16:creationId xmlns:a16="http://schemas.microsoft.com/office/drawing/2014/main" id="{F1E649B9-A73D-41B7-B905-A4F3C00AE985}"/>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11500841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F25D331-E3BC-478C-ADD2-BDD4E5EE4AD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8F80FB4-EA1B-4AEA-A4B2-71119C3717E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D637526B-64EC-48AC-8054-9B0E4DFE5BF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5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1819BA2F-EB51-49E5-895C-B3978999658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D4BBD00-0C81-4160-9F0F-0A3974C7254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1AB2D66-3AA1-49DB-A54F-F804EDF8F7A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33B5A38-FE40-4EE9-9B8D-F27D50F3A25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D7F4FD7-874D-4067-AE1D-80D02B0AFF7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C37C582-6E34-41C3-B403-EBD98616881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A7D6990-1AB9-4D93-AB24-09566022D1F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34F5EEEA-6186-4676-9BE7-9FEAFE93265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6B7F8C0-B20C-4BE9-B9F4-ED23F9EC430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758029B-2C4C-428F-8C46-DF584620AF7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38</a:t>
            </a:r>
          </a:p>
        </p:txBody>
      </p:sp>
      <p:sp>
        <p:nvSpPr>
          <p:cNvPr id="14" name="licence-footer">
            <a:extLst xmlns:a="http://schemas.openxmlformats.org/drawingml/2006/main">
              <a:ext uri="{FF2B5EF4-FFF2-40B4-BE49-F238E27FC236}">
                <a16:creationId xmlns:a16="http://schemas.microsoft.com/office/drawing/2014/main" id="{DAA3FA86-EB21-4DC3-8D56-9508E26AB13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D1F8B72-6841-42E1-83C0-BDF5283DCE70}"/>
              </a:ext>
            </a:extLst>
          </p:cNvPr>
          <p:cNvPicPr>
            <a:picLocks xmlns:a="http://schemas.openxmlformats.org/drawingml/2006/main" noChangeAspect="1"/>
          </p:cNvPicPr>
          <p:nvPr/>
        </p:nvPicPr>
        <p:blipFill>
          <a:blip xmlns:r="http://schemas.openxmlformats.org/officeDocument/2006/relationships" xmlns:a="http://schemas.openxmlformats.org/drawingml/2006/main" r:embed="R0761ece9c97d4a8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96B98F1-0690-45C1-82A9-81DD7D2F20C1}"/>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7CDCFB36-ADA5-41F9-AE90-E70BA569D151}"/>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1649B29A-0DE8-420A-93F6-CFB4E8B2CE3E}"/>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EECAE1A0-3733-4E8B-BD83-B8D0676CD7CA}"/>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7B24CAA6-B5E5-42CC-914B-8EE2A7206433}"/>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C14A7C4A-7399-436E-B81D-2444A32FDFFD}"/>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3092D0EA-96E5-45D1-942C-62F0583B502C}"/>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5CB3C2D2-937B-489B-A246-DCB822421BFA}"/>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C5295BB3-C9EC-45D6-9B13-06F9E4785E20}"/>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67683581-6D46-42A3-AE6C-03468986B8C6}"/>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90CA8F8F-839D-425B-87E6-685F7681247C}"/>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05C7A99E-91AD-45A3-86AC-31335F0C859F}"/>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15451819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3C5586D-F015-4D8C-AC44-6F4B2335E7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99CCDD69-E958-4988-81A5-4B1BDCBF402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BD45849-2AB8-4CB6-943F-3D3CFB6AF9A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E0EC9807-DE8A-4497-8D15-48135E4F0C4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12F96ED-E52B-4A86-A8F7-8B27F418E68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8D0A345-5378-43C0-A318-6148468622E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0BF22AD-3DF8-49EB-8E62-B8E9772D5C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39BF452-DE13-4932-A1AE-081241926C6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E7A706E-2B70-4EFC-9B4A-83B9A349A73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8DDFF52-8B44-4ECF-9BA9-2CE419E30B1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5F3403B4-4167-4BAB-BD75-672A3B0DD66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53D6F58-88BC-4056-940F-AA61CF9C99E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D9053EE-EFB3-413E-B190-33545666C8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38</a:t>
            </a:r>
          </a:p>
        </p:txBody>
      </p:sp>
      <p:sp>
        <p:nvSpPr>
          <p:cNvPr id="14" name="licence-footer">
            <a:extLst xmlns:a="http://schemas.openxmlformats.org/drawingml/2006/main">
              <a:ext uri="{FF2B5EF4-FFF2-40B4-BE49-F238E27FC236}">
                <a16:creationId xmlns:a16="http://schemas.microsoft.com/office/drawing/2014/main" id="{17DCCAA4-9651-4582-B0D5-53584BA978F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49CD4D7-24E3-4425-A10B-08B6E0151D97}"/>
              </a:ext>
            </a:extLst>
          </p:cNvPr>
          <p:cNvPicPr>
            <a:picLocks xmlns:a="http://schemas.openxmlformats.org/drawingml/2006/main" noChangeAspect="1"/>
          </p:cNvPicPr>
          <p:nvPr/>
        </p:nvPicPr>
        <p:blipFill>
          <a:blip xmlns:r="http://schemas.openxmlformats.org/officeDocument/2006/relationships" xmlns:a="http://schemas.openxmlformats.org/drawingml/2006/main" r:embed="R0c73cefaa91b429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4CC5DBF-95A1-4F54-A8CD-861E31B3384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a:t>
            </a:r>
          </a:p>
        </p:txBody>
      </p:sp>
      <p:sp>
        <p:nvSpPr>
          <p:cNvPr id="17" name="pupil-text">
            <a:extLst xmlns:a="http://schemas.openxmlformats.org/drawingml/2006/main">
              <a:ext uri="{FF2B5EF4-FFF2-40B4-BE49-F238E27FC236}">
                <a16:creationId xmlns:a16="http://schemas.microsoft.com/office/drawing/2014/main" id="{780594FC-F601-480E-80C4-95307235D16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passing.</a:t>
            </a:r>
          </a:p>
        </p:txBody>
      </p:sp>
      <p:sp>
        <p:nvSpPr>
          <p:cNvPr id="18" name="pupil-text">
            <a:extLst xmlns:a="http://schemas.openxmlformats.org/drawingml/2006/main">
              <a:ext uri="{FF2B5EF4-FFF2-40B4-BE49-F238E27FC236}">
                <a16:creationId xmlns:a16="http://schemas.microsoft.com/office/drawing/2014/main" id="{CBD9357A-81CC-4A80-89A0-A861161C8DE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Is treating everyone identically always fair?</a:t>
            </a:r>
          </a:p>
        </p:txBody>
      </p:sp>
    </p:spTree>
    <p:extLst>
      <p:ext uri="{BB962C8B-B14F-4D97-AF65-F5344CB8AC3E}">
        <p14:creationId xmlns:p14="http://schemas.microsoft.com/office/powerpoint/2010/main" val="14718667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442FFD66-DB85-4BC8-8147-75C11217284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2D5AECF-AA64-4B9C-9FCD-C22B26E9181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76EB6A9-50DA-4A79-9C2C-D9D6E657E71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BF1D4A56-4779-4AC2-A228-8B0AA5CAF83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73A8D0-C246-429B-A0D0-C6760A5ACDF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D1C30D9-F344-4F7C-B885-3E05A70B477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6CE5C19-F982-4053-BC2E-28A212228BD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308BF73-20FE-48E3-949D-0CC824D6CA7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294A3C-9E9E-4034-9992-076E77405D4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B75DE3F-4248-4B93-A855-D80D4AF2ED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56260F92-466F-42CB-802F-1248D477E5C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C1A7315-1590-46B3-91E1-757A754FFE7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AB0596B-5E6D-4DC4-BD3E-1F3EBBE5A9A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38</a:t>
            </a:r>
          </a:p>
        </p:txBody>
      </p:sp>
      <p:sp>
        <p:nvSpPr>
          <p:cNvPr id="14" name="licence-footer">
            <a:extLst xmlns:a="http://schemas.openxmlformats.org/drawingml/2006/main">
              <a:ext uri="{FF2B5EF4-FFF2-40B4-BE49-F238E27FC236}">
                <a16:creationId xmlns:a16="http://schemas.microsoft.com/office/drawing/2014/main" id="{58FE7962-1205-4C16-BF61-40ED02BE8A4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6F617BF-95F9-48A6-B180-2183E57AF6E9}"/>
              </a:ext>
            </a:extLst>
          </p:cNvPr>
          <p:cNvPicPr>
            <a:picLocks xmlns:a="http://schemas.openxmlformats.org/drawingml/2006/main" noChangeAspect="1"/>
          </p:cNvPicPr>
          <p:nvPr/>
        </p:nvPicPr>
        <p:blipFill>
          <a:blip xmlns:r="http://schemas.openxmlformats.org/officeDocument/2006/relationships" xmlns:a="http://schemas.openxmlformats.org/drawingml/2006/main" r:embed="R30731cde22764ca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537CE7A-A1C6-4096-BB76-98BBD49FE9D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7D4C314D-49B4-4429-96C2-03E0648FF209}"/>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8" name="pupil-text">
            <a:extLst xmlns:a="http://schemas.openxmlformats.org/drawingml/2006/main">
              <a:ext uri="{FF2B5EF4-FFF2-40B4-BE49-F238E27FC236}">
                <a16:creationId xmlns:a16="http://schemas.microsoft.com/office/drawing/2014/main" id="{BA68C9B8-3A39-4CB3-849D-D909C1454E7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hope guarantee the garden plan would succeed?</a:t>
            </a:r>
          </a:p>
        </p:txBody>
      </p:sp>
      <p:sp>
        <p:nvSpPr>
          <p:cNvPr id="19" name="pupil-text">
            <a:extLst xmlns:a="http://schemas.openxmlformats.org/drawingml/2006/main">
              <a:ext uri="{FF2B5EF4-FFF2-40B4-BE49-F238E27FC236}">
                <a16:creationId xmlns:a16="http://schemas.microsoft.com/office/drawing/2014/main" id="{F00917A4-11BB-47FC-9DE9-82BCBFD319F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pupil-text">
            <a:extLst xmlns:a="http://schemas.openxmlformats.org/drawingml/2006/main">
              <a:ext uri="{FF2B5EF4-FFF2-40B4-BE49-F238E27FC236}">
                <a16:creationId xmlns:a16="http://schemas.microsoft.com/office/drawing/2014/main" id="{6787717B-E0E0-4D82-BDF2-3D0E339A470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practical support did the garden need?</a:t>
            </a:r>
          </a:p>
        </p:txBody>
      </p:sp>
      <p:sp>
        <p:nvSpPr>
          <p:cNvPr id="21" name="pupil-text">
            <a:extLst xmlns:a="http://schemas.openxmlformats.org/drawingml/2006/main">
              <a:ext uri="{FF2B5EF4-FFF2-40B4-BE49-F238E27FC236}">
                <a16:creationId xmlns:a16="http://schemas.microsoft.com/office/drawing/2014/main" id="{CD29EF51-E25B-448B-A9B4-4735924F65E3}"/>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2" name="pupil-text">
            <a:extLst xmlns:a="http://schemas.openxmlformats.org/drawingml/2006/main">
              <a:ext uri="{FF2B5EF4-FFF2-40B4-BE49-F238E27FC236}">
                <a16:creationId xmlns:a16="http://schemas.microsoft.com/office/drawing/2014/main" id="{53DD99C3-693B-4E21-B86B-6F30B14F44CD}"/>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a setback show a person had weak belief?</a:t>
            </a:r>
          </a:p>
        </p:txBody>
      </p:sp>
      <p:sp>
        <p:nvSpPr>
          <p:cNvPr id="23" name="pupil-text">
            <a:extLst xmlns:a="http://schemas.openxmlformats.org/drawingml/2006/main">
              <a:ext uri="{FF2B5EF4-FFF2-40B4-BE49-F238E27FC236}">
                <a16:creationId xmlns:a16="http://schemas.microsoft.com/office/drawing/2014/main" id="{7D58B6DF-6B86-4DAC-A403-2D6755DCF72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59BE74B4-6682-41AE-9D17-7E1DB95DCD3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helps test a viewpoint?</a:t>
            </a:r>
          </a:p>
        </p:txBody>
      </p:sp>
    </p:spTree>
    <p:extLst>
      <p:ext uri="{BB962C8B-B14F-4D97-AF65-F5344CB8AC3E}">
        <p14:creationId xmlns:p14="http://schemas.microsoft.com/office/powerpoint/2010/main" val="17913351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A4B866B3-C7A1-41CD-8C50-AED6234E25E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9435927A-CD41-4495-8D9D-A4095644D90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15DDBD73-32EB-4CCF-9B8F-4A07624E3F3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B7ED68EC-7B9F-402F-ABD7-64DE9EB876C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32F1F40-81D5-489B-9D8A-23A53943503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163339-9FA1-4B71-8284-9B04C317A23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3EAF4BE-6066-460D-A82E-8BC76809A6E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F7A501F-34EF-42D4-9775-C3DB995FE19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60BAE9-C6BC-49CA-9BC6-C34E4CC7225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03B755-12AC-4028-9921-15D7ADC7791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41CC8F64-F474-4B79-8B04-9A45FAB2368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D31FFDF-87B9-4F89-B1FD-6DEE32CCAE9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DB7F289-EAC4-4559-A944-68A521A06F8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38</a:t>
            </a:r>
          </a:p>
        </p:txBody>
      </p:sp>
      <p:sp>
        <p:nvSpPr>
          <p:cNvPr id="14" name="licence-footer">
            <a:extLst xmlns:a="http://schemas.openxmlformats.org/drawingml/2006/main">
              <a:ext uri="{FF2B5EF4-FFF2-40B4-BE49-F238E27FC236}">
                <a16:creationId xmlns:a16="http://schemas.microsoft.com/office/drawing/2014/main" id="{39C9F153-F217-4FF4-A927-68E25854F3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8DBBF43-9663-4CB9-A0E5-C6D184C2CA4D}"/>
              </a:ext>
            </a:extLst>
          </p:cNvPr>
          <p:cNvPicPr>
            <a:picLocks xmlns:a="http://schemas.openxmlformats.org/drawingml/2006/main" noChangeAspect="1"/>
          </p:cNvPicPr>
          <p:nvPr/>
        </p:nvPicPr>
        <p:blipFill>
          <a:blip xmlns:r="http://schemas.openxmlformats.org/officeDocument/2006/relationships" xmlns:a="http://schemas.openxmlformats.org/drawingml/2006/main" r:embed="Rcf5e521371074e9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541457-F717-4FF5-8790-D6974CF13DC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7" name="shape">
            <a:extLst xmlns:a="http://schemas.openxmlformats.org/drawingml/2006/main">
              <a:ext uri="{FF2B5EF4-FFF2-40B4-BE49-F238E27FC236}">
                <a16:creationId xmlns:a16="http://schemas.microsoft.com/office/drawing/2014/main" id="{178D975A-7140-4387-A7EA-F35696A5BFE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017C1B2-DAE8-4313-AABE-4F76281A474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was and was not known.</a:t>
            </a:r>
          </a:p>
        </p:txBody>
      </p:sp>
      <p:sp>
        <p:nvSpPr>
          <p:cNvPr id="19" name="pupil-text">
            <a:extLst xmlns:a="http://schemas.openxmlformats.org/drawingml/2006/main">
              <a:ext uri="{FF2B5EF4-FFF2-40B4-BE49-F238E27FC236}">
                <a16:creationId xmlns:a16="http://schemas.microsoft.com/office/drawing/2014/main" id="{96B51228-2F19-4E5E-94F8-0A8741D96B40}"/>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shape">
            <a:extLst xmlns:a="http://schemas.openxmlformats.org/drawingml/2006/main">
              <a:ext uri="{FF2B5EF4-FFF2-40B4-BE49-F238E27FC236}">
                <a16:creationId xmlns:a16="http://schemas.microsoft.com/office/drawing/2014/main" id="{80352591-4083-4708-8BEA-DD077DBD4DE6}"/>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D33C049-D160-4D0B-90EF-404E1CC84C83}"/>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damaged area.</a:t>
            </a:r>
          </a:p>
        </p:txBody>
      </p:sp>
      <p:sp>
        <p:nvSpPr>
          <p:cNvPr id="22" name="pupil-text">
            <a:extLst xmlns:a="http://schemas.openxmlformats.org/drawingml/2006/main">
              <a:ext uri="{FF2B5EF4-FFF2-40B4-BE49-F238E27FC236}">
                <a16:creationId xmlns:a16="http://schemas.microsoft.com/office/drawing/2014/main" id="{36C8CB8F-A9DA-456E-AD46-5E0EC1DCBCEE}"/>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3" name="shape">
            <a:extLst xmlns:a="http://schemas.openxmlformats.org/drawingml/2006/main">
              <a:ext uri="{FF2B5EF4-FFF2-40B4-BE49-F238E27FC236}">
                <a16:creationId xmlns:a16="http://schemas.microsoft.com/office/drawing/2014/main" id="{5F8C4BEF-F8DF-4770-9FE9-6A9C75549487}"/>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2ADFA9D-587E-4D80-9954-AC62708C7D93}"/>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limits of that claim.</a:t>
            </a:r>
          </a:p>
        </p:txBody>
      </p:sp>
      <p:sp>
        <p:nvSpPr>
          <p:cNvPr id="25" name="pupil-text">
            <a:extLst xmlns:a="http://schemas.openxmlformats.org/drawingml/2006/main">
              <a:ext uri="{FF2B5EF4-FFF2-40B4-BE49-F238E27FC236}">
                <a16:creationId xmlns:a16="http://schemas.microsoft.com/office/drawing/2014/main" id="{00A7C4A3-1443-4841-93D6-A0DC5ACD840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2898AC17-667A-46FB-AD9E-6AD4AB2E38B6}"/>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0E121DD-1195-456F-9065-362384933436}"/>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claim and information.</a:t>
            </a:r>
          </a:p>
        </p:txBody>
      </p:sp>
    </p:spTree>
    <p:extLst>
      <p:ext uri="{BB962C8B-B14F-4D97-AF65-F5344CB8AC3E}">
        <p14:creationId xmlns:p14="http://schemas.microsoft.com/office/powerpoint/2010/main" val="1970469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34DA891D-E615-4C91-A19D-F3C00D2C0D1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5B7A9095-1FAC-4B7B-9509-2C9EE4C1DBC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439F974-5116-4D18-B089-9CB75FBC97D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A42E8634-1F79-42A8-9ECD-0F7D116FB78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67B4BD9-0C89-446F-B019-A28D1329BDB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9A279BB-C250-433A-9E29-5E5280E5A4E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8D59353-7C58-4F31-8D51-5CC3E81BE30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70C645B-98BC-4316-9D5E-7F41C56F0C4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0D02E84-1A47-4DF7-ACDE-B6C788A0C1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C7F6871-DCC9-4E22-BC0D-5578B5DC67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ECCE51E9-51D2-4E7C-AED6-3A0A3AC700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D111FE5-1BD7-4683-A5A8-A399F94DE50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21A1DC7-3EFA-46F9-996C-082A61E1444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38</a:t>
            </a:r>
          </a:p>
        </p:txBody>
      </p:sp>
      <p:sp>
        <p:nvSpPr>
          <p:cNvPr id="14" name="licence-footer">
            <a:extLst xmlns:a="http://schemas.openxmlformats.org/drawingml/2006/main">
              <a:ext uri="{FF2B5EF4-FFF2-40B4-BE49-F238E27FC236}">
                <a16:creationId xmlns:a16="http://schemas.microsoft.com/office/drawing/2014/main" id="{0AD66750-AEA2-4A46-B8EC-0BA30B5B50F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5A2CCE-03BD-4E74-BB25-C1E6A9530C2D}"/>
              </a:ext>
            </a:extLst>
          </p:cNvPr>
          <p:cNvPicPr>
            <a:picLocks xmlns:a="http://schemas.openxmlformats.org/drawingml/2006/main" noChangeAspect="1"/>
          </p:cNvPicPr>
          <p:nvPr/>
        </p:nvPicPr>
        <p:blipFill>
          <a:blip xmlns:r="http://schemas.openxmlformats.org/officeDocument/2006/relationships" xmlns:a="http://schemas.openxmlformats.org/drawingml/2006/main" r:embed="Ref10f535d3ef482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1485EC0-1311-4B5F-9A6C-91B993A5223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04062F53-4ECB-4B3C-835A-0E9BBC58921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8" name="pupil-text">
            <a:extLst xmlns:a="http://schemas.openxmlformats.org/drawingml/2006/main">
              <a:ext uri="{FF2B5EF4-FFF2-40B4-BE49-F238E27FC236}">
                <a16:creationId xmlns:a16="http://schemas.microsoft.com/office/drawing/2014/main" id="{EB14EB54-C2EF-474E-9469-CE5DBCF6077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smaller plan connect hope with evidence?</a:t>
            </a:r>
          </a:p>
        </p:txBody>
      </p:sp>
      <p:sp>
        <p:nvSpPr>
          <p:cNvPr id="19" name="pupil-text">
            <a:extLst xmlns:a="http://schemas.openxmlformats.org/drawingml/2006/main">
              <a:ext uri="{FF2B5EF4-FFF2-40B4-BE49-F238E27FC236}">
                <a16:creationId xmlns:a16="http://schemas.microsoft.com/office/drawing/2014/main" id="{55E81B79-14B2-4C98-B3D1-6644211A0A56}"/>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pupil-text">
            <a:extLst xmlns:a="http://schemas.openxmlformats.org/drawingml/2006/main">
              <a:ext uri="{FF2B5EF4-FFF2-40B4-BE49-F238E27FC236}">
                <a16:creationId xmlns:a16="http://schemas.microsoft.com/office/drawing/2014/main" id="{DA2CFE0C-EE54-4957-BBFD-56466B57E56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could a pause be part of resilience?</a:t>
            </a:r>
          </a:p>
        </p:txBody>
      </p:sp>
      <p:sp>
        <p:nvSpPr>
          <p:cNvPr id="21" name="pupil-text">
            <a:extLst xmlns:a="http://schemas.openxmlformats.org/drawingml/2006/main">
              <a:ext uri="{FF2B5EF4-FFF2-40B4-BE49-F238E27FC236}">
                <a16:creationId xmlns:a16="http://schemas.microsoft.com/office/drawing/2014/main" id="{EAC861A6-1671-4587-B5B4-B62D75E54DEA}"/>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2" name="pupil-text">
            <a:extLst xmlns:a="http://schemas.openxmlformats.org/drawingml/2006/main">
              <a:ext uri="{FF2B5EF4-FFF2-40B4-BE49-F238E27FC236}">
                <a16:creationId xmlns:a16="http://schemas.microsoft.com/office/drawing/2014/main" id="{5FD56CC6-3ADC-4414-A9C3-8A56E56AED8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Christian story differ from a prediction about the garden?</a:t>
            </a:r>
          </a:p>
        </p:txBody>
      </p:sp>
      <p:sp>
        <p:nvSpPr>
          <p:cNvPr id="23" name="pupil-text">
            <a:extLst xmlns:a="http://schemas.openxmlformats.org/drawingml/2006/main">
              <a:ext uri="{FF2B5EF4-FFF2-40B4-BE49-F238E27FC236}">
                <a16:creationId xmlns:a16="http://schemas.microsoft.com/office/drawing/2014/main" id="{EAAAE9A4-11B7-4CA6-AF8D-6F4DB0CBDE17}"/>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EC8082DF-0DD3-4182-945B-CD558308FECB}"/>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evaluate a view fairly before disagreeing?</a:t>
            </a:r>
          </a:p>
        </p:txBody>
      </p:sp>
    </p:spTree>
    <p:extLst>
      <p:ext uri="{BB962C8B-B14F-4D97-AF65-F5344CB8AC3E}">
        <p14:creationId xmlns:p14="http://schemas.microsoft.com/office/powerpoint/2010/main" val="14107070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DEB774E-6BB7-4720-A50D-F90D1B5DE41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03E4BCEE-2B4F-457D-9BF3-6B252A1A880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54A152B-90AF-4752-91A3-4CD2CD3967D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A084321E-A2FE-485A-B94D-1DEE6CFAFA8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A921FAE-AF01-4674-A944-FBABD6D0EA0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2D13A2E-C77B-45B8-AC21-36426CFB7DF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4EE7807-E44C-4FF3-AF83-17FE34D7721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6E30E5F-E017-4E41-AC85-D4C5B17F93B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FE7E33A-B748-494D-BCA3-225EC66082E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722D0C-92F8-48DF-B989-5887BA3B94D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124E9B3E-5BD1-44A7-8931-2D1C97FBC4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47A7DCF-AAAD-4C1A-9A66-1CBC26F368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AD50DC1-6230-4F73-833A-053B47FE41F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38</a:t>
            </a:r>
          </a:p>
        </p:txBody>
      </p:sp>
      <p:sp>
        <p:nvSpPr>
          <p:cNvPr id="14" name="licence-footer">
            <a:extLst xmlns:a="http://schemas.openxmlformats.org/drawingml/2006/main">
              <a:ext uri="{FF2B5EF4-FFF2-40B4-BE49-F238E27FC236}">
                <a16:creationId xmlns:a16="http://schemas.microsoft.com/office/drawing/2014/main" id="{60827A94-FE7F-4C36-82B8-B72D7B67DA5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65903E0-E2C5-4842-A158-A07DD9A7A2D4}"/>
              </a:ext>
            </a:extLst>
          </p:cNvPr>
          <p:cNvPicPr>
            <a:picLocks xmlns:a="http://schemas.openxmlformats.org/drawingml/2006/main" noChangeAspect="1"/>
          </p:cNvPicPr>
          <p:nvPr/>
        </p:nvPicPr>
        <p:blipFill>
          <a:blip xmlns:r="http://schemas.openxmlformats.org/officeDocument/2006/relationships" xmlns:a="http://schemas.openxmlformats.org/drawingml/2006/main" r:embed="R4915adf14b1b400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5D3B3C3-D1AF-4B02-B750-15362F9A37D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7" name="shape">
            <a:extLst xmlns:a="http://schemas.openxmlformats.org/drawingml/2006/main">
              <a:ext uri="{FF2B5EF4-FFF2-40B4-BE49-F238E27FC236}">
                <a16:creationId xmlns:a16="http://schemas.microsoft.com/office/drawing/2014/main" id="{8FF45F33-4AE0-4666-8E21-EE012451921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257D375E-C714-41F0-A5DC-4AD4B740C49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was and was not known.</a:t>
            </a:r>
          </a:p>
        </p:txBody>
      </p:sp>
      <p:sp>
        <p:nvSpPr>
          <p:cNvPr id="19" name="pupil-text">
            <a:extLst xmlns:a="http://schemas.openxmlformats.org/drawingml/2006/main">
              <a:ext uri="{FF2B5EF4-FFF2-40B4-BE49-F238E27FC236}">
                <a16:creationId xmlns:a16="http://schemas.microsoft.com/office/drawing/2014/main" id="{29483AF3-C247-4E24-9262-CB0E533BF195}"/>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shape">
            <a:extLst xmlns:a="http://schemas.openxmlformats.org/drawingml/2006/main">
              <a:ext uri="{FF2B5EF4-FFF2-40B4-BE49-F238E27FC236}">
                <a16:creationId xmlns:a16="http://schemas.microsoft.com/office/drawing/2014/main" id="{C392F69E-4FA1-40A1-B509-51EEB6DB8C25}"/>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6538A3A-6F78-4D29-875C-6D0D37572414}"/>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damaged area.</a:t>
            </a:r>
          </a:p>
        </p:txBody>
      </p:sp>
      <p:sp>
        <p:nvSpPr>
          <p:cNvPr id="22" name="pupil-text">
            <a:extLst xmlns:a="http://schemas.openxmlformats.org/drawingml/2006/main">
              <a:ext uri="{FF2B5EF4-FFF2-40B4-BE49-F238E27FC236}">
                <a16:creationId xmlns:a16="http://schemas.microsoft.com/office/drawing/2014/main" id="{09FE424F-F12C-457B-A045-7D95334045AB}"/>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3" name="shape">
            <a:extLst xmlns:a="http://schemas.openxmlformats.org/drawingml/2006/main">
              <a:ext uri="{FF2B5EF4-FFF2-40B4-BE49-F238E27FC236}">
                <a16:creationId xmlns:a16="http://schemas.microsoft.com/office/drawing/2014/main" id="{3D38A4F5-7689-4FA5-B027-692041883041}"/>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1E175A4-07D9-4EC5-89F7-F7DE21F61D3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limits of that claim.</a:t>
            </a:r>
          </a:p>
        </p:txBody>
      </p:sp>
      <p:sp>
        <p:nvSpPr>
          <p:cNvPr id="25" name="pupil-text">
            <a:extLst xmlns:a="http://schemas.openxmlformats.org/drawingml/2006/main">
              <a:ext uri="{FF2B5EF4-FFF2-40B4-BE49-F238E27FC236}">
                <a16:creationId xmlns:a16="http://schemas.microsoft.com/office/drawing/2014/main" id="{467140D4-9426-4B30-A921-074A9D38EF3F}"/>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F4642ACC-4141-419C-8E22-1A3B17FF8AE1}"/>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EDF0ACE-24A8-4036-AE1B-2120C619E5D9}"/>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claim and information.</a:t>
            </a:r>
          </a:p>
        </p:txBody>
      </p:sp>
    </p:spTree>
    <p:extLst>
      <p:ext uri="{BB962C8B-B14F-4D97-AF65-F5344CB8AC3E}">
        <p14:creationId xmlns:p14="http://schemas.microsoft.com/office/powerpoint/2010/main" val="3118209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50AF8868-2C5D-4697-A952-A6F356407B4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3C5D86D3-2502-411D-942C-EFC1F2BA980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A3DC926-EA38-499A-A44C-B20BC84466C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D265BFD4-64F5-470F-BABB-084A433B9B5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89A162E-474B-4A2B-8B57-7C4D1C7CBF5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8FA7E4F-EA92-42E3-8498-D4C95318ACB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311F57E-5579-4C80-A0BB-C25EB11837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2B17D52-7A6D-48FB-81D7-1D44F9BB0AB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ACC18CA-8857-44C0-88AA-56EE4FEC08A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26EE6A4-2060-4D4C-9226-DE6A43EA75A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C57C9AD0-2AA6-477B-968A-7B5E9B0DB71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0F028CD-FB7C-4C5E-AFBD-F7677059924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218C669-6365-4495-BB2E-E23F47CFBB9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38</a:t>
            </a:r>
          </a:p>
        </p:txBody>
      </p:sp>
      <p:sp>
        <p:nvSpPr>
          <p:cNvPr id="14" name="licence-footer">
            <a:extLst xmlns:a="http://schemas.openxmlformats.org/drawingml/2006/main">
              <a:ext uri="{FF2B5EF4-FFF2-40B4-BE49-F238E27FC236}">
                <a16:creationId xmlns:a16="http://schemas.microsoft.com/office/drawing/2014/main" id="{6728D5D6-2BA9-42E5-89CC-A93B76D7CA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F7D0214-5D5A-48EA-96B6-9C8719C7B5EF}"/>
              </a:ext>
            </a:extLst>
          </p:cNvPr>
          <p:cNvPicPr>
            <a:picLocks xmlns:a="http://schemas.openxmlformats.org/drawingml/2006/main" noChangeAspect="1"/>
          </p:cNvPicPr>
          <p:nvPr/>
        </p:nvPicPr>
        <p:blipFill>
          <a:blip xmlns:r="http://schemas.openxmlformats.org/officeDocument/2006/relationships" xmlns:a="http://schemas.openxmlformats.org/drawingml/2006/main" r:embed="Rbca3d3ff573043a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68E0214-7308-4B96-B1FB-506D2A685C7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AE24E1FF-5AB5-4FED-BFC8-03F4F7AC6A1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8" name="pupil-text">
            <a:extLst xmlns:a="http://schemas.openxmlformats.org/drawingml/2006/main">
              <a:ext uri="{FF2B5EF4-FFF2-40B4-BE49-F238E27FC236}">
                <a16:creationId xmlns:a16="http://schemas.microsoft.com/office/drawing/2014/main" id="{241A6B01-EFB2-4314-B8D9-1AF4D18A8A2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a hopeful plan require more than a positive statement?</a:t>
            </a:r>
          </a:p>
        </p:txBody>
      </p:sp>
      <p:sp>
        <p:nvSpPr>
          <p:cNvPr id="19" name="pupil-text">
            <a:extLst xmlns:a="http://schemas.openxmlformats.org/drawingml/2006/main">
              <a:ext uri="{FF2B5EF4-FFF2-40B4-BE49-F238E27FC236}">
                <a16:creationId xmlns:a16="http://schemas.microsoft.com/office/drawing/2014/main" id="{BB046AC1-9055-4608-A6BE-79C5B0FB924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pupil-text">
            <a:extLst xmlns:a="http://schemas.openxmlformats.org/drawingml/2006/main">
              <a:ext uri="{FF2B5EF4-FFF2-40B4-BE49-F238E27FC236}">
                <a16:creationId xmlns:a16="http://schemas.microsoft.com/office/drawing/2014/main" id="{33464A9F-DDE6-4F2B-AB9A-F4B975BB392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changing a goal did not necessarily abandon the project’s purpose.</a:t>
            </a:r>
          </a:p>
        </p:txBody>
      </p:sp>
      <p:sp>
        <p:nvSpPr>
          <p:cNvPr id="21" name="pupil-text">
            <a:extLst xmlns:a="http://schemas.openxmlformats.org/drawingml/2006/main">
              <a:ext uri="{FF2B5EF4-FFF2-40B4-BE49-F238E27FC236}">
                <a16:creationId xmlns:a16="http://schemas.microsoft.com/office/drawing/2014/main" id="{998E4A98-C9AE-4C49-A19C-5C8E055A918B}"/>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2" name="pupil-text">
            <a:extLst xmlns:a="http://schemas.openxmlformats.org/drawingml/2006/main">
              <a:ext uri="{FF2B5EF4-FFF2-40B4-BE49-F238E27FC236}">
                <a16:creationId xmlns:a16="http://schemas.microsoft.com/office/drawing/2014/main" id="{F89F8F5D-F4C9-496F-869D-024E865F189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a source’s possible encouragement with a guaranteed outcome claim.</a:t>
            </a:r>
          </a:p>
        </p:txBody>
      </p:sp>
      <p:sp>
        <p:nvSpPr>
          <p:cNvPr id="23" name="pupil-text">
            <a:extLst xmlns:a="http://schemas.openxmlformats.org/drawingml/2006/main">
              <a:ext uri="{FF2B5EF4-FFF2-40B4-BE49-F238E27FC236}">
                <a16:creationId xmlns:a16="http://schemas.microsoft.com/office/drawing/2014/main" id="{63C7B9B2-F617-4F67-8023-8965597ED94A}"/>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C71FE2AA-5D15-4ACB-947F-A1634B0D05B2}"/>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makes a judgement qualified rather than vague?</a:t>
            </a:r>
          </a:p>
        </p:txBody>
      </p:sp>
    </p:spTree>
    <p:extLst>
      <p:ext uri="{BB962C8B-B14F-4D97-AF65-F5344CB8AC3E}">
        <p14:creationId xmlns:p14="http://schemas.microsoft.com/office/powerpoint/2010/main" val="16108844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C9D9BDB-3FD6-475D-8909-6196A51613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2E1AB18D-2A41-40E1-88D8-D06A208BAC0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4CBAAD0-CFDC-4CCA-92AC-89AE8792E60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9181B427-5230-43D7-9C81-F7E34D547C4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4FC3AFD-D873-4635-9B8D-9168E4B1CD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F2CD34-A09F-44CA-9187-8D9EC236AD4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EE79D14-0145-4E66-A9DA-2E4D7144EFF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BFEE6CD-8221-49AD-B9A6-9ADB3AEB98D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D895580-4F28-4F88-BB63-0E3750200AD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139DB97-40AA-4EC9-BDB8-F2C88D90FE7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56DB26C4-7A0D-439F-A519-34EB755EB83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C69DE4C-906A-4E1B-87D8-B440707CAB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723E1DB-6940-4E95-869E-28F82D831BF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38</a:t>
            </a:r>
          </a:p>
        </p:txBody>
      </p:sp>
      <p:sp>
        <p:nvSpPr>
          <p:cNvPr id="14" name="licence-footer">
            <a:extLst xmlns:a="http://schemas.openxmlformats.org/drawingml/2006/main">
              <a:ext uri="{FF2B5EF4-FFF2-40B4-BE49-F238E27FC236}">
                <a16:creationId xmlns:a16="http://schemas.microsoft.com/office/drawing/2014/main" id="{6B7B6647-F85C-466D-B40B-304D666B411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D74168F-D26B-4EB0-9122-CD66E4893710}"/>
              </a:ext>
            </a:extLst>
          </p:cNvPr>
          <p:cNvPicPr>
            <a:picLocks xmlns:a="http://schemas.openxmlformats.org/drawingml/2006/main" noChangeAspect="1"/>
          </p:cNvPicPr>
          <p:nvPr/>
        </p:nvPicPr>
        <p:blipFill>
          <a:blip xmlns:r="http://schemas.openxmlformats.org/officeDocument/2006/relationships" xmlns:a="http://schemas.openxmlformats.org/drawingml/2006/main" r:embed="R5518962a9ca543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CF753C7-3976-41F3-9FC9-225880B3C11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Hope</a:t>
            </a:r>
          </a:p>
        </p:txBody>
      </p:sp>
      <p:sp>
        <p:nvSpPr>
          <p:cNvPr id="17" name="shape">
            <a:extLst xmlns:a="http://schemas.openxmlformats.org/drawingml/2006/main">
              <a:ext uri="{FF2B5EF4-FFF2-40B4-BE49-F238E27FC236}">
                <a16:creationId xmlns:a16="http://schemas.microsoft.com/office/drawing/2014/main" id="{1DED6E98-A5D7-49FF-8E71-EBD88784D35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0B7B153D-7D69-4F15-AFCA-5F03C2F3CD4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was and was not known.</a:t>
            </a:r>
          </a:p>
        </p:txBody>
      </p:sp>
      <p:sp>
        <p:nvSpPr>
          <p:cNvPr id="19" name="pupil-text">
            <a:extLst xmlns:a="http://schemas.openxmlformats.org/drawingml/2006/main">
              <a:ext uri="{FF2B5EF4-FFF2-40B4-BE49-F238E27FC236}">
                <a16:creationId xmlns:a16="http://schemas.microsoft.com/office/drawing/2014/main" id="{4F072016-2C1A-47FD-8401-DCA33FCE9D9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Support</a:t>
            </a:r>
          </a:p>
        </p:txBody>
      </p:sp>
      <p:sp>
        <p:nvSpPr>
          <p:cNvPr id="20" name="shape">
            <a:extLst xmlns:a="http://schemas.openxmlformats.org/drawingml/2006/main">
              <a:ext uri="{FF2B5EF4-FFF2-40B4-BE49-F238E27FC236}">
                <a16:creationId xmlns:a16="http://schemas.microsoft.com/office/drawing/2014/main" id="{1E14D657-4EF9-4B50-9263-2D1C25FF2D22}"/>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384756A-16BA-47F3-944B-7E0C0A50FDEF}"/>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damaged area.</a:t>
            </a:r>
          </a:p>
        </p:txBody>
      </p:sp>
      <p:sp>
        <p:nvSpPr>
          <p:cNvPr id="22" name="pupil-text">
            <a:extLst xmlns:a="http://schemas.openxmlformats.org/drawingml/2006/main">
              <a:ext uri="{FF2B5EF4-FFF2-40B4-BE49-F238E27FC236}">
                <a16:creationId xmlns:a16="http://schemas.microsoft.com/office/drawing/2014/main" id="{E2DC74AD-17A2-42F0-8DCB-1323FF3A4EEF}"/>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Belief and limits</a:t>
            </a:r>
          </a:p>
        </p:txBody>
      </p:sp>
      <p:sp>
        <p:nvSpPr>
          <p:cNvPr id="23" name="shape">
            <a:extLst xmlns:a="http://schemas.openxmlformats.org/drawingml/2006/main">
              <a:ext uri="{FF2B5EF4-FFF2-40B4-BE49-F238E27FC236}">
                <a16:creationId xmlns:a16="http://schemas.microsoft.com/office/drawing/2014/main" id="{A4B186C5-B3FA-4A26-B020-22AC57030B0B}"/>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C4DABFF-7D9D-421B-BDA4-4E03B6BA3E22}"/>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limits of that claim.</a:t>
            </a:r>
          </a:p>
        </p:txBody>
      </p:sp>
      <p:sp>
        <p:nvSpPr>
          <p:cNvPr id="25" name="pupil-text">
            <a:extLst xmlns:a="http://schemas.openxmlformats.org/drawingml/2006/main">
              <a:ext uri="{FF2B5EF4-FFF2-40B4-BE49-F238E27FC236}">
                <a16:creationId xmlns:a16="http://schemas.microsoft.com/office/drawing/2014/main" id="{596EF825-B318-435E-AA1C-BA31128D9D0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1896AA3A-C30E-4068-B34F-BF8B0DCBE565}"/>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568487D-0C5A-4358-9907-79FFF72E82A4}"/>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claim and information.</a:t>
            </a:r>
          </a:p>
        </p:txBody>
      </p:sp>
    </p:spTree>
    <p:extLst>
      <p:ext uri="{BB962C8B-B14F-4D97-AF65-F5344CB8AC3E}">
        <p14:creationId xmlns:p14="http://schemas.microsoft.com/office/powerpoint/2010/main" val="20241477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A3967AA-A9BE-46AF-8FCA-C8C852D24D5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0315F7C3-6680-41CA-B7CF-F49BC00C536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1168932-FE09-4D6E-A063-10ACDDF6675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3A807EC2-F4D7-46D1-AF0A-F3C501471C4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95B31DE-A5F2-413E-A194-947CA2C90CE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D33E5FC-5007-495C-9966-941B20E825A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208426B-8F21-410A-BB7C-1B3366F7AF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A43D14-B339-4F8C-BAA0-5DF73D26E91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14C1378-7754-4650-9884-A939379B79E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5C0937-F1DC-4EDD-8548-B32DCCD89A5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2708EDBC-D123-458E-8213-BA787E975E8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87E3E79-898F-4E94-8AE3-FACA6D3D1D9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C1CDC27-EEAE-45C1-AD44-C4705D2CA7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38</a:t>
            </a:r>
          </a:p>
        </p:txBody>
      </p:sp>
      <p:sp>
        <p:nvSpPr>
          <p:cNvPr id="14" name="licence-footer">
            <a:extLst xmlns:a="http://schemas.openxmlformats.org/drawingml/2006/main">
              <a:ext uri="{FF2B5EF4-FFF2-40B4-BE49-F238E27FC236}">
                <a16:creationId xmlns:a16="http://schemas.microsoft.com/office/drawing/2014/main" id="{39A03DFC-15C6-4DF5-B7CC-74278B8378D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7FFF34D-BE31-423C-819A-F878D38E39EA}"/>
              </a:ext>
            </a:extLst>
          </p:cNvPr>
          <p:cNvPicPr>
            <a:picLocks xmlns:a="http://schemas.openxmlformats.org/drawingml/2006/main" noChangeAspect="1"/>
          </p:cNvPicPr>
          <p:nvPr/>
        </p:nvPicPr>
        <p:blipFill>
          <a:blip xmlns:r="http://schemas.openxmlformats.org/officeDocument/2006/relationships" xmlns:a="http://schemas.openxmlformats.org/drawingml/2006/main" r:embed="Rd67a75d0ef074b9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A9AC0EB-E937-4A40-A8D6-E122DEDDCB7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Last lesson linked source beliefs to possible hope or resilience while recognising practical needs. A</a:t>
            </a:r>
          </a:p>
        </p:txBody>
      </p:sp>
      <p:sp>
        <p:nvSpPr>
          <p:cNvPr id="17" name="pupil-text">
            <a:extLst xmlns:a="http://schemas.openxmlformats.org/drawingml/2006/main">
              <a:ext uri="{FF2B5EF4-FFF2-40B4-BE49-F238E27FC236}">
                <a16:creationId xmlns:a16="http://schemas.microsoft.com/office/drawing/2014/main" id="{72AE0DAF-5720-49EE-ABBD-E71AFA6FB98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checked smaller garden plan, support and permission to pause mattered. Belief could support meaning</a:t>
            </a:r>
          </a:p>
        </p:txBody>
      </p:sp>
      <p:sp>
        <p:nvSpPr>
          <p:cNvPr id="18" name="pupil-text">
            <a:extLst xmlns:a="http://schemas.openxmlformats.org/drawingml/2006/main">
              <a:ext uri="{FF2B5EF4-FFF2-40B4-BE49-F238E27FC236}">
                <a16:creationId xmlns:a16="http://schemas.microsoft.com/office/drawing/2014/main" id="{782C3562-6749-451F-AC60-00478F3CEA5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motivation without guaranteeing success; a setback did not prove weak belief.</a:t>
            </a:r>
          </a:p>
        </p:txBody>
      </p:sp>
      <p:sp>
        <p:nvSpPr>
          <p:cNvPr id="19" name="shape">
            <a:extLst xmlns:a="http://schemas.openxmlformats.org/drawingml/2006/main">
              <a:ext uri="{FF2B5EF4-FFF2-40B4-BE49-F238E27FC236}">
                <a16:creationId xmlns:a16="http://schemas.microsoft.com/office/drawing/2014/main" id="{A1542F90-8F91-4A1C-A74D-47B13C2137A6}"/>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439F2878-9C2E-4D3F-B10C-54A7A3A26B4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5802213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4654ADCE-AFF0-410E-9C8E-664F6DD0101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D15B0F44-B03D-42D2-972C-AF7EC508745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F18413D6-1CBF-4FCB-98BB-380365A7100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882D818F-7134-44C8-8DFE-205595178A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58C5EC-83BD-4558-857D-BAFD87DB5E80}"/>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1089998-72FD-4460-A7EA-6028750A1CE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58D01D7-489D-48F7-B846-86D6B293B25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473A55F-C071-4E84-BA30-3FF519EFD1B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16FC0BE-E52D-483F-9FCC-167019157A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A3230C4-3A34-44CF-B62F-AAE72348A26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3DF5E148-77C3-4882-B01E-5B4B8BF0550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4A531C4-3274-4A00-AFBC-71DEF204B42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C47E9F8-DF81-4FEF-A2E6-9D4D1E5DE7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38</a:t>
            </a:r>
          </a:p>
        </p:txBody>
      </p:sp>
      <p:sp>
        <p:nvSpPr>
          <p:cNvPr id="14" name="licence-footer">
            <a:extLst xmlns:a="http://schemas.openxmlformats.org/drawingml/2006/main">
              <a:ext uri="{FF2B5EF4-FFF2-40B4-BE49-F238E27FC236}">
                <a16:creationId xmlns:a16="http://schemas.microsoft.com/office/drawing/2014/main" id="{47428F9D-FC11-4A69-825D-02547DF8BAE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CB7F142-9428-4740-894D-75C6E0C7E200}"/>
              </a:ext>
            </a:extLst>
          </p:cNvPr>
          <p:cNvPicPr>
            <a:picLocks xmlns:a="http://schemas.openxmlformats.org/drawingml/2006/main" noChangeAspect="1"/>
          </p:cNvPicPr>
          <p:nvPr/>
        </p:nvPicPr>
        <p:blipFill>
          <a:blip xmlns:r="http://schemas.openxmlformats.org/officeDocument/2006/relationships" xmlns:a="http://schemas.openxmlformats.org/drawingml/2006/main" r:embed="R26b45ecc1c98479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46B29A-4482-413D-9D88-368AC821D83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95BD144F-E333-4B79-92AD-CE3C20C3DF0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Two argument labels: “I dislike that view” and “This fact challenges the view because…”</a:t>
            </a:r>
          </a:p>
        </p:txBody>
      </p:sp>
      <p:sp>
        <p:nvSpPr>
          <p:cNvPr id="18" name="pupil-text">
            <a:extLst xmlns:a="http://schemas.openxmlformats.org/drawingml/2006/main">
              <a:ext uri="{FF2B5EF4-FFF2-40B4-BE49-F238E27FC236}">
                <a16:creationId xmlns:a16="http://schemas.microsoft.com/office/drawing/2014/main" id="{9ED62EFB-D315-4D57-80D4-893992A6EA2B}"/>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Which label begins a reasoned counterargument?</a:t>
            </a:r>
          </a:p>
        </p:txBody>
      </p:sp>
    </p:spTree>
    <p:extLst>
      <p:ext uri="{BB962C8B-B14F-4D97-AF65-F5344CB8AC3E}">
        <p14:creationId xmlns:p14="http://schemas.microsoft.com/office/powerpoint/2010/main" val="13863163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E2B975D-E341-44EF-BAC2-D49D350E59C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60E7CFAC-F080-4708-8D1A-50D47EBCD37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8AA148D-8F3A-41A8-A564-2B5B8BDF22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FDCC0920-5626-45B2-A387-606C93294E4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38479E6-EDFD-4536-A8FE-490B5594998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CA85C32-0BBE-4861-9644-5E04F279026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626BA99-4D54-421F-AB39-F02E726D179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A1A34F1-268C-415F-B9E1-FC28BCC5C0B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7E7EBD9-8E9F-4384-8B51-691CEB9C13A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18B392F-F5FE-42C4-A82D-38392B21522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C57B59C3-63A6-45C0-9FC6-38CE10CD14C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81D56CB-CBF0-4CBE-BF32-2D4213D85E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7E7AE136-7612-41AC-9710-F72D0A47F36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38</a:t>
            </a:r>
          </a:p>
        </p:txBody>
      </p:sp>
      <p:sp>
        <p:nvSpPr>
          <p:cNvPr id="14" name="licence-footer">
            <a:extLst xmlns:a="http://schemas.openxmlformats.org/drawingml/2006/main">
              <a:ext uri="{FF2B5EF4-FFF2-40B4-BE49-F238E27FC236}">
                <a16:creationId xmlns:a16="http://schemas.microsoft.com/office/drawing/2014/main" id="{29B07E29-E452-4885-AF23-08150FEC311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1232CD-9F2B-43EF-B820-AC6B4AAFCD7B}"/>
              </a:ext>
            </a:extLst>
          </p:cNvPr>
          <p:cNvPicPr>
            <a:picLocks xmlns:a="http://schemas.openxmlformats.org/drawingml/2006/main" noChangeAspect="1"/>
          </p:cNvPicPr>
          <p:nvPr/>
        </p:nvPicPr>
        <p:blipFill>
          <a:blip xmlns:r="http://schemas.openxmlformats.org/officeDocument/2006/relationships" xmlns:a="http://schemas.openxmlformats.org/drawingml/2006/main" r:embed="Ra051ac4a34d0420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E50DC01-AB52-424C-AC29-F0C21E73AA52}"/>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966B003-11DE-47C0-ADF1-8E3DBB5648D7}"/>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0FD4BB2A-E9A3-4745-ADAA-1B281E0F9826}"/>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EE71B76A-B6C0-462D-B32A-457655E889A3}"/>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AFBA2C75-FC19-4F9F-8110-197F547E08C6}"/>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13451A25-09C3-470D-BD2C-CAA76D2C29C0}"/>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3B7B1099-0413-4DC3-9A70-D4C207ABB85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viewpoint</a:t>
            </a:r>
          </a:p>
        </p:txBody>
      </p:sp>
      <p:sp>
        <p:nvSpPr>
          <p:cNvPr id="23" name="pupil-text">
            <a:extLst xmlns:a="http://schemas.openxmlformats.org/drawingml/2006/main">
              <a:ext uri="{FF2B5EF4-FFF2-40B4-BE49-F238E27FC236}">
                <a16:creationId xmlns:a16="http://schemas.microsoft.com/office/drawing/2014/main" id="{7E5214F1-0C67-4377-8483-CA0BE124134F}"/>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position or judgement about a question</a:t>
            </a:r>
          </a:p>
        </p:txBody>
      </p:sp>
      <p:sp>
        <p:nvSpPr>
          <p:cNvPr id="24" name="picture-description">
            <a:extLst xmlns:a="http://schemas.openxmlformats.org/drawingml/2006/main">
              <a:ext uri="{FF2B5EF4-FFF2-40B4-BE49-F238E27FC236}">
                <a16:creationId xmlns:a16="http://schemas.microsoft.com/office/drawing/2014/main" id="{25E5A7EA-4929-4CC1-98F5-342C1CAB3E96}"/>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C96612EB-AC56-486A-A9C2-84FB8D3AE0BD}"/>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3638926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F5F199A-7CD6-4539-8853-EA3E8BC6A21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95923487-29D3-4299-BD9C-676A260588D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AA3B928A-D5EF-4FED-9493-844B393D67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90061A68-DD24-4BB4-871D-7ADAC4F94AD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7CA4DD8-3D74-499D-AC71-AF0F7CC7474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F56CFE3-AF08-436C-B96E-159F36B54FB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33B3060-56F5-4F39-B6AD-632B0712883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6231892-D718-40EE-AE59-9896AC97F3C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FF96CE4-90B0-4369-AFFB-40E554FBE52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EE8F486-B33C-4E87-B22F-68527DA8E34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C6B663E2-C4F5-4DF9-BC32-C8FB206A0E0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5420AB4-0C36-44D1-BAFE-EEB70E464C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D846CF43-EC7E-4EC3-8A6D-853D5AC559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38</a:t>
            </a:r>
          </a:p>
        </p:txBody>
      </p:sp>
      <p:sp>
        <p:nvSpPr>
          <p:cNvPr id="14" name="licence-footer">
            <a:extLst xmlns:a="http://schemas.openxmlformats.org/drawingml/2006/main">
              <a:ext uri="{FF2B5EF4-FFF2-40B4-BE49-F238E27FC236}">
                <a16:creationId xmlns:a16="http://schemas.microsoft.com/office/drawing/2014/main" id="{53285072-E993-4063-B2A7-89ABE7B5FF0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36A425C-F053-4B59-AB91-434B54820795}"/>
              </a:ext>
            </a:extLst>
          </p:cNvPr>
          <p:cNvPicPr>
            <a:picLocks xmlns:a="http://schemas.openxmlformats.org/drawingml/2006/main" noChangeAspect="1"/>
          </p:cNvPicPr>
          <p:nvPr/>
        </p:nvPicPr>
        <p:blipFill>
          <a:blip xmlns:r="http://schemas.openxmlformats.org/officeDocument/2006/relationships" xmlns:a="http://schemas.openxmlformats.org/drawingml/2006/main" r:embed="Rf19618363bf840a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E1868A2-8CE9-495D-8B32-476FCFD1FE71}"/>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75D0494C-7C21-4EC9-91E8-F9A3B1A3B294}"/>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D9C536EB-F797-467D-A8B8-AB33D2ACCD7F}"/>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5A90FD3B-EF2F-456D-963F-E5647DD3A87D}"/>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B34BCA0D-F662-4B68-AEFE-8F238AB8582F}"/>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0A7FD977-7EE9-48C5-870F-9A2A02D453A0}"/>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924026EF-6E87-494C-B35D-DBC49598D37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evidence</a:t>
            </a:r>
          </a:p>
        </p:txBody>
      </p:sp>
      <p:sp>
        <p:nvSpPr>
          <p:cNvPr id="23" name="pupil-text">
            <a:extLst xmlns:a="http://schemas.openxmlformats.org/drawingml/2006/main">
              <a:ext uri="{FF2B5EF4-FFF2-40B4-BE49-F238E27FC236}">
                <a16:creationId xmlns:a16="http://schemas.microsoft.com/office/drawing/2014/main" id="{9726E04A-33C2-4631-B381-391A746741ED}"/>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information used to support or test a claim</a:t>
            </a:r>
          </a:p>
        </p:txBody>
      </p:sp>
      <p:sp>
        <p:nvSpPr>
          <p:cNvPr id="24" name="picture-description">
            <a:extLst xmlns:a="http://schemas.openxmlformats.org/drawingml/2006/main">
              <a:ext uri="{FF2B5EF4-FFF2-40B4-BE49-F238E27FC236}">
                <a16:creationId xmlns:a16="http://schemas.microsoft.com/office/drawing/2014/main" id="{6F5F6AA0-7B55-4A98-8604-DB74FF0319C1}"/>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A61865C2-9C55-4457-BF58-9B39AEB158D5}"/>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823282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84F1B29-2D03-4F4D-92EE-D23F346340E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DC538CF9-CD51-4294-9E9D-2E8FD2B3288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B4E45A1-D483-44DB-852B-09F62ED46C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36F3946C-AA72-471F-A8A7-2E4C8F4EFD7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F5052BB-A248-45F4-A177-3D0D869DCF0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5485995-AF78-4427-B6DC-5427C37698C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B743849-CDEF-4BE6-8ACD-0F2F12F51DF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45C8626-7965-4502-9D1E-C85686DC85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9A91BE-5D02-47CF-979E-2A0AA5D36F4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8300E80-3C83-4324-B6C8-2B2355D4258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3116A611-6826-48D4-8591-9580D4239B4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B386A54-1588-488E-9918-D9413B775D3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75B7FC3-9C03-4C39-A9BC-F0B47539A97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38</a:t>
            </a:r>
          </a:p>
        </p:txBody>
      </p:sp>
      <p:sp>
        <p:nvSpPr>
          <p:cNvPr id="14" name="licence-footer">
            <a:extLst xmlns:a="http://schemas.openxmlformats.org/drawingml/2006/main">
              <a:ext uri="{FF2B5EF4-FFF2-40B4-BE49-F238E27FC236}">
                <a16:creationId xmlns:a16="http://schemas.microsoft.com/office/drawing/2014/main" id="{453D533F-0958-40F4-8FF6-1A8BAC490E5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D4DF4F7-5AE5-4F38-BEEC-175E26827377}"/>
              </a:ext>
            </a:extLst>
          </p:cNvPr>
          <p:cNvPicPr>
            <a:picLocks xmlns:a="http://schemas.openxmlformats.org/drawingml/2006/main" noChangeAspect="1"/>
          </p:cNvPicPr>
          <p:nvPr/>
        </p:nvPicPr>
        <p:blipFill>
          <a:blip xmlns:r="http://schemas.openxmlformats.org/officeDocument/2006/relationships" xmlns:a="http://schemas.openxmlformats.org/drawingml/2006/main" r:embed="Raa2c2ead124d4fc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FEBDC21-6B0B-412B-AA67-1F60EDF037FF}"/>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68CD22B-6B66-4A13-B2F3-A16BCBA5E7AA}"/>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C80C96BC-E5C9-4E10-987D-B8A04F343B92}"/>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EC24B7C6-CBAA-47A9-936E-561E66D80171}"/>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BBFD727A-4067-42B8-AC3B-9B296E7DBB56}"/>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BD51AE62-EDE3-4673-BA96-6CC207C65630}"/>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805F2ADC-0B45-492C-9B8A-5921E48C092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counterargument</a:t>
            </a:r>
          </a:p>
        </p:txBody>
      </p:sp>
      <p:sp>
        <p:nvSpPr>
          <p:cNvPr id="23" name="pupil-text">
            <a:extLst xmlns:a="http://schemas.openxmlformats.org/drawingml/2006/main">
              <a:ext uri="{FF2B5EF4-FFF2-40B4-BE49-F238E27FC236}">
                <a16:creationId xmlns:a16="http://schemas.microsoft.com/office/drawing/2014/main" id="{00B262EE-E967-4645-9971-1E2504B67A8D}"/>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reason that challenges a position</a:t>
            </a:r>
          </a:p>
        </p:txBody>
      </p:sp>
      <p:sp>
        <p:nvSpPr>
          <p:cNvPr id="24" name="picture-description">
            <a:extLst xmlns:a="http://schemas.openxmlformats.org/drawingml/2006/main">
              <a:ext uri="{FF2B5EF4-FFF2-40B4-BE49-F238E27FC236}">
                <a16:creationId xmlns:a16="http://schemas.microsoft.com/office/drawing/2014/main" id="{7717481C-5944-4B6C-96E3-D8B4E0767CA6}"/>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BF8C5546-4339-4B03-A09A-0BC662BA7654}"/>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3349008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810C9119-74E2-47AA-AAC1-4328A36001A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B83DC970-FB9D-4780-AA76-23DD5E94212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39D426B-0F52-4ACD-8061-399BE02904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265C262A-3370-480C-AC7E-678630A9006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552899A-A7DB-413B-B7E1-415D4012424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685A6E-9949-4A3D-B4FB-504E5BDD5AF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C0A2D49-2B09-4BBC-9DD0-311561F5228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7F35491-0C7B-4507-8C4F-1305F08056D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C9CDBEA-A9D2-4A3C-80CB-6F27553D070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A5B4F77-5CD4-4EFA-9719-235BB2BC22F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63CBEACD-F82A-4D80-B769-1D002502631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DC44968-A0A4-4B37-ACCF-CF164497FE0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46CDEE1-7C0A-4A86-BB47-0AF6266EB2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38</a:t>
            </a:r>
          </a:p>
        </p:txBody>
      </p:sp>
      <p:sp>
        <p:nvSpPr>
          <p:cNvPr id="14" name="licence-footer">
            <a:extLst xmlns:a="http://schemas.openxmlformats.org/drawingml/2006/main">
              <a:ext uri="{FF2B5EF4-FFF2-40B4-BE49-F238E27FC236}">
                <a16:creationId xmlns:a16="http://schemas.microsoft.com/office/drawing/2014/main" id="{12C88BBE-F9CC-419A-82F4-DED50E82A62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8E5AB33-ACE4-4C70-B10D-3ACD8B8973B9}"/>
              </a:ext>
            </a:extLst>
          </p:cNvPr>
          <p:cNvPicPr>
            <a:picLocks xmlns:a="http://schemas.openxmlformats.org/drawingml/2006/main" noChangeAspect="1"/>
          </p:cNvPicPr>
          <p:nvPr/>
        </p:nvPicPr>
        <p:blipFill>
          <a:blip xmlns:r="http://schemas.openxmlformats.org/officeDocument/2006/relationships" xmlns:a="http://schemas.openxmlformats.org/drawingml/2006/main" r:embed="Rb6bdd9cb9bfd403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AE4ECF1-BD5D-4CBD-A3CE-8BDF9B85E015}"/>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83DE7E1-0052-4614-AECE-CAA1CA452F82}"/>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B668C504-AE65-4980-8C64-959BD416D5E3}"/>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D96A239D-6381-4CE6-8BB9-A03F62831C95}"/>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950A17DE-7B5C-4074-AA4F-003A4B5E4CE1}"/>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A4CAA55C-22B6-44DB-80B1-A12EFC5027DE}"/>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6A95AAEE-14F2-497A-B5E6-64EC2278CA6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evaluation</a:t>
            </a:r>
          </a:p>
        </p:txBody>
      </p:sp>
      <p:sp>
        <p:nvSpPr>
          <p:cNvPr id="23" name="pupil-text">
            <a:extLst xmlns:a="http://schemas.openxmlformats.org/drawingml/2006/main">
              <a:ext uri="{FF2B5EF4-FFF2-40B4-BE49-F238E27FC236}">
                <a16:creationId xmlns:a16="http://schemas.microsoft.com/office/drawing/2014/main" id="{B7AAE622-23E7-4800-9E01-146514296DC7}"/>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reasoned judgement about strengths and limitations</a:t>
            </a:r>
          </a:p>
        </p:txBody>
      </p:sp>
      <p:sp>
        <p:nvSpPr>
          <p:cNvPr id="24" name="picture-description">
            <a:extLst xmlns:a="http://schemas.openxmlformats.org/drawingml/2006/main">
              <a:ext uri="{FF2B5EF4-FFF2-40B4-BE49-F238E27FC236}">
                <a16:creationId xmlns:a16="http://schemas.microsoft.com/office/drawing/2014/main" id="{FE8BEA84-B60D-41AD-BD63-A63E666DDB7F}"/>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90648FC4-1A9E-49E9-90D2-16A1CCF0714C}"/>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2771301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409741C-F61F-45D1-B98C-E40F5174CFC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0F9A169B-4D6E-44C6-BC1F-85D449F49C3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2F3435C-318A-4FD7-BE86-0F4E1F14D9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21C6D667-26AB-4C36-B577-B585E3DB515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B35F37-10A2-4A86-8E1E-34B4D4D308C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A8D5720-6EA8-4149-A406-14912808A5A8}"/>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10B0EF4-488F-473F-9DDE-5A7CEB46ED8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F487466-44E7-42FB-9E04-3E95C74CD5F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962BD1D-C2C0-4377-AAB1-331AC60ED4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77C2579-28D8-4B27-A53A-12E0426432A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F91602B6-529E-4BD0-A74C-5F2082F8693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FA584A5-4133-4B49-9F37-A4362167E21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024DCDA-0C58-4033-A506-638DCAA508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38</a:t>
            </a:r>
          </a:p>
        </p:txBody>
      </p:sp>
      <p:sp>
        <p:nvSpPr>
          <p:cNvPr id="14" name="licence-footer">
            <a:extLst xmlns:a="http://schemas.openxmlformats.org/drawingml/2006/main">
              <a:ext uri="{FF2B5EF4-FFF2-40B4-BE49-F238E27FC236}">
                <a16:creationId xmlns:a16="http://schemas.microsoft.com/office/drawing/2014/main" id="{1B0C7B4D-2CA7-4FD8-905C-EEC7BE2BCC4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F591BD8-CF3B-44A0-BDB6-A16570C72592}"/>
              </a:ext>
            </a:extLst>
          </p:cNvPr>
          <p:cNvPicPr>
            <a:picLocks xmlns:a="http://schemas.openxmlformats.org/drawingml/2006/main" noChangeAspect="1"/>
          </p:cNvPicPr>
          <p:nvPr/>
        </p:nvPicPr>
        <p:blipFill>
          <a:blip xmlns:r="http://schemas.openxmlformats.org/officeDocument/2006/relationships" xmlns:a="http://schemas.openxmlformats.org/drawingml/2006/main" r:embed="R0535de9533ef46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AA4C029-C5AF-4174-B1E3-453E7FC6F30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pupil-text">
            <a:extLst xmlns:a="http://schemas.openxmlformats.org/drawingml/2006/main">
              <a:ext uri="{FF2B5EF4-FFF2-40B4-BE49-F238E27FC236}">
                <a16:creationId xmlns:a16="http://schemas.microsoft.com/office/drawing/2014/main" id="{91E85868-D642-477E-AA61-3F2CF27A14C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6837120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D45B8B0-16B7-4118-B6FC-646D7A31B47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6F9ABA03-610A-4F56-81F4-816D5D5FE91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1FD2648-0A30-4B15-8F23-36E80E2FD4A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EAE3F6AB-E3F9-4730-AFE8-404FE0AF7E3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022D527-8F05-40D8-8FC2-6F8730D1D41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C6341FA-9884-47BE-9717-376DCD4900E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3AF46E3-7214-43E4-A716-BE0D1F027A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0219AD1-227A-4AC5-804A-BA0E3E28115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5EA4495-3A86-4EA8-A4AE-FABA14F4E73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7EE689-12BA-49E3-B8FE-7E17C42AEAF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8A120786-38E2-4C9F-865B-DEB26608BE9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A1EC4C4-73C6-4CED-948C-FE768D0B0E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A2F65209-1228-4E5D-86D4-ACE2AACED35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38</a:t>
            </a:r>
          </a:p>
        </p:txBody>
      </p:sp>
      <p:sp>
        <p:nvSpPr>
          <p:cNvPr id="14" name="licence-footer">
            <a:extLst xmlns:a="http://schemas.openxmlformats.org/drawingml/2006/main">
              <a:ext uri="{FF2B5EF4-FFF2-40B4-BE49-F238E27FC236}">
                <a16:creationId xmlns:a16="http://schemas.microsoft.com/office/drawing/2014/main" id="{ECF70B2B-90C1-4C9F-A83E-4028090D215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B2F3CD3-1854-4963-9EFB-B6F75DD76759}"/>
              </a:ext>
            </a:extLst>
          </p:cNvPr>
          <p:cNvPicPr>
            <a:picLocks xmlns:a="http://schemas.openxmlformats.org/drawingml/2006/main" noChangeAspect="1"/>
          </p:cNvPicPr>
          <p:nvPr/>
        </p:nvPicPr>
        <p:blipFill>
          <a:blip xmlns:r="http://schemas.openxmlformats.org/officeDocument/2006/relationships" xmlns:a="http://schemas.openxmlformats.org/drawingml/2006/main" r:embed="R074673d3bcb54d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6681627-2FBD-4E65-AEE6-3AA6C40A986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answer-text">
            <a:extLst xmlns:a="http://schemas.openxmlformats.org/drawingml/2006/main">
              <a:ext uri="{FF2B5EF4-FFF2-40B4-BE49-F238E27FC236}">
                <a16:creationId xmlns:a16="http://schemas.microsoft.com/office/drawing/2014/main" id="{D09B74B2-6161-4533-AECC-96B2EAC98DB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Separate authored example: a tool library offers the same opening hours to everyone. That shared</a:t>
            </a:r>
          </a:p>
        </p:txBody>
      </p:sp>
      <p:sp>
        <p:nvSpPr>
          <p:cNvPr id="18" name="answer-text">
            <a:extLst xmlns:a="http://schemas.openxmlformats.org/drawingml/2006/main">
              <a:ext uri="{FF2B5EF4-FFF2-40B4-BE49-F238E27FC236}">
                <a16:creationId xmlns:a16="http://schemas.microsoft.com/office/drawing/2014/main" id="{77BA2B6D-12CC-4094-9C38-8153B9419DF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rule is predictable, which is a strength. But a claim that equal hours guarantee equal access is too</a:t>
            </a:r>
          </a:p>
        </p:txBody>
      </p:sp>
      <p:sp>
        <p:nvSpPr>
          <p:cNvPr id="19" name="answer-text">
            <a:extLst xmlns:a="http://schemas.openxmlformats.org/drawingml/2006/main">
              <a:ext uri="{FF2B5EF4-FFF2-40B4-BE49-F238E27FC236}">
                <a16:creationId xmlns:a16="http://schemas.microsoft.com/office/drawing/2014/main" id="{94AAD1B7-8EE6-4C64-811E-1E8E646373B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strong if the entrance cannot be used by some visitors. A justified judgement keeps predictable</a:t>
            </a:r>
          </a:p>
        </p:txBody>
      </p:sp>
      <p:sp>
        <p:nvSpPr>
          <p:cNvPr id="20" name="answer-text">
            <a:extLst xmlns:a="http://schemas.openxmlformats.org/drawingml/2006/main">
              <a:ext uri="{FF2B5EF4-FFF2-40B4-BE49-F238E27FC236}">
                <a16:creationId xmlns:a16="http://schemas.microsoft.com/office/drawing/2014/main" id="{DB77C81A-1DA3-455A-8392-2AC80DB8D4C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rules while examining access barriers. This model does not answer the reading-guide case.</a:t>
            </a:r>
          </a:p>
        </p:txBody>
      </p:sp>
    </p:spTree>
    <p:extLst>
      <p:ext uri="{BB962C8B-B14F-4D97-AF65-F5344CB8AC3E}">
        <p14:creationId xmlns:p14="http://schemas.microsoft.com/office/powerpoint/2010/main" val="15897388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C7DA2EA-4BDA-444A-AF4C-46002B9067F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D6C180EB-A8F9-469E-9E48-981D4E53E27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B0F5FFCE-1071-415C-A3E2-E2C857E47F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Q5 · Separate authored weak-response practice</a:t>
            </a:r>
          </a:p>
        </p:txBody>
      </p:sp>
      <p:sp>
        <p:nvSpPr>
          <p:cNvPr id="4" name="shape">
            <a:extLst xmlns:a="http://schemas.openxmlformats.org/drawingml/2006/main">
              <a:ext uri="{FF2B5EF4-FFF2-40B4-BE49-F238E27FC236}">
                <a16:creationId xmlns:a16="http://schemas.microsoft.com/office/drawing/2014/main" id="{13ED7D48-CEC5-4C35-9571-4EE336645E7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7DF710-A677-4136-A208-00321E71980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BAF7D47-FC9C-48A5-882D-6810509D262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B4FA3F8-B4CB-40B5-A7F8-EEE957412084}"/>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7CBDB34-AC1D-43B6-B6FD-451751D53C0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EB9911A-835C-4A45-BC77-ADB49647D9A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06D9731-AC64-499B-86C4-5C56F1FF96B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B79564C5-DBB8-4AF2-8155-B6E32BF3151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387DC67-A2A3-4727-829D-1B7C29E0A7D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EF0101A-1CDE-4155-8B0D-154636C487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38</a:t>
            </a:r>
          </a:p>
        </p:txBody>
      </p:sp>
      <p:sp>
        <p:nvSpPr>
          <p:cNvPr id="14" name="licence-footer">
            <a:extLst xmlns:a="http://schemas.openxmlformats.org/drawingml/2006/main">
              <a:ext uri="{FF2B5EF4-FFF2-40B4-BE49-F238E27FC236}">
                <a16:creationId xmlns:a16="http://schemas.microsoft.com/office/drawing/2014/main" id="{B7432951-AD88-4279-B284-11D283A67A2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7EF7C01-ABFF-4907-A874-C863FDAAC3EE}"/>
              </a:ext>
            </a:extLst>
          </p:cNvPr>
          <p:cNvPicPr>
            <a:picLocks xmlns:a="http://schemas.openxmlformats.org/drawingml/2006/main" noChangeAspect="1"/>
          </p:cNvPicPr>
          <p:nvPr/>
        </p:nvPicPr>
        <p:blipFill>
          <a:blip xmlns:r="http://schemas.openxmlformats.org/officeDocument/2006/relationships" xmlns:a="http://schemas.openxmlformats.org/drawingml/2006/main" r:embed="R72b03101dfba409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8F91444-F721-430D-B1C1-DCE9536285B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tool library offers the same opening hours to everyone, but some visitors cannot use its</a:t>
            </a:r>
          </a:p>
        </p:txBody>
      </p:sp>
      <p:sp>
        <p:nvSpPr>
          <p:cNvPr id="17" name="pupil-text">
            <a:extLst xmlns:a="http://schemas.openxmlformats.org/drawingml/2006/main">
              <a:ext uri="{FF2B5EF4-FFF2-40B4-BE49-F238E27FC236}">
                <a16:creationId xmlns:a16="http://schemas.microsoft.com/office/drawing/2014/main" id="{07BF94D5-905D-4ECC-8563-4887F1EDBDE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entrance. Weak draft: “The opening-hours rule is bad. Everyone knows it. Changing the entrance is</a:t>
            </a:r>
          </a:p>
        </p:txBody>
      </p:sp>
      <p:sp>
        <p:nvSpPr>
          <p:cNvPr id="18" name="pupil-text">
            <a:extLst xmlns:a="http://schemas.openxmlformats.org/drawingml/2006/main">
              <a:ext uri="{FF2B5EF4-FFF2-40B4-BE49-F238E27FC236}">
                <a16:creationId xmlns:a16="http://schemas.microsoft.com/office/drawing/2014/main" id="{ED235D02-EABC-4F1E-8A36-6EFB27FD8829}"/>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nice.” This is a separate practice case, not the reading-guide answer.</a:t>
            </a:r>
          </a:p>
        </p:txBody>
      </p:sp>
      <p:sp>
        <p:nvSpPr>
          <p:cNvPr id="19" name="shape">
            <a:extLst xmlns:a="http://schemas.openxmlformats.org/drawingml/2006/main">
              <a:ext uri="{FF2B5EF4-FFF2-40B4-BE49-F238E27FC236}">
                <a16:creationId xmlns:a16="http://schemas.microsoft.com/office/drawing/2014/main" id="{79A02ADC-CAF1-4360-9ED6-FC15CC926152}"/>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18EFBBB1-0214-4765-ABB8-5A0C2AF1858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9284782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236C558-25C3-4F6E-B026-546C5CE123F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62E2BF82-FCE8-4A15-B39E-1E3C24260B2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4569D5A-6C13-4D00-932F-5B9DE34657F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60E00B0C-F6B3-4704-BE11-70087008B61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D475ACB-E8C6-43F0-B867-18B56B2F6DB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3FEB0E5-EACD-4C6E-B6AE-CADF0CCD793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36E9EDC-7412-4850-99CA-186464A2773C}"/>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AA770E3-1D90-4440-90E9-93FAA36AF2B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CDC90AA-35A5-457A-A18B-4CA2DB84227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E37CD26-1712-45FD-B665-A9BC9F372AF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4A6BD6DF-5473-4A58-AEDB-4F33812C45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89AE2F2-3740-41AC-A62C-17CAD39DC91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973DF54-2C1B-4D10-B5F5-AE3383E38E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38</a:t>
            </a:r>
          </a:p>
        </p:txBody>
      </p:sp>
      <p:sp>
        <p:nvSpPr>
          <p:cNvPr id="14" name="licence-footer">
            <a:extLst xmlns:a="http://schemas.openxmlformats.org/drawingml/2006/main">
              <a:ext uri="{FF2B5EF4-FFF2-40B4-BE49-F238E27FC236}">
                <a16:creationId xmlns:a16="http://schemas.microsoft.com/office/drawing/2014/main" id="{DEA9F79C-A1CC-4B3A-9197-58B54AD4BD1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888F6E-EAFC-4B77-B4B2-0ED12F1A23DB}"/>
              </a:ext>
            </a:extLst>
          </p:cNvPr>
          <p:cNvPicPr>
            <a:picLocks xmlns:a="http://schemas.openxmlformats.org/drawingml/2006/main" noChangeAspect="1"/>
          </p:cNvPicPr>
          <p:nvPr/>
        </p:nvPicPr>
        <p:blipFill>
          <a:blip xmlns:r="http://schemas.openxmlformats.org/officeDocument/2006/relationships" xmlns:a="http://schemas.openxmlformats.org/drawingml/2006/main" r:embed="R7c7622c7e25e48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CAA562C-6FCB-4E8E-B6AC-7E7C0A361D6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6E79E4C8-56A6-4F6C-8913-50E84202465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Q5 only. Identify the missing evidence and explanation in the weak draft.</a:t>
            </a:r>
          </a:p>
        </p:txBody>
      </p:sp>
      <p:sp>
        <p:nvSpPr>
          <p:cNvPr id="18" name="pupil-text">
            <a:extLst xmlns:a="http://schemas.openxmlformats.org/drawingml/2006/main">
              <a:ext uri="{FF2B5EF4-FFF2-40B4-BE49-F238E27FC236}">
                <a16:creationId xmlns:a16="http://schemas.microsoft.com/office/drawing/2014/main" id="{F6661667-85DC-4F22-9373-60CBBF70D722}"/>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Record an improved point-evidence-explain sentence about the tool library.</a:t>
            </a:r>
          </a:p>
        </p:txBody>
      </p:sp>
      <p:sp>
        <p:nvSpPr>
          <p:cNvPr id="19" name="pupil-text">
            <a:extLst xmlns:a="http://schemas.openxmlformats.org/drawingml/2006/main">
              <a:ext uri="{FF2B5EF4-FFF2-40B4-BE49-F238E27FC236}">
                <a16:creationId xmlns:a16="http://schemas.microsoft.com/office/drawing/2014/main" id="{C7B6C468-D7DC-41EA-A683-066F0479AE86}"/>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Add the strongest fair reason for shared opening hours before qualifying the judgement.</a:t>
            </a:r>
          </a:p>
        </p:txBody>
      </p:sp>
    </p:spTree>
    <p:extLst>
      <p:ext uri="{BB962C8B-B14F-4D97-AF65-F5344CB8AC3E}">
        <p14:creationId xmlns:p14="http://schemas.microsoft.com/office/powerpoint/2010/main" val="122648109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F8179E8F-7B59-40E8-96E2-71B13502BEF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9199ACC1-83D1-4676-B5A1-DE89534E697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B2810D33-AD89-4EF1-BE74-C983B07ACA8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7E4FF0D7-E0DD-435D-9FB2-AA0A3C662B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B534C31-F7A5-497C-8E97-4DCC3561AC4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41B4AA8-2AF4-4697-9C4C-35629775329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4AEDAA5-4BE8-4849-A825-725C48E36CC0}"/>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AAE7695-CA4C-4BE0-BFEE-68022D3F79D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B8BD127-1C27-4067-87C9-9A8C5B52083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3803A6D-1C8F-4D95-B452-DA479A647E7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313699AD-A139-44FB-BF84-3549C66AE65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082EF42-B80D-4505-8471-4E9AF6467A8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C9134EF-395A-45EA-92B2-22E0DB73E4E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38</a:t>
            </a:r>
          </a:p>
        </p:txBody>
      </p:sp>
      <p:sp>
        <p:nvSpPr>
          <p:cNvPr id="14" name="licence-footer">
            <a:extLst xmlns:a="http://schemas.openxmlformats.org/drawingml/2006/main">
              <a:ext uri="{FF2B5EF4-FFF2-40B4-BE49-F238E27FC236}">
                <a16:creationId xmlns:a16="http://schemas.microsoft.com/office/drawing/2014/main" id="{E182068A-C366-42D7-817C-FF17396CCC9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DB37499-A26E-4D74-97C8-0A6BE289EC37}"/>
              </a:ext>
            </a:extLst>
          </p:cNvPr>
          <p:cNvPicPr>
            <a:picLocks xmlns:a="http://schemas.openxmlformats.org/drawingml/2006/main" noChangeAspect="1"/>
          </p:cNvPicPr>
          <p:nvPr/>
        </p:nvPicPr>
        <p:blipFill>
          <a:blip xmlns:r="http://schemas.openxmlformats.org/officeDocument/2006/relationships" xmlns:a="http://schemas.openxmlformats.org/drawingml/2006/main" r:embed="Rdbc25cf196ba44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37336DAB-23D5-4FE4-A3E2-D3FD5BD98AF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entrance cannot be used by some visitors, so equal hours alone do not establish access. Shared</a:t>
            </a:r>
          </a:p>
        </p:txBody>
      </p:sp>
      <p:sp>
        <p:nvSpPr>
          <p:cNvPr id="17" name="answer-text">
            <a:extLst xmlns:a="http://schemas.openxmlformats.org/drawingml/2006/main">
              <a:ext uri="{FF2B5EF4-FFF2-40B4-BE49-F238E27FC236}">
                <a16:creationId xmlns:a16="http://schemas.microsoft.com/office/drawing/2014/main" id="{1A0DED6E-CA80-47DF-A9A6-F4ECEDA99F4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hours can be predictable and consistent, which is a real strength. A qualified judgement keeps</a:t>
            </a:r>
          </a:p>
        </p:txBody>
      </p:sp>
      <p:sp>
        <p:nvSpPr>
          <p:cNvPr id="18" name="answer-text">
            <a:extLst xmlns:a="http://schemas.openxmlformats.org/drawingml/2006/main">
              <a:ext uri="{FF2B5EF4-FFF2-40B4-BE49-F238E27FC236}">
                <a16:creationId xmlns:a16="http://schemas.microsoft.com/office/drawing/2014/main" id="{30DCAA26-35C9-4F57-8CA5-493509B8A9C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useful common rules while addressing the evidenced entrance barrier. This guided practice does not</a:t>
            </a:r>
          </a:p>
        </p:txBody>
      </p:sp>
      <p:sp>
        <p:nvSpPr>
          <p:cNvPr id="19" name="answer-text">
            <a:extLst xmlns:a="http://schemas.openxmlformats.org/drawingml/2006/main">
              <a:ext uri="{FF2B5EF4-FFF2-40B4-BE49-F238E27FC236}">
                <a16:creationId xmlns:a16="http://schemas.microsoft.com/office/drawing/2014/main" id="{9F485107-CB99-4F0C-B82C-76A4903D091B}"/>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supply the pupil’s reading-guide judgement.</a:t>
            </a:r>
          </a:p>
        </p:txBody>
      </p:sp>
    </p:spTree>
    <p:extLst>
      <p:ext uri="{BB962C8B-B14F-4D97-AF65-F5344CB8AC3E}">
        <p14:creationId xmlns:p14="http://schemas.microsoft.com/office/powerpoint/2010/main" val="76462750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2D23761D-24C3-49DD-A643-72AFABA5A88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DED8E4B-60D5-430B-A6A1-7888DF82FB1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25D5ED4-3FCB-4B6D-AC38-2D60FE9BF92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Q1 · Authored viewpoint; not testimony</a:t>
            </a:r>
          </a:p>
        </p:txBody>
      </p:sp>
      <p:sp>
        <p:nvSpPr>
          <p:cNvPr id="4" name="shape">
            <a:extLst xmlns:a="http://schemas.openxmlformats.org/drawingml/2006/main">
              <a:ext uri="{FF2B5EF4-FFF2-40B4-BE49-F238E27FC236}">
                <a16:creationId xmlns:a16="http://schemas.microsoft.com/office/drawing/2014/main" id="{7F133FA2-E4FF-424B-9717-84FAF901EB4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89951B7-F529-41AC-B039-25B1EF00097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A53BBA0-0137-459B-9AFE-D4B9A7A8050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AEFE971-A40B-4B9D-B797-C08ABC80F2F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B3A9BEA-0C0F-44A2-9B8D-BD9946E9DF9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238353-8C4A-4264-8F45-DB7B7CB0FCD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22DFC1F-26EA-4B0C-BA5C-0B0D89D94D9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B5FC8651-6A67-462D-94F6-1F5E4B8B5E8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3A903B8-24F5-4328-8268-3FDE98E8730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11F3BCF-2F2A-4F24-A924-3117E17108D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38</a:t>
            </a:r>
          </a:p>
        </p:txBody>
      </p:sp>
      <p:sp>
        <p:nvSpPr>
          <p:cNvPr id="14" name="licence-footer">
            <a:extLst xmlns:a="http://schemas.openxmlformats.org/drawingml/2006/main">
              <a:ext uri="{FF2B5EF4-FFF2-40B4-BE49-F238E27FC236}">
                <a16:creationId xmlns:a16="http://schemas.microsoft.com/office/drawing/2014/main" id="{1E52CDBE-6D8F-482D-AFC4-770E908728E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FCF9E52-6359-4A80-93E1-6ECCB16B1D2A}"/>
              </a:ext>
            </a:extLst>
          </p:cNvPr>
          <p:cNvPicPr>
            <a:picLocks xmlns:a="http://schemas.openxmlformats.org/drawingml/2006/main" noChangeAspect="1"/>
          </p:cNvPicPr>
          <p:nvPr/>
        </p:nvPicPr>
        <p:blipFill>
          <a:blip xmlns:r="http://schemas.openxmlformats.org/officeDocument/2006/relationships" xmlns:a="http://schemas.openxmlformats.org/drawingml/2006/main" r:embed="Ra1d7d861cbb2404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3784C1E-2263-4DF7-B44B-C55D444B006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“Fairness means giving every person exactly the same support.” The writer argues that a shared</a:t>
            </a:r>
          </a:p>
        </p:txBody>
      </p:sp>
      <p:sp>
        <p:nvSpPr>
          <p:cNvPr id="17" name="pupil-text">
            <a:extLst xmlns:a="http://schemas.openxmlformats.org/drawingml/2006/main">
              <a:ext uri="{FF2B5EF4-FFF2-40B4-BE49-F238E27FC236}">
                <a16:creationId xmlns:a16="http://schemas.microsoft.com/office/drawing/2014/main" id="{D48767D1-8440-452C-A763-41D2B05677F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rule avoids favouritism and makes decisions predictable. This is a position to evaluate, not the</a:t>
            </a:r>
          </a:p>
        </p:txBody>
      </p:sp>
      <p:sp>
        <p:nvSpPr>
          <p:cNvPr id="18" name="pupil-text">
            <a:extLst xmlns:a="http://schemas.openxmlformats.org/drawingml/2006/main">
              <a:ext uri="{FF2B5EF4-FFF2-40B4-BE49-F238E27FC236}">
                <a16:creationId xmlns:a16="http://schemas.microsoft.com/office/drawing/2014/main" id="{46F6E0A3-20A7-4D56-898A-543EF539262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lesson’s required conclusion.</a:t>
            </a:r>
          </a:p>
        </p:txBody>
      </p:sp>
      <p:sp>
        <p:nvSpPr>
          <p:cNvPr id="19" name="shape">
            <a:extLst xmlns:a="http://schemas.openxmlformats.org/drawingml/2006/main">
              <a:ext uri="{FF2B5EF4-FFF2-40B4-BE49-F238E27FC236}">
                <a16:creationId xmlns:a16="http://schemas.microsoft.com/office/drawing/2014/main" id="{DF99A197-F312-495A-99D9-7481276F64A2}"/>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ED3005ED-0C45-4417-A2D4-AC1295D1065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1" name="shape">
            <a:extLst xmlns:a="http://schemas.openxmlformats.org/drawingml/2006/main">
              <a:ext uri="{FF2B5EF4-FFF2-40B4-BE49-F238E27FC236}">
                <a16:creationId xmlns:a16="http://schemas.microsoft.com/office/drawing/2014/main" id="{68CC0E30-CC21-4423-B4F5-80845A086400}"/>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918A4E8B-EE09-49AF-A731-D5CBCAC7C904}"/>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94983376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E5B27FC3-4B11-4BE7-977D-44092DEF97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1F6F186E-6C96-437E-9EEC-EB871731432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AE8ADF7-CD1D-4D9E-9859-DEF992C3E78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Q2 · Authored community case</a:t>
            </a:r>
          </a:p>
        </p:txBody>
      </p:sp>
      <p:sp>
        <p:nvSpPr>
          <p:cNvPr id="4" name="shape">
            <a:extLst xmlns:a="http://schemas.openxmlformats.org/drawingml/2006/main">
              <a:ext uri="{FF2B5EF4-FFF2-40B4-BE49-F238E27FC236}">
                <a16:creationId xmlns:a16="http://schemas.microsoft.com/office/drawing/2014/main" id="{F360B744-BDB7-4525-9918-D1F80DD80D3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1FF55E0-96EA-47C0-A077-534B5E7A35E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9D1ACE8-0CA6-4537-9920-230D7DAC852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B6B7AE1-B739-4A45-8AA0-884AA6A4C68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2331E75-370F-417A-9AFB-A291D33BB31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1545902-0198-44A7-AD1C-A29EA3E3D45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961CD65-593E-4340-9AF1-E953894B3D1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DB99A039-6B52-49EC-87D6-B2A6D0CAD4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9A49307-BDAD-447D-8FBB-6F489BCF851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AB9352A-347D-44CB-A8D3-D9E249135C2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38</a:t>
            </a:r>
          </a:p>
        </p:txBody>
      </p:sp>
      <p:sp>
        <p:nvSpPr>
          <p:cNvPr id="14" name="licence-footer">
            <a:extLst xmlns:a="http://schemas.openxmlformats.org/drawingml/2006/main">
              <a:ext uri="{FF2B5EF4-FFF2-40B4-BE49-F238E27FC236}">
                <a16:creationId xmlns:a16="http://schemas.microsoft.com/office/drawing/2014/main" id="{A5C9946A-E072-4D6D-B409-6A2FB5E8F8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01AB250-520D-4772-9680-0E2F2B8B1F0D}"/>
              </a:ext>
            </a:extLst>
          </p:cNvPr>
          <p:cNvPicPr>
            <a:picLocks xmlns:a="http://schemas.openxmlformats.org/drawingml/2006/main" noChangeAspect="1"/>
          </p:cNvPicPr>
          <p:nvPr/>
        </p:nvPicPr>
        <p:blipFill>
          <a:blip xmlns:r="http://schemas.openxmlformats.org/officeDocument/2006/relationships" xmlns:a="http://schemas.openxmlformats.org/drawingml/2006/main" r:embed="R4049f591a3cd451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683745D-FDDD-43C8-B699-8AD15D19CA2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community reading session uses a short printed guide. One visitor cannot read the small print and</a:t>
            </a:r>
          </a:p>
        </p:txBody>
      </p:sp>
      <p:sp>
        <p:nvSpPr>
          <p:cNvPr id="17" name="pupil-text">
            <a:extLst xmlns:a="http://schemas.openxmlformats.org/drawingml/2006/main">
              <a:ext uri="{FF2B5EF4-FFF2-40B4-BE49-F238E27FC236}">
                <a16:creationId xmlns:a16="http://schemas.microsoft.com/office/drawing/2014/main" id="{F72419D5-0CAB-4D2D-91A1-DE527131EB4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asks for a larger-print version. Another asks for the whole guide to be read aloud. Both</a:t>
            </a:r>
          </a:p>
        </p:txBody>
      </p:sp>
      <p:sp>
        <p:nvSpPr>
          <p:cNvPr id="18" name="pupil-text">
            <a:extLst xmlns:a="http://schemas.openxmlformats.org/drawingml/2006/main">
              <a:ext uri="{FF2B5EF4-FFF2-40B4-BE49-F238E27FC236}">
                <a16:creationId xmlns:a16="http://schemas.microsoft.com/office/drawing/2014/main" id="{73962C6A-DB13-4120-8F70-FDCD3296DB6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adjustments keep the same information and do not remove anyone else’s guide. The organiser can</a:t>
            </a:r>
          </a:p>
        </p:txBody>
      </p:sp>
      <p:sp>
        <p:nvSpPr>
          <p:cNvPr id="19" name="pupil-text">
            <a:extLst xmlns:a="http://schemas.openxmlformats.org/drawingml/2006/main">
              <a:ext uri="{FF2B5EF4-FFF2-40B4-BE49-F238E27FC236}">
                <a16:creationId xmlns:a16="http://schemas.microsoft.com/office/drawing/2014/main" id="{940DFF74-0BB3-46BC-AFE0-54CA5B5126DC}"/>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prepare the larger print and arrange a reader. No pupil access need is requested or assumed.</a:t>
            </a:r>
          </a:p>
        </p:txBody>
      </p:sp>
      <p:sp>
        <p:nvSpPr>
          <p:cNvPr id="20" name="shape">
            <a:extLst xmlns:a="http://schemas.openxmlformats.org/drawingml/2006/main">
              <a:ext uri="{FF2B5EF4-FFF2-40B4-BE49-F238E27FC236}">
                <a16:creationId xmlns:a16="http://schemas.microsoft.com/office/drawing/2014/main" id="{6496C019-B08C-4743-8F1A-A23BC4D798CF}"/>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A09465A-3121-4DC0-9A04-D9AEDA1E963D}"/>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23E19FEC-09A8-4455-B86C-3B2F92D35D40}"/>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3E70C7F-1948-4695-8FE3-E1A51D6EC695}"/>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20995618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E3ABCA89-ECEB-4793-9340-28F3B854DB8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E877838E-29E9-4367-AF31-7BACC8EF095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BFC9557-64A3-40BF-9599-22AC5A22D39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Q3 · Source perspectives</a:t>
            </a:r>
          </a:p>
        </p:txBody>
      </p:sp>
      <p:sp>
        <p:nvSpPr>
          <p:cNvPr id="4" name="shape">
            <a:extLst xmlns:a="http://schemas.openxmlformats.org/drawingml/2006/main">
              <a:ext uri="{FF2B5EF4-FFF2-40B4-BE49-F238E27FC236}">
                <a16:creationId xmlns:a16="http://schemas.microsoft.com/office/drawing/2014/main" id="{D7756730-4CCF-4096-B9AB-98AB7453C9D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7645773-9C4B-40B3-9A50-A356C9C4CB3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7C98BBB-4255-49AF-8FF7-D8012827275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CB442B5-0D48-4FAC-9CB0-FD5A2161431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DEB3BC7-9853-4BBF-8765-B304A44AF3D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0F927B9-ED0E-435A-A6D8-E118E50C49E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93A25A2-435C-4F14-8C55-E55DF1A6782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308F31CB-46F7-4369-9F95-991F72094A8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EA0FBA6-0C9E-48FB-8B00-3CE41193DAE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25F4B77-7F5D-485B-8B82-D92EEEBB72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38</a:t>
            </a:r>
          </a:p>
        </p:txBody>
      </p:sp>
      <p:sp>
        <p:nvSpPr>
          <p:cNvPr id="14" name="licence-footer">
            <a:extLst xmlns:a="http://schemas.openxmlformats.org/drawingml/2006/main">
              <a:ext uri="{FF2B5EF4-FFF2-40B4-BE49-F238E27FC236}">
                <a16:creationId xmlns:a16="http://schemas.microsoft.com/office/drawing/2014/main" id="{8C793F8A-EE5A-48AF-8302-637316B52DB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709DC20-768F-4FE6-B07C-38C5A723F6E6}"/>
              </a:ext>
            </a:extLst>
          </p:cNvPr>
          <p:cNvPicPr>
            <a:picLocks xmlns:a="http://schemas.openxmlformats.org/drawingml/2006/main" noChangeAspect="1"/>
          </p:cNvPicPr>
          <p:nvPr/>
        </p:nvPicPr>
        <p:blipFill>
          <a:blip xmlns:r="http://schemas.openxmlformats.org/officeDocument/2006/relationships" xmlns:a="http://schemas.openxmlformats.org/drawingml/2006/main" r:embed="R6fa0713301ff4a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CE0913C-7657-4A25-886B-BE234A77B99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Christian caring account describes helping across a community boundary; some believers apply it</a:t>
            </a:r>
          </a:p>
        </p:txBody>
      </p:sp>
      <p:sp>
        <p:nvSpPr>
          <p:cNvPr id="17" name="pupil-text">
            <a:extLst xmlns:a="http://schemas.openxmlformats.org/drawingml/2006/main">
              <a:ext uri="{FF2B5EF4-FFF2-40B4-BE49-F238E27FC236}">
                <a16:creationId xmlns:a16="http://schemas.microsoft.com/office/drawing/2014/main" id="{DEEBA007-8733-4971-92B0-B00F8B857E1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attending to another person’s need. This humanist account uses evidence, empathy and</a:t>
            </a:r>
          </a:p>
        </p:txBody>
      </p:sp>
      <p:sp>
        <p:nvSpPr>
          <p:cNvPr id="18" name="pupil-text">
            <a:extLst xmlns:a="http://schemas.openxmlformats.org/drawingml/2006/main">
              <a:ext uri="{FF2B5EF4-FFF2-40B4-BE49-F238E27FC236}">
                <a16:creationId xmlns:a16="http://schemas.microsoft.com/office/drawing/2014/main" id="{43A6C147-5B0A-4C13-A29F-758CA68C7D6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discussion to consider consequences. Both may support removing an access barrier, though members</a:t>
            </a:r>
          </a:p>
        </p:txBody>
      </p:sp>
      <p:sp>
        <p:nvSpPr>
          <p:cNvPr id="19" name="pupil-text">
            <a:extLst xmlns:a="http://schemas.openxmlformats.org/drawingml/2006/main">
              <a:ext uri="{FF2B5EF4-FFF2-40B4-BE49-F238E27FC236}">
                <a16:creationId xmlns:a16="http://schemas.microsoft.com/office/drawing/2014/main" id="{5E5F80C5-A5D7-4DDD-95B3-CD127C9C353F}"/>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disagree about means or priorities. These are source-based classroom applications, not</a:t>
            </a:r>
          </a:p>
        </p:txBody>
      </p:sp>
      <p:sp>
        <p:nvSpPr>
          <p:cNvPr id="20" name="pupil-text">
            <a:extLst xmlns:a="http://schemas.openxmlformats.org/drawingml/2006/main">
              <a:ext uri="{FF2B5EF4-FFF2-40B4-BE49-F238E27FC236}">
                <a16:creationId xmlns:a16="http://schemas.microsoft.com/office/drawing/2014/main" id="{AE8F367C-24C0-4124-BF17-AEACC0490478}"/>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quotations from believers.</a:t>
            </a:r>
          </a:p>
        </p:txBody>
      </p:sp>
      <p:sp>
        <p:nvSpPr>
          <p:cNvPr id="21" name="shape">
            <a:extLst xmlns:a="http://schemas.openxmlformats.org/drawingml/2006/main">
              <a:ext uri="{FF2B5EF4-FFF2-40B4-BE49-F238E27FC236}">
                <a16:creationId xmlns:a16="http://schemas.microsoft.com/office/drawing/2014/main" id="{57DF85B0-A74C-45E1-AB1D-BB0963E2788F}"/>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1ACAEB04-F618-4406-B15A-0B568054ECAA}"/>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3" name="shape">
            <a:extLst xmlns:a="http://schemas.openxmlformats.org/drawingml/2006/main">
              <a:ext uri="{FF2B5EF4-FFF2-40B4-BE49-F238E27FC236}">
                <a16:creationId xmlns:a16="http://schemas.microsoft.com/office/drawing/2014/main" id="{11CBBA3C-C2D5-40B1-B34A-2D351B7D9DA5}"/>
              </a:ext>
            </a:extLst>
          </p:cNvPr>
          <p:cNvSpPr>
            <a:spLocks xmlns:a="http://schemas.openxmlformats.org/drawingml/2006/main" noGrp="1"/>
          </p:cNvSpPr>
          <p:nvPr/>
        </p:nvSpPr>
        <p:spPr>
          <a:xfrm xmlns:a="http://schemas.openxmlformats.org/drawingml/2006/main">
            <a:off x="409575" y="3609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CE055C28-E18A-4DA6-8DB5-ED4D5528E759}"/>
              </a:ext>
            </a:extLst>
          </p:cNvPr>
          <p:cNvSpPr>
            <a:spLocks xmlns:a="http://schemas.openxmlformats.org/drawingml/2006/main" noGrp="1"/>
          </p:cNvSpPr>
          <p:nvPr/>
        </p:nvSpPr>
        <p:spPr>
          <a:xfrm xmlns:a="http://schemas.openxmlformats.org/drawingml/2006/main">
            <a:off x="457200" y="3619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3608422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E30E9959-763F-44E1-BC31-1A5E0378305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3CF1CD6F-4246-4C14-ACD1-82364E2D3B2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37C3D8F-A08F-4349-9E65-160DBFEA29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Q4 · Evaluation criteria</a:t>
            </a:r>
          </a:p>
        </p:txBody>
      </p:sp>
      <p:sp>
        <p:nvSpPr>
          <p:cNvPr id="4" name="shape">
            <a:extLst xmlns:a="http://schemas.openxmlformats.org/drawingml/2006/main">
              <a:ext uri="{FF2B5EF4-FFF2-40B4-BE49-F238E27FC236}">
                <a16:creationId xmlns:a16="http://schemas.microsoft.com/office/drawing/2014/main" id="{B8247A1F-C28B-494E-B715-2A21ECB7719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5029064-2A8A-49B6-BB34-CAD458F8C6E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4C01CD8-C853-4A97-B279-4982C80D538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40674D0-1AB6-4469-88BC-EF9681A5A46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92A08EA-D8F2-43A8-B78E-AF15612E602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7C59A6D-85F5-4AD0-9BC4-4FFC499F2F3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8B2477C-39E4-4793-ADA4-C6BEAFFDD1A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59521078-0271-4372-B580-3F29336CADF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87148BE-49C8-495E-9F9F-30963DEAE2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06A987A-9E4E-43E7-B80E-6F0A17F4E37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38</a:t>
            </a:r>
          </a:p>
        </p:txBody>
      </p:sp>
      <p:sp>
        <p:nvSpPr>
          <p:cNvPr id="14" name="licence-footer">
            <a:extLst xmlns:a="http://schemas.openxmlformats.org/drawingml/2006/main">
              <a:ext uri="{FF2B5EF4-FFF2-40B4-BE49-F238E27FC236}">
                <a16:creationId xmlns:a16="http://schemas.microsoft.com/office/drawing/2014/main" id="{8ED216FB-64D0-4344-9CFA-A120057549B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17D2794-B088-4C6F-9F05-31650CBA32F0}"/>
              </a:ext>
            </a:extLst>
          </p:cNvPr>
          <p:cNvPicPr>
            <a:picLocks xmlns:a="http://schemas.openxmlformats.org/drawingml/2006/main" noChangeAspect="1"/>
          </p:cNvPicPr>
          <p:nvPr/>
        </p:nvPicPr>
        <p:blipFill>
          <a:blip xmlns:r="http://schemas.openxmlformats.org/officeDocument/2006/relationships" xmlns:a="http://schemas.openxmlformats.org/drawingml/2006/main" r:embed="Rb2d4693dde90438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F44A1CE-2065-4DD6-A6E2-4DF169F6C3B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Represent the viewpoint accurately. Give a relevant strength. Test it with case evidence and a</a:t>
            </a:r>
          </a:p>
        </p:txBody>
      </p:sp>
      <p:sp>
        <p:nvSpPr>
          <p:cNvPr id="17" name="pupil-text">
            <a:extLst xmlns:a="http://schemas.openxmlformats.org/drawingml/2006/main">
              <a:ext uri="{FF2B5EF4-FFF2-40B4-BE49-F238E27FC236}">
                <a16:creationId xmlns:a16="http://schemas.microsoft.com/office/drawing/2014/main" id="{043B5479-1385-4CFE-929A-1E37E059459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Explain a reply or limit. End with a judgement that states when the claim may or</a:t>
            </a:r>
          </a:p>
        </p:txBody>
      </p:sp>
      <p:sp>
        <p:nvSpPr>
          <p:cNvPr id="18" name="pupil-text">
            <a:extLst xmlns:a="http://schemas.openxmlformats.org/drawingml/2006/main">
              <a:ext uri="{FF2B5EF4-FFF2-40B4-BE49-F238E27FC236}">
                <a16:creationId xmlns:a16="http://schemas.microsoft.com/office/drawing/2014/main" id="{CC336D4D-F55A-49D3-AD44-88C088FC014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may not hold. Evaluate the argument, not the worth of the people who hold it.</a:t>
            </a:r>
          </a:p>
        </p:txBody>
      </p:sp>
      <p:sp>
        <p:nvSpPr>
          <p:cNvPr id="19" name="shape">
            <a:extLst xmlns:a="http://schemas.openxmlformats.org/drawingml/2006/main">
              <a:ext uri="{FF2B5EF4-FFF2-40B4-BE49-F238E27FC236}">
                <a16:creationId xmlns:a16="http://schemas.microsoft.com/office/drawing/2014/main" id="{5E20019C-398A-4140-99CE-F36143ADA0D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8B80E2E4-909F-4A84-A1DE-977A55CB213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1" name="shape">
            <a:extLst xmlns:a="http://schemas.openxmlformats.org/drawingml/2006/main">
              <a:ext uri="{FF2B5EF4-FFF2-40B4-BE49-F238E27FC236}">
                <a16:creationId xmlns:a16="http://schemas.microsoft.com/office/drawing/2014/main" id="{F82CFFB6-C48C-4278-BA5A-EF2ACC802FE3}"/>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F7587B91-A8A1-4E1B-AB73-CAB9B05117A6}"/>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0641017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2CCD8CE-D4A1-4A16-B915-1CCA2B1CEE0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59239676-FFDE-487C-A105-849818B0FB3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F0B754C-B4E8-4E39-BE63-1CD05189DC0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4D8B5D34-8F80-4440-9DC0-BEA1AE6155E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34B10D-84D1-4846-951A-1914229499D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8C892EB-9892-4910-B042-270DFDA6B98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B2B2BDD-7F10-4411-A578-376D973B474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3F6D1AC-F803-41DC-AC77-D4E1DFE2856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DEAC74E-F9B2-43F7-8D10-F621F00B196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D4BFED0-1229-4DA0-A477-A36C3BA5D81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655A2D2C-EFF7-4A02-90BC-BEC3F715BCA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A4D42D0-469D-45B2-964D-E450A0B4128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1F0F231-A9C3-456B-8087-7067C66E57F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38</a:t>
            </a:r>
          </a:p>
        </p:txBody>
      </p:sp>
      <p:sp>
        <p:nvSpPr>
          <p:cNvPr id="14" name="licence-footer">
            <a:extLst xmlns:a="http://schemas.openxmlformats.org/drawingml/2006/main">
              <a:ext uri="{FF2B5EF4-FFF2-40B4-BE49-F238E27FC236}">
                <a16:creationId xmlns:a16="http://schemas.microsoft.com/office/drawing/2014/main" id="{1AB671C9-2E73-4651-846C-9919E131A95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17A3DBA-B8C0-4C33-86C2-C2A4236193E0}"/>
              </a:ext>
            </a:extLst>
          </p:cNvPr>
          <p:cNvPicPr>
            <a:picLocks xmlns:a="http://schemas.openxmlformats.org/drawingml/2006/main" noChangeAspect="1"/>
          </p:cNvPicPr>
          <p:nvPr/>
        </p:nvPicPr>
        <p:blipFill>
          <a:blip xmlns:r="http://schemas.openxmlformats.org/officeDocument/2006/relationships" xmlns:a="http://schemas.openxmlformats.org/drawingml/2006/main" r:embed="Rb3d1b3b2287d42b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41DF10A-2F59-4B42-8F8F-41CA6638FE7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17" name="pupil-text">
            <a:extLst xmlns:a="http://schemas.openxmlformats.org/drawingml/2006/main">
              <a:ext uri="{FF2B5EF4-FFF2-40B4-BE49-F238E27FC236}">
                <a16:creationId xmlns:a16="http://schemas.microsoft.com/office/drawing/2014/main" id="{791A8836-504E-432A-B352-95C179E7168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
        <p:nvSpPr>
          <p:cNvPr id="18" name="pupil-text">
            <a:extLst xmlns:a="http://schemas.openxmlformats.org/drawingml/2006/main">
              <a:ext uri="{FF2B5EF4-FFF2-40B4-BE49-F238E27FC236}">
                <a16:creationId xmlns:a16="http://schemas.microsoft.com/office/drawing/2014/main" id="{435913B0-78DC-4F32-8A76-0220C92C1C4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B8C1DB2E-F612-4C79-ABD2-06DBADC0C597}"/>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6345236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C7E3AA9-60FD-4D2A-99C5-5F373CE9765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1D8F2BAD-1B2A-49A8-97CD-95B25F3D61B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58FF634-08EA-4FFF-9A20-918678D05E1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39A57BC-0BF7-4A91-9D0B-28808C33B2D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A780653-0BC1-4D19-81B4-8EC4E760840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60E71A-9BAD-48E0-B301-48EEF6DBD21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3559B44-D5B3-480A-8208-BD390855EAD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5DE9F8-3FFE-4069-ADF7-DE12DDD4BB1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4B4992F-80F9-4C45-B5BC-1F477D6069B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1AD1B7F-EDEB-413E-B822-FE6E581E450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2E122A4B-697B-4A59-950E-5EDE6BA74EB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F8CA5BD-E4DE-4207-85B1-F573BDFC258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C63A034-F8BC-46A1-BAE3-31ACA32AAC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38</a:t>
            </a:r>
          </a:p>
        </p:txBody>
      </p:sp>
      <p:sp>
        <p:nvSpPr>
          <p:cNvPr id="14" name="licence-footer">
            <a:extLst xmlns:a="http://schemas.openxmlformats.org/drawingml/2006/main">
              <a:ext uri="{FF2B5EF4-FFF2-40B4-BE49-F238E27FC236}">
                <a16:creationId xmlns:a16="http://schemas.microsoft.com/office/drawing/2014/main" id="{0D94E3D6-58FF-4E7C-8135-4A7A04083D0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EB085FD-2A02-4A9C-8949-4F45A7005D57}"/>
              </a:ext>
            </a:extLst>
          </p:cNvPr>
          <p:cNvPicPr>
            <a:picLocks xmlns:a="http://schemas.openxmlformats.org/drawingml/2006/main" noChangeAspect="1"/>
          </p:cNvPicPr>
          <p:nvPr/>
        </p:nvPicPr>
        <p:blipFill>
          <a:blip xmlns:r="http://schemas.openxmlformats.org/officeDocument/2006/relationships" xmlns:a="http://schemas.openxmlformats.org/drawingml/2006/main" r:embed="R3dbc686c027043d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3FAC713-2BDB-4105-A318-71C6AEC5D7A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961A515-018B-4B93-97B9-80EC6980678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13C81A63-C8E4-4457-92E3-681EB22DD08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C164B75-5637-4CC9-99F0-BCE0F41AA788}"/>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2A00E68A-4F23-4999-ADBC-38AD32A20770}"/>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30E9191-ACE2-47C3-8F7D-F032DCEB7794}"/>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A50B9230-2BD7-45C9-9CD3-CA1BEC24737D}"/>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B194851-767E-49C2-AE30-8F2653A552BD}"/>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Q1 using Q2–Q4. Write or direct a point-evidence-explain paragraph, a counterargument</a:t>
            </a:r>
          </a:p>
        </p:txBody>
      </p:sp>
      <p:sp>
        <p:nvSpPr>
          <p:cNvPr id="24" name="shape">
            <a:extLst xmlns:a="http://schemas.openxmlformats.org/drawingml/2006/main">
              <a:ext uri="{FF2B5EF4-FFF2-40B4-BE49-F238E27FC236}">
                <a16:creationId xmlns:a16="http://schemas.microsoft.com/office/drawing/2014/main" id="{B84A7F1D-3E2D-4A9C-9F41-EC6C3E508D5D}"/>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1FAB594-9B08-49A8-9793-D73282AE3A86}"/>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a reply, and a qualified judgement. Use viewpoint, evidence, counterargument and evaluation.</a:t>
            </a:r>
          </a:p>
        </p:txBody>
      </p:sp>
      <p:sp>
        <p:nvSpPr>
          <p:cNvPr id="26" name="shape">
            <a:extLst xmlns:a="http://schemas.openxmlformats.org/drawingml/2006/main">
              <a:ext uri="{FF2B5EF4-FFF2-40B4-BE49-F238E27FC236}">
                <a16:creationId xmlns:a16="http://schemas.microsoft.com/office/drawing/2014/main" id="{F65553FB-0CB6-4474-8D0F-1C498C2DE6A3}"/>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084AD89-044F-451F-8222-E30E9D17B335}"/>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Include one relevant source perspective from Q3 accurately. You may judge the supplied view</a:t>
            </a:r>
          </a:p>
        </p:txBody>
      </p:sp>
      <p:sp>
        <p:nvSpPr>
          <p:cNvPr id="28" name="shape">
            <a:extLst xmlns:a="http://schemas.openxmlformats.org/drawingml/2006/main">
              <a:ext uri="{FF2B5EF4-FFF2-40B4-BE49-F238E27FC236}">
                <a16:creationId xmlns:a16="http://schemas.microsoft.com/office/drawing/2014/main" id="{C2991BDA-7F02-4822-804B-AC2125238E49}"/>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5E7F4B93-C8C8-44D7-A593-ADF9E2BA51EA}"/>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stating your personal beliefs or needs.</a:t>
            </a:r>
          </a:p>
        </p:txBody>
      </p:sp>
      <p:sp>
        <p:nvSpPr>
          <p:cNvPr id="30" name="shape">
            <a:extLst xmlns:a="http://schemas.openxmlformats.org/drawingml/2006/main">
              <a:ext uri="{FF2B5EF4-FFF2-40B4-BE49-F238E27FC236}">
                <a16:creationId xmlns:a16="http://schemas.microsoft.com/office/drawing/2014/main" id="{458AC568-4670-460A-82CB-907B94B02217}"/>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CC73E9E5-2FB9-4DA4-9128-71DA32AF6295}"/>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Judge the claim against the actual facts. A counterargument needs an explained link, not an</a:t>
            </a:r>
          </a:p>
        </p:txBody>
      </p:sp>
      <p:sp>
        <p:nvSpPr>
          <p:cNvPr id="32" name="shape">
            <a:extLst xmlns:a="http://schemas.openxmlformats.org/drawingml/2006/main">
              <a:ext uri="{FF2B5EF4-FFF2-40B4-BE49-F238E27FC236}">
                <a16:creationId xmlns:a16="http://schemas.microsoft.com/office/drawing/2014/main" id="{FE478605-F76B-4D3A-913C-F5D9C6CA9378}"/>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3E5E8C1-F854-4523-9F68-EAEE94BF58FE}"/>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insult. You can say “depends” if you state the condition.</a:t>
            </a:r>
          </a:p>
        </p:txBody>
      </p:sp>
    </p:spTree>
    <p:extLst>
      <p:ext uri="{BB962C8B-B14F-4D97-AF65-F5344CB8AC3E}">
        <p14:creationId xmlns:p14="http://schemas.microsoft.com/office/powerpoint/2010/main" val="89499785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A43D4D53-C41D-4CC6-A607-9F57ED02AC0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5A65AE2D-70AD-4310-A5E2-F7442116160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1D5B898-1BF6-4F9E-AA7B-71600686D73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9F7EEB1-7D59-4F71-9E48-54FE775CE5B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3DBC3EC-EC18-4AC8-9BBC-C487CF1C351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7765DBD-EA66-4A66-A6AC-7D8D3C8B01D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590FB74-0A4A-46F0-8760-A0874D29D43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67E2840-36CE-4CE4-A037-0F29A163493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318F32-53BD-458A-96CF-A5F41BB80F7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E2F782E-CDA3-48DF-9E5A-7DA801AB5E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21C1F8B2-896E-491D-B087-F60B55BE7C4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0549B9C-3AEF-4DA4-AFBD-D37EFDB7104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99CACE3-2A65-4B00-B069-A44BF922E3F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38</a:t>
            </a:r>
          </a:p>
        </p:txBody>
      </p:sp>
      <p:sp>
        <p:nvSpPr>
          <p:cNvPr id="14" name="licence-footer">
            <a:extLst xmlns:a="http://schemas.openxmlformats.org/drawingml/2006/main">
              <a:ext uri="{FF2B5EF4-FFF2-40B4-BE49-F238E27FC236}">
                <a16:creationId xmlns:a16="http://schemas.microsoft.com/office/drawing/2014/main" id="{0D2A80D7-EA59-4904-960D-B54B7334D1E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8B4436D-969C-4EFC-A482-74932F2AC487}"/>
              </a:ext>
            </a:extLst>
          </p:cNvPr>
          <p:cNvPicPr>
            <a:picLocks xmlns:a="http://schemas.openxmlformats.org/drawingml/2006/main" noChangeAspect="1"/>
          </p:cNvPicPr>
          <p:nvPr/>
        </p:nvPicPr>
        <p:blipFill>
          <a:blip xmlns:r="http://schemas.openxmlformats.org/officeDocument/2006/relationships" xmlns:a="http://schemas.openxmlformats.org/drawingml/2006/main" r:embed="R2c61c4dbce43455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000B44E-F434-40EF-BCFC-0C370FE9622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1BC90AF-F7BE-437B-91CE-1B168A433B4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Accurate viewpoint [ ] / Strength and reason [ ] / Case evidence [ ] /</a:t>
            </a:r>
          </a:p>
        </p:txBody>
      </p:sp>
      <p:sp>
        <p:nvSpPr>
          <p:cNvPr id="18" name="shape">
            <a:extLst xmlns:a="http://schemas.openxmlformats.org/drawingml/2006/main">
              <a:ext uri="{FF2B5EF4-FFF2-40B4-BE49-F238E27FC236}">
                <a16:creationId xmlns:a16="http://schemas.microsoft.com/office/drawing/2014/main" id="{DC954B6B-A36F-4540-831A-731562B1C3CA}"/>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E6BCE9A-11DA-4A96-A208-2DB63CA1174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explanation [ ] / Reply or limit [ ] / Source perspective [ ] / Qualified</a:t>
            </a:r>
          </a:p>
        </p:txBody>
      </p:sp>
      <p:sp>
        <p:nvSpPr>
          <p:cNvPr id="20" name="shape">
            <a:extLst xmlns:a="http://schemas.openxmlformats.org/drawingml/2006/main">
              <a:ext uri="{FF2B5EF4-FFF2-40B4-BE49-F238E27FC236}">
                <a16:creationId xmlns:a16="http://schemas.microsoft.com/office/drawing/2014/main" id="{05F7AAB2-81AD-4AC4-90E1-FF9494F9FEC6}"/>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D4E9D85-5D1F-45CF-A51C-A39704D530D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evaluation [ ].</a:t>
            </a:r>
          </a:p>
        </p:txBody>
      </p:sp>
      <p:sp>
        <p:nvSpPr>
          <p:cNvPr id="22" name="shape">
            <a:extLst xmlns:a="http://schemas.openxmlformats.org/drawingml/2006/main">
              <a:ext uri="{FF2B5EF4-FFF2-40B4-BE49-F238E27FC236}">
                <a16:creationId xmlns:a16="http://schemas.microsoft.com/office/drawing/2014/main" id="{CD224EDF-B5E0-41F6-8AB1-61D17C6ABE77}"/>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94DDF5F-30FE-41A5-A435-E3405920A51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Underline the case evidence and its explanation. Add a fair counterargument or</a:t>
            </a:r>
          </a:p>
        </p:txBody>
      </p:sp>
      <p:sp>
        <p:nvSpPr>
          <p:cNvPr id="24" name="shape">
            <a:extLst xmlns:a="http://schemas.openxmlformats.org/drawingml/2006/main">
              <a:ext uri="{FF2B5EF4-FFF2-40B4-BE49-F238E27FC236}">
                <a16:creationId xmlns:a16="http://schemas.microsoft.com/office/drawing/2014/main" id="{33BC946E-18BA-49C0-9F37-B56CA246C3F8}"/>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326A16B-32A0-407C-A343-A7BC96274A48}"/>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qualify an unsupported “always”. Keep the original response visible.</a:t>
            </a:r>
          </a:p>
        </p:txBody>
      </p:sp>
      <p:sp>
        <p:nvSpPr>
          <p:cNvPr id="26" name="shape">
            <a:extLst xmlns:a="http://schemas.openxmlformats.org/drawingml/2006/main">
              <a:ext uri="{FF2B5EF4-FFF2-40B4-BE49-F238E27FC236}">
                <a16:creationId xmlns:a16="http://schemas.microsoft.com/office/drawing/2014/main" id="{F589403D-AED0-49F1-884A-8805E65CFCD3}"/>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45FB5F0-CDA5-4AC4-B21E-9D591A9A206F}"/>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3629633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1A28E96-BB57-40A0-9926-D4F7735EEAB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36650A1E-0844-4488-BE85-C4659EE36F4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6C4B277-9834-4E85-9760-F54E4C66FAC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18C615A-F9AE-47DB-AE32-5D1F4F080E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467D6B2-3ED3-4F39-A666-2F2A66FE075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D9DFC24-52C0-46A0-B5FA-783133D0886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BE468DA-1F76-4253-ACD8-539E580B36A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B255A3E-E47F-448A-A5CD-028055AE8FF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AFBA828-887F-4570-9B64-E0B37440087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CA6F19B-7BD8-438F-96C8-A75970E3D1B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EFAC7674-0FAE-4F98-AD8A-4B2B1F21396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3EC908B-2763-47CB-BAD5-F863F88F09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97F19AF-9461-49F5-BE43-0F230AEC3F7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38</a:t>
            </a:r>
          </a:p>
        </p:txBody>
      </p:sp>
      <p:sp>
        <p:nvSpPr>
          <p:cNvPr id="14" name="licence-footer">
            <a:extLst xmlns:a="http://schemas.openxmlformats.org/drawingml/2006/main">
              <a:ext uri="{FF2B5EF4-FFF2-40B4-BE49-F238E27FC236}">
                <a16:creationId xmlns:a16="http://schemas.microsoft.com/office/drawing/2014/main" id="{2EED2899-6E58-4F86-9228-666FC925976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A6AC8E4-FBDF-4DDA-922C-39AE1D29FF6B}"/>
              </a:ext>
            </a:extLst>
          </p:cNvPr>
          <p:cNvPicPr>
            <a:picLocks xmlns:a="http://schemas.openxmlformats.org/drawingml/2006/main" noChangeAspect="1"/>
          </p:cNvPicPr>
          <p:nvPr/>
        </p:nvPicPr>
        <p:blipFill>
          <a:blip xmlns:r="http://schemas.openxmlformats.org/officeDocument/2006/relationships" xmlns:a="http://schemas.openxmlformats.org/drawingml/2006/main" r:embed="Rc6da91ae5a4443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F2D68AC-8059-4791-A726-5A9B3B9C201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8EEF715-1334-452A-A5B1-D1B0B461953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641EB431-7441-4C4C-888A-C053E16C6DDF}"/>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349EA2F-E4BC-4FFC-B095-3C1052B3A8B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E9BE5708-621B-4D25-8A61-9CE34F720660}"/>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B69BC7B-A72F-4E9F-A9A9-7F91A4A2708F}"/>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8B34395B-07E4-4B97-9A14-CC1265B34F69}"/>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D1DFED3-B18D-4BB1-A86C-F5D5B0EED754}"/>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Q1 using Q2–Q4. Write or direct a point-evidence-explain paragraph, a counterargument</a:t>
            </a:r>
          </a:p>
        </p:txBody>
      </p:sp>
      <p:sp>
        <p:nvSpPr>
          <p:cNvPr id="24" name="shape">
            <a:extLst xmlns:a="http://schemas.openxmlformats.org/drawingml/2006/main">
              <a:ext uri="{FF2B5EF4-FFF2-40B4-BE49-F238E27FC236}">
                <a16:creationId xmlns:a16="http://schemas.microsoft.com/office/drawing/2014/main" id="{96A871D6-66F1-480A-BF0E-5B6CC8CE7DA5}"/>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05A5D96-CDC0-4209-AA10-AE524CEF32B7}"/>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a reply, and a qualified judgement. Use viewpoint, evidence, counterargument and evaluation.</a:t>
            </a:r>
          </a:p>
        </p:txBody>
      </p:sp>
      <p:sp>
        <p:nvSpPr>
          <p:cNvPr id="26" name="shape">
            <a:extLst xmlns:a="http://schemas.openxmlformats.org/drawingml/2006/main">
              <a:ext uri="{FF2B5EF4-FFF2-40B4-BE49-F238E27FC236}">
                <a16:creationId xmlns:a16="http://schemas.microsoft.com/office/drawing/2014/main" id="{D63F1F46-8760-4789-8691-A63578DEB2D3}"/>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B2567CD-63F7-4085-92FF-28F31F84E090}"/>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Include one relevant source perspective from Q3 accurately. You may judge the supplied view</a:t>
            </a:r>
          </a:p>
        </p:txBody>
      </p:sp>
      <p:sp>
        <p:nvSpPr>
          <p:cNvPr id="28" name="shape">
            <a:extLst xmlns:a="http://schemas.openxmlformats.org/drawingml/2006/main">
              <a:ext uri="{FF2B5EF4-FFF2-40B4-BE49-F238E27FC236}">
                <a16:creationId xmlns:a16="http://schemas.microsoft.com/office/drawing/2014/main" id="{D9CEFE2A-C8A2-4759-AD7A-3D114188E8A6}"/>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57770292-44C3-4EE3-BCCC-E3C8B7E24A74}"/>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stating your personal beliefs or needs.</a:t>
            </a:r>
          </a:p>
        </p:txBody>
      </p:sp>
      <p:sp>
        <p:nvSpPr>
          <p:cNvPr id="30" name="shape">
            <a:extLst xmlns:a="http://schemas.openxmlformats.org/drawingml/2006/main">
              <a:ext uri="{FF2B5EF4-FFF2-40B4-BE49-F238E27FC236}">
                <a16:creationId xmlns:a16="http://schemas.microsoft.com/office/drawing/2014/main" id="{984D282C-2C75-421F-9726-7F41AEFC49CD}"/>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627CC57-35B5-418C-AC1C-E474F8614E1F}"/>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2" name="shape">
            <a:extLst xmlns:a="http://schemas.openxmlformats.org/drawingml/2006/main">
              <a:ext uri="{FF2B5EF4-FFF2-40B4-BE49-F238E27FC236}">
                <a16:creationId xmlns:a16="http://schemas.microsoft.com/office/drawing/2014/main" id="{F3415D55-33BD-4908-B5B2-1351A0544DE8}"/>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366D982-6711-4846-B125-B9523A7689E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
        <p:nvSpPr>
          <p:cNvPr id="34" name="shape">
            <a:extLst xmlns:a="http://schemas.openxmlformats.org/drawingml/2006/main">
              <a:ext uri="{FF2B5EF4-FFF2-40B4-BE49-F238E27FC236}">
                <a16:creationId xmlns:a16="http://schemas.microsoft.com/office/drawing/2014/main" id="{662C7F0A-8FAA-42D3-93E3-4453CC607E6A}"/>
              </a:ext>
            </a:extLst>
          </p:cNvPr>
          <p:cNvSpPr>
            <a:spLocks xmlns:a="http://schemas.openxmlformats.org/drawingml/2006/main" noGrp="1"/>
          </p:cNvSpPr>
          <p:nvPr/>
        </p:nvSpPr>
        <p:spPr>
          <a:xfrm xmlns:a="http://schemas.openxmlformats.org/drawingml/2006/main">
            <a:off x="409575" y="4810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C859146D-E1EF-4AC1-AB4C-92C4836AF65F}"/>
              </a:ext>
            </a:extLst>
          </p:cNvPr>
          <p:cNvSpPr>
            <a:spLocks xmlns:a="http://schemas.openxmlformats.org/drawingml/2006/main" noGrp="1"/>
          </p:cNvSpPr>
          <p:nvPr/>
        </p:nvSpPr>
        <p:spPr>
          <a:xfrm xmlns:a="http://schemas.openxmlformats.org/drawingml/2006/main">
            <a:off x="457200" y="4819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viewpoint, evidence, counterargument, evaluation.</a:t>
            </a:r>
          </a:p>
        </p:txBody>
      </p:sp>
    </p:spTree>
    <p:extLst>
      <p:ext uri="{BB962C8B-B14F-4D97-AF65-F5344CB8AC3E}">
        <p14:creationId xmlns:p14="http://schemas.microsoft.com/office/powerpoint/2010/main" val="162725837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5DE7DB76-164A-4904-AEC5-46C446BD4A4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C7506433-28DC-4F34-A1B6-621D708C178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A370A64-B6DD-4092-ADDA-CB6F768F26F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79307B1-2CE5-4CA4-A9C5-0B951AB5DD1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B34DA65-B4BB-4FDF-84A4-C8B21E0E952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B6DEDFF-CE25-47A9-9F7B-2A76B1B43A2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602FED-C8D8-4C5D-819E-E3D6FB679EC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24C1B64-45CF-41EE-BD8F-A4E56DE4399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D2B94FD-4F27-4868-B37F-D2DA8C7155C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BBF25DA-D1A7-4A5E-90AE-E2D72E760E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E84B9173-D90B-4285-8952-54D580C659C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6242653-CDDB-4AE9-8534-B0C8B5F389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A4F9EB7-FBF7-42A5-BF92-EEA2D1EB176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38</a:t>
            </a:r>
          </a:p>
        </p:txBody>
      </p:sp>
      <p:sp>
        <p:nvSpPr>
          <p:cNvPr id="14" name="licence-footer">
            <a:extLst xmlns:a="http://schemas.openxmlformats.org/drawingml/2006/main">
              <a:ext uri="{FF2B5EF4-FFF2-40B4-BE49-F238E27FC236}">
                <a16:creationId xmlns:a16="http://schemas.microsoft.com/office/drawing/2014/main" id="{FD16A5A2-D8FC-4203-8AD9-56624B332F5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2DA7558-3A3E-46C0-B852-577DB84BDD39}"/>
              </a:ext>
            </a:extLst>
          </p:cNvPr>
          <p:cNvPicPr>
            <a:picLocks xmlns:a="http://schemas.openxmlformats.org/drawingml/2006/main" noChangeAspect="1"/>
          </p:cNvPicPr>
          <p:nvPr/>
        </p:nvPicPr>
        <p:blipFill>
          <a:blip xmlns:r="http://schemas.openxmlformats.org/officeDocument/2006/relationships" xmlns:a="http://schemas.openxmlformats.org/drawingml/2006/main" r:embed="Rf276cf298bbc409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657BEC8-9359-4680-AF80-09378BBA202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B05BEB7-0A80-44AB-933A-6AD3CF594BE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Judge the claim against the actual facts. A counterargument needs an explained link, not an</a:t>
            </a:r>
          </a:p>
        </p:txBody>
      </p:sp>
      <p:sp>
        <p:nvSpPr>
          <p:cNvPr id="18" name="shape">
            <a:extLst xmlns:a="http://schemas.openxmlformats.org/drawingml/2006/main">
              <a:ext uri="{FF2B5EF4-FFF2-40B4-BE49-F238E27FC236}">
                <a16:creationId xmlns:a16="http://schemas.microsoft.com/office/drawing/2014/main" id="{312E74F8-0293-4AF7-8DF1-E2B97E5D328D}"/>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FCE0F00-5571-4498-BBCA-67FCD54AF89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insult. You can say “depends” if you state the condition.</a:t>
            </a:r>
          </a:p>
        </p:txBody>
      </p:sp>
      <p:sp>
        <p:nvSpPr>
          <p:cNvPr id="20" name="shape">
            <a:extLst xmlns:a="http://schemas.openxmlformats.org/drawingml/2006/main">
              <a:ext uri="{FF2B5EF4-FFF2-40B4-BE49-F238E27FC236}">
                <a16:creationId xmlns:a16="http://schemas.microsoft.com/office/drawing/2014/main" id="{4E825188-E91C-48CD-A936-2960A29CF38A}"/>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761D8E1-3B84-4718-9AC3-414FE732381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Accurate viewpoint [ ] / Strength and reason [ ] / Case evidence [ ] /</a:t>
            </a:r>
          </a:p>
        </p:txBody>
      </p:sp>
      <p:sp>
        <p:nvSpPr>
          <p:cNvPr id="22" name="shape">
            <a:extLst xmlns:a="http://schemas.openxmlformats.org/drawingml/2006/main">
              <a:ext uri="{FF2B5EF4-FFF2-40B4-BE49-F238E27FC236}">
                <a16:creationId xmlns:a16="http://schemas.microsoft.com/office/drawing/2014/main" id="{4D7C33D3-5061-4765-9F91-050F7240E6B8}"/>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05D7C8B-143A-4E70-A5F7-2090AC4BF3E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explanation [ ] / Reply or limit [ ] / Source perspective [ ] / Qualified</a:t>
            </a:r>
          </a:p>
        </p:txBody>
      </p:sp>
      <p:sp>
        <p:nvSpPr>
          <p:cNvPr id="24" name="shape">
            <a:extLst xmlns:a="http://schemas.openxmlformats.org/drawingml/2006/main">
              <a:ext uri="{FF2B5EF4-FFF2-40B4-BE49-F238E27FC236}">
                <a16:creationId xmlns:a16="http://schemas.microsoft.com/office/drawing/2014/main" id="{68A2440B-31DF-45D2-938D-802EB93FDED2}"/>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F8DBE38-B90E-44AF-BDDB-72C669DCA55E}"/>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evaluation [ ].</a:t>
            </a:r>
          </a:p>
        </p:txBody>
      </p:sp>
      <p:sp>
        <p:nvSpPr>
          <p:cNvPr id="26" name="shape">
            <a:extLst xmlns:a="http://schemas.openxmlformats.org/drawingml/2006/main">
              <a:ext uri="{FF2B5EF4-FFF2-40B4-BE49-F238E27FC236}">
                <a16:creationId xmlns:a16="http://schemas.microsoft.com/office/drawing/2014/main" id="{13E897E1-0ED2-4AB1-86EC-DF7F37D431F2}"/>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94BCCE4-3152-4B1C-9297-90EC1885C9FD}"/>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Underline the case evidence and its explanation. Add a fair counterargument or</a:t>
            </a:r>
          </a:p>
        </p:txBody>
      </p:sp>
      <p:sp>
        <p:nvSpPr>
          <p:cNvPr id="28" name="shape">
            <a:extLst xmlns:a="http://schemas.openxmlformats.org/drawingml/2006/main">
              <a:ext uri="{FF2B5EF4-FFF2-40B4-BE49-F238E27FC236}">
                <a16:creationId xmlns:a16="http://schemas.microsoft.com/office/drawing/2014/main" id="{0227B9DB-0FEE-4CA6-953A-70F36CC50892}"/>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1DCF614-C95C-4F09-947B-BE0DAB3F3266}"/>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qualify an unsupported “always”. Keep the original response visible.</a:t>
            </a:r>
          </a:p>
        </p:txBody>
      </p:sp>
      <p:sp>
        <p:nvSpPr>
          <p:cNvPr id="30" name="shape">
            <a:extLst xmlns:a="http://schemas.openxmlformats.org/drawingml/2006/main">
              <a:ext uri="{FF2B5EF4-FFF2-40B4-BE49-F238E27FC236}">
                <a16:creationId xmlns:a16="http://schemas.microsoft.com/office/drawing/2014/main" id="{B60D8186-049F-443F-8E08-05E54FAB0A47}"/>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0548F91-31AA-44FD-AEB7-E1A712F1A6AD}"/>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6640267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811AC0E-626C-4FA3-BE93-B0F71154AA4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72BEE6F-160C-42B6-9D3F-03BAE272A14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2B9278E-1CFA-4F07-8D3F-DA52E9C1E15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096616C-3241-492C-B959-ADFA5689529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B3AD1A5-B07B-49CE-A031-88D5E616975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A9C288-91A8-444C-B2EE-10FD79C19CA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1A998D4-3315-48F6-97C0-C5042866166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EC55E40-A03C-490E-8A14-C9298140A17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59556D3-F88C-4E06-846A-F0CE9868010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B70421C-3991-4738-9DCD-C555C7A8EF0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CA5C4242-5D87-4126-972A-C79CB7C115D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48C225B-4DE1-41F7-B843-2BB3051573E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DA2E52B3-72D9-4673-99DF-456BCDE1E2C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38</a:t>
            </a:r>
          </a:p>
        </p:txBody>
      </p:sp>
      <p:sp>
        <p:nvSpPr>
          <p:cNvPr id="14" name="licence-footer">
            <a:extLst xmlns:a="http://schemas.openxmlformats.org/drawingml/2006/main">
              <a:ext uri="{FF2B5EF4-FFF2-40B4-BE49-F238E27FC236}">
                <a16:creationId xmlns:a16="http://schemas.microsoft.com/office/drawing/2014/main" id="{4D11B5FF-A9ED-4CEC-84DA-AC3BD945B9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A85E441-5FB1-4BCF-8048-E6EF11CFE375}"/>
              </a:ext>
            </a:extLst>
          </p:cNvPr>
          <p:cNvPicPr>
            <a:picLocks xmlns:a="http://schemas.openxmlformats.org/drawingml/2006/main" noChangeAspect="1"/>
          </p:cNvPicPr>
          <p:nvPr/>
        </p:nvPicPr>
        <p:blipFill>
          <a:blip xmlns:r="http://schemas.openxmlformats.org/officeDocument/2006/relationships" xmlns:a="http://schemas.openxmlformats.org/drawingml/2006/main" r:embed="R710895fbed7745f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17711DA-E826-41F9-9A01-11DE00F6C43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C381DEB-4F4C-46A4-9637-590367649D3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BBC66EE1-C925-4C60-B51C-771FEC6F84C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B6CADD9-0B75-45BF-B78B-F6634AFE7EC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6EBAD7CD-8E28-4B0F-A5F2-D511583480E6}"/>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5182103-0A9B-4744-8E94-10BFD6DDB851}"/>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2B165D99-7461-4245-8D44-A520D8731CC2}"/>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055C1EC-AE56-4EDC-AE4A-8A734400AF59}"/>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Q1 using Q2–Q4. Write or direct a point-evidence-explain paragraph, a counterargument</a:t>
            </a:r>
          </a:p>
        </p:txBody>
      </p:sp>
      <p:sp>
        <p:nvSpPr>
          <p:cNvPr id="24" name="shape">
            <a:extLst xmlns:a="http://schemas.openxmlformats.org/drawingml/2006/main">
              <a:ext uri="{FF2B5EF4-FFF2-40B4-BE49-F238E27FC236}">
                <a16:creationId xmlns:a16="http://schemas.microsoft.com/office/drawing/2014/main" id="{213D9BC2-7F89-427E-9327-36EF0EC22985}"/>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D18E7B0-23B4-436E-B65D-21A507CA4D18}"/>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a reply, and a qualified judgement. Use viewpoint, evidence, counterargument and evaluation.</a:t>
            </a:r>
          </a:p>
        </p:txBody>
      </p:sp>
      <p:sp>
        <p:nvSpPr>
          <p:cNvPr id="26" name="shape">
            <a:extLst xmlns:a="http://schemas.openxmlformats.org/drawingml/2006/main">
              <a:ext uri="{FF2B5EF4-FFF2-40B4-BE49-F238E27FC236}">
                <a16:creationId xmlns:a16="http://schemas.microsoft.com/office/drawing/2014/main" id="{3E724EE4-BDBD-4300-8ACB-686F4994E76A}"/>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53B8788-7537-4C5C-9AC2-0FE97A070E73}"/>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Include one relevant source perspective from Q3 accurately. You may judge the supplied view</a:t>
            </a:r>
          </a:p>
        </p:txBody>
      </p:sp>
      <p:sp>
        <p:nvSpPr>
          <p:cNvPr id="28" name="shape">
            <a:extLst xmlns:a="http://schemas.openxmlformats.org/drawingml/2006/main">
              <a:ext uri="{FF2B5EF4-FFF2-40B4-BE49-F238E27FC236}">
                <a16:creationId xmlns:a16="http://schemas.microsoft.com/office/drawing/2014/main" id="{2F757558-7DB4-466F-BFFB-2A37AE16E1F6}"/>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CBC5709B-B66D-4E40-A599-D086D60796D9}"/>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stating your personal beliefs or needs.</a:t>
            </a:r>
          </a:p>
        </p:txBody>
      </p:sp>
      <p:sp>
        <p:nvSpPr>
          <p:cNvPr id="30" name="shape">
            <a:extLst xmlns:a="http://schemas.openxmlformats.org/drawingml/2006/main">
              <a:ext uri="{FF2B5EF4-FFF2-40B4-BE49-F238E27FC236}">
                <a16:creationId xmlns:a16="http://schemas.microsoft.com/office/drawing/2014/main" id="{C703EF55-5CB8-4ECE-9A9C-DEEB6BE14BC1}"/>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1AECED7-5B93-413D-9694-13289F3DD0AA}"/>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judgement to develop: identical support is always fair / consistent criteria can allow</a:t>
            </a:r>
          </a:p>
        </p:txBody>
      </p:sp>
      <p:sp>
        <p:nvSpPr>
          <p:cNvPr id="32" name="shape">
            <a:extLst xmlns:a="http://schemas.openxmlformats.org/drawingml/2006/main">
              <a:ext uri="{FF2B5EF4-FFF2-40B4-BE49-F238E27FC236}">
                <a16:creationId xmlns:a16="http://schemas.microsoft.com/office/drawing/2014/main" id="{E3CCA4CB-3889-4907-BF67-3B83538C86A7}"/>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E4EFB71-2238-4079-B216-908B1936131F}"/>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different support / the evidence is insufficient for every situation. Add your own reason from Q2,</a:t>
            </a:r>
          </a:p>
        </p:txBody>
      </p:sp>
      <p:sp>
        <p:nvSpPr>
          <p:cNvPr id="34" name="shape">
            <a:extLst xmlns:a="http://schemas.openxmlformats.org/drawingml/2006/main">
              <a:ext uri="{FF2B5EF4-FFF2-40B4-BE49-F238E27FC236}">
                <a16:creationId xmlns:a16="http://schemas.microsoft.com/office/drawing/2014/main" id="{ED89CC2C-2DAD-430C-AE61-6829F36D2885}"/>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3A6FEFF7-B7F4-430B-BBC4-E827DE104360}"/>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address one strength of Q1 and one source perspective.</a:t>
            </a:r>
          </a:p>
        </p:txBody>
      </p:sp>
    </p:spTree>
    <p:extLst>
      <p:ext uri="{BB962C8B-B14F-4D97-AF65-F5344CB8AC3E}">
        <p14:creationId xmlns:p14="http://schemas.microsoft.com/office/powerpoint/2010/main" val="10770294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F490C492-0DA4-48F5-BAAC-AF952A534CF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208F2534-F322-43B8-BE37-3C0E9E600EE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2013A3E-B539-4EC6-B8CE-621DD8211BA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E2A6E72-E2F3-4A04-9EE1-54A79BF6118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C633E96-E440-4CD7-BED8-72175636B9B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FA7D1BD-64FA-443B-83E9-7B834EE1E58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A09FBBA-0702-4175-BDC1-758B921023A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0977AD1-1CA9-43E0-BA4C-61920CF6C6F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3B2BA02-C2C1-4DF1-85C3-8E6884183A2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933345-4172-4198-A6E2-9BFE0FDFDC9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9DADC21E-7C77-4AD8-91FC-972B0A3615D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A6A78A3-F99A-4BB9-AD89-580F8E5ACB1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A18B6950-ECB9-407B-9CE5-A18D134F917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38</a:t>
            </a:r>
          </a:p>
        </p:txBody>
      </p:sp>
      <p:sp>
        <p:nvSpPr>
          <p:cNvPr id="14" name="licence-footer">
            <a:extLst xmlns:a="http://schemas.openxmlformats.org/drawingml/2006/main">
              <a:ext uri="{FF2B5EF4-FFF2-40B4-BE49-F238E27FC236}">
                <a16:creationId xmlns:a16="http://schemas.microsoft.com/office/drawing/2014/main" id="{EBC6F8CC-ABEE-409D-AB40-99E90F6C127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BC6DD69-20CD-42D8-9040-A074733C01F1}"/>
              </a:ext>
            </a:extLst>
          </p:cNvPr>
          <p:cNvPicPr>
            <a:picLocks xmlns:a="http://schemas.openxmlformats.org/drawingml/2006/main" noChangeAspect="1"/>
          </p:cNvPicPr>
          <p:nvPr/>
        </p:nvPicPr>
        <p:blipFill>
          <a:blip xmlns:r="http://schemas.openxmlformats.org/officeDocument/2006/relationships" xmlns:a="http://schemas.openxmlformats.org/drawingml/2006/main" r:embed="Rc0a5c8a13f03430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0A98A3E-3E9B-4ED4-B7E4-A881B94E0F8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7F03CD4-96C2-4C55-BAC3-DD4EB294867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Judge the claim against the actual facts. A counterargument needs an explained link, not an</a:t>
            </a:r>
          </a:p>
        </p:txBody>
      </p:sp>
      <p:sp>
        <p:nvSpPr>
          <p:cNvPr id="18" name="shape">
            <a:extLst xmlns:a="http://schemas.openxmlformats.org/drawingml/2006/main">
              <a:ext uri="{FF2B5EF4-FFF2-40B4-BE49-F238E27FC236}">
                <a16:creationId xmlns:a16="http://schemas.microsoft.com/office/drawing/2014/main" id="{FEFA634E-577D-46AC-BEFD-F1B9FB9A5CA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718FC0C-9DE3-4875-A7DF-B053DE0FAAB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insult. You can say “depends” if you state the condition.</a:t>
            </a:r>
          </a:p>
        </p:txBody>
      </p:sp>
      <p:sp>
        <p:nvSpPr>
          <p:cNvPr id="20" name="shape">
            <a:extLst xmlns:a="http://schemas.openxmlformats.org/drawingml/2006/main">
              <a:ext uri="{FF2B5EF4-FFF2-40B4-BE49-F238E27FC236}">
                <a16:creationId xmlns:a16="http://schemas.microsoft.com/office/drawing/2014/main" id="{E4F11389-EDDD-4E49-8AF5-44FE9158E3D0}"/>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C4C18E4-08B8-4A1F-A64B-7DFB1D44A9B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Accurate viewpoint [ ] / Strength and reason [ ] / Case evidence [ ] /</a:t>
            </a:r>
          </a:p>
        </p:txBody>
      </p:sp>
      <p:sp>
        <p:nvSpPr>
          <p:cNvPr id="22" name="shape">
            <a:extLst xmlns:a="http://schemas.openxmlformats.org/drawingml/2006/main">
              <a:ext uri="{FF2B5EF4-FFF2-40B4-BE49-F238E27FC236}">
                <a16:creationId xmlns:a16="http://schemas.microsoft.com/office/drawing/2014/main" id="{90DDA9F8-2090-44AE-A139-F26F56E4186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7D86F07-A882-47DD-BD9A-C88114077A8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explanation [ ] / Reply or limit [ ] / Source perspective [ ] / Qualified</a:t>
            </a:r>
          </a:p>
        </p:txBody>
      </p:sp>
      <p:sp>
        <p:nvSpPr>
          <p:cNvPr id="24" name="shape">
            <a:extLst xmlns:a="http://schemas.openxmlformats.org/drawingml/2006/main">
              <a:ext uri="{FF2B5EF4-FFF2-40B4-BE49-F238E27FC236}">
                <a16:creationId xmlns:a16="http://schemas.microsoft.com/office/drawing/2014/main" id="{296C211A-26DC-4959-B056-0E0779644C4B}"/>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6B89B12-A112-4D6A-9F13-7DA6E6E374CE}"/>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evaluation [ ].</a:t>
            </a:r>
          </a:p>
        </p:txBody>
      </p:sp>
      <p:sp>
        <p:nvSpPr>
          <p:cNvPr id="26" name="shape">
            <a:extLst xmlns:a="http://schemas.openxmlformats.org/drawingml/2006/main">
              <a:ext uri="{FF2B5EF4-FFF2-40B4-BE49-F238E27FC236}">
                <a16:creationId xmlns:a16="http://schemas.microsoft.com/office/drawing/2014/main" id="{0E70BB1D-8A2D-4380-8615-ECF46A76457E}"/>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CED2A5C-5033-49D9-A72D-61881403A2DB}"/>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Underline the case evidence and its explanation. Add a fair counterargument or</a:t>
            </a:r>
          </a:p>
        </p:txBody>
      </p:sp>
      <p:sp>
        <p:nvSpPr>
          <p:cNvPr id="28" name="shape">
            <a:extLst xmlns:a="http://schemas.openxmlformats.org/drawingml/2006/main">
              <a:ext uri="{FF2B5EF4-FFF2-40B4-BE49-F238E27FC236}">
                <a16:creationId xmlns:a16="http://schemas.microsoft.com/office/drawing/2014/main" id="{4981059E-4A56-4E77-8710-3E032FC441E8}"/>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248FD02-B1BA-479B-B61B-F8BEDE861EED}"/>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qualify an unsupported “always”. Keep the original response visible.</a:t>
            </a:r>
          </a:p>
        </p:txBody>
      </p:sp>
      <p:sp>
        <p:nvSpPr>
          <p:cNvPr id="30" name="shape">
            <a:extLst xmlns:a="http://schemas.openxmlformats.org/drawingml/2006/main">
              <a:ext uri="{FF2B5EF4-FFF2-40B4-BE49-F238E27FC236}">
                <a16:creationId xmlns:a16="http://schemas.microsoft.com/office/drawing/2014/main" id="{DC5AA915-4740-434B-9A37-35A4611B8204}"/>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00B3045-81BD-4256-BFCC-C21A190C1D2C}"/>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49749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7CB780AB-909F-482C-9668-D189B0D6E5C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ADD2EBD-DD0A-42A4-9545-4C05C740D0A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B734E8D-B534-4605-82F8-C1E92187756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7AC9688-1047-4F03-9D9B-BD7BEF69BED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E4760FF-74C3-41F3-9653-B4C3B85926F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B7F9822-63BF-4406-BDED-4E04106E0AF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36F321-9231-4836-BF73-0DB4004D07C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3EE17E3-A0DE-40FD-A18B-16642F2F4D6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60756AA-6EF2-46B5-9756-455E3361EDD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AF0EB6F-9747-46D8-9C9A-FB223A0C90E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BBD42285-1943-4413-B6A3-0506E49356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C1BC492-4CCA-4EBF-BBD0-2566AA0BAA0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F2F791AB-5605-4698-A65D-41BC8B76D9E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38</a:t>
            </a:r>
          </a:p>
        </p:txBody>
      </p:sp>
      <p:sp>
        <p:nvSpPr>
          <p:cNvPr id="14" name="licence-footer">
            <a:extLst xmlns:a="http://schemas.openxmlformats.org/drawingml/2006/main">
              <a:ext uri="{FF2B5EF4-FFF2-40B4-BE49-F238E27FC236}">
                <a16:creationId xmlns:a16="http://schemas.microsoft.com/office/drawing/2014/main" id="{259A4910-D72B-4AE5-A4E5-96EF7675B73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DCC2758-6CB2-48D6-A11E-63F3918E5044}"/>
              </a:ext>
            </a:extLst>
          </p:cNvPr>
          <p:cNvPicPr>
            <a:picLocks xmlns:a="http://schemas.openxmlformats.org/drawingml/2006/main" noChangeAspect="1"/>
          </p:cNvPicPr>
          <p:nvPr/>
        </p:nvPicPr>
        <p:blipFill>
          <a:blip xmlns:r="http://schemas.openxmlformats.org/officeDocument/2006/relationships" xmlns:a="http://schemas.openxmlformats.org/drawingml/2006/main" r:embed="Ra4e386ad837545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F30BF30-369B-4652-BFEE-58DB5917CF95}"/>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22115B1-1B97-4624-87EC-A1623635CAA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1994784F-D423-47DA-B871-A87D701C0C96}"/>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1E13636-9DE9-45CF-8BA0-C4BBFC1C38B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8DC9414E-C003-4438-81FF-C9CC113A74B6}"/>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00032FF-E815-42D5-8E7A-FBC93D32CD49}"/>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D0805918-7346-4160-8FD7-C26E50F7DA24}"/>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17E4CC6-B00A-4D07-B580-79ED3D0F2C62}"/>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Q1 using Q2–Q4. Write or direct a point-evidence-explain paragraph, a counterargument</a:t>
            </a:r>
          </a:p>
        </p:txBody>
      </p:sp>
      <p:sp>
        <p:nvSpPr>
          <p:cNvPr id="24" name="shape">
            <a:extLst xmlns:a="http://schemas.openxmlformats.org/drawingml/2006/main">
              <a:ext uri="{FF2B5EF4-FFF2-40B4-BE49-F238E27FC236}">
                <a16:creationId xmlns:a16="http://schemas.microsoft.com/office/drawing/2014/main" id="{1944D40B-F947-44B4-A60F-A9CA7779A70A}"/>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57BF85C-B37D-4D96-8B7D-643761BE63F5}"/>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a reply, and a qualified judgement. Use viewpoint, evidence, counterargument and evaluation.</a:t>
            </a:r>
          </a:p>
        </p:txBody>
      </p:sp>
      <p:sp>
        <p:nvSpPr>
          <p:cNvPr id="26" name="shape">
            <a:extLst xmlns:a="http://schemas.openxmlformats.org/drawingml/2006/main">
              <a:ext uri="{FF2B5EF4-FFF2-40B4-BE49-F238E27FC236}">
                <a16:creationId xmlns:a16="http://schemas.microsoft.com/office/drawing/2014/main" id="{43B295E2-3FA8-4DC5-9F60-F65AD66AA141}"/>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A21361E-B1F1-403F-B9DA-EAF8374C7448}"/>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Include one relevant source perspective from Q3 accurately. You may judge the supplied view</a:t>
            </a:r>
          </a:p>
        </p:txBody>
      </p:sp>
      <p:sp>
        <p:nvSpPr>
          <p:cNvPr id="28" name="shape">
            <a:extLst xmlns:a="http://schemas.openxmlformats.org/drawingml/2006/main">
              <a:ext uri="{FF2B5EF4-FFF2-40B4-BE49-F238E27FC236}">
                <a16:creationId xmlns:a16="http://schemas.microsoft.com/office/drawing/2014/main" id="{0EA1323E-D517-4DC1-851F-DC35B41E297C}"/>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BD45AC1-0763-41D5-BD3E-0D17F30FEEB7}"/>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stating your personal beliefs or needs.</a:t>
            </a:r>
          </a:p>
        </p:txBody>
      </p:sp>
      <p:sp>
        <p:nvSpPr>
          <p:cNvPr id="30" name="shape">
            <a:extLst xmlns:a="http://schemas.openxmlformats.org/drawingml/2006/main">
              <a:ext uri="{FF2B5EF4-FFF2-40B4-BE49-F238E27FC236}">
                <a16:creationId xmlns:a16="http://schemas.microsoft.com/office/drawing/2014/main" id="{4DEFFF34-6567-407E-B1A0-2BF288CAAD2C}"/>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0F3E8657-1D58-4968-9ACC-5F6B738AC889}"/>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What further fact could weaken your judgement about this case? Identify a relevant</a:t>
            </a:r>
          </a:p>
        </p:txBody>
      </p:sp>
      <p:sp>
        <p:nvSpPr>
          <p:cNvPr id="32" name="shape">
            <a:extLst xmlns:a="http://schemas.openxmlformats.org/drawingml/2006/main">
              <a:ext uri="{FF2B5EF4-FFF2-40B4-BE49-F238E27FC236}">
                <a16:creationId xmlns:a16="http://schemas.microsoft.com/office/drawing/2014/main" id="{81AE1A9C-6A35-4B11-BAB1-81A1EE242205}"/>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5EC63D07-CE33-4E9D-88D4-C509E6E85F4E}"/>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constraint without inventing it as true, and explain how it could affect the balance.</a:t>
            </a:r>
          </a:p>
        </p:txBody>
      </p:sp>
    </p:spTree>
    <p:extLst>
      <p:ext uri="{BB962C8B-B14F-4D97-AF65-F5344CB8AC3E}">
        <p14:creationId xmlns:p14="http://schemas.microsoft.com/office/powerpoint/2010/main" val="200541732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7A7B7373-4E6D-4E72-A714-1D2339EEC8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2C1A08BF-AF01-482E-90F7-96711590D4A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9BB6B89-6182-491D-9DA0-32C5595DF90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6EB5657-D1A9-4829-B666-B843E1313B7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0F640D1-2CBE-4416-872C-9386276D1B6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9709562-C004-4E3F-BDE2-48E65817B5F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74E4072-B7B5-4FFE-8D17-712FA836145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AC003F8-0C9B-47A7-BF97-43F1DEFA4B7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2EA1B43-AFC0-4BEF-B9E2-6FDBC32586E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953C2F6-8CCA-46C3-8512-05639A01B47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67D7D881-D67B-487F-AB87-9AE8F2767CA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EBA661D-77AC-454A-BA4C-DFB992DE7C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F74010C-1131-4DE1-914B-07579C10A8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38</a:t>
            </a:r>
          </a:p>
        </p:txBody>
      </p:sp>
      <p:sp>
        <p:nvSpPr>
          <p:cNvPr id="14" name="licence-footer">
            <a:extLst xmlns:a="http://schemas.openxmlformats.org/drawingml/2006/main">
              <a:ext uri="{FF2B5EF4-FFF2-40B4-BE49-F238E27FC236}">
                <a16:creationId xmlns:a16="http://schemas.microsoft.com/office/drawing/2014/main" id="{211F9C28-8ABD-4353-BA26-96607F6AF72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44427A-7691-4679-82BE-58817D65C9F2}"/>
              </a:ext>
            </a:extLst>
          </p:cNvPr>
          <p:cNvPicPr>
            <a:picLocks xmlns:a="http://schemas.openxmlformats.org/drawingml/2006/main" noChangeAspect="1"/>
          </p:cNvPicPr>
          <p:nvPr/>
        </p:nvPicPr>
        <p:blipFill>
          <a:blip xmlns:r="http://schemas.openxmlformats.org/officeDocument/2006/relationships" xmlns:a="http://schemas.openxmlformats.org/drawingml/2006/main" r:embed="Rf0696abea9ec4cc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9557E50-904E-47C1-886B-77E3A5434B6A}"/>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F89CAC7-7D89-40D0-A86B-7A619C73603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Judge the claim against the actual facts. A counterargument needs an explained link, not an</a:t>
            </a:r>
          </a:p>
        </p:txBody>
      </p:sp>
      <p:sp>
        <p:nvSpPr>
          <p:cNvPr id="18" name="shape">
            <a:extLst xmlns:a="http://schemas.openxmlformats.org/drawingml/2006/main">
              <a:ext uri="{FF2B5EF4-FFF2-40B4-BE49-F238E27FC236}">
                <a16:creationId xmlns:a16="http://schemas.microsoft.com/office/drawing/2014/main" id="{CCF5845A-969D-4AC5-B6BD-622B297C577E}"/>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1BE70C3-D46C-4D03-B94B-56D675C56B8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insult. You can say “depends” if you state the condition.</a:t>
            </a:r>
          </a:p>
        </p:txBody>
      </p:sp>
      <p:sp>
        <p:nvSpPr>
          <p:cNvPr id="20" name="shape">
            <a:extLst xmlns:a="http://schemas.openxmlformats.org/drawingml/2006/main">
              <a:ext uri="{FF2B5EF4-FFF2-40B4-BE49-F238E27FC236}">
                <a16:creationId xmlns:a16="http://schemas.microsoft.com/office/drawing/2014/main" id="{E42BCF4E-E822-457C-ABBD-C96BA5570FDA}"/>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49AC946-9CF3-43FC-AA4E-78FCA8C1970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Accurate viewpoint [ ] / Strength and reason [ ] / Case evidence [ ] /</a:t>
            </a:r>
          </a:p>
        </p:txBody>
      </p:sp>
      <p:sp>
        <p:nvSpPr>
          <p:cNvPr id="22" name="shape">
            <a:extLst xmlns:a="http://schemas.openxmlformats.org/drawingml/2006/main">
              <a:ext uri="{FF2B5EF4-FFF2-40B4-BE49-F238E27FC236}">
                <a16:creationId xmlns:a16="http://schemas.microsoft.com/office/drawing/2014/main" id="{417C8657-4A05-467B-8932-CDE9C4CD6A3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2C8C32B-BAF6-416E-BE3E-88BBBC72DCF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explanation [ ] / Reply or limit [ ] / Source perspective [ ] / Qualified</a:t>
            </a:r>
          </a:p>
        </p:txBody>
      </p:sp>
      <p:sp>
        <p:nvSpPr>
          <p:cNvPr id="24" name="shape">
            <a:extLst xmlns:a="http://schemas.openxmlformats.org/drawingml/2006/main">
              <a:ext uri="{FF2B5EF4-FFF2-40B4-BE49-F238E27FC236}">
                <a16:creationId xmlns:a16="http://schemas.microsoft.com/office/drawing/2014/main" id="{FCC40043-3CBD-46B6-A3E9-C55647A61A49}"/>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7931DF4-8262-4718-8E35-46F50E0A0A7A}"/>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evaluation [ ].</a:t>
            </a:r>
          </a:p>
        </p:txBody>
      </p:sp>
      <p:sp>
        <p:nvSpPr>
          <p:cNvPr id="26" name="shape">
            <a:extLst xmlns:a="http://schemas.openxmlformats.org/drawingml/2006/main">
              <a:ext uri="{FF2B5EF4-FFF2-40B4-BE49-F238E27FC236}">
                <a16:creationId xmlns:a16="http://schemas.microsoft.com/office/drawing/2014/main" id="{79F83B92-744D-458B-AE3E-455CE2E7004E}"/>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FB3ED85-7528-431C-A4B0-285456F45AD2}"/>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Underline the case evidence and its explanation. Add a fair counterargument or</a:t>
            </a:r>
          </a:p>
        </p:txBody>
      </p:sp>
      <p:sp>
        <p:nvSpPr>
          <p:cNvPr id="28" name="shape">
            <a:extLst xmlns:a="http://schemas.openxmlformats.org/drawingml/2006/main">
              <a:ext uri="{FF2B5EF4-FFF2-40B4-BE49-F238E27FC236}">
                <a16:creationId xmlns:a16="http://schemas.microsoft.com/office/drawing/2014/main" id="{3BE03D99-531B-454D-AAB2-041334365650}"/>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4065F7C-2217-4D8A-B2B4-0A2246BB3764}"/>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qualify an unsupported “always”. Keep the original response visible.</a:t>
            </a:r>
          </a:p>
        </p:txBody>
      </p:sp>
      <p:sp>
        <p:nvSpPr>
          <p:cNvPr id="30" name="shape">
            <a:extLst xmlns:a="http://schemas.openxmlformats.org/drawingml/2006/main">
              <a:ext uri="{FF2B5EF4-FFF2-40B4-BE49-F238E27FC236}">
                <a16:creationId xmlns:a16="http://schemas.microsoft.com/office/drawing/2014/main" id="{81AE24B3-5DF4-4712-8C11-B398B0EBA645}"/>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5542F1E-F76E-42F4-BDA5-70B33B6210CB}"/>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69260291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1F88501-F29C-4B64-ABF8-E3C64B7ED16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C81C3266-1D80-42AE-8324-67AAE21A68C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FB42247-F23F-4CC2-A8F8-588BE9F18D1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93ED731D-C1FF-4EC1-B305-25F474D534A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69ADFAD-2490-4211-89B2-8B5C92B2A3C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A92263A-B57B-4906-876A-BF8E3921D5D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40E39CF-4D26-40F9-A84D-8D18014FB22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116676D-EC30-425F-B647-84F294AF64A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B8D618A-40BE-4B68-BE54-0FAEB0C96AA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8E6992-55AB-417A-836E-3FBAC4BE14B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09583096-B363-4AAD-B359-3D4902E2814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C4DDCC5-50E4-4702-9F7D-CCCF0ED376C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9F0BEB6-43FB-4FDE-A8DE-E6DFA4385A4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38</a:t>
            </a:r>
          </a:p>
        </p:txBody>
      </p:sp>
      <p:sp>
        <p:nvSpPr>
          <p:cNvPr id="14" name="licence-footer">
            <a:extLst xmlns:a="http://schemas.openxmlformats.org/drawingml/2006/main">
              <a:ext uri="{FF2B5EF4-FFF2-40B4-BE49-F238E27FC236}">
                <a16:creationId xmlns:a16="http://schemas.microsoft.com/office/drawing/2014/main" id="{D6A258C8-A6D9-439E-9F55-6C23273D41C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D0B01EA-379A-4969-8E66-2C02D4F25D4D}"/>
              </a:ext>
            </a:extLst>
          </p:cNvPr>
          <p:cNvPicPr>
            <a:picLocks xmlns:a="http://schemas.openxmlformats.org/drawingml/2006/main" noChangeAspect="1"/>
          </p:cNvPicPr>
          <p:nvPr/>
        </p:nvPicPr>
        <p:blipFill>
          <a:blip xmlns:r="http://schemas.openxmlformats.org/officeDocument/2006/relationships" xmlns:a="http://schemas.openxmlformats.org/drawingml/2006/main" r:embed="R2580c9a48def49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FA62238-4EA8-401A-884A-A4CAF992C61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A92EEE25-4776-4D3E-8A70-8895EA3CF89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X5: a workshop sends the same spoken instructions to all</a:t>
            </a:r>
          </a:p>
        </p:txBody>
      </p:sp>
      <p:sp>
        <p:nvSpPr>
          <p:cNvPr id="18" name="pupil-text">
            <a:extLst xmlns:a="http://schemas.openxmlformats.org/drawingml/2006/main">
              <a:ext uri="{FF2B5EF4-FFF2-40B4-BE49-F238E27FC236}">
                <a16:creationId xmlns:a16="http://schemas.microsoft.com/office/drawing/2014/main" id="{6A0CDE83-7908-4486-8EE9-38F18BAA413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participants. One participant cannot access spoken information and requests written instructions</a:t>
            </a:r>
          </a:p>
        </p:txBody>
      </p:sp>
      <p:sp>
        <p:nvSpPr>
          <p:cNvPr id="19" name="pupil-text">
            <a:extLst xmlns:a="http://schemas.openxmlformats.org/drawingml/2006/main">
              <a:ext uri="{FF2B5EF4-FFF2-40B4-BE49-F238E27FC236}">
                <a16:creationId xmlns:a16="http://schemas.microsoft.com/office/drawing/2014/main" id="{C8C9E82D-62F3-4CD3-9F3A-C294CE6A896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containing the same steps. The organiser can provide them. A draft argument says: “Any different</a:t>
            </a:r>
          </a:p>
        </p:txBody>
      </p:sp>
      <p:sp>
        <p:nvSpPr>
          <p:cNvPr id="20" name="pupil-text">
            <a:extLst xmlns:a="http://schemas.openxmlformats.org/drawingml/2006/main">
              <a:ext uri="{FF2B5EF4-FFF2-40B4-BE49-F238E27FC236}">
                <a16:creationId xmlns:a16="http://schemas.microsoft.com/office/drawing/2014/main" id="{59E7C9A4-6B1B-41EE-B157-B658AC89FB4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format is unfair special treatment.”</a:t>
            </a:r>
          </a:p>
        </p:txBody>
      </p:sp>
      <p:sp>
        <p:nvSpPr>
          <p:cNvPr id="21" name="pupil-text">
            <a:extLst xmlns:a="http://schemas.openxmlformats.org/drawingml/2006/main">
              <a:ext uri="{FF2B5EF4-FFF2-40B4-BE49-F238E27FC236}">
                <a16:creationId xmlns:a16="http://schemas.microsoft.com/office/drawing/2014/main" id="{0E9CB63C-7BB4-4DBA-967B-56D79B5033C6}"/>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9406869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0D4D636-1E3E-477C-BC7C-A4AD407995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C84896A6-941B-45A5-9A0E-FE838F04DD1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2901580E-F15F-4379-B33F-C37395506E4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3298E6C4-4893-421B-8FB3-A89453399DD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085393F-96DC-413F-BCBF-6B7E41D189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F43F03A-E49D-4248-9ACC-87B391A5ACF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F47716D-A0AC-442B-8A73-84ABF8CCAE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B16C18D-922B-49EE-BCF5-632A6EB729B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9A8F75F-AA99-407E-AB11-05DA002B45EC}"/>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E8E2819-2A9E-4F73-983B-9944308FD87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E0FDAC03-AB20-4F29-84DC-4E0D0669513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4F9C8D6-7108-4FBA-B19E-B000F393944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6D5844C-9417-4CF9-8A65-6EE9C3DC749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38</a:t>
            </a:r>
          </a:p>
        </p:txBody>
      </p:sp>
      <p:sp>
        <p:nvSpPr>
          <p:cNvPr id="14" name="licence-footer">
            <a:extLst xmlns:a="http://schemas.openxmlformats.org/drawingml/2006/main">
              <a:ext uri="{FF2B5EF4-FFF2-40B4-BE49-F238E27FC236}">
                <a16:creationId xmlns:a16="http://schemas.microsoft.com/office/drawing/2014/main" id="{0062A0C6-6DC0-46CB-B2AA-07928C071DD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7C26F3-17DC-460F-8BC1-035BDF7816F6}"/>
              </a:ext>
            </a:extLst>
          </p:cNvPr>
          <p:cNvPicPr>
            <a:picLocks xmlns:a="http://schemas.openxmlformats.org/drawingml/2006/main" noChangeAspect="1"/>
          </p:cNvPicPr>
          <p:nvPr/>
        </p:nvPicPr>
        <p:blipFill>
          <a:blip xmlns:r="http://schemas.openxmlformats.org/officeDocument/2006/relationships" xmlns:a="http://schemas.openxmlformats.org/drawingml/2006/main" r:embed="R92c455a584114eb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D4E9514-B5D9-4B7D-ADF1-7A4C4D6F68A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X5: a workshop sends the same spoken instructions to all</a:t>
            </a:r>
          </a:p>
        </p:txBody>
      </p:sp>
      <p:sp>
        <p:nvSpPr>
          <p:cNvPr id="17" name="pupil-text">
            <a:extLst xmlns:a="http://schemas.openxmlformats.org/drawingml/2006/main">
              <a:ext uri="{FF2B5EF4-FFF2-40B4-BE49-F238E27FC236}">
                <a16:creationId xmlns:a16="http://schemas.microsoft.com/office/drawing/2014/main" id="{B5A3F730-E467-4061-831E-48DCB64F232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participants. One participant cannot access spoken information and requests written instructions</a:t>
            </a:r>
          </a:p>
        </p:txBody>
      </p:sp>
      <p:sp>
        <p:nvSpPr>
          <p:cNvPr id="18" name="pupil-text">
            <a:extLst xmlns:a="http://schemas.openxmlformats.org/drawingml/2006/main">
              <a:ext uri="{FF2B5EF4-FFF2-40B4-BE49-F238E27FC236}">
                <a16:creationId xmlns:a16="http://schemas.microsoft.com/office/drawing/2014/main" id="{2D40CE58-139D-4AEC-8C2A-858480C5C452}"/>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containing the same steps. The organiser can provide them. A draft argument says: “Any different</a:t>
            </a:r>
          </a:p>
        </p:txBody>
      </p:sp>
      <p:sp>
        <p:nvSpPr>
          <p:cNvPr id="19" name="pupil-text">
            <a:extLst xmlns:a="http://schemas.openxmlformats.org/drawingml/2006/main">
              <a:ext uri="{FF2B5EF4-FFF2-40B4-BE49-F238E27FC236}">
                <a16:creationId xmlns:a16="http://schemas.microsoft.com/office/drawing/2014/main" id="{0EDF8022-2539-4856-9AF1-8268E4E75BE9}"/>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format is unfair special treatment.”</a:t>
            </a:r>
          </a:p>
        </p:txBody>
      </p:sp>
      <p:sp>
        <p:nvSpPr>
          <p:cNvPr id="20" name="shape">
            <a:extLst xmlns:a="http://schemas.openxmlformats.org/drawingml/2006/main">
              <a:ext uri="{FF2B5EF4-FFF2-40B4-BE49-F238E27FC236}">
                <a16:creationId xmlns:a16="http://schemas.microsoft.com/office/drawing/2014/main" id="{91B4FD81-AB50-47A1-9CE4-5F07F2364789}"/>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2D537DA-B3CA-49F5-9EA0-BDADA2555E6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24999210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13962EC-2A8F-4894-9788-B2F0DF4EBB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72215F93-F1A0-4606-8D75-540D5CE3BA6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43387B0-BA7B-4F2D-9C67-D2789E561E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291312D0-F245-4B10-A591-4C6874DA5CA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76A22C-7698-4891-92AC-2EBA582A100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5E82561-970B-48C3-8FD7-A3D59A0EF8A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84E1288-48E9-44A6-8BAE-68FCF8A01E7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72956A2-F3CC-419B-B8C5-7F102992187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4259D1C-C592-436C-9D51-72DA54D4130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744385A-036C-4A77-B037-45D639A93EA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4FFB4D72-2257-495E-BC50-DB5814D87A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9D65906-519A-4251-912F-CAF4ADD362B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DBFA533-2B31-43BB-9124-015DFC29AD5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38</a:t>
            </a:r>
          </a:p>
        </p:txBody>
      </p:sp>
      <p:sp>
        <p:nvSpPr>
          <p:cNvPr id="14" name="licence-footer">
            <a:extLst xmlns:a="http://schemas.openxmlformats.org/drawingml/2006/main">
              <a:ext uri="{FF2B5EF4-FFF2-40B4-BE49-F238E27FC236}">
                <a16:creationId xmlns:a16="http://schemas.microsoft.com/office/drawing/2014/main" id="{11F4E802-5718-4F64-A3F9-FC7C43C7390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ECF189D-610E-4F92-B7D6-04E86C6855BE}"/>
              </a:ext>
            </a:extLst>
          </p:cNvPr>
          <p:cNvPicPr>
            <a:picLocks xmlns:a="http://schemas.openxmlformats.org/drawingml/2006/main" noChangeAspect="1"/>
          </p:cNvPicPr>
          <p:nvPr/>
        </p:nvPicPr>
        <p:blipFill>
          <a:blip xmlns:r="http://schemas.openxmlformats.org/officeDocument/2006/relationships" xmlns:a="http://schemas.openxmlformats.org/drawingml/2006/main" r:embed="R57ad0f8b6cb64a8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57BB97C-1D0B-4392-B47E-006F03ADDD1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A0106CD5-8BE6-40DD-A622-271C5C5B862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96920482-BEF2-4A5D-B745-81CCE88C4CD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Which case fact challenges the draft argument?</a:t>
            </a:r>
          </a:p>
        </p:txBody>
      </p:sp>
      <p:sp>
        <p:nvSpPr>
          <p:cNvPr id="19" name="pupil-text">
            <a:extLst xmlns:a="http://schemas.openxmlformats.org/drawingml/2006/main">
              <a:ext uri="{FF2B5EF4-FFF2-40B4-BE49-F238E27FC236}">
                <a16:creationId xmlns:a16="http://schemas.microsoft.com/office/drawing/2014/main" id="{FCE6A8EC-4F4E-4EE4-A89C-D9C298B8AFB1}"/>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C3E4C763-2D51-46AF-93EF-0996513624C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more justified judgement about this case.</a:t>
            </a:r>
          </a:p>
        </p:txBody>
      </p:sp>
    </p:spTree>
    <p:extLst>
      <p:ext uri="{BB962C8B-B14F-4D97-AF65-F5344CB8AC3E}">
        <p14:creationId xmlns:p14="http://schemas.microsoft.com/office/powerpoint/2010/main" val="51993377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69F94D0-39AB-4A55-B793-B77F3B515FD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195507DC-2793-4793-AEE5-4BA6E17BE86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1B17275-588C-4F56-B7EA-88C46F9C4F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1CD8F2A5-76B2-41A0-B01F-AAD3BC78068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7D24EEC-DDA0-42CF-8A3D-4A140805831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A4373E-CDEB-4C73-91FD-8B12DBA968A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5E77FFA-0CA2-4508-8DD4-59544201576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B2924D8-A258-49C3-BDC8-765B8CBEE10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AA9F5AC-D943-4D6B-B62E-4759A852961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AA374C-E565-41B9-BF0B-1FA3FE96B99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9E4F84EF-2847-4AC9-9C71-D6C3D6FDC8D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B6CF343-D518-43C5-B01A-8831C907BF1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C68F678-D899-4285-B64D-085F9E01A92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38</a:t>
            </a:r>
          </a:p>
        </p:txBody>
      </p:sp>
      <p:sp>
        <p:nvSpPr>
          <p:cNvPr id="14" name="licence-footer">
            <a:extLst xmlns:a="http://schemas.openxmlformats.org/drawingml/2006/main">
              <a:ext uri="{FF2B5EF4-FFF2-40B4-BE49-F238E27FC236}">
                <a16:creationId xmlns:a16="http://schemas.microsoft.com/office/drawing/2014/main" id="{A63AE22D-A166-4327-8849-9B839F752C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DF3028A-9C12-4272-9B08-05F5C0984C2A}"/>
              </a:ext>
            </a:extLst>
          </p:cNvPr>
          <p:cNvPicPr>
            <a:picLocks xmlns:a="http://schemas.openxmlformats.org/drawingml/2006/main" noChangeAspect="1"/>
          </p:cNvPicPr>
          <p:nvPr/>
        </p:nvPicPr>
        <p:blipFill>
          <a:blip xmlns:r="http://schemas.openxmlformats.org/officeDocument/2006/relationships" xmlns:a="http://schemas.openxmlformats.org/drawingml/2006/main" r:embed="Rf3e2594a5ec146f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05538BF-9319-4DF6-84AE-2B0C1510DB3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F39B5401-4A66-49DB-AD85-91B512701419}"/>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6BF70392-DBB9-4DA7-9076-F18353A7400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counterargument to the draft using X5.</a:t>
            </a:r>
          </a:p>
        </p:txBody>
      </p:sp>
      <p:sp>
        <p:nvSpPr>
          <p:cNvPr id="19" name="pupil-text">
            <a:extLst xmlns:a="http://schemas.openxmlformats.org/drawingml/2006/main">
              <a:ext uri="{FF2B5EF4-FFF2-40B4-BE49-F238E27FC236}">
                <a16:creationId xmlns:a16="http://schemas.microsoft.com/office/drawing/2014/main" id="{6497C4F2-E02A-439D-931A-A32B53C25CE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D537FFEC-ADC8-4007-9EFA-1DAF8015EAE2}"/>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qualified judgement that recognises the value of a consistent rule.</a:t>
            </a:r>
          </a:p>
        </p:txBody>
      </p:sp>
    </p:spTree>
    <p:extLst>
      <p:ext uri="{BB962C8B-B14F-4D97-AF65-F5344CB8AC3E}">
        <p14:creationId xmlns:p14="http://schemas.microsoft.com/office/powerpoint/2010/main" val="173365322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EBEC502-3F57-4648-8BD1-881BB1CD0BF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5</a:t>
            </a:r>
          </a:p>
        </p:txBody>
      </p:sp>
      <p:sp>
        <p:nvSpPr>
          <p:cNvPr id="2" name="stage-clock">
            <a:extLst xmlns:a="http://schemas.openxmlformats.org/drawingml/2006/main">
              <a:ext uri="{FF2B5EF4-FFF2-40B4-BE49-F238E27FC236}">
                <a16:creationId xmlns:a16="http://schemas.microsoft.com/office/drawing/2014/main" id="{438870A1-4C75-4EDB-8D28-09C24EFCFA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431C19B-13FE-4A1F-A8BF-B4BF60251A6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38940E6F-3F5A-4BBF-8C69-72607E70037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79FF4AC-A2CA-4D6B-91A1-E6C02AA7CB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0F693B8-BFD9-488F-93DC-6D0A36E5C93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74F8B27-27B9-471F-B86E-F0F48524676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206AA40-76DB-44DA-8AFA-446EBF9F5B8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BFD859-D3E3-4D7C-ACC6-B189ABE0EE9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570DB71-E7C0-4B3C-86EE-E9C9F7679E3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a viewpoint using evidence, a counterargument and a reasoned judgement.</a:t>
            </a:r>
          </a:p>
        </p:txBody>
      </p:sp>
      <p:sp>
        <p:nvSpPr>
          <p:cNvPr id="11" name="re-framing">
            <a:extLst xmlns:a="http://schemas.openxmlformats.org/drawingml/2006/main">
              <a:ext uri="{FF2B5EF4-FFF2-40B4-BE49-F238E27FC236}">
                <a16:creationId xmlns:a16="http://schemas.microsoft.com/office/drawing/2014/main" id="{A862E83B-A707-467E-8981-22A0FE280FA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D1520B2-D251-41C9-A6FC-0752D2AF390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FDEA9C3-BA49-427F-A321-85523D37B60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38</a:t>
            </a:r>
          </a:p>
        </p:txBody>
      </p:sp>
      <p:sp>
        <p:nvSpPr>
          <p:cNvPr id="14" name="licence-footer">
            <a:extLst xmlns:a="http://schemas.openxmlformats.org/drawingml/2006/main">
              <a:ext uri="{FF2B5EF4-FFF2-40B4-BE49-F238E27FC236}">
                <a16:creationId xmlns:a16="http://schemas.microsoft.com/office/drawing/2014/main" id="{1B976CD7-BAE6-44E1-9CDF-10A4A2C652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64F5373-B232-491F-AC3E-5494828D2A9D}"/>
              </a:ext>
            </a:extLst>
          </p:cNvPr>
          <p:cNvPicPr>
            <a:picLocks xmlns:a="http://schemas.openxmlformats.org/drawingml/2006/main" noChangeAspect="1"/>
          </p:cNvPicPr>
          <p:nvPr/>
        </p:nvPicPr>
        <p:blipFill>
          <a:blip xmlns:r="http://schemas.openxmlformats.org/officeDocument/2006/relationships" xmlns:a="http://schemas.openxmlformats.org/drawingml/2006/main" r:embed="R8ae814b9f75449a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5720C0-4287-41CF-8D8E-CBD11FCD838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99FD0DC3-67A7-4356-9E67-2DD5060DC5B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8D4F681E-7F7D-4C91-AA9A-11CDD30B5E6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draft’s assumption about identical format and equal access.</a:t>
            </a:r>
          </a:p>
        </p:txBody>
      </p:sp>
      <p:sp>
        <p:nvSpPr>
          <p:cNvPr id="19" name="pupil-text">
            <a:extLst xmlns:a="http://schemas.openxmlformats.org/drawingml/2006/main">
              <a:ext uri="{FF2B5EF4-FFF2-40B4-BE49-F238E27FC236}">
                <a16:creationId xmlns:a16="http://schemas.microsoft.com/office/drawing/2014/main" id="{636E17B9-107D-4E6E-AE41-EED575E63B23}"/>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38D24B55-AAAD-4942-BC89-C3F107A53D4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State a reasoned judgement and a relevant condition that could require further information.</a:t>
            </a:r>
          </a:p>
        </p:txBody>
      </p:sp>
    </p:spTree>
    <p:extLst>
      <p:ext uri="{BB962C8B-B14F-4D97-AF65-F5344CB8AC3E}">
        <p14:creationId xmlns:p14="http://schemas.microsoft.com/office/powerpoint/2010/main" val="1818979370"/>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Is treating everyone identically always fair?</dc:title>
  <dcterms:created xsi:type="dcterms:W3CDTF">2026-10-14T14:39:47.5290000Z</dcterms:created>
  <dcterms:modified xsi:type="dcterms:W3CDTF">2026-10-14T14:39:47.5290000Z</dcterms:modified>
  <dc:subject>LAUNCH-RE-S1-W05</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