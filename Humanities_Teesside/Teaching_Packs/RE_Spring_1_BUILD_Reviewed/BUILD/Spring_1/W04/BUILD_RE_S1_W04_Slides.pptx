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f51a183e45444646"/><Relationship Type="http://schemas.openxmlformats.org/officeDocument/2006/relationships/extended-properties" Target="/docProps/app.xml" Id="R6e78f0a76c0e4870"/><Relationship Type="http://schemas.openxmlformats.org/officeDocument/2006/relationships/officeDocument" Target="/ppt/presentation.xml" Id="Rc73f921eda234b01"/><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d190ad7634174f5e"/>
  </p:sldMasterIdLst>
  <p:notesMasterIdLst>
    <p:notesMasterId xmlns:r="http://schemas.openxmlformats.org/officeDocument/2006/relationships" r:id="R817ba138c408496b"/>
  </p:notesMasterIdLst>
  <p:sldIdLst>
    <p:sldId xmlns:r="http://schemas.openxmlformats.org/officeDocument/2006/relationships" id="256" r:id="R5018aff1ccce4d43"/>
    <p:sldId xmlns:r="http://schemas.openxmlformats.org/officeDocument/2006/relationships" id="257" r:id="Rb029c20723bd430b"/>
    <p:sldId xmlns:r="http://schemas.openxmlformats.org/officeDocument/2006/relationships" id="258" r:id="Rdd80c8cf620c442a"/>
    <p:sldId xmlns:r="http://schemas.openxmlformats.org/officeDocument/2006/relationships" id="259" r:id="R4b2d71c8656a4c12"/>
    <p:sldId xmlns:r="http://schemas.openxmlformats.org/officeDocument/2006/relationships" id="260" r:id="Rd0ac497bfaad444f"/>
    <p:sldId xmlns:r="http://schemas.openxmlformats.org/officeDocument/2006/relationships" id="261" r:id="R78745425bbe348ef"/>
    <p:sldId xmlns:r="http://schemas.openxmlformats.org/officeDocument/2006/relationships" id="262" r:id="R892e02dadd184f71"/>
    <p:sldId xmlns:r="http://schemas.openxmlformats.org/officeDocument/2006/relationships" id="263" r:id="R708c2cae816e4bce"/>
    <p:sldId xmlns:r="http://schemas.openxmlformats.org/officeDocument/2006/relationships" id="264" r:id="R52c7966370c34559"/>
    <p:sldId xmlns:r="http://schemas.openxmlformats.org/officeDocument/2006/relationships" id="265" r:id="R751c518f0c7c4e67"/>
    <p:sldId xmlns:r="http://schemas.openxmlformats.org/officeDocument/2006/relationships" id="266" r:id="Rbd5bdfab011b4696"/>
    <p:sldId xmlns:r="http://schemas.openxmlformats.org/officeDocument/2006/relationships" id="267" r:id="R652e2f43b60e470d"/>
    <p:sldId xmlns:r="http://schemas.openxmlformats.org/officeDocument/2006/relationships" id="268" r:id="Rdc73ad45dfdb419c"/>
    <p:sldId xmlns:r="http://schemas.openxmlformats.org/officeDocument/2006/relationships" id="269" r:id="R0c5d3292cccf494b"/>
    <p:sldId xmlns:r="http://schemas.openxmlformats.org/officeDocument/2006/relationships" id="270" r:id="R06c15130c5a54b56"/>
    <p:sldId xmlns:r="http://schemas.openxmlformats.org/officeDocument/2006/relationships" id="271" r:id="R5a18093756744a36"/>
    <p:sldId xmlns:r="http://schemas.openxmlformats.org/officeDocument/2006/relationships" id="272" r:id="R8fc09a215ab94a52"/>
    <p:sldId xmlns:r="http://schemas.openxmlformats.org/officeDocument/2006/relationships" id="273" r:id="Rab8cc147d24b4988"/>
    <p:sldId xmlns:r="http://schemas.openxmlformats.org/officeDocument/2006/relationships" id="274" r:id="R5b0a2cdaae294496"/>
    <p:sldId xmlns:r="http://schemas.openxmlformats.org/officeDocument/2006/relationships" id="275" r:id="Rfa3e6769a17043af"/>
    <p:sldId xmlns:r="http://schemas.openxmlformats.org/officeDocument/2006/relationships" id="276" r:id="R571852255cdc4e2f"/>
    <p:sldId xmlns:r="http://schemas.openxmlformats.org/officeDocument/2006/relationships" id="277" r:id="R62d0717a3d0e4468"/>
    <p:sldId xmlns:r="http://schemas.openxmlformats.org/officeDocument/2006/relationships" id="278" r:id="Rc79d4b4ffeb04afb"/>
    <p:sldId xmlns:r="http://schemas.openxmlformats.org/officeDocument/2006/relationships" id="279" r:id="R1f112a897a2a4226"/>
    <p:sldId xmlns:r="http://schemas.openxmlformats.org/officeDocument/2006/relationships" id="280" r:id="R4fd004f90d044058"/>
    <p:sldId xmlns:r="http://schemas.openxmlformats.org/officeDocument/2006/relationships" id="281" r:id="R7fd8a4701be64acd"/>
    <p:sldId xmlns:r="http://schemas.openxmlformats.org/officeDocument/2006/relationships" id="282" r:id="R2b4cda78589b4935"/>
    <p:sldId xmlns:r="http://schemas.openxmlformats.org/officeDocument/2006/relationships" id="283" r:id="Rb24807aa79c34694"/>
    <p:sldId xmlns:r="http://schemas.openxmlformats.org/officeDocument/2006/relationships" id="284" r:id="R0a62f0ff186c45dc"/>
    <p:sldId xmlns:r="http://schemas.openxmlformats.org/officeDocument/2006/relationships" id="285" r:id="R36bf028db68a412f"/>
    <p:sldId xmlns:r="http://schemas.openxmlformats.org/officeDocument/2006/relationships" id="286" r:id="Rf62b1091ec014315"/>
    <p:sldId xmlns:r="http://schemas.openxmlformats.org/officeDocument/2006/relationships" id="287" r:id="R9e935abc7da641d3"/>
    <p:sldId xmlns:r="http://schemas.openxmlformats.org/officeDocument/2006/relationships" id="288" r:id="Rcc264f34d18f4fc8"/>
    <p:sldId xmlns:r="http://schemas.openxmlformats.org/officeDocument/2006/relationships" id="289" r:id="R0e4379d0c79d4c56"/>
    <p:sldId xmlns:r="http://schemas.openxmlformats.org/officeDocument/2006/relationships" id="290" r:id="R11b067b8e69b42aa"/>
    <p:sldId xmlns:r="http://schemas.openxmlformats.org/officeDocument/2006/relationships" id="291" r:id="R6c99b2ebdb844d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f7769873b44cbb" /><Relationship Type="http://schemas.openxmlformats.org/officeDocument/2006/relationships/slideMaster" Target="/ppt/slideMasters/slideMaster1.xml" Id="Rd190ad7634174f5e" /><Relationship Type="http://schemas.openxmlformats.org/officeDocument/2006/relationships/notesMaster" Target="/ppt/notesMasters/notesMaster1.xml" Id="R817ba138c408496b" /><Relationship Type="http://schemas.openxmlformats.org/officeDocument/2006/relationships/presProps" Target="/ppt/presProps.xml" Id="Rd7d5342aae6a4109" /><Relationship Type="http://schemas.openxmlformats.org/officeDocument/2006/relationships/tableStyles" Target="/ppt/tableStyles.xml" Id="R7dfa5b1d11514584" /><Relationship Type="http://schemas.openxmlformats.org/officeDocument/2006/relationships/slide" Target="/ppt/slides/slide1.xml" Id="R5018aff1ccce4d43" /><Relationship Type="http://schemas.openxmlformats.org/officeDocument/2006/relationships/slide" Target="/ppt/slides/slide2.xml" Id="Rb029c20723bd430b" /><Relationship Type="http://schemas.openxmlformats.org/officeDocument/2006/relationships/slide" Target="/ppt/slides/slide3.xml" Id="Rdd80c8cf620c442a" /><Relationship Type="http://schemas.openxmlformats.org/officeDocument/2006/relationships/slide" Target="/ppt/slides/slide4.xml" Id="R4b2d71c8656a4c12" /><Relationship Type="http://schemas.openxmlformats.org/officeDocument/2006/relationships/slide" Target="/ppt/slides/slide5.xml" Id="Rd0ac497bfaad444f" /><Relationship Type="http://schemas.openxmlformats.org/officeDocument/2006/relationships/slide" Target="/ppt/slides/slide6.xml" Id="R78745425bbe348ef" /><Relationship Type="http://schemas.openxmlformats.org/officeDocument/2006/relationships/slide" Target="/ppt/slides/slide7.xml" Id="R892e02dadd184f71" /><Relationship Type="http://schemas.openxmlformats.org/officeDocument/2006/relationships/slide" Target="/ppt/slides/slide8.xml" Id="R708c2cae816e4bce" /><Relationship Type="http://schemas.openxmlformats.org/officeDocument/2006/relationships/slide" Target="/ppt/slides/slide9.xml" Id="R52c7966370c34559" /><Relationship Type="http://schemas.openxmlformats.org/officeDocument/2006/relationships/slide" Target="/ppt/slides/slide10.xml" Id="R751c518f0c7c4e67" /><Relationship Type="http://schemas.openxmlformats.org/officeDocument/2006/relationships/slide" Target="/ppt/slides/slide11.xml" Id="Rbd5bdfab011b4696" /><Relationship Type="http://schemas.openxmlformats.org/officeDocument/2006/relationships/slide" Target="/ppt/slides/slide12.xml" Id="R652e2f43b60e470d" /><Relationship Type="http://schemas.openxmlformats.org/officeDocument/2006/relationships/slide" Target="/ppt/slides/slide13.xml" Id="Rdc73ad45dfdb419c" /><Relationship Type="http://schemas.openxmlformats.org/officeDocument/2006/relationships/slide" Target="/ppt/slides/slide14.xml" Id="R0c5d3292cccf494b" /><Relationship Type="http://schemas.openxmlformats.org/officeDocument/2006/relationships/slide" Target="/ppt/slides/slide15.xml" Id="R06c15130c5a54b56" /><Relationship Type="http://schemas.openxmlformats.org/officeDocument/2006/relationships/slide" Target="/ppt/slides/slide16.xml" Id="R5a18093756744a36" /><Relationship Type="http://schemas.openxmlformats.org/officeDocument/2006/relationships/slide" Target="/ppt/slides/slide17.xml" Id="R8fc09a215ab94a52" /><Relationship Type="http://schemas.openxmlformats.org/officeDocument/2006/relationships/slide" Target="/ppt/slides/slide18.xml" Id="Rab8cc147d24b4988" /><Relationship Type="http://schemas.openxmlformats.org/officeDocument/2006/relationships/slide" Target="/ppt/slides/slide19.xml" Id="R5b0a2cdaae294496" /><Relationship Type="http://schemas.openxmlformats.org/officeDocument/2006/relationships/slide" Target="/ppt/slides/slide20.xml" Id="Rfa3e6769a17043af" /><Relationship Type="http://schemas.openxmlformats.org/officeDocument/2006/relationships/slide" Target="/ppt/slides/slide21.xml" Id="R571852255cdc4e2f" /><Relationship Type="http://schemas.openxmlformats.org/officeDocument/2006/relationships/slide" Target="/ppt/slides/slide22.xml" Id="R62d0717a3d0e4468" /><Relationship Type="http://schemas.openxmlformats.org/officeDocument/2006/relationships/slide" Target="/ppt/slides/slide23.xml" Id="Rc79d4b4ffeb04afb" /><Relationship Type="http://schemas.openxmlformats.org/officeDocument/2006/relationships/slide" Target="/ppt/slides/slide24.xml" Id="R1f112a897a2a4226" /><Relationship Type="http://schemas.openxmlformats.org/officeDocument/2006/relationships/slide" Target="/ppt/slides/slide25.xml" Id="R4fd004f90d044058" /><Relationship Type="http://schemas.openxmlformats.org/officeDocument/2006/relationships/slide" Target="/ppt/slides/slide26.xml" Id="R7fd8a4701be64acd" /><Relationship Type="http://schemas.openxmlformats.org/officeDocument/2006/relationships/slide" Target="/ppt/slides/slide27.xml" Id="R2b4cda78589b4935" /><Relationship Type="http://schemas.openxmlformats.org/officeDocument/2006/relationships/slide" Target="/ppt/slides/slide28.xml" Id="Rb24807aa79c34694" /><Relationship Type="http://schemas.openxmlformats.org/officeDocument/2006/relationships/slide" Target="/ppt/slides/slide29.xml" Id="R0a62f0ff186c45dc" /><Relationship Type="http://schemas.openxmlformats.org/officeDocument/2006/relationships/slide" Target="/ppt/slides/slide30.xml" Id="R36bf028db68a412f" /><Relationship Type="http://schemas.openxmlformats.org/officeDocument/2006/relationships/slide" Target="/ppt/slides/slide31.xml" Id="Rf62b1091ec014315" /><Relationship Type="http://schemas.openxmlformats.org/officeDocument/2006/relationships/slide" Target="/ppt/slides/slide32.xml" Id="R9e935abc7da641d3" /><Relationship Type="http://schemas.openxmlformats.org/officeDocument/2006/relationships/slide" Target="/ppt/slides/slide33.xml" Id="Rcc264f34d18f4fc8" /><Relationship Type="http://schemas.openxmlformats.org/officeDocument/2006/relationships/slide" Target="/ppt/slides/slide34.xml" Id="R0e4379d0c79d4c56" /><Relationship Type="http://schemas.openxmlformats.org/officeDocument/2006/relationships/slide" Target="/ppt/slides/slide35.xml" Id="R11b067b8e69b42aa" /><Relationship Type="http://schemas.openxmlformats.org/officeDocument/2006/relationships/slide" Target="/ppt/slides/slide36.xml" Id="R6c99b2ebdb844d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ef3c45b20e4b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fda854e0c2485a" /><Relationship Type="http://schemas.openxmlformats.org/officeDocument/2006/relationships/notesMaster" Target="/ppt/notesMasters/notesMaster1.xml" Id="R3b983651954941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c07bf020664767" /><Relationship Type="http://schemas.openxmlformats.org/officeDocument/2006/relationships/notesMaster" Target="/ppt/notesMasters/notesMaster1.xml" Id="Rf04ed1f320ad46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be5e4cff304916" /><Relationship Type="http://schemas.openxmlformats.org/officeDocument/2006/relationships/notesMaster" Target="/ppt/notesMasters/notesMaster1.xml" Id="R60775d94f65b40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fb62d4f2464fcf" /><Relationship Type="http://schemas.openxmlformats.org/officeDocument/2006/relationships/notesMaster" Target="/ppt/notesMasters/notesMaster1.xml" Id="Rcbb6625c05d145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5a9d1d2e4a422c" /><Relationship Type="http://schemas.openxmlformats.org/officeDocument/2006/relationships/notesMaster" Target="/ppt/notesMasters/notesMaster1.xml" Id="R617d4074bdb34f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3253446ad24fe0" /><Relationship Type="http://schemas.openxmlformats.org/officeDocument/2006/relationships/notesMaster" Target="/ppt/notesMasters/notesMaster1.xml" Id="R96cce9ac852045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f689b57faa4daa" /><Relationship Type="http://schemas.openxmlformats.org/officeDocument/2006/relationships/notesMaster" Target="/ppt/notesMasters/notesMaster1.xml" Id="Re8bf4d3b78c74b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e29897b7e34951" /><Relationship Type="http://schemas.openxmlformats.org/officeDocument/2006/relationships/notesMaster" Target="/ppt/notesMasters/notesMaster1.xml" Id="R647566b11c6d4d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5827aa5cf448d6" /><Relationship Type="http://schemas.openxmlformats.org/officeDocument/2006/relationships/notesMaster" Target="/ppt/notesMasters/notesMaster1.xml" Id="R3172057f9fbf45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184d851299425a" /><Relationship Type="http://schemas.openxmlformats.org/officeDocument/2006/relationships/notesMaster" Target="/ppt/notesMasters/notesMaster1.xml" Id="R0956202b85e743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cad05631ed4259" /><Relationship Type="http://schemas.openxmlformats.org/officeDocument/2006/relationships/notesMaster" Target="/ppt/notesMasters/notesMaster1.xml" Id="R5eaa723a086947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b6c89fce6a4af0" /><Relationship Type="http://schemas.openxmlformats.org/officeDocument/2006/relationships/notesMaster" Target="/ppt/notesMasters/notesMaster1.xml" Id="Racd28a50a8614c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ee3f93f3ea426c" /><Relationship Type="http://schemas.openxmlformats.org/officeDocument/2006/relationships/notesMaster" Target="/ppt/notesMasters/notesMaster1.xml" Id="R2e6144958bf543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a670cba525493f" /><Relationship Type="http://schemas.openxmlformats.org/officeDocument/2006/relationships/notesMaster" Target="/ppt/notesMasters/notesMaster1.xml" Id="R9d3d79befeb94f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5c581b4a2b4458" /><Relationship Type="http://schemas.openxmlformats.org/officeDocument/2006/relationships/notesMaster" Target="/ppt/notesMasters/notesMaster1.xml" Id="Rc8dfdc68779345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31e709c03a41c2" /><Relationship Type="http://schemas.openxmlformats.org/officeDocument/2006/relationships/notesMaster" Target="/ppt/notesMasters/notesMaster1.xml" Id="R7939fe623f9849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05894cc7154516" /><Relationship Type="http://schemas.openxmlformats.org/officeDocument/2006/relationships/notesMaster" Target="/ppt/notesMasters/notesMaster1.xml" Id="R3e205172823a48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4ee20a22474bdb" /><Relationship Type="http://schemas.openxmlformats.org/officeDocument/2006/relationships/notesMaster" Target="/ppt/notesMasters/notesMaster1.xml" Id="R784b4ba10774449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731e421ef143e5" /><Relationship Type="http://schemas.openxmlformats.org/officeDocument/2006/relationships/notesMaster" Target="/ppt/notesMasters/notesMaster1.xml" Id="R56b910d7f5da491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0e2a4d42a848f1" /><Relationship Type="http://schemas.openxmlformats.org/officeDocument/2006/relationships/notesMaster" Target="/ppt/notesMasters/notesMaster1.xml" Id="Red5f29c672cb464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01c826f30a42c7" /><Relationship Type="http://schemas.openxmlformats.org/officeDocument/2006/relationships/notesMaster" Target="/ppt/notesMasters/notesMaster1.xml" Id="Rc5e1d9870cd84f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7606e18a4f4cdd" /><Relationship Type="http://schemas.openxmlformats.org/officeDocument/2006/relationships/notesMaster" Target="/ppt/notesMasters/notesMaster1.xml" Id="R8fda7b1c098e45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01a4b983204bd2" /><Relationship Type="http://schemas.openxmlformats.org/officeDocument/2006/relationships/notesMaster" Target="/ppt/notesMasters/notesMaster1.xml" Id="R0f4e1db4a9bf44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b1a2fa00b84407" /><Relationship Type="http://schemas.openxmlformats.org/officeDocument/2006/relationships/notesMaster" Target="/ppt/notesMasters/notesMaster1.xml" Id="Rdbae5aa5ab5a4d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306c4b8d7314fcb" /><Relationship Type="http://schemas.openxmlformats.org/officeDocument/2006/relationships/notesMaster" Target="/ppt/notesMasters/notesMaster1.xml" Id="R2a82f8ee162d477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9f95a10ecd4ceb" /><Relationship Type="http://schemas.openxmlformats.org/officeDocument/2006/relationships/notesMaster" Target="/ppt/notesMasters/notesMaster1.xml" Id="Rd9a7dbfa44c3450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5d82519b974d8a" /><Relationship Type="http://schemas.openxmlformats.org/officeDocument/2006/relationships/notesMaster" Target="/ppt/notesMasters/notesMaster1.xml" Id="R14d59c5dc26a42f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efc6db764fe431d" /><Relationship Type="http://schemas.openxmlformats.org/officeDocument/2006/relationships/notesMaster" Target="/ppt/notesMasters/notesMaster1.xml" Id="R9fdbe27164034fe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dc72e7dd83d4f5f" /><Relationship Type="http://schemas.openxmlformats.org/officeDocument/2006/relationships/notesMaster" Target="/ppt/notesMasters/notesMaster1.xml" Id="R67a612167f2f4dc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1672eab311f4a28" /><Relationship Type="http://schemas.openxmlformats.org/officeDocument/2006/relationships/notesMaster" Target="/ppt/notesMasters/notesMaster1.xml" Id="Rcdfe014f462c4a3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a85808e41b483b" /><Relationship Type="http://schemas.openxmlformats.org/officeDocument/2006/relationships/notesMaster" Target="/ppt/notesMasters/notesMaster1.xml" Id="Ra1535d9dd5474f5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66018548d5c4190" /><Relationship Type="http://schemas.openxmlformats.org/officeDocument/2006/relationships/notesMaster" Target="/ppt/notesMasters/notesMaster1.xml" Id="Ra65ba54448574a0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436cdcc447e4da3" /><Relationship Type="http://schemas.openxmlformats.org/officeDocument/2006/relationships/notesMaster" Target="/ppt/notesMasters/notesMaster1.xml" Id="Rc1d5ed6f34114bc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8e0c1d8e6844cac" /><Relationship Type="http://schemas.openxmlformats.org/officeDocument/2006/relationships/notesMaster" Target="/ppt/notesMasters/notesMaster1.xml" Id="Rd9ab28a23d25455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d8c600f307f41c1" /><Relationship Type="http://schemas.openxmlformats.org/officeDocument/2006/relationships/notesMaster" Target="/ppt/notesMasters/notesMaster1.xml" Id="R06242d40b74a4f5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6ade19f9ec6433b" /><Relationship Type="http://schemas.openxmlformats.org/officeDocument/2006/relationships/notesMaster" Target="/ppt/notesMasters/notesMaster1.xml" Id="Rd7f76f30a4684b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BUILD-RE-S1-W04: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BUILD-RE-S1-W04.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spot care in a community.”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BUILD-RE-S1-W04: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BUILD-RE-S1-W04.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spot care in a community.”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Knocking paper down.</a:t>
            </a:r>
          </a:p>
          <a:p xmlns:a="http://schemas.openxmlformats.org/drawingml/2006/main">
            <a:r>
              <a:t>2. Adult answer: Asked first.</a:t>
            </a:r>
          </a:p>
          <a:p xmlns:a="http://schemas.openxmlformats.org/drawingml/2006/main">
            <a:r>
              <a:t>3. Adult answer: No.</a:t>
            </a:r>
          </a:p>
          <a:p xmlns:a="http://schemas.openxmlformats.org/drawingml/2006/main">
            <a:r>
              <a:t>4. Adult answer: Yes; prior idea accepted.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Knocking the other person’s paper down.</a:t>
            </a:r>
          </a:p>
          <a:p xmlns:a="http://schemas.openxmlformats.org/drawingml/2006/main">
            <a:r>
              <a:t>2. Adult answer: Helping stack the fallen paper after asking.</a:t>
            </a:r>
          </a:p>
          <a:p xmlns:a="http://schemas.openxmlformats.org/drawingml/2006/main">
            <a:r>
              <a:t>3. Adult answer: Yes; no forgiveness or happy response was owed.</a:t>
            </a:r>
          </a:p>
          <a:p xmlns:a="http://schemas.openxmlformats.org/drawingml/2006/main">
            <a:r>
              <a:t>4. Adult answer: Any neutral shared place such as a hall or library; no personal location required.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It acknowledged the actual harm/effect, rather than vague words.</a:t>
            </a:r>
          </a:p>
          <a:p xmlns:a="http://schemas.openxmlformats.org/drawingml/2006/main">
            <a:r>
              <a:t>2. Adult answer: It addressed the fallen/disordered paper with the owner’s agreement.</a:t>
            </a:r>
          </a:p>
          <a:p xmlns:a="http://schemas.openxmlformats.org/drawingml/2006/main">
            <a:r>
              <a:t>3. Adult answer: The harmed person keeps boundaries and does not owe forgiveness.</a:t>
            </a:r>
          </a:p>
          <a:p xmlns:a="http://schemas.openxmlformats.org/drawingml/2006/main">
            <a:r>
              <a:t>4. Adult answer: Space, access, resources or another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2 (slide-2).</a:t>
            </a:r>
          </a:p>
          <a:p xmlns:a="http://schemas.openxmlformats.org/drawingml/2006/main">
            <a:r>
              <a:t>Adult note: Items 1–3 retrieve the actual supplied Week 3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3 (slide-3).</a:t>
            </a:r>
          </a:p>
          <a:p xmlns:a="http://schemas.openxmlformats.org/drawingml/2006/main">
            <a:r>
              <a:t>Adult note: One question only, using the picture/source observation indicated. Do not add a second prompt or show a full task answer. Answer guidance: A box; one observation only.</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A box; one observation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3 (slide-3).</a:t>
            </a:r>
          </a:p>
          <a:p xmlns:a="http://schemas.openxmlformats.org/drawingml/2006/main">
            <a:r>
              <a:t>Adult note: One question only, using the picture/source observation indicated. Do not add a second prompt or show a full task answer. Answer guidance: A box; one observation only.</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A box; one observation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Showing a quiet place meets request for a quieter seat; person may choose it or stay. Do not infer a diagnosis or require a personal account.</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Showing a quiet place meets request for a quieter seat; person may choose it or stay.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Showing a quiet place meets request for a quieter seat; person may choose it or stay. Do not infer a diagnosis or require a personal account.</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Showing a quiet place meets request for a quieter seat; person may choose it or stay.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Showing a quiet place meets request for a quieter seat; person may choose it or stay. Do not infer a diagnosis or require a personal account.</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Showing a quiet place meets request for a quieter seat; person may choose it or stay.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Offered a chair.</a:t>
            </a:r>
          </a:p>
          <a:p xmlns:a="http://schemas.openxmlformats.org/drawingml/2006/main">
            <a:r>
              <a:t>2. Adult answer: A seat/rest; the person can choose whether it suits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Pointing out a free chair or checking whether it suits the person.</a:t>
            </a:r>
          </a:p>
          <a:p xmlns:a="http://schemas.openxmlformats.org/drawingml/2006/main">
            <a:r>
              <a:t>2. Adult answer: The request for a seat to rest, while preserving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BUILD_RE_S1_W04.html; SHA-256 44031d811c2960e76bb4825b6e089446609b725f4523514d8d90299a1f29352e.</a:t>
            </a:r>
          </a:p>
          <a:p xmlns:a="http://schemas.openxmlformats.org/drawingml/2006/main">
            <a:r>
              <a:t>Lesson BUILD-RE-S1-W04;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Offering a free chair responds to needing a seat to rest.</a:t>
            </a:r>
          </a:p>
          <a:p xmlns:a="http://schemas.openxmlformats.org/drawingml/2006/main">
            <a:r>
              <a:t>2. Adult answer: Asks whether the chair suits them and accepts either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48bb34dffb41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6d7e2df24547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a3fd57782f48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d54a48265b4d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9bb8c7898541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d0369ef5fb4f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7C6DA4-4BC9-445E-B8E0-83EABAE557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ED0F91-54B2-4AA0-A0A3-D52F2F9EE2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6D2D6D-C711-4DD6-ABB1-BE030AC0A7A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F421C0-AA9E-48E3-8DAC-51D0BF4B1D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FA8B73-ADB4-4562-A557-322634F870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592F16-AAA4-4135-88EF-AD1FE2F3BE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9A4D1C-52BF-4B47-BEBE-EEE94D040B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69B508-8063-4773-9BBA-2BC975600C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EDF3A8-586B-4FE3-AE6B-AF125F8228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34A150-FF6F-4BB7-8B12-5688D52FC3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aa42774b564cf4" /><Relationship Type="http://schemas.openxmlformats.org/officeDocument/2006/relationships/slideLayout" Target="/ppt/slideLayouts/slideLayout1.xml" Id="R721b8897e50c4fe1" /><Relationship Type="http://schemas.openxmlformats.org/officeDocument/2006/relationships/slideLayout" Target="/ppt/slideLayouts/slideLayout2.xml" Id="R4f742123f61643ed" /><Relationship Type="http://schemas.openxmlformats.org/officeDocument/2006/relationships/slideLayout" Target="/ppt/slideLayouts/slideLayout3.xml" Id="R2625f1bae5434f45" /><Relationship Type="http://schemas.openxmlformats.org/officeDocument/2006/relationships/slideLayout" Target="/ppt/slideLayouts/slideLayout4.xml" Id="Rf7bcc4df55194a99" /><Relationship Type="http://schemas.openxmlformats.org/officeDocument/2006/relationships/slideLayout" Target="/ppt/slideLayouts/slideLayout5.xml" Id="R96a44422a9b9495f" /><Relationship Type="http://schemas.openxmlformats.org/officeDocument/2006/relationships/slideLayout" Target="/ppt/slideLayouts/slideLayout6.xml" Id="Ra895f2eeca0749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b8897e50c4fe1"/>
    <p:sldLayoutId xmlns:r="http://schemas.openxmlformats.org/officeDocument/2006/relationships" id="2147483650" r:id="R4f742123f61643ed"/>
    <p:sldLayoutId xmlns:r="http://schemas.openxmlformats.org/officeDocument/2006/relationships" id="2147483651" r:id="R2625f1bae5434f45"/>
    <p:sldLayoutId xmlns:r="http://schemas.openxmlformats.org/officeDocument/2006/relationships" id="2147483652" r:id="Rf7bcc4df55194a99"/>
    <p:sldLayoutId xmlns:r="http://schemas.openxmlformats.org/officeDocument/2006/relationships" id="2147483653" r:id="R96a44422a9b9495f"/>
    <p:sldLayoutId xmlns:r="http://schemas.openxmlformats.org/officeDocument/2006/relationships" id="2147483654" r:id="Ra895f2eeca07493d"/>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f8a9d3e671439e" /><Relationship Type="http://schemas.openxmlformats.org/officeDocument/2006/relationships/image" Target="/ppt/media/image.jpeg" Id="R78b72e7d0b1a46d0" /><Relationship Type="http://schemas.openxmlformats.org/officeDocument/2006/relationships/notesSlide" Target="/ppt/notesSlides/notesSlide1.xml" Id="R8285d21d41f14e1b"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ec3e85ecc8154e5e"/><Relationship Type="http://schemas.openxmlformats.org/officeDocument/2006/relationships/image" Target="../media/image.jpeg" Id="R88aab6ac4b674e48"/><Relationship Type="http://schemas.openxmlformats.org/officeDocument/2006/relationships/notesSlide" Target="/ppt/notesSlides/notesSlide2.xml" Id="Rd7c8fe735a5e4b0e"/></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6ecde4756da4a22"/><Relationship Type="http://schemas.openxmlformats.org/officeDocument/2006/relationships/image" Target="../media/image.jpeg" Id="Ra68ffd83cb864d6e"/><Relationship Type="http://schemas.openxmlformats.org/officeDocument/2006/relationships/notesSlide" Target="/ppt/notesSlides/notesSlide3.xml" Id="Rec7f13ec14c440b6"/></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22d21b1edb94bb0"/><Relationship Type="http://schemas.openxmlformats.org/officeDocument/2006/relationships/image" Target="../media/image.jpeg" Id="R61b414a93c714378"/><Relationship Type="http://schemas.openxmlformats.org/officeDocument/2006/relationships/notesSlide" Target="/ppt/notesSlides/notesSlide4.xml" Id="R400824ad4d744108"/></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54f17509b080402a"/><Relationship Type="http://schemas.openxmlformats.org/officeDocument/2006/relationships/image" Target="../media/image.jpeg" Id="Rb08ef01cab0e4276"/><Relationship Type="http://schemas.openxmlformats.org/officeDocument/2006/relationships/notesSlide" Target="/ppt/notesSlides/notesSlide5.xml" Id="Rad5727cca5a543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379fe8e6001846b8"/><Relationship Type="http://schemas.openxmlformats.org/officeDocument/2006/relationships/image" Target="../media/image.jpeg" Id="R6d6ca25a06fd4722"/><Relationship Type="http://schemas.openxmlformats.org/officeDocument/2006/relationships/notesSlide" Target="/ppt/notesSlides/notesSlide6.xml" Id="R69c6d59d830e42f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3a0a01eaeade47c7"/><Relationship Type="http://schemas.openxmlformats.org/officeDocument/2006/relationships/image" Target="../media/image.jpeg" Id="Rfe3aa848e8b64549"/><Relationship Type="http://schemas.openxmlformats.org/officeDocument/2006/relationships/notesSlide" Target="/ppt/notesSlides/notesSlide7.xml" Id="Rc3aee8e9ed1a4b1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806a94170e4048c1"/><Relationship Type="http://schemas.openxmlformats.org/officeDocument/2006/relationships/image" Target="../media/image.jpeg" Id="R54120beabe29437d"/><Relationship Type="http://schemas.openxmlformats.org/officeDocument/2006/relationships/notesSlide" Target="/ppt/notesSlides/notesSlide8.xml" Id="Reb5391c2562c4e0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d6c029066c164096"/><Relationship Type="http://schemas.openxmlformats.org/officeDocument/2006/relationships/image" Target="../media/image.jpeg" Id="R7bfc784c185e4d66"/><Relationship Type="http://schemas.openxmlformats.org/officeDocument/2006/relationships/notesSlide" Target="/ppt/notesSlides/notesSlide9.xml" Id="R93369c267ff04d1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1cec2efac7ac4ebf"/><Relationship Type="http://schemas.openxmlformats.org/officeDocument/2006/relationships/image" Target="../media/image.jpeg" Id="R0f75cb848d6143e5"/><Relationship Type="http://schemas.openxmlformats.org/officeDocument/2006/relationships/notesSlide" Target="/ppt/notesSlides/notesSlide10.xml" Id="Rb1ff7297ed9b40b3"/></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99ca85eeaa6646b5"/><Relationship Type="http://schemas.openxmlformats.org/officeDocument/2006/relationships/image" Target="../media/image.jpeg" Id="Rc15d4e0532024d52"/><Relationship Type="http://schemas.openxmlformats.org/officeDocument/2006/relationships/notesSlide" Target="/ppt/notesSlides/notesSlide11.xml" Id="Ref2fd9ca9fd64c91"/></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e87f203cec764172"/><Relationship Type="http://schemas.openxmlformats.org/officeDocument/2006/relationships/image" Target="../media/image.jpeg" Id="R86e04357b5334b46"/><Relationship Type="http://schemas.openxmlformats.org/officeDocument/2006/relationships/notesSlide" Target="/ppt/notesSlides/notesSlide12.xml" Id="R9a093ea47cb14f6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92b5ecfd1cb34906"/><Relationship Type="http://schemas.openxmlformats.org/officeDocument/2006/relationships/image" Target="../media/image.jpeg" Id="R94b511b338ce4f44"/><Relationship Type="http://schemas.openxmlformats.org/officeDocument/2006/relationships/notesSlide" Target="/ppt/notesSlides/notesSlide13.xml" Id="R33a148045e334e8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d1c0d495ea404e2d"/><Relationship Type="http://schemas.openxmlformats.org/officeDocument/2006/relationships/image" Target="../media/image.jpeg" Id="R1fac7b00a8494473"/><Relationship Type="http://schemas.openxmlformats.org/officeDocument/2006/relationships/notesSlide" Target="/ppt/notesSlides/notesSlide14.xml" Id="Re6cf52ac0dd944f7"/></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a76e5ab8f28b4019"/><Relationship Type="http://schemas.openxmlformats.org/officeDocument/2006/relationships/image" Target="../media/image.jpeg" Id="Rca0efc59f6804318"/><Relationship Type="http://schemas.openxmlformats.org/officeDocument/2006/relationships/notesSlide" Target="/ppt/notesSlides/notesSlide15.xml" Id="Ra83cc760d043454d"/></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840a0cbcfb954b05"/><Relationship Type="http://schemas.openxmlformats.org/officeDocument/2006/relationships/image" Target="../media/image.jpeg" Id="Rc9a0071a1dfa4a08"/><Relationship Type="http://schemas.openxmlformats.org/officeDocument/2006/relationships/notesSlide" Target="/ppt/notesSlides/notesSlide16.xml" Id="Rfd3390794aae4112"/></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0de89a2ba8874155"/><Relationship Type="http://schemas.openxmlformats.org/officeDocument/2006/relationships/image" Target="../media/image.jpeg" Id="R6d396c62e14a4fea"/><Relationship Type="http://schemas.openxmlformats.org/officeDocument/2006/relationships/notesSlide" Target="/ppt/notesSlides/notesSlide17.xml" Id="R02bb30dced5a4bee"/></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583bb51ba9944ddc"/><Relationship Type="http://schemas.openxmlformats.org/officeDocument/2006/relationships/image" Target="../media/image.jpeg" Id="R34858a2b920b4475"/><Relationship Type="http://schemas.openxmlformats.org/officeDocument/2006/relationships/notesSlide" Target="/ppt/notesSlides/notesSlide18.xml" Id="Ra10cb73431fe495a"/></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ca3e667049fc48ce"/><Relationship Type="http://schemas.openxmlformats.org/officeDocument/2006/relationships/image" Target="../media/image.jpeg" Id="R79bb01ce03ce461d"/><Relationship Type="http://schemas.openxmlformats.org/officeDocument/2006/relationships/notesSlide" Target="/ppt/notesSlides/notesSlide19.xml" Id="R085b22115d0e464c"/></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b5bb2efe792f4da7"/><Relationship Type="http://schemas.openxmlformats.org/officeDocument/2006/relationships/image" Target="../media/image.jpeg" Id="R6c3bc485e1b84452"/><Relationship Type="http://schemas.openxmlformats.org/officeDocument/2006/relationships/notesSlide" Target="/ppt/notesSlides/notesSlide20.xml" Id="Rf3812c0d1e334515"/></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d6952ed3174a4bcc"/><Relationship Type="http://schemas.openxmlformats.org/officeDocument/2006/relationships/image" Target="../media/image.jpeg" Id="Rd9aaef77dde34145"/><Relationship Type="http://schemas.openxmlformats.org/officeDocument/2006/relationships/notesSlide" Target="/ppt/notesSlides/notesSlide21.xml" Id="Rf356e2917d0a448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aacc769c99fe4212"/><Relationship Type="http://schemas.openxmlformats.org/officeDocument/2006/relationships/image" Target="../media/image.jpeg" Id="R8841976d3f2e44f7"/><Relationship Type="http://schemas.openxmlformats.org/officeDocument/2006/relationships/notesSlide" Target="/ppt/notesSlides/notesSlide22.xml" Id="R9263f5b86e3143ea"/></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462edcbaff24ae9"/><Relationship Type="http://schemas.openxmlformats.org/officeDocument/2006/relationships/image" Target="../media/image.jpeg" Id="R48e54160a7754029"/><Relationship Type="http://schemas.openxmlformats.org/officeDocument/2006/relationships/notesSlide" Target="/ppt/notesSlides/notesSlide23.xml" Id="Rfae586a5d7654a17"/></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7329486a60c54464"/><Relationship Type="http://schemas.openxmlformats.org/officeDocument/2006/relationships/image" Target="../media/image.jpeg" Id="Rb2a3dd0889c34a5a"/><Relationship Type="http://schemas.openxmlformats.org/officeDocument/2006/relationships/notesSlide" Target="/ppt/notesSlides/notesSlide24.xml" Id="R7447b3150369470b"/></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67d4017e097c45e5"/><Relationship Type="http://schemas.openxmlformats.org/officeDocument/2006/relationships/image" Target="../media/image.jpeg" Id="R555bddfa25df4c2e"/><Relationship Type="http://schemas.openxmlformats.org/officeDocument/2006/relationships/notesSlide" Target="/ppt/notesSlides/notesSlide25.xml" Id="Rab5d33a920fb4b0d"/></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94034fcbcb7b40cc"/><Relationship Type="http://schemas.openxmlformats.org/officeDocument/2006/relationships/image" Target="../media/image.jpeg" Id="Rc0746df9133a4760"/><Relationship Type="http://schemas.openxmlformats.org/officeDocument/2006/relationships/notesSlide" Target="/ppt/notesSlides/notesSlide26.xml" Id="R3451bf3f39044efb"/></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ea1820465be14613"/><Relationship Type="http://schemas.openxmlformats.org/officeDocument/2006/relationships/image" Target="../media/image.jpeg" Id="R00a954c290e840f8"/><Relationship Type="http://schemas.openxmlformats.org/officeDocument/2006/relationships/notesSlide" Target="/ppt/notesSlides/notesSlide27.xml" Id="R511c8527ae3d4faf"/></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658709d9d9da44cf"/><Relationship Type="http://schemas.openxmlformats.org/officeDocument/2006/relationships/image" Target="../media/image.jpeg" Id="Rbf0f5c3df81e43ea"/><Relationship Type="http://schemas.openxmlformats.org/officeDocument/2006/relationships/notesSlide" Target="/ppt/notesSlides/notesSlide28.xml" Id="R411f47de72b346f9"/></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5650053079194bd7"/><Relationship Type="http://schemas.openxmlformats.org/officeDocument/2006/relationships/image" Target="../media/image.jpeg" Id="R3692173fb28f405c"/><Relationship Type="http://schemas.openxmlformats.org/officeDocument/2006/relationships/notesSlide" Target="/ppt/notesSlides/notesSlide29.xml" Id="Rbcb3f433dbf64ec0"/></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7a71d1d8b8a41f7"/><Relationship Type="http://schemas.openxmlformats.org/officeDocument/2006/relationships/image" Target="../media/image.jpeg" Id="R12535ced2d3140ac"/><Relationship Type="http://schemas.openxmlformats.org/officeDocument/2006/relationships/notesSlide" Target="/ppt/notesSlides/notesSlide30.xml" Id="Rbe06dd67b71e47da"/></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ce166e4400594da1"/><Relationship Type="http://schemas.openxmlformats.org/officeDocument/2006/relationships/image" Target="../media/image.jpeg" Id="Rf45b5a5742c943d7"/><Relationship Type="http://schemas.openxmlformats.org/officeDocument/2006/relationships/notesSlide" Target="/ppt/notesSlides/notesSlide31.xml" Id="R295640abbb244ab6"/></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12890215198340cd"/><Relationship Type="http://schemas.openxmlformats.org/officeDocument/2006/relationships/image" Target="../media/image.jpeg" Id="Rdd062dfab67a4fd6"/><Relationship Type="http://schemas.openxmlformats.org/officeDocument/2006/relationships/notesSlide" Target="/ppt/notesSlides/notesSlide32.xml" Id="R44f0f7bd509f4e16"/></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124f010621874556"/><Relationship Type="http://schemas.openxmlformats.org/officeDocument/2006/relationships/image" Target="../media/image.jpeg" Id="R30e6b348c26d417d"/><Relationship Type="http://schemas.openxmlformats.org/officeDocument/2006/relationships/notesSlide" Target="/ppt/notesSlides/notesSlide33.xml" Id="Rf2ea24ef35ce4cc5"/></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9a326c6abab14746"/><Relationship Type="http://schemas.openxmlformats.org/officeDocument/2006/relationships/image" Target="../media/image.jpeg" Id="R35df6f25613444c9"/><Relationship Type="http://schemas.openxmlformats.org/officeDocument/2006/relationships/notesSlide" Target="/ppt/notesSlides/notesSlide34.xml" Id="R4ed8885d7c6f42f1"/></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3d28fef81d914549"/><Relationship Type="http://schemas.openxmlformats.org/officeDocument/2006/relationships/image" Target="../media/image.jpeg" Id="R1b3b99f4dc854d40"/><Relationship Type="http://schemas.openxmlformats.org/officeDocument/2006/relationships/notesSlide" Target="/ppt/notesSlides/notesSlide35.xml" Id="Rfadc480560f444d0"/></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6eeb0755cc354ed0"/><Relationship Type="http://schemas.openxmlformats.org/officeDocument/2006/relationships/image" Target="../media/image.jpeg" Id="R22de130926914dfa"/><Relationship Type="http://schemas.openxmlformats.org/officeDocument/2006/relationships/notesSlide" Target="/ppt/notesSlides/notesSlide36.xml" Id="R26b6356af9114851"/></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C2817ECA-1D32-49DD-890A-37FAD038713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B7A566B4-DAAD-42D4-8DE9-9F762AA0007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4C5F33B2-1E73-461C-A1D0-65DAEDF96BD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4</a:t>
            </a:r>
          </a:p>
        </p:txBody>
      </p:sp>
      <p:sp>
        <p:nvSpPr>
          <p:cNvPr id="4" name="shape">
            <a:extLst xmlns:a="http://schemas.openxmlformats.org/drawingml/2006/main">
              <a:ext uri="{FF2B5EF4-FFF2-40B4-BE49-F238E27FC236}">
                <a16:creationId xmlns:a16="http://schemas.microsoft.com/office/drawing/2014/main" id="{70889395-E13C-4EFE-8FE4-EFD9B7CAA26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004F522-C090-4EB3-A876-DA958BFF2CE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F52B968-096B-4F46-8429-3448A38DC4E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56D138E-DE60-4D6E-AFDB-CE573F6CBE5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73C1AC2-F928-4C89-A921-BDFB7211CD9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4E189DF-096D-4C4F-B447-8B8CD44E7A1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F67B273-3569-4912-961D-F34CCA35D6A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E5986DE2-56A4-4FA4-ACE3-6D1E4E71ABC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19EC366-EA83-4956-A6B2-CEBBC835EAA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CBD578F-04CB-4E3F-91F4-0CB732E626D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36</a:t>
            </a:r>
          </a:p>
        </p:txBody>
      </p:sp>
      <p:sp>
        <p:nvSpPr>
          <p:cNvPr id="14" name="licence-footer">
            <a:extLst xmlns:a="http://schemas.openxmlformats.org/drawingml/2006/main">
              <a:ext uri="{FF2B5EF4-FFF2-40B4-BE49-F238E27FC236}">
                <a16:creationId xmlns:a16="http://schemas.microsoft.com/office/drawing/2014/main" id="{71627600-B294-4CDA-94D4-41D250DE803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09CEAC9-0B0D-40BE-8117-FA067F851665}"/>
              </a:ext>
            </a:extLst>
          </p:cNvPr>
          <p:cNvPicPr>
            <a:picLocks xmlns:a="http://schemas.openxmlformats.org/drawingml/2006/main" noChangeAspect="1"/>
          </p:cNvPicPr>
          <p:nvPr/>
        </p:nvPicPr>
        <p:blipFill>
          <a:blip xmlns:r="http://schemas.openxmlformats.org/officeDocument/2006/relationships" xmlns:a="http://schemas.openxmlformats.org/drawingml/2006/main" r:embed="R78b72e7d0b1a46d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EE75E99-5023-44EF-993E-A4595AC589C2}"/>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Caring for others</a:t>
            </a:r>
          </a:p>
        </p:txBody>
      </p:sp>
      <p:sp>
        <p:nvSpPr>
          <p:cNvPr id="17" name="pupil-text">
            <a:extLst xmlns:a="http://schemas.openxmlformats.org/drawingml/2006/main">
              <a:ext uri="{FF2B5EF4-FFF2-40B4-BE49-F238E27FC236}">
                <a16:creationId xmlns:a16="http://schemas.microsoft.com/office/drawing/2014/main" id="{91C77988-A75A-4368-B2A9-33D02AD40BE4}"/>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BUILD</a:t>
            </a:r>
          </a:p>
        </p:txBody>
      </p:sp>
      <p:sp>
        <p:nvSpPr>
          <p:cNvPr id="18" name="pupil-text">
            <a:extLst xmlns:a="http://schemas.openxmlformats.org/drawingml/2006/main">
              <a:ext uri="{FF2B5EF4-FFF2-40B4-BE49-F238E27FC236}">
                <a16:creationId xmlns:a16="http://schemas.microsoft.com/office/drawing/2014/main" id="{60378B4A-A63E-4EC9-992D-30DF5F1D90B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4 · Lesson: BUILD-RE-S1-W04</a:t>
            </a:r>
          </a:p>
        </p:txBody>
      </p:sp>
      <p:sp>
        <p:nvSpPr>
          <p:cNvPr id="19" name="pupil-text">
            <a:extLst xmlns:a="http://schemas.openxmlformats.org/drawingml/2006/main">
              <a:ext uri="{FF2B5EF4-FFF2-40B4-BE49-F238E27FC236}">
                <a16:creationId xmlns:a16="http://schemas.microsoft.com/office/drawing/2014/main" id="{467FEB39-E201-475F-9669-1216DF5AFC05}"/>
              </a:ext>
            </a:extLst>
          </p:cNvPr>
          <p:cNvSpPr>
            <a:spLocks xmlns:a="http://schemas.openxmlformats.org/drawingml/2006/main" noGrp="1"/>
          </p:cNvSpPr>
          <p:nvPr/>
        </p:nvSpPr>
        <p:spPr>
          <a:xfrm xmlns:a="http://schemas.openxmlformats.org/drawingml/2006/main">
            <a:off x="457200" y="2466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do people care in a shared place?</a:t>
            </a:r>
          </a:p>
        </p:txBody>
      </p:sp>
      <p:sp>
        <p:nvSpPr>
          <p:cNvPr id="20" name="pupil-text">
            <a:extLst xmlns:a="http://schemas.openxmlformats.org/drawingml/2006/main">
              <a:ext uri="{FF2B5EF4-FFF2-40B4-BE49-F238E27FC236}">
                <a16:creationId xmlns:a16="http://schemas.microsoft.com/office/drawing/2014/main" id="{B1557B55-021E-45B9-983B-4301554DB585}"/>
              </a:ext>
            </a:extLst>
          </p:cNvPr>
          <p:cNvSpPr>
            <a:spLocks xmlns:a="http://schemas.openxmlformats.org/drawingml/2006/main" noGrp="1"/>
          </p:cNvSpPr>
          <p:nvPr/>
        </p:nvSpPr>
        <p:spPr>
          <a:xfrm xmlns:a="http://schemas.openxmlformats.org/drawingml/2006/main">
            <a:off x="457200" y="2790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spot care in a community.</a:t>
            </a:r>
          </a:p>
        </p:txBody>
      </p:sp>
      <p:sp>
        <p:nvSpPr>
          <p:cNvPr id="21" name="shape">
            <a:extLst xmlns:a="http://schemas.openxmlformats.org/drawingml/2006/main">
              <a:ext uri="{FF2B5EF4-FFF2-40B4-BE49-F238E27FC236}">
                <a16:creationId xmlns:a16="http://schemas.microsoft.com/office/drawing/2014/main" id="{ED84AA7A-0495-4910-964C-2981B3F35612}"/>
              </a:ext>
            </a:extLst>
          </p:cNvPr>
          <p:cNvSpPr>
            <a:spLocks xmlns:a="http://schemas.openxmlformats.org/drawingml/2006/main" noGrp="1"/>
          </p:cNvSpPr>
          <p:nvPr/>
        </p:nvSpPr>
        <p:spPr>
          <a:xfrm xmlns:a="http://schemas.openxmlformats.org/drawingml/2006/main">
            <a:off x="409575" y="30765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0C190AC4-2E1E-41C8-86FA-39063DAE9800}"/>
              </a:ext>
            </a:extLst>
          </p:cNvPr>
          <p:cNvSpPr>
            <a:spLocks xmlns:a="http://schemas.openxmlformats.org/drawingml/2006/main" noGrp="1"/>
          </p:cNvSpPr>
          <p:nvPr/>
        </p:nvSpPr>
        <p:spPr>
          <a:xfrm xmlns:a="http://schemas.openxmlformats.org/drawingml/2006/main">
            <a:off x="457200" y="3086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match a caring act to the need it meets.</a:t>
            </a:r>
          </a:p>
        </p:txBody>
      </p:sp>
      <p:sp>
        <p:nvSpPr>
          <p:cNvPr id="23" name="pupil-text">
            <a:extLst xmlns:a="http://schemas.openxmlformats.org/drawingml/2006/main">
              <a:ext uri="{FF2B5EF4-FFF2-40B4-BE49-F238E27FC236}">
                <a16:creationId xmlns:a16="http://schemas.microsoft.com/office/drawing/2014/main" id="{26D321E3-1CAD-4B6C-A5B8-F869F7011043}"/>
              </a:ext>
            </a:extLst>
          </p:cNvPr>
          <p:cNvSpPr>
            <a:spLocks xmlns:a="http://schemas.openxmlformats.org/drawingml/2006/main" noGrp="1"/>
          </p:cNvSpPr>
          <p:nvPr/>
        </p:nvSpPr>
        <p:spPr>
          <a:xfrm xmlns:a="http://schemas.openxmlformats.org/drawingml/2006/main">
            <a:off x="457200" y="3381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Notice what a shared place needs.</a:t>
            </a:r>
          </a:p>
        </p:txBody>
      </p:sp>
      <p:sp>
        <p:nvSpPr>
          <p:cNvPr id="24" name="pupil-text">
            <a:extLst xmlns:a="http://schemas.openxmlformats.org/drawingml/2006/main">
              <a:ext uri="{FF2B5EF4-FFF2-40B4-BE49-F238E27FC236}">
                <a16:creationId xmlns:a16="http://schemas.microsoft.com/office/drawing/2014/main" id="{6AA2D1DE-3A26-452D-B20D-8A2CD6C07BA5}"/>
              </a:ext>
            </a:extLst>
          </p:cNvPr>
          <p:cNvSpPr>
            <a:spLocks xmlns:a="http://schemas.openxmlformats.org/drawingml/2006/main" noGrp="1"/>
          </p:cNvSpPr>
          <p:nvPr/>
        </p:nvSpPr>
        <p:spPr>
          <a:xfrm xmlns:a="http://schemas.openxmlformats.org/drawingml/2006/main">
            <a:off x="457200" y="3676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5" name="pupil-text">
            <a:extLst xmlns:a="http://schemas.openxmlformats.org/drawingml/2006/main">
              <a:ext uri="{FF2B5EF4-FFF2-40B4-BE49-F238E27FC236}">
                <a16:creationId xmlns:a16="http://schemas.microsoft.com/office/drawing/2014/main" id="{4FBF9B19-C163-48C0-AA7C-725A261C1B2A}"/>
              </a:ext>
            </a:extLst>
          </p:cNvPr>
          <p:cNvSpPr>
            <a:spLocks xmlns:a="http://schemas.openxmlformats.org/drawingml/2006/main" noGrp="1"/>
          </p:cNvSpPr>
          <p:nvPr/>
        </p:nvSpPr>
        <p:spPr>
          <a:xfrm xmlns:a="http://schemas.openxmlformats.org/drawingml/2006/main">
            <a:off x="457200" y="3971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6" name="pupil-text">
            <a:extLst xmlns:a="http://schemas.openxmlformats.org/drawingml/2006/main">
              <a:ext uri="{FF2B5EF4-FFF2-40B4-BE49-F238E27FC236}">
                <a16:creationId xmlns:a16="http://schemas.microsoft.com/office/drawing/2014/main" id="{0E621855-246A-4056-A5B5-D5B67CD9F581}"/>
              </a:ext>
            </a:extLst>
          </p:cNvPr>
          <p:cNvSpPr>
            <a:spLocks xmlns:a="http://schemas.openxmlformats.org/drawingml/2006/main" noGrp="1"/>
          </p:cNvSpPr>
          <p:nvPr/>
        </p:nvSpPr>
        <p:spPr>
          <a:xfrm xmlns:a="http://schemas.openxmlformats.org/drawingml/2006/main">
            <a:off x="457200" y="4267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a:t>
            </a:r>
          </a:p>
        </p:txBody>
      </p:sp>
      <p:sp>
        <p:nvSpPr>
          <p:cNvPr id="27" name="pupil-text">
            <a:extLst xmlns:a="http://schemas.openxmlformats.org/drawingml/2006/main">
              <a:ext uri="{FF2B5EF4-FFF2-40B4-BE49-F238E27FC236}">
                <a16:creationId xmlns:a16="http://schemas.microsoft.com/office/drawing/2014/main" id="{F34B3C59-38DA-46EC-9122-47EE4004E029}"/>
              </a:ext>
            </a:extLst>
          </p:cNvPr>
          <p:cNvSpPr>
            <a:spLocks xmlns:a="http://schemas.openxmlformats.org/drawingml/2006/main" noGrp="1"/>
          </p:cNvSpPr>
          <p:nvPr/>
        </p:nvSpPr>
        <p:spPr>
          <a:xfrm xmlns:a="http://schemas.openxmlformats.org/drawingml/2006/main">
            <a:off x="457200" y="4562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use the neutral made-up case. Keep private stories private.</a:t>
            </a:r>
          </a:p>
        </p:txBody>
      </p:sp>
      <p:sp>
        <p:nvSpPr>
          <p:cNvPr id="28" name="pupil-text">
            <a:extLst xmlns:a="http://schemas.openxmlformats.org/drawingml/2006/main">
              <a:ext uri="{FF2B5EF4-FFF2-40B4-BE49-F238E27FC236}">
                <a16:creationId xmlns:a16="http://schemas.microsoft.com/office/drawing/2014/main" id="{4D08459E-9CC5-45FC-97CE-F9BE07B99CCD}"/>
              </a:ext>
            </a:extLst>
          </p:cNvPr>
          <p:cNvSpPr>
            <a:spLocks xmlns:a="http://schemas.openxmlformats.org/drawingml/2006/main" noGrp="1"/>
          </p:cNvSpPr>
          <p:nvPr/>
        </p:nvSpPr>
        <p:spPr>
          <a:xfrm xmlns:a="http://schemas.openxmlformats.org/drawingml/2006/main">
            <a:off x="457200" y="4857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a:t>
            </a:r>
          </a:p>
        </p:txBody>
      </p:sp>
      <p:sp>
        <p:nvSpPr>
          <p:cNvPr id="29" name="pupil-text">
            <a:extLst xmlns:a="http://schemas.openxmlformats.org/drawingml/2006/main">
              <a:ext uri="{FF2B5EF4-FFF2-40B4-BE49-F238E27FC236}">
                <a16:creationId xmlns:a16="http://schemas.microsoft.com/office/drawing/2014/main" id="{8D5C22C4-313B-4DD4-AAC5-7595B952DAC2}"/>
              </a:ext>
            </a:extLst>
          </p:cNvPr>
          <p:cNvSpPr>
            <a:spLocks xmlns:a="http://schemas.openxmlformats.org/drawingml/2006/main" noGrp="1"/>
          </p:cNvSpPr>
          <p:nvPr/>
        </p:nvSpPr>
        <p:spPr>
          <a:xfrm xmlns:a="http://schemas.openxmlformats.org/drawingml/2006/main">
            <a:off x="457200" y="5153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draw or write. An adult may write your words. You may pass.</a:t>
            </a:r>
          </a:p>
        </p:txBody>
      </p:sp>
    </p:spTree>
    <p:extLst>
      <p:ext uri="{BB962C8B-B14F-4D97-AF65-F5344CB8AC3E}">
        <p14:creationId xmlns:p14="http://schemas.microsoft.com/office/powerpoint/2010/main" val="21251184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A7B76D2A-46C7-44BA-B77F-17E6429F035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8A2D7886-53AF-4759-AECD-955AE1ABF16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4BA926D6-C8F4-4C02-8B2D-D77CC52B7A0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4 · continued</a:t>
            </a:r>
          </a:p>
        </p:txBody>
      </p:sp>
      <p:sp>
        <p:nvSpPr>
          <p:cNvPr id="4" name="shape">
            <a:extLst xmlns:a="http://schemas.openxmlformats.org/drawingml/2006/main">
              <a:ext uri="{FF2B5EF4-FFF2-40B4-BE49-F238E27FC236}">
                <a16:creationId xmlns:a16="http://schemas.microsoft.com/office/drawing/2014/main" id="{9714981C-DB1B-4366-BC74-5AFFD8D71DA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161EB7E-8EF0-4407-97E7-94988B3D9FE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C514468-D1F7-4875-AD91-65E70CEFCC0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666CD83-0701-4DC7-ACA9-69AD409FD5D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F0030CF-FB58-483E-A18B-3DD8FC67178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71285B-25EE-4782-ACBB-2BF7AD0AC8A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5880F0C-EB2B-4896-A6FD-7B3628DF59C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3663EB8F-F27A-458D-8720-8AC21D72244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B47405D-F22E-4595-B618-CAF85D921DD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0EA1E831-FD77-4325-B079-CE070F39023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36</a:t>
            </a:r>
          </a:p>
        </p:txBody>
      </p:sp>
      <p:sp>
        <p:nvSpPr>
          <p:cNvPr id="14" name="licence-footer">
            <a:extLst xmlns:a="http://schemas.openxmlformats.org/drawingml/2006/main">
              <a:ext uri="{FF2B5EF4-FFF2-40B4-BE49-F238E27FC236}">
                <a16:creationId xmlns:a16="http://schemas.microsoft.com/office/drawing/2014/main" id="{2132A800-21C4-44EF-857B-C1999D73954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7B89A13-1CEF-4545-AE25-224404370E93}"/>
              </a:ext>
            </a:extLst>
          </p:cNvPr>
          <p:cNvPicPr>
            <a:picLocks xmlns:a="http://schemas.openxmlformats.org/drawingml/2006/main" noChangeAspect="1"/>
          </p:cNvPicPr>
          <p:nvPr/>
        </p:nvPicPr>
        <p:blipFill>
          <a:blip xmlns:r="http://schemas.openxmlformats.org/officeDocument/2006/relationships" xmlns:a="http://schemas.openxmlformats.org/drawingml/2006/main" r:embed="R88aab6ac4b674e4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176DF42-3273-4BD9-BC3D-B9A558297E41}"/>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Pass / Back to one source card, then one step.</a:t>
            </a:r>
          </a:p>
        </p:txBody>
      </p:sp>
      <p:sp>
        <p:nvSpPr>
          <p:cNvPr id="17" name="pupil-text">
            <a:extLst xmlns:a="http://schemas.openxmlformats.org/drawingml/2006/main">
              <a:ext uri="{FF2B5EF4-FFF2-40B4-BE49-F238E27FC236}">
                <a16:creationId xmlns:a16="http://schemas.microsoft.com/office/drawing/2014/main" id="{CB65E925-804D-4A02-B8D2-E1166580FF7D}"/>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18" name="pupil-text">
            <a:extLst xmlns:a="http://schemas.openxmlformats.org/drawingml/2006/main">
              <a:ext uri="{FF2B5EF4-FFF2-40B4-BE49-F238E27FC236}">
                <a16:creationId xmlns:a16="http://schemas.microsoft.com/office/drawing/2014/main" id="{55D84124-A5A4-4983-9249-97062EDD424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We talk about your work.</a:t>
            </a:r>
          </a:p>
        </p:txBody>
      </p:sp>
      <p:sp>
        <p:nvSpPr>
          <p:cNvPr id="19" name="pupil-text">
            <a:extLst xmlns:a="http://schemas.openxmlformats.org/drawingml/2006/main">
              <a:ext uri="{FF2B5EF4-FFF2-40B4-BE49-F238E27FC236}">
                <a16:creationId xmlns:a16="http://schemas.microsoft.com/office/drawing/2014/main" id="{6CF66DC7-A761-4F63-83A3-E5B8A642D84D}"/>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WS — You worked with help.</a:t>
            </a:r>
          </a:p>
        </p:txBody>
      </p:sp>
      <p:sp>
        <p:nvSpPr>
          <p:cNvPr id="20" name="pupil-text">
            <a:extLst xmlns:a="http://schemas.openxmlformats.org/drawingml/2006/main">
              <a:ext uri="{FF2B5EF4-FFF2-40B4-BE49-F238E27FC236}">
                <a16:creationId xmlns:a16="http://schemas.microsoft.com/office/drawing/2014/main" id="{E54CA070-18C6-4F53-A91F-C56B878ED5AC}"/>
              </a:ext>
            </a:extLst>
          </p:cNvPr>
          <p:cNvSpPr>
            <a:spLocks xmlns:a="http://schemas.openxmlformats.org/drawingml/2006/main" noGrp="1"/>
          </p:cNvSpPr>
          <p:nvPr/>
        </p:nvSpPr>
        <p:spPr>
          <a:xfrm xmlns:a="http://schemas.openxmlformats.org/drawingml/2006/main">
            <a:off x="457200" y="2762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You did the thinking on your own.</a:t>
            </a:r>
          </a:p>
        </p:txBody>
      </p:sp>
      <p:sp>
        <p:nvSpPr>
          <p:cNvPr id="21" name="pupil-text">
            <a:extLst xmlns:a="http://schemas.openxmlformats.org/drawingml/2006/main">
              <a:ext uri="{FF2B5EF4-FFF2-40B4-BE49-F238E27FC236}">
                <a16:creationId xmlns:a16="http://schemas.microsoft.com/office/drawing/2014/main" id="{0E32F684-C475-4E09-B353-E1FBFD3924EB}"/>
              </a:ext>
            </a:extLst>
          </p:cNvPr>
          <p:cNvSpPr>
            <a:spLocks xmlns:a="http://schemas.openxmlformats.org/drawingml/2006/main" noGrp="1"/>
          </p:cNvSpPr>
          <p:nvPr/>
        </p:nvSpPr>
        <p:spPr>
          <a:xfrm xmlns:a="http://schemas.openxmlformats.org/drawingml/2006/main">
            <a:off x="457200" y="30575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 Try one next step.</a:t>
            </a:r>
          </a:p>
        </p:txBody>
      </p:sp>
      <p:sp>
        <p:nvSpPr>
          <p:cNvPr id="22" name="pupil-text">
            <a:extLst xmlns:a="http://schemas.openxmlformats.org/drawingml/2006/main">
              <a:ext uri="{FF2B5EF4-FFF2-40B4-BE49-F238E27FC236}">
                <a16:creationId xmlns:a16="http://schemas.microsoft.com/office/drawing/2014/main" id="{0B0CC8F5-5FE2-4F85-A8FC-05BA67246B86}"/>
              </a:ext>
            </a:extLst>
          </p:cNvPr>
          <p:cNvSpPr>
            <a:spLocks xmlns:a="http://schemas.openxmlformats.org/drawingml/2006/main" noGrp="1"/>
          </p:cNvSpPr>
          <p:nvPr/>
        </p:nvSpPr>
        <p:spPr>
          <a:xfrm xmlns:a="http://schemas.openxmlformats.org/drawingml/2006/main">
            <a:off x="457200" y="3352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 — Your work is saved.</a:t>
            </a:r>
          </a:p>
        </p:txBody>
      </p:sp>
      <p:sp>
        <p:nvSpPr>
          <p:cNvPr id="23" name="pupil-text">
            <a:extLst xmlns:a="http://schemas.openxmlformats.org/drawingml/2006/main">
              <a:ext uri="{FF2B5EF4-FFF2-40B4-BE49-F238E27FC236}">
                <a16:creationId xmlns:a16="http://schemas.microsoft.com/office/drawing/2014/main" id="{08D58166-D6A7-4CDD-813C-0594B6A67C67}"/>
              </a:ext>
            </a:extLst>
          </p:cNvPr>
          <p:cNvSpPr>
            <a:spLocks xmlns:a="http://schemas.openxmlformats.org/drawingml/2006/main" noGrp="1"/>
          </p:cNvSpPr>
          <p:nvPr/>
        </p:nvSpPr>
        <p:spPr>
          <a:xfrm xmlns:a="http://schemas.openxmlformats.org/drawingml/2006/main">
            <a:off x="457200" y="3648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 You respond. We hear you. It helps us plan.</a:t>
            </a:r>
          </a:p>
        </p:txBody>
      </p:sp>
      <p:sp>
        <p:nvSpPr>
          <p:cNvPr id="24" name="pupil-text">
            <a:extLst xmlns:a="http://schemas.openxmlformats.org/drawingml/2006/main">
              <a:ext uri="{FF2B5EF4-FFF2-40B4-BE49-F238E27FC236}">
                <a16:creationId xmlns:a16="http://schemas.microsoft.com/office/drawing/2014/main" id="{7A56D38A-2408-4156-84B9-60F6B36CF54B}"/>
              </a:ext>
            </a:extLst>
          </p:cNvPr>
          <p:cNvSpPr>
            <a:spLocks xmlns:a="http://schemas.openxmlformats.org/drawingml/2006/main" noGrp="1"/>
          </p:cNvSpPr>
          <p:nvPr/>
        </p:nvSpPr>
        <p:spPr>
          <a:xfrm xmlns:a="http://schemas.openxmlformats.org/drawingml/2006/main">
            <a:off x="457200" y="3943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Check this bit.</a:t>
            </a:r>
          </a:p>
        </p:txBody>
      </p:sp>
      <p:sp>
        <p:nvSpPr>
          <p:cNvPr id="25" name="pupil-text">
            <a:extLst xmlns:a="http://schemas.openxmlformats.org/drawingml/2006/main">
              <a:ext uri="{FF2B5EF4-FFF2-40B4-BE49-F238E27FC236}">
                <a16:creationId xmlns:a16="http://schemas.microsoft.com/office/drawing/2014/main" id="{7CDC60FA-9B18-41C3-ADA6-017B5B7D2D20}"/>
              </a:ext>
            </a:extLst>
          </p:cNvPr>
          <p:cNvSpPr>
            <a:spLocks xmlns:a="http://schemas.openxmlformats.org/drawingml/2006/main" noGrp="1"/>
          </p:cNvSpPr>
          <p:nvPr/>
        </p:nvSpPr>
        <p:spPr>
          <a:xfrm xmlns:a="http://schemas.openxmlformats.org/drawingml/2006/main">
            <a:off x="457200" y="4238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Show me or read it back.</a:t>
            </a:r>
          </a:p>
        </p:txBody>
      </p:sp>
    </p:spTree>
    <p:extLst>
      <p:ext uri="{BB962C8B-B14F-4D97-AF65-F5344CB8AC3E}">
        <p14:creationId xmlns:p14="http://schemas.microsoft.com/office/powerpoint/2010/main" val="10623529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02227105-4FC4-4C2D-83B8-62477D60F30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A37F5743-7C2E-43C7-AF26-8D1B5EFD1E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C499756-0813-4645-8208-302C9C8C6DA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226C4D23-45F0-4227-A265-C3F5836BE50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B45B197-030E-4FC7-9808-DC182DBD9C2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524FBD-947E-4623-9D75-C1517620B65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BE9C947-A885-4068-BA6D-5E03FDD6BDE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B0CFFD6-79B2-45BC-BDC5-60EDC60890E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91DF5FA-3D11-4F5D-A8F7-EC356DD8396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87F22BB-5735-4349-9A7E-40250C5698F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BDADF50F-B131-4220-BED3-5EE23683989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8BE20EE-3977-42F9-ABEE-8CC04FC1FE7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DE21AA9-9A38-4EEB-8D54-4741D53AAEB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36</a:t>
            </a:r>
          </a:p>
        </p:txBody>
      </p:sp>
      <p:sp>
        <p:nvSpPr>
          <p:cNvPr id="14" name="licence-footer">
            <a:extLst xmlns:a="http://schemas.openxmlformats.org/drawingml/2006/main">
              <a:ext uri="{FF2B5EF4-FFF2-40B4-BE49-F238E27FC236}">
                <a16:creationId xmlns:a16="http://schemas.microsoft.com/office/drawing/2014/main" id="{6B74F2C8-AC4F-455A-A1A1-5C1C591B9DA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63E8D03-023A-4928-A28D-634912C61272}"/>
              </a:ext>
            </a:extLst>
          </p:cNvPr>
          <p:cNvPicPr>
            <a:picLocks xmlns:a="http://schemas.openxmlformats.org/drawingml/2006/main" noChangeAspect="1"/>
          </p:cNvPicPr>
          <p:nvPr/>
        </p:nvPicPr>
        <p:blipFill>
          <a:blip xmlns:r="http://schemas.openxmlformats.org/officeDocument/2006/relationships" xmlns:a="http://schemas.openxmlformats.org/drawingml/2006/main" r:embed="Ra68ffd83cb864d6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C52C2B2-27F9-4916-9D89-0CBD893395F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A477B0A0-EF32-4CF1-B9CB-61C7688A384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do people care in a shared place?</a:t>
            </a:r>
          </a:p>
        </p:txBody>
      </p:sp>
    </p:spTree>
    <p:extLst>
      <p:ext uri="{BB962C8B-B14F-4D97-AF65-F5344CB8AC3E}">
        <p14:creationId xmlns:p14="http://schemas.microsoft.com/office/powerpoint/2010/main" val="19058996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AEB87955-C800-4BD4-B70A-CD47B597335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A1D8C375-7B27-46C9-8B94-DDEE15DCE05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A508253-BE97-4E33-8BCF-948E691FEE3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FAA66415-DB0C-4065-81BA-99AD654ED9D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2F2A490-290F-4DE1-9CEF-A7F50459CB6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AEE3B73-CBE8-4A22-A7DD-B23DB4A0E71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3BE5D1B-4A4B-4369-B7DF-22D18C0A38A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67BFE9A-31F9-4E3B-BC3A-E0CB41AE1A9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4E48A75-86F1-43A9-9544-A7D179F7EE1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7E18AB7-2673-443F-8589-1E520B52340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67955439-486E-494E-8368-F722ACAAA3B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3F3A749-5E8E-45C2-8866-A00E7FDE306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55DA707-6B31-480F-B500-D3A5B6C9F61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36</a:t>
            </a:r>
          </a:p>
        </p:txBody>
      </p:sp>
      <p:sp>
        <p:nvSpPr>
          <p:cNvPr id="14" name="licence-footer">
            <a:extLst xmlns:a="http://schemas.openxmlformats.org/drawingml/2006/main">
              <a:ext uri="{FF2B5EF4-FFF2-40B4-BE49-F238E27FC236}">
                <a16:creationId xmlns:a16="http://schemas.microsoft.com/office/drawing/2014/main" id="{F75A401D-5B87-432B-AB5F-1D282DD4813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668A203-8A30-46C1-920A-084A999526B6}"/>
              </a:ext>
            </a:extLst>
          </p:cNvPr>
          <p:cNvPicPr>
            <a:picLocks xmlns:a="http://schemas.openxmlformats.org/drawingml/2006/main" noChangeAspect="1"/>
          </p:cNvPicPr>
          <p:nvPr/>
        </p:nvPicPr>
        <p:blipFill>
          <a:blip xmlns:r="http://schemas.openxmlformats.org/officeDocument/2006/relationships" xmlns:a="http://schemas.openxmlformats.org/drawingml/2006/main" r:embed="R61b414a93c71437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F6B705F-878E-4633-BEA0-5A9D06D05C6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0B3DDF25-7C58-4FB9-9B73-955DDE91E0AF}"/>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B9336F36-FC38-44D5-879F-0BA5CA7331AA}"/>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sorry words name knocked paper or a lost coat?</a:t>
            </a:r>
          </a:p>
        </p:txBody>
      </p:sp>
      <p:sp>
        <p:nvSpPr>
          <p:cNvPr id="19" name="pupil-text">
            <a:extLst xmlns:a="http://schemas.openxmlformats.org/drawingml/2006/main">
              <a:ext uri="{FF2B5EF4-FFF2-40B4-BE49-F238E27FC236}">
                <a16:creationId xmlns:a16="http://schemas.microsoft.com/office/drawing/2014/main" id="{0574B4FA-9EC3-4BB3-9EB6-3C031950B8E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F60248B0-B949-484B-9547-3E59C097EB6D}"/>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helper ask first or demand a smile?</a:t>
            </a:r>
          </a:p>
        </p:txBody>
      </p:sp>
      <p:sp>
        <p:nvSpPr>
          <p:cNvPr id="21" name="pupil-text">
            <a:extLst xmlns:a="http://schemas.openxmlformats.org/drawingml/2006/main">
              <a:ext uri="{FF2B5EF4-FFF2-40B4-BE49-F238E27FC236}">
                <a16:creationId xmlns:a16="http://schemas.microsoft.com/office/drawing/2014/main" id="{9C37C698-9283-4C66-BCAF-A0FF020644E1}"/>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99CACA05-61DD-4EFB-B347-D1D7A96E7933}"/>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owner owe forgiveness: yes or no?</a:t>
            </a:r>
          </a:p>
        </p:txBody>
      </p:sp>
      <p:sp>
        <p:nvSpPr>
          <p:cNvPr id="23" name="pupil-text">
            <a:extLst xmlns:a="http://schemas.openxmlformats.org/drawingml/2006/main">
              <a:ext uri="{FF2B5EF4-FFF2-40B4-BE49-F238E27FC236}">
                <a16:creationId xmlns:a16="http://schemas.microsoft.com/office/drawing/2014/main" id="{CA835BF2-279D-43FE-972A-D40108FD716E}"/>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E63E87A2-08B7-4E51-85A3-293D58642E75}"/>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a group share a place: yes or no?</a:t>
            </a:r>
          </a:p>
        </p:txBody>
      </p:sp>
    </p:spTree>
    <p:extLst>
      <p:ext uri="{BB962C8B-B14F-4D97-AF65-F5344CB8AC3E}">
        <p14:creationId xmlns:p14="http://schemas.microsoft.com/office/powerpoint/2010/main" val="10893614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2522A367-DBC2-4BE7-9DB8-3077203EEF1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AFDE3F63-848A-4ECA-BB4C-B65EF3586AA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0C12A41-3597-464C-9A49-C23661809C5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C3329537-3BFB-4B1A-BF13-42F8F588A02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F96E1E8-72C2-4E37-BE65-3DC4991521D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5521C60-5255-4B39-A4B6-55BF1B19605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CE10B0E-DCD6-4F7E-A23D-F19E5C22310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B7822F5-C778-46B0-8961-9138FD01978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7F185F9-9E46-49C8-AA40-BEC56477753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B31EB97-C5AE-49C3-90B0-BAD5C726448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D1447371-0ED8-43B0-A1EE-E8537C935B6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38D0170-2AB5-417E-B253-9589D8759E9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BBCA9BA-C8C0-45D6-8277-7FAE688987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36</a:t>
            </a:r>
          </a:p>
        </p:txBody>
      </p:sp>
      <p:sp>
        <p:nvSpPr>
          <p:cNvPr id="14" name="licence-footer">
            <a:extLst xmlns:a="http://schemas.openxmlformats.org/drawingml/2006/main">
              <a:ext uri="{FF2B5EF4-FFF2-40B4-BE49-F238E27FC236}">
                <a16:creationId xmlns:a16="http://schemas.microsoft.com/office/drawing/2014/main" id="{1E5EB030-4337-45F0-9AA8-A761B3C77B2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7FA4718-B005-4FC6-A37D-4F9D248739A2}"/>
              </a:ext>
            </a:extLst>
          </p:cNvPr>
          <p:cNvPicPr>
            <a:picLocks xmlns:a="http://schemas.openxmlformats.org/drawingml/2006/main" noChangeAspect="1"/>
          </p:cNvPicPr>
          <p:nvPr/>
        </p:nvPicPr>
        <p:blipFill>
          <a:blip xmlns:r="http://schemas.openxmlformats.org/officeDocument/2006/relationships" xmlns:a="http://schemas.openxmlformats.org/drawingml/2006/main" r:embed="Rb08ef01cab0e427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8A1B94D-A5BA-40F6-AAB9-390D98DCE368}"/>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79EE9BEF-8E5B-4AAE-B8A8-728D2909D6AD}"/>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F953B9AB-C1A1-452D-9C09-543967E5FD1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paper by the table.</a:t>
            </a:r>
          </a:p>
        </p:txBody>
      </p:sp>
      <p:sp>
        <p:nvSpPr>
          <p:cNvPr id="19" name="pupil-text">
            <a:extLst xmlns:a="http://schemas.openxmlformats.org/drawingml/2006/main">
              <a:ext uri="{FF2B5EF4-FFF2-40B4-BE49-F238E27FC236}">
                <a16:creationId xmlns:a16="http://schemas.microsoft.com/office/drawing/2014/main" id="{4B1F000D-56FD-4162-8252-21D91CA5D56D}"/>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18097A47-D9EB-4E66-8BFE-9414AD34C11F}"/>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DD6C654-8F01-4686-8A66-39FF1BDEE00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happened after sorry.</a:t>
            </a:r>
          </a:p>
        </p:txBody>
      </p:sp>
      <p:sp>
        <p:nvSpPr>
          <p:cNvPr id="22" name="pupil-text">
            <a:extLst xmlns:a="http://schemas.openxmlformats.org/drawingml/2006/main">
              <a:ext uri="{FF2B5EF4-FFF2-40B4-BE49-F238E27FC236}">
                <a16:creationId xmlns:a16="http://schemas.microsoft.com/office/drawing/2014/main" id="{D31CC595-C9DD-482B-B532-E33E6E5C16EF}"/>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28F54F8C-D61C-4479-A732-EDF336196A3A}"/>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A8FBBB4D-EB07-4913-BBBD-22BCC14B3FA0}"/>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owner’s choice.</a:t>
            </a:r>
          </a:p>
        </p:txBody>
      </p:sp>
      <p:sp>
        <p:nvSpPr>
          <p:cNvPr id="25" name="pupil-text">
            <a:extLst xmlns:a="http://schemas.openxmlformats.org/drawingml/2006/main">
              <a:ext uri="{FF2B5EF4-FFF2-40B4-BE49-F238E27FC236}">
                <a16:creationId xmlns:a16="http://schemas.microsoft.com/office/drawing/2014/main" id="{A48F52F9-CFE5-4C3E-A3D2-0EF18C454FAA}"/>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ADC3D2A4-2FD3-4C57-8175-E8C37F5CEBAD}"/>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CD8293C-965E-4FB6-B5D6-58D547AAC4CF}"/>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made-up class place.</a:t>
            </a:r>
          </a:p>
        </p:txBody>
      </p:sp>
    </p:spTree>
    <p:extLst>
      <p:ext uri="{BB962C8B-B14F-4D97-AF65-F5344CB8AC3E}">
        <p14:creationId xmlns:p14="http://schemas.microsoft.com/office/powerpoint/2010/main" val="16674415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7CB13CF9-4AD3-4D27-A508-F514AC07A4C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A5DB6676-3F6B-4411-87D6-A40E100060F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A3E18D8-EB52-401F-9559-1725CB3BE02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998E5570-CD77-4925-A9A3-5B518307D7E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4A35580-0B6E-4349-B612-E0E908B9556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CA7D9F6-6C52-45C0-9202-A59C53CE360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0C41054-E3A3-4E5A-BC29-71C541F994B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FB595FB-31F6-4996-B4AB-DD916941C95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6D8A7E4-1D44-4AF0-B3BF-A0A98FA2BE8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A27CB35-57F6-4836-8B8D-56E5A5F87DB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624C2250-ED5A-418A-8C01-507B6951563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4027F35-F360-4D6E-8F7D-844779B388C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65C4603A-0A61-4399-BF3F-59D3AD2E97B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36</a:t>
            </a:r>
          </a:p>
        </p:txBody>
      </p:sp>
      <p:sp>
        <p:nvSpPr>
          <p:cNvPr id="14" name="licence-footer">
            <a:extLst xmlns:a="http://schemas.openxmlformats.org/drawingml/2006/main">
              <a:ext uri="{FF2B5EF4-FFF2-40B4-BE49-F238E27FC236}">
                <a16:creationId xmlns:a16="http://schemas.microsoft.com/office/drawing/2014/main" id="{6ED01FC8-B9BA-41EA-8AC9-9E30704B85A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96EE26-1D02-4977-84EC-74A4C5A0CE65}"/>
              </a:ext>
            </a:extLst>
          </p:cNvPr>
          <p:cNvPicPr>
            <a:picLocks xmlns:a="http://schemas.openxmlformats.org/drawingml/2006/main" noChangeAspect="1"/>
          </p:cNvPicPr>
          <p:nvPr/>
        </p:nvPicPr>
        <p:blipFill>
          <a:blip xmlns:r="http://schemas.openxmlformats.org/officeDocument/2006/relationships" xmlns:a="http://schemas.openxmlformats.org/drawingml/2006/main" r:embed="R6d6ca25a06fd472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8A95DBC-A823-4E1B-8EEA-1C996F68EDC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C21A7F9D-5817-4DBB-9A3D-5C8DDA56263D}"/>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178D7E3C-323E-439F-88FA-627FF0D81EF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sorry name in the paper case?</a:t>
            </a:r>
          </a:p>
        </p:txBody>
      </p:sp>
      <p:sp>
        <p:nvSpPr>
          <p:cNvPr id="19" name="pupil-text">
            <a:extLst xmlns:a="http://schemas.openxmlformats.org/drawingml/2006/main">
              <a:ext uri="{FF2B5EF4-FFF2-40B4-BE49-F238E27FC236}">
                <a16:creationId xmlns:a16="http://schemas.microsoft.com/office/drawing/2014/main" id="{3BF88BBB-CA27-4583-8E6E-068D5390DB02}"/>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1BB4969D-A764-46EE-ACFC-89EAC7561413}"/>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repair act was agreed?</a:t>
            </a:r>
          </a:p>
        </p:txBody>
      </p:sp>
      <p:sp>
        <p:nvSpPr>
          <p:cNvPr id="21" name="pupil-text">
            <a:extLst xmlns:a="http://schemas.openxmlformats.org/drawingml/2006/main">
              <a:ext uri="{FF2B5EF4-FFF2-40B4-BE49-F238E27FC236}">
                <a16:creationId xmlns:a16="http://schemas.microsoft.com/office/drawing/2014/main" id="{46A8E153-CF3C-4364-BA31-DF6A0CE47068}"/>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D9261AF8-1523-4EDB-97E6-236402ACD6FA}"/>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the owner still feel upset?</a:t>
            </a:r>
          </a:p>
        </p:txBody>
      </p:sp>
      <p:sp>
        <p:nvSpPr>
          <p:cNvPr id="23" name="pupil-text">
            <a:extLst xmlns:a="http://schemas.openxmlformats.org/drawingml/2006/main">
              <a:ext uri="{FF2B5EF4-FFF2-40B4-BE49-F238E27FC236}">
                <a16:creationId xmlns:a16="http://schemas.microsoft.com/office/drawing/2014/main" id="{54B5B84D-28A6-4EFB-AF11-CF6939767033}"/>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695DBC9F-B01F-4BBB-A143-8DF0A3A4DCF9}"/>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Where might people share a place?</a:t>
            </a:r>
          </a:p>
        </p:txBody>
      </p:sp>
    </p:spTree>
    <p:extLst>
      <p:ext uri="{BB962C8B-B14F-4D97-AF65-F5344CB8AC3E}">
        <p14:creationId xmlns:p14="http://schemas.microsoft.com/office/powerpoint/2010/main" val="19259467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F048C7C8-7BDE-4791-BF7D-4B08B2D0C96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0089E857-0DCF-4048-986F-5BA3A969E51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E3EF51F7-09AF-4B30-9FF6-C2A3BD01347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936A7FB4-966E-4C7E-8FD5-839D756BB3B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04CF4FB-6855-442C-A45B-37524B3F99F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D77D097-C001-4076-872D-2B97619C3A5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866DD72-BAFC-45E1-B2EA-83AA60A9A1F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0869CDB-5C06-4394-82D9-FACEAFFA81F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936A7EA-08F3-4C43-9253-6951B41C952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96E865B-FA4D-4C8F-BA7D-60A0D2585D0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A0295345-65D9-44B8-B0F2-CA791C61132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4659D3C-0CB2-43E8-AFB9-6D680F1E636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3016A6B-37A2-42B1-9622-C6D780534B8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36</a:t>
            </a:r>
          </a:p>
        </p:txBody>
      </p:sp>
      <p:sp>
        <p:nvSpPr>
          <p:cNvPr id="14" name="licence-footer">
            <a:extLst xmlns:a="http://schemas.openxmlformats.org/drawingml/2006/main">
              <a:ext uri="{FF2B5EF4-FFF2-40B4-BE49-F238E27FC236}">
                <a16:creationId xmlns:a16="http://schemas.microsoft.com/office/drawing/2014/main" id="{7AEB930D-7F81-452D-B957-9C150979158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76AC476-7FC7-4726-9FF9-BAAFBD7AA5A1}"/>
              </a:ext>
            </a:extLst>
          </p:cNvPr>
          <p:cNvPicPr>
            <a:picLocks xmlns:a="http://schemas.openxmlformats.org/drawingml/2006/main" noChangeAspect="1"/>
          </p:cNvPicPr>
          <p:nvPr/>
        </p:nvPicPr>
        <p:blipFill>
          <a:blip xmlns:r="http://schemas.openxmlformats.org/officeDocument/2006/relationships" xmlns:a="http://schemas.openxmlformats.org/drawingml/2006/main" r:embed="Rfe3aa848e8b6454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00F1259-17A0-47C2-84C6-1BD39A386D2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174FBEC3-6D09-48E5-AD51-294A0082313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546B18BC-1757-461F-88B9-68E2896A232A}"/>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paper by the table.</a:t>
            </a:r>
          </a:p>
        </p:txBody>
      </p:sp>
      <p:sp>
        <p:nvSpPr>
          <p:cNvPr id="19" name="pupil-text">
            <a:extLst xmlns:a="http://schemas.openxmlformats.org/drawingml/2006/main">
              <a:ext uri="{FF2B5EF4-FFF2-40B4-BE49-F238E27FC236}">
                <a16:creationId xmlns:a16="http://schemas.microsoft.com/office/drawing/2014/main" id="{223FB8FE-4EDC-44A2-ADAC-0C448917CE65}"/>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F5CBDBFC-01E9-4428-82FC-D544200ABCED}"/>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2C9B6B1-EB5D-46A2-9C25-2B35293A71E0}"/>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happened after sorry.</a:t>
            </a:r>
          </a:p>
        </p:txBody>
      </p:sp>
      <p:sp>
        <p:nvSpPr>
          <p:cNvPr id="22" name="pupil-text">
            <a:extLst xmlns:a="http://schemas.openxmlformats.org/drawingml/2006/main">
              <a:ext uri="{FF2B5EF4-FFF2-40B4-BE49-F238E27FC236}">
                <a16:creationId xmlns:a16="http://schemas.microsoft.com/office/drawing/2014/main" id="{D02E5710-06AD-4684-9001-68AE19055C16}"/>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820C2F5C-4F67-4A55-92D6-2AA88B9829A9}"/>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4E4590CF-1F0B-4523-B6F6-B60DA32A53FF}"/>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owner’s choice.</a:t>
            </a:r>
          </a:p>
        </p:txBody>
      </p:sp>
      <p:sp>
        <p:nvSpPr>
          <p:cNvPr id="25" name="pupil-text">
            <a:extLst xmlns:a="http://schemas.openxmlformats.org/drawingml/2006/main">
              <a:ext uri="{FF2B5EF4-FFF2-40B4-BE49-F238E27FC236}">
                <a16:creationId xmlns:a16="http://schemas.microsoft.com/office/drawing/2014/main" id="{E6A51540-1522-4723-8C4A-B431EE8E152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6AA13DB9-AD99-46AE-AFC4-8C103ADB55F7}"/>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E5AF994-FFA1-4D39-8CED-39F8EEB0F567}"/>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made-up class place.</a:t>
            </a:r>
          </a:p>
        </p:txBody>
      </p:sp>
    </p:spTree>
    <p:extLst>
      <p:ext uri="{BB962C8B-B14F-4D97-AF65-F5344CB8AC3E}">
        <p14:creationId xmlns:p14="http://schemas.microsoft.com/office/powerpoint/2010/main" val="10558736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37B388D8-4222-42B7-9654-429A29BB3F0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0B61ADBA-1F80-41E8-937B-F6165145470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501B36D-63D6-4D70-B605-7A1FB2E9461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9877B481-5821-41CC-BF0B-233E4BE0C227}"/>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3AF79B7-4B30-47AA-8754-E80842DD1EE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B1C941C-9610-4946-BCCB-D76CCDFC348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B4F2A8E-671E-4779-9F0F-F5DE1FAA0D8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48CFBE1-27E3-411F-9C42-8A826522CED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AF2744C-1E33-4224-A283-7C8A1D1AAD4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068A62C-59CB-4850-86C9-07503D9F4F7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3A2A4BDD-241F-48CD-9013-7E17F268644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80FE782-09D1-4A06-87B5-E7AD0E9C467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6B89120-B5EC-44E7-A0DE-3642378AD7D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36</a:t>
            </a:r>
          </a:p>
        </p:txBody>
      </p:sp>
      <p:sp>
        <p:nvSpPr>
          <p:cNvPr id="14" name="licence-footer">
            <a:extLst xmlns:a="http://schemas.openxmlformats.org/drawingml/2006/main">
              <a:ext uri="{FF2B5EF4-FFF2-40B4-BE49-F238E27FC236}">
                <a16:creationId xmlns:a16="http://schemas.microsoft.com/office/drawing/2014/main" id="{D9244ADE-099F-4CE9-B855-0A7BEB0EC47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0526ABA-886C-4841-B912-CE5BE160111E}"/>
              </a:ext>
            </a:extLst>
          </p:cNvPr>
          <p:cNvPicPr>
            <a:picLocks xmlns:a="http://schemas.openxmlformats.org/drawingml/2006/main" noChangeAspect="1"/>
          </p:cNvPicPr>
          <p:nvPr/>
        </p:nvPicPr>
        <p:blipFill>
          <a:blip xmlns:r="http://schemas.openxmlformats.org/officeDocument/2006/relationships" xmlns:a="http://schemas.openxmlformats.org/drawingml/2006/main" r:embed="R54120beabe29437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353AD64-9FC1-4C2C-8FE9-F071A4E1F51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BDDF8003-1E62-4341-AD8F-531C8E01D11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213E696A-8CAF-4D8F-AA6A-6CA1F7A3321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naming the mistake matter?</a:t>
            </a:r>
          </a:p>
        </p:txBody>
      </p:sp>
      <p:sp>
        <p:nvSpPr>
          <p:cNvPr id="19" name="pupil-text">
            <a:extLst xmlns:a="http://schemas.openxmlformats.org/drawingml/2006/main">
              <a:ext uri="{FF2B5EF4-FFF2-40B4-BE49-F238E27FC236}">
                <a16:creationId xmlns:a16="http://schemas.microsoft.com/office/drawing/2014/main" id="{8CA9642D-B280-4137-8013-D92738BD2DB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F5745DFC-1D3D-4DC6-9B54-0644B46612D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next act repair the harm?</a:t>
            </a:r>
          </a:p>
        </p:txBody>
      </p:sp>
      <p:sp>
        <p:nvSpPr>
          <p:cNvPr id="21" name="pupil-text">
            <a:extLst xmlns:a="http://schemas.openxmlformats.org/drawingml/2006/main">
              <a:ext uri="{FF2B5EF4-FFF2-40B4-BE49-F238E27FC236}">
                <a16:creationId xmlns:a16="http://schemas.microsoft.com/office/drawing/2014/main" id="{8821F747-3640-4B4B-88DC-0B3B67BBDDAC}"/>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32026D29-05B1-404D-AC55-C622B9C3308B}"/>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must repair keep the owner’s choice?</a:t>
            </a:r>
          </a:p>
        </p:txBody>
      </p:sp>
      <p:sp>
        <p:nvSpPr>
          <p:cNvPr id="23" name="pupil-text">
            <a:extLst xmlns:a="http://schemas.openxmlformats.org/drawingml/2006/main">
              <a:ext uri="{FF2B5EF4-FFF2-40B4-BE49-F238E27FC236}">
                <a16:creationId xmlns:a16="http://schemas.microsoft.com/office/drawing/2014/main" id="{A52EAB87-68FD-4EF3-B047-DA185AECED75}"/>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1FE226FA-88E9-4907-80F0-420B26DDB146}"/>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might people need in a shared place?</a:t>
            </a:r>
          </a:p>
        </p:txBody>
      </p:sp>
    </p:spTree>
    <p:extLst>
      <p:ext uri="{BB962C8B-B14F-4D97-AF65-F5344CB8AC3E}">
        <p14:creationId xmlns:p14="http://schemas.microsoft.com/office/powerpoint/2010/main" val="1705675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63718545-0788-445F-A4B5-8D46B765B7E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474C20F9-24BF-4B52-993C-019D7E71656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04ADA55-430F-4A31-AD60-4722CC75438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B04FECFF-3ADF-4E85-B9D8-999CA679CF4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55C415A-2E8F-4121-B751-65637C59CBD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2F63B45-23BE-4CBA-914C-30111CB28D7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9793E1A-4495-4443-8C09-93870488A1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BCDEEB5-3A44-4DA2-8D18-3CB1A745BDC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12009E7-331B-4FF6-AA50-EAD90493A19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5B0CC9E-1E24-491E-91E3-F7798E7EC15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E5DF728E-110A-4232-B023-4D2DFB17A8A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1ACBA92-A045-4C8F-B484-5CB33CDC293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BFAF7BD-BC30-4F5A-8501-2AF7D07E287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36</a:t>
            </a:r>
          </a:p>
        </p:txBody>
      </p:sp>
      <p:sp>
        <p:nvSpPr>
          <p:cNvPr id="14" name="licence-footer">
            <a:extLst xmlns:a="http://schemas.openxmlformats.org/drawingml/2006/main">
              <a:ext uri="{FF2B5EF4-FFF2-40B4-BE49-F238E27FC236}">
                <a16:creationId xmlns:a16="http://schemas.microsoft.com/office/drawing/2014/main" id="{A919C41F-A21A-4473-BADD-D1600BB99C2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D6F41F4-C67D-4C50-9CA5-33FC26B48B4B}"/>
              </a:ext>
            </a:extLst>
          </p:cNvPr>
          <p:cNvPicPr>
            <a:picLocks xmlns:a="http://schemas.openxmlformats.org/drawingml/2006/main" noChangeAspect="1"/>
          </p:cNvPicPr>
          <p:nvPr/>
        </p:nvPicPr>
        <p:blipFill>
          <a:blip xmlns:r="http://schemas.openxmlformats.org/officeDocument/2006/relationships" xmlns:a="http://schemas.openxmlformats.org/drawingml/2006/main" r:embed="R7bfc784c185e4d6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B42909A-9267-4459-82F1-973E1A6A517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D09CA5F7-E21D-4855-862A-A3015D564AF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F86C6F02-8CA4-4175-855D-99E1279293D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paper by the table.</a:t>
            </a:r>
          </a:p>
        </p:txBody>
      </p:sp>
      <p:sp>
        <p:nvSpPr>
          <p:cNvPr id="19" name="pupil-text">
            <a:extLst xmlns:a="http://schemas.openxmlformats.org/drawingml/2006/main">
              <a:ext uri="{FF2B5EF4-FFF2-40B4-BE49-F238E27FC236}">
                <a16:creationId xmlns:a16="http://schemas.microsoft.com/office/drawing/2014/main" id="{1E067B5F-C991-4374-94C4-2AA44EE888CA}"/>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40B97C94-AC08-4C28-B221-E5F44495198F}"/>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3B4A3E4-4E03-4CB7-8801-74EC8D52DE64}"/>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happened after sorry.</a:t>
            </a:r>
          </a:p>
        </p:txBody>
      </p:sp>
      <p:sp>
        <p:nvSpPr>
          <p:cNvPr id="22" name="pupil-text">
            <a:extLst xmlns:a="http://schemas.openxmlformats.org/drawingml/2006/main">
              <a:ext uri="{FF2B5EF4-FFF2-40B4-BE49-F238E27FC236}">
                <a16:creationId xmlns:a16="http://schemas.microsoft.com/office/drawing/2014/main" id="{72D86D8B-DF95-497A-91B7-5815E44DF52E}"/>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164E76D1-00F8-4E64-AC18-12E5F7C65A6B}"/>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70D1A8DE-4E8B-4F58-A6EC-4B26F52CAFCA}"/>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owner’s choice.</a:t>
            </a:r>
          </a:p>
        </p:txBody>
      </p:sp>
      <p:sp>
        <p:nvSpPr>
          <p:cNvPr id="25" name="pupil-text">
            <a:extLst xmlns:a="http://schemas.openxmlformats.org/drawingml/2006/main">
              <a:ext uri="{FF2B5EF4-FFF2-40B4-BE49-F238E27FC236}">
                <a16:creationId xmlns:a16="http://schemas.microsoft.com/office/drawing/2014/main" id="{664A2F7F-AA3E-408E-AE70-F7FD5A7B5DF4}"/>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38B50889-191B-4FEA-AAB2-4A5814136442}"/>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582B65D-32A0-497E-A6A1-83420474AB40}"/>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a made-up class place.</a:t>
            </a:r>
          </a:p>
        </p:txBody>
      </p:sp>
    </p:spTree>
    <p:extLst>
      <p:ext uri="{BB962C8B-B14F-4D97-AF65-F5344CB8AC3E}">
        <p14:creationId xmlns:p14="http://schemas.microsoft.com/office/powerpoint/2010/main" val="9184432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11EB2610-BFB2-4E8C-AB39-D0808EE1C10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4ECDE4F3-31C9-4F0F-91A6-90556252001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AD679E6E-0F47-4111-8881-B519B99E66E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strip — after the first Arrival try only</a:t>
            </a:r>
          </a:p>
        </p:txBody>
      </p:sp>
      <p:sp>
        <p:nvSpPr>
          <p:cNvPr id="4" name="shape">
            <a:extLst xmlns:a="http://schemas.openxmlformats.org/drawingml/2006/main">
              <a:ext uri="{FF2B5EF4-FFF2-40B4-BE49-F238E27FC236}">
                <a16:creationId xmlns:a16="http://schemas.microsoft.com/office/drawing/2014/main" id="{8453116F-FE1B-4BA7-8F8D-F54523F2530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51B7D65-9934-4ACA-A120-C4668842E41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6613BF0-A724-440F-87B9-9744AA6EF9D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73CBE4B-0983-47CC-8E90-23FA627AAC8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037F59C-57CB-42C1-98F4-9D7B5B65BD8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F82D6CC-D44A-4559-8240-52DD50C408A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F8E59D8-053F-4C99-A262-C17E01B0219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34D41CD0-6140-4405-A4E3-8D5D3ECE85F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E2324B5-C8CD-4CCC-B6D0-0ECDE400745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EF37ECF-FE05-418E-9E3E-A7B08D3B963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36</a:t>
            </a:r>
          </a:p>
        </p:txBody>
      </p:sp>
      <p:sp>
        <p:nvSpPr>
          <p:cNvPr id="14" name="licence-footer">
            <a:extLst xmlns:a="http://schemas.openxmlformats.org/drawingml/2006/main">
              <a:ext uri="{FF2B5EF4-FFF2-40B4-BE49-F238E27FC236}">
                <a16:creationId xmlns:a16="http://schemas.microsoft.com/office/drawing/2014/main" id="{3894FF7F-9DB5-4C1C-BCD1-3D409A45C8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4146C39-6326-4553-9BF7-6FC3BAF76936}"/>
              </a:ext>
            </a:extLst>
          </p:cNvPr>
          <p:cNvPicPr>
            <a:picLocks xmlns:a="http://schemas.openxmlformats.org/drawingml/2006/main" noChangeAspect="1"/>
          </p:cNvPicPr>
          <p:nvPr/>
        </p:nvPicPr>
        <p:blipFill>
          <a:blip xmlns:r="http://schemas.openxmlformats.org/officeDocument/2006/relationships" xmlns:a="http://schemas.openxmlformats.org/drawingml/2006/main" r:embed="R0f75cb848d6143e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90A9616-C3CF-4125-A816-FA488B30788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the paper case, a mistake knocked paper down. Sorry named that act. Asking first and helping</a:t>
            </a:r>
          </a:p>
        </p:txBody>
      </p:sp>
      <p:sp>
        <p:nvSpPr>
          <p:cNvPr id="17" name="pupil-text">
            <a:extLst xmlns:a="http://schemas.openxmlformats.org/drawingml/2006/main">
              <a:ext uri="{FF2B5EF4-FFF2-40B4-BE49-F238E27FC236}">
                <a16:creationId xmlns:a16="http://schemas.microsoft.com/office/drawing/2014/main" id="{CE81FB10-96D4-4F7E-8EEA-E58BC8B801A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stack the paper supported repair. The owner kept a choice and did not owe forgiveness.</a:t>
            </a:r>
          </a:p>
        </p:txBody>
      </p:sp>
      <p:sp>
        <p:nvSpPr>
          <p:cNvPr id="18" name="shape">
            <a:extLst xmlns:a="http://schemas.openxmlformats.org/drawingml/2006/main">
              <a:ext uri="{FF2B5EF4-FFF2-40B4-BE49-F238E27FC236}">
                <a16:creationId xmlns:a16="http://schemas.microsoft.com/office/drawing/2014/main" id="{043510E2-E7AA-47A8-871D-3D8AB9086A7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2305D53-7B5F-4799-B271-2855EF1D66A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Tree>
    <p:extLst>
      <p:ext uri="{BB962C8B-B14F-4D97-AF65-F5344CB8AC3E}">
        <p14:creationId xmlns:p14="http://schemas.microsoft.com/office/powerpoint/2010/main" val="150408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058F7BD1-66A1-4346-8D57-78C769CC23A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10283E51-D0AF-4991-B49E-403FBD1B0A7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13EECF36-8DEB-44B6-9CBC-072076415E1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AEAF1A08-F180-42B4-B255-8FE52F87015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17B74D7-9797-4602-BBE5-5E6D297F64E7}"/>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3ED47F0-31EC-4F95-8601-A236796C7DB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F5F7048-9D3D-4E0D-B47A-5D137F8E322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54C6813-0717-4E79-8DCF-1AF8DC9BE29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5417BCA-D850-4887-8CAB-569516F1CDE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6EF6780-5DDE-4E70-8D45-4CB1CB19A9D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91FDF890-841E-4121-89F2-C18C470397B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23EF8D7-CB20-4B70-B71B-D5E81E550DF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644F7CCA-36F5-4918-9C6C-BFB315F35B8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36</a:t>
            </a:r>
          </a:p>
        </p:txBody>
      </p:sp>
      <p:sp>
        <p:nvSpPr>
          <p:cNvPr id="14" name="licence-footer">
            <a:extLst xmlns:a="http://schemas.openxmlformats.org/drawingml/2006/main">
              <a:ext uri="{FF2B5EF4-FFF2-40B4-BE49-F238E27FC236}">
                <a16:creationId xmlns:a16="http://schemas.microsoft.com/office/drawing/2014/main" id="{EE2DE558-0B05-4431-BCF7-323F1A87706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5CD2FE4-B544-47E6-A541-3D39FBCF3C54}"/>
              </a:ext>
            </a:extLst>
          </p:cNvPr>
          <p:cNvPicPr>
            <a:picLocks xmlns:a="http://schemas.openxmlformats.org/drawingml/2006/main" noChangeAspect="1"/>
          </p:cNvPicPr>
          <p:nvPr/>
        </p:nvPicPr>
        <p:blipFill>
          <a:blip xmlns:r="http://schemas.openxmlformats.org/officeDocument/2006/relationships" xmlns:a="http://schemas.openxmlformats.org/drawingml/2006/main" r:embed="Rc15d4e0532024d5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8DCD32F-D9FA-436C-B5C3-63033E05D0C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
        <p:nvSpPr>
          <p:cNvPr id="17" name="pupil-text">
            <a:extLst xmlns:a="http://schemas.openxmlformats.org/drawingml/2006/main">
              <a:ext uri="{FF2B5EF4-FFF2-40B4-BE49-F238E27FC236}">
                <a16:creationId xmlns:a16="http://schemas.microsoft.com/office/drawing/2014/main" id="{E806377B-E250-4070-A5B5-E48EC103B95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can you spot on the path?</a:t>
            </a:r>
          </a:p>
        </p:txBody>
      </p:sp>
    </p:spTree>
    <p:extLst>
      <p:ext uri="{BB962C8B-B14F-4D97-AF65-F5344CB8AC3E}">
        <p14:creationId xmlns:p14="http://schemas.microsoft.com/office/powerpoint/2010/main" val="8173865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E93B0A5-86B8-4723-819A-6C3362FDBB1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049B9B59-E4AA-402D-BDE1-089F3FB50EA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53AE9376-C595-4A4D-A1FA-18B2D305250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Picture access — Starter observation</a:t>
            </a:r>
          </a:p>
        </p:txBody>
      </p:sp>
      <p:sp>
        <p:nvSpPr>
          <p:cNvPr id="4" name="shape">
            <a:extLst xmlns:a="http://schemas.openxmlformats.org/drawingml/2006/main">
              <a:ext uri="{FF2B5EF4-FFF2-40B4-BE49-F238E27FC236}">
                <a16:creationId xmlns:a16="http://schemas.microsoft.com/office/drawing/2014/main" id="{E7BB8CEA-9D4F-4144-858E-388E97AA4D9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6E5AC3B-AD61-4034-86B0-52119DCA590E}"/>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9A07DAF-6297-46BA-9DF8-427E25ADDE1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1C1C619-E248-4321-B3E8-CED1B8B01EB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034C66B-32F4-4BE3-A927-756CE03B97E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2D086CE-40B2-4A71-A834-2BDE575BDF7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11EE492-9C7B-4F29-A330-8254C5FEAD1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859D81B5-C08E-4DC5-A596-31F999B829D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CB51771-B713-49EA-9040-52AD6962E19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3D84659E-0A88-4AE3-BCB7-D9484E60F1C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36</a:t>
            </a:r>
          </a:p>
        </p:txBody>
      </p:sp>
      <p:sp>
        <p:nvSpPr>
          <p:cNvPr id="14" name="licence-footer">
            <a:extLst xmlns:a="http://schemas.openxmlformats.org/drawingml/2006/main">
              <a:ext uri="{FF2B5EF4-FFF2-40B4-BE49-F238E27FC236}">
                <a16:creationId xmlns:a16="http://schemas.microsoft.com/office/drawing/2014/main" id="{45DB2B2A-38FC-46FE-8CEB-745786B039D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9B11CC2-38D7-453E-AF54-DB207D2CC6F6}"/>
              </a:ext>
            </a:extLst>
          </p:cNvPr>
          <p:cNvPicPr>
            <a:picLocks xmlns:a="http://schemas.openxmlformats.org/drawingml/2006/main" noChangeAspect="1"/>
          </p:cNvPicPr>
          <p:nvPr/>
        </p:nvPicPr>
        <p:blipFill>
          <a:blip xmlns:r="http://schemas.openxmlformats.org/officeDocument/2006/relationships" xmlns:a="http://schemas.openxmlformats.org/drawingml/2006/main" r:embed="R86e04357b5334b4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F589659-4C85-43B8-B28B-5BCBDDBD7EB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hall table has card on it. A box blocks a path. Another panel shows the path clear and card near</a:t>
            </a:r>
          </a:p>
        </p:txBody>
      </p:sp>
      <p:sp>
        <p:nvSpPr>
          <p:cNvPr id="17" name="pupil-text">
            <a:extLst xmlns:a="http://schemas.openxmlformats.org/drawingml/2006/main">
              <a:ext uri="{FF2B5EF4-FFF2-40B4-BE49-F238E27FC236}">
                <a16:creationId xmlns:a16="http://schemas.microsoft.com/office/drawing/2014/main" id="{93DF0FE7-BC05-4810-B284-345C2449259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edge of the table.</a:t>
            </a:r>
          </a:p>
        </p:txBody>
      </p:sp>
      <p:sp>
        <p:nvSpPr>
          <p:cNvPr id="18" name="shape">
            <a:extLst xmlns:a="http://schemas.openxmlformats.org/drawingml/2006/main">
              <a:ext uri="{FF2B5EF4-FFF2-40B4-BE49-F238E27FC236}">
                <a16:creationId xmlns:a16="http://schemas.microsoft.com/office/drawing/2014/main" id="{E100FCBF-45BF-4F0D-B060-87316FB47C39}"/>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33A5B58-9817-48E4-A4DD-5FE97B1E3C7E}"/>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Tree>
    <p:extLst>
      <p:ext uri="{BB962C8B-B14F-4D97-AF65-F5344CB8AC3E}">
        <p14:creationId xmlns:p14="http://schemas.microsoft.com/office/powerpoint/2010/main" val="13958606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lesson-header">
            <a:extLst xmlns:a="http://schemas.openxmlformats.org/drawingml/2006/main">
              <a:ext uri="{FF2B5EF4-FFF2-40B4-BE49-F238E27FC236}">
                <a16:creationId xmlns:a16="http://schemas.microsoft.com/office/drawing/2014/main" id="{B7F94F3E-8B7A-44DC-801C-643E140843E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69A6486B-0C2C-4141-9607-F7C7245AABC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B6848FC-8DEB-46BA-A792-617DFB83D11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B3102C77-A4CA-4122-A7F0-80F77AD1097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52EC37F-31F4-4354-BB06-3E6A7E72C29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F2094DF-DB36-4768-A217-789C8B10170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7630E6A-F4C0-48BF-BD8C-08FB79245B4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F7C126B-8469-4AA6-BF0B-AA151311B2B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3083FF1-AB1D-4B94-9987-6201CFBF4D2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80B5050-D5BF-4D00-9C12-6C853655182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A34E94A5-F0E9-43A9-B62C-6EB9AB1E8C9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726F866-92C0-419A-97E4-93B73E5E38E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BDCA7A3E-74DD-4074-9AE5-815D53CF73F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36</a:t>
            </a:r>
          </a:p>
        </p:txBody>
      </p:sp>
      <p:sp>
        <p:nvSpPr>
          <p:cNvPr id="14" name="licence-footer">
            <a:extLst xmlns:a="http://schemas.openxmlformats.org/drawingml/2006/main">
              <a:ext uri="{FF2B5EF4-FFF2-40B4-BE49-F238E27FC236}">
                <a16:creationId xmlns:a16="http://schemas.microsoft.com/office/drawing/2014/main" id="{468B05EB-0268-468C-9C0E-5D5F5BAF162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B04790A-731C-4763-9EC7-6CE20EB070D0}"/>
              </a:ext>
            </a:extLst>
          </p:cNvPr>
          <p:cNvPicPr>
            <a:picLocks xmlns:a="http://schemas.openxmlformats.org/drawingml/2006/main" noChangeAspect="1"/>
          </p:cNvPicPr>
          <p:nvPr/>
        </p:nvPicPr>
        <p:blipFill>
          <a:blip xmlns:r="http://schemas.openxmlformats.org/officeDocument/2006/relationships" xmlns:a="http://schemas.openxmlformats.org/drawingml/2006/main" r:embed="R94b511b338ce4f4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73D7628-E688-4BB0-825F-13331801EE05}"/>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1E65A549-CA7F-4146-94F9-E74DE6E19492}"/>
              </a:ext>
            </a:extLst>
          </p:cNvPr>
          <p:cNvSpPr>
            <a:spLocks xmlns:a="http://schemas.openxmlformats.org/drawingml/2006/main" noGrp="1"/>
          </p:cNvSpPr>
          <p:nvPr/>
        </p:nvSpPr>
        <p:spPr>
          <a:xfrm xmlns:a="http://schemas.openxmlformats.org/drawingml/2006/main">
            <a:off x="1642269" y="3001963"/>
            <a:ext cx="436563" cy="32543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rect">
            <a:extLst xmlns:a="http://schemas.openxmlformats.org/drawingml/2006/main">
              <a:ext uri="{FF2B5EF4-FFF2-40B4-BE49-F238E27FC236}">
                <a16:creationId xmlns:a16="http://schemas.microsoft.com/office/drawing/2014/main" id="{0C199EAE-18F3-4C80-9965-45DCC10D6983}"/>
              </a:ext>
            </a:extLst>
          </p:cNvPr>
          <p:cNvSpPr>
            <a:spLocks xmlns:a="http://schemas.openxmlformats.org/drawingml/2006/main" noGrp="1"/>
          </p:cNvSpPr>
          <p:nvPr/>
        </p:nvSpPr>
        <p:spPr>
          <a:xfrm xmlns:a="http://schemas.openxmlformats.org/drawingml/2006/main">
            <a:off x="1808956" y="3160713"/>
            <a:ext cx="119063" cy="1666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9" name="native-vector-3-polygon">
            <a:extLst xmlns:a="http://schemas.openxmlformats.org/drawingml/2006/main">
              <a:ext uri="{FF2B5EF4-FFF2-40B4-BE49-F238E27FC236}">
                <a16:creationId xmlns:a16="http://schemas.microsoft.com/office/drawing/2014/main" id="{2746FE3E-0FFE-411C-A2DF-FF671D3E4B44}"/>
              </a:ext>
            </a:extLst>
          </p:cNvPr>
          <p:cNvSpPr>
            <a:spLocks xmlns:a="http://schemas.openxmlformats.org/drawingml/2006/main" noGrp="1"/>
          </p:cNvSpPr>
          <p:nvPr/>
        </p:nvSpPr>
        <p:spPr>
          <a:xfrm xmlns:a="http://schemas.openxmlformats.org/drawingml/2006/main">
            <a:off x="1582738" y="2890838"/>
            <a:ext cx="555625" cy="111125"/>
          </a:xfrm>
          <a:custGeom xmlns:a="http://schemas.openxmlformats.org/drawingml/2006/main">
            <a:pathLst>
              <a:path w="555625" h="111125">
                <a:moveTo>
                  <a:pt x="0" y="111125"/>
                </a:moveTo>
                <a:lnTo>
                  <a:pt x="277813" y="0"/>
                </a:lnTo>
                <a:lnTo>
                  <a:pt x="555625" y="111125"/>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0" name="native-vector-4-ellipse">
            <a:extLst xmlns:a="http://schemas.openxmlformats.org/drawingml/2006/main">
              <a:ext uri="{FF2B5EF4-FFF2-40B4-BE49-F238E27FC236}">
                <a16:creationId xmlns:a16="http://schemas.microsoft.com/office/drawing/2014/main" id="{7458266F-457D-43C7-BD33-FBED869F700B}"/>
              </a:ext>
            </a:extLst>
          </p:cNvPr>
          <p:cNvSpPr>
            <a:spLocks xmlns:a="http://schemas.openxmlformats.org/drawingml/2006/main" noGrp="1"/>
          </p:cNvSpPr>
          <p:nvPr/>
        </p:nvSpPr>
        <p:spPr>
          <a:xfrm xmlns:a="http://schemas.openxmlformats.org/drawingml/2006/main">
            <a:off x="1134269" y="2716213"/>
            <a:ext cx="142875" cy="14287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E478B88D-2D3C-4693-9E94-D263373C75C3}"/>
              </a:ext>
            </a:extLst>
          </p:cNvPr>
          <p:cNvSpPr>
            <a:spLocks xmlns:a="http://schemas.openxmlformats.org/drawingml/2006/main" noGrp="1"/>
          </p:cNvSpPr>
          <p:nvPr/>
        </p:nvSpPr>
        <p:spPr>
          <a:xfrm xmlns:a="http://schemas.openxmlformats.org/drawingml/2006/main">
            <a:off x="1205706" y="2859088"/>
            <a:ext cx="4" cy="246063"/>
          </a:xfrm>
          <a:custGeom xmlns:a="http://schemas.openxmlformats.org/drawingml/2006/main">
            <a:pathLst>
              <a:path w="4" h="246063">
                <a:moveTo>
                  <a:pt x="0" y="0"/>
                </a:moveTo>
                <a:lnTo>
                  <a:pt x="0" y="246063"/>
                </a:lnTo>
              </a:path>
            </a:pathLst>
          </a:custGeom>
          <a:noFill xmlns:a="http://schemas.openxmlformats.org/drawingml/2006/main"/>
          <a:ln xmlns:a="http://schemas.openxmlformats.org/drawingml/2006/main" w="15875">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82E2E818-CC15-4EBF-BE5E-0D5EE80EC5DC}"/>
              </a:ext>
            </a:extLst>
          </p:cNvPr>
          <p:cNvSpPr>
            <a:spLocks xmlns:a="http://schemas.openxmlformats.org/drawingml/2006/main" noGrp="1"/>
          </p:cNvSpPr>
          <p:nvPr/>
        </p:nvSpPr>
        <p:spPr>
          <a:xfrm xmlns:a="http://schemas.openxmlformats.org/drawingml/2006/main">
            <a:off x="1078706" y="2954338"/>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3" name="native-vector-7-line">
            <a:extLst xmlns:a="http://schemas.openxmlformats.org/drawingml/2006/main">
              <a:ext uri="{FF2B5EF4-FFF2-40B4-BE49-F238E27FC236}">
                <a16:creationId xmlns:a16="http://schemas.microsoft.com/office/drawing/2014/main" id="{1C0F7A1B-DB48-4CB9-8131-8380E02D6ED0}"/>
              </a:ext>
            </a:extLst>
          </p:cNvPr>
          <p:cNvSpPr>
            <a:spLocks xmlns:a="http://schemas.openxmlformats.org/drawingml/2006/main" noGrp="1"/>
          </p:cNvSpPr>
          <p:nvPr/>
        </p:nvSpPr>
        <p:spPr>
          <a:xfrm xmlns:a="http://schemas.openxmlformats.org/drawingml/2006/main">
            <a:off x="1098550" y="3105150"/>
            <a:ext cx="107156" cy="170656"/>
          </a:xfrm>
          <a:custGeom xmlns:a="http://schemas.openxmlformats.org/drawingml/2006/main">
            <a:pathLst>
              <a:path w="107156" h="170656">
                <a:moveTo>
                  <a:pt x="107156"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24" name="native-vector-8-line">
            <a:extLst xmlns:a="http://schemas.openxmlformats.org/drawingml/2006/main">
              <a:ext uri="{FF2B5EF4-FFF2-40B4-BE49-F238E27FC236}">
                <a16:creationId xmlns:a16="http://schemas.microsoft.com/office/drawing/2014/main" id="{ECE06E8D-4AC4-43E0-A67F-23C35BFC7424}"/>
              </a:ext>
            </a:extLst>
          </p:cNvPr>
          <p:cNvSpPr>
            <a:spLocks xmlns:a="http://schemas.openxmlformats.org/drawingml/2006/main" noGrp="1"/>
          </p:cNvSpPr>
          <p:nvPr/>
        </p:nvSpPr>
        <p:spPr>
          <a:xfrm xmlns:a="http://schemas.openxmlformats.org/drawingml/2006/main">
            <a:off x="1205706" y="3105150"/>
            <a:ext cx="107156" cy="170656"/>
          </a:xfrm>
          <a:custGeom xmlns:a="http://schemas.openxmlformats.org/drawingml/2006/main">
            <a:pathLst>
              <a:path w="107156" h="170656">
                <a:moveTo>
                  <a:pt x="0" y="0"/>
                </a:moveTo>
                <a:lnTo>
                  <a:pt x="107156" y="170656"/>
                </a:lnTo>
              </a:path>
            </a:pathLst>
          </a:custGeom>
          <a:noFill xmlns:a="http://schemas.openxmlformats.org/drawingml/2006/main"/>
          <a:ln xmlns:a="http://schemas.openxmlformats.org/drawingml/2006/main" w="15875">
            <a:solidFill>
              <a:srgbClr val="17324D"/>
            </a:solidFill>
            <a:prstDash val="solid"/>
          </a:ln>
        </p:spPr>
      </p:sp>
      <p:sp>
        <p:nvSpPr>
          <p:cNvPr id="25" name="native-vector-9-ellipse">
            <a:extLst xmlns:a="http://schemas.openxmlformats.org/drawingml/2006/main">
              <a:ext uri="{FF2B5EF4-FFF2-40B4-BE49-F238E27FC236}">
                <a16:creationId xmlns:a16="http://schemas.microsoft.com/office/drawing/2014/main" id="{B23B8FAE-B9D0-4D18-989F-FBCD7009A217}"/>
              </a:ext>
            </a:extLst>
          </p:cNvPr>
          <p:cNvSpPr>
            <a:spLocks xmlns:a="http://schemas.openxmlformats.org/drawingml/2006/main" noGrp="1"/>
          </p:cNvSpPr>
          <p:nvPr/>
        </p:nvSpPr>
        <p:spPr>
          <a:xfrm xmlns:a="http://schemas.openxmlformats.org/drawingml/2006/main">
            <a:off x="2424113" y="2716213"/>
            <a:ext cx="142875" cy="14287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6" name="native-vector-10-line">
            <a:extLst xmlns:a="http://schemas.openxmlformats.org/drawingml/2006/main">
              <a:ext uri="{FF2B5EF4-FFF2-40B4-BE49-F238E27FC236}">
                <a16:creationId xmlns:a16="http://schemas.microsoft.com/office/drawing/2014/main" id="{E98D12BC-6EEE-44A5-A3E9-1CE3A27E1275}"/>
              </a:ext>
            </a:extLst>
          </p:cNvPr>
          <p:cNvSpPr>
            <a:spLocks xmlns:a="http://schemas.openxmlformats.org/drawingml/2006/main" noGrp="1"/>
          </p:cNvSpPr>
          <p:nvPr/>
        </p:nvSpPr>
        <p:spPr>
          <a:xfrm xmlns:a="http://schemas.openxmlformats.org/drawingml/2006/main">
            <a:off x="2495550" y="2859088"/>
            <a:ext cx="4" cy="246063"/>
          </a:xfrm>
          <a:custGeom xmlns:a="http://schemas.openxmlformats.org/drawingml/2006/main">
            <a:pathLst>
              <a:path w="4" h="246063">
                <a:moveTo>
                  <a:pt x="0" y="0"/>
                </a:moveTo>
                <a:lnTo>
                  <a:pt x="0" y="246063"/>
                </a:lnTo>
              </a:path>
            </a:pathLst>
          </a:custGeom>
          <a:noFill xmlns:a="http://schemas.openxmlformats.org/drawingml/2006/main"/>
          <a:ln xmlns:a="http://schemas.openxmlformats.org/drawingml/2006/main" w="15875">
            <a:solidFill>
              <a:srgbClr val="17324D"/>
            </a:solidFill>
            <a:prstDash val="solid"/>
          </a:ln>
        </p:spPr>
      </p:sp>
      <p:sp>
        <p:nvSpPr>
          <p:cNvPr id="27" name="native-vector-11-line">
            <a:extLst xmlns:a="http://schemas.openxmlformats.org/drawingml/2006/main">
              <a:ext uri="{FF2B5EF4-FFF2-40B4-BE49-F238E27FC236}">
                <a16:creationId xmlns:a16="http://schemas.microsoft.com/office/drawing/2014/main" id="{04B20804-FF54-47BE-BBFB-18E1990FC059}"/>
              </a:ext>
            </a:extLst>
          </p:cNvPr>
          <p:cNvSpPr>
            <a:spLocks xmlns:a="http://schemas.openxmlformats.org/drawingml/2006/main" noGrp="1"/>
          </p:cNvSpPr>
          <p:nvPr/>
        </p:nvSpPr>
        <p:spPr>
          <a:xfrm xmlns:a="http://schemas.openxmlformats.org/drawingml/2006/main">
            <a:off x="2368550" y="2954338"/>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8" name="native-vector-12-line">
            <a:extLst xmlns:a="http://schemas.openxmlformats.org/drawingml/2006/main">
              <a:ext uri="{FF2B5EF4-FFF2-40B4-BE49-F238E27FC236}">
                <a16:creationId xmlns:a16="http://schemas.microsoft.com/office/drawing/2014/main" id="{CDCDCC56-D5FE-4524-9791-983D963BBADE}"/>
              </a:ext>
            </a:extLst>
          </p:cNvPr>
          <p:cNvSpPr>
            <a:spLocks xmlns:a="http://schemas.openxmlformats.org/drawingml/2006/main" noGrp="1"/>
          </p:cNvSpPr>
          <p:nvPr/>
        </p:nvSpPr>
        <p:spPr>
          <a:xfrm xmlns:a="http://schemas.openxmlformats.org/drawingml/2006/main">
            <a:off x="2388394" y="3105150"/>
            <a:ext cx="107156" cy="170656"/>
          </a:xfrm>
          <a:custGeom xmlns:a="http://schemas.openxmlformats.org/drawingml/2006/main">
            <a:pathLst>
              <a:path w="107156" h="170656">
                <a:moveTo>
                  <a:pt x="107156"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29" name="native-vector-13-line">
            <a:extLst xmlns:a="http://schemas.openxmlformats.org/drawingml/2006/main">
              <a:ext uri="{FF2B5EF4-FFF2-40B4-BE49-F238E27FC236}">
                <a16:creationId xmlns:a16="http://schemas.microsoft.com/office/drawing/2014/main" id="{542D6DE7-8F14-4189-AA9B-211AFD55CFA1}"/>
              </a:ext>
            </a:extLst>
          </p:cNvPr>
          <p:cNvSpPr>
            <a:spLocks xmlns:a="http://schemas.openxmlformats.org/drawingml/2006/main" noGrp="1"/>
          </p:cNvSpPr>
          <p:nvPr/>
        </p:nvSpPr>
        <p:spPr>
          <a:xfrm xmlns:a="http://schemas.openxmlformats.org/drawingml/2006/main">
            <a:off x="2495550" y="3105150"/>
            <a:ext cx="107156" cy="170656"/>
          </a:xfrm>
          <a:custGeom xmlns:a="http://schemas.openxmlformats.org/drawingml/2006/main">
            <a:pathLst>
              <a:path w="107156" h="170656">
                <a:moveTo>
                  <a:pt x="0" y="0"/>
                </a:moveTo>
                <a:lnTo>
                  <a:pt x="107156" y="170656"/>
                </a:lnTo>
              </a:path>
            </a:pathLst>
          </a:custGeom>
          <a:noFill xmlns:a="http://schemas.openxmlformats.org/drawingml/2006/main"/>
          <a:ln xmlns:a="http://schemas.openxmlformats.org/drawingml/2006/main" w="15875">
            <a:solidFill>
              <a:srgbClr val="17324D"/>
            </a:solidFill>
            <a:prstDash val="solid"/>
          </a:ln>
        </p:spPr>
      </p:sp>
      <p:sp>
        <p:nvSpPr>
          <p:cNvPr id="30" name="native-vector-14-ellipse">
            <a:extLst xmlns:a="http://schemas.openxmlformats.org/drawingml/2006/main">
              <a:ext uri="{FF2B5EF4-FFF2-40B4-BE49-F238E27FC236}">
                <a16:creationId xmlns:a16="http://schemas.microsoft.com/office/drawing/2014/main" id="{6D012F51-91DC-481D-86BF-1738E52DF469}"/>
              </a:ext>
            </a:extLst>
          </p:cNvPr>
          <p:cNvSpPr>
            <a:spLocks xmlns:a="http://schemas.openxmlformats.org/drawingml/2006/main" noGrp="1"/>
          </p:cNvSpPr>
          <p:nvPr/>
        </p:nvSpPr>
        <p:spPr>
          <a:xfrm xmlns:a="http://schemas.openxmlformats.org/drawingml/2006/main">
            <a:off x="1826260" y="2570798"/>
            <a:ext cx="68580" cy="68580"/>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31" name="native-vector-15-line">
            <a:extLst xmlns:a="http://schemas.openxmlformats.org/drawingml/2006/main">
              <a:ext uri="{FF2B5EF4-FFF2-40B4-BE49-F238E27FC236}">
                <a16:creationId xmlns:a16="http://schemas.microsoft.com/office/drawing/2014/main" id="{0F7F084A-25BB-4211-A39C-A3B738691EEB}"/>
              </a:ext>
            </a:extLst>
          </p:cNvPr>
          <p:cNvSpPr>
            <a:spLocks xmlns:a="http://schemas.openxmlformats.org/drawingml/2006/main" noGrp="1"/>
          </p:cNvSpPr>
          <p:nvPr/>
        </p:nvSpPr>
        <p:spPr>
          <a:xfrm xmlns:a="http://schemas.openxmlformats.org/drawingml/2006/main">
            <a:off x="1860550" y="2639378"/>
            <a:ext cx="4" cy="118110"/>
          </a:xfrm>
          <a:custGeom xmlns:a="http://schemas.openxmlformats.org/drawingml/2006/main">
            <a:pathLst>
              <a:path w="4" h="118110">
                <a:moveTo>
                  <a:pt x="0" y="0"/>
                </a:moveTo>
                <a:lnTo>
                  <a:pt x="0" y="118110"/>
                </a:lnTo>
              </a:path>
            </a:pathLst>
          </a:custGeom>
          <a:noFill xmlns:a="http://schemas.openxmlformats.org/drawingml/2006/main"/>
          <a:ln xmlns:a="http://schemas.openxmlformats.org/drawingml/2006/main" w="15875">
            <a:solidFill>
              <a:srgbClr val="17324D"/>
            </a:solidFill>
            <a:prstDash val="solid"/>
          </a:ln>
        </p:spPr>
      </p:sp>
      <p:sp>
        <p:nvSpPr>
          <p:cNvPr id="32" name="native-vector-16-line">
            <a:extLst xmlns:a="http://schemas.openxmlformats.org/drawingml/2006/main">
              <a:ext uri="{FF2B5EF4-FFF2-40B4-BE49-F238E27FC236}">
                <a16:creationId xmlns:a16="http://schemas.microsoft.com/office/drawing/2014/main" id="{81B80A51-4419-413D-BA9D-E0A64503357B}"/>
              </a:ext>
            </a:extLst>
          </p:cNvPr>
          <p:cNvSpPr>
            <a:spLocks xmlns:a="http://schemas.openxmlformats.org/drawingml/2006/main" noGrp="1"/>
          </p:cNvSpPr>
          <p:nvPr/>
        </p:nvSpPr>
        <p:spPr>
          <a:xfrm xmlns:a="http://schemas.openxmlformats.org/drawingml/2006/main">
            <a:off x="1799590" y="2685098"/>
            <a:ext cx="121920" cy="4"/>
          </a:xfrm>
          <a:custGeom xmlns:a="http://schemas.openxmlformats.org/drawingml/2006/main">
            <a:pathLst>
              <a:path w="121920" h="4">
                <a:moveTo>
                  <a:pt x="0" y="0"/>
                </a:moveTo>
                <a:lnTo>
                  <a:pt x="121920" y="0"/>
                </a:lnTo>
              </a:path>
            </a:pathLst>
          </a:custGeom>
          <a:noFill xmlns:a="http://schemas.openxmlformats.org/drawingml/2006/main"/>
          <a:ln xmlns:a="http://schemas.openxmlformats.org/drawingml/2006/main" w="15875">
            <a:solidFill>
              <a:srgbClr val="17324D"/>
            </a:solidFill>
            <a:prstDash val="solid"/>
          </a:ln>
        </p:spPr>
      </p:sp>
      <p:sp>
        <p:nvSpPr>
          <p:cNvPr id="33" name="native-vector-17-line">
            <a:extLst xmlns:a="http://schemas.openxmlformats.org/drawingml/2006/main">
              <a:ext uri="{FF2B5EF4-FFF2-40B4-BE49-F238E27FC236}">
                <a16:creationId xmlns:a16="http://schemas.microsoft.com/office/drawing/2014/main" id="{AC63C21C-6BBC-45BC-BF1C-3670EE95A7E2}"/>
              </a:ext>
            </a:extLst>
          </p:cNvPr>
          <p:cNvSpPr>
            <a:spLocks xmlns:a="http://schemas.openxmlformats.org/drawingml/2006/main" noGrp="1"/>
          </p:cNvSpPr>
          <p:nvPr/>
        </p:nvSpPr>
        <p:spPr>
          <a:xfrm xmlns:a="http://schemas.openxmlformats.org/drawingml/2006/main">
            <a:off x="1809115" y="2757488"/>
            <a:ext cx="51435" cy="81915"/>
          </a:xfrm>
          <a:custGeom xmlns:a="http://schemas.openxmlformats.org/drawingml/2006/main">
            <a:pathLst>
              <a:path w="51435" h="81915">
                <a:moveTo>
                  <a:pt x="51435" y="0"/>
                </a:moveTo>
                <a:lnTo>
                  <a:pt x="0" y="81915"/>
                </a:lnTo>
              </a:path>
            </a:pathLst>
          </a:custGeom>
          <a:noFill xmlns:a="http://schemas.openxmlformats.org/drawingml/2006/main"/>
          <a:ln xmlns:a="http://schemas.openxmlformats.org/drawingml/2006/main" w="15875">
            <a:solidFill>
              <a:srgbClr val="17324D"/>
            </a:solidFill>
            <a:prstDash val="solid"/>
          </a:ln>
        </p:spPr>
      </p:sp>
      <p:sp>
        <p:nvSpPr>
          <p:cNvPr id="34" name="native-vector-18-line">
            <a:extLst xmlns:a="http://schemas.openxmlformats.org/drawingml/2006/main">
              <a:ext uri="{FF2B5EF4-FFF2-40B4-BE49-F238E27FC236}">
                <a16:creationId xmlns:a16="http://schemas.microsoft.com/office/drawing/2014/main" id="{2D1C0D90-4864-4D22-8E67-B65CFB3975DF}"/>
              </a:ext>
            </a:extLst>
          </p:cNvPr>
          <p:cNvSpPr>
            <a:spLocks xmlns:a="http://schemas.openxmlformats.org/drawingml/2006/main" noGrp="1"/>
          </p:cNvSpPr>
          <p:nvPr/>
        </p:nvSpPr>
        <p:spPr>
          <a:xfrm xmlns:a="http://schemas.openxmlformats.org/drawingml/2006/main">
            <a:off x="1860550" y="2757488"/>
            <a:ext cx="51435" cy="81915"/>
          </a:xfrm>
          <a:custGeom xmlns:a="http://schemas.openxmlformats.org/drawingml/2006/main">
            <a:pathLst>
              <a:path w="51435" h="81915">
                <a:moveTo>
                  <a:pt x="0" y="0"/>
                </a:moveTo>
                <a:lnTo>
                  <a:pt x="51435" y="81915"/>
                </a:lnTo>
              </a:path>
            </a:pathLst>
          </a:custGeom>
          <a:noFill xmlns:a="http://schemas.openxmlformats.org/drawingml/2006/main"/>
          <a:ln xmlns:a="http://schemas.openxmlformats.org/drawingml/2006/main" w="15875">
            <a:solidFill>
              <a:srgbClr val="17324D"/>
            </a:solidFill>
            <a:prstDash val="solid"/>
          </a:ln>
        </p:spPr>
      </p:sp>
      <p:sp>
        <p:nvSpPr>
          <p:cNvPr id="35" name="pupil-text">
            <a:extLst xmlns:a="http://schemas.openxmlformats.org/drawingml/2006/main">
              <a:ext uri="{FF2B5EF4-FFF2-40B4-BE49-F238E27FC236}">
                <a16:creationId xmlns:a16="http://schemas.microsoft.com/office/drawing/2014/main" id="{6D1D320A-98D7-42A5-B635-F6A6652F221A}"/>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community</a:t>
            </a:r>
          </a:p>
        </p:txBody>
      </p:sp>
      <p:sp>
        <p:nvSpPr>
          <p:cNvPr id="36" name="pupil-text">
            <a:extLst xmlns:a="http://schemas.openxmlformats.org/drawingml/2006/main">
              <a:ext uri="{FF2B5EF4-FFF2-40B4-BE49-F238E27FC236}">
                <a16:creationId xmlns:a16="http://schemas.microsoft.com/office/drawing/2014/main" id="{DAF8BE50-99E9-4102-AC0E-A6DA1AD84ADD}"/>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people who share a place</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or link.</a:t>
            </a:r>
          </a:p>
        </p:txBody>
      </p:sp>
      <p:sp>
        <p:nvSpPr>
          <p:cNvPr id="37" name="picture-description">
            <a:extLst xmlns:a="http://schemas.openxmlformats.org/drawingml/2006/main">
              <a:ext uri="{FF2B5EF4-FFF2-40B4-BE49-F238E27FC236}">
                <a16:creationId xmlns:a16="http://schemas.microsoft.com/office/drawing/2014/main" id="{0FF299FE-6BCF-4D0F-B921-0DC6431CE989}"/>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Three person shapes round one plain building.</a:t>
            </a:r>
          </a:p>
        </p:txBody>
      </p:sp>
      <p:sp>
        <p:nvSpPr>
          <p:cNvPr id="38" name="book-direction">
            <a:extLst xmlns:a="http://schemas.openxmlformats.org/drawingml/2006/main">
              <a:ext uri="{FF2B5EF4-FFF2-40B4-BE49-F238E27FC236}">
                <a16:creationId xmlns:a16="http://schemas.microsoft.com/office/drawing/2014/main" id="{42845EBE-4227-4390-A260-E8F33723A1A1}"/>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1777054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4129AA74-298F-4CF5-9ED1-8FB9F176F44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10355C9A-E6AE-46FF-A181-E88C5E1933E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F5106305-F583-4AE1-A132-B5484C6B2CD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93B18031-DBEA-43B6-9E0B-3D7DC4292F2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24DC56B-B6AB-44D9-83D0-5EA4A76E004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BE090CF-110E-4575-9AEC-1A230B07ED9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4CA4270-2FFA-49B3-AC26-6D2A047B4B3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27F0524-2333-41E7-941F-F63B99F66B8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41639C3-E363-46CD-921E-0537913AC57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EE3F3B8-B637-4A8C-8354-4A763B25A72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DD00E8EE-C77A-440F-A9C4-5E739A7216B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CA26C1F-F58A-403F-B2A6-0C84712269A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08805FFA-194E-4AC8-9421-5556EFC0E73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36</a:t>
            </a:r>
          </a:p>
        </p:txBody>
      </p:sp>
      <p:sp>
        <p:nvSpPr>
          <p:cNvPr id="14" name="licence-footer">
            <a:extLst xmlns:a="http://schemas.openxmlformats.org/drawingml/2006/main">
              <a:ext uri="{FF2B5EF4-FFF2-40B4-BE49-F238E27FC236}">
                <a16:creationId xmlns:a16="http://schemas.microsoft.com/office/drawing/2014/main" id="{283FD3A7-2172-4FE5-A7F2-EFCF760D0C6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B366C23-F2AA-47AB-BF3E-CAFB70184B2D}"/>
              </a:ext>
            </a:extLst>
          </p:cNvPr>
          <p:cNvPicPr>
            <a:picLocks xmlns:a="http://schemas.openxmlformats.org/drawingml/2006/main" noChangeAspect="1"/>
          </p:cNvPicPr>
          <p:nvPr/>
        </p:nvPicPr>
        <p:blipFill>
          <a:blip xmlns:r="http://schemas.openxmlformats.org/officeDocument/2006/relationships" xmlns:a="http://schemas.openxmlformats.org/drawingml/2006/main" r:embed="R1fac7b00a849447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BE1D6E8-9B96-4E42-BE1C-1519AA18D0F1}"/>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0246261D-3F23-4883-8B91-82366D0636F6}"/>
              </a:ext>
            </a:extLst>
          </p:cNvPr>
          <p:cNvSpPr>
            <a:spLocks xmlns:a="http://schemas.openxmlformats.org/drawingml/2006/main" noGrp="1"/>
          </p:cNvSpPr>
          <p:nvPr/>
        </p:nvSpPr>
        <p:spPr>
          <a:xfrm xmlns:a="http://schemas.openxmlformats.org/drawingml/2006/main">
            <a:off x="1245394" y="2870994"/>
            <a:ext cx="575469" cy="43656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line">
            <a:extLst xmlns:a="http://schemas.openxmlformats.org/drawingml/2006/main">
              <a:ext uri="{FF2B5EF4-FFF2-40B4-BE49-F238E27FC236}">
                <a16:creationId xmlns:a16="http://schemas.microsoft.com/office/drawing/2014/main" id="{96A75BD5-47DE-4D5B-8123-E5DD95F2433D}"/>
              </a:ext>
            </a:extLst>
          </p:cNvPr>
          <p:cNvSpPr>
            <a:spLocks xmlns:a="http://schemas.openxmlformats.org/drawingml/2006/main" noGrp="1"/>
          </p:cNvSpPr>
          <p:nvPr/>
        </p:nvSpPr>
        <p:spPr>
          <a:xfrm xmlns:a="http://schemas.openxmlformats.org/drawingml/2006/main">
            <a:off x="1820863" y="2946400"/>
            <a:ext cx="178594" cy="246063"/>
          </a:xfrm>
          <a:custGeom xmlns:a="http://schemas.openxmlformats.org/drawingml/2006/main">
            <a:pathLst>
              <a:path w="178594" h="246063">
                <a:moveTo>
                  <a:pt x="0" y="0"/>
                </a:moveTo>
                <a:lnTo>
                  <a:pt x="178594" y="0"/>
                </a:lnTo>
                <a:lnTo>
                  <a:pt x="178594" y="246063"/>
                </a:lnTo>
                <a:lnTo>
                  <a:pt x="0" y="246063"/>
                </a:lnTo>
              </a:path>
            </a:pathLst>
          </a:custGeom>
          <a:noFill xmlns:a="http://schemas.openxmlformats.org/drawingml/2006/main"/>
          <a:ln xmlns:a="http://schemas.openxmlformats.org/drawingml/2006/main" w="15875">
            <a:solidFill>
              <a:srgbClr val="17324D"/>
            </a:solidFill>
            <a:prstDash val="solid"/>
          </a:ln>
        </p:spPr>
      </p:sp>
      <p:sp>
        <p:nvSpPr>
          <p:cNvPr id="19" name="native-vector-3-polygon">
            <a:extLst xmlns:a="http://schemas.openxmlformats.org/drawingml/2006/main">
              <a:ext uri="{FF2B5EF4-FFF2-40B4-BE49-F238E27FC236}">
                <a16:creationId xmlns:a16="http://schemas.microsoft.com/office/drawing/2014/main" id="{726882A0-2EFD-4208-913E-B96C0739D02B}"/>
              </a:ext>
            </a:extLst>
          </p:cNvPr>
          <p:cNvSpPr>
            <a:spLocks xmlns:a="http://schemas.openxmlformats.org/drawingml/2006/main" noGrp="1"/>
          </p:cNvSpPr>
          <p:nvPr/>
        </p:nvSpPr>
        <p:spPr>
          <a:xfrm xmlns:a="http://schemas.openxmlformats.org/drawingml/2006/main">
            <a:off x="2233613" y="2819400"/>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F725F642-5902-4C6D-832B-C6E8B3895BAC}"/>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need</a:t>
            </a:r>
          </a:p>
        </p:txBody>
      </p:sp>
      <p:sp>
        <p:nvSpPr>
          <p:cNvPr id="21" name="pupil-text">
            <a:extLst xmlns:a="http://schemas.openxmlformats.org/drawingml/2006/main">
              <a:ext uri="{FF2B5EF4-FFF2-40B4-BE49-F238E27FC236}">
                <a16:creationId xmlns:a16="http://schemas.microsoft.com/office/drawing/2014/main" id="{79053740-6AB4-44D6-A80C-BC4935F82D2B}"/>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something a person</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requires here.</a:t>
            </a:r>
          </a:p>
        </p:txBody>
      </p:sp>
      <p:sp>
        <p:nvSpPr>
          <p:cNvPr id="22" name="picture-description">
            <a:extLst xmlns:a="http://schemas.openxmlformats.org/drawingml/2006/main">
              <a:ext uri="{FF2B5EF4-FFF2-40B4-BE49-F238E27FC236}">
                <a16:creationId xmlns:a16="http://schemas.microsoft.com/office/drawing/2014/main" id="{739DCAFD-7F47-453E-B788-E38790FAF3E0}"/>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blank cup beside a hand asking for it.</a:t>
            </a:r>
          </a:p>
        </p:txBody>
      </p:sp>
      <p:sp>
        <p:nvSpPr>
          <p:cNvPr id="23" name="book-direction">
            <a:extLst xmlns:a="http://schemas.openxmlformats.org/drawingml/2006/main">
              <a:ext uri="{FF2B5EF4-FFF2-40B4-BE49-F238E27FC236}">
                <a16:creationId xmlns:a16="http://schemas.microsoft.com/office/drawing/2014/main" id="{50F57E2B-7A43-4686-9888-F0246FFED1A6}"/>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19404483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50C4D701-DA44-45CB-AAB0-BC3F0705AF6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4AB77D8F-B225-4DA0-A028-361C8C62350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D352ED9-82C8-4212-81F9-87634C87C55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D4D9DE1D-2E15-4C9F-A1F6-9CB7FCF890B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583A4F6-C0F6-45FB-B89C-04BA02C88F9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977223E-5380-4419-98DC-571AF3D4112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D05297E-3427-4676-9829-1E63116BBB5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499B8E6-3F67-4932-A823-E9A76C05D95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7E65EC6-1D33-4097-9DBD-8FC3F56C6D5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71FB7A6-B710-49DE-8A4A-A136360D8C0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806C6704-31E8-431B-8423-431A1EBEA31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E7EA439-FFAB-49D0-8804-0FBAB3DC6F4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62CC51D9-456E-498F-8581-34A5434C598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36</a:t>
            </a:r>
          </a:p>
        </p:txBody>
      </p:sp>
      <p:sp>
        <p:nvSpPr>
          <p:cNvPr id="14" name="licence-footer">
            <a:extLst xmlns:a="http://schemas.openxmlformats.org/drawingml/2006/main">
              <a:ext uri="{FF2B5EF4-FFF2-40B4-BE49-F238E27FC236}">
                <a16:creationId xmlns:a16="http://schemas.microsoft.com/office/drawing/2014/main" id="{9EF11FDF-6BF2-4EA8-A086-B0D884F0BDC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61DDB79-F553-4FBC-AC62-C69FBFEA633D}"/>
              </a:ext>
            </a:extLst>
          </p:cNvPr>
          <p:cNvPicPr>
            <a:picLocks xmlns:a="http://schemas.openxmlformats.org/drawingml/2006/main" noChangeAspect="1"/>
          </p:cNvPicPr>
          <p:nvPr/>
        </p:nvPicPr>
        <p:blipFill>
          <a:blip xmlns:r="http://schemas.openxmlformats.org/officeDocument/2006/relationships" xmlns:a="http://schemas.openxmlformats.org/drawingml/2006/main" r:embed="Rca0efc59f680431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488E712-88A9-4B93-A48A-FC101072E090}"/>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529DC41B-876C-491D-AA23-94996518EF15}"/>
              </a:ext>
            </a:extLst>
          </p:cNvPr>
          <p:cNvSpPr>
            <a:spLocks xmlns:a="http://schemas.openxmlformats.org/drawingml/2006/main" noGrp="1"/>
          </p:cNvSpPr>
          <p:nvPr/>
        </p:nvSpPr>
        <p:spPr>
          <a:xfrm xmlns:a="http://schemas.openxmlformats.org/drawingml/2006/main">
            <a:off x="1709738" y="2652713"/>
            <a:ext cx="142875" cy="14287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E36FDBCA-6157-4F49-B8F6-7BD06B466AAE}"/>
              </a:ext>
            </a:extLst>
          </p:cNvPr>
          <p:cNvSpPr>
            <a:spLocks xmlns:a="http://schemas.openxmlformats.org/drawingml/2006/main" noGrp="1"/>
          </p:cNvSpPr>
          <p:nvPr/>
        </p:nvSpPr>
        <p:spPr>
          <a:xfrm xmlns:a="http://schemas.openxmlformats.org/drawingml/2006/main">
            <a:off x="1781175" y="2795588"/>
            <a:ext cx="4" cy="246063"/>
          </a:xfrm>
          <a:custGeom xmlns:a="http://schemas.openxmlformats.org/drawingml/2006/main">
            <a:pathLst>
              <a:path w="4" h="246063">
                <a:moveTo>
                  <a:pt x="0" y="0"/>
                </a:moveTo>
                <a:lnTo>
                  <a:pt x="0" y="246063"/>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FA861C70-D311-4A2A-953D-A5DD998D2351}"/>
              </a:ext>
            </a:extLst>
          </p:cNvPr>
          <p:cNvSpPr>
            <a:spLocks xmlns:a="http://schemas.openxmlformats.org/drawingml/2006/main" noGrp="1"/>
          </p:cNvSpPr>
          <p:nvPr/>
        </p:nvSpPr>
        <p:spPr>
          <a:xfrm xmlns:a="http://schemas.openxmlformats.org/drawingml/2006/main">
            <a:off x="1654175" y="2890838"/>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801D961D-DC50-4879-A14C-8ED140D5DA57}"/>
              </a:ext>
            </a:extLst>
          </p:cNvPr>
          <p:cNvSpPr>
            <a:spLocks xmlns:a="http://schemas.openxmlformats.org/drawingml/2006/main" noGrp="1"/>
          </p:cNvSpPr>
          <p:nvPr/>
        </p:nvSpPr>
        <p:spPr>
          <a:xfrm xmlns:a="http://schemas.openxmlformats.org/drawingml/2006/main">
            <a:off x="1674019" y="3041650"/>
            <a:ext cx="107156" cy="170656"/>
          </a:xfrm>
          <a:custGeom xmlns:a="http://schemas.openxmlformats.org/drawingml/2006/main">
            <a:pathLst>
              <a:path w="107156" h="170656">
                <a:moveTo>
                  <a:pt x="107156"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0AF9FDC5-310A-4AB3-8217-D8DBB3BFAF41}"/>
              </a:ext>
            </a:extLst>
          </p:cNvPr>
          <p:cNvSpPr>
            <a:spLocks xmlns:a="http://schemas.openxmlformats.org/drawingml/2006/main" noGrp="1"/>
          </p:cNvSpPr>
          <p:nvPr/>
        </p:nvSpPr>
        <p:spPr>
          <a:xfrm xmlns:a="http://schemas.openxmlformats.org/drawingml/2006/main">
            <a:off x="1781175" y="3041650"/>
            <a:ext cx="107156" cy="170656"/>
          </a:xfrm>
          <a:custGeom xmlns:a="http://schemas.openxmlformats.org/drawingml/2006/main">
            <a:pathLst>
              <a:path w="107156" h="170656">
                <a:moveTo>
                  <a:pt x="0" y="0"/>
                </a:moveTo>
                <a:lnTo>
                  <a:pt x="107156" y="170656"/>
                </a:lnTo>
              </a:path>
            </a:pathLst>
          </a:custGeom>
          <a:noFill xmlns:a="http://schemas.openxmlformats.org/drawingml/2006/main"/>
          <a:ln xmlns:a="http://schemas.openxmlformats.org/drawingml/2006/main" w="15875">
            <a:solidFill>
              <a:srgbClr val="17324D"/>
            </a:solidFill>
            <a:prstDash val="solid"/>
          </a:ln>
        </p:spPr>
      </p:sp>
      <p:sp>
        <p:nvSpPr>
          <p:cNvPr id="22" name="native-vector-6-polygon">
            <a:extLst xmlns:a="http://schemas.openxmlformats.org/drawingml/2006/main">
              <a:ext uri="{FF2B5EF4-FFF2-40B4-BE49-F238E27FC236}">
                <a16:creationId xmlns:a16="http://schemas.microsoft.com/office/drawing/2014/main" id="{684E2029-DCAB-4913-82A4-B0AAE1A3437F}"/>
              </a:ext>
            </a:extLst>
          </p:cNvPr>
          <p:cNvSpPr>
            <a:spLocks xmlns:a="http://schemas.openxmlformats.org/drawingml/2006/main" noGrp="1"/>
          </p:cNvSpPr>
          <p:nvPr/>
        </p:nvSpPr>
        <p:spPr>
          <a:xfrm xmlns:a="http://schemas.openxmlformats.org/drawingml/2006/main">
            <a:off x="1146175" y="2863056"/>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3" name="native-vector-7-polygon">
            <a:extLst xmlns:a="http://schemas.openxmlformats.org/drawingml/2006/main">
              <a:ext uri="{FF2B5EF4-FFF2-40B4-BE49-F238E27FC236}">
                <a16:creationId xmlns:a16="http://schemas.microsoft.com/office/drawing/2014/main" id="{6F818070-F351-4D78-A49E-A08F9A9E5930}"/>
              </a:ext>
            </a:extLst>
          </p:cNvPr>
          <p:cNvSpPr>
            <a:spLocks xmlns:a="http://schemas.openxmlformats.org/drawingml/2006/main" noGrp="1"/>
          </p:cNvSpPr>
          <p:nvPr/>
        </p:nvSpPr>
        <p:spPr>
          <a:xfrm xmlns:a="http://schemas.openxmlformats.org/drawingml/2006/main">
            <a:off x="2138363" y="2863056"/>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4" name="pupil-text">
            <a:extLst xmlns:a="http://schemas.openxmlformats.org/drawingml/2006/main">
              <a:ext uri="{FF2B5EF4-FFF2-40B4-BE49-F238E27FC236}">
                <a16:creationId xmlns:a16="http://schemas.microsoft.com/office/drawing/2014/main" id="{C5E8FA55-0A95-422E-99A9-30F02C7DC503}"/>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care</a:t>
            </a:r>
          </a:p>
        </p:txBody>
      </p:sp>
      <p:sp>
        <p:nvSpPr>
          <p:cNvPr id="25" name="pupil-text">
            <a:extLst xmlns:a="http://schemas.openxmlformats.org/drawingml/2006/main">
              <a:ext uri="{FF2B5EF4-FFF2-40B4-BE49-F238E27FC236}">
                <a16:creationId xmlns:a16="http://schemas.microsoft.com/office/drawing/2014/main" id="{8AE73005-1D1A-4007-A159-46F3127A5BA7}"/>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treat a person as if they</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matter.</a:t>
            </a:r>
          </a:p>
        </p:txBody>
      </p:sp>
      <p:sp>
        <p:nvSpPr>
          <p:cNvPr id="26" name="picture-description">
            <a:extLst xmlns:a="http://schemas.openxmlformats.org/drawingml/2006/main">
              <a:ext uri="{FF2B5EF4-FFF2-40B4-BE49-F238E27FC236}">
                <a16:creationId xmlns:a16="http://schemas.microsoft.com/office/drawing/2014/main" id="{E4CA6403-D964-4896-9FB0-BAAB257A75FE}"/>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open hands beside a person shape.</a:t>
            </a:r>
          </a:p>
        </p:txBody>
      </p:sp>
      <p:sp>
        <p:nvSpPr>
          <p:cNvPr id="27" name="book-direction">
            <a:extLst xmlns:a="http://schemas.openxmlformats.org/drawingml/2006/main">
              <a:ext uri="{FF2B5EF4-FFF2-40B4-BE49-F238E27FC236}">
                <a16:creationId xmlns:a16="http://schemas.microsoft.com/office/drawing/2014/main" id="{830DCAF2-21E7-4D32-A5CC-B6AB80EADD22}"/>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196820835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E9357538-4065-4C85-A3EA-E772CBED9B7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5E023AEB-6A63-4CB1-AA70-E77C1A07119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7C868CF1-3751-4157-8F76-F80F3920F0B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Main source — story/case cards</a:t>
            </a:r>
          </a:p>
        </p:txBody>
      </p:sp>
      <p:sp>
        <p:nvSpPr>
          <p:cNvPr id="4" name="shape">
            <a:extLst xmlns:a="http://schemas.openxmlformats.org/drawingml/2006/main">
              <a:ext uri="{FF2B5EF4-FFF2-40B4-BE49-F238E27FC236}">
                <a16:creationId xmlns:a16="http://schemas.microsoft.com/office/drawing/2014/main" id="{E1EDB128-E4A6-4753-986A-FE2EF8A977B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1C68786-CD1A-4571-AD5C-91613C1D6AD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5B98125-027A-48E0-9B23-62FA6118151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8E056A1-222B-4CC1-BCAC-A480AAB4DBB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5CA19DA-9556-4E00-91CB-B63159715A1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54AFD06-939A-4373-A9F7-09053ADE193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06E7DC8-AA71-460C-99C9-6538283E9B8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586FF5CC-39D8-4424-A89D-B61C997C629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FBBD6C6-BA53-4CBC-BBCE-D2AE1B67C75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197019B-74C7-4A1E-9B59-79EC56DAC11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36</a:t>
            </a:r>
          </a:p>
        </p:txBody>
      </p:sp>
      <p:sp>
        <p:nvSpPr>
          <p:cNvPr id="14" name="licence-footer">
            <a:extLst xmlns:a="http://schemas.openxmlformats.org/drawingml/2006/main">
              <a:ext uri="{FF2B5EF4-FFF2-40B4-BE49-F238E27FC236}">
                <a16:creationId xmlns:a16="http://schemas.microsoft.com/office/drawing/2014/main" id="{337B1E19-06CF-4EDC-872F-99000EE29A8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DCCB0E4-5C8D-4B58-9D3B-7F172488473A}"/>
              </a:ext>
            </a:extLst>
          </p:cNvPr>
          <p:cNvPicPr>
            <a:picLocks xmlns:a="http://schemas.openxmlformats.org/drawingml/2006/main" noChangeAspect="1"/>
          </p:cNvPicPr>
          <p:nvPr/>
        </p:nvPicPr>
        <p:blipFill>
          <a:blip xmlns:r="http://schemas.openxmlformats.org/officeDocument/2006/relationships" xmlns:a="http://schemas.openxmlformats.org/drawingml/2006/main" r:embed="Rc9a0071a1dfa4a0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DD06C99-008E-4114-A06D-BD0AB07DE2B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92A1EEA5-D161-4F11-9F2D-28EFCF83368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FB89B7EC-8646-4F7B-9F86-4C354C2DEA0D}"/>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30D17597-5848-4D3A-B578-B5CF1511609E}"/>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community hall: A group shares a room for a craft club. A person needs a clear path to</a:t>
            </a:r>
          </a:p>
        </p:txBody>
      </p:sp>
      <p:sp>
        <p:nvSpPr>
          <p:cNvPr id="20" name="pupil-text">
            <a:extLst xmlns:a="http://schemas.openxmlformats.org/drawingml/2006/main">
              <a:ext uri="{FF2B5EF4-FFF2-40B4-BE49-F238E27FC236}">
                <a16:creationId xmlns:a16="http://schemas.microsoft.com/office/drawing/2014/main" id="{57365D0A-E968-4167-A2C3-C1F4BB770C75}"/>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reach the table. A box blocks it.</a:t>
            </a:r>
          </a:p>
        </p:txBody>
      </p:sp>
      <p:sp>
        <p:nvSpPr>
          <p:cNvPr id="21" name="pupil-text">
            <a:extLst xmlns:a="http://schemas.openxmlformats.org/drawingml/2006/main">
              <a:ext uri="{FF2B5EF4-FFF2-40B4-BE49-F238E27FC236}">
                <a16:creationId xmlns:a16="http://schemas.microsoft.com/office/drawing/2014/main" id="{739C9169-75EC-4F52-83E5-913EBA399D3E}"/>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helper asks the group to keep the path clear. An adult moves the box. Another person puts</a:t>
            </a:r>
          </a:p>
        </p:txBody>
      </p:sp>
      <p:sp>
        <p:nvSpPr>
          <p:cNvPr id="22" name="pupil-text">
            <a:extLst xmlns:a="http://schemas.openxmlformats.org/drawingml/2006/main">
              <a:ext uri="{FF2B5EF4-FFF2-40B4-BE49-F238E27FC236}">
                <a16:creationId xmlns:a16="http://schemas.microsoft.com/office/drawing/2014/main" id="{3C20F724-82C8-4622-A8F8-DF70F4B6B9E8}"/>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shared card where each member can reach it.</a:t>
            </a:r>
          </a:p>
        </p:txBody>
      </p:sp>
      <p:sp>
        <p:nvSpPr>
          <p:cNvPr id="23" name="pupil-text">
            <a:extLst xmlns:a="http://schemas.openxmlformats.org/drawingml/2006/main">
              <a:ext uri="{FF2B5EF4-FFF2-40B4-BE49-F238E27FC236}">
                <a16:creationId xmlns:a16="http://schemas.microsoft.com/office/drawing/2014/main" id="{2A47F95B-F9B8-41EF-96BB-0C6D6CFC3AD1}"/>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These acts meet needs in this case. People may show care in different ways. We do not ask about</a:t>
            </a:r>
          </a:p>
        </p:txBody>
      </p:sp>
      <p:sp>
        <p:nvSpPr>
          <p:cNvPr id="24" name="pupil-text">
            <a:extLst xmlns:a="http://schemas.openxmlformats.org/drawingml/2006/main">
              <a:ext uri="{FF2B5EF4-FFF2-40B4-BE49-F238E27FC236}">
                <a16:creationId xmlns:a16="http://schemas.microsoft.com/office/drawing/2014/main" id="{DE541E88-24F1-466F-B3BD-D22EDA1034DE}"/>
              </a:ext>
            </a:extLst>
          </p:cNvPr>
          <p:cNvSpPr>
            <a:spLocks xmlns:a="http://schemas.openxmlformats.org/drawingml/2006/main" noGrp="1"/>
          </p:cNvSpPr>
          <p:nvPr/>
        </p:nvSpPr>
        <p:spPr>
          <a:xfrm xmlns:a="http://schemas.openxmlformats.org/drawingml/2006/main">
            <a:off x="457200" y="4400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your home or family.</a:t>
            </a:r>
          </a:p>
        </p:txBody>
      </p:sp>
    </p:spTree>
    <p:extLst>
      <p:ext uri="{BB962C8B-B14F-4D97-AF65-F5344CB8AC3E}">
        <p14:creationId xmlns:p14="http://schemas.microsoft.com/office/powerpoint/2010/main" val="16472006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3D71343F-11F3-4B77-92F0-651BC66E422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5C7E83E4-F5FA-46F4-98EE-7A13C5AD4F1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840950D-78E9-44E3-9E94-82F4829E9E9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Model source — I Do only</a:t>
            </a:r>
          </a:p>
        </p:txBody>
      </p:sp>
      <p:sp>
        <p:nvSpPr>
          <p:cNvPr id="4" name="shape">
            <a:extLst xmlns:a="http://schemas.openxmlformats.org/drawingml/2006/main">
              <a:ext uri="{FF2B5EF4-FFF2-40B4-BE49-F238E27FC236}">
                <a16:creationId xmlns:a16="http://schemas.microsoft.com/office/drawing/2014/main" id="{FBE68C38-25D3-41CD-BA1C-69F65506ABB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34ABA6E-14AE-4785-9476-9657D870709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F3B4B41-E0A7-41A1-A028-25BAAFEFDF1A}"/>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CF45F7A-591C-45F7-A742-3C98F9CD3DE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3F896C1-B304-4B21-9854-DE314EF3E0A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7E650FA-9AB0-4276-B470-DA60E837876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09DB77A-9C5C-499C-9E3C-3382CBF0AF7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451B78C7-3897-4150-B589-F0678B86CCC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7CA2441-1E18-44FD-BF47-84B75357495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AE75F63-A4B4-4BD2-B552-87A516F72A1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36</a:t>
            </a:r>
          </a:p>
        </p:txBody>
      </p:sp>
      <p:sp>
        <p:nvSpPr>
          <p:cNvPr id="14" name="licence-footer">
            <a:extLst xmlns:a="http://schemas.openxmlformats.org/drawingml/2006/main">
              <a:ext uri="{FF2B5EF4-FFF2-40B4-BE49-F238E27FC236}">
                <a16:creationId xmlns:a16="http://schemas.microsoft.com/office/drawing/2014/main" id="{3A6A70F0-4A1E-4666-8C1B-3BEAAA11294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7DBD98C-F335-4419-AB47-80032B413FF2}"/>
              </a:ext>
            </a:extLst>
          </p:cNvPr>
          <p:cNvPicPr>
            <a:picLocks xmlns:a="http://schemas.openxmlformats.org/drawingml/2006/main" noChangeAspect="1"/>
          </p:cNvPicPr>
          <p:nvPr/>
        </p:nvPicPr>
        <p:blipFill>
          <a:blip xmlns:r="http://schemas.openxmlformats.org/officeDocument/2006/relationships" xmlns:a="http://schemas.openxmlformats.org/drawingml/2006/main" r:embed="R6d396c62e14a4f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2D17AD5-248D-43C6-B292-E4545DBD814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9DAE6FE0-6428-4701-B3C4-2EE18A9F68D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D3CEFF37-BEE3-47B1-8E21-E975A6D16F0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74D46288-EF3F-4D74-A28B-56BE1CEDD99E}"/>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model case: A shared reading space has a low table. A person asks for a large-print story</a:t>
            </a:r>
          </a:p>
        </p:txBody>
      </p:sp>
      <p:sp>
        <p:nvSpPr>
          <p:cNvPr id="20" name="pupil-text">
            <a:extLst xmlns:a="http://schemas.openxmlformats.org/drawingml/2006/main">
              <a:ext uri="{FF2B5EF4-FFF2-40B4-BE49-F238E27FC236}">
                <a16:creationId xmlns:a16="http://schemas.microsoft.com/office/drawing/2014/main" id="{9B12CC5D-724B-4CE4-8466-008BE5F78C1C}"/>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card. A helper brings that version, as asked.</a:t>
            </a:r>
          </a:p>
        </p:txBody>
      </p:sp>
    </p:spTree>
    <p:extLst>
      <p:ext uri="{BB962C8B-B14F-4D97-AF65-F5344CB8AC3E}">
        <p14:creationId xmlns:p14="http://schemas.microsoft.com/office/powerpoint/2010/main" val="6322406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1C6E084-4975-4B12-829F-C6CCDF6D4EE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46D6FFD1-DE0D-4F30-B6A8-8D550251417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E608B229-3696-4EBF-8198-F4CD6E190BE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FB200BDD-3E25-4F85-B25E-B12CCDF222D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048FF2A-B192-4218-AAEA-9CB5218B3F7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2ED6404-02BF-41CA-9F56-07C40514681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C736C90-29B1-4E3E-A6FD-12EBB5E3DC7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9D458C1-B940-4BC8-A6B4-9010ABAE1D1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1F3D8F9-D161-48FD-B20C-5190883F41B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36C9E97-A685-4712-B2FC-1AC9A3DEFC8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74718BA4-EE15-4232-BD7A-3C990B2B82C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933457E-9D31-4430-97BC-0A700A8E66A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5763A00C-0A23-4F56-8721-B4DE679B20F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36</a:t>
            </a:r>
          </a:p>
        </p:txBody>
      </p:sp>
      <p:sp>
        <p:nvSpPr>
          <p:cNvPr id="14" name="licence-footer">
            <a:extLst xmlns:a="http://schemas.openxmlformats.org/drawingml/2006/main">
              <a:ext uri="{FF2B5EF4-FFF2-40B4-BE49-F238E27FC236}">
                <a16:creationId xmlns:a16="http://schemas.microsoft.com/office/drawing/2014/main" id="{3648CA24-D5B9-4AFD-8599-672D4F0C341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B29DBEE-12B7-4C15-9550-C8E124AB6A57}"/>
              </a:ext>
            </a:extLst>
          </p:cNvPr>
          <p:cNvPicPr>
            <a:picLocks xmlns:a="http://schemas.openxmlformats.org/drawingml/2006/main" noChangeAspect="1"/>
          </p:cNvPicPr>
          <p:nvPr/>
        </p:nvPicPr>
        <p:blipFill>
          <a:blip xmlns:r="http://schemas.openxmlformats.org/officeDocument/2006/relationships" xmlns:a="http://schemas.openxmlformats.org/drawingml/2006/main" r:embed="R34858a2b920b44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21B4A01-F851-49D1-B6C5-248B228D91E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EA7775A2-735F-4603-A31C-98CFEC816CE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59835F55-9319-4DC1-9700-49D7ED6D9B5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E38D8A93-6458-403F-A0ED-D564E7A04F8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Watch one step at a time.</a:t>
            </a:r>
          </a:p>
        </p:txBody>
      </p:sp>
    </p:spTree>
    <p:extLst>
      <p:ext uri="{BB962C8B-B14F-4D97-AF65-F5344CB8AC3E}">
        <p14:creationId xmlns:p14="http://schemas.microsoft.com/office/powerpoint/2010/main" val="17490466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C8AA49E-4C46-4CFB-8C7F-9EE8956C1BD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0EFCEC85-9596-4148-9E17-919257D6D72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FECCEB7-E2B0-4BD7-83EC-FD2B484822C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180A0FAD-B111-4C56-B4FF-C5145A3E8CF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8B23A2A-44DB-4BC4-9DE8-976D236971C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2897E16-EDE9-4EFA-810A-005970DC5D74}"/>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F3DE29C-1D5B-4E1D-AC58-7BA51DB304D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EBEDC26-C246-4C5C-8069-7AAB5B3D5FC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29EEAAF-70B8-4BD8-88E7-0BF3CD06E06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6622A63-C92D-4971-BA51-AA21ADEF676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A19B373E-5A74-4D31-B0E8-1A6E37D7811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438CCEE-3AA2-45C1-AD46-0A8441F69FB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5FE5CEF-5A68-42B8-9B69-39B45458483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36</a:t>
            </a:r>
          </a:p>
        </p:txBody>
      </p:sp>
      <p:sp>
        <p:nvSpPr>
          <p:cNvPr id="14" name="licence-footer">
            <a:extLst xmlns:a="http://schemas.openxmlformats.org/drawingml/2006/main">
              <a:ext uri="{FF2B5EF4-FFF2-40B4-BE49-F238E27FC236}">
                <a16:creationId xmlns:a16="http://schemas.microsoft.com/office/drawing/2014/main" id="{D65B7668-4D05-407F-AABC-53AE641FDBF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46D7399-0FAB-481C-A787-8E2E6222EF10}"/>
              </a:ext>
            </a:extLst>
          </p:cNvPr>
          <p:cNvPicPr>
            <a:picLocks xmlns:a="http://schemas.openxmlformats.org/drawingml/2006/main" noChangeAspect="1"/>
          </p:cNvPicPr>
          <p:nvPr/>
        </p:nvPicPr>
        <p:blipFill>
          <a:blip xmlns:r="http://schemas.openxmlformats.org/officeDocument/2006/relationships" xmlns:a="http://schemas.openxmlformats.org/drawingml/2006/main" r:embed="R79bb01ce03ce461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434B5F2-A2C3-4F45-8D97-38D9FD95131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699E1B99-0C7B-49E1-8D6D-BE4671DCA44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E5386729-AD0C-4FE0-984A-B45550C7283B}"/>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answer-text">
            <a:extLst xmlns:a="http://schemas.openxmlformats.org/drawingml/2006/main">
              <a:ext uri="{FF2B5EF4-FFF2-40B4-BE49-F238E27FC236}">
                <a16:creationId xmlns:a16="http://schemas.microsoft.com/office/drawing/2014/main" id="{59128B4A-3C2B-482E-B19B-0980C7A7AD4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name the need: a card the person can read. The helper brings the asked-for version. The person</a:t>
            </a:r>
          </a:p>
        </p:txBody>
      </p:sp>
      <p:sp>
        <p:nvSpPr>
          <p:cNvPr id="20" name="answer-text">
            <a:extLst xmlns:a="http://schemas.openxmlformats.org/drawingml/2006/main">
              <a:ext uri="{FF2B5EF4-FFF2-40B4-BE49-F238E27FC236}">
                <a16:creationId xmlns:a16="http://schemas.microsoft.com/office/drawing/2014/main" id="{AC9705B6-1343-4A22-8E5D-74392DA2A04D}"/>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chooses what works for them; I do not guess from how they look.</a:t>
            </a:r>
          </a:p>
        </p:txBody>
      </p:sp>
    </p:spTree>
    <p:extLst>
      <p:ext uri="{BB962C8B-B14F-4D97-AF65-F5344CB8AC3E}">
        <p14:creationId xmlns:p14="http://schemas.microsoft.com/office/powerpoint/2010/main" val="15180698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ECD99FE-02DF-4638-B2FB-E5233C6E640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6C218CB2-56AB-45AD-99E5-508B33502C2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A45DF97C-781E-4DC6-831A-6A8C119C03B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Class source — We Do only</a:t>
            </a:r>
          </a:p>
        </p:txBody>
      </p:sp>
      <p:sp>
        <p:nvSpPr>
          <p:cNvPr id="4" name="shape">
            <a:extLst xmlns:a="http://schemas.openxmlformats.org/drawingml/2006/main">
              <a:ext uri="{FF2B5EF4-FFF2-40B4-BE49-F238E27FC236}">
                <a16:creationId xmlns:a16="http://schemas.microsoft.com/office/drawing/2014/main" id="{464C3848-EAA8-4E00-8A70-39AB2E4F135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FB11247-F730-43A6-BB20-651D48B1ADA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0A9491C-38B0-499D-AD5A-6DF12C663D4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D772476-D4F1-4DA2-A5A8-DA6AB1A173EA}"/>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90D0E31-4B24-4BF7-823B-4A0B920BFB0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FC2D295-3E3C-4503-A691-429FAD98BA7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7162C96-E960-4266-8AAF-C7AC29C8BD9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EE2E7808-86C2-484C-9EE9-48D791F5FE4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8B93E06-2460-495B-8352-0BFAE9CF7D7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417459CB-A412-42A7-8A27-3E5CA7B762D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36</a:t>
            </a:r>
          </a:p>
        </p:txBody>
      </p:sp>
      <p:sp>
        <p:nvSpPr>
          <p:cNvPr id="14" name="licence-footer">
            <a:extLst xmlns:a="http://schemas.openxmlformats.org/drawingml/2006/main">
              <a:ext uri="{FF2B5EF4-FFF2-40B4-BE49-F238E27FC236}">
                <a16:creationId xmlns:a16="http://schemas.microsoft.com/office/drawing/2014/main" id="{4A056D40-9FEC-4E4F-895C-9AE2188E601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C5CE35C-0293-45F5-BEFC-A2EBE0406C18}"/>
              </a:ext>
            </a:extLst>
          </p:cNvPr>
          <p:cNvPicPr>
            <a:picLocks xmlns:a="http://schemas.openxmlformats.org/drawingml/2006/main" noChangeAspect="1"/>
          </p:cNvPicPr>
          <p:nvPr/>
        </p:nvPicPr>
        <p:blipFill>
          <a:blip xmlns:r="http://schemas.openxmlformats.org/officeDocument/2006/relationships" xmlns:a="http://schemas.openxmlformats.org/drawingml/2006/main" r:embed="R6c3bc485e1b8445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0A92102-B454-4223-910D-1F8AA402739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class case: At a group meeting, a person asks for a quiet seat. An adult shows a quiet place</a:t>
            </a:r>
          </a:p>
        </p:txBody>
      </p:sp>
      <p:sp>
        <p:nvSpPr>
          <p:cNvPr id="17" name="pupil-text">
            <a:extLst xmlns:a="http://schemas.openxmlformats.org/drawingml/2006/main">
              <a:ext uri="{FF2B5EF4-FFF2-40B4-BE49-F238E27FC236}">
                <a16:creationId xmlns:a16="http://schemas.microsoft.com/office/drawing/2014/main" id="{02AE5F84-F631-4D60-B9CD-15C82310F83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lets the person choose it or stay.</a:t>
            </a:r>
          </a:p>
        </p:txBody>
      </p:sp>
      <p:sp>
        <p:nvSpPr>
          <p:cNvPr id="18" name="shape">
            <a:extLst xmlns:a="http://schemas.openxmlformats.org/drawingml/2006/main">
              <a:ext uri="{FF2B5EF4-FFF2-40B4-BE49-F238E27FC236}">
                <a16:creationId xmlns:a16="http://schemas.microsoft.com/office/drawing/2014/main" id="{CDDCF791-5036-4284-93FD-CCE9CB3C318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0BEE923-15AC-4418-A3DA-98F4FE33960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Tree>
    <p:extLst>
      <p:ext uri="{BB962C8B-B14F-4D97-AF65-F5344CB8AC3E}">
        <p14:creationId xmlns:p14="http://schemas.microsoft.com/office/powerpoint/2010/main" val="11022509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6579CB0-9ED7-4E3D-AAD0-2BE372495B3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17203ECE-14DC-4E19-B0CB-992EC32AC2D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FC513859-11F9-4E70-853A-E8C97F67B02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8E8B4C18-9EFC-4B91-AE35-7B7B73325AA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3DF05A3-F314-4AD2-AF56-8688B72CCB0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ABD687B-DBA6-4B36-A5E1-FB47F26B09E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51DB601-25A7-4297-8391-88C080D00B17}"/>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E23EDD7-9AAB-4110-BB9F-8A01DF78BB7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C5F8FF2-E175-420F-BFB6-F6CA185A435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77BE167-91F9-476B-808C-4F001C1A01D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BCC68CB8-EFDD-446D-BC9A-C05546C817F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B835BFD-34D2-44EB-8E4C-08B6FDE3A78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584E7A9D-488B-490D-9D9E-44D1BC7F319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36</a:t>
            </a:r>
          </a:p>
        </p:txBody>
      </p:sp>
      <p:sp>
        <p:nvSpPr>
          <p:cNvPr id="14" name="licence-footer">
            <a:extLst xmlns:a="http://schemas.openxmlformats.org/drawingml/2006/main">
              <a:ext uri="{FF2B5EF4-FFF2-40B4-BE49-F238E27FC236}">
                <a16:creationId xmlns:a16="http://schemas.microsoft.com/office/drawing/2014/main" id="{B90EB575-D515-4EC0-93D2-40172D982D1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E732293-4975-4465-B3C5-1235F8FBE73D}"/>
              </a:ext>
            </a:extLst>
          </p:cNvPr>
          <p:cNvPicPr>
            <a:picLocks xmlns:a="http://schemas.openxmlformats.org/drawingml/2006/main" noChangeAspect="1"/>
          </p:cNvPicPr>
          <p:nvPr/>
        </p:nvPicPr>
        <p:blipFill>
          <a:blip xmlns:r="http://schemas.openxmlformats.org/officeDocument/2006/relationships" xmlns:a="http://schemas.openxmlformats.org/drawingml/2006/main" r:embed="Rd9aaef77dde3414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A81FDB3-F3E6-462E-BE33-E4553191CF4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
        <p:nvSpPr>
          <p:cNvPr id="17" name="pupil-text">
            <a:extLst xmlns:a="http://schemas.openxmlformats.org/drawingml/2006/main">
              <a:ext uri="{FF2B5EF4-FFF2-40B4-BE49-F238E27FC236}">
                <a16:creationId xmlns:a16="http://schemas.microsoft.com/office/drawing/2014/main" id="{15B22422-BDCC-47F9-A53E-2C3608BB910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Match the caring act to the stated need. Say how the person keeps a choice.</a:t>
            </a:r>
          </a:p>
        </p:txBody>
      </p:sp>
      <p:sp>
        <p:nvSpPr>
          <p:cNvPr id="18" name="pupil-text">
            <a:extLst xmlns:a="http://schemas.openxmlformats.org/drawingml/2006/main">
              <a:ext uri="{FF2B5EF4-FFF2-40B4-BE49-F238E27FC236}">
                <a16:creationId xmlns:a16="http://schemas.microsoft.com/office/drawing/2014/main" id="{5AF572FE-5755-4DF6-9F31-911DE4DD8C31}"/>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Have a quiet try before the class check. You may pass.</a:t>
            </a:r>
          </a:p>
        </p:txBody>
      </p:sp>
      <p:sp>
        <p:nvSpPr>
          <p:cNvPr id="19" name="pupil-text">
            <a:extLst xmlns:a="http://schemas.openxmlformats.org/drawingml/2006/main">
              <a:ext uri="{FF2B5EF4-FFF2-40B4-BE49-F238E27FC236}">
                <a16:creationId xmlns:a16="http://schemas.microsoft.com/office/drawing/2014/main" id="{8F6DD52E-E1F6-45BE-8BA9-AE3CD4A36853}"/>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Guided record: My first try [ ] / My own word or mark [ ] / My check [ ].</a:t>
            </a:r>
          </a:p>
        </p:txBody>
      </p:sp>
    </p:spTree>
    <p:extLst>
      <p:ext uri="{BB962C8B-B14F-4D97-AF65-F5344CB8AC3E}">
        <p14:creationId xmlns:p14="http://schemas.microsoft.com/office/powerpoint/2010/main" val="7093082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2040A45B-91D1-4262-974A-F57196A3DC7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F79858BD-C028-4525-B060-B02B7EB2BA8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989B2557-A90E-44E8-88A6-1CB7C0C0D6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5BC1715F-CD2A-4FF7-8395-ACAFE0196E2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48335F8-64DA-4315-91D9-15C0ED6F1CD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9152DE6-1E1B-4553-8B1F-8439707A29F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42C7CFF-1471-4BE3-BEAC-509F98EB2A79}"/>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07DB9FB-703E-4817-845B-A35BF8B1766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7A20741-F4FE-4C1B-BF78-1DBE0F58FE5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A9CDB06-49D9-4E7C-AA5D-3D15478EFD8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0C49245C-439E-4303-9347-00D2877FF04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A356078-8E64-4414-89EC-96E9F8FD8FF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E2A0DE07-1F3B-4180-A5DD-49129AF19C9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36</a:t>
            </a:r>
          </a:p>
        </p:txBody>
      </p:sp>
      <p:sp>
        <p:nvSpPr>
          <p:cNvPr id="14" name="licence-footer">
            <a:extLst xmlns:a="http://schemas.openxmlformats.org/drawingml/2006/main">
              <a:ext uri="{FF2B5EF4-FFF2-40B4-BE49-F238E27FC236}">
                <a16:creationId xmlns:a16="http://schemas.microsoft.com/office/drawing/2014/main" id="{A53FEC7B-DFF8-4308-B004-4B298D52DE3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0DD77DA-571A-48E5-BB8C-E6C7F34A98EC}"/>
              </a:ext>
            </a:extLst>
          </p:cNvPr>
          <p:cNvPicPr>
            <a:picLocks xmlns:a="http://schemas.openxmlformats.org/drawingml/2006/main" noChangeAspect="1"/>
          </p:cNvPicPr>
          <p:nvPr/>
        </p:nvPicPr>
        <p:blipFill>
          <a:blip xmlns:r="http://schemas.openxmlformats.org/officeDocument/2006/relationships" xmlns:a="http://schemas.openxmlformats.org/drawingml/2006/main" r:embed="R8841976d3f2e44f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3AE8F50C-8656-4CE5-BCF9-61EB6AF3268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Showing a quiet place meets request for a quieter seat; person may choose it or stay.</a:t>
            </a:r>
          </a:p>
        </p:txBody>
      </p:sp>
    </p:spTree>
    <p:extLst>
      <p:ext uri="{BB962C8B-B14F-4D97-AF65-F5344CB8AC3E}">
        <p14:creationId xmlns:p14="http://schemas.microsoft.com/office/powerpoint/2010/main" val="141131353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9A0023A0-D34F-48DA-94D7-E9991B676BB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FAD9B2DE-7B1A-4F8D-AD4A-F4C10442A0B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E7F9418-B0D2-47EF-8573-643AEB122D1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7F4CA31D-E3BB-476D-A52E-5DC20BAA73B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D1FDF0A-5E51-4712-8B74-E1D2243BE7F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2E23A31-4CEC-471D-99BD-10A64734CE8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BD03B73-27D6-4307-9A97-0FA94E80F7C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5D31894-BE9A-486F-9AC3-2B88C9FDEC21}"/>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23731C4-E31D-44DB-83C5-D90AD4B4111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532ED41-2816-401C-844F-811C809C40E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3388C14E-3552-4524-883A-1A646658F1C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F6D84BE-B032-479D-A0DC-61C8D2AFD5C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F7A49CD-4334-44BE-B9FB-8E130CB184D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36</a:t>
            </a:r>
          </a:p>
        </p:txBody>
      </p:sp>
      <p:sp>
        <p:nvSpPr>
          <p:cNvPr id="14" name="licence-footer">
            <a:extLst xmlns:a="http://schemas.openxmlformats.org/drawingml/2006/main">
              <a:ext uri="{FF2B5EF4-FFF2-40B4-BE49-F238E27FC236}">
                <a16:creationId xmlns:a16="http://schemas.microsoft.com/office/drawing/2014/main" id="{CEE55B6F-9C76-4C75-AE26-61BD4A8CD5E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FBF8B2F-1AE2-4D7A-9913-ECE2B01AC64E}"/>
              </a:ext>
            </a:extLst>
          </p:cNvPr>
          <p:cNvPicPr>
            <a:picLocks xmlns:a="http://schemas.openxmlformats.org/drawingml/2006/main" noChangeAspect="1"/>
          </p:cNvPicPr>
          <p:nvPr/>
        </p:nvPicPr>
        <p:blipFill>
          <a:blip xmlns:r="http://schemas.openxmlformats.org/officeDocument/2006/relationships" xmlns:a="http://schemas.openxmlformats.org/drawingml/2006/main" r:embed="R48e54160a775402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C940EB6-579B-46F9-9243-C64B9DC3EE3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task and one check or change.</a:t>
            </a:r>
          </a:p>
        </p:txBody>
      </p:sp>
      <p:sp>
        <p:nvSpPr>
          <p:cNvPr id="17" name="pupil-text">
            <a:extLst xmlns:a="http://schemas.openxmlformats.org/drawingml/2006/main">
              <a:ext uri="{FF2B5EF4-FFF2-40B4-BE49-F238E27FC236}">
                <a16:creationId xmlns:a16="http://schemas.microsoft.com/office/drawing/2014/main" id="{A281A410-BC27-4D92-8A0A-8870189BC85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1E09DDCE-F229-4B57-92B5-7B68A59C56F8}"/>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route with the adult. Try on your own first.</a:t>
            </a:r>
          </a:p>
        </p:txBody>
      </p:sp>
    </p:spTree>
    <p:extLst>
      <p:ext uri="{BB962C8B-B14F-4D97-AF65-F5344CB8AC3E}">
        <p14:creationId xmlns:p14="http://schemas.microsoft.com/office/powerpoint/2010/main" val="39062446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83B0E2E8-7B32-40A5-A131-E2214627B8C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601B851A-9AAF-430C-915F-3C9C7A4F89F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31998E7-B29F-4424-B626-F34E6038C7E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F1EECE5-1867-4E84-8B83-A43C2EF8E28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BA989A1-900A-433A-9771-2414CD6FDAF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17A694C-20C5-4F8A-A72F-4C2762ED25B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72536C3-4C0B-41FB-A862-1F320AA8CAA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8C468A2-2AB3-477F-BC60-4E42758099B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293D766-FA30-45C2-845A-12AA408BE48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F71F4A1-C3F0-4691-97AD-7A2778784DB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96762689-DDBF-4475-A710-92DAB915035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2079CE5-ED5A-4468-A880-489B2F9FFBC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B22AA1E7-43C0-49C0-A9BB-0A1E50580AC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36</a:t>
            </a:r>
          </a:p>
        </p:txBody>
      </p:sp>
      <p:sp>
        <p:nvSpPr>
          <p:cNvPr id="14" name="licence-footer">
            <a:extLst xmlns:a="http://schemas.openxmlformats.org/drawingml/2006/main">
              <a:ext uri="{FF2B5EF4-FFF2-40B4-BE49-F238E27FC236}">
                <a16:creationId xmlns:a16="http://schemas.microsoft.com/office/drawing/2014/main" id="{F7D62920-2685-41BA-8088-AF6FBAE34B5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0026EC5-553E-47A2-999D-85D10B5DD0EE}"/>
              </a:ext>
            </a:extLst>
          </p:cNvPr>
          <p:cNvPicPr>
            <a:picLocks xmlns:a="http://schemas.openxmlformats.org/drawingml/2006/main" noChangeAspect="1"/>
          </p:cNvPicPr>
          <p:nvPr/>
        </p:nvPicPr>
        <p:blipFill>
          <a:blip xmlns:r="http://schemas.openxmlformats.org/officeDocument/2006/relationships" xmlns:a="http://schemas.openxmlformats.org/drawingml/2006/main" r:embed="Rb2a3dd0889c34a5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B701B72-9E59-4DE3-A4D8-CA2DA97D181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9801BF5-6CE6-4CA8-995B-11F1F6DC87A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B763D4D6-3EE9-4348-AC8D-86A1D06C5DC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EF96D4D-6A86-4EA4-A10A-C051814EBA4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47087673-0686-42C7-9AC8-136D036104A5}"/>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422FAAB-C684-471E-9C09-FD605F70991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case. Make your own choices.</a:t>
            </a:r>
          </a:p>
        </p:txBody>
      </p:sp>
      <p:sp>
        <p:nvSpPr>
          <p:cNvPr id="22" name="shape">
            <a:extLst xmlns:a="http://schemas.openxmlformats.org/drawingml/2006/main">
              <a:ext uri="{FF2B5EF4-FFF2-40B4-BE49-F238E27FC236}">
                <a16:creationId xmlns:a16="http://schemas.microsoft.com/office/drawing/2014/main" id="{CAEF89C7-E4E0-4409-9B60-3FD60B080BBB}"/>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99EC2A1-7FD2-4A32-98CE-7CA1B8F72DDC}"/>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hall case. Choose one caring act. Match it to a need. Say how it helps this community. Use</a:t>
            </a:r>
          </a:p>
        </p:txBody>
      </p:sp>
      <p:sp>
        <p:nvSpPr>
          <p:cNvPr id="24" name="shape">
            <a:extLst xmlns:a="http://schemas.openxmlformats.org/drawingml/2006/main">
              <a:ext uri="{FF2B5EF4-FFF2-40B4-BE49-F238E27FC236}">
                <a16:creationId xmlns:a16="http://schemas.microsoft.com/office/drawing/2014/main" id="{33A73C62-DF0E-4F38-B810-B07F443CA52B}"/>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9F41E8D-47FF-43AB-B1DE-7EE7EF9DA415}"/>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community, need and care in your words or marks.</a:t>
            </a:r>
          </a:p>
        </p:txBody>
      </p:sp>
      <p:sp>
        <p:nvSpPr>
          <p:cNvPr id="26" name="shape">
            <a:extLst xmlns:a="http://schemas.openxmlformats.org/drawingml/2006/main">
              <a:ext uri="{FF2B5EF4-FFF2-40B4-BE49-F238E27FC236}">
                <a16:creationId xmlns:a16="http://schemas.microsoft.com/office/drawing/2014/main" id="{21FE4B19-4D7D-4AC6-83DF-212CFC599C33}"/>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D88D1F8-ABFF-42CF-8FFF-AFD1F70A0EC5}"/>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28" name="shape">
            <a:extLst xmlns:a="http://schemas.openxmlformats.org/drawingml/2006/main">
              <a:ext uri="{FF2B5EF4-FFF2-40B4-BE49-F238E27FC236}">
                <a16:creationId xmlns:a16="http://schemas.microsoft.com/office/drawing/2014/main" id="{777DD8FA-1AB2-4931-8085-0796E242D684}"/>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F295EC1-5F57-4E54-8452-6A99C71BE1E3}"/>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Community place [ ] / Need [ ] / Caring act [ ] / It helps by [ ] / My check [ ].</a:t>
            </a:r>
          </a:p>
        </p:txBody>
      </p:sp>
      <p:sp>
        <p:nvSpPr>
          <p:cNvPr id="30" name="shape">
            <a:extLst xmlns:a="http://schemas.openxmlformats.org/drawingml/2006/main">
              <a:ext uri="{FF2B5EF4-FFF2-40B4-BE49-F238E27FC236}">
                <a16:creationId xmlns:a16="http://schemas.microsoft.com/office/drawing/2014/main" id="{535AE344-2332-4012-90E5-65C7E3B4F92D}"/>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8F24C89-8981-4199-B8B9-562FDA9D923F}"/>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51793349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54C86CBD-8C01-4BE2-B237-5C7C815C899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5FC1B8F5-B54B-47AA-BC0F-C0BA06A57AE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72BA2E8-2C8C-473A-90C5-6AA7648B72F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B42E03B-AF13-401F-B2EA-0D6C06B951B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18C55CF-0E93-4415-B64B-8F4D2E0AA40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31CF2AC-7D76-442A-89DD-908E6CEFD0F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B22476C-8931-4AA9-A020-5B4CE5605BE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A9D8DE9-CA87-42FE-AE80-87DCF9B0619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ECEB609-AD0A-47AC-8F01-FFC5CEB8656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6A5E72F-99AB-4394-8ABA-7A70D765929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9D3483EE-30A1-46A7-8B04-24ACDFA04DE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C3A6BD4-8C7A-4B39-BC48-F5F7F5EA4F5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D747D34-6B68-4369-975F-125D0DD9DE3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36</a:t>
            </a:r>
          </a:p>
        </p:txBody>
      </p:sp>
      <p:sp>
        <p:nvSpPr>
          <p:cNvPr id="14" name="licence-footer">
            <a:extLst xmlns:a="http://schemas.openxmlformats.org/drawingml/2006/main">
              <a:ext uri="{FF2B5EF4-FFF2-40B4-BE49-F238E27FC236}">
                <a16:creationId xmlns:a16="http://schemas.microsoft.com/office/drawing/2014/main" id="{71178F64-CE4A-4B06-A4CC-6CE20A8DDA8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C68DDF8-063F-4D5A-9299-0E69BAC6180A}"/>
              </a:ext>
            </a:extLst>
          </p:cNvPr>
          <p:cNvPicPr>
            <a:picLocks xmlns:a="http://schemas.openxmlformats.org/drawingml/2006/main" noChangeAspect="1"/>
          </p:cNvPicPr>
          <p:nvPr/>
        </p:nvPicPr>
        <p:blipFill>
          <a:blip xmlns:r="http://schemas.openxmlformats.org/officeDocument/2006/relationships" xmlns:a="http://schemas.openxmlformats.org/drawingml/2006/main" r:embed="R555bddfa25df4c2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5879754-A3FC-4883-A1B7-C059D89D48FB}"/>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B7ADE31-0A23-48A5-8691-48380B48CF1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5FBCDD9A-C3F6-44C6-B954-2E88658E86D6}"/>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A07CFAD-6EA9-4BE2-9C6F-D9B55B416E8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0806910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C3B5B1A6-6DC2-4E51-B612-33FC78470FE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11D8D4FB-C390-482B-84ED-ECECE3D7118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8ECE1A18-260E-4DD0-B2D3-1B86CCD7DCF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FE570AE-D4EC-4B61-9D6C-95983610C5A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A7F3632-49A1-4636-8DE2-2408F0CF981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0B790C3-B655-4A70-B2F1-838F33D3C37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F08118C-73EF-4345-8A2D-2D0AD4B566C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AB6BA93-DE72-4C05-93AC-296AEB690ED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FFB732B-A6B2-43C7-95ED-9A8F7E61FDB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463CFFC-0751-4321-9A17-1ACDB3F7019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6C24B66C-25C8-48E7-A14E-3181FA74958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EC4875F-DE89-4383-9147-A5100A43B86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72E01EF-461D-4F02-A33C-2B679520E2D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36</a:t>
            </a:r>
          </a:p>
        </p:txBody>
      </p:sp>
      <p:sp>
        <p:nvSpPr>
          <p:cNvPr id="14" name="licence-footer">
            <a:extLst xmlns:a="http://schemas.openxmlformats.org/drawingml/2006/main">
              <a:ext uri="{FF2B5EF4-FFF2-40B4-BE49-F238E27FC236}">
                <a16:creationId xmlns:a16="http://schemas.microsoft.com/office/drawing/2014/main" id="{9E472355-8429-4AE8-BB1F-EC601F83CDA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500EDEB-616C-4E3D-8F28-F1B0F0D9FEBE}"/>
              </a:ext>
            </a:extLst>
          </p:cNvPr>
          <p:cNvPicPr>
            <a:picLocks xmlns:a="http://schemas.openxmlformats.org/drawingml/2006/main" noChangeAspect="1"/>
          </p:cNvPicPr>
          <p:nvPr/>
        </p:nvPicPr>
        <p:blipFill>
          <a:blip xmlns:r="http://schemas.openxmlformats.org/officeDocument/2006/relationships" xmlns:a="http://schemas.openxmlformats.org/drawingml/2006/main" r:embed="Rc0746df9133a476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3367C4E-680E-4DA0-AB75-991EF418BA6D}"/>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3D4C3BF-41B7-4E75-948D-9B9A86CC9F6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A75DCBDF-72BE-44C7-83F3-D309FC46B8F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3D74D37-AEBD-40E5-9615-50290ACB9BD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81746167-5520-407F-8A5B-6CBC26ABB037}"/>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4273723-180B-45D3-BB23-E1434409F26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Take one step at a time. You choose.</a:t>
            </a:r>
          </a:p>
        </p:txBody>
      </p:sp>
      <p:sp>
        <p:nvSpPr>
          <p:cNvPr id="22" name="shape">
            <a:extLst xmlns:a="http://schemas.openxmlformats.org/drawingml/2006/main">
              <a:ext uri="{FF2B5EF4-FFF2-40B4-BE49-F238E27FC236}">
                <a16:creationId xmlns:a16="http://schemas.microsoft.com/office/drawing/2014/main" id="{F498C7D6-2CC2-4D24-AA2B-E38D64D8B277}"/>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6075C36-C20F-472B-84F7-D52A84E9852F}"/>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hall case. Choose one caring act. Match it to a need. Say how it helps this community. Use</a:t>
            </a:r>
          </a:p>
        </p:txBody>
      </p:sp>
      <p:sp>
        <p:nvSpPr>
          <p:cNvPr id="24" name="shape">
            <a:extLst xmlns:a="http://schemas.openxmlformats.org/drawingml/2006/main">
              <a:ext uri="{FF2B5EF4-FFF2-40B4-BE49-F238E27FC236}">
                <a16:creationId xmlns:a16="http://schemas.microsoft.com/office/drawing/2014/main" id="{D00BD20E-7EB4-40B4-86C7-E2517373156E}"/>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8E748D6-32D9-475E-BBFB-B84F58E3810D}"/>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community, need and care in your words or marks.</a:t>
            </a:r>
          </a:p>
        </p:txBody>
      </p:sp>
      <p:sp>
        <p:nvSpPr>
          <p:cNvPr id="26" name="shape">
            <a:extLst xmlns:a="http://schemas.openxmlformats.org/drawingml/2006/main">
              <a:ext uri="{FF2B5EF4-FFF2-40B4-BE49-F238E27FC236}">
                <a16:creationId xmlns:a16="http://schemas.microsoft.com/office/drawing/2014/main" id="{074BC6A2-3845-4A77-9199-370287218516}"/>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4D76267-A655-4B33-9467-43DC8BB8CE41}"/>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Point to the box or the card. Find what the people need in that part of the case.</a:t>
            </a:r>
          </a:p>
        </p:txBody>
      </p:sp>
      <p:sp>
        <p:nvSpPr>
          <p:cNvPr id="28" name="shape">
            <a:extLst xmlns:a="http://schemas.openxmlformats.org/drawingml/2006/main">
              <a:ext uri="{FF2B5EF4-FFF2-40B4-BE49-F238E27FC236}">
                <a16:creationId xmlns:a16="http://schemas.microsoft.com/office/drawing/2014/main" id="{264ABDF6-9767-491C-91E8-42549FE5B7E2}"/>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14CC253-ECB6-4BF8-85F6-4C8B03CC060C}"/>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Community place [ ] / Need [ ] / Caring act [ ] / It helps by [ ] / My check [ ].</a:t>
            </a:r>
          </a:p>
        </p:txBody>
      </p:sp>
      <p:sp>
        <p:nvSpPr>
          <p:cNvPr id="30" name="shape">
            <a:extLst xmlns:a="http://schemas.openxmlformats.org/drawingml/2006/main">
              <a:ext uri="{FF2B5EF4-FFF2-40B4-BE49-F238E27FC236}">
                <a16:creationId xmlns:a16="http://schemas.microsoft.com/office/drawing/2014/main" id="{BF3FFEAB-DEF3-4897-A8F9-9B9B96A212D0}"/>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DC8B5D82-7F8F-4BA8-B97B-B6578808930C}"/>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210526752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C1AF53E-18A6-4F4E-9CC7-BF506183996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B67CE125-91D9-43E4-A736-0A0444CD2ED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2D0A73B-8254-4BDB-945F-0BE1FEB80C1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F3F311B-AFC6-4BE6-9A69-C69E6EA7503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9729817-68E2-4A06-ABF3-4A067308CF6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0DC58F9-F516-4CAD-A652-37418833A9E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8967340-677C-48B9-A3EF-8DAEA81C900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E31EC64-D4A2-4C2A-8427-34066A073E9C}"/>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F0D9C60-F18D-4C61-B328-EBCF3A270E3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1989A10-1056-4A17-A333-75A28B96C85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B8FDD150-DB33-4552-A5CD-6E26F546462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BF24698-794D-47CB-B2B9-FBE89FF7FFB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1486929-4DA2-407D-B52B-4AD6963ADCA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36</a:t>
            </a:r>
          </a:p>
        </p:txBody>
      </p:sp>
      <p:sp>
        <p:nvSpPr>
          <p:cNvPr id="14" name="licence-footer">
            <a:extLst xmlns:a="http://schemas.openxmlformats.org/drawingml/2006/main">
              <a:ext uri="{FF2B5EF4-FFF2-40B4-BE49-F238E27FC236}">
                <a16:creationId xmlns:a16="http://schemas.microsoft.com/office/drawing/2014/main" id="{BAAE1135-1F83-4330-8FCA-0D7232EA99F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E008226-B4FA-4A86-A1AF-324315DFE816}"/>
              </a:ext>
            </a:extLst>
          </p:cNvPr>
          <p:cNvPicPr>
            <a:picLocks xmlns:a="http://schemas.openxmlformats.org/drawingml/2006/main" noChangeAspect="1"/>
          </p:cNvPicPr>
          <p:nvPr/>
        </p:nvPicPr>
        <p:blipFill>
          <a:blip xmlns:r="http://schemas.openxmlformats.org/officeDocument/2006/relationships" xmlns:a="http://schemas.openxmlformats.org/drawingml/2006/main" r:embed="R00a954c290e840f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04771E2-F517-416C-B9C6-96EBCEDC4635}"/>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B08D545-72F0-49DC-A95B-529BC5E4BF0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AF5EAB40-387F-40F5-985F-D0091FF08A84}"/>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C5F7530-D1FA-4346-B017-F6EE23E0180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97307905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0DF8935D-2BEC-4313-9790-3F5F1F39D82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58DEB59E-8BEF-40B2-B4D0-AFDA80CE3C7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ED7AB11-6AF6-4050-803E-C0FBF51E131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E3BCE350-BC50-43DD-A0DD-F1D8E7DF43F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BD1BEFE-E46E-4417-9D19-D0313BE7AA4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FEBA261-FA49-4359-A34C-ACEBA56080A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965B84A-8C58-4ED7-9F33-9E641988868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DDC36EA-6F07-4709-9B47-867CA60CD1C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63E3438-FD76-4378-9649-D2F54058CAB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79BBF88-0F81-4527-B8B0-A02075CC8D0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1DC3BE36-4A39-411B-A820-72EA7912641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7432AB8-7C92-429C-BD87-8EA556AFA9E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E5662677-10C7-4496-B6BB-4FB95F0DD82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36</a:t>
            </a:r>
          </a:p>
        </p:txBody>
      </p:sp>
      <p:sp>
        <p:nvSpPr>
          <p:cNvPr id="14" name="licence-footer">
            <a:extLst xmlns:a="http://schemas.openxmlformats.org/drawingml/2006/main">
              <a:ext uri="{FF2B5EF4-FFF2-40B4-BE49-F238E27FC236}">
                <a16:creationId xmlns:a16="http://schemas.microsoft.com/office/drawing/2014/main" id="{DF2BD55C-88DF-42E3-8D06-8035DEB708A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B98E947-1486-486A-BFFC-3744C3F662E3}"/>
              </a:ext>
            </a:extLst>
          </p:cNvPr>
          <p:cNvPicPr>
            <a:picLocks xmlns:a="http://schemas.openxmlformats.org/drawingml/2006/main" noChangeAspect="1"/>
          </p:cNvPicPr>
          <p:nvPr/>
        </p:nvPicPr>
        <p:blipFill>
          <a:blip xmlns:r="http://schemas.openxmlformats.org/officeDocument/2006/relationships" xmlns:a="http://schemas.openxmlformats.org/drawingml/2006/main" r:embed="Rbf0f5c3df81e43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45CAA49-F55C-4A2F-9918-B4126DBBCB53}"/>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F902ECB3-E2FA-4415-9B05-208FDF15F5E0}"/>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DF4D8C70-B0F5-4C2B-8EEA-514BC0154693}"/>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C32C5D2-6F0A-4054-8FDC-D3B9AACE9A1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982D995F-F91B-40BD-97B9-55F176BDC417}"/>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2C7F8E1-3CDB-472F-9A31-B95AE495E90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then add your own words.</a:t>
            </a:r>
          </a:p>
        </p:txBody>
      </p:sp>
      <p:sp>
        <p:nvSpPr>
          <p:cNvPr id="22" name="shape">
            <a:extLst xmlns:a="http://schemas.openxmlformats.org/drawingml/2006/main">
              <a:ext uri="{FF2B5EF4-FFF2-40B4-BE49-F238E27FC236}">
                <a16:creationId xmlns:a16="http://schemas.microsoft.com/office/drawing/2014/main" id="{9F3F0550-C076-4EF3-AF1E-B05CA9DBF270}"/>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99246E1E-E555-4EA4-9964-FAC24AA76FCA}"/>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hall case. Choose one caring act. Match it to a need. Say how it helps this community. Use</a:t>
            </a:r>
          </a:p>
        </p:txBody>
      </p:sp>
      <p:sp>
        <p:nvSpPr>
          <p:cNvPr id="24" name="shape">
            <a:extLst xmlns:a="http://schemas.openxmlformats.org/drawingml/2006/main">
              <a:ext uri="{FF2B5EF4-FFF2-40B4-BE49-F238E27FC236}">
                <a16:creationId xmlns:a16="http://schemas.microsoft.com/office/drawing/2014/main" id="{FA01F349-B400-485A-AA5C-842CD6DB17DC}"/>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87A4F9F-C6AB-4EE2-8D1D-8421B30BA0B7}"/>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community, need and care in your words or marks.</a:t>
            </a:r>
          </a:p>
        </p:txBody>
      </p:sp>
      <p:sp>
        <p:nvSpPr>
          <p:cNvPr id="26" name="shape">
            <a:extLst xmlns:a="http://schemas.openxmlformats.org/drawingml/2006/main">
              <a:ext uri="{FF2B5EF4-FFF2-40B4-BE49-F238E27FC236}">
                <a16:creationId xmlns:a16="http://schemas.microsoft.com/office/drawing/2014/main" id="{BE419F95-F485-4F0B-9B08-EFBCBE66F445}"/>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D8DC12E-8CE5-4F4A-BEC0-6901B63966E8}"/>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match: clear path — reach the table / clear path — hide the card. Add your own word or</a:t>
            </a:r>
          </a:p>
        </p:txBody>
      </p:sp>
      <p:sp>
        <p:nvSpPr>
          <p:cNvPr id="28" name="shape">
            <a:extLst xmlns:a="http://schemas.openxmlformats.org/drawingml/2006/main">
              <a:ext uri="{FF2B5EF4-FFF2-40B4-BE49-F238E27FC236}">
                <a16:creationId xmlns:a16="http://schemas.microsoft.com/office/drawing/2014/main" id="{6B2AAAD0-F669-483F-A021-02C947DD1A83}"/>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523EBFE-A659-4A3B-B360-2C9C9053FE81}"/>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phrase to say why the match works.</a:t>
            </a:r>
          </a:p>
        </p:txBody>
      </p:sp>
      <p:sp>
        <p:nvSpPr>
          <p:cNvPr id="30" name="shape">
            <a:extLst xmlns:a="http://schemas.openxmlformats.org/drawingml/2006/main">
              <a:ext uri="{FF2B5EF4-FFF2-40B4-BE49-F238E27FC236}">
                <a16:creationId xmlns:a16="http://schemas.microsoft.com/office/drawing/2014/main" id="{3E1E5448-66A6-49E0-A0C3-09973A8AF835}"/>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CEE21A0B-34E9-4CAA-B7B1-E1B97C0A4794}"/>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2" name="shape">
            <a:extLst xmlns:a="http://schemas.openxmlformats.org/drawingml/2006/main">
              <a:ext uri="{FF2B5EF4-FFF2-40B4-BE49-F238E27FC236}">
                <a16:creationId xmlns:a16="http://schemas.microsoft.com/office/drawing/2014/main" id="{CF35C217-F5FD-4466-AE1F-BA9521050BAF}"/>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59C117B5-7646-4028-A0C1-0B0B34D7218B}"/>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Community place [ ] / Need [ ] / Caring act [ ] / It helps by [ ] / My check [ ].</a:t>
            </a:r>
          </a:p>
        </p:txBody>
      </p:sp>
    </p:spTree>
    <p:extLst>
      <p:ext uri="{BB962C8B-B14F-4D97-AF65-F5344CB8AC3E}">
        <p14:creationId xmlns:p14="http://schemas.microsoft.com/office/powerpoint/2010/main" val="198783395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2D9ED9E-A6D3-4CCA-9136-CA91D0782A7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892A4BCC-4809-4007-96A2-FF6152382F8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80D4E00C-94CA-4DB2-88E6-5FD74C04FEB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EFE4EF3-502B-46F0-9976-8882DD028B1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4713630-D05E-4EF7-89D1-0240812A5FD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A9E6707-FE6F-4E8B-A3B9-0C02F5DEECA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89DD8FF-A0A0-47BF-AD0A-CB817EB5AC3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1144233-1AEF-4B5F-95A7-542B50254D4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9BBBC7D-E6E8-4791-8D63-8136FB46D5F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95C54B1-FF96-4157-923F-7860CF2A46C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C1E9726A-EB59-446B-A050-8AB27B1B2F5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A331002-5FB7-4B0C-88B3-9521F25AD27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F861786-E3E2-4759-BD75-01E434527B3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36</a:t>
            </a:r>
          </a:p>
        </p:txBody>
      </p:sp>
      <p:sp>
        <p:nvSpPr>
          <p:cNvPr id="14" name="licence-footer">
            <a:extLst xmlns:a="http://schemas.openxmlformats.org/drawingml/2006/main">
              <a:ext uri="{FF2B5EF4-FFF2-40B4-BE49-F238E27FC236}">
                <a16:creationId xmlns:a16="http://schemas.microsoft.com/office/drawing/2014/main" id="{6A0E276F-F3CD-43F3-936B-E9941050347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B738036-070B-460B-9A70-9B22EDF8DE8A}"/>
              </a:ext>
            </a:extLst>
          </p:cNvPr>
          <p:cNvPicPr>
            <a:picLocks xmlns:a="http://schemas.openxmlformats.org/drawingml/2006/main" noChangeAspect="1"/>
          </p:cNvPicPr>
          <p:nvPr/>
        </p:nvPicPr>
        <p:blipFill>
          <a:blip xmlns:r="http://schemas.openxmlformats.org/officeDocument/2006/relationships" xmlns:a="http://schemas.openxmlformats.org/drawingml/2006/main" r:embed="R3692173fb28f405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DD85E3B-8662-459F-895E-6C1E026DE19D}"/>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3F7C023-7127-437A-A474-5BDEA9C7332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1F9F7C3D-52FD-4514-87AC-2930A624411C}"/>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D3CA741-F6A6-4546-959E-14E9267F9B6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37EE4834-F92C-40FD-9666-CAE7BD8630A7}"/>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5EC40F9-C8B2-4BFF-8402-5A8A9AE4F15A}"/>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0170278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CAD68F3C-C3C3-4829-815F-FC75FB104D8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64175F1C-B6D6-4D07-BB96-A57E42BE8B1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7730BF6-DB29-452D-BAEF-02CA3EBBF36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0C1CCAC-CE1C-40DE-B405-89A821F2035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26C7307-F60B-466B-86B1-227A7D1EB96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709756D-0828-4F02-8D39-56F50FFAF89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B109AE1-4844-48E6-B2D9-78590F41840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387030F-E74E-4E89-8434-5A221A947CC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FDFFEC7-3266-4A7E-BE34-5D8BC67ADAC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4D417C1-D108-44A8-8494-6DFE9F48D87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D8FB44D1-3D7E-4261-8B19-711FF381477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78C84A3-D3FD-4249-8A53-4AC95019616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09DF8C9-305B-48DF-8822-C3F0A9D8205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36</a:t>
            </a:r>
          </a:p>
        </p:txBody>
      </p:sp>
      <p:sp>
        <p:nvSpPr>
          <p:cNvPr id="14" name="licence-footer">
            <a:extLst xmlns:a="http://schemas.openxmlformats.org/drawingml/2006/main">
              <a:ext uri="{FF2B5EF4-FFF2-40B4-BE49-F238E27FC236}">
                <a16:creationId xmlns:a16="http://schemas.microsoft.com/office/drawing/2014/main" id="{D2A5E9C2-B059-45D2-AE73-E2008F285CA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8DFB51A-D0E2-4788-BDC1-1847410B0858}"/>
              </a:ext>
            </a:extLst>
          </p:cNvPr>
          <p:cNvPicPr>
            <a:picLocks xmlns:a="http://schemas.openxmlformats.org/drawingml/2006/main" noChangeAspect="1"/>
          </p:cNvPicPr>
          <p:nvPr/>
        </p:nvPicPr>
        <p:blipFill>
          <a:blip xmlns:r="http://schemas.openxmlformats.org/officeDocument/2006/relationships" xmlns:a="http://schemas.openxmlformats.org/drawingml/2006/main" r:embed="R12535ced2d3140a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6246C08-92E6-42D2-8C8C-FE22F637F23D}"/>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5C1C45F-9AAC-4215-AE20-DA2897815A6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FA607105-446D-42B9-8253-3675D368579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EC25EDC-2CA2-46A6-A779-5ED31EE845D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6012C509-063F-4F93-BAFF-A2E96E5307BA}"/>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B32A10F-EE24-405D-9DDE-706584B2DD4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the task, then the extra part.</a:t>
            </a:r>
          </a:p>
        </p:txBody>
      </p:sp>
      <p:sp>
        <p:nvSpPr>
          <p:cNvPr id="22" name="shape">
            <a:extLst xmlns:a="http://schemas.openxmlformats.org/drawingml/2006/main">
              <a:ext uri="{FF2B5EF4-FFF2-40B4-BE49-F238E27FC236}">
                <a16:creationId xmlns:a16="http://schemas.microsoft.com/office/drawing/2014/main" id="{A32409DA-B3FB-4EF3-A457-2383E501549C}"/>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20655FE-2A6A-4C49-B179-505FA4AEB8F5}"/>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hall case. Choose one caring act. Match it to a need. Say how it helps this community. Use</a:t>
            </a:r>
          </a:p>
        </p:txBody>
      </p:sp>
      <p:sp>
        <p:nvSpPr>
          <p:cNvPr id="24" name="shape">
            <a:extLst xmlns:a="http://schemas.openxmlformats.org/drawingml/2006/main">
              <a:ext uri="{FF2B5EF4-FFF2-40B4-BE49-F238E27FC236}">
                <a16:creationId xmlns:a16="http://schemas.microsoft.com/office/drawing/2014/main" id="{9013D3A5-8D4D-4634-95B4-2FDFAD5DD284}"/>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F9F9319-DB69-4BBF-A37A-857E35AD5326}"/>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community, need and care in your words or marks.</a:t>
            </a:r>
          </a:p>
        </p:txBody>
      </p:sp>
      <p:sp>
        <p:nvSpPr>
          <p:cNvPr id="26" name="shape">
            <a:extLst xmlns:a="http://schemas.openxmlformats.org/drawingml/2006/main">
              <a:ext uri="{FF2B5EF4-FFF2-40B4-BE49-F238E27FC236}">
                <a16:creationId xmlns:a16="http://schemas.microsoft.com/office/drawing/2014/main" id="{C4E428C8-826D-4382-A9E9-503F0176ED52}"/>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097D3D2-C440-46EE-A301-3DC8A95F9782}"/>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second caring act from the case. Explain how it meets a different need.</a:t>
            </a:r>
          </a:p>
        </p:txBody>
      </p:sp>
      <p:sp>
        <p:nvSpPr>
          <p:cNvPr id="28" name="shape">
            <a:extLst xmlns:a="http://schemas.openxmlformats.org/drawingml/2006/main">
              <a:ext uri="{FF2B5EF4-FFF2-40B4-BE49-F238E27FC236}">
                <a16:creationId xmlns:a16="http://schemas.microsoft.com/office/drawing/2014/main" id="{A2C18768-967C-4D74-B4E8-369650BAF0ED}"/>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CEC6D90-2BE1-416C-805A-52E3210C2FF4}"/>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0" name="shape">
            <a:extLst xmlns:a="http://schemas.openxmlformats.org/drawingml/2006/main">
              <a:ext uri="{FF2B5EF4-FFF2-40B4-BE49-F238E27FC236}">
                <a16:creationId xmlns:a16="http://schemas.microsoft.com/office/drawing/2014/main" id="{ABB945EF-D754-40ED-8116-C76FF7EAA3C0}"/>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5A7C8B0-5F9E-4D44-B3D5-156994064A1A}"/>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Community place [ ] / Need [ ] / Caring act [ ] / It helps by [ ] / My check [ ].</a:t>
            </a:r>
          </a:p>
        </p:txBody>
      </p:sp>
      <p:sp>
        <p:nvSpPr>
          <p:cNvPr id="32" name="shape">
            <a:extLst xmlns:a="http://schemas.openxmlformats.org/drawingml/2006/main">
              <a:ext uri="{FF2B5EF4-FFF2-40B4-BE49-F238E27FC236}">
                <a16:creationId xmlns:a16="http://schemas.microsoft.com/office/drawing/2014/main" id="{30E4E511-FF7C-432E-A96B-6C6AEA48C118}"/>
              </a:ext>
            </a:extLst>
          </p:cNvPr>
          <p:cNvSpPr>
            <a:spLocks xmlns:a="http://schemas.openxmlformats.org/drawingml/2006/main" noGrp="1"/>
          </p:cNvSpPr>
          <p:nvPr/>
        </p:nvSpPr>
        <p:spPr>
          <a:xfrm xmlns:a="http://schemas.openxmlformats.org/drawingml/2006/main">
            <a:off x="409575" y="4800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2C821379-A152-481D-8006-8D751E6675BA}"/>
              </a:ext>
            </a:extLst>
          </p:cNvPr>
          <p:cNvSpPr>
            <a:spLocks xmlns:a="http://schemas.openxmlformats.org/drawingml/2006/main" noGrp="1"/>
          </p:cNvSpPr>
          <p:nvPr/>
        </p:nvSpPr>
        <p:spPr>
          <a:xfrm xmlns:a="http://schemas.openxmlformats.org/drawingml/2006/main">
            <a:off x="457200" y="4810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106744154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3E37733-8518-47C8-A477-D06F3B30907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1E4911CE-3BED-4FEB-B278-6E74146981F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B8FDC2F-3BC6-4EEC-BD31-FD7105F2001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A7A5B5A-B383-4B48-B04D-3E623462790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1161FCC-8F27-4638-8758-C41718AA244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483DE08-16FE-453B-8260-88FF4D3382A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F800792-A761-4746-8906-7EFB494D1C2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021496A-2095-4BD8-BC51-F4C60B14D35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928B942-115D-4924-A093-C10FFE0E40E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43A0DAD-9FDD-438C-98E9-E1D4ED2FC4C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8B4AC4AE-B8A0-454E-9C75-468BE955FA0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8FE422B-8698-47E6-B552-A8D2EA33B53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407BDAA5-ED96-48F2-9BB5-A27BCD2FB34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36</a:t>
            </a:r>
          </a:p>
        </p:txBody>
      </p:sp>
      <p:sp>
        <p:nvSpPr>
          <p:cNvPr id="14" name="licence-footer">
            <a:extLst xmlns:a="http://schemas.openxmlformats.org/drawingml/2006/main">
              <a:ext uri="{FF2B5EF4-FFF2-40B4-BE49-F238E27FC236}">
                <a16:creationId xmlns:a16="http://schemas.microsoft.com/office/drawing/2014/main" id="{C13741D5-EFC8-4B6D-944A-E404D2DEB30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6C95F75-C986-4E43-9A24-C2BF531A3AF3}"/>
              </a:ext>
            </a:extLst>
          </p:cNvPr>
          <p:cNvPicPr>
            <a:picLocks xmlns:a="http://schemas.openxmlformats.org/drawingml/2006/main" noChangeAspect="1"/>
          </p:cNvPicPr>
          <p:nvPr/>
        </p:nvPicPr>
        <p:blipFill>
          <a:blip xmlns:r="http://schemas.openxmlformats.org/officeDocument/2006/relationships" xmlns:a="http://schemas.openxmlformats.org/drawingml/2006/main" r:embed="Rf45b5a5742c943d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9EB8A18-53B4-4461-8159-5948DDBB8AC6}"/>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C366AB7-C68C-403A-926C-E6D4F0F4B93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54858B81-F971-4C41-A9D6-A1E83A536015}"/>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D42A242-62BD-4716-A53E-8508C8971EB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14026357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89FB619-0798-46D9-A2A4-36CEF9715FE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2AC2C41B-51A3-4B8E-AC21-9561E377B43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C2C27FE6-ECF2-49E1-A3CC-F91B6DCF1C8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5EE793D9-7275-438F-847E-CAF5530BA96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D8DB715-6C7E-4466-B756-E2730322FE8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27FC7DC-FC77-4370-8D21-927266634DF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B1384CC-3DFA-4D59-83F0-61317457E76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2F0067C-2A5E-4590-9C5C-1D65C21775C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5CE5DCE-D759-4A6F-8CB4-87FE00139F3C}"/>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2BA8C1B-8D39-4F1A-A0CC-40B377498B3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4B7BD360-3FC7-49B1-A582-C9201775236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FCF73E6-BB78-4155-B061-0B3121CB012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81F6D563-D0DB-4545-9177-39A4B6CC3E1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36</a:t>
            </a:r>
          </a:p>
        </p:txBody>
      </p:sp>
      <p:sp>
        <p:nvSpPr>
          <p:cNvPr id="14" name="licence-footer">
            <a:extLst xmlns:a="http://schemas.openxmlformats.org/drawingml/2006/main">
              <a:ext uri="{FF2B5EF4-FFF2-40B4-BE49-F238E27FC236}">
                <a16:creationId xmlns:a16="http://schemas.microsoft.com/office/drawing/2014/main" id="{2EAFD54B-FBFA-4BB1-9572-BC1B174AB19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8C2FDC0-3446-4F70-BA46-A2A764E35D5F}"/>
              </a:ext>
            </a:extLst>
          </p:cNvPr>
          <p:cNvPicPr>
            <a:picLocks xmlns:a="http://schemas.openxmlformats.org/drawingml/2006/main" noChangeAspect="1"/>
          </p:cNvPicPr>
          <p:nvPr/>
        </p:nvPicPr>
        <p:blipFill>
          <a:blip xmlns:r="http://schemas.openxmlformats.org/officeDocument/2006/relationships" xmlns:a="http://schemas.openxmlformats.org/drawingml/2006/main" r:embed="Rdd062dfab67a4fd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290E024-9194-4A71-AE68-A6B61F9DB43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6ABE0983-F0D7-473F-BEC9-52FB4042C5C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only the fresh source. You may pass.</a:t>
            </a:r>
          </a:p>
        </p:txBody>
      </p:sp>
      <p:sp>
        <p:nvSpPr>
          <p:cNvPr id="18" name="pupil-text">
            <a:extLst xmlns:a="http://schemas.openxmlformats.org/drawingml/2006/main">
              <a:ext uri="{FF2B5EF4-FFF2-40B4-BE49-F238E27FC236}">
                <a16:creationId xmlns:a16="http://schemas.microsoft.com/office/drawing/2014/main" id="{674A8905-0F02-4E59-B780-BFE9A669BD9D}"/>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library case: A person asks for a seat to rest. A helper points out a free chair and</a:t>
            </a:r>
          </a:p>
        </p:txBody>
      </p:sp>
      <p:sp>
        <p:nvSpPr>
          <p:cNvPr id="19" name="pupil-text">
            <a:extLst xmlns:a="http://schemas.openxmlformats.org/drawingml/2006/main">
              <a:ext uri="{FF2B5EF4-FFF2-40B4-BE49-F238E27FC236}">
                <a16:creationId xmlns:a16="http://schemas.microsoft.com/office/drawing/2014/main" id="{A3799888-4B4A-4E8E-9869-8E77B3634E39}"/>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asks if it suits them. The person can choose it or say no.</a:t>
            </a:r>
          </a:p>
        </p:txBody>
      </p:sp>
      <p:sp>
        <p:nvSpPr>
          <p:cNvPr id="20" name="pupil-text">
            <a:extLst xmlns:a="http://schemas.openxmlformats.org/drawingml/2006/main">
              <a:ext uri="{FF2B5EF4-FFF2-40B4-BE49-F238E27FC236}">
                <a16:creationId xmlns:a16="http://schemas.microsoft.com/office/drawing/2014/main" id="{EC21345C-3398-4022-AC60-3CB9276F0895}"/>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confidence: 1 = not sure yet; 2 = some is clear; 3 = I can show it.</a:t>
            </a:r>
          </a:p>
        </p:txBody>
      </p:sp>
    </p:spTree>
    <p:extLst>
      <p:ext uri="{BB962C8B-B14F-4D97-AF65-F5344CB8AC3E}">
        <p14:creationId xmlns:p14="http://schemas.microsoft.com/office/powerpoint/2010/main" val="179474056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4A23B8E-9DAD-419D-B383-9217BB8F1B4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8095E251-899D-4C02-BDAB-9F456A519DB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FF8E44C-441C-493B-AEE5-FE60D7D492E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F37C3F8B-71B7-42DF-A423-F9E27860ACF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B0E3B91-66C6-49FC-854B-3A32E792A80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6D64275-8D34-4E17-AB17-35BF34C6A92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D971267-0F7A-4310-8B4D-FE3FFE2CD6F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CD94C19-FF78-456E-B797-8DF745E4404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29E410C-BD61-4368-91B9-DAB3EB1CF5C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F7AB26-6D42-4486-B108-D05696E1DE4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4B35CEA5-1EFE-4756-B15F-2A123104434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1D190C0-67B3-4BA1-BE5A-0FF3DF30010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593B73A-69B0-4BA2-A1B8-808B3E2F124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36</a:t>
            </a:r>
          </a:p>
        </p:txBody>
      </p:sp>
      <p:sp>
        <p:nvSpPr>
          <p:cNvPr id="14" name="licence-footer">
            <a:extLst xmlns:a="http://schemas.openxmlformats.org/drawingml/2006/main">
              <a:ext uri="{FF2B5EF4-FFF2-40B4-BE49-F238E27FC236}">
                <a16:creationId xmlns:a16="http://schemas.microsoft.com/office/drawing/2014/main" id="{C1A4ABC2-41AD-40F4-9EF2-B484A64394C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2A1D00D-3567-4890-BD57-CCD4D8A6086E}"/>
              </a:ext>
            </a:extLst>
          </p:cNvPr>
          <p:cNvPicPr>
            <a:picLocks xmlns:a="http://schemas.openxmlformats.org/drawingml/2006/main" noChangeAspect="1"/>
          </p:cNvPicPr>
          <p:nvPr/>
        </p:nvPicPr>
        <p:blipFill>
          <a:blip xmlns:r="http://schemas.openxmlformats.org/officeDocument/2006/relationships" xmlns:a="http://schemas.openxmlformats.org/drawingml/2006/main" r:embed="R30e6b348c26d417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2609FDA-2CFD-4E31-864D-8215195538E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library case: A person asks for a seat to rest. A helper points out a free chair and</a:t>
            </a:r>
          </a:p>
        </p:txBody>
      </p:sp>
      <p:sp>
        <p:nvSpPr>
          <p:cNvPr id="17" name="pupil-text">
            <a:extLst xmlns:a="http://schemas.openxmlformats.org/drawingml/2006/main">
              <a:ext uri="{FF2B5EF4-FFF2-40B4-BE49-F238E27FC236}">
                <a16:creationId xmlns:a16="http://schemas.microsoft.com/office/drawing/2014/main" id="{AA10129F-4FD2-412C-A1D7-55EA9D74928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asks if it suits them. The person can choose it or say no.</a:t>
            </a:r>
          </a:p>
        </p:txBody>
      </p:sp>
      <p:sp>
        <p:nvSpPr>
          <p:cNvPr id="18" name="shape">
            <a:extLst xmlns:a="http://schemas.openxmlformats.org/drawingml/2006/main">
              <a:ext uri="{FF2B5EF4-FFF2-40B4-BE49-F238E27FC236}">
                <a16:creationId xmlns:a16="http://schemas.microsoft.com/office/drawing/2014/main" id="{42950C50-9908-4458-8DC0-8F0076CA6204}"/>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8936ABB-C11F-45C8-9222-6AFC95CA182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Tree>
    <p:extLst>
      <p:ext uri="{BB962C8B-B14F-4D97-AF65-F5344CB8AC3E}">
        <p14:creationId xmlns:p14="http://schemas.microsoft.com/office/powerpoint/2010/main" val="151241129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BD1CCE9-9A7E-4D3B-8F1A-766544C424B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2A1E047F-FE56-493E-86CF-4549B1A4B33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1807365-715B-4A44-AF5B-8357F2B20B9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79B5E1B9-5269-47C7-AC4C-24CC808C687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46D20C7-440B-4B97-8899-21434BC137D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22E0AC-6F30-4188-A6F6-CA4AE50AF0D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A6FDFE9-170D-42F2-84A8-C731D5A9261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00B786B-DD2A-432D-B689-C39ADC3851D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1197111-B2C0-4A1C-A13D-9910A1560CAE}"/>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A07D2BA-601A-4DCB-B02B-95A1284BAA9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ECC963A6-1BBE-48E0-8179-9E8922F2C0F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5F86EF1-FF56-4960-AED3-F2735446D00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910E540-67BF-4769-8366-0BFF5D34B90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36</a:t>
            </a:r>
          </a:p>
        </p:txBody>
      </p:sp>
      <p:sp>
        <p:nvSpPr>
          <p:cNvPr id="14" name="licence-footer">
            <a:extLst xmlns:a="http://schemas.openxmlformats.org/drawingml/2006/main">
              <a:ext uri="{FF2B5EF4-FFF2-40B4-BE49-F238E27FC236}">
                <a16:creationId xmlns:a16="http://schemas.microsoft.com/office/drawing/2014/main" id="{83EC80D9-9D87-445A-9626-6C671AEEE66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B728755-74B9-4750-B531-E4C3C26F409A}"/>
              </a:ext>
            </a:extLst>
          </p:cNvPr>
          <p:cNvPicPr>
            <a:picLocks xmlns:a="http://schemas.openxmlformats.org/drawingml/2006/main" noChangeAspect="1"/>
          </p:cNvPicPr>
          <p:nvPr/>
        </p:nvPicPr>
        <p:blipFill>
          <a:blip xmlns:r="http://schemas.openxmlformats.org/officeDocument/2006/relationships" xmlns:a="http://schemas.openxmlformats.org/drawingml/2006/main" r:embed="R35df6f25613444c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7F5D6DA-0CD2-42E6-9D47-67691FD9952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4335344C-2F32-4367-8727-D7932FE29BFD}"/>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3FDB419C-6D49-4752-810F-1069CBC5F5D0}"/>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helper offer a chair or block the way?</a:t>
            </a:r>
          </a:p>
        </p:txBody>
      </p:sp>
      <p:sp>
        <p:nvSpPr>
          <p:cNvPr id="19" name="pupil-text">
            <a:extLst xmlns:a="http://schemas.openxmlformats.org/drawingml/2006/main">
              <a:ext uri="{FF2B5EF4-FFF2-40B4-BE49-F238E27FC236}">
                <a16:creationId xmlns:a16="http://schemas.microsoft.com/office/drawing/2014/main" id="{F82382ED-3DD4-4E68-9009-1CBAF50274E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8551CCA4-FE6E-4DEF-9A4F-B00B3C52975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need did the act meet?</a:t>
            </a:r>
          </a:p>
        </p:txBody>
      </p:sp>
    </p:spTree>
    <p:extLst>
      <p:ext uri="{BB962C8B-B14F-4D97-AF65-F5344CB8AC3E}">
        <p14:creationId xmlns:p14="http://schemas.microsoft.com/office/powerpoint/2010/main" val="133350220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10EA623-98BB-4583-8942-17D46938A33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93F9BA63-0CA4-41B1-925F-2513AC56B22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FC4406E2-202D-462C-8FF2-9788CC10A89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A7CB27CF-E288-43B3-ADCB-7899617D463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7623016-C605-4827-97CE-3531BDBAE80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811D3F7-FAEE-4CE6-B9F2-518B728B6CA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354A9A1-A2F5-4B01-A0B8-967F68D77FD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AC3C135-BC86-4D52-8AFF-BA2E48DD686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B0CB302-F214-4D31-9131-0222E1FB67A5}"/>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76A072A-22C1-4A71-85F3-6447A5FA47C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F7C3B4C5-2200-45C4-9BF1-65702F624BE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4373FC3-0E68-474D-8A8D-7C82EF8C092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9BC9273-6C6B-4774-8185-700E016C5E9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36</a:t>
            </a:r>
          </a:p>
        </p:txBody>
      </p:sp>
      <p:sp>
        <p:nvSpPr>
          <p:cNvPr id="14" name="licence-footer">
            <a:extLst xmlns:a="http://schemas.openxmlformats.org/drawingml/2006/main">
              <a:ext uri="{FF2B5EF4-FFF2-40B4-BE49-F238E27FC236}">
                <a16:creationId xmlns:a16="http://schemas.microsoft.com/office/drawing/2014/main" id="{A919BD7E-2ABE-44DF-A019-533337867F7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7FEC926-368E-4E03-AC00-AC96164FD341}"/>
              </a:ext>
            </a:extLst>
          </p:cNvPr>
          <p:cNvPicPr>
            <a:picLocks xmlns:a="http://schemas.openxmlformats.org/drawingml/2006/main" noChangeAspect="1"/>
          </p:cNvPicPr>
          <p:nvPr/>
        </p:nvPicPr>
        <p:blipFill>
          <a:blip xmlns:r="http://schemas.openxmlformats.org/officeDocument/2006/relationships" xmlns:a="http://schemas.openxmlformats.org/drawingml/2006/main" r:embed="R1b3b99f4dc854d4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55FEBFF-DD80-4531-9430-3102AD606DA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E2F3F957-5D3A-4A92-9D21-C885C145642F}"/>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92E371D2-DDB5-4C7F-AE58-389EF3461222}"/>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one caring act in the case.</a:t>
            </a:r>
          </a:p>
        </p:txBody>
      </p:sp>
      <p:sp>
        <p:nvSpPr>
          <p:cNvPr id="19" name="pupil-text">
            <a:extLst xmlns:a="http://schemas.openxmlformats.org/drawingml/2006/main">
              <a:ext uri="{FF2B5EF4-FFF2-40B4-BE49-F238E27FC236}">
                <a16:creationId xmlns:a16="http://schemas.microsoft.com/office/drawing/2014/main" id="{8B2C347B-A55E-48FF-8518-A896FCE65A3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239C8811-86DA-4135-9581-52F0EC5D1DA7}"/>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Which stated need does it meet?</a:t>
            </a:r>
          </a:p>
        </p:txBody>
      </p:sp>
    </p:spTree>
    <p:extLst>
      <p:ext uri="{BB962C8B-B14F-4D97-AF65-F5344CB8AC3E}">
        <p14:creationId xmlns:p14="http://schemas.microsoft.com/office/powerpoint/2010/main" val="24184402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E1DE668-DB52-421D-808F-DF77E81ABD0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4</a:t>
            </a:r>
          </a:p>
        </p:txBody>
      </p:sp>
      <p:sp>
        <p:nvSpPr>
          <p:cNvPr id="2" name="stage-clock">
            <a:extLst xmlns:a="http://schemas.openxmlformats.org/drawingml/2006/main">
              <a:ext uri="{FF2B5EF4-FFF2-40B4-BE49-F238E27FC236}">
                <a16:creationId xmlns:a16="http://schemas.microsoft.com/office/drawing/2014/main" id="{6BB4E2EE-47A0-40A0-94FC-6C12F2DFC1B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DF412EB-F7B7-40CD-9CFE-23E8D5BB718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0C7B67C8-B7AB-4F81-9506-5606F4FF87C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F101165-9769-4310-A24F-47F1737A73E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57AD266-2FD4-4425-B4AA-4D7D8B11A54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FB18A1E-F6A2-485C-8662-7AD3FF5A0F4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E8701AE-020D-4D0A-A2E3-55DE7B34B69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262075-A273-426D-9AE6-8B0177C6CE72}"/>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4BCF37E-9C4A-4516-8821-D42FCB9E965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spot care in a community.</a:t>
            </a:r>
          </a:p>
        </p:txBody>
      </p:sp>
      <p:sp>
        <p:nvSpPr>
          <p:cNvPr id="11" name="re-framing">
            <a:extLst xmlns:a="http://schemas.openxmlformats.org/drawingml/2006/main">
              <a:ext uri="{FF2B5EF4-FFF2-40B4-BE49-F238E27FC236}">
                <a16:creationId xmlns:a16="http://schemas.microsoft.com/office/drawing/2014/main" id="{234818AB-D690-4870-B340-C0BC6341929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E3D4B8E-9F70-4DB2-84D5-229C2D31CE8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327739B-755C-4FFF-A6CD-C598082E0AF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36</a:t>
            </a:r>
          </a:p>
        </p:txBody>
      </p:sp>
      <p:sp>
        <p:nvSpPr>
          <p:cNvPr id="14" name="licence-footer">
            <a:extLst xmlns:a="http://schemas.openxmlformats.org/drawingml/2006/main">
              <a:ext uri="{FF2B5EF4-FFF2-40B4-BE49-F238E27FC236}">
                <a16:creationId xmlns:a16="http://schemas.microsoft.com/office/drawing/2014/main" id="{C80D7D60-F52D-4FF8-9AAC-FECC4F75539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6747CD0-4BCB-4A16-9D33-04D48940F604}"/>
              </a:ext>
            </a:extLst>
          </p:cNvPr>
          <p:cNvPicPr>
            <a:picLocks xmlns:a="http://schemas.openxmlformats.org/drawingml/2006/main" noChangeAspect="1"/>
          </p:cNvPicPr>
          <p:nvPr/>
        </p:nvPicPr>
        <p:blipFill>
          <a:blip xmlns:r="http://schemas.openxmlformats.org/officeDocument/2006/relationships" xmlns:a="http://schemas.openxmlformats.org/drawingml/2006/main" r:embed="R22de130926914df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67FBCAD-A72A-431B-A6BD-D9CC630D425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E2B2D309-DF32-4201-8E67-7CB7B93931FA}"/>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6755CBBC-CF8D-4553-B2AB-0EB29063ECF3}"/>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a caring act to the stated need.</a:t>
            </a:r>
          </a:p>
        </p:txBody>
      </p:sp>
      <p:sp>
        <p:nvSpPr>
          <p:cNvPr id="19" name="pupil-text">
            <a:extLst xmlns:a="http://schemas.openxmlformats.org/drawingml/2006/main">
              <a:ext uri="{FF2B5EF4-FFF2-40B4-BE49-F238E27FC236}">
                <a16:creationId xmlns:a16="http://schemas.microsoft.com/office/drawing/2014/main" id="{AF278CB3-AD2B-4595-B77B-B396F21EB6D8}"/>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9F3CACD6-945A-40DD-B288-07854271769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does the helper respect the person’s choice?</a:t>
            </a:r>
          </a:p>
        </p:txBody>
      </p:sp>
    </p:spTree>
    <p:extLst>
      <p:ext uri="{BB962C8B-B14F-4D97-AF65-F5344CB8AC3E}">
        <p14:creationId xmlns:p14="http://schemas.microsoft.com/office/powerpoint/2010/main" val="216814747"/>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do people care in a shared place?</dc:title>
  <dcterms:created xsi:type="dcterms:W3CDTF">2026-10-13T23:20:21.0040000Z</dcterms:created>
  <dcterms:modified xsi:type="dcterms:W3CDTF">2026-10-13T23:20:21.0040000Z</dcterms:modified>
  <dc:subject>BUILD-RE-S1-W04</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