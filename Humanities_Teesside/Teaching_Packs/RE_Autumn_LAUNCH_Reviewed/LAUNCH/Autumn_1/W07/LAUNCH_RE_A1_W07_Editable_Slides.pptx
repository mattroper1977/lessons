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2149fed74de432c" Type="http://schemas.openxmlformats.org/officeDocument/2006/relationships/officeDocument" Target="ppt/presentation.xml"/><Relationship Id="R2923f35fffb54c1b" Type="http://schemas.openxmlformats.org/officeDocument/2006/relationships/extended-properties" Target="docProps/app.xml"/><Relationship Id="R81818727d32e4bda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0716c8c26c42a5"/>
  </p:sldMasterIdLst>
  <p:notesMasterIdLst>
    <p:notesMasterId xmlns:r="http://schemas.openxmlformats.org/officeDocument/2006/relationships" r:id="R0b8f518a3d8c4630"/>
  </p:notesMasterIdLst>
  <p:sldIdLst>
    <p:sldId xmlns:r="http://schemas.openxmlformats.org/officeDocument/2006/relationships" id="256" r:id="Rb2f4986d833b4660"/>
    <p:sldId xmlns:r="http://schemas.openxmlformats.org/officeDocument/2006/relationships" id="257" r:id="Rea64d34ca9f64c5b"/>
    <p:sldId xmlns:r="http://schemas.openxmlformats.org/officeDocument/2006/relationships" id="258" r:id="R66309aaf27ef4917"/>
    <p:sldId xmlns:r="http://schemas.openxmlformats.org/officeDocument/2006/relationships" id="259" r:id="R1341a136a6084801"/>
    <p:sldId xmlns:r="http://schemas.openxmlformats.org/officeDocument/2006/relationships" id="260" r:id="Rd13de85653714932"/>
    <p:sldId xmlns:r="http://schemas.openxmlformats.org/officeDocument/2006/relationships" id="261" r:id="Ra863f9f03f9f4645"/>
    <p:sldId xmlns:r="http://schemas.openxmlformats.org/officeDocument/2006/relationships" id="262" r:id="Red484b768c024e26"/>
    <p:sldId xmlns:r="http://schemas.openxmlformats.org/officeDocument/2006/relationships" id="263" r:id="Rf7b888ff979544cf"/>
    <p:sldId xmlns:r="http://schemas.openxmlformats.org/officeDocument/2006/relationships" id="264" r:id="R5376f436f89249bb"/>
    <p:sldId xmlns:r="http://schemas.openxmlformats.org/officeDocument/2006/relationships" id="265" r:id="R52309ec6e50840ac"/>
    <p:sldId xmlns:r="http://schemas.openxmlformats.org/officeDocument/2006/relationships" id="266" r:id="R0b1cadc4ffd849c0"/>
    <p:sldId xmlns:r="http://schemas.openxmlformats.org/officeDocument/2006/relationships" id="267" r:id="R54ed4532d9d14ac2"/>
    <p:sldId xmlns:r="http://schemas.openxmlformats.org/officeDocument/2006/relationships" id="268" r:id="R8fdbbbcb8a924998"/>
    <p:sldId xmlns:r="http://schemas.openxmlformats.org/officeDocument/2006/relationships" id="269" r:id="R0c2a2171d6994990"/>
    <p:sldId xmlns:r="http://schemas.openxmlformats.org/officeDocument/2006/relationships" id="270" r:id="R3f68577b5a594c3a"/>
    <p:sldId xmlns:r="http://schemas.openxmlformats.org/officeDocument/2006/relationships" id="271" r:id="Rd4a8fcd0976e4532"/>
    <p:sldId xmlns:r="http://schemas.openxmlformats.org/officeDocument/2006/relationships" id="272" r:id="R3356bc500fec4f7d"/>
    <p:sldId xmlns:r="http://schemas.openxmlformats.org/officeDocument/2006/relationships" id="273" r:id="R3c414f325bca4b4a"/>
    <p:sldId xmlns:r="http://schemas.openxmlformats.org/officeDocument/2006/relationships" id="274" r:id="R6f5153fdb64e42ea"/>
    <p:sldId xmlns:r="http://schemas.openxmlformats.org/officeDocument/2006/relationships" id="275" r:id="Re50f42b532404b30"/>
    <p:sldId xmlns:r="http://schemas.openxmlformats.org/officeDocument/2006/relationships" id="276" r:id="R7ac4c0aa226d43a0"/>
    <p:sldId xmlns:r="http://schemas.openxmlformats.org/officeDocument/2006/relationships" id="277" r:id="R811fa15ffb594f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b898ea36794574" Type="http://schemas.openxmlformats.org/officeDocument/2006/relationships/theme" Target="theme/theme1.xml"/><Relationship Id="R0b1cadc4ffd849c0" Type="http://schemas.openxmlformats.org/officeDocument/2006/relationships/slide" Target="slides/slide11.xml"/><Relationship Id="R0b8f518a3d8c4630" Type="http://schemas.openxmlformats.org/officeDocument/2006/relationships/notesMaster" Target="notesMasters/notesMaster1.xml"/><Relationship Id="R0c2a2171d6994990" Type="http://schemas.openxmlformats.org/officeDocument/2006/relationships/slide" Target="slides/slide14.xml"/><Relationship Id="R1341a136a6084801" Type="http://schemas.openxmlformats.org/officeDocument/2006/relationships/slide" Target="slides/slide4.xml"/><Relationship Id="R3356bc500fec4f7d" Type="http://schemas.openxmlformats.org/officeDocument/2006/relationships/slide" Target="slides/slide17.xml"/><Relationship Id="R3c414f325bca4b4a" Type="http://schemas.openxmlformats.org/officeDocument/2006/relationships/slide" Target="slides/slide18.xml"/><Relationship Id="R3f68577b5a594c3a" Type="http://schemas.openxmlformats.org/officeDocument/2006/relationships/slide" Target="slides/slide15.xml"/><Relationship Id="R52309ec6e50840ac" Type="http://schemas.openxmlformats.org/officeDocument/2006/relationships/slide" Target="slides/slide10.xml"/><Relationship Id="R5376f436f89249bb" Type="http://schemas.openxmlformats.org/officeDocument/2006/relationships/slide" Target="slides/slide9.xml"/><Relationship Id="R54ed4532d9d14ac2" Type="http://schemas.openxmlformats.org/officeDocument/2006/relationships/slide" Target="slides/slide12.xml"/><Relationship Id="R5fa81f3a19cc47de" Type="http://schemas.openxmlformats.org/officeDocument/2006/relationships/tableStyles" Target="tableStyles.xml"/><Relationship Id="R66309aaf27ef4917" Type="http://schemas.openxmlformats.org/officeDocument/2006/relationships/slide" Target="slides/slide3.xml"/><Relationship Id="R6f5153fdb64e42ea" Type="http://schemas.openxmlformats.org/officeDocument/2006/relationships/slide" Target="slides/slide19.xml"/><Relationship Id="R780716c8c26c42a5" Type="http://schemas.openxmlformats.org/officeDocument/2006/relationships/slideMaster" Target="slideMasters/slideMaster1.xml"/><Relationship Id="R7ac4c0aa226d43a0" Type="http://schemas.openxmlformats.org/officeDocument/2006/relationships/slide" Target="slides/slide21.xml"/><Relationship Id="R811fa15ffb594fc6" Type="http://schemas.openxmlformats.org/officeDocument/2006/relationships/slide" Target="slides/slide22.xml"/><Relationship Id="R8fdbbbcb8a924998" Type="http://schemas.openxmlformats.org/officeDocument/2006/relationships/slide" Target="slides/slide13.xml"/><Relationship Id="Ra863f9f03f9f4645" Type="http://schemas.openxmlformats.org/officeDocument/2006/relationships/slide" Target="slides/slide6.xml"/><Relationship Id="Rb2f4986d833b4660" Type="http://schemas.openxmlformats.org/officeDocument/2006/relationships/slide" Target="slides/slide1.xml"/><Relationship Id="Rd13de85653714932" Type="http://schemas.openxmlformats.org/officeDocument/2006/relationships/slide" Target="slides/slide5.xml"/><Relationship Id="Rd4a8fcd0976e4532" Type="http://schemas.openxmlformats.org/officeDocument/2006/relationships/slide" Target="slides/slide16.xml"/><Relationship Id="Re50f42b532404b30" Type="http://schemas.openxmlformats.org/officeDocument/2006/relationships/slide" Target="slides/slide20.xml"/><Relationship Id="Rea64d34ca9f64c5b" Type="http://schemas.openxmlformats.org/officeDocument/2006/relationships/slide" Target="slides/slide2.xml"/><Relationship Id="Red484b768c024e26" Type="http://schemas.openxmlformats.org/officeDocument/2006/relationships/slide" Target="slides/slide7.xml"/><Relationship Id="Rf0e924e682134da4" Type="http://schemas.openxmlformats.org/officeDocument/2006/relationships/presProps" Target="presProps.xml"/><Relationship Id="Rf7b888ff979544cf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3d0243f9abc844d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d1aca658aeb49a9" Type="http://schemas.openxmlformats.org/officeDocument/2006/relationships/slide" Target="../slides/slide1.xml"/><Relationship Id="Rb14e5d3b91ad479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4f975dee1884227" Type="http://schemas.openxmlformats.org/officeDocument/2006/relationships/slide" Target="../slides/slide2.xml"/><Relationship Id="R830a3f68ae5d42a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6a60f9075b5a4c8a" Type="http://schemas.openxmlformats.org/officeDocument/2006/relationships/notesMaster" Target="../notesMasters/notesMaster1.xml"/><Relationship Id="Rcb41eb9dc24a4bd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211713f6b0948b9" Type="http://schemas.openxmlformats.org/officeDocument/2006/relationships/slide" Target="../slides/slide4.xml"/><Relationship Id="Rac0fe0b5567c431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c99f4ed1d45a44da" Type="http://schemas.openxmlformats.org/officeDocument/2006/relationships/notesMaster" Target="../notesMasters/notesMaster1.xml"/><Relationship Id="Rf0a3419d2ab249d0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e0ed35637514b2d" Type="http://schemas.openxmlformats.org/officeDocument/2006/relationships/notesMaster" Target="../notesMasters/notesMaster1.xml"/><Relationship Id="Rddabe7103a144789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87d505d74934385" Type="http://schemas.openxmlformats.org/officeDocument/2006/relationships/notesMaster" Target="../notesMasters/notesMaster1.xml"/><Relationship Id="R1ea896dd9b7b416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f638621fba64981" Type="http://schemas.openxmlformats.org/officeDocument/2006/relationships/notesMaster" Target="../notesMasters/notesMaster1.xml"/><Relationship Id="Rb589dde44cfc469b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b5418c4f04544c07" Type="http://schemas.openxmlformats.org/officeDocument/2006/relationships/slide" Target="../slides/slide9.xml"/><Relationship Id="Rc8c3c0096ded477e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b11b0210bbc64c8e" Type="http://schemas.openxmlformats.org/officeDocument/2006/relationships/notesMaster" Target="../notesMasters/notesMaster1.xml"/><Relationship Id="Rd155e4e059ad402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2fce5baa34941db" Type="http://schemas.openxmlformats.org/officeDocument/2006/relationships/notesMaster" Target="../notesMasters/notesMaster1.xml"/><Relationship Id="R26dd23fa553647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144b60d341f487d" Type="http://schemas.openxmlformats.org/officeDocument/2006/relationships/notesMaster" Target="../notesMasters/notesMaster1.xml"/><Relationship Id="R752b69f3eb29487e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117a6cba9b24024" Type="http://schemas.openxmlformats.org/officeDocument/2006/relationships/slide" Target="../slides/slide13.xml"/><Relationship Id="Rd6d38d50085748f8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4271727f04514a22" Type="http://schemas.openxmlformats.org/officeDocument/2006/relationships/notesMaster" Target="../notesMasters/notesMaster1.xml"/><Relationship Id="Rb6d33e433d044003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383e47c6b553480d" Type="http://schemas.openxmlformats.org/officeDocument/2006/relationships/slide" Target="../slides/slide15.xml"/><Relationship Id="Rcdb4cba071c34fe5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375f5e021b2441c8" Type="http://schemas.openxmlformats.org/officeDocument/2006/relationships/notesMaster" Target="../notesMasters/notesMaster1.xml"/><Relationship Id="R379174fe22bd471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66df42b2a634182" Type="http://schemas.openxmlformats.org/officeDocument/2006/relationships/notesMaster" Target="../notesMasters/notesMaster1.xml"/><Relationship Id="R2eb76b64f1d34a3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d3f69182653643a1" Type="http://schemas.openxmlformats.org/officeDocument/2006/relationships/slide" Target="../slides/slide18.xml"/><Relationship Id="Rf11f9ca397b34c6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6e229f112cf468d" Type="http://schemas.openxmlformats.org/officeDocument/2006/relationships/slide" Target="../slides/slide19.xml"/><Relationship Id="Rbd08dce8c856444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cbe6996f4f874c8a" Type="http://schemas.openxmlformats.org/officeDocument/2006/relationships/notesMaster" Target="../notesMasters/notesMaster1.xml"/><Relationship Id="Rfe3052bb16ba4a05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7fc6c7cad0234a3a" Type="http://schemas.openxmlformats.org/officeDocument/2006/relationships/notesMaster" Target="../notesMasters/notesMaster1.xml"/><Relationship Id="R8eacbb07c4824cbd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af6c60d5c3a84dce" Type="http://schemas.openxmlformats.org/officeDocument/2006/relationships/slide" Target="../slides/slide22.xml"/><Relationship Id="Rdb5e8984cb7846b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For example: both keep silence, but only the Christian source prays.</a:t>
            </a:r>
          </a:p>
          <a:p xmlns:a="http://schemas.openxmlformats.org/drawingml/2006/main">
            <a:r>
              <a:t>Choose: An example or fact that supports the point OR Directly connected to the question. Answer: An example or fact that supports the point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It directly answers the question being asked.</a:t>
            </a:r>
          </a:p>
          <a:p xmlns:a="http://schemas.openxmlformats.org/drawingml/2006/main">
            <a:r>
              <a:t>Give a reason when ready. Answer: No. Use your agreed access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Match each piece of evidence to what it best shows. Link the evidence to the enquiry.</a:t>
            </a:r>
          </a:p>
          <a:p xmlns:a="http://schemas.openxmlformats.org/drawingml/2006/main">
            <a:r>
              <a:t>Include a second worldview and compare the influence.</a:t>
            </a:r>
          </a:p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Daniel chose care work — Belief influencing a choice — Dignity → care work.</a:t>
            </a:r>
          </a:p>
          <a:p xmlns:a="http://schemas.openxmlformats.org/drawingml/2006/main">
            <a:r>
              <a:t>Priya: “I want my life to be useful” — Belief influencing identity — How she sees herself.</a:t>
            </a:r>
          </a:p>
          <a:p xmlns:a="http://schemas.openxmlformats.org/drawingml/2006/main">
            <a:r>
              <a:t>Amira turns to the Qur’an on honesty — Authority influencing values — A sacred text guides her.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Point: ___. For example, ___. This shows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Point: ___. For example, ___. This shows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Include a second worldview and compare the influence.</a:t>
            </a:r>
          </a:p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directly answers the question being asked.</a:t>
            </a:r>
          </a:p>
          <a:p xmlns:a="http://schemas.openxmlformats.org/drawingml/2006/main">
            <a:r>
              <a:t>No. Use your agreed access route.</a:t>
            </a:r>
          </a:p>
          <a:p xmlns:a="http://schemas.openxmlformats.org/drawingml/2006/main">
            <a:r>
              <a:t>Support: Point: ___. For example, ___. This shows ___ because ___.</a:t>
            </a:r>
          </a:p>
          <a:p xmlns:a="http://schemas.openxmlformats.org/drawingml/2006/main">
            <a:r>
              <a:t>Extension: Include a second worldview and compare the influence.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assessment: written, structured or supported-response route.</a:t>
            </a:r>
          </a:p>
          <a:p xmlns:a="http://schemas.openxmlformats.org/drawingml/2006/main">
            <a:r>
              <a:t>Accessible assessment route; reduced reading load; enlarged text; scribe/reader where normal way of working; sentence starters; extra processing time.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2532e6f1a5a4da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4461381ba3a4a92" Type="http://schemas.openxmlformats.org/officeDocument/2006/relationships/theme" Target="theme/theme2.xml"/><Relationship Id="Rdd3c55751f4448b6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3c55751f4448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1185b7618024f3b" Type="http://schemas.openxmlformats.org/officeDocument/2006/relationships/notesSlide" Target="../notesSlides/notesSlide1.xml"/><Relationship Id="Re419def42a4b493c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62a7e52bec6446d4" Type="http://schemas.openxmlformats.org/officeDocument/2006/relationships/notesSlide" Target="../notesSlides/notesSlide2.xml"/><Relationship Id="Ref0d395f6eb848d6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aed3fc6dec1544f8" Type="http://schemas.openxmlformats.org/officeDocument/2006/relationships/slideLayout" Target="../slideLayouts/slideLayout1.xml"/><Relationship Id="Rd0415a68dc3f43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dfe0ad5a38c4e11" Type="http://schemas.openxmlformats.org/officeDocument/2006/relationships/slideLayout" Target="../slideLayouts/slideLayout1.xml"/><Relationship Id="R20f3c892bf29416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412c703009b45a4" Type="http://schemas.openxmlformats.org/officeDocument/2006/relationships/notesSlide" Target="../notesSlides/notesSlide5.xml"/><Relationship Id="R23c8d84843554d2a" Type="http://schemas.openxmlformats.org/officeDocument/2006/relationships/image" Target="../media/image.png"/><Relationship Id="Rf43232190848443d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93ea9cf7b0904820" Type="http://schemas.openxmlformats.org/officeDocument/2006/relationships/slideLayout" Target="../slideLayouts/slideLayout1.xml"/><Relationship Id="Radd78a1bf3bb4d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7d01c25fc5d4f2f" Type="http://schemas.openxmlformats.org/officeDocument/2006/relationships/slideLayout" Target="../slideLayouts/slideLayout1.xml"/><Relationship Id="Rfa60812dda75472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7f3949748074c80" Type="http://schemas.openxmlformats.org/officeDocument/2006/relationships/notesSlide" Target="../notesSlides/notesSlide8.xml"/><Relationship Id="Rb3e21427d2034b8a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b6673c1ddcbb495e" Type="http://schemas.openxmlformats.org/officeDocument/2006/relationships/slideLayout" Target="../slideLayouts/slideLayout1.xml"/><Relationship Id="Rf2d7280bc7f547f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2fc7852d94647c5" Type="http://schemas.openxmlformats.org/officeDocument/2006/relationships/slideLayout" Target="../slideLayouts/slideLayout1.xml"/><Relationship Id="R831f50085d884e1b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d7f1e6c5bb5465e" Type="http://schemas.openxmlformats.org/officeDocument/2006/relationships/slideLayout" Target="../slideLayouts/slideLayout1.xml"/><Relationship Id="Rcc5b7698af3445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26e09001f554f26" Type="http://schemas.openxmlformats.org/officeDocument/2006/relationships/slideLayout" Target="../slideLayouts/slideLayout1.xml"/><Relationship Id="R0f60a1ecdeca49ef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8dcf5ebc4f8b46c6" Type="http://schemas.openxmlformats.org/officeDocument/2006/relationships/slideLayout" Target="../slideLayouts/slideLayout1.xml"/><Relationship Id="Ra7df0ced3f53490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4e729b635f684c2a" Type="http://schemas.openxmlformats.org/officeDocument/2006/relationships/slideLayout" Target="../slideLayouts/slideLayout1.xml"/><Relationship Id="Rbf7a0251ad63473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c3bcb4adcd414629" Type="http://schemas.openxmlformats.org/officeDocument/2006/relationships/slideLayout" Target="../slideLayouts/slideLayout1.xml"/><Relationship Id="Re8626f8902be479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7100cf4abcc54fd4" Type="http://schemas.openxmlformats.org/officeDocument/2006/relationships/notesSlide" Target="../notesSlides/notesSlide16.xml"/><Relationship Id="Ra6fdca7a686a4b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3d8f1a8cb8834040" Type="http://schemas.openxmlformats.org/officeDocument/2006/relationships/slideLayout" Target="../slideLayouts/slideLayout1.xml"/><Relationship Id="R717393d635fe4c0b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6e8086b6a7804453" Type="http://schemas.openxmlformats.org/officeDocument/2006/relationships/notesSlide" Target="../notesSlides/notesSlide18.xml"/><Relationship Id="Rb083471e0767437f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b14be557a4244050" Type="http://schemas.openxmlformats.org/officeDocument/2006/relationships/slideLayout" Target="../slideLayouts/slideLayout1.xml"/><Relationship Id="Rf8566231991447c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2349c6b9edaa4d45" Type="http://schemas.openxmlformats.org/officeDocument/2006/relationships/slideLayout" Target="../slideLayouts/slideLayout1.xml"/><Relationship Id="R4cd83868ac044b5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97430d552d4a47aa" Type="http://schemas.openxmlformats.org/officeDocument/2006/relationships/slideLayout" Target="../slideLayouts/slideLayout1.xml"/><Relationship Id="Rfe29611680e947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3e181aa55c504c24" Type="http://schemas.openxmlformats.org/officeDocument/2006/relationships/notesSlide" Target="../notesSlides/notesSlide22.xml"/><Relationship Id="R5923a1325ef3410d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3CAD6-64AC-47AC-A4F1-576DF099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Belief and identity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BD2B6-FD15-43BC-B1CE-8583A7D2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59600-FF98-4DD5-AC8F-596D82C9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evidence from the half-term to explain how beliefs and worldviews can influence identity, values or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1162F-6B00-4F80-AA41-280F521B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1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2291C-E1DC-4689-8FD8-1B5E671B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212530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CD621-875A-4B2F-BC07-29306013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C7477-3A31-4CBE-A3A4-C4112BE9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2720E-6694-4550-B873-D3D06AA8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Give one similarity or difference between the two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652C6-0DCB-4607-8CD0-7FEA1427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evidence?</a:t>
            </a:r>
          </a:p>
        </p:txBody>
      </p:sp>
    </p:spTree>
    <p:extLst>
      <p:ext uri="{BB962C8B-B14F-4D97-AF65-F5344CB8AC3E}">
        <p14:creationId xmlns:p14="http://schemas.microsoft.com/office/powerpoint/2010/main" val="204614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1F0F6-3EE3-4FA9-BE01-B26A04DD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80A55-5B89-480D-A3DC-5274D3E7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7663B-1809-40FD-9A1E-C56488EF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makes evidence relevant?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8AF2C-2C87-4F22-A127-A81AB693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Must every pupil write the same length of answer?</a:t>
            </a:r>
          </a:p>
        </p:txBody>
      </p:sp>
    </p:spTree>
    <p:extLst>
      <p:ext uri="{BB962C8B-B14F-4D97-AF65-F5344CB8AC3E}">
        <p14:creationId xmlns:p14="http://schemas.microsoft.com/office/powerpoint/2010/main" val="1239366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13FE9-7F4E-4F86-811F-161C403D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832B1-12FD-430F-A619-8C090681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44BD3-E05D-4348-847A-E76F2C35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example or fact that supports the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B22A8-3A65-4BA0-B035-CE197F23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relevant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Directly connected to the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E33ED-D373-4396-BB81-ADB10C25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authority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source people trust to guide what they believe or 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000CE-D645-45C6-B561-241FD4AC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next step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thing to improve next time</a:t>
            </a:r>
          </a:p>
        </p:txBody>
      </p:sp>
    </p:spTree>
    <p:extLst>
      <p:ext uri="{BB962C8B-B14F-4D97-AF65-F5344CB8AC3E}">
        <p14:creationId xmlns:p14="http://schemas.microsoft.com/office/powerpoint/2010/main" val="2010315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9273F-EC34-475F-A193-2FAAAEC3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57C6F-1D63-4162-8039-242AA1C5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8d84843554d2a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F9118-16C7-491E-B4B2-FEA2A8CB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Strongest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CFE19-9B0A-49B8-82A3-3174076F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025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“How can belief influence identity?” Tap the strongest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64194-8602-4188-9B62-8390B41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846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965595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9F2F3-DF5A-4E88-B12B-54EA9A53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2AA9F-2939-488B-8801-017D34FC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A61E3-E1E4-4D81-A445-9269D912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makes evidence relevant?</a:t>
            </a:r>
          </a:p>
        </p:txBody>
      </p:sp>
    </p:spTree>
    <p:extLst>
      <p:ext uri="{BB962C8B-B14F-4D97-AF65-F5344CB8AC3E}">
        <p14:creationId xmlns:p14="http://schemas.microsoft.com/office/powerpoint/2010/main" val="10519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DF572-E889-4480-9E82-3EB1C94C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9F8E7-9D4F-4984-B702-F2F545E9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13D9D-0446-4793-B12A-A7D1F55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Selecting evidence: Relevant evidence answers this question. Ask: does it show a belief leading to a value, a choice or a sense of identity?</a:t>
            </a:r>
          </a:p>
        </p:txBody>
      </p:sp>
    </p:spTree>
    <p:extLst>
      <p:ext uri="{BB962C8B-B14F-4D97-AF65-F5344CB8AC3E}">
        <p14:creationId xmlns:p14="http://schemas.microsoft.com/office/powerpoint/2010/main" val="17171729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D3EFE-0DA5-46F5-BE61-35FC62A8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0E48C-4B34-4D9B-9747-3621AD6B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C7A3E-07DC-45CB-A088-6E5CA21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directly answers the question being asked.</a:t>
            </a:r>
          </a:p>
        </p:txBody>
      </p:sp>
    </p:spTree>
    <p:extLst>
      <p:ext uri="{BB962C8B-B14F-4D97-AF65-F5344CB8AC3E}">
        <p14:creationId xmlns:p14="http://schemas.microsoft.com/office/powerpoint/2010/main" val="4728092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D19BF-D920-4C34-9EE9-CA2A0940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D26BE-9AFB-464A-BD66-86C18AD5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57760-6C53-4ECF-9833-04FF6FFE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Must every pupil write the same length of answer? No. Use your agreed access route.</a:t>
            </a:r>
          </a:p>
        </p:txBody>
      </p:sp>
    </p:spTree>
    <p:extLst>
      <p:ext uri="{BB962C8B-B14F-4D97-AF65-F5344CB8AC3E}">
        <p14:creationId xmlns:p14="http://schemas.microsoft.com/office/powerpoint/2010/main" val="1483262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DC20C-15E0-4E9E-BC2E-49033EDE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26853-391C-468B-A4C5-3C0D924B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A06C0-DEE6-4B4F-9C94-6FF07AD6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piece of evidence to what it best shows.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E473E-4A12-45C0-B96C-C1293E09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one answer together using the frame.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7DEED-C381-4798-B830-E73C091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2494228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7E276-6923-4E79-8505-4173B199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BB162-43CC-4159-A5D6-BEA4FEBC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07BED-D9E2-4D53-A43E-65F8B090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Daniel chose care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75659-8879-4DB5-80F6-34C02F13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Priya: “I want my life to be useful”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42244-EE1D-466C-9B5C-4EDD631D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Amira turns to the Qur’an on honesty</a:t>
            </a:r>
          </a:p>
        </p:txBody>
      </p:sp>
    </p:spTree>
    <p:extLst>
      <p:ext uri="{BB962C8B-B14F-4D97-AF65-F5344CB8AC3E}">
        <p14:creationId xmlns:p14="http://schemas.microsoft.com/office/powerpoint/2010/main" val="15157577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AAA47-993D-4B24-A0FD-0D681CAC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88AC5-C5DB-4E33-980A-E0D2BDB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FF8F8-82A8-4BB6-BB11-CB00F9F5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your evidence from the bank.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08201-A9F1-4CFE-BEDC-7B0C7C03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aloud or with a scribe: point, then example.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C249D-4539-4E56-AA36-39EAE1C3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“because”.</a:t>
            </a:r>
          </a:p>
        </p:txBody>
      </p:sp>
    </p:spTree>
    <p:extLst>
      <p:ext uri="{BB962C8B-B14F-4D97-AF65-F5344CB8AC3E}">
        <p14:creationId xmlns:p14="http://schemas.microsoft.com/office/powerpoint/2010/main" val="9126966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1F319-9287-48F4-B167-6CDB6CD0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D65DF-7A75-4010-8274-C05AA6A4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578CE-B800-497C-8FDF-60AFF861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your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35418-6D52-4426-AFAA-09F2E8AB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evidence from the half-term.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1DA7E-D9B6-43AC-8066-A28DA7F6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using “because” or “therefore”.</a:t>
            </a:r>
          </a:p>
        </p:txBody>
      </p:sp>
    </p:spTree>
    <p:extLst>
      <p:ext uri="{BB962C8B-B14F-4D97-AF65-F5344CB8AC3E}">
        <p14:creationId xmlns:p14="http://schemas.microsoft.com/office/powerpoint/2010/main" val="107862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990A1-DA17-40B6-8207-5A203919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D2CFB-9723-4F60-B7F1-C6A6B9B6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AF6E8-106F-40FC-92B6-3265D2A0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full answer using two pieces of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E8A48-3679-49AB-ACCF-BD57B0A1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influence in two worldviews.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1A784-5E6A-4CD0-89B1-7197DC1B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Self-assess one strength and one next step.</a:t>
            </a:r>
          </a:p>
        </p:txBody>
      </p:sp>
    </p:spTree>
    <p:extLst>
      <p:ext uri="{BB962C8B-B14F-4D97-AF65-F5344CB8AC3E}">
        <p14:creationId xmlns:p14="http://schemas.microsoft.com/office/powerpoint/2010/main" val="2235395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6B16B-87AD-4445-86D5-CED7D810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259C8-3370-4F9D-8F71-6219144B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37FE8-4258-42C5-9E8D-24185286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half-term assessment: written, structured or supported-response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8CC76-43E1-45C5-A07C-3514E22A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96832-CD63-4E29-90BE-CBA698D9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5600543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9E185-40DC-44BC-B350-67E3C7C7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482DA-F75F-4197-AB35-DE2C3B75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0DC48-D9E0-4A6C-9FA9-2B52E5A7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makes evidence relevant?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0C2E7-BE91-43D5-8392-17FA51D5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Must every pupil write the same length of answer?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BC45B-028E-4FD6-8B7A-4739FFF5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40412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A9E22-204A-4C85-A81E-1962ACA5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The assessment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ABEDA-2560-4CE1-AFF2-2000AB3E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A90B1-7C65-4C20-859A-5328416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“Explain how beliefs and worldviews can influence identity, values or choices.”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86F4E-0419-47B9-8498-BD3E8994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assessment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19CC4-106F-4275-812E-7C7DADAE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Use evidence from this half-term.</a:t>
            </a:r>
          </a:p>
        </p:txBody>
      </p:sp>
    </p:spTree>
    <p:extLst>
      <p:ext uri="{BB962C8B-B14F-4D97-AF65-F5344CB8AC3E}">
        <p14:creationId xmlns:p14="http://schemas.microsoft.com/office/powerpoint/2010/main" val="11811273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2331E-25F8-4CFF-BDEA-D06C6CE7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Selecting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1D1AD-FDE2-4866-8CC1-C4CC711D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07AA8-22A8-4CE2-94B3-26FFC6C4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Relevant evidence answers this question. Ask: does it show a belief leading to a value, a choice or a sense of identity?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1CA09-9FBF-4666-A48F-FE66B6C9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7AAC-D0DF-47BA-9D09-A5374170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Interesting facts are not always relevant.</a:t>
            </a:r>
          </a:p>
        </p:txBody>
      </p:sp>
    </p:spTree>
    <p:extLst>
      <p:ext uri="{BB962C8B-B14F-4D97-AF65-F5344CB8AC3E}">
        <p14:creationId xmlns:p14="http://schemas.microsoft.com/office/powerpoint/2010/main" val="17757904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182D0-CF15-4633-AB7F-3635C8A0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Evidence 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AF174-9A27-400C-A4A0-105FFA6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9FC72-4D0B-4E4D-8DCF-3E048665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Daniel and care work · Priya and volunteering · Amira and the Qur’an · the mosque open day · the two remembrance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FCF8F-AEBC-4DD6-8B15-B55EE0CD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5F1A3-D189-4132-99AA-4411F80E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Choose the evidence you can explain.</a:t>
            </a:r>
          </a:p>
        </p:txBody>
      </p:sp>
    </p:spTree>
    <p:extLst>
      <p:ext uri="{BB962C8B-B14F-4D97-AF65-F5344CB8AC3E}">
        <p14:creationId xmlns:p14="http://schemas.microsoft.com/office/powerpoint/2010/main" val="15550911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255DC-D9E6-49E6-8213-254DD25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Routes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597F7-9E67-4B40-AE44-2E637C44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70D53-5423-4221-809B-E50451E8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Written: three sentences or more. Structured: complete the point, evidence, explain frame. Supported: answer aloud with a scribe or recorder.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3AEAD-0EDE-47F9-8268-D1FE3DC5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D5CC0-BA59-4921-ACAC-DBC26776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Use your normal way of working.</a:t>
            </a:r>
          </a:p>
        </p:txBody>
      </p:sp>
    </p:spTree>
    <p:extLst>
      <p:ext uri="{BB962C8B-B14F-4D97-AF65-F5344CB8AC3E}">
        <p14:creationId xmlns:p14="http://schemas.microsoft.com/office/powerpoint/2010/main" val="9514475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F74A5-9CD3-400E-B36D-7FD18041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E1 Assessment source Daniel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3C043-A283-40BD-9167-36D59560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C7498-DC5A-4A4B-8871-F5FF7B5A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Daniel is 24, Christian and a care worker. He says, “I believe every person is made in the image of God, so everyone deserves dignity.” He chose care work over a better-paid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B03C1-D7E1-4283-B6BE-A322391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CC3DC-DEC4-4174-8047-D55A78CF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7985702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A608A-D099-4886-A1DF-3F1AE5D9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E2 Assessment source Priya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AD220-215B-427B-A27F-AD3C93A4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W7                                     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3A276-1B8B-4F95-8C9A-7AD4B2BB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Priya is 26 and a Humanist. She says, “This is the one life we have, so I want mine to be useful.” She volunteers as a mentor and gives blood.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65BF4-0AD7-4C94-B15B-0664EB53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77E44-4D21-4818-85EF-EE6C1E6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730968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2026-09-19T18:26:45.4060000Z</dcterms:created>
  <dcterms:modified xsi:type="dcterms:W3CDTF">2026-09-19T18:26:45.4060000Z</dcterms:modified>
</coreProperties>
</file>