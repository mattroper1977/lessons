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d65d6af59a14bf8" Type="http://schemas.openxmlformats.org/officeDocument/2006/relationships/officeDocument" Target="ppt/presentation.xml"/><Relationship Id="R8d21d1b241f84d5a" Type="http://schemas.openxmlformats.org/officeDocument/2006/relationships/extended-properties" Target="docProps/app.xml"/><Relationship Id="Rff7d4e6f0977460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d9a1a5eaf4dda"/>
  </p:sldMasterIdLst>
  <p:notesMasterIdLst>
    <p:notesMasterId xmlns:r="http://schemas.openxmlformats.org/officeDocument/2006/relationships" r:id="Rab96bbe647cf4774"/>
  </p:notesMasterIdLst>
  <p:sldIdLst>
    <p:sldId xmlns:r="http://schemas.openxmlformats.org/officeDocument/2006/relationships" id="256" r:id="Rfd4492e3eb66424e"/>
    <p:sldId xmlns:r="http://schemas.openxmlformats.org/officeDocument/2006/relationships" id="257" r:id="R19de733809a4413d"/>
    <p:sldId xmlns:r="http://schemas.openxmlformats.org/officeDocument/2006/relationships" id="258" r:id="R756e64b1463a454c"/>
    <p:sldId xmlns:r="http://schemas.openxmlformats.org/officeDocument/2006/relationships" id="259" r:id="R86d93946fff94c5b"/>
    <p:sldId xmlns:r="http://schemas.openxmlformats.org/officeDocument/2006/relationships" id="260" r:id="Rf800156592ed462d"/>
    <p:sldId xmlns:r="http://schemas.openxmlformats.org/officeDocument/2006/relationships" id="261" r:id="R47149d0805514d32"/>
    <p:sldId xmlns:r="http://schemas.openxmlformats.org/officeDocument/2006/relationships" id="262" r:id="Rd83a4cd5651c44f6"/>
    <p:sldId xmlns:r="http://schemas.openxmlformats.org/officeDocument/2006/relationships" id="263" r:id="R968d569403dd4611"/>
    <p:sldId xmlns:r="http://schemas.openxmlformats.org/officeDocument/2006/relationships" id="264" r:id="R15a8f29c33a0460e"/>
    <p:sldId xmlns:r="http://schemas.openxmlformats.org/officeDocument/2006/relationships" id="265" r:id="Rc708ef8dda1b4771"/>
    <p:sldId xmlns:r="http://schemas.openxmlformats.org/officeDocument/2006/relationships" id="266" r:id="Ra16c391c785c4c3b"/>
    <p:sldId xmlns:r="http://schemas.openxmlformats.org/officeDocument/2006/relationships" id="267" r:id="R13e12b749fa44796"/>
    <p:sldId xmlns:r="http://schemas.openxmlformats.org/officeDocument/2006/relationships" id="268" r:id="Rdecd08d9c91343a3"/>
    <p:sldId xmlns:r="http://schemas.openxmlformats.org/officeDocument/2006/relationships" id="269" r:id="Rabb03704b72a4da3"/>
    <p:sldId xmlns:r="http://schemas.openxmlformats.org/officeDocument/2006/relationships" id="270" r:id="R7c0f1760e20c44a2"/>
    <p:sldId xmlns:r="http://schemas.openxmlformats.org/officeDocument/2006/relationships" id="271" r:id="R494578d204474634"/>
    <p:sldId xmlns:r="http://schemas.openxmlformats.org/officeDocument/2006/relationships" id="272" r:id="R28c7b3002041464d"/>
    <p:sldId xmlns:r="http://schemas.openxmlformats.org/officeDocument/2006/relationships" id="273" r:id="R98f64188a9cd4c03"/>
    <p:sldId xmlns:r="http://schemas.openxmlformats.org/officeDocument/2006/relationships" id="274" r:id="R82d9fde03f6b475c"/>
    <p:sldId xmlns:r="http://schemas.openxmlformats.org/officeDocument/2006/relationships" id="275" r:id="Rcf8eb9ad58a644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3e12b749fa44796" Type="http://schemas.openxmlformats.org/officeDocument/2006/relationships/slide" Target="slides/slide12.xml"/><Relationship Id="R15a8f29c33a0460e" Type="http://schemas.openxmlformats.org/officeDocument/2006/relationships/slide" Target="slides/slide9.xml"/><Relationship Id="R19de733809a4413d" Type="http://schemas.openxmlformats.org/officeDocument/2006/relationships/slide" Target="slides/slide2.xml"/><Relationship Id="R28c7b3002041464d" Type="http://schemas.openxmlformats.org/officeDocument/2006/relationships/slide" Target="slides/slide17.xml"/><Relationship Id="R47149d0805514d32" Type="http://schemas.openxmlformats.org/officeDocument/2006/relationships/slide" Target="slides/slide6.xml"/><Relationship Id="R494578d204474634" Type="http://schemas.openxmlformats.org/officeDocument/2006/relationships/slide" Target="slides/slide16.xml"/><Relationship Id="R4b4b4e2b56e54bd3" Type="http://schemas.openxmlformats.org/officeDocument/2006/relationships/tableStyles" Target="tableStyles.xml"/><Relationship Id="R756e64b1463a454c" Type="http://schemas.openxmlformats.org/officeDocument/2006/relationships/slide" Target="slides/slide3.xml"/><Relationship Id="R7c0f1760e20c44a2" Type="http://schemas.openxmlformats.org/officeDocument/2006/relationships/slide" Target="slides/slide15.xml"/><Relationship Id="R82d9fde03f6b475c" Type="http://schemas.openxmlformats.org/officeDocument/2006/relationships/slide" Target="slides/slide19.xml"/><Relationship Id="R86d93946fff94c5b" Type="http://schemas.openxmlformats.org/officeDocument/2006/relationships/slide" Target="slides/slide4.xml"/><Relationship Id="R894410fad7c84c18" Type="http://schemas.openxmlformats.org/officeDocument/2006/relationships/presProps" Target="presProps.xml"/><Relationship Id="R968d569403dd4611" Type="http://schemas.openxmlformats.org/officeDocument/2006/relationships/slide" Target="slides/slide8.xml"/><Relationship Id="R98f64188a9cd4c03" Type="http://schemas.openxmlformats.org/officeDocument/2006/relationships/slide" Target="slides/slide18.xml"/><Relationship Id="Ra16c391c785c4c3b" Type="http://schemas.openxmlformats.org/officeDocument/2006/relationships/slide" Target="slides/slide11.xml"/><Relationship Id="Rab96bbe647cf4774" Type="http://schemas.openxmlformats.org/officeDocument/2006/relationships/notesMaster" Target="notesMasters/notesMaster1.xml"/><Relationship Id="Rabb03704b72a4da3" Type="http://schemas.openxmlformats.org/officeDocument/2006/relationships/slide" Target="slides/slide14.xml"/><Relationship Id="Raf1d9a1a5eaf4dda" Type="http://schemas.openxmlformats.org/officeDocument/2006/relationships/slideMaster" Target="slideMasters/slideMaster1.xml"/><Relationship Id="Rc708ef8dda1b4771" Type="http://schemas.openxmlformats.org/officeDocument/2006/relationships/slide" Target="slides/slide10.xml"/><Relationship Id="Rcf8eb9ad58a6449e" Type="http://schemas.openxmlformats.org/officeDocument/2006/relationships/slide" Target="slides/slide20.xml"/><Relationship Id="Rd83a4cd5651c44f6" Type="http://schemas.openxmlformats.org/officeDocument/2006/relationships/slide" Target="slides/slide7.xml"/><Relationship Id="Rdecd08d9c91343a3" Type="http://schemas.openxmlformats.org/officeDocument/2006/relationships/slide" Target="slides/slide13.xml"/><Relationship Id="Re0976832752e4eab" Type="http://schemas.openxmlformats.org/officeDocument/2006/relationships/theme" Target="theme/theme1.xml"/><Relationship Id="Rf800156592ed462d" Type="http://schemas.openxmlformats.org/officeDocument/2006/relationships/slide" Target="slides/slide5.xml"/><Relationship Id="Rfd4492e3eb66424e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82a723ff02d0416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e69322a6bc4483e" Type="http://schemas.openxmlformats.org/officeDocument/2006/relationships/notesMaster" Target="../notesMasters/notesMaster1.xml"/><Relationship Id="Rf5d907fca4ff421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3eda9608b754773" Type="http://schemas.openxmlformats.org/officeDocument/2006/relationships/slide" Target="../slides/slide2.xml"/><Relationship Id="Re418d10fe6ec450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a9819c927344681" Type="http://schemas.openxmlformats.org/officeDocument/2006/relationships/slide" Target="../slides/slide3.xml"/><Relationship Id="R331864a60c73473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93405e78fc24656" Type="http://schemas.openxmlformats.org/officeDocument/2006/relationships/notesMaster" Target="../notesMasters/notesMaster1.xml"/><Relationship Id="R0e99b414095d453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b3b5db3a97a4989" Type="http://schemas.openxmlformats.org/officeDocument/2006/relationships/slide" Target="../slides/slide5.xml"/><Relationship Id="R7ec848bf144e428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8aac6943f19453b" Type="http://schemas.openxmlformats.org/officeDocument/2006/relationships/slide" Target="../slides/slide6.xml"/><Relationship Id="Rf871f7dd16824d8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760248ee4554eb1" Type="http://schemas.openxmlformats.org/officeDocument/2006/relationships/notesMaster" Target="../notesMasters/notesMaster1.xml"/><Relationship Id="R302778c44c1249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6e94c813ccb4b3b" Type="http://schemas.openxmlformats.org/officeDocument/2006/relationships/slide" Target="../slides/slide8.xml"/><Relationship Id="R740be67190404c0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e27fbf396e6d4fbb" Type="http://schemas.openxmlformats.org/officeDocument/2006/relationships/notesMaster" Target="../notesMasters/notesMaster1.xml"/><Relationship Id="Rf44a2bd921b341b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68c0ee04b0847ca" Type="http://schemas.openxmlformats.org/officeDocument/2006/relationships/slide" Target="../slides/slide10.xml"/><Relationship Id="R5e1f08f6283945f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680be289ea748bd" Type="http://schemas.openxmlformats.org/officeDocument/2006/relationships/notesMaster" Target="../notesMasters/notesMaster1.xml"/><Relationship Id="R8ffa486f980944e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f0f5a4311834b67" Type="http://schemas.openxmlformats.org/officeDocument/2006/relationships/slide" Target="../slides/slide12.xml"/><Relationship Id="Rbe10c6f5d576466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f666e4f04ac4124" Type="http://schemas.openxmlformats.org/officeDocument/2006/relationships/notesMaster" Target="../notesMasters/notesMaster1.xml"/><Relationship Id="Rb2ac093bd2d2408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a89f7198070646a8" Type="http://schemas.openxmlformats.org/officeDocument/2006/relationships/slide" Target="../slides/slide14.xml"/><Relationship Id="Rb5259f85ab2e47c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40c2646878a2450a" Type="http://schemas.openxmlformats.org/officeDocument/2006/relationships/slide" Target="../slides/slide15.xml"/><Relationship Id="R7f8de32a80334f9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2c4d46a22c400c" Type="http://schemas.openxmlformats.org/officeDocument/2006/relationships/notesMaster" Target="../notesMasters/notesMaster1.xml"/><Relationship Id="R71b91c7e336d49fe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575657082e99428e" Type="http://schemas.openxmlformats.org/officeDocument/2006/relationships/slide" Target="../slides/slide17.xml"/><Relationship Id="R8eca8729d2d34077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5e5861856154fef" Type="http://schemas.openxmlformats.org/officeDocument/2006/relationships/notesMaster" Target="../notesMasters/notesMaster1.xml"/><Relationship Id="Rf23fb9994e814a67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7713d2f080245db" Type="http://schemas.openxmlformats.org/officeDocument/2006/relationships/slide" Target="../slides/slide19.xml"/><Relationship Id="Rc6db655fdb4342cd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7f8da6cb12a49e1" Type="http://schemas.openxmlformats.org/officeDocument/2006/relationships/notesMaster" Target="../notesMasters/notesMaster1.xml"/><Relationship Id="R3a15d1570c1e4d50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worldview means the way a person sees life and what matters.</a:t>
            </a:r>
          </a:p>
          <a:p xmlns:a="http://schemas.openxmlformats.org/drawingml/2006/main">
            <a:r>
              <a:t>Use the reminder strip or talk it through with an adult. Answer: The way a person sees life and what matters</a:t>
            </a:r>
          </a:p>
          <a:p xmlns:a="http://schemas.openxmlformats.org/drawingml/2006/main">
            <a:r>
              <a:t>Choose: The way a person sees life and what matters OR To have an effect on something. Answer: The way a person sees life and what matters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He believes everyone deserves dignity, so he chose care work.</a:t>
            </a:r>
          </a:p>
          <a:p xmlns:a="http://schemas.openxmlformats.org/drawingml/2006/main">
            <a:r>
              <a:t>Give a reason when ready. Answer: No. It is one influence among several, and views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Label each piece of evidence: belief, choice or identity. Link the evidence to the enquiry.</a:t>
            </a:r>
          </a:p>
          <a:p xmlns:a="http://schemas.openxmlformats.org/drawingml/2006/main">
            <a:r>
              <a:t>Evaluate how far belief, compared with other influences, explains one person’s choice.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“Every person is made in the image of God.” — Belief — It is what Daniel holds to be true.</a:t>
            </a:r>
          </a:p>
          <a:p xmlns:a="http://schemas.openxmlformats.org/drawingml/2006/main">
            <a:r>
              <a:t>Chose care work over a better-paid job — Choice — It is a decision linked to the belief.</a:t>
            </a:r>
          </a:p>
          <a:p xmlns:a="http://schemas.openxmlformats.org/drawingml/2006/main">
            <a:r>
              <a:t>“I want my life to be useful.” — Identity — It is how Priya sees herself.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 worldview can influence identity by ___. For example,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worldview can influence identity by ___. For example,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how far belief, compared with other influences, explains one person’s choice.</a:t>
            </a:r>
          </a:p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 believes everyone deserves dignity, so he chose care work.</a:t>
            </a:r>
          </a:p>
          <a:p xmlns:a="http://schemas.openxmlformats.org/drawingml/2006/main">
            <a:r>
              <a:t>No. It is one influence among several, and views can change.</a:t>
            </a:r>
          </a:p>
          <a:p xmlns:a="http://schemas.openxmlformats.org/drawingml/2006/main">
            <a:r>
              <a:t>Support: A worldview can influence identity by ___. For example, ___.</a:t>
            </a:r>
          </a:p>
          <a:p xmlns:a="http://schemas.openxmlformats.org/drawingml/2006/main">
            <a:r>
              <a:t>Extension: Evaluate how far belief, compared with other influences, explains one person’s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map with one explained link.</a:t>
            </a:r>
          </a:p>
          <a:p xmlns:a="http://schemas.openxmlformats.org/drawingml/2006/main">
            <a:r>
              <a:t>Short profiles; visual influence icons; sentence stems; MCQ route; verbal/scribed response; no requirement for personal disclosure;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5d563dfdc06444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2cf49a1f1384de5" Type="http://schemas.openxmlformats.org/officeDocument/2006/relationships/slideLayout" Target="../slideLayouts/slideLayout1.xml"/><Relationship Id="R73e299176d05476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cf49a1f138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74824afd2244a6" Type="http://schemas.openxmlformats.org/officeDocument/2006/relationships/notesSlide" Target="../notesSlides/notesSlide1.xml"/><Relationship Id="R13b783a6027147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61470169871440c" Type="http://schemas.openxmlformats.org/officeDocument/2006/relationships/slideLayout" Target="../slideLayouts/slideLayout1.xml"/><Relationship Id="Ra7c3317aa41a43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37692ee933345f8" Type="http://schemas.openxmlformats.org/officeDocument/2006/relationships/notesSlide" Target="../notesSlides/notesSlide3.xml"/><Relationship Id="R677250da27cb4f1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d5b47aef3624b99" Type="http://schemas.openxmlformats.org/officeDocument/2006/relationships/notesSlide" Target="../notesSlides/notesSlide4.xml"/><Relationship Id="Re86e07423100470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2d9f38308ea40d8" Type="http://schemas.openxmlformats.org/officeDocument/2006/relationships/slideLayout" Target="../slideLayouts/slideLayout1.xml"/><Relationship Id="R1a602350b1664267" Type="http://schemas.openxmlformats.org/officeDocument/2006/relationships/image" Target="../media/image.png"/><Relationship Id="R3868edb99dfa422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4aece6fcd3244e1" Type="http://schemas.openxmlformats.org/officeDocument/2006/relationships/slideLayout" Target="../slideLayouts/slideLayout1.xml"/><Relationship Id="Rc47b04bc477445a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963340768e4477e" Type="http://schemas.openxmlformats.org/officeDocument/2006/relationships/slideLayout" Target="../slideLayouts/slideLayout1.xml"/><Relationship Id="R687879a511254af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22a1d6569c04c48" Type="http://schemas.openxmlformats.org/officeDocument/2006/relationships/notesSlide" Target="../notesSlides/notesSlide8.xml"/><Relationship Id="R1e2164b3d4e3437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b7a65bb7fe94af7" Type="http://schemas.openxmlformats.org/officeDocument/2006/relationships/slideLayout" Target="../slideLayouts/slideLayout1.xml"/><Relationship Id="Ra7e5b43ef9c14ff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7ebe1a5e26f2429c" Type="http://schemas.openxmlformats.org/officeDocument/2006/relationships/slideLayout" Target="../slideLayouts/slideLayout1.xml"/><Relationship Id="Rd53954eb237e4dc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679d30c372c48e4" Type="http://schemas.openxmlformats.org/officeDocument/2006/relationships/slideLayout" Target="../slideLayouts/slideLayout1.xml"/><Relationship Id="R5b77070faaee46e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90ad96705724837" Type="http://schemas.openxmlformats.org/officeDocument/2006/relationships/notesSlide" Target="../notesSlides/notesSlide12.xml"/><Relationship Id="R82c7242efca44cb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9308f440b0b4a81" Type="http://schemas.openxmlformats.org/officeDocument/2006/relationships/slideLayout" Target="../slideLayouts/slideLayout1.xml"/><Relationship Id="Rf135ebedb034440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af3e850322d4ff3" Type="http://schemas.openxmlformats.org/officeDocument/2006/relationships/slideLayout" Target="../slideLayouts/slideLayout1.xml"/><Relationship Id="Rbed5252abb9f4f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9391bfefc1e8482f" Type="http://schemas.openxmlformats.org/officeDocument/2006/relationships/notesSlide" Target="../notesSlides/notesSlide15.xml"/><Relationship Id="Rd52a400a5cf0433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cd5f24e9ebe148ec" Type="http://schemas.openxmlformats.org/officeDocument/2006/relationships/notesSlide" Target="../notesSlides/notesSlide16.xml"/><Relationship Id="Rf00e037e780f4ef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7df8ad432c514e76" Type="http://schemas.openxmlformats.org/officeDocument/2006/relationships/slideLayout" Target="../slideLayouts/slideLayout1.xml"/><Relationship Id="R93cb0d4750af480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40fa1c8872c41ef" Type="http://schemas.openxmlformats.org/officeDocument/2006/relationships/slideLayout" Target="../slideLayouts/slideLayout1.xml"/><Relationship Id="Rd6876f2b38e64e2d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bcc5f4f039e4844" Type="http://schemas.openxmlformats.org/officeDocument/2006/relationships/slideLayout" Target="../slideLayouts/slideLayout1.xml"/><Relationship Id="R2df9071c5e034e8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a9d1b0b3e4e64bed" Type="http://schemas.openxmlformats.org/officeDocument/2006/relationships/slideLayout" Target="../slideLayouts/slideLayout1.xml"/><Relationship Id="Re5b8f7fd8d0b4ebf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2BAB5-9A5A-4D58-A3D1-257BA47C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Belief, identity and belonging in adult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66A1C-E99C-4B06-BAC4-F46862E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F9EE9-97F4-4E93-B9E9-B3EACB6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way a belief or worldview can influence a person's identity or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AADB-434B-4FAB-9BDE-AD7C16FD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3652-D935-4F9F-8DC1-F818E9FB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8358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3FF28-4BCB-4015-A44C-C86D387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4593E-33DB-4B43-9BF5-B453AB4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720DC-B0CA-4B3E-BF65-F436377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worldview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B96C-9471-46EF-8789-96FC099F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worldview?</a:t>
            </a:r>
          </a:p>
        </p:txBody>
      </p:sp>
    </p:spTree>
    <p:extLst>
      <p:ext uri="{BB962C8B-B14F-4D97-AF65-F5344CB8AC3E}">
        <p14:creationId xmlns:p14="http://schemas.microsoft.com/office/powerpoint/2010/main" val="702134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4713C-9900-48AE-B34A-DE62F54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66A5A-E4DD-4625-AC89-E203051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C085-CB4C-4F50-8BB0-FA98A21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How does Daniel’s belief influence his choice of work?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B3FAB-1A03-42F5-AF32-291B93E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a belief fully determine a person’s identity?</a:t>
            </a:r>
          </a:p>
        </p:txBody>
      </p:sp>
    </p:spTree>
    <p:extLst>
      <p:ext uri="{BB962C8B-B14F-4D97-AF65-F5344CB8AC3E}">
        <p14:creationId xmlns:p14="http://schemas.microsoft.com/office/powerpoint/2010/main" val="16461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DADC9-5C77-466A-9B5A-C534598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D6632-24D6-4389-9C01-646E04B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BE5D6-8FB0-4B78-B7BB-FB48ACB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worldview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way a person sees life and what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F5F61-7968-40F5-8C26-177C4CC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influence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have an effect on something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026D0-E411-4AA5-B621-E0FA55B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values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 person thinks is important in how to 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F5AA6-A272-422B-8B56-FD87AFE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a person is and how they see themselves</a:t>
            </a:r>
          </a:p>
        </p:txBody>
      </p:sp>
    </p:spTree>
    <p:extLst>
      <p:ext uri="{BB962C8B-B14F-4D97-AF65-F5344CB8AC3E}">
        <p14:creationId xmlns:p14="http://schemas.microsoft.com/office/powerpoint/2010/main" val="325009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A6936-8D9B-4CF3-8F27-750C8DD5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B7B6-9996-412D-81FF-3C8766C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02350b1664267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2CE4-0F1B-40A5-B97F-8E4E99EC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influences may shape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ABBA2-8F31-4DFD-B25C-23CCE4C0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one. Could it shape an adult’s identity?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EE378-D134-4A01-98D5-110C493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896580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31FE0-5DF1-4367-824E-92F7EC71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C5D9F-0338-4ADF-B024-D2EB067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5A760-2E79-4C91-A99A-55099BE2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How does Daniel’s belief influence his choice of work?</a:t>
            </a:r>
          </a:p>
        </p:txBody>
      </p:sp>
    </p:spTree>
    <p:extLst>
      <p:ext uri="{BB962C8B-B14F-4D97-AF65-F5344CB8AC3E}">
        <p14:creationId xmlns:p14="http://schemas.microsoft.com/office/powerpoint/2010/main" val="1186342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459A2-F3C7-41EE-8924-EACAE086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673CD-16C4-420B-AEFC-AA059C5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CF951-34B5-40E9-9C95-10EA8DF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Daniel: Fictional profile: Daniel is 24, Christian and a care worker. He says, “I believe every person is made in the image of God, so everyone deserves dignity.” He chose care work over a better-paid job.</a:t>
            </a:r>
          </a:p>
        </p:txBody>
      </p:sp>
    </p:spTree>
    <p:extLst>
      <p:ext uri="{BB962C8B-B14F-4D97-AF65-F5344CB8AC3E}">
        <p14:creationId xmlns:p14="http://schemas.microsoft.com/office/powerpoint/2010/main" val="1536650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F9F82-CEBD-4F19-B25B-CD4E885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6A51-2686-4382-ABFB-D42FFF42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52142-3B80-40B1-8BD9-ED3AB04E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He believes everyone deserves dignity, so he chose care work.</a:t>
            </a:r>
          </a:p>
        </p:txBody>
      </p:sp>
    </p:spTree>
    <p:extLst>
      <p:ext uri="{BB962C8B-B14F-4D97-AF65-F5344CB8AC3E}">
        <p14:creationId xmlns:p14="http://schemas.microsoft.com/office/powerpoint/2010/main" val="1063045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E7C9E-E18A-4C9C-ACDF-2499956D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E08CE-B63C-462E-B5A9-252A3AC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F1D98-0780-4DC2-B3B5-EFEB538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a belief fully determine a person’s identity? No. It is one influence among several, and views can change.</a:t>
            </a:r>
          </a:p>
        </p:txBody>
      </p:sp>
    </p:spTree>
    <p:extLst>
      <p:ext uri="{BB962C8B-B14F-4D97-AF65-F5344CB8AC3E}">
        <p14:creationId xmlns:p14="http://schemas.microsoft.com/office/powerpoint/2010/main" val="160675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25C89-35D5-40C9-AD50-247E074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D97EA-2038-4227-AC25-8D98369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D359C-8DF1-4D6A-AB90-87D8B3D9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each piece of evidence: belief, choice or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D840F-D792-430F-8441-8AC5837B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Highlight the phrase that shows influence.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440B9-110B-4AC5-B345-4F1EE29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5060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5371-8778-435E-A727-A3ABAD9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6C1A1-E26F-4D97-8752-812040C2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A9BF5-02D7-43F4-9924-489B720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“Every person is made in the image of God.”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A1D96-C2FF-402B-B7BD-0A4277F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Chose care work over a better-paid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E333-06C4-4630-8F0B-EA45BA5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 want my life to be useful.”</a:t>
            </a:r>
          </a:p>
        </p:txBody>
      </p:sp>
    </p:spTree>
    <p:extLst>
      <p:ext uri="{BB962C8B-B14F-4D97-AF65-F5344CB8AC3E}">
        <p14:creationId xmlns:p14="http://schemas.microsoft.com/office/powerpoint/2010/main" val="1348152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54224-BAE8-4C7A-82FB-3F02916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1A1D8-ED44-4FB1-B94A-BDC783D2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E386-B6A4-43A5-832E-15EE027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profile and find the belief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942BA-A206-4768-9A2A-2DEE07D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the choice it led to from two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D6788-09E3-46A8-9770-BB33E10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A worldview can influence identity by ___.</a:t>
            </a:r>
          </a:p>
        </p:txBody>
      </p:sp>
    </p:spTree>
    <p:extLst>
      <p:ext uri="{BB962C8B-B14F-4D97-AF65-F5344CB8AC3E}">
        <p14:creationId xmlns:p14="http://schemas.microsoft.com/office/powerpoint/2010/main" val="1210211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4A0CC-A6EF-4E12-904F-A671E97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FBCEB-3788-4DE6-A085-2153D85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8CB6E-47C1-43E1-A766-237B005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identity-influence map for one fictional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E2536-FB2C-46F1-8D38-9E66C5C6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belief, value, choice and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08F35-9EC0-4F93-BB25-B8C8ED0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link in a full sentence.</a:t>
            </a:r>
          </a:p>
        </p:txBody>
      </p:sp>
    </p:spTree>
    <p:extLst>
      <p:ext uri="{BB962C8B-B14F-4D97-AF65-F5344CB8AC3E}">
        <p14:creationId xmlns:p14="http://schemas.microsoft.com/office/powerpoint/2010/main" val="3521310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12D5F-65DD-44FC-986F-FDFCEED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C2BE1-2199-43A5-963E-4C1F1933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F60DB-12F2-46FB-AAC2-8E08DC4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map for both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D29C-6E2B-41EB-A10A-F537C7C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link and one competing influence.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925B5-6D5C-4E33-ADEB-D6FF875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how strong the influence of belief is,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588244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FD74F-157C-49A5-B5ED-DEC85C4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00154-3316-403A-AE4B-0E7C43D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69EA-BB25-406D-A84F-8697978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identity-influence map with one explained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A82DF-155C-4D6B-9176-CD69097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E63C7-DA34-40DA-84E9-4006854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25779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A4F60-50AA-41F1-BEBF-FAE35808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7D616-A6AE-49B4-B75D-092BB5BD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96A3B-63A7-4CA2-A2F3-C3A23E3E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does Daniel’s belief influence his choice of work?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518A7-76D6-4614-A0E8-05C2972D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belief fully determine a person’s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C0551-9B10-4F57-A1C1-793EDAD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41447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2796B-9170-4E5A-8790-D51BFEA8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Daniel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FE3E4-86AA-4483-A4CF-F406834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DFD1E-874C-4FAF-88D7-07CA6FF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Daniel is 24, Christian and a care worker. He says, “I believe every person is made in the image of God, so everyone deserves dignity.” He chose care work over a better-paid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BB3B-DBED-4C00-8F98-93AF675A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B907C-4825-4BB2-A5F2-248C924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3146092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201D-D392-464D-9BE1-ED0A580B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Priya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CD9C0-8E62-492F-B910-B137B16D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314F-3935-4F16-B6C9-BDAFE900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Priya is 26 and a Humanist. She says, “This is the one life we have, so I want mine to be useful.” She volunteers as a mentor and gives blood.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5B3DE-997D-4554-AD15-2DC53027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5198B-7FC4-4FDA-A0E2-541DE66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8532985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02DDE-51F3-4307-83CB-1F46C03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Belief → choice →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79894-60BF-4B4C-948D-5DD1B8F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42DFB-9CDB-4CF2-8E3E-0549091F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belief can lead to a choice. Repeated choices become part of how a person sees themselves and how others see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4C1A6-44FE-46F2-B64A-7280296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13AD4-5371-4F1D-96F7-5793399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Real lives are less tidy than a three-step model.</a:t>
            </a:r>
          </a:p>
        </p:txBody>
      </p:sp>
    </p:spTree>
    <p:extLst>
      <p:ext uri="{BB962C8B-B14F-4D97-AF65-F5344CB8AC3E}">
        <p14:creationId xmlns:p14="http://schemas.microsoft.com/office/powerpoint/2010/main" val="4083652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000CF-9185-428E-BE80-FE67FD84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Other influences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0B105-EB77-4289-82A6-58CFE569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6E07-5DB1-418F-B9C5-029552E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Family, money, health, friends and place also shape adult choices. Belief is one influence, and people can change their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4437-15EB-415C-BFFE-A6ECBEC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32487-AEA0-41DD-8950-3269067D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does not fully determine identity.</a:t>
            </a:r>
          </a:p>
        </p:txBody>
      </p:sp>
    </p:spTree>
    <p:extLst>
      <p:ext uri="{BB962C8B-B14F-4D97-AF65-F5344CB8AC3E}">
        <p14:creationId xmlns:p14="http://schemas.microsoft.com/office/powerpoint/2010/main" val="162973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2026-09-19T18:26:38.6940000Z</dcterms:created>
  <dcterms:modified xsi:type="dcterms:W3CDTF">2026-09-19T18:26:38.6940000Z</dcterms:modified>
</coreProperties>
</file>