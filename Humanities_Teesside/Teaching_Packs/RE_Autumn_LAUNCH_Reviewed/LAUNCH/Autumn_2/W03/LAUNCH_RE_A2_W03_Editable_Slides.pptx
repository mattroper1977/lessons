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f588b09b5a84c1e" Type="http://schemas.openxmlformats.org/officeDocument/2006/relationships/officeDocument" Target="ppt/presentation.xml"/><Relationship Id="R916e64cea0434465" Type="http://schemas.openxmlformats.org/officeDocument/2006/relationships/extended-properties" Target="docProps/app.xml"/><Relationship Id="Recce9d80b65440c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8cffb205c74af8"/>
  </p:sldMasterIdLst>
  <p:notesMasterIdLst>
    <p:notesMasterId xmlns:r="http://schemas.openxmlformats.org/officeDocument/2006/relationships" r:id="Rc4ccacb0f14540ce"/>
  </p:notesMasterIdLst>
  <p:sldIdLst>
    <p:sldId xmlns:r="http://schemas.openxmlformats.org/officeDocument/2006/relationships" id="256" r:id="R4d978d1c066847e6"/>
    <p:sldId xmlns:r="http://schemas.openxmlformats.org/officeDocument/2006/relationships" id="257" r:id="Rb5a92397169340ad"/>
    <p:sldId xmlns:r="http://schemas.openxmlformats.org/officeDocument/2006/relationships" id="258" r:id="R0c266d414add4736"/>
    <p:sldId xmlns:r="http://schemas.openxmlformats.org/officeDocument/2006/relationships" id="259" r:id="R7265a39d82214034"/>
    <p:sldId xmlns:r="http://schemas.openxmlformats.org/officeDocument/2006/relationships" id="260" r:id="R87ea6a8106b14b67"/>
    <p:sldId xmlns:r="http://schemas.openxmlformats.org/officeDocument/2006/relationships" id="261" r:id="Rfc5e476684b04c03"/>
    <p:sldId xmlns:r="http://schemas.openxmlformats.org/officeDocument/2006/relationships" id="262" r:id="Rbc1b2f574218455a"/>
    <p:sldId xmlns:r="http://schemas.openxmlformats.org/officeDocument/2006/relationships" id="263" r:id="Rd68fa8814f4f48b2"/>
    <p:sldId xmlns:r="http://schemas.openxmlformats.org/officeDocument/2006/relationships" id="264" r:id="R1f77c1ff46a94b86"/>
    <p:sldId xmlns:r="http://schemas.openxmlformats.org/officeDocument/2006/relationships" id="265" r:id="Rc5b975e3781e40b4"/>
    <p:sldId xmlns:r="http://schemas.openxmlformats.org/officeDocument/2006/relationships" id="266" r:id="R401b860ef99548fe"/>
    <p:sldId xmlns:r="http://schemas.openxmlformats.org/officeDocument/2006/relationships" id="267" r:id="R058f91a75410457f"/>
    <p:sldId xmlns:r="http://schemas.openxmlformats.org/officeDocument/2006/relationships" id="268" r:id="R0874195b42264309"/>
    <p:sldId xmlns:r="http://schemas.openxmlformats.org/officeDocument/2006/relationships" id="269" r:id="Rd573cbd8c6b0408b"/>
    <p:sldId xmlns:r="http://schemas.openxmlformats.org/officeDocument/2006/relationships" id="270" r:id="R3b411122986c4a9c"/>
    <p:sldId xmlns:r="http://schemas.openxmlformats.org/officeDocument/2006/relationships" id="271" r:id="Rdf475e7244814ac3"/>
    <p:sldId xmlns:r="http://schemas.openxmlformats.org/officeDocument/2006/relationships" id="272" r:id="R1e61a9f378324c96"/>
    <p:sldId xmlns:r="http://schemas.openxmlformats.org/officeDocument/2006/relationships" id="273" r:id="R78fa159d723349d7"/>
    <p:sldId xmlns:r="http://schemas.openxmlformats.org/officeDocument/2006/relationships" id="274" r:id="R9cd097ed7b0c4d80"/>
    <p:sldId xmlns:r="http://schemas.openxmlformats.org/officeDocument/2006/relationships" id="275" r:id="R29ba4762268b47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8f91a75410457f" Type="http://schemas.openxmlformats.org/officeDocument/2006/relationships/slide" Target="slides/slide12.xml"/><Relationship Id="R0874195b42264309" Type="http://schemas.openxmlformats.org/officeDocument/2006/relationships/slide" Target="slides/slide13.xml"/><Relationship Id="R0c266d414add4736" Type="http://schemas.openxmlformats.org/officeDocument/2006/relationships/slide" Target="slides/slide3.xml"/><Relationship Id="R1e61a9f378324c96" Type="http://schemas.openxmlformats.org/officeDocument/2006/relationships/slide" Target="slides/slide17.xml"/><Relationship Id="R1f77c1ff46a94b86" Type="http://schemas.openxmlformats.org/officeDocument/2006/relationships/slide" Target="slides/slide9.xml"/><Relationship Id="R29ba4762268b47a0" Type="http://schemas.openxmlformats.org/officeDocument/2006/relationships/slide" Target="slides/slide20.xml"/><Relationship Id="R3b411122986c4a9c" Type="http://schemas.openxmlformats.org/officeDocument/2006/relationships/slide" Target="slides/slide15.xml"/><Relationship Id="R401b860ef99548fe" Type="http://schemas.openxmlformats.org/officeDocument/2006/relationships/slide" Target="slides/slide11.xml"/><Relationship Id="R4d978d1c066847e6" Type="http://schemas.openxmlformats.org/officeDocument/2006/relationships/slide" Target="slides/slide1.xml"/><Relationship Id="R7265a39d82214034" Type="http://schemas.openxmlformats.org/officeDocument/2006/relationships/slide" Target="slides/slide4.xml"/><Relationship Id="R759af2962dc74dbb" Type="http://schemas.openxmlformats.org/officeDocument/2006/relationships/tableStyles" Target="tableStyles.xml"/><Relationship Id="R78fa159d723349d7" Type="http://schemas.openxmlformats.org/officeDocument/2006/relationships/slide" Target="slides/slide18.xml"/><Relationship Id="R87ea6a8106b14b67" Type="http://schemas.openxmlformats.org/officeDocument/2006/relationships/slide" Target="slides/slide5.xml"/><Relationship Id="R898cffb205c74af8" Type="http://schemas.openxmlformats.org/officeDocument/2006/relationships/slideMaster" Target="slideMasters/slideMaster1.xml"/><Relationship Id="R9cd097ed7b0c4d80" Type="http://schemas.openxmlformats.org/officeDocument/2006/relationships/slide" Target="slides/slide19.xml"/><Relationship Id="R9cdf191a0eee4327" Type="http://schemas.openxmlformats.org/officeDocument/2006/relationships/theme" Target="theme/theme1.xml"/><Relationship Id="Rb5a92397169340ad" Type="http://schemas.openxmlformats.org/officeDocument/2006/relationships/slide" Target="slides/slide2.xml"/><Relationship Id="Rbc1b2f574218455a" Type="http://schemas.openxmlformats.org/officeDocument/2006/relationships/slide" Target="slides/slide7.xml"/><Relationship Id="Rc4ccacb0f14540ce" Type="http://schemas.openxmlformats.org/officeDocument/2006/relationships/notesMaster" Target="notesMasters/notesMaster1.xml"/><Relationship Id="Rc5b975e3781e40b4" Type="http://schemas.openxmlformats.org/officeDocument/2006/relationships/slide" Target="slides/slide10.xml"/><Relationship Id="Rd573cbd8c6b0408b" Type="http://schemas.openxmlformats.org/officeDocument/2006/relationships/slide" Target="slides/slide14.xml"/><Relationship Id="Rd68fa8814f4f48b2" Type="http://schemas.openxmlformats.org/officeDocument/2006/relationships/slide" Target="slides/slide8.xml"/><Relationship Id="Rdf475e7244814ac3" Type="http://schemas.openxmlformats.org/officeDocument/2006/relationships/slide" Target="slides/slide16.xml"/><Relationship Id="Re07bd70a75af4bc5" Type="http://schemas.openxmlformats.org/officeDocument/2006/relationships/presProps" Target="presProps.xml"/><Relationship Id="Rfc5e476684b04c0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2fca2508f83843f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cf7c8d5fba24b49" Type="http://schemas.openxmlformats.org/officeDocument/2006/relationships/notesMaster" Target="../notesMasters/notesMaster1.xml"/><Relationship Id="R5dcc309fae914e3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0ee764fe9ac4161" Type="http://schemas.openxmlformats.org/officeDocument/2006/relationships/notesMaster" Target="../notesMasters/notesMaster1.xml"/><Relationship Id="R4803e2c48078403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5663e3344b24931" Type="http://schemas.openxmlformats.org/officeDocument/2006/relationships/notesMaster" Target="../notesMasters/notesMaster1.xml"/><Relationship Id="R987fd013fb9a491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b06dfd6f2d84117" Type="http://schemas.openxmlformats.org/officeDocument/2006/relationships/slide" Target="../slides/slide4.xml"/><Relationship Id="Rbab7334c05f94dc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a6e90df5a20b4d8c" Type="http://schemas.openxmlformats.org/officeDocument/2006/relationships/notesMaster" Target="../notesMasters/notesMaster1.xml"/><Relationship Id="Rd427569c34af441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c358c3b9169412e" Type="http://schemas.openxmlformats.org/officeDocument/2006/relationships/notesMaster" Target="../notesMasters/notesMaster1.xml"/><Relationship Id="Rd388310af54a4a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6f4ba0505bb4a8b" Type="http://schemas.openxmlformats.org/officeDocument/2006/relationships/notesMaster" Target="../notesMasters/notesMaster1.xml"/><Relationship Id="R49f4e09434124f4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8172ebc795cd4a70" Type="http://schemas.openxmlformats.org/officeDocument/2006/relationships/slide" Target="../slides/slide8.xml"/><Relationship Id="Rc04769b5af2e46c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14626c9cf5148b5" Type="http://schemas.openxmlformats.org/officeDocument/2006/relationships/notesMaster" Target="../notesMasters/notesMaster1.xml"/><Relationship Id="Rb426f431a146402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c31cb91539d34584" Type="http://schemas.openxmlformats.org/officeDocument/2006/relationships/notesMaster" Target="../notesMasters/notesMaster1.xml"/><Relationship Id="Rcc0760a508e7446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d9d7e09e3694b24" Type="http://schemas.openxmlformats.org/officeDocument/2006/relationships/slide" Target="../slides/slide11.xml"/><Relationship Id="Rfdd98a05cb03438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2035dcaec5a47ca" Type="http://schemas.openxmlformats.org/officeDocument/2006/relationships/slide" Target="../slides/slide12.xml"/><Relationship Id="R6a655660a6ba400d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cd8bf64060e645ae" Type="http://schemas.openxmlformats.org/officeDocument/2006/relationships/slide" Target="../slides/slide13.xml"/><Relationship Id="Rd3bca711f8e24cf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115fbb71e004aff" Type="http://schemas.openxmlformats.org/officeDocument/2006/relationships/notesMaster" Target="../notesMasters/notesMaster1.xml"/><Relationship Id="R30141e3cf584467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6d677595ed8d4c47" Type="http://schemas.openxmlformats.org/officeDocument/2006/relationships/slide" Target="../slides/slide15.xml"/><Relationship Id="Rc5d142bf273f41b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b3deac246b874820" Type="http://schemas.openxmlformats.org/officeDocument/2006/relationships/slide" Target="../slides/slide16.xml"/><Relationship Id="Rbdb21589d2d5446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b82c0817bb5481f" Type="http://schemas.openxmlformats.org/officeDocument/2006/relationships/notesMaster" Target="../notesMasters/notesMaster1.xml"/><Relationship Id="R43ea91358c6f4b76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c53160e64bb24ef8" Type="http://schemas.openxmlformats.org/officeDocument/2006/relationships/notesMaster" Target="../notesMasters/notesMaster1.xml"/><Relationship Id="Rdb4db33bb2f84ad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dae225202654238" Type="http://schemas.openxmlformats.org/officeDocument/2006/relationships/slide" Target="../slides/slide19.xml"/><Relationship Id="R949e665d8b914344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3e2a902cf924d9e" Type="http://schemas.openxmlformats.org/officeDocument/2006/relationships/notesMaster" Target="../notesMasters/notesMaster1.xml"/><Relationship Id="R3cca19b53eb94a74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example: obedience to God, feeling equal and united, or prayer for healing.</a:t>
            </a:r>
          </a:p>
          <a:p xmlns:a="http://schemas.openxmlformats.org/drawingml/2006/main">
            <a:r>
              <a:t>Choose: A ceremony that marks a new stage of life OR A formal event with set words and actions. Answer: A ceremony that marks a new stage of life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word or read one relevant card together. Answer: A ceremony that marks a new stage of life.</a:t>
            </a:r>
          </a:p>
          <a:p xmlns:a="http://schemas.openxmlformats.org/drawingml/2006/main">
            <a:r>
              <a:t>Give a reason when ready. Answer: No. There are non-religious ceremonies too.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Sort each detail: Bar/Bat Mitzvah, Confirmation or both. Link the evidence to the enquiry.</a:t>
            </a:r>
          </a:p>
          <a:p xmlns:a="http://schemas.openxmlformats.org/drawingml/2006/main">
            <a:r>
              <a:t>Explain why communities mark life stages publicly and not in private.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Reading from the Torah — Bar/Bat Mitzvah — Card A.</a:t>
            </a:r>
          </a:p>
          <a:p xmlns:a="http://schemas.openxmlformats.org/drawingml/2006/main">
            <a:r>
              <a:t>Confirming promises made at baptism — Confirmation — Card B.</a:t>
            </a:r>
          </a:p>
          <a:p xmlns:a="http://schemas.openxmlformats.org/drawingml/2006/main">
            <a:r>
              <a:t>The community witnesses a young person’s commitment — Both — Cards A and B.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At a ___, ___. This means ___. It shows belonging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a ___, ___. This means ___. It shows belonging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communities mark life stages publicly and not in private.</a:t>
            </a:r>
          </a:p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ceremony that marks a new stage of life.</a:t>
            </a:r>
          </a:p>
          <a:p xmlns:a="http://schemas.openxmlformats.org/drawingml/2006/main">
            <a:r>
              <a:t>No. There are non-religious ceremonies too.</a:t>
            </a:r>
          </a:p>
          <a:p xmlns:a="http://schemas.openxmlformats.org/drawingml/2006/main">
            <a:r>
              <a:t>Support: At a ___, ___. This means ___. It shows belonging because ___.</a:t>
            </a:r>
          </a:p>
          <a:p xmlns:a="http://schemas.openxmlformats.org/drawingml/2006/main">
            <a:r>
              <a:t>Extension: Explain why communities mark life stages publicly and not in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“What happens? What does it mean? How does it show belonging?” task.</a:t>
            </a:r>
          </a:p>
          <a:p xmlns:a="http://schemas.openxmlformats.org/drawingml/2006/main">
            <a:r>
              <a:t>Visual life-stage sequence; simplified case studies; matching before writing; sentence starters; avoid asking about students’ own family ceremonies.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b3bb031afe44a2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488e3d713034d15" Type="http://schemas.openxmlformats.org/officeDocument/2006/relationships/slideLayout" Target="../slideLayouts/slideLayout1.xml"/><Relationship Id="R88198a94be7745e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8e3d71303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b971634b2684992" Type="http://schemas.openxmlformats.org/officeDocument/2006/relationships/slideLayout" Target="../slideLayouts/slideLayout1.xml"/><Relationship Id="R7d23c822259b4cc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5877aedfbc745df" Type="http://schemas.openxmlformats.org/officeDocument/2006/relationships/notesSlide" Target="../notesSlides/notesSlide2.xml"/><Relationship Id="R3acd7433459f458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c103bcc55e94b3a" Type="http://schemas.openxmlformats.org/officeDocument/2006/relationships/notesSlide" Target="../notesSlides/notesSlide3.xml"/><Relationship Id="Rbdea0071ec144fb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d055e34ab9c43ff" Type="http://schemas.openxmlformats.org/officeDocument/2006/relationships/slideLayout" Target="../slideLayouts/slideLayout1.xml"/><Relationship Id="R908452f5b090431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43ac15db22c4bf9" Type="http://schemas.openxmlformats.org/officeDocument/2006/relationships/notesSlide" Target="../notesSlides/notesSlide5.xml"/><Relationship Id="R555eb416c1404add" Type="http://schemas.openxmlformats.org/officeDocument/2006/relationships/slideLayout" Target="../slideLayouts/slideLayout1.xml"/><Relationship Id="R781bf20d2a934d56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5d44fa258cc44453" Type="http://schemas.openxmlformats.org/officeDocument/2006/relationships/slideLayout" Target="../slideLayouts/slideLayout1.xml"/><Relationship Id="Re1e459e1b1fa4b9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8f25385459a46e2" Type="http://schemas.openxmlformats.org/officeDocument/2006/relationships/slideLayout" Target="../slideLayouts/slideLayout1.xml"/><Relationship Id="R24f2db9d119741d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be39b9a8fd24d1e" Type="http://schemas.openxmlformats.org/officeDocument/2006/relationships/notesSlide" Target="../notesSlides/notesSlide8.xml"/><Relationship Id="Ra5e58685693c44e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7757190bfb34c03" Type="http://schemas.openxmlformats.org/officeDocument/2006/relationships/notesSlide" Target="../notesSlides/notesSlide9.xml"/><Relationship Id="Ra46e096d29314ee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db0f763e98094d2f" Type="http://schemas.openxmlformats.org/officeDocument/2006/relationships/notesSlide" Target="../notesSlides/notesSlide10.xml"/><Relationship Id="Rf453a3397aad492b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51e4ddc2ce94991" Type="http://schemas.openxmlformats.org/officeDocument/2006/relationships/slideLayout" Target="../slideLayouts/slideLayout1.xml"/><Relationship Id="R5d6038e61f3d4fc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1d2ed72e9634758" Type="http://schemas.openxmlformats.org/officeDocument/2006/relationships/slideLayout" Target="../slideLayouts/slideLayout1.xml"/><Relationship Id="R91d2107638264aa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cded6ee110f4220" Type="http://schemas.openxmlformats.org/officeDocument/2006/relationships/notesSlide" Target="../notesSlides/notesSlide13.xml"/><Relationship Id="R9552f632750745f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bc7032426c04bbb" Type="http://schemas.openxmlformats.org/officeDocument/2006/relationships/notesSlide" Target="../notesSlides/notesSlide14.xml"/><Relationship Id="Ra07ecc97252d4e9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da345881b614561" Type="http://schemas.openxmlformats.org/officeDocument/2006/relationships/notesSlide" Target="../notesSlides/notesSlide15.xml"/><Relationship Id="R6488b1fbe10d490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f3499351f724e7f" Type="http://schemas.openxmlformats.org/officeDocument/2006/relationships/notesSlide" Target="../notesSlides/notesSlide16.xml"/><Relationship Id="R6fda4daea05a42df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b6c1abae26ea4766" Type="http://schemas.openxmlformats.org/officeDocument/2006/relationships/slideLayout" Target="../slideLayouts/slideLayout1.xml"/><Relationship Id="Rc9fdaa340d1449c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54b4c14b7fd1491b" Type="http://schemas.openxmlformats.org/officeDocument/2006/relationships/slideLayout" Target="../slideLayouts/slideLayout1.xml"/><Relationship Id="R69b5a01c39084b5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db2c5712f3d46fe" Type="http://schemas.openxmlformats.org/officeDocument/2006/relationships/notesSlide" Target="../notesSlides/notesSlide19.xml"/><Relationship Id="R2ef88860ec834dd0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7dbd2361b0034265" Type="http://schemas.openxmlformats.org/officeDocument/2006/relationships/slideLayout" Target="../slideLayouts/slideLayout1.xml"/><Relationship Id="Rd411b69961e9486b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1E159-E8E3-4B04-A338-29D5325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Rites of passage and community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4F053-10E8-471D-A08B-9FD18015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C3F8F-AB7D-46A1-835E-278D7699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rite of passage and explain how it can connect a person to a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53A40-81FD-463C-AA97-B97F0C2E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BF909-CCEB-4A88-AE1F-36EDD50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51577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E7A51-3577-40C7-B6EF-FD3FBFBE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995A-0940-43D7-B135-72978A16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9E5BF-B5D3-4840-9810-7DACB24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reason pilgrimage may matter to a believer.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21BF7-4521-4A74-9B2A-4BFB217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rite of passage?</a:t>
            </a:r>
          </a:p>
        </p:txBody>
      </p:sp>
    </p:spTree>
    <p:extLst>
      <p:ext uri="{BB962C8B-B14F-4D97-AF65-F5344CB8AC3E}">
        <p14:creationId xmlns:p14="http://schemas.microsoft.com/office/powerpoint/2010/main" val="1260199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466F9-D95D-464A-A771-DDFCC04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10E39-2DA8-48E9-8393-1F1DBA7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E77EC-9BA7-40F2-A89A-5D8B2E7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Define “rite of passage”.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66126-C200-4878-B187-E88371D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Are rites of passage only religious?</a:t>
            </a:r>
          </a:p>
        </p:txBody>
      </p:sp>
    </p:spTree>
    <p:extLst>
      <p:ext uri="{BB962C8B-B14F-4D97-AF65-F5344CB8AC3E}">
        <p14:creationId xmlns:p14="http://schemas.microsoft.com/office/powerpoint/2010/main" val="1842661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054F6-23EE-4DFE-BFF1-D3357E1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39EE7-5C0E-4C15-AB0A-3765D450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953E0-5513-4DD5-A37A-13A8F26A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rite of passage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ceremony that marks a new stage of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28398-DCA8-4C52-98C0-A8766E4C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ceremony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formal event with set words and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FC3D1-1625-47EA-AA60-9B311EAC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commitment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promise to stay loyal to something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AB7B7-6275-4E69-A0AB-BD7144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Bar or Bat Mitzvah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Jewish ceremony marking religious adulthood</a:t>
            </a:r>
          </a:p>
        </p:txBody>
      </p:sp>
    </p:spTree>
    <p:extLst>
      <p:ext uri="{BB962C8B-B14F-4D97-AF65-F5344CB8AC3E}">
        <p14:creationId xmlns:p14="http://schemas.microsoft.com/office/powerpoint/2010/main" val="1725216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9D2DB-5AF9-4469-8104-71A27E6F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00337-BA44-4E6C-89A9-DB3C42E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bf20d2a934d56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AC31A-128B-41E6-A900-41D30037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Order the life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4F5E7-8D8D-47E6-90DF-9999533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events from earliest to latest.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D25D5-ACF8-4AC8-8115-068ED13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242485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F268F-4D2E-46A3-8853-39DCAFB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5D6D-7F7A-4B84-90CA-9E48A12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AA448-0F3A-4D33-ACB4-979C0CED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Define “rite of passage”.</a:t>
            </a:r>
          </a:p>
        </p:txBody>
      </p:sp>
    </p:spTree>
    <p:extLst>
      <p:ext uri="{BB962C8B-B14F-4D97-AF65-F5344CB8AC3E}">
        <p14:creationId xmlns:p14="http://schemas.microsoft.com/office/powerpoint/2010/main" val="2024213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9118F-08CB-4BEC-A3B2-2989CD9B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F8E6E-22EC-4B1F-9F0A-CA3BB93B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48C25-0CBE-4785-8FF7-F779AFEE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Use the lesson word bank and the named examples on the evidence cards.</a:t>
            </a:r>
          </a:p>
        </p:txBody>
      </p:sp>
    </p:spTree>
    <p:extLst>
      <p:ext uri="{BB962C8B-B14F-4D97-AF65-F5344CB8AC3E}">
        <p14:creationId xmlns:p14="http://schemas.microsoft.com/office/powerpoint/2010/main" val="2095498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84178-1ACD-45D4-99F1-ECBCE7E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2279-9D32-4F3D-9E15-113D139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89F92-1C81-4D8E-92E1-D24E6363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ceremony that marks a new stage of life.</a:t>
            </a:r>
          </a:p>
        </p:txBody>
      </p:sp>
    </p:spTree>
    <p:extLst>
      <p:ext uri="{BB962C8B-B14F-4D97-AF65-F5344CB8AC3E}">
        <p14:creationId xmlns:p14="http://schemas.microsoft.com/office/powerpoint/2010/main" val="1001901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3A0CF-53AA-401A-B6C2-EE10002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18419-A681-4961-9150-E34971B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B7C0F-ACCC-4690-9F93-7D41D85B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Are rites of passage only religious? No. There are non-religious ceremonies too.</a:t>
            </a:r>
          </a:p>
        </p:txBody>
      </p:sp>
    </p:spTree>
    <p:extLst>
      <p:ext uri="{BB962C8B-B14F-4D97-AF65-F5344CB8AC3E}">
        <p14:creationId xmlns:p14="http://schemas.microsoft.com/office/powerpoint/2010/main" val="1999783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B8EBE-EEB6-4BF3-A8D1-18B0B631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50127-9CC3-438E-AF70-A9A3AE88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EA80A-345D-4023-B7C7-76897E1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detail: Bar/Bat Mitzvah, Confirmation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DA135-FAED-424C-9834-298E6F93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the three questions for one ceremony.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07CC6-8EDA-488D-82CF-6A48DD44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714008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CAF82-93D6-40F7-A260-94057D31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2516E-DA75-4D50-8B42-5D0921B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7277F-AC76-4C4F-873E-DEEC45BD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Reading from the Torah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7429-01A4-490E-9DDF-45E6CC2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Confirming promises made at baptism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747AF-F7C4-48EC-9E36-C3CDDED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community witnesses a young person’s commitment</a:t>
            </a:r>
          </a:p>
        </p:txBody>
      </p:sp>
    </p:spTree>
    <p:extLst>
      <p:ext uri="{BB962C8B-B14F-4D97-AF65-F5344CB8AC3E}">
        <p14:creationId xmlns:p14="http://schemas.microsoft.com/office/powerpoint/2010/main" val="1331585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79F1-D2EB-44A4-A3D5-C7A05303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45CD7-8A17-4035-92D7-5EF4483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5DC2C-0208-4B98-A76F-E4E1E218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ceremony from the case studies.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62D34-AD08-47AD-B275-087AECA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Match: what happens → what it means.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BF8D3-20FD-4028-B0B2-3F8E972F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how it shows belonging.</a:t>
            </a:r>
          </a:p>
        </p:txBody>
      </p:sp>
    </p:spTree>
    <p:extLst>
      <p:ext uri="{BB962C8B-B14F-4D97-AF65-F5344CB8AC3E}">
        <p14:creationId xmlns:p14="http://schemas.microsoft.com/office/powerpoint/2010/main" val="894491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16A33-D33A-4224-A6B8-80B298E7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AC25D-70D7-4EB8-887F-8BC31E8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42E7A-70BF-464A-9020-0AC67A6A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rite of passage.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BA4D7-1567-435E-BB97-9D9FC84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Answer: what happens? What does it mean?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D68B7-17C9-4AD7-89C7-27F939F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it shows belonging.</a:t>
            </a:r>
          </a:p>
        </p:txBody>
      </p:sp>
    </p:spTree>
    <p:extLst>
      <p:ext uri="{BB962C8B-B14F-4D97-AF65-F5344CB8AC3E}">
        <p14:creationId xmlns:p14="http://schemas.microsoft.com/office/powerpoint/2010/main" val="6124988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BB4F7-C9DB-4F34-820E-5518BE3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F773D-2623-43C7-AF73-27DFED89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F2AFE-797B-4C2F-99EF-F08732F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the three questions for one ceremony.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FB1FF-8D3C-4C11-83A9-8A67F282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it with a second ceremony.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D7287-7F00-48D5-BD7A-A2B410CC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public ceremony strengthens commitment.</a:t>
            </a:r>
          </a:p>
        </p:txBody>
      </p:sp>
    </p:spTree>
    <p:extLst>
      <p:ext uri="{BB962C8B-B14F-4D97-AF65-F5344CB8AC3E}">
        <p14:creationId xmlns:p14="http://schemas.microsoft.com/office/powerpoint/2010/main" val="11008582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D16C-7160-4B54-9F67-E77C689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562DD-AF3D-4590-B1C9-3A1BA2B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4DB58-7293-4353-B284-87623C7C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“What happens? What does it mean? How does it show belonging?”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125A-5B3F-4C51-80A1-B4A261A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B4758-DDA4-4B13-A154-F520A6B2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0733302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F0206-ECF6-474E-B82C-A63BB482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BEBA4-68B8-4BF7-8478-7A0BC01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4678-5890-4049-9921-F2DB58C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Define “rite of passage”.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22074-F81B-4B0E-BAD3-61C58498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Are rites of passage only religious?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67672-5B44-41B6-9F54-B920D6B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1035367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76FAF-EBEB-4633-ADA6-F3A625A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Bar and Bat Mitzvah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351EA-60F7-4A27-BFFE-15B784F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BEC9D-B01A-4B81-9190-A52A5626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Bar or Bat Mitzvah marks becoming responsible for the commandments in Jewish life. Common ages are 13 for boys and 12 or 13 for girls, depending on the community. A synagogue celebration may include reading Torah; practices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BDD47-A90D-4D13-9368-6B325B0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7CF4F-0DDD-4222-A753-E72B039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Jewish communities mark this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8307533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4C182-BF7A-438E-9E01-160BB984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991AB-AB0C-4128-BE72-7DAA2E1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FD440-EA70-4935-B541-E2C167EB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Confirmation is an expression of Christian commitment in churches that practise it. In the Church of England it includes affirming baptismal promises and a bishop laying on hands. Other Christian traditions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32979-A5C4-4ED4-BB11-D116C39A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A4D1D-0DBA-4E3C-9521-057EA4DC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Christian churches differ. Some do not practise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538133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80E47-D7EE-409E-9507-855ED651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 Humanist naming ceremony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22AE5-A75D-425F-A20D-95E0D0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ED87C-C572-42D9-9AB0-95FA917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 non-religious families hold a naming ceremony to welcome a child. Family and friends make promises of support. There is no religious content.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D5541-987B-4D67-A006-B14B182B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E0603-E863-4676-AD8A-62790BD4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Many non-religious families hold no ceremony.</a:t>
            </a:r>
          </a:p>
        </p:txBody>
      </p:sp>
    </p:spTree>
    <p:extLst>
      <p:ext uri="{BB962C8B-B14F-4D97-AF65-F5344CB8AC3E}">
        <p14:creationId xmlns:p14="http://schemas.microsoft.com/office/powerpoint/2010/main" val="18728409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21DD0-B3D0-4174-A810-36606A88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Three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CE502-314F-4E1E-BEE2-98E7C17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39927-F95A-458A-A556-9BBBE77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happens? What does it mean? How does it show belonging?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2408B-2EFF-4175-9F5E-96724A2F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6BCA6-904E-43FE-8C65-39EA94D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Three questions are a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206015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2026-09-19T18:26:28.3180000Z</dcterms:created>
  <dcterms:modified xsi:type="dcterms:W3CDTF">2026-09-19T18:26:28.3180000Z</dcterms:modified>
</coreProperties>
</file>