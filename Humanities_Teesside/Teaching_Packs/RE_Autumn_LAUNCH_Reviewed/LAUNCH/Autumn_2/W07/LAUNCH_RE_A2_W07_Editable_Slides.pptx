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0d21e77e10d4caa" Type="http://schemas.openxmlformats.org/officeDocument/2006/relationships/officeDocument" Target="ppt/presentation.xml"/><Relationship Id="Rc70e9011ac9c45a0" Type="http://schemas.openxmlformats.org/package/2006/relationships/metadata/core-properties" Target="docProps/core.xml"/><Relationship Id="Rf3113a161da3488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5649fb03a3441d"/>
  </p:sldMasterIdLst>
  <p:notesMasterIdLst>
    <p:notesMasterId xmlns:r="http://schemas.openxmlformats.org/officeDocument/2006/relationships" r:id="Rb488ddf7d8e84cf3"/>
  </p:notesMasterIdLst>
  <p:sldIdLst>
    <p:sldId xmlns:r="http://schemas.openxmlformats.org/officeDocument/2006/relationships" id="256" r:id="Rb682fd2fcaf840f5"/>
    <p:sldId xmlns:r="http://schemas.openxmlformats.org/officeDocument/2006/relationships" id="257" r:id="R07168569b3c64c5a"/>
    <p:sldId xmlns:r="http://schemas.openxmlformats.org/officeDocument/2006/relationships" id="258" r:id="R136c457cf23941ec"/>
    <p:sldId xmlns:r="http://schemas.openxmlformats.org/officeDocument/2006/relationships" id="259" r:id="Rf3f4cc52e5594950"/>
    <p:sldId xmlns:r="http://schemas.openxmlformats.org/officeDocument/2006/relationships" id="260" r:id="Rc43abfbe0a3f4148"/>
    <p:sldId xmlns:r="http://schemas.openxmlformats.org/officeDocument/2006/relationships" id="261" r:id="R551228ed7b2c472e"/>
    <p:sldId xmlns:r="http://schemas.openxmlformats.org/officeDocument/2006/relationships" id="262" r:id="Rbe732dd212fc4213"/>
    <p:sldId xmlns:r="http://schemas.openxmlformats.org/officeDocument/2006/relationships" id="263" r:id="R3c220b4060454df2"/>
    <p:sldId xmlns:r="http://schemas.openxmlformats.org/officeDocument/2006/relationships" id="264" r:id="R28a0cf6d22bd4536"/>
    <p:sldId xmlns:r="http://schemas.openxmlformats.org/officeDocument/2006/relationships" id="265" r:id="R9aa21e7afc8546e0"/>
    <p:sldId xmlns:r="http://schemas.openxmlformats.org/officeDocument/2006/relationships" id="266" r:id="R8626c4dc358d4f4f"/>
    <p:sldId xmlns:r="http://schemas.openxmlformats.org/officeDocument/2006/relationships" id="267" r:id="Rc91204a1ae8b4bf0"/>
    <p:sldId xmlns:r="http://schemas.openxmlformats.org/officeDocument/2006/relationships" id="268" r:id="R61c17b5121d64bfb"/>
    <p:sldId xmlns:r="http://schemas.openxmlformats.org/officeDocument/2006/relationships" id="269" r:id="R10943ddefa594a24"/>
    <p:sldId xmlns:r="http://schemas.openxmlformats.org/officeDocument/2006/relationships" id="270" r:id="R9149345c478549d9"/>
    <p:sldId xmlns:r="http://schemas.openxmlformats.org/officeDocument/2006/relationships" id="271" r:id="R43a5b899c0d3402e"/>
    <p:sldId xmlns:r="http://schemas.openxmlformats.org/officeDocument/2006/relationships" id="272" r:id="R621d2525cbfa4a9b"/>
    <p:sldId xmlns:r="http://schemas.openxmlformats.org/officeDocument/2006/relationships" id="273" r:id="Raa384344ad184e67"/>
    <p:sldId xmlns:r="http://schemas.openxmlformats.org/officeDocument/2006/relationships" id="274" r:id="R30421d6b8a3f4ad6"/>
    <p:sldId xmlns:r="http://schemas.openxmlformats.org/officeDocument/2006/relationships" id="275" r:id="R8ba5aeba95d8463b"/>
    <p:sldId xmlns:r="http://schemas.openxmlformats.org/officeDocument/2006/relationships" id="276" r:id="R76fdbfb6d756404c"/>
    <p:sldId xmlns:r="http://schemas.openxmlformats.org/officeDocument/2006/relationships" id="277" r:id="Re786c0b07ab0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168569b3c64c5a" Type="http://schemas.openxmlformats.org/officeDocument/2006/relationships/slide" Target="slides/slide2.xml"/><Relationship Id="R10943ddefa594a24" Type="http://schemas.openxmlformats.org/officeDocument/2006/relationships/slide" Target="slides/slide14.xml"/><Relationship Id="R136c457cf23941ec" Type="http://schemas.openxmlformats.org/officeDocument/2006/relationships/slide" Target="slides/slide3.xml"/><Relationship Id="R1a72c497691d4919" Type="http://schemas.openxmlformats.org/officeDocument/2006/relationships/presProps" Target="presProps.xml"/><Relationship Id="R28a0cf6d22bd4536" Type="http://schemas.openxmlformats.org/officeDocument/2006/relationships/slide" Target="slides/slide9.xml"/><Relationship Id="R30421d6b8a3f4ad6" Type="http://schemas.openxmlformats.org/officeDocument/2006/relationships/slide" Target="slides/slide19.xml"/><Relationship Id="R3c220b4060454df2" Type="http://schemas.openxmlformats.org/officeDocument/2006/relationships/slide" Target="slides/slide8.xml"/><Relationship Id="R43a5b899c0d3402e" Type="http://schemas.openxmlformats.org/officeDocument/2006/relationships/slide" Target="slides/slide16.xml"/><Relationship Id="R47812ee2c5cf4cac" Type="http://schemas.openxmlformats.org/officeDocument/2006/relationships/tableStyles" Target="tableStyles.xml"/><Relationship Id="R551228ed7b2c472e" Type="http://schemas.openxmlformats.org/officeDocument/2006/relationships/slide" Target="slides/slide6.xml"/><Relationship Id="R61c17b5121d64bfb" Type="http://schemas.openxmlformats.org/officeDocument/2006/relationships/slide" Target="slides/slide13.xml"/><Relationship Id="R621d2525cbfa4a9b" Type="http://schemas.openxmlformats.org/officeDocument/2006/relationships/slide" Target="slides/slide17.xml"/><Relationship Id="R765649fb03a3441d" Type="http://schemas.openxmlformats.org/officeDocument/2006/relationships/slideMaster" Target="slideMasters/slideMaster1.xml"/><Relationship Id="R76fdbfb6d756404c" Type="http://schemas.openxmlformats.org/officeDocument/2006/relationships/slide" Target="slides/slide21.xml"/><Relationship Id="R8626c4dc358d4f4f" Type="http://schemas.openxmlformats.org/officeDocument/2006/relationships/slide" Target="slides/slide11.xml"/><Relationship Id="R8ba5aeba95d8463b" Type="http://schemas.openxmlformats.org/officeDocument/2006/relationships/slide" Target="slides/slide20.xml"/><Relationship Id="R9149345c478549d9" Type="http://schemas.openxmlformats.org/officeDocument/2006/relationships/slide" Target="slides/slide15.xml"/><Relationship Id="R9aa21e7afc8546e0" Type="http://schemas.openxmlformats.org/officeDocument/2006/relationships/slide" Target="slides/slide10.xml"/><Relationship Id="Raa384344ad184e67" Type="http://schemas.openxmlformats.org/officeDocument/2006/relationships/slide" Target="slides/slide18.xml"/><Relationship Id="Rb488ddf7d8e84cf3" Type="http://schemas.openxmlformats.org/officeDocument/2006/relationships/notesMaster" Target="notesMasters/notesMaster1.xml"/><Relationship Id="Rb682fd2fcaf840f5" Type="http://schemas.openxmlformats.org/officeDocument/2006/relationships/slide" Target="slides/slide1.xml"/><Relationship Id="Rbe732dd212fc4213" Type="http://schemas.openxmlformats.org/officeDocument/2006/relationships/slide" Target="slides/slide7.xml"/><Relationship Id="Rc43abfbe0a3f4148" Type="http://schemas.openxmlformats.org/officeDocument/2006/relationships/slide" Target="slides/slide5.xml"/><Relationship Id="Rc91204a1ae8b4bf0" Type="http://schemas.openxmlformats.org/officeDocument/2006/relationships/slide" Target="slides/slide12.xml"/><Relationship Id="Re2625dc1b96b45a9" Type="http://schemas.openxmlformats.org/officeDocument/2006/relationships/theme" Target="theme/theme1.xml"/><Relationship Id="Re786c0b07ab04f4e" Type="http://schemas.openxmlformats.org/officeDocument/2006/relationships/slide" Target="slides/slide22.xml"/><Relationship Id="Rf3f4cc52e559495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3542402ae7f04ce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1ed0aea0b1a4195" Type="http://schemas.openxmlformats.org/officeDocument/2006/relationships/notesMaster" Target="../notesMasters/notesMaster1.xml"/><Relationship Id="Reafef7dbeae64bf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a090e133ec7445d3" Type="http://schemas.openxmlformats.org/officeDocument/2006/relationships/slide" Target="../slides/slide2.xml"/><Relationship Id="Ra734c1a7153d4a2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12b3d4a2c84467b" Type="http://schemas.openxmlformats.org/officeDocument/2006/relationships/slide" Target="../slides/slide3.xml"/><Relationship Id="R45b30ed9289e454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0cdc67cc66a49c0" Type="http://schemas.openxmlformats.org/officeDocument/2006/relationships/notesMaster" Target="../notesMasters/notesMaster1.xml"/><Relationship Id="Rd1c59d8cfcfe477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99ca08e6e154361" Type="http://schemas.openxmlformats.org/officeDocument/2006/relationships/notesMaster" Target="../notesMasters/notesMaster1.xml"/><Relationship Id="Rc031dd07a1bb42b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170ec4339b7416e" Type="http://schemas.openxmlformats.org/officeDocument/2006/relationships/slide" Target="../slides/slide6.xml"/><Relationship Id="R08c3f49ec4fd45b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a21cd463b7548a2" Type="http://schemas.openxmlformats.org/officeDocument/2006/relationships/slide" Target="../slides/slide7.xml"/><Relationship Id="Ra935f0db3e484bc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fafb5f4089146df" Type="http://schemas.openxmlformats.org/officeDocument/2006/relationships/slide" Target="../slides/slide8.xml"/><Relationship Id="R6cf1f6acc3e146e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56abb5cfae44ab1" Type="http://schemas.openxmlformats.org/officeDocument/2006/relationships/slide" Target="../slides/slide9.xml"/><Relationship Id="R695edd6bd599433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60d164d79a24d73" Type="http://schemas.openxmlformats.org/officeDocument/2006/relationships/slide" Target="../slides/slide10.xml"/><Relationship Id="Rf4ed6eab09524a7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2d417c17316403c" Type="http://schemas.openxmlformats.org/officeDocument/2006/relationships/notesMaster" Target="../notesMasters/notesMaster1.xml"/><Relationship Id="R6e7b230ccd504779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82031979aeb4eab" Type="http://schemas.openxmlformats.org/officeDocument/2006/relationships/slide" Target="../slides/slide12.xml"/><Relationship Id="Ra113baa3033149b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462acbbecb64137" Type="http://schemas.openxmlformats.org/officeDocument/2006/relationships/notesMaster" Target="../notesMasters/notesMaster1.xml"/><Relationship Id="R4fae19e6dc5f443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87b3dbe73bd54c06" Type="http://schemas.openxmlformats.org/officeDocument/2006/relationships/notesMaster" Target="../notesMasters/notesMaster1.xml"/><Relationship Id="R8f9f1ef509a743d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879a5ceed5a422f" Type="http://schemas.openxmlformats.org/officeDocument/2006/relationships/slide" Target="../slides/slide15.xml"/><Relationship Id="R32a7eaab8b0c4e4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ea0154618a845c9" Type="http://schemas.openxmlformats.org/officeDocument/2006/relationships/slide" Target="../slides/slide16.xml"/><Relationship Id="R5ff337b7c03e4df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d117ee370f34e28" Type="http://schemas.openxmlformats.org/officeDocument/2006/relationships/slide" Target="../slides/slide17.xml"/><Relationship Id="R6e1dcb18a22f494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76b2ecb6e604cfb" Type="http://schemas.openxmlformats.org/officeDocument/2006/relationships/notesMaster" Target="../notesMasters/notesMaster1.xml"/><Relationship Id="Refa249a5eb6b4d33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b88fb74d1a08443b" Type="http://schemas.openxmlformats.org/officeDocument/2006/relationships/slide" Target="../slides/slide19.xml"/><Relationship Id="Reed21a22c9994893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2b4b6ee451aa4269" Type="http://schemas.openxmlformats.org/officeDocument/2006/relationships/slide" Target="../slides/slide20.xml"/><Relationship Id="R4b70de2bf9d1457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23654d899d774f3a" Type="http://schemas.openxmlformats.org/officeDocument/2006/relationships/notesMaster" Target="../notesMasters/notesMaster1.xml"/><Relationship Id="Rac99861e81334223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43a68a122c474883" Type="http://schemas.openxmlformats.org/officeDocument/2006/relationships/notesMaster" Target="../notesMasters/notesMaster1.xml"/><Relationship Id="Rf34be6cf34e74613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Both, however, whereas.</a:t>
            </a:r>
          </a:p>
          <a:p xmlns:a="http://schemas.openxmlformats.org/drawingml/2006/main">
            <a:r>
              <a:t>Choose: Something a person holds to be true OR Something people do as part of their beliefs. Answer: Something a person holds to be true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A belief is held to be true. A practice is something done.</a:t>
            </a:r>
          </a:p>
          <a:p xmlns:a="http://schemas.openxmlformats.org/drawingml/2006/main">
            <a:r>
              <a:t>Give a reason when ready. Answer: Yes, if it is their agreed way of working.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Match each example to belief, practice or meaning. Link the evidence to the enquiry.</a:t>
            </a:r>
          </a:p>
          <a:p xmlns:a="http://schemas.openxmlformats.org/drawingml/2006/main">
            <a:r>
              <a:t>Evaluate which practice shows belief most clearly, with a reason.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Circling the Ka‘bah — Practice — It is something pilgrims do.</a:t>
            </a:r>
          </a:p>
          <a:p xmlns:a="http://schemas.openxmlformats.org/drawingml/2006/main">
            <a:r>
              <a:t>All are equal before God — Belief — It is held to be true.</a:t>
            </a:r>
          </a:p>
          <a:p xmlns:a="http://schemas.openxmlformats.org/drawingml/2006/main">
            <a:r>
              <a:t>White clothing shows that equality — Meaning — It explains why the practice matters.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The practice of ___ shows the belief that ___. Both ___. However,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of ___ shows the belief that ___. Both ___. However,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Evaluate which practice shows belief most clearly, with a reason.</a:t>
            </a:r>
          </a:p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belief is held to be true. A practice is something done.</a:t>
            </a:r>
          </a:p>
          <a:p xmlns:a="http://schemas.openxmlformats.org/drawingml/2006/main">
            <a:r>
              <a:t>Yes, if it is their agreed way of working.</a:t>
            </a:r>
          </a:p>
          <a:p xmlns:a="http://schemas.openxmlformats.org/drawingml/2006/main">
            <a:r>
              <a:t>Support: The practice of ___ shows the belief that ___. Both ___. However, ___.</a:t>
            </a:r>
          </a:p>
          <a:p xmlns:a="http://schemas.openxmlformats.org/drawingml/2006/main">
            <a:r>
              <a:t>Extension: Evaluate which practice shows belief most clearly, with a reason.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Autumn 2 assessment using the appropriate access route.</a:t>
            </a:r>
          </a:p>
          <a:p xmlns:a="http://schemas.openxmlformats.org/drawingml/2006/main">
            <a:r>
              <a:t>Reader/scribe/typing as normal way of working; chunked assessment; reduced visual clutter;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  <a:p xmlns:a="http://schemas.openxmlformats.org/drawingml/2006/main">
            <a:r>
              <a:t>Qur’an 5 6 washing for prayer: https://quran.com/5/6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de4cdc4746046f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bd17a3509164d22" Type="http://schemas.openxmlformats.org/officeDocument/2006/relationships/theme" Target="theme/theme2.xml"/><Relationship Id="Rb732a61ac9374d3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2a61ac9374d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f45de0da13e46bd" Type="http://schemas.openxmlformats.org/officeDocument/2006/relationships/notesSlide" Target="../notesSlides/notesSlide1.xml"/><Relationship Id="R96e6eb59fb6c479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3fd3d21750e14d64" Type="http://schemas.openxmlformats.org/officeDocument/2006/relationships/slideLayout" Target="../slideLayouts/slideLayout1.xml"/><Relationship Id="R58a4a9f19f7c4a5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5eb2d93f7264441" Type="http://schemas.openxmlformats.org/officeDocument/2006/relationships/slideLayout" Target="../slideLayouts/slideLayout1.xml"/><Relationship Id="R8d6f4db27ae9453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b3264b11cdc4fe0" Type="http://schemas.openxmlformats.org/officeDocument/2006/relationships/notesSlide" Target="../notesSlides/notesSlide4.xml"/><Relationship Id="Rf97ce02d0c774dc9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3866a9607e84c6e" Type="http://schemas.openxmlformats.org/officeDocument/2006/relationships/notesSlide" Target="../notesSlides/notesSlide5.xml"/><Relationship Id="Rb69db6f2dbb346f1" Type="http://schemas.openxmlformats.org/officeDocument/2006/relationships/slideLayout" Target="../slideLayouts/slideLayout1.xml"/><Relationship Id="Rf6797e1de094467e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e6f0a6dafd3d4042" Type="http://schemas.openxmlformats.org/officeDocument/2006/relationships/slideLayout" Target="../slideLayouts/slideLayout1.xml"/><Relationship Id="Rea5e21895e28492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556c25d35d94fe9" Type="http://schemas.openxmlformats.org/officeDocument/2006/relationships/notesSlide" Target="../notesSlides/notesSlide7.xml"/><Relationship Id="R9ca8d45eab3b44e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7fd9c62ecb6472c" Type="http://schemas.openxmlformats.org/officeDocument/2006/relationships/notesSlide" Target="../notesSlides/notesSlide8.xml"/><Relationship Id="R74bd671e0fe940b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984f29c813604251" Type="http://schemas.openxmlformats.org/officeDocument/2006/relationships/notesSlide" Target="../notesSlides/notesSlide9.xml"/><Relationship Id="Rfea7a069e4dd414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f33b4fbeb5c24fac" Type="http://schemas.openxmlformats.org/officeDocument/2006/relationships/slideLayout" Target="../slideLayouts/slideLayout1.xml"/><Relationship Id="Rf9bda7f448ea4bb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ed959717a9f4647" Type="http://schemas.openxmlformats.org/officeDocument/2006/relationships/notesSlide" Target="../notesSlides/notesSlide11.xml"/><Relationship Id="Rba9f9169589449e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90a24c9968948f4" Type="http://schemas.openxmlformats.org/officeDocument/2006/relationships/notesSlide" Target="../notesSlides/notesSlide12.xml"/><Relationship Id="Rb0f6d62b44b34c6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9762762d68c443b" Type="http://schemas.openxmlformats.org/officeDocument/2006/relationships/notesSlide" Target="../notesSlides/notesSlide13.xml"/><Relationship Id="R5a390318dd4b40af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dd3d014b49a4c36" Type="http://schemas.openxmlformats.org/officeDocument/2006/relationships/notesSlide" Target="../notesSlides/notesSlide14.xml"/><Relationship Id="R68a5cfda815d4dc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3e4841b611f41bc" Type="http://schemas.openxmlformats.org/officeDocument/2006/relationships/notesSlide" Target="../notesSlides/notesSlide15.xml"/><Relationship Id="R656f70a56ed94eea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d9fdd93d2464949" Type="http://schemas.openxmlformats.org/officeDocument/2006/relationships/notesSlide" Target="../notesSlides/notesSlide16.xml"/><Relationship Id="Refc7c570a5b64e5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c44a90cb74654e34" Type="http://schemas.openxmlformats.org/officeDocument/2006/relationships/slideLayout" Target="../slideLayouts/slideLayout1.xml"/><Relationship Id="Rfa7ba9bcb5ee438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3e562013b83e4216" Type="http://schemas.openxmlformats.org/officeDocument/2006/relationships/slideLayout" Target="../slideLayouts/slideLayout1.xml"/><Relationship Id="Rf3ca44b47e7849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bd51556a8db348a9" Type="http://schemas.openxmlformats.org/officeDocument/2006/relationships/notesSlide" Target="../notesSlides/notesSlide19.xml"/><Relationship Id="Rdd960c180fc6452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4c9d25d8be824d94" Type="http://schemas.openxmlformats.org/officeDocument/2006/relationships/slideLayout" Target="../slideLayouts/slideLayout1.xml"/><Relationship Id="Rca2b3c9867ed4a81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c9799bc58ac4def" Type="http://schemas.openxmlformats.org/officeDocument/2006/relationships/slideLayout" Target="../slideLayouts/slideLayout1.xml"/><Relationship Id="Rcf32ce81700e49f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b688b01e9d004f8c" Type="http://schemas.openxmlformats.org/officeDocument/2006/relationships/notesSlide" Target="../notesSlides/notesSlide22.xml"/><Relationship Id="Re9610066b87943c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E611E-F4CB-4268-9151-27C48AF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Beliefs and practices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6F7BD-2F3F-4E60-8F7B-49AA4CA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655CD-69AB-4003-AB1C-42B2DDCC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evidence to show understanding of beliefs, practices and their meanings across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75608-078B-41F6-8058-3A17D5A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50F44-D2F5-4E60-BE90-3A99C80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24464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B01DC-283C-4C96-8614-9D06AD5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41641-C5ED-4681-917F-7E436325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EAD85-ECDD-4CF3-8017-7AFD0F09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words show that an answer is comparing?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2EB7F-D9C3-4FC7-A2F7-BDE6C43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belief?</a:t>
            </a:r>
          </a:p>
        </p:txBody>
      </p:sp>
    </p:spTree>
    <p:extLst>
      <p:ext uri="{BB962C8B-B14F-4D97-AF65-F5344CB8AC3E}">
        <p14:creationId xmlns:p14="http://schemas.microsoft.com/office/powerpoint/2010/main" val="1184355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02CE3-1530-403D-BBF8-8DCFD88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57826-05FC-49DA-8CD4-78EFD6A7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33FA9-0593-4B2E-B0D7-76E921B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is the difference between a belief and a practice?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144A1-73FB-4BF2-80ED-3804F3B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May a pupil use a reader or scribe in the assessment?</a:t>
            </a:r>
          </a:p>
        </p:txBody>
      </p:sp>
    </p:spTree>
    <p:extLst>
      <p:ext uri="{BB962C8B-B14F-4D97-AF65-F5344CB8AC3E}">
        <p14:creationId xmlns:p14="http://schemas.microsoft.com/office/powerpoint/2010/main" val="744620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B72AE-B6A3-4D2D-91E4-AC46DB4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E35DA-0B59-4325-A924-A935CCA4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AB968-891B-4CA6-A5F1-A7821DB7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holds to be true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ED261-C60D-4D90-9927-DE43BC34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people do as part of their beliefs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6C178-8666-40A4-9F72-8DEC7B6B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meaning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something stands for or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A23C1-44B6-415A-A403-2EA2D6B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relevant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Directly connected to the question</a:t>
            </a:r>
          </a:p>
        </p:txBody>
      </p:sp>
    </p:spTree>
    <p:extLst>
      <p:ext uri="{BB962C8B-B14F-4D97-AF65-F5344CB8AC3E}">
        <p14:creationId xmlns:p14="http://schemas.microsoft.com/office/powerpoint/2010/main" val="53883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C8C8A-9CB6-496C-89F8-23705770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0E74-14FD-4E8C-88F3-5EF0F06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97e1de094467e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DEB52-DA13-42AA-846B-61421734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Belief, practice or meaning?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984B7-371C-4027-BF84-D0B9791B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correct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75587-7E48-4DFE-BB6C-193F856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883944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89225-8D3E-4721-BA3F-26AB7E27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76D31-6E24-4495-A49F-547FB41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C276A-FD33-4970-8F3E-11A4AF6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is the difference between a belief and a practice?</a:t>
            </a:r>
          </a:p>
        </p:txBody>
      </p:sp>
    </p:spTree>
    <p:extLst>
      <p:ext uri="{BB962C8B-B14F-4D97-AF65-F5344CB8AC3E}">
        <p14:creationId xmlns:p14="http://schemas.microsoft.com/office/powerpoint/2010/main" val="1460713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B6457-0F5C-4FBD-BDA2-0A6E9C1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BDA6A-B497-407E-9E5D-9BF22F7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22A1-7B50-42D7-A860-5BB0D01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Belief, practice, meaning: Practice: what is done. Belief: what is held to be true. Meaning: why the practice matters to the person.</a:t>
            </a:r>
          </a:p>
        </p:txBody>
      </p:sp>
    </p:spTree>
    <p:extLst>
      <p:ext uri="{BB962C8B-B14F-4D97-AF65-F5344CB8AC3E}">
        <p14:creationId xmlns:p14="http://schemas.microsoft.com/office/powerpoint/2010/main" val="1426402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9B7B9-1834-455B-BDEF-5709FA4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595CF-F6E0-4A1B-8E54-BE7F8CCB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D0961-8CE1-4732-8271-940A954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belief is held to be true. A practice is something done.</a:t>
            </a:r>
          </a:p>
        </p:txBody>
      </p:sp>
    </p:spTree>
    <p:extLst>
      <p:ext uri="{BB962C8B-B14F-4D97-AF65-F5344CB8AC3E}">
        <p14:creationId xmlns:p14="http://schemas.microsoft.com/office/powerpoint/2010/main" val="1858619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ED841-3922-47C0-8193-6BAAA5DA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AD34D-7E11-48E7-9E0A-534AB2B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EA9B4-1BC8-49AE-8036-1236343C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May a pupil use a reader or scribe in the assessment? Yes, if it is their agreed way of working.</a:t>
            </a:r>
          </a:p>
        </p:txBody>
      </p:sp>
    </p:spTree>
    <p:extLst>
      <p:ext uri="{BB962C8B-B14F-4D97-AF65-F5344CB8AC3E}">
        <p14:creationId xmlns:p14="http://schemas.microsoft.com/office/powerpoint/2010/main" val="659942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5B43D-8AA5-45C2-9A30-4FF48D81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A508A-E6BA-4F1D-AE34-2B3F891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7D6C3-8CE7-4754-B654-039934F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example to belief, practice or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6CF8D-3670-413E-8A01-5CC9F0B8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one practice-meaning question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0C797-3D90-4585-9528-8F690BD7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864582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7EA4D-D939-42AD-B11C-1722AC6B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F5434-0D3C-4A34-9CC6-F298A02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DFCFF-F602-4CE1-B74D-7AED83B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Circling the Ka‘bah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5A85E-7792-45EB-8E9B-89CBEC0A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All are equal before God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EB4A1-1AD8-4FB1-AE23-265DE83C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White clothing shows that equality</a:t>
            </a:r>
          </a:p>
        </p:txBody>
      </p:sp>
    </p:spTree>
    <p:extLst>
      <p:ext uri="{BB962C8B-B14F-4D97-AF65-F5344CB8AC3E}">
        <p14:creationId xmlns:p14="http://schemas.microsoft.com/office/powerpoint/2010/main" val="21454990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EF272-0737-4958-BD3B-145C76EE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45ED1-3A27-48B1-8877-653F3E54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98C36-EE04-4208-A0C9-842EDC62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practice from the evidence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02590-A1D4-4F5B-BDEE-3CC5C03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its belief and its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45894-FCA2-4CF4-AA19-5373F1DB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one way it is like another practice.</a:t>
            </a:r>
          </a:p>
        </p:txBody>
      </p:sp>
    </p:spTree>
    <p:extLst>
      <p:ext uri="{BB962C8B-B14F-4D97-AF65-F5344CB8AC3E}">
        <p14:creationId xmlns:p14="http://schemas.microsoft.com/office/powerpoint/2010/main" val="1265985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4D15A-B904-4DC6-85DC-952414B4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904B9-4AAB-4BCC-99F7-87FE6738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06B9C-D36E-4F6A-B0BF-C456606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practice and the belief it shows.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AF922-D325-4BBD-B19D-1AAB615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it with a practice from a second worldview.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4266E-F82B-4EAF-86EB-EE75C3C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both and however.</a:t>
            </a:r>
          </a:p>
        </p:txBody>
      </p:sp>
    </p:spTree>
    <p:extLst>
      <p:ext uri="{BB962C8B-B14F-4D97-AF65-F5344CB8AC3E}">
        <p14:creationId xmlns:p14="http://schemas.microsoft.com/office/powerpoint/2010/main" val="1154851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B43B4-784E-4A26-A325-9A01BAB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9B375-E30C-470F-A8A7-B81143A9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3C268-ABA9-4C6C-9A2B-026F0A6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and compare two practices with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8D9AA-B26C-41E1-80D3-551DCAE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beliefs behind the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701E4-1AA2-4835-B44A-AD6AB8B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thing understood well and one area to revisit.</a:t>
            </a:r>
          </a:p>
        </p:txBody>
      </p:sp>
    </p:spTree>
    <p:extLst>
      <p:ext uri="{BB962C8B-B14F-4D97-AF65-F5344CB8AC3E}">
        <p14:creationId xmlns:p14="http://schemas.microsoft.com/office/powerpoint/2010/main" val="1224192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6803E-04A6-4C1C-92A1-EE419DBA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A4F2F-4A81-484F-9CE1-60AD700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2E481-AEAD-40C8-A938-2DF5498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Autumn 2 assessment using the appropriate access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24793-F6E1-4664-8989-382520E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AAC9A-8D31-4117-A15B-CB88F6A2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361392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1E33E-3CA1-4A9E-BA65-85F51FD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70252-F0EB-46FF-AEA7-81A18249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77B8-3BE2-4688-9B83-9ADCDA7D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the difference between a belief and a practice?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17AD5-A8D5-4D87-8F1D-68B461FF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May a pupil use a reader or scribe in the assessment?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9B9E-8DFF-479C-80D9-6F55AB49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1964008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B99A1-1BC5-451B-872A-FB643AC8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The assessment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80E02-8646-4E4B-8AF6-BF6FCF54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B58E5-79CD-4D19-AD7E-B914A8AF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“Choose one practice. Explain what it shows about belief, and compare it with a practice from a second worldview.”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106A7-C34D-4619-8E5E-925A2D55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assessment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6483C-5D5B-41B2-A0C8-88B4A9F6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Use evidence from this half-term.</a:t>
            </a:r>
          </a:p>
        </p:txBody>
      </p:sp>
    </p:spTree>
    <p:extLst>
      <p:ext uri="{BB962C8B-B14F-4D97-AF65-F5344CB8AC3E}">
        <p14:creationId xmlns:p14="http://schemas.microsoft.com/office/powerpoint/2010/main" val="5768581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95D01-1053-4109-BD1E-C797ACCB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Belief, practice,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277AB-066A-4BF5-B6C1-9EEC3E5A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B9DA-9DFE-4EAB-94D0-A00A1391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Practice: what is done. Belief: what is held to be true. Meaning: why the practice matters to the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3B628-F98A-431C-BA9A-022D8E08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FEC6D-F5EA-4A77-BDC9-8A20238A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Some examples fit more than one heading.</a:t>
            </a:r>
          </a:p>
        </p:txBody>
      </p:sp>
    </p:spTree>
    <p:extLst>
      <p:ext uri="{BB962C8B-B14F-4D97-AF65-F5344CB8AC3E}">
        <p14:creationId xmlns:p14="http://schemas.microsoft.com/office/powerpoint/2010/main" val="837600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701BE-0A25-4F25-B28A-3941025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Evidence 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0FC4C-9042-442E-9E96-837E9BC0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B69BF-247C-44DA-AD08-89C88A5B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Salah · the Lord’s Prayer · reflection · Hajj · Lourdes · Bar/Bat Mitzvah · confirmation · naming ceremony · the Golden Rule · the two life-question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D1C8-5EB9-4405-9A4B-5A4CC97E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17604-3FDF-4313-9C39-75766599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Choose what you can explain.</a:t>
            </a:r>
          </a:p>
        </p:txBody>
      </p:sp>
    </p:spTree>
    <p:extLst>
      <p:ext uri="{BB962C8B-B14F-4D97-AF65-F5344CB8AC3E}">
        <p14:creationId xmlns:p14="http://schemas.microsoft.com/office/powerpoint/2010/main" val="4519182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F741B-0D59-40A1-B4F0-BF3A4BE6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5B0D2-5FFF-473F-A34A-52DCB433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6417B-3B23-444A-B4E4-2904C3E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Written · structured frame · supported response with reader, scribe or recorder.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0769-E9F9-4CE1-A7F5-7DDB8E5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6586E-02D9-4F87-B2DA-A7DE9107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Use your agreed access arrangements.</a:t>
            </a:r>
          </a:p>
        </p:txBody>
      </p:sp>
    </p:spTree>
    <p:extLst>
      <p:ext uri="{BB962C8B-B14F-4D97-AF65-F5344CB8AC3E}">
        <p14:creationId xmlns:p14="http://schemas.microsoft.com/office/powerpoint/2010/main" val="12894063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72CA2-2979-4F96-9461-268AFDA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E1 Assessment source Salah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03E4E-1A3A-491A-9A02-95D1AAB8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70DB0-1991-472E-B6AD-12272663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Muslims offer salah five times a day facing Makkah, after washing (wudu). Purposes include obedience to God, gratitude and staying mindful of God through the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F0F96-6066-410D-A5D7-6F33AFEB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B48B9-37D1-414D-B46E-C5D98CE6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7622768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B2FEC-D107-48E2-B30D-09199453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E2 Assessment source Non-religious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50608-561F-4FBB-816C-F97FA583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W7                                 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3ACA2-224A-458C-A656-F8EF61BC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non-religious people use quiet reflection, mindfulness or time in nature to think about their lives and values. It is not addressed to a god.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085F2-E92B-4A5E-8E1D-6A0D7E8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B041C-CC94-40E6-B332-2B4E1A82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Some non-religious people do none of these.</a:t>
            </a:r>
          </a:p>
        </p:txBody>
      </p:sp>
    </p:spTree>
    <p:extLst>
      <p:ext uri="{BB962C8B-B14F-4D97-AF65-F5344CB8AC3E}">
        <p14:creationId xmlns:p14="http://schemas.microsoft.com/office/powerpoint/2010/main" val="1343360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2026-09-19T18:26:21.5400000Z</dcterms:created>
  <dcterms:modified xsi:type="dcterms:W3CDTF">2026-09-19T18:26:21.5400000Z</dcterms:modified>
</coreProperties>
</file>