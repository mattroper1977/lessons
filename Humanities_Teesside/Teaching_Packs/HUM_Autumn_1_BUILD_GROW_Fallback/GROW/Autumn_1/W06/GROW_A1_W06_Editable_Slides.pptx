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b007107504048" /><Relationship Type="http://schemas.openxmlformats.org/officeDocument/2006/relationships/extended-properties" Target="/docProps/app.xml" Id="R9e36fe2ac9e34041" /><Relationship Type="http://schemas.openxmlformats.org/officeDocument/2006/relationships/officeDocument" Target="/ppt/presentation.xml" Id="R2029d5af423243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aed3a1018b4ded"/>
  </p:sldMasterIdLst>
  <p:notesMasterIdLst>
    <p:notesMasterId xmlns:r="http://schemas.openxmlformats.org/officeDocument/2006/relationships" r:id="Rc592dba3775d4c06"/>
  </p:notesMasterIdLst>
  <p:sldIdLst>
    <p:sldId xmlns:r="http://schemas.openxmlformats.org/officeDocument/2006/relationships" id="256" r:id="Rb79cab6ba63a4a29"/>
    <p:sldId xmlns:r="http://schemas.openxmlformats.org/officeDocument/2006/relationships" id="257" r:id="R36a5fe0511174b78"/>
    <p:sldId xmlns:r="http://schemas.openxmlformats.org/officeDocument/2006/relationships" id="258" r:id="R2097f9526e8d4453"/>
    <p:sldId xmlns:r="http://schemas.openxmlformats.org/officeDocument/2006/relationships" id="259" r:id="Ra48438ff63bc4f71"/>
    <p:sldId xmlns:r="http://schemas.openxmlformats.org/officeDocument/2006/relationships" id="260" r:id="R46723778cb244ca3"/>
    <p:sldId xmlns:r="http://schemas.openxmlformats.org/officeDocument/2006/relationships" id="261" r:id="R8eb1a809db114fb9"/>
    <p:sldId xmlns:r="http://schemas.openxmlformats.org/officeDocument/2006/relationships" id="262" r:id="R3273faf88e37409a"/>
    <p:sldId xmlns:r="http://schemas.openxmlformats.org/officeDocument/2006/relationships" id="263" r:id="R3887c3f3f2dc43d2"/>
    <p:sldId xmlns:r="http://schemas.openxmlformats.org/officeDocument/2006/relationships" id="264" r:id="R012d848626fa4766"/>
    <p:sldId xmlns:r="http://schemas.openxmlformats.org/officeDocument/2006/relationships" id="265" r:id="R92bfb5bac1cf469e"/>
    <p:sldId xmlns:r="http://schemas.openxmlformats.org/officeDocument/2006/relationships" id="266" r:id="R4c4f1e6440214904"/>
    <p:sldId xmlns:r="http://schemas.openxmlformats.org/officeDocument/2006/relationships" id="267" r:id="Re6c0b3b26263490a"/>
    <p:sldId xmlns:r="http://schemas.openxmlformats.org/officeDocument/2006/relationships" id="268" r:id="Rf0d0793a35174468"/>
    <p:sldId xmlns:r="http://schemas.openxmlformats.org/officeDocument/2006/relationships" id="269" r:id="R36e1713ae7304992"/>
    <p:sldId xmlns:r="http://schemas.openxmlformats.org/officeDocument/2006/relationships" id="270" r:id="Rf4b01dfe0de74e37"/>
    <p:sldId xmlns:r="http://schemas.openxmlformats.org/officeDocument/2006/relationships" id="271" r:id="R4b6c77baaf8a4b2f"/>
    <p:sldId xmlns:r="http://schemas.openxmlformats.org/officeDocument/2006/relationships" id="272" r:id="R80a51ccad70e4d00"/>
    <p:sldId xmlns:r="http://schemas.openxmlformats.org/officeDocument/2006/relationships" id="273" r:id="R5361d92d4b3d4d3d"/>
    <p:sldId xmlns:r="http://schemas.openxmlformats.org/officeDocument/2006/relationships" id="274" r:id="Rb829b83820f84dc9"/>
    <p:sldId xmlns:r="http://schemas.openxmlformats.org/officeDocument/2006/relationships" id="275" r:id="R293909bbd51443b4"/>
    <p:sldId xmlns:r="http://schemas.openxmlformats.org/officeDocument/2006/relationships" id="276" r:id="Rd02963f2441a48cc"/>
    <p:sldId xmlns:r="http://schemas.openxmlformats.org/officeDocument/2006/relationships" id="277" r:id="R5e6855293f7849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3aef37c84a46c0" /><Relationship Type="http://schemas.openxmlformats.org/officeDocument/2006/relationships/slideMaster" Target="/ppt/slideMasters/slideMaster1.xml" Id="R4eaed3a1018b4ded" /><Relationship Type="http://schemas.openxmlformats.org/officeDocument/2006/relationships/notesMaster" Target="/ppt/notesMasters/notesMaster1.xml" Id="Rc592dba3775d4c06" /><Relationship Type="http://schemas.openxmlformats.org/officeDocument/2006/relationships/presProps" Target="/ppt/presProps.xml" Id="Rbc2d53721c5d4efd" /><Relationship Type="http://schemas.openxmlformats.org/officeDocument/2006/relationships/tableStyles" Target="/ppt/tableStyles.xml" Id="Rfdc2eb058b394e96" /><Relationship Type="http://schemas.openxmlformats.org/officeDocument/2006/relationships/slide" Target="/ppt/slides/slide1.xml" Id="Rb79cab6ba63a4a29" /><Relationship Type="http://schemas.openxmlformats.org/officeDocument/2006/relationships/slide" Target="/ppt/slides/slide2.xml" Id="R36a5fe0511174b78" /><Relationship Type="http://schemas.openxmlformats.org/officeDocument/2006/relationships/slide" Target="/ppt/slides/slide3.xml" Id="R2097f9526e8d4453" /><Relationship Type="http://schemas.openxmlformats.org/officeDocument/2006/relationships/slide" Target="/ppt/slides/slide4.xml" Id="Ra48438ff63bc4f71" /><Relationship Type="http://schemas.openxmlformats.org/officeDocument/2006/relationships/slide" Target="/ppt/slides/slide5.xml" Id="R46723778cb244ca3" /><Relationship Type="http://schemas.openxmlformats.org/officeDocument/2006/relationships/slide" Target="/ppt/slides/slide6.xml" Id="R8eb1a809db114fb9" /><Relationship Type="http://schemas.openxmlformats.org/officeDocument/2006/relationships/slide" Target="/ppt/slides/slide7.xml" Id="R3273faf88e37409a" /><Relationship Type="http://schemas.openxmlformats.org/officeDocument/2006/relationships/slide" Target="/ppt/slides/slide8.xml" Id="R3887c3f3f2dc43d2" /><Relationship Type="http://schemas.openxmlformats.org/officeDocument/2006/relationships/slide" Target="/ppt/slides/slide9.xml" Id="R012d848626fa4766" /><Relationship Type="http://schemas.openxmlformats.org/officeDocument/2006/relationships/slide" Target="/ppt/slides/slide10.xml" Id="R92bfb5bac1cf469e" /><Relationship Type="http://schemas.openxmlformats.org/officeDocument/2006/relationships/slide" Target="/ppt/slides/slide11.xml" Id="R4c4f1e6440214904" /><Relationship Type="http://schemas.openxmlformats.org/officeDocument/2006/relationships/slide" Target="/ppt/slides/slide12.xml" Id="Re6c0b3b26263490a" /><Relationship Type="http://schemas.openxmlformats.org/officeDocument/2006/relationships/slide" Target="/ppt/slides/slide13.xml" Id="Rf0d0793a35174468" /><Relationship Type="http://schemas.openxmlformats.org/officeDocument/2006/relationships/slide" Target="/ppt/slides/slide14.xml" Id="R36e1713ae7304992" /><Relationship Type="http://schemas.openxmlformats.org/officeDocument/2006/relationships/slide" Target="/ppt/slides/slide15.xml" Id="Rf4b01dfe0de74e37" /><Relationship Type="http://schemas.openxmlformats.org/officeDocument/2006/relationships/slide" Target="/ppt/slides/slide16.xml" Id="R4b6c77baaf8a4b2f" /><Relationship Type="http://schemas.openxmlformats.org/officeDocument/2006/relationships/slide" Target="/ppt/slides/slide17.xml" Id="R80a51ccad70e4d00" /><Relationship Type="http://schemas.openxmlformats.org/officeDocument/2006/relationships/slide" Target="/ppt/slides/slide18.xml" Id="R5361d92d4b3d4d3d" /><Relationship Type="http://schemas.openxmlformats.org/officeDocument/2006/relationships/slide" Target="/ppt/slides/slide19.xml" Id="Rb829b83820f84dc9" /><Relationship Type="http://schemas.openxmlformats.org/officeDocument/2006/relationships/slide" Target="/ppt/slides/slide20.xml" Id="R293909bbd51443b4" /><Relationship Type="http://schemas.openxmlformats.org/officeDocument/2006/relationships/slide" Target="/ppt/slides/slide21.xml" Id="Rd02963f2441a48cc" /><Relationship Type="http://schemas.openxmlformats.org/officeDocument/2006/relationships/slide" Target="/ppt/slides/slide22.xml" Id="R5e6855293f7849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8158938b3342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f537e2cd74c73" /><Relationship Type="http://schemas.openxmlformats.org/officeDocument/2006/relationships/notesMaster" Target="/ppt/notesMasters/notesMaster1.xml" Id="R1b62511dae0146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484b88df194ff5" /><Relationship Type="http://schemas.openxmlformats.org/officeDocument/2006/relationships/notesMaster" Target="/ppt/notesMasters/notesMaster1.xml" Id="R9fd51eb7935a4c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05fe75176f4239" /><Relationship Type="http://schemas.openxmlformats.org/officeDocument/2006/relationships/notesMaster" Target="/ppt/notesMasters/notesMaster1.xml" Id="Rc2f751ccdb0943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7876b01c744815" /><Relationship Type="http://schemas.openxmlformats.org/officeDocument/2006/relationships/notesMaster" Target="/ppt/notesMasters/notesMaster1.xml" Id="R4a54923088324e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55a8e0c4e14566" /><Relationship Type="http://schemas.openxmlformats.org/officeDocument/2006/relationships/notesMaster" Target="/ppt/notesMasters/notesMaster1.xml" Id="R7ab00e37b0c045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67abf4ff8d4b9f" /><Relationship Type="http://schemas.openxmlformats.org/officeDocument/2006/relationships/notesMaster" Target="/ppt/notesMasters/notesMaster1.xml" Id="R058d1ba28ed146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1bbccf59384e12" /><Relationship Type="http://schemas.openxmlformats.org/officeDocument/2006/relationships/notesMaster" Target="/ppt/notesMasters/notesMaster1.xml" Id="Rdc382baf887247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0e085d04124de4" /><Relationship Type="http://schemas.openxmlformats.org/officeDocument/2006/relationships/notesMaster" Target="/ppt/notesMasters/notesMaster1.xml" Id="Rf8fdef163dae49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94fcabee4b4dc3" /><Relationship Type="http://schemas.openxmlformats.org/officeDocument/2006/relationships/notesMaster" Target="/ppt/notesMasters/notesMaster1.xml" Id="R49fda76d728a4e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2ff119f5a84b9f" /><Relationship Type="http://schemas.openxmlformats.org/officeDocument/2006/relationships/notesMaster" Target="/ppt/notesMasters/notesMaster1.xml" Id="R4ee4e6bd05a04f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c9a969024448c1" /><Relationship Type="http://schemas.openxmlformats.org/officeDocument/2006/relationships/notesMaster" Target="/ppt/notesMasters/notesMaster1.xml" Id="R7e913e738ca445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4316ea6b384ef6" /><Relationship Type="http://schemas.openxmlformats.org/officeDocument/2006/relationships/notesMaster" Target="/ppt/notesMasters/notesMaster1.xml" Id="R283a4f09882b4f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f60f3f0b4a497f" /><Relationship Type="http://schemas.openxmlformats.org/officeDocument/2006/relationships/notesMaster" Target="/ppt/notesMasters/notesMaster1.xml" Id="R1019578965ce49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5adeb2f94b4667" /><Relationship Type="http://schemas.openxmlformats.org/officeDocument/2006/relationships/notesMaster" Target="/ppt/notesMasters/notesMaster1.xml" Id="Raa94a6c885004e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a277e3cbe04d8c" /><Relationship Type="http://schemas.openxmlformats.org/officeDocument/2006/relationships/notesMaster" Target="/ppt/notesMasters/notesMaster1.xml" Id="Rcd327031466b42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f8d506e2f247e5" /><Relationship Type="http://schemas.openxmlformats.org/officeDocument/2006/relationships/notesMaster" Target="/ppt/notesMasters/notesMaster1.xml" Id="Rbbb52d356c1740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82de1b4cc745c0" /><Relationship Type="http://schemas.openxmlformats.org/officeDocument/2006/relationships/notesMaster" Target="/ppt/notesMasters/notesMaster1.xml" Id="R2cee009e6ef249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701e1faae44b15" /><Relationship Type="http://schemas.openxmlformats.org/officeDocument/2006/relationships/notesMaster" Target="/ppt/notesMasters/notesMaster1.xml" Id="R6a97aa7a066c4f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589485b9184d99" /><Relationship Type="http://schemas.openxmlformats.org/officeDocument/2006/relationships/notesMaster" Target="/ppt/notesMasters/notesMaster1.xml" Id="Rfbb539faaa774d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169f94efb74fe8" /><Relationship Type="http://schemas.openxmlformats.org/officeDocument/2006/relationships/notesMaster" Target="/ppt/notesMasters/notesMaster1.xml" Id="R6debd6e4e9874c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e6f1aa4cf84677" /><Relationship Type="http://schemas.openxmlformats.org/officeDocument/2006/relationships/notesMaster" Target="/ppt/notesMasters/notesMaster1.xml" Id="Red68fb2d0fba42c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43dff2f3c134fec" /><Relationship Type="http://schemas.openxmlformats.org/officeDocument/2006/relationships/notesMaster" Target="/ppt/notesMasters/notesMaster1.xml" Id="R32638b182c28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Evidence identifies information that can support and be checked against a claim.</a:t>
            </a:r>
          </a:p>
          <a:p xmlns:a="http://schemas.openxmlformats.org/drawingml/2006/main">
            <a:r>
              <a:t>A reason something happened</a:t>
            </a:r>
          </a:p>
          <a:p xmlns:a="http://schemas.openxmlformats.org/drawingml/2006/main">
            <a:r>
              <a:t>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Evidence identifies information that can support and be checked against a claim.</a:t>
            </a:r>
          </a:p>
          <a:p xmlns:a="http://schemas.openxmlformats.org/drawingml/2006/main">
            <a:r>
              <a:t>A reason something happened Accept a relevant example.</a:t>
            </a:r>
          </a:p>
          <a:p xmlns:a="http://schemas.openxmlformats.org/drawingml/2006/main">
            <a:r>
              <a:t>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 Accept an accurate contextual sentence.</a:t>
            </a:r>
          </a:p>
          <a:p xmlns:a="http://schemas.openxmlformats.org/drawingml/2006/main">
            <a:r>
              <a:t>Evidence identifies information that can support and be checked against a claim.</a:t>
            </a:r>
          </a:p>
          <a:p xmlns:a="http://schemas.openxmlformats.org/drawingml/2006/main">
            <a:r>
              <a:t>A reason something happened Accept a supported connection.</a:t>
            </a:r>
          </a:p>
          <a:p xmlns:a="http://schemas.openxmlformats.org/drawingml/2006/main">
            <a:r>
              <a:t>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identifies information that can support and be checked against a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identifies information that can support and be checked against a claim.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identifies information that can support and be checked against a claim.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identifies information that can support and be checked against a claim.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identifies information that can support and be checked against a claim.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Everyone moved for the same reason — Reasons differed across the cases — A records work hopes while C records forced departure.</a:t>
            </a:r>
          </a:p>
          <a:p xmlns:a="http://schemas.openxmlformats.org/drawingml/2006/main">
            <a:r>
              <a:t>D proves all support succeeded — D records a request for support — The request cannot prove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identifies information that can support and be checked against a claim.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identifies information that can support and be checked against a claim.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identifies information that can support and be checked against a claim.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GROW_A1_W06, page 16. F: plan/draft with 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b3d20ddeb40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c8ed2f873c4651" /><Relationship Type="http://schemas.openxmlformats.org/officeDocument/2006/relationships/slideLayout" Target="/ppt/slideLayouts/slideLayout1.xml" Id="Rae5cd7357f334b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5cd7357f334b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bf8502ba1444a" /><Relationship Type="http://schemas.openxmlformats.org/officeDocument/2006/relationships/notesSlide" Target="/ppt/notesSlides/notesSlide1.xml" Id="Rb440adb5311744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c56b3a83c4d6a" /><Relationship Type="http://schemas.openxmlformats.org/officeDocument/2006/relationships/notesSlide" Target="/ppt/notesSlides/notesSlide2.xml" Id="R6232fafabc59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669a71a004be3" /><Relationship Type="http://schemas.openxmlformats.org/officeDocument/2006/relationships/notesSlide" Target="/ppt/notesSlides/notesSlide3.xml" Id="Rc4fa077dda8441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9792c887e4bfe" /><Relationship Type="http://schemas.openxmlformats.org/officeDocument/2006/relationships/notesSlide" Target="/ppt/notesSlides/notesSlide4.xml" Id="R2189886b420c40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0578ca1044f78" /><Relationship Type="http://schemas.openxmlformats.org/officeDocument/2006/relationships/notesSlide" Target="/ppt/notesSlides/notesSlide5.xml" Id="Rfd314834648843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cd901db99465a" /><Relationship Type="http://schemas.openxmlformats.org/officeDocument/2006/relationships/notesSlide" Target="/ppt/notesSlides/notesSlide6.xml" Id="R66a4da99f7a44b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0b759a7144537" /><Relationship Type="http://schemas.openxmlformats.org/officeDocument/2006/relationships/notesSlide" Target="/ppt/notesSlides/notesSlide7.xml" Id="R70b298feba3146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173723c3640d4" /><Relationship Type="http://schemas.openxmlformats.org/officeDocument/2006/relationships/notesSlide" Target="/ppt/notesSlides/notesSlide8.xml" Id="Rafae624fdcdb46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c36d8e4c34219" /><Relationship Type="http://schemas.openxmlformats.org/officeDocument/2006/relationships/notesSlide" Target="/ppt/notesSlides/notesSlide9.xml" Id="R7599cedbb37e41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2f4dcc9104a3a" /><Relationship Type="http://schemas.openxmlformats.org/officeDocument/2006/relationships/notesSlide" Target="/ppt/notesSlides/notesSlide10.xml" Id="Rdd470495690147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44409b8664297" /><Relationship Type="http://schemas.openxmlformats.org/officeDocument/2006/relationships/notesSlide" Target="/ppt/notesSlides/notesSlide11.xml" Id="Rbc2166bee8d649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ac3b4f5504b21" /><Relationship Type="http://schemas.openxmlformats.org/officeDocument/2006/relationships/notesSlide" Target="/ppt/notesSlides/notesSlide12.xml" Id="Rb3776bbca4324f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7bda83b2c489a" /><Relationship Type="http://schemas.openxmlformats.org/officeDocument/2006/relationships/notesSlide" Target="/ppt/notesSlides/notesSlide13.xml" Id="R0723ac2d481447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9ed2bbc3d4c0f" /><Relationship Type="http://schemas.openxmlformats.org/officeDocument/2006/relationships/notesSlide" Target="/ppt/notesSlides/notesSlide14.xml" Id="Rfde65513ce9f4c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2cc7360b247a3" /><Relationship Type="http://schemas.openxmlformats.org/officeDocument/2006/relationships/notesSlide" Target="/ppt/notesSlides/notesSlide15.xml" Id="R77c5842e4db144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1d46646be4fd5" /><Relationship Type="http://schemas.openxmlformats.org/officeDocument/2006/relationships/notesSlide" Target="/ppt/notesSlides/notesSlide16.xml" Id="R826c640671e44e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07280355c4410" /><Relationship Type="http://schemas.openxmlformats.org/officeDocument/2006/relationships/notesSlide" Target="/ppt/notesSlides/notesSlide17.xml" Id="R83b13d14ea8943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bb3d309ad48a2" /><Relationship Type="http://schemas.openxmlformats.org/officeDocument/2006/relationships/notesSlide" Target="/ppt/notesSlides/notesSlide18.xml" Id="R03454644442b42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f868ee4be4257" /><Relationship Type="http://schemas.openxmlformats.org/officeDocument/2006/relationships/notesSlide" Target="/ppt/notesSlides/notesSlide19.xml" Id="R90b39fc82eb0441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b0fef00a5468b" /><Relationship Type="http://schemas.openxmlformats.org/officeDocument/2006/relationships/notesSlide" Target="/ppt/notesSlides/notesSlide20.xml" Id="R3b7b253da84941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7ffa0f39d4a36" /><Relationship Type="http://schemas.openxmlformats.org/officeDocument/2006/relationships/notesSlide" Target="/ppt/notesSlides/notesSlide21.xml" Id="Rc502d039676d40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b20e5185f419a" /><Relationship Type="http://schemas.openxmlformats.org/officeDocument/2006/relationships/notesSlide" Target="/ppt/notesSlides/notesSlide22.xml" Id="R69f92a4523404c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BF6B9-F381-4F49-8AAF-70C22B17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7E583-576E-4EC6-AABC-F4A9F4A4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37F6D-D734-4DB8-BC7E-4B5878B7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Planning a historical account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C3629-2AD3-4E2B-82B1-6F41112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1FD4D-1211-4F41-AFC0-E6059586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a structured account using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163E6-FEED-45CB-A238-BA3B43A6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How has migration shaped identity in Britain?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sequence events, use a source, explain a reason for migration and describe a contribution or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C62AE-70E7-4F36-85DB-B178BA52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22</a:t>
            </a:r>
          </a:p>
        </p:txBody>
      </p:sp>
    </p:spTree>
    <p:extLst>
      <p:ext uri="{BB962C8B-B14F-4D97-AF65-F5344CB8AC3E}">
        <p14:creationId xmlns:p14="http://schemas.microsoft.com/office/powerpoint/2010/main" val="256648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A9089-0AB5-4B84-86BA-9C703FE6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DA886-26BC-4775-A4EC-6B88F72D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7723D-4ED5-4D04-9BEE-0BDE888E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059B6-C3D1-4336-BD68-454F27F4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4D6E6-5FE3-4C14-A1AF-C1FDF9BB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A9AB9-5747-4F79-A2B9-B409D68A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Match “migration” to its meaning.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two word cards shown: migration and cause. Match the meaning to the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makes evidence different from a general opinion?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“cause”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What three checks belong on the draft?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B537D-5A77-4FEB-8C0E-CE9CA3B4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22</a:t>
            </a:r>
          </a:p>
        </p:txBody>
      </p:sp>
    </p:spTree>
    <p:extLst>
      <p:ext uri="{BB962C8B-B14F-4D97-AF65-F5344CB8AC3E}">
        <p14:creationId xmlns:p14="http://schemas.microsoft.com/office/powerpoint/2010/main" val="1715225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7F044-7D5D-4703-B67D-9ADDBE7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68997-6D99-44EC-BEF9-3901087C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01D74-5F82-46B3-8947-5135C19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5F7FB-1EA0-464D-A3AC-6CF6AF1E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C1172-BF6E-4988-923C-D9CAC97B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2F08-818B-486D-B211-A9377D50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migration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bank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makes evidence different from a general opinion?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cause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What three checks belong on the draft?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9EF3D-44EA-4A22-9DD4-07B8B20C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22</a:t>
            </a:r>
          </a:p>
        </p:txBody>
      </p:sp>
    </p:spTree>
    <p:extLst>
      <p:ext uri="{BB962C8B-B14F-4D97-AF65-F5344CB8AC3E}">
        <p14:creationId xmlns:p14="http://schemas.microsoft.com/office/powerpoint/2010/main" val="2056168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F2D6B-A2AC-4E43-8FF8-4550D604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11815-EBDB-4D1B-B617-20209709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E6AE5-2ACD-416C-A0DE-9ADFEE7E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65B1D-F7CD-4EDB-927F-905E2EF8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D395F-772B-4065-A971-1FD485F9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DC26D-13B7-42C6-AF96-D6E520DD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migration accurately in a sentence.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Keep the source context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makes evidence different from a general opinion?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cause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What three checks belong on the draft?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07C70-7064-41AD-8194-3B4FFAC8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22</a:t>
            </a:r>
          </a:p>
        </p:txBody>
      </p:sp>
    </p:spTree>
    <p:extLst>
      <p:ext uri="{BB962C8B-B14F-4D97-AF65-F5344CB8AC3E}">
        <p14:creationId xmlns:p14="http://schemas.microsoft.com/office/powerpoint/2010/main" val="748762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C8569-659B-408A-A6EF-91A7E828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A238E-5C71-40F8-8BAE-D6A8B4CB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BFFEB-EE85-4F4D-B795-84EB8CF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4D854-613E-4DA1-9B65-FA34BA66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3486E-5A7B-44D6-B140-686B5F67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makes evidence different from a general opinion?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76C63-E489-4510-99DA-EEF1A269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migration: Moving to live in another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cause: A reason something happened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consequence: Something that happened as a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provenance: A source’s origin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90AD0-1C39-48F1-8775-D96B4456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5 / 22</a:t>
            </a:r>
          </a:p>
        </p:txBody>
      </p:sp>
    </p:spTree>
    <p:extLst>
      <p:ext uri="{BB962C8B-B14F-4D97-AF65-F5344CB8AC3E}">
        <p14:creationId xmlns:p14="http://schemas.microsoft.com/office/powerpoint/2010/main" val="71698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7C5B9-4044-4EE0-8CC6-861D69DE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A8BDE-E156-473E-AD6D-7876CB15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BB555-0BAB-4D9E-8D5B-66120E4A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B2392-9F4C-42C3-AEC4-11D8795F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94BC5-74AA-48AA-B98D-69176FAB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11 May 1948 telegram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208F1-EE78-4565-AF27-B09F88D6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FEA9F-22EE-401D-A7C7-08368802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6 / 22</a:t>
            </a:r>
          </a:p>
        </p:txBody>
      </p:sp>
    </p:spTree>
    <p:extLst>
      <p:ext uri="{BB962C8B-B14F-4D97-AF65-F5344CB8AC3E}">
        <p14:creationId xmlns:p14="http://schemas.microsoft.com/office/powerpoint/2010/main" val="1953754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DBB4D-B1ED-4466-BB89-3E8F7C10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E531C-9096-4F93-A1D3-C05269BD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03745-6ED8-4889-B8B3-114BF45D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CA9B2-6746-4A1B-88B5-BF90B56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41AE0-3F29-4742-A482-C491EADA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1947 to 1948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F1674-DF36-4FCA-B14E-D84B8DD9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FB727-2779-4CD5-B747-016CF05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22</a:t>
            </a:r>
          </a:p>
        </p:txBody>
      </p:sp>
    </p:spTree>
    <p:extLst>
      <p:ext uri="{BB962C8B-B14F-4D97-AF65-F5344CB8AC3E}">
        <p14:creationId xmlns:p14="http://schemas.microsoft.com/office/powerpoint/2010/main" val="2137159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4C325-09C3-40F7-9DDE-CB284321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42E08-5EFB-4186-A258-8567E3CF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24446-398B-4C51-8A28-0DB4A794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5132A-8B36-4840-A1F4-6208F832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6C7F0-06BE-4F4E-AF09-DB500329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8 August 1972 Cabinet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8CEBF-3094-479F-9B92-A6E9BBAF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4B44D-FA49-472E-B3D1-E6774E3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22</a:t>
            </a:r>
          </a:p>
        </p:txBody>
      </p:sp>
    </p:spTree>
    <p:extLst>
      <p:ext uri="{BB962C8B-B14F-4D97-AF65-F5344CB8AC3E}">
        <p14:creationId xmlns:p14="http://schemas.microsoft.com/office/powerpoint/2010/main" val="368522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645F4-48C5-4A30-95A2-B43DF52A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6D4FB-FA05-443D-B5C6-76BF95AB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B81A7-5E23-42B1-90CC-6607085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FF235-380F-4255-8539-79D65983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4DB55-D1E1-4540-A8B0-9F5270DA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March 1973 support letter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E2DB1-AF5C-487E-BA50-31A940FD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4A2C5-19A1-452A-AFAB-F87DC886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22</a:t>
            </a:r>
          </a:p>
        </p:txBody>
      </p:sp>
    </p:spTree>
    <p:extLst>
      <p:ext uri="{BB962C8B-B14F-4D97-AF65-F5344CB8AC3E}">
        <p14:creationId xmlns:p14="http://schemas.microsoft.com/office/powerpoint/2010/main" val="2617043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98FFB-D47B-4E60-B42F-FC48A6EC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5D92D-89AE-45D8-B912-152F32A6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A93B3-623B-46D5-9BAC-E17D72E1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2AAA1-EB0E-44C9-96F0-3444CC3F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119A2-6522-4F9B-A8D2-CFFF9A21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58B17-DE24-422E-906D-2737F5B5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makes evidence different from a general opinion?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D8991-1164-4C24-BAA4-12E17447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22</a:t>
            </a:r>
          </a:p>
        </p:txBody>
      </p:sp>
    </p:spTree>
    <p:extLst>
      <p:ext uri="{BB962C8B-B14F-4D97-AF65-F5344CB8AC3E}">
        <p14:creationId xmlns:p14="http://schemas.microsoft.com/office/powerpoint/2010/main" val="16762296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E26B5-764C-429E-92C1-94A200D2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05F4D-79AD-4987-B9F6-405F7F25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65361-01DC-47F4-AC03-79B366A2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3FEB2-597E-47EE-9880-299F2B50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E870D-5195-4880-87B7-2C9659C6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16D1F-DC34-4409-892A-3F79F921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A — The Acting Governor of Jamaica told the Colonial Secretary that men had booked passages hoping for employment in Britain.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F7B82-3582-4724-BE1E-8E6413DA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22</a:t>
            </a:r>
          </a:p>
        </p:txBody>
      </p:sp>
    </p:spTree>
    <p:extLst>
      <p:ext uri="{BB962C8B-B14F-4D97-AF65-F5344CB8AC3E}">
        <p14:creationId xmlns:p14="http://schemas.microsoft.com/office/powerpoint/2010/main" val="7569480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9CA27-3BCC-4311-BDB5-23B1B587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7123D-CE2E-4B4E-BC26-6C748DA5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8275B-ADF8-49E1-9326-1E5E19D4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E71FD-2C12-41DD-B9A1-73C6FBA6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21B69-14A7-4959-80DF-F061012C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BA003-44C8-41C6-93AE-D3CC4CF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Evidence identifies information that can support and be checked against a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4E6F7-D742-4706-880D-3B30A87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22</a:t>
            </a:r>
          </a:p>
        </p:txBody>
      </p:sp>
    </p:spTree>
    <p:extLst>
      <p:ext uri="{BB962C8B-B14F-4D97-AF65-F5344CB8AC3E}">
        <p14:creationId xmlns:p14="http://schemas.microsoft.com/office/powerpoint/2010/main" val="19031532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BBCE4-E508-4D9C-8C3B-DC0AD04C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03E36-4F42-44BE-86BB-5AF5E7C8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995F4-7EE8-411F-8D46-BB79E2DC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DE192-38AB-433C-B18A-618A9F8E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92AB4-882F-49C3-97E5-739C3C9D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14B13-29D5-41AA-B9D8-6077635A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Evidence, chronology and conclusion.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30F76-3B22-4964-933D-897838EE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22</a:t>
            </a:r>
          </a:p>
        </p:txBody>
      </p:sp>
    </p:spTree>
    <p:extLst>
      <p:ext uri="{BB962C8B-B14F-4D97-AF65-F5344CB8AC3E}">
        <p14:creationId xmlns:p14="http://schemas.microsoft.com/office/powerpoint/2010/main" val="18336331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87B41-5BC4-4C2C-A653-802DBF01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2D37E-49CE-4126-83F3-266C2BAC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40AB2-D52D-4EF4-981E-A5C7ED6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BF7FB-8F63-4FAC-ADAA-3E9F82E8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583A1-681C-46BA-B19E-09D7512E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Order point, evidence, explanation and conclusion. Repair a draft that treats all migration as voluntary.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7B5FF-0E68-4F77-B809-D5874D34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Everyone moved for the same reason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 proves all support 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37F96-6141-4BA3-8845-74711B83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14 / 22</a:t>
            </a:r>
          </a:p>
        </p:txBody>
      </p:sp>
    </p:spTree>
    <p:extLst>
      <p:ext uri="{BB962C8B-B14F-4D97-AF65-F5344CB8AC3E}">
        <p14:creationId xmlns:p14="http://schemas.microsoft.com/office/powerpoint/2010/main" val="7687151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9731E-31AC-40BB-A6D8-975D706E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05D1B-5486-4C34-A9FF-389E66EE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16B7B-7C63-4707-964F-43D995C7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F2BEA-C0C7-4934-AF5D-3586833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7C789-379D-429F-A0B0-B7427F5C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7815E-FC1B-49F6-BFEB-F6170A99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Repair one sentence using two options and the source beside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Explain how each revision makes the claim more accurate.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Make a different valid revision and discuss its precision.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8B6DD-77F6-4092-8264-DC0D4F1D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22</a:t>
            </a:r>
          </a:p>
        </p:txBody>
      </p:sp>
    </p:spTree>
    <p:extLst>
      <p:ext uri="{BB962C8B-B14F-4D97-AF65-F5344CB8AC3E}">
        <p14:creationId xmlns:p14="http://schemas.microsoft.com/office/powerpoint/2010/main" val="17206551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53708-F8A7-4B87-A00B-A83F960C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473AD-B3E2-4100-BFCB-F64C099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A770C-3DEE-4BD1-BAC5-B30C1E55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C6BCA-E59B-41E2-98B8-95BD3E90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3FFEC-EC87-4C43-8B8C-F416F50F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a structured account using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AEF75-E218-4FD1-8A2B-742843B8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Plan and draft a short account answering how migration shaped lives in Britain.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Use dates, at least two source details and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Check evidence, chronology and conclusion before the next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One reason was ___, shown by ___. A different case was ___. Overall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D28E3-11E5-48B4-B903-66A8C594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16 / 22</a:t>
            </a:r>
          </a:p>
        </p:txBody>
      </p:sp>
    </p:spTree>
    <p:extLst>
      <p:ext uri="{BB962C8B-B14F-4D97-AF65-F5344CB8AC3E}">
        <p14:creationId xmlns:p14="http://schemas.microsoft.com/office/powerpoint/2010/main" val="12139374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4B6D8-F4A0-4F45-BD32-A55BFEC2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AF1F1-67B7-49D6-BECD-B2BA984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77F7A-CA75-492E-97A7-797994E3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10178-9106-4E92-B3BB-C4A6FD49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0CCDF-EEF4-4633-80CF-27D0205F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a structured account using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0BE0A-8257-4BDA-B605-9F8F1DF2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Plan and draft a short account answering how migration shaped lives in Britain.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Use dates, at least two source details and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Check evidence, chronology and conclusion before the next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One reason was ___, shown by ___. A different case was ___. Overall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EE46F-76E2-43BC-A2F2-4DAFDAE5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22</a:t>
            </a:r>
          </a:p>
        </p:txBody>
      </p:sp>
    </p:spTree>
    <p:extLst>
      <p:ext uri="{BB962C8B-B14F-4D97-AF65-F5344CB8AC3E}">
        <p14:creationId xmlns:p14="http://schemas.microsoft.com/office/powerpoint/2010/main" val="12239505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FA6B8-7439-44E7-8336-DA88C4D8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42CC6-3BBE-4DCA-8842-25A27A3E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B4735-8832-40F5-A083-47977D88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315BD-004D-4A86-A890-D791C87B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257BC-22F8-4022-BB93-E4CE0275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a structured account using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D979A-5ED2-4E69-9DF0-92DC605A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Plan and draft a short account answering how migration shaped lives in Britain.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Use dates, at least two source details and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Check evidence, chronology and conclusion before the next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Add a carefully bounded comparison and a source limitation.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1665E-B05C-459C-A242-C136B23E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22</a:t>
            </a:r>
          </a:p>
        </p:txBody>
      </p:sp>
    </p:spTree>
    <p:extLst>
      <p:ext uri="{BB962C8B-B14F-4D97-AF65-F5344CB8AC3E}">
        <p14:creationId xmlns:p14="http://schemas.microsoft.com/office/powerpoint/2010/main" val="1095145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9336F-905D-41FD-B032-E891217D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73280-43FC-46B5-8ADD-C750DDEB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5578E-8DAE-4609-B69F-F1554FB7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68085-CDE3-4114-80F6-26FF666E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60A3F-719B-48B9-A300-6BCA6DF9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plan/draft with evidence, chronology and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14B95-5189-44D8-AEA6-95EE81D1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Evidence, chronology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D94EB-251B-4217-8FC9-2AA86DC1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19 / 22</a:t>
            </a:r>
          </a:p>
        </p:txBody>
      </p:sp>
    </p:spTree>
    <p:extLst>
      <p:ext uri="{BB962C8B-B14F-4D97-AF65-F5344CB8AC3E}">
        <p14:creationId xmlns:p14="http://schemas.microsoft.com/office/powerpoint/2010/main" val="20295645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3D2A2-ECD7-4805-AB6D-7ABB90E4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BC03F-12C6-4C49-A01A-4F7F4ED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617DF-B32C-4986-9173-21F5B5B6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E2A6C-2852-49AC-B8CE-D0DF928C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AFDC9-E95C-4437-931B-C553F92E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98242-EA16-4A7D-AEC8-62FB2968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makes evidence different from a general opinion?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One reason was ___, shown by ___. A different case was ___. Overall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three checks belong on the draft?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98019-8464-4708-9AD8-83CEECD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20 / 22</a:t>
            </a:r>
          </a:p>
        </p:txBody>
      </p:sp>
    </p:spTree>
    <p:extLst>
      <p:ext uri="{BB962C8B-B14F-4D97-AF65-F5344CB8AC3E}">
        <p14:creationId xmlns:p14="http://schemas.microsoft.com/office/powerpoint/2010/main" val="16900603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DDE35-C73E-4799-AC56-00B2F130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1509E-B00E-418D-B18E-9D19C655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3E715-9B35-4562-A23F-2EFC3A6A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D3E4F-989C-4851-A810-E5D3AF87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B2F28-F4AE-4D2E-A4B3-AB504546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2E927-CA02-4B70-9C2C-F1E0D392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makes evidence different from a general opinion?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three checks belong on the draft?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2DDF8-AA9D-4CB2-8C0E-0EDC9E04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22</a:t>
            </a:r>
          </a:p>
        </p:txBody>
      </p:sp>
    </p:spTree>
    <p:extLst>
      <p:ext uri="{BB962C8B-B14F-4D97-AF65-F5344CB8AC3E}">
        <p14:creationId xmlns:p14="http://schemas.microsoft.com/office/powerpoint/2010/main" val="11854696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45010-E257-42FC-A4BA-E90A5B63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FC500-BA94-4925-B697-1D51AAB4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DD62E-F187-45EC-92DD-EA274EA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6D644-B090-4C80-8D5A-767D9DA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06209-929D-450C-83CB-847C3493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10EE1-269F-4ECE-B92E-6EAE56BB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makes evidence different from a general opinion?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three checks belong on the draft?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0AC4A-FC37-4A4C-B6F7-6FB0D0C9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22</a:t>
            </a:r>
          </a:p>
        </p:txBody>
      </p:sp>
    </p:spTree>
    <p:extLst>
      <p:ext uri="{BB962C8B-B14F-4D97-AF65-F5344CB8AC3E}">
        <p14:creationId xmlns:p14="http://schemas.microsoft.com/office/powerpoint/2010/main" val="58996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2026-09-19T14:49:55.0980000Z</dcterms:created>
  <dcterms:modified xsi:type="dcterms:W3CDTF">2026-09-19T14:49:55.0980000Z</dcterms:modified>
</coreProperties>
</file>