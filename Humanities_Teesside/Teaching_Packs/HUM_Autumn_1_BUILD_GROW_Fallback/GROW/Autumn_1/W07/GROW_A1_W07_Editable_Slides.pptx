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8bbe1d39324f2d" /><Relationship Type="http://schemas.openxmlformats.org/officeDocument/2006/relationships/extended-properties" Target="/docProps/app.xml" Id="R2ae523dbf05649f6" /><Relationship Type="http://schemas.openxmlformats.org/officeDocument/2006/relationships/officeDocument" Target="/ppt/presentation.xml" Id="R30790e1ba44e4d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2a1fd6d5034e4e"/>
  </p:sldMasterIdLst>
  <p:notesMasterIdLst>
    <p:notesMasterId xmlns:r="http://schemas.openxmlformats.org/officeDocument/2006/relationships" r:id="R16994de31b1a4d03"/>
  </p:notesMasterIdLst>
  <p:sldIdLst>
    <p:sldId xmlns:r="http://schemas.openxmlformats.org/officeDocument/2006/relationships" id="256" r:id="R4898da7bc472412d"/>
    <p:sldId xmlns:r="http://schemas.openxmlformats.org/officeDocument/2006/relationships" id="257" r:id="Rf5f5a688317248d6"/>
    <p:sldId xmlns:r="http://schemas.openxmlformats.org/officeDocument/2006/relationships" id="258" r:id="R141c6edda8874b95"/>
    <p:sldId xmlns:r="http://schemas.openxmlformats.org/officeDocument/2006/relationships" id="259" r:id="Rc31d3e4908c84f5e"/>
    <p:sldId xmlns:r="http://schemas.openxmlformats.org/officeDocument/2006/relationships" id="260" r:id="R211bafb232d44543"/>
    <p:sldId xmlns:r="http://schemas.openxmlformats.org/officeDocument/2006/relationships" id="261" r:id="R1c4d91cd7f514457"/>
    <p:sldId xmlns:r="http://schemas.openxmlformats.org/officeDocument/2006/relationships" id="262" r:id="Re485b57f4c034791"/>
    <p:sldId xmlns:r="http://schemas.openxmlformats.org/officeDocument/2006/relationships" id="263" r:id="R17ad949ecd2842c7"/>
    <p:sldId xmlns:r="http://schemas.openxmlformats.org/officeDocument/2006/relationships" id="264" r:id="Rf0d82e1ee059486c"/>
    <p:sldId xmlns:r="http://schemas.openxmlformats.org/officeDocument/2006/relationships" id="265" r:id="Rdcbbd4a1b65f473c"/>
    <p:sldId xmlns:r="http://schemas.openxmlformats.org/officeDocument/2006/relationships" id="266" r:id="R6fbe6024f1704d85"/>
    <p:sldId xmlns:r="http://schemas.openxmlformats.org/officeDocument/2006/relationships" id="267" r:id="Rb56bbf73a05a4950"/>
    <p:sldId xmlns:r="http://schemas.openxmlformats.org/officeDocument/2006/relationships" id="268" r:id="R9702b8c5b0ef487c"/>
    <p:sldId xmlns:r="http://schemas.openxmlformats.org/officeDocument/2006/relationships" id="269" r:id="Rd4c0ea9823fa434d"/>
    <p:sldId xmlns:r="http://schemas.openxmlformats.org/officeDocument/2006/relationships" id="270" r:id="R935b3c1f7e804a86"/>
    <p:sldId xmlns:r="http://schemas.openxmlformats.org/officeDocument/2006/relationships" id="271" r:id="R005da418d55d42e5"/>
    <p:sldId xmlns:r="http://schemas.openxmlformats.org/officeDocument/2006/relationships" id="272" r:id="Rf4cb308245b94e43"/>
    <p:sldId xmlns:r="http://schemas.openxmlformats.org/officeDocument/2006/relationships" id="273" r:id="Rd29d1e62d1be44c5"/>
    <p:sldId xmlns:r="http://schemas.openxmlformats.org/officeDocument/2006/relationships" id="274" r:id="Rb62381561c56465f"/>
    <p:sldId xmlns:r="http://schemas.openxmlformats.org/officeDocument/2006/relationships" id="275" r:id="R0ad1ab7cd23a4265"/>
    <p:sldId xmlns:r="http://schemas.openxmlformats.org/officeDocument/2006/relationships" id="276" r:id="Ra89dba31628a4f0b"/>
    <p:sldId xmlns:r="http://schemas.openxmlformats.org/officeDocument/2006/relationships" id="277" r:id="R7951e18e1aea45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324aebbc4b4eeb" /><Relationship Type="http://schemas.openxmlformats.org/officeDocument/2006/relationships/slideMaster" Target="/ppt/slideMasters/slideMaster1.xml" Id="Rbe2a1fd6d5034e4e" /><Relationship Type="http://schemas.openxmlformats.org/officeDocument/2006/relationships/notesMaster" Target="/ppt/notesMasters/notesMaster1.xml" Id="R16994de31b1a4d03" /><Relationship Type="http://schemas.openxmlformats.org/officeDocument/2006/relationships/presProps" Target="/ppt/presProps.xml" Id="R15339349443c4719" /><Relationship Type="http://schemas.openxmlformats.org/officeDocument/2006/relationships/tableStyles" Target="/ppt/tableStyles.xml" Id="R7c92d97faaf9436d" /><Relationship Type="http://schemas.openxmlformats.org/officeDocument/2006/relationships/slide" Target="/ppt/slides/slide1.xml" Id="R4898da7bc472412d" /><Relationship Type="http://schemas.openxmlformats.org/officeDocument/2006/relationships/slide" Target="/ppt/slides/slide2.xml" Id="Rf5f5a688317248d6" /><Relationship Type="http://schemas.openxmlformats.org/officeDocument/2006/relationships/slide" Target="/ppt/slides/slide3.xml" Id="R141c6edda8874b95" /><Relationship Type="http://schemas.openxmlformats.org/officeDocument/2006/relationships/slide" Target="/ppt/slides/slide4.xml" Id="Rc31d3e4908c84f5e" /><Relationship Type="http://schemas.openxmlformats.org/officeDocument/2006/relationships/slide" Target="/ppt/slides/slide5.xml" Id="R211bafb232d44543" /><Relationship Type="http://schemas.openxmlformats.org/officeDocument/2006/relationships/slide" Target="/ppt/slides/slide6.xml" Id="R1c4d91cd7f514457" /><Relationship Type="http://schemas.openxmlformats.org/officeDocument/2006/relationships/slide" Target="/ppt/slides/slide7.xml" Id="Re485b57f4c034791" /><Relationship Type="http://schemas.openxmlformats.org/officeDocument/2006/relationships/slide" Target="/ppt/slides/slide8.xml" Id="R17ad949ecd2842c7" /><Relationship Type="http://schemas.openxmlformats.org/officeDocument/2006/relationships/slide" Target="/ppt/slides/slide9.xml" Id="Rf0d82e1ee059486c" /><Relationship Type="http://schemas.openxmlformats.org/officeDocument/2006/relationships/slide" Target="/ppt/slides/slide10.xml" Id="Rdcbbd4a1b65f473c" /><Relationship Type="http://schemas.openxmlformats.org/officeDocument/2006/relationships/slide" Target="/ppt/slides/slide11.xml" Id="R6fbe6024f1704d85" /><Relationship Type="http://schemas.openxmlformats.org/officeDocument/2006/relationships/slide" Target="/ppt/slides/slide12.xml" Id="Rb56bbf73a05a4950" /><Relationship Type="http://schemas.openxmlformats.org/officeDocument/2006/relationships/slide" Target="/ppt/slides/slide13.xml" Id="R9702b8c5b0ef487c" /><Relationship Type="http://schemas.openxmlformats.org/officeDocument/2006/relationships/slide" Target="/ppt/slides/slide14.xml" Id="Rd4c0ea9823fa434d" /><Relationship Type="http://schemas.openxmlformats.org/officeDocument/2006/relationships/slide" Target="/ppt/slides/slide15.xml" Id="R935b3c1f7e804a86" /><Relationship Type="http://schemas.openxmlformats.org/officeDocument/2006/relationships/slide" Target="/ppt/slides/slide16.xml" Id="R005da418d55d42e5" /><Relationship Type="http://schemas.openxmlformats.org/officeDocument/2006/relationships/slide" Target="/ppt/slides/slide17.xml" Id="Rf4cb308245b94e43" /><Relationship Type="http://schemas.openxmlformats.org/officeDocument/2006/relationships/slide" Target="/ppt/slides/slide18.xml" Id="Rd29d1e62d1be44c5" /><Relationship Type="http://schemas.openxmlformats.org/officeDocument/2006/relationships/slide" Target="/ppt/slides/slide19.xml" Id="Rb62381561c56465f" /><Relationship Type="http://schemas.openxmlformats.org/officeDocument/2006/relationships/slide" Target="/ppt/slides/slide20.xml" Id="R0ad1ab7cd23a4265" /><Relationship Type="http://schemas.openxmlformats.org/officeDocument/2006/relationships/slide" Target="/ppt/slides/slide21.xml" Id="Ra89dba31628a4f0b" /><Relationship Type="http://schemas.openxmlformats.org/officeDocument/2006/relationships/slide" Target="/ppt/slides/slide22.xml" Id="R7951e18e1aea45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da1f1de71549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b8affe26854aca" /><Relationship Type="http://schemas.openxmlformats.org/officeDocument/2006/relationships/notesMaster" Target="/ppt/notesMasters/notesMaster1.xml" Id="R2c933bb8c98842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b37a7d91d949bc" /><Relationship Type="http://schemas.openxmlformats.org/officeDocument/2006/relationships/notesMaster" Target="/ppt/notesMasters/notesMaster1.xml" Id="R1cd8517b5ccd40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89677e82814b7c" /><Relationship Type="http://schemas.openxmlformats.org/officeDocument/2006/relationships/notesMaster" Target="/ppt/notesMasters/notesMaster1.xml" Id="R0e8e07ef1a834d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089c21b85f429f" /><Relationship Type="http://schemas.openxmlformats.org/officeDocument/2006/relationships/notesMaster" Target="/ppt/notesMasters/notesMaster1.xml" Id="Rfb513ed2703040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c1166d91934138" /><Relationship Type="http://schemas.openxmlformats.org/officeDocument/2006/relationships/notesMaster" Target="/ppt/notesMasters/notesMaster1.xml" Id="Rff9cc3697a484b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3f8492b8024cc5" /><Relationship Type="http://schemas.openxmlformats.org/officeDocument/2006/relationships/notesMaster" Target="/ppt/notesMasters/notesMaster1.xml" Id="R7cc6313c4a584c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3c3a30866a4184" /><Relationship Type="http://schemas.openxmlformats.org/officeDocument/2006/relationships/notesMaster" Target="/ppt/notesMasters/notesMaster1.xml" Id="Ra20c202b49b247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57f7d364f14202" /><Relationship Type="http://schemas.openxmlformats.org/officeDocument/2006/relationships/notesMaster" Target="/ppt/notesMasters/notesMaster1.xml" Id="R2a03e2b9f8864d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c444a0f31f45d7" /><Relationship Type="http://schemas.openxmlformats.org/officeDocument/2006/relationships/notesMaster" Target="/ppt/notesMasters/notesMaster1.xml" Id="Rc71d315c97904c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996a752d9140e4" /><Relationship Type="http://schemas.openxmlformats.org/officeDocument/2006/relationships/notesMaster" Target="/ppt/notesMasters/notesMaster1.xml" Id="Rdea7d0e6a06b45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0feb688bb747a2" /><Relationship Type="http://schemas.openxmlformats.org/officeDocument/2006/relationships/notesMaster" Target="/ppt/notesMasters/notesMaster1.xml" Id="R9d98ee4faefb4b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08b6c14bd7468e" /><Relationship Type="http://schemas.openxmlformats.org/officeDocument/2006/relationships/notesMaster" Target="/ppt/notesMasters/notesMaster1.xml" Id="R6ce3b7d07b184f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0a6e309697461e" /><Relationship Type="http://schemas.openxmlformats.org/officeDocument/2006/relationships/notesMaster" Target="/ppt/notesMasters/notesMaster1.xml" Id="Ra20144b76e3241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15501daa7a40f9" /><Relationship Type="http://schemas.openxmlformats.org/officeDocument/2006/relationships/notesMaster" Target="/ppt/notesMasters/notesMaster1.xml" Id="R0462c42502e441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c985fd3227542cf" /><Relationship Type="http://schemas.openxmlformats.org/officeDocument/2006/relationships/notesMaster" Target="/ppt/notesMasters/notesMaster1.xml" Id="Reeeb33137a964b8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d10baa862b04835" /><Relationship Type="http://schemas.openxmlformats.org/officeDocument/2006/relationships/notesMaster" Target="/ppt/notesMasters/notesMaster1.xml" Id="R1c9d962bc2574a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5b9e41d37164e97" /><Relationship Type="http://schemas.openxmlformats.org/officeDocument/2006/relationships/notesMaster" Target="/ppt/notesMasters/notesMaster1.xml" Id="Rd55e09aeeb554b8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95b550d7a7d4499" /><Relationship Type="http://schemas.openxmlformats.org/officeDocument/2006/relationships/notesMaster" Target="/ppt/notesMasters/notesMaster1.xml" Id="R8ae9c06ee95242d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32cf874ea254948" /><Relationship Type="http://schemas.openxmlformats.org/officeDocument/2006/relationships/notesMaster" Target="/ppt/notesMasters/notesMaster1.xml" Id="R4a81464fad28404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7930b8c8e8840d7" /><Relationship Type="http://schemas.openxmlformats.org/officeDocument/2006/relationships/notesMaster" Target="/ppt/notesMasters/notesMaster1.xml" Id="R932203d0871d477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d029147e8cc4404" /><Relationship Type="http://schemas.openxmlformats.org/officeDocument/2006/relationships/notesMaster" Target="/ppt/notesMasters/notesMaster1.xml" Id="R7a13e7006be74ca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7d54294694a4139" /><Relationship Type="http://schemas.openxmlformats.org/officeDocument/2006/relationships/notesMaster" Target="/ppt/notesMasters/notesMaster1.xml" Id="R6336782052894b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GROW_A1_W07, page 16. 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Moving to live in another place</a:t>
            </a:r>
          </a:p>
          <a:p xmlns:a="http://schemas.openxmlformats.org/drawingml/2006/main">
            <a:r>
              <a:t>A source evaluation.</a:t>
            </a:r>
          </a:p>
          <a:p xmlns:a="http://schemas.openxmlformats.org/drawingml/2006/main">
            <a:r>
              <a:t>A reason something happened</a:t>
            </a:r>
          </a:p>
          <a:p xmlns:a="http://schemas.openxmlformats.org/drawingml/2006/main">
            <a:r>
              <a:t>It shows what the learner did independently and what access support was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GROW_A1_W07, page 16. 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Moving to live in another place</a:t>
            </a:r>
          </a:p>
          <a:p xmlns:a="http://schemas.openxmlformats.org/drawingml/2006/main">
            <a:r>
              <a:t>A source evaluation.</a:t>
            </a:r>
          </a:p>
          <a:p xmlns:a="http://schemas.openxmlformats.org/drawingml/2006/main">
            <a:r>
              <a:t>A reason something happened Accept a relevant example.</a:t>
            </a:r>
          </a:p>
          <a:p xmlns:a="http://schemas.openxmlformats.org/drawingml/2006/main">
            <a:r>
              <a:t>It shows what the learner did independently and what access support was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GROW_A1_W07, page 16. 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Moving to live in another place Accept an accurate contextual sentence.</a:t>
            </a:r>
          </a:p>
          <a:p xmlns:a="http://schemas.openxmlformats.org/drawingml/2006/main">
            <a:r>
              <a:t>A source evaluation.</a:t>
            </a:r>
          </a:p>
          <a:p xmlns:a="http://schemas.openxmlformats.org/drawingml/2006/main">
            <a:r>
              <a:t>A reason something happened Accept a supported connection.</a:t>
            </a:r>
          </a:p>
          <a:p xmlns:a="http://schemas.openxmlformats.org/drawingml/2006/main">
            <a:r>
              <a:t>It shows what the learner did independently and what access support was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GROW_A1_W07, page 16. 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source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GROW_A1_W07, page 16. 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GROW_A1_W07, page 16. 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GROW_A1_W07, page 16. 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GROW_A1_W07, page 16. 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GROW_A1_W07, page 16. 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source evaluation. It shows what the learner did independently and what access support was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GROW_A1_W07, page 16. 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source evaluation. It shows what the learner did independently and what access support was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GROW_A1_W07, page 16. 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source evaluation. It shows what the learner did independently and what access support was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GROW_A1_W07, page 16. 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source evaluation. It shows what the learner did independently and what access support was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GROW_A1_W07, page 16. 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GROW_A1_W07, page 16. 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GROW_A1_W07, page 16. 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GROW_A1_W07, page 16. 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GROW_A1_W07, page 16. 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GROW_A1_W07, page 16. 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GROW_A1_W07, page 16. 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source evaluation. It shows what the learner did independently and what access support was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GROW_A1_W07, page 16. 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source evaluation. It shows what the learner did independently and what access support was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GROW_A1_W07, page 16. 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source evaluation. It shows what the learner did independently and what access support was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GROW_A1_W07, page 16. S: account and source evaluation;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7ac17d2a5a43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56f9a16b404381" /><Relationship Type="http://schemas.openxmlformats.org/officeDocument/2006/relationships/slideLayout" Target="/ppt/slideLayouts/slideLayout1.xml" Id="R6e26a447ea3c49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26a447ea3c49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d9dc7fdec45bf" /><Relationship Type="http://schemas.openxmlformats.org/officeDocument/2006/relationships/notesSlide" Target="/ppt/notesSlides/notesSlide1.xml" Id="R55e8c034076245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672b58767401b" /><Relationship Type="http://schemas.openxmlformats.org/officeDocument/2006/relationships/notesSlide" Target="/ppt/notesSlides/notesSlide2.xml" Id="R25b901245b1345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ef31e0eab4e8a" /><Relationship Type="http://schemas.openxmlformats.org/officeDocument/2006/relationships/notesSlide" Target="/ppt/notesSlides/notesSlide3.xml" Id="Rd439b388fc5542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b1b7ea61041ee" /><Relationship Type="http://schemas.openxmlformats.org/officeDocument/2006/relationships/notesSlide" Target="/ppt/notesSlides/notesSlide4.xml" Id="Re4bcef85b7294a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e434b822f445a" /><Relationship Type="http://schemas.openxmlformats.org/officeDocument/2006/relationships/notesSlide" Target="/ppt/notesSlides/notesSlide5.xml" Id="R0cec957f51e947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5868c72d240aa" /><Relationship Type="http://schemas.openxmlformats.org/officeDocument/2006/relationships/notesSlide" Target="/ppt/notesSlides/notesSlide6.xml" Id="R743f5a7448d849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f8a15e63a4a67" /><Relationship Type="http://schemas.openxmlformats.org/officeDocument/2006/relationships/notesSlide" Target="/ppt/notesSlides/notesSlide7.xml" Id="R2ff1d2efbc7b43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57bd3ff7a47d5" /><Relationship Type="http://schemas.openxmlformats.org/officeDocument/2006/relationships/notesSlide" Target="/ppt/notesSlides/notesSlide8.xml" Id="R7a0565f534114c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e4ceedd4c43ae" /><Relationship Type="http://schemas.openxmlformats.org/officeDocument/2006/relationships/notesSlide" Target="/ppt/notesSlides/notesSlide9.xml" Id="Re594f6f56c304c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6470e31dd4713" /><Relationship Type="http://schemas.openxmlformats.org/officeDocument/2006/relationships/notesSlide" Target="/ppt/notesSlides/notesSlide10.xml" Id="R80fd39dba6b04f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1a452ac4e4332" /><Relationship Type="http://schemas.openxmlformats.org/officeDocument/2006/relationships/notesSlide" Target="/ppt/notesSlides/notesSlide11.xml" Id="R2928143f699740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9abcf29cf4ad0" /><Relationship Type="http://schemas.openxmlformats.org/officeDocument/2006/relationships/notesSlide" Target="/ppt/notesSlides/notesSlide12.xml" Id="R23afab4803044b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71e96bd8443bd" /><Relationship Type="http://schemas.openxmlformats.org/officeDocument/2006/relationships/notesSlide" Target="/ppt/notesSlides/notesSlide13.xml" Id="Rdf7a7fe8189c49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2a52a8e1347f1" /><Relationship Type="http://schemas.openxmlformats.org/officeDocument/2006/relationships/notesSlide" Target="/ppt/notesSlides/notesSlide14.xml" Id="R142dd23981954c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3fde7455e4057" /><Relationship Type="http://schemas.openxmlformats.org/officeDocument/2006/relationships/notesSlide" Target="/ppt/notesSlides/notesSlide15.xml" Id="Rfd153cec79084a8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a4cbb67844115" /><Relationship Type="http://schemas.openxmlformats.org/officeDocument/2006/relationships/notesSlide" Target="/ppt/notesSlides/notesSlide16.xml" Id="R1161b091354146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343446ebe4741" /><Relationship Type="http://schemas.openxmlformats.org/officeDocument/2006/relationships/notesSlide" Target="/ppt/notesSlides/notesSlide17.xml" Id="R3697cdda43c04b1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12ef902884af6" /><Relationship Type="http://schemas.openxmlformats.org/officeDocument/2006/relationships/notesSlide" Target="/ppt/notesSlides/notesSlide18.xml" Id="R3c3d249837ca488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c67ab242c4f14" /><Relationship Type="http://schemas.openxmlformats.org/officeDocument/2006/relationships/notesSlide" Target="/ppt/notesSlides/notesSlide19.xml" Id="R7063de2da4a141f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4a05fd1e149dd" /><Relationship Type="http://schemas.openxmlformats.org/officeDocument/2006/relationships/notesSlide" Target="/ppt/notesSlides/notesSlide20.xml" Id="Rd016f13d489d4f9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27455594c4a54" /><Relationship Type="http://schemas.openxmlformats.org/officeDocument/2006/relationships/notesSlide" Target="/ppt/notesSlides/notesSlide21.xml" Id="R9bd702dd69564b5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4d4ea96eb4ea3" /><Relationship Type="http://schemas.openxmlformats.org/officeDocument/2006/relationships/notesSlide" Target="/ppt/notesSlides/notesSlide22.xml" Id="R72614ac3403241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CDEC8-EBC7-4675-AFCE-1128A092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79262-7FF9-4229-BB63-A5CE842B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4BF63-BD7C-40C6-8970-9C9E4259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Writing and evaluating an account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3AFB8-3092-44E5-A2AB-4A98AB22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7BEE1-247A-44FD-ABFC-82DCD69F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Write and assess a structured account and source evaluation.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5E4C0-AEA2-47CF-B38C-8743FB54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How has migration shaped identity in Britain?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 can sequence events, use a source, explain a reason for migration and describe a contribution or change.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C773C-A06E-4F5A-A2D5-8AF3B1AF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Opening                                              1 / 22</a:t>
            </a:r>
          </a:p>
        </p:txBody>
      </p:sp>
    </p:spTree>
    <p:extLst>
      <p:ext uri="{BB962C8B-B14F-4D97-AF65-F5344CB8AC3E}">
        <p14:creationId xmlns:p14="http://schemas.microsoft.com/office/powerpoint/2010/main" val="693396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7FB17-133F-4BE1-A17F-85B83A10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759D7-F38B-496C-94D3-BDC6D40B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803A9-8AE0-4526-871D-66005A62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418AF-3A6B-479B-96F1-F844D195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0AA7A-5B7D-413C-A1D8-C099D26A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E2EEA-B6A9-4C9C-90FB-E8945B61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Match “migration” to its meaning.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two word cards shown: migration and cause. Match the meaning to the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must the assessment include as well as the account?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or listen to the relevant evidence card; point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Find “cause” in word help. What does it mean?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word and meaning cards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Why record adult support?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source limit or map key as a clue.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4DC9A-4AFA-4D8D-8230-10BDE998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2 / 22</a:t>
            </a:r>
          </a:p>
        </p:txBody>
      </p:sp>
    </p:spTree>
    <p:extLst>
      <p:ext uri="{BB962C8B-B14F-4D97-AF65-F5344CB8AC3E}">
        <p14:creationId xmlns:p14="http://schemas.microsoft.com/office/powerpoint/2010/main" val="2597046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2ACD7-CB68-4D0B-80C4-FBF469E4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2E96C-F906-4C53-867D-22976C97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B3C33-31C8-4C56-9656-919405B5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570A5-2054-4014-B621-3855D577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CD3D1-5898-4DD1-B705-22A7CBAC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6165F-5295-4F18-A228-75F4FAC7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does migration mean?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word bank if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must the assessment include as well as the account?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one source detail or labelled map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Explain cause using an example.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an example from the evidence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Why record adult support?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State the reason for your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5F233-74D6-45A0-9E24-38A035A6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3 / 22</a:t>
            </a:r>
          </a:p>
        </p:txBody>
      </p:sp>
    </p:spTree>
    <p:extLst>
      <p:ext uri="{BB962C8B-B14F-4D97-AF65-F5344CB8AC3E}">
        <p14:creationId xmlns:p14="http://schemas.microsoft.com/office/powerpoint/2010/main" val="18864324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71726-0293-4747-9AA0-91D5B13D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7EC80-955B-43C5-9D9B-C1EDC1C1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E1361-BA06-4781-B473-DD156E73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40E8A-3488-40DE-80D8-BC659903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88D5F-5911-4B15-B307-D326E322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9C4CC-B923-43D8-B71D-5F6E1993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Use migration accurately in a sentence.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Keep the source context clear.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must the assessment include as well as the account? Give supporting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the source or data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How does cause help answer today’s enquiry?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the connection,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Why record adult support? Explain a limit or further check.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Think about what the supplied evidence leaves uncertain.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839D0-5D83-4820-BC91-7E884AB4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4 / 22</a:t>
            </a:r>
          </a:p>
        </p:txBody>
      </p:sp>
    </p:spTree>
    <p:extLst>
      <p:ext uri="{BB962C8B-B14F-4D97-AF65-F5344CB8AC3E}">
        <p14:creationId xmlns:p14="http://schemas.microsoft.com/office/powerpoint/2010/main" val="5031203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A149B-5E23-4737-A45B-5E00170E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75128-E328-4AC9-A95B-F65F08BB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100C4-6612-443E-8552-23350A6B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Words for the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897C1-F157-43F3-A0BB-95E63CCF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93F83-50F6-4B20-B102-C1F1A130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What must the assessment include as well as the account?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15E57-78B9-4FD9-936A-AC6EAB9A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migration: Moving to live in another place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cause: A reason something happened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consequence: Something that happened as a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provenance: A source’s origin and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3B2A4-E997-455F-887D-3BDBA3BE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Starter                                              5 / 22</a:t>
            </a:r>
          </a:p>
        </p:txBody>
      </p:sp>
    </p:spTree>
    <p:extLst>
      <p:ext uri="{BB962C8B-B14F-4D97-AF65-F5344CB8AC3E}">
        <p14:creationId xmlns:p14="http://schemas.microsoft.com/office/powerpoint/2010/main" val="19118226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47D04-8BAE-41D5-9823-C4F9662A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AF00F-E3E0-430C-ADDB-27E3E38A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0AA50-481D-4551-9018-C8565281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E73F0-CA63-4883-A099-75BD3611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D044F-02E3-4CAE-96C0-64A23A4F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11 May 1948 telegram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0E56A-D0CB-4AA6-A3B1-F98269FD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Acting Governor of Jamaica told the Colonial Secretary that men had booked passages hoping for employment in Britain.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HO 213/714; official message, 1948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A hope is not a guarantee. This does not establish everyone’s reasons or later experience.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55C96-E83E-4EAB-9BD2-48397629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6 / 22</a:t>
            </a:r>
          </a:p>
        </p:txBody>
      </p:sp>
    </p:spTree>
    <p:extLst>
      <p:ext uri="{BB962C8B-B14F-4D97-AF65-F5344CB8AC3E}">
        <p14:creationId xmlns:p14="http://schemas.microsoft.com/office/powerpoint/2010/main" val="6390997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84F51-736A-477B-836A-E65C8652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FEA47-76EB-44FA-B2F7-B03E3E67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FD49C-1914-4E4C-AD2C-117B0A09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278EB-1C9D-4869-B75D-2DAD3287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B7690-87B9-4047-93AA-E96F72F7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1947 to 1948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E9C0B-B4FB-4752-9067-A41C9F66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Eric Walrond reported varied experiences: work for some men, but unemployment also described in the north-west.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CO 876/88; report, 1947–48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Selected accounts do not measure the experiences of all migrants.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EC100-8CFF-4929-93D9-A53ECB69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7 / 22</a:t>
            </a:r>
          </a:p>
        </p:txBody>
      </p:sp>
    </p:spTree>
    <p:extLst>
      <p:ext uri="{BB962C8B-B14F-4D97-AF65-F5344CB8AC3E}">
        <p14:creationId xmlns:p14="http://schemas.microsoft.com/office/powerpoint/2010/main" val="5434879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FE44D-2415-40FE-9BCA-D8D5F05C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25144-161B-4C93-BE76-EE3A1738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0A384-FF8F-4AE4-8C75-272CD2E1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08858-8475-49C6-AA2E-EE163DB8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B31AB-6DC4-4DBF-A913-CE990DB3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8 August 1972 Cabinet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53AC5-E659-4DA7-B28A-A7F31909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British ministers discussed Idi Amin’s order that Asian British-passport holders leave Uganda within three months.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CAB 128/50; British Cabinet minutes, 1972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records the ministers’ discussion, not the voices of all the people affected.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A732A-EB38-4D3E-B98C-07ADDF2A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8 / 22</a:t>
            </a:r>
          </a:p>
        </p:txBody>
      </p:sp>
    </p:spTree>
    <p:extLst>
      <p:ext uri="{BB962C8B-B14F-4D97-AF65-F5344CB8AC3E}">
        <p14:creationId xmlns:p14="http://schemas.microsoft.com/office/powerpoint/2010/main" val="18251327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484C0-39F9-4631-875E-6D6356A1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1FF47-8937-4D52-9758-DA299246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84E39-09DF-4698-B68A-0A426899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B6765-80C8-4173-B68F-4FC5A0D2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97C23-7980-4718-B7E7-CE7AD553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15 March 1973 support letter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E3301-A295-4849-B4D2-019752EA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Uganda Resettlement Board asked voluntary organisations to support resettled families through visits.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T 353/63; letter, 1973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A request records an intended response, not proof that every visit happened.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A71A8-254F-4BF8-9FA4-8BC691D4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9 / 22</a:t>
            </a:r>
          </a:p>
        </p:txBody>
      </p:sp>
    </p:spTree>
    <p:extLst>
      <p:ext uri="{BB962C8B-B14F-4D97-AF65-F5344CB8AC3E}">
        <p14:creationId xmlns:p14="http://schemas.microsoft.com/office/powerpoint/2010/main" val="4199115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4E1D0-37D7-43D8-96C1-8907136A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F0468-C83C-4292-919D-7E5FE6D2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A6625-8C69-4B40-AE4D-9F0251B7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141A4-893D-4F64-ACCB-50E98FC5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88ED5-D695-49DF-AC75-7AD1160C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6237B-3EA7-4AF1-8C35-F3DCF83A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Read the enquiry: What must the assessment include as well as the account?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B5021-34B7-4427-AF6A-60C3675C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10 / 22</a:t>
            </a:r>
          </a:p>
        </p:txBody>
      </p:sp>
    </p:spTree>
    <p:extLst>
      <p:ext uri="{BB962C8B-B14F-4D97-AF65-F5344CB8AC3E}">
        <p14:creationId xmlns:p14="http://schemas.microsoft.com/office/powerpoint/2010/main" val="2437452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A7366-F08A-4D51-A38D-9D4915FD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FF8BF-1323-43DA-9098-CD08176B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61B46-C8A8-44D2-91C5-AC8DBBCD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947BD-8453-42E8-BC87-ABC47699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7247A-D3B8-4764-9F70-0970CF76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2980E-D16D-4286-8B7D-0DDEB51A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Locate the evidence: A — The Acting Governor of Jamaica told the Colonial Secretary that men had booked passages hoping for employment in Britain.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1DFE4-AFD6-4784-A62E-5B7F9932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11 / 22</a:t>
            </a:r>
          </a:p>
        </p:txBody>
      </p:sp>
    </p:spTree>
    <p:extLst>
      <p:ext uri="{BB962C8B-B14F-4D97-AF65-F5344CB8AC3E}">
        <p14:creationId xmlns:p14="http://schemas.microsoft.com/office/powerpoint/2010/main" val="13472216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A70D3-6E7E-4218-9898-9728D313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1DEBB-DD8B-412C-A874-15BACEFF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C6EB7-EDE7-420F-B72B-D6FEA646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830A8-8E20-4F59-90EF-2EBD7EF2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41172-E6DE-4059-90E1-246A0104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2943B-4A3E-4EB4-AE23-6A90C948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Think aloud: A source evaluation.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0B621-350E-4D13-97E9-B41C665F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12 / 22</a:t>
            </a:r>
          </a:p>
        </p:txBody>
      </p:sp>
    </p:spTree>
    <p:extLst>
      <p:ext uri="{BB962C8B-B14F-4D97-AF65-F5344CB8AC3E}">
        <p14:creationId xmlns:p14="http://schemas.microsoft.com/office/powerpoint/2010/main" val="19495778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81331-677C-40EB-8374-F74AF6D1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03AFC-A588-49C4-9CE2-80325CE1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EF548-D8B7-4237-B01C-7955D48F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7B0D6-8BCE-41D5-9B78-6BB6104E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B36F5-B0EE-4D2D-856E-09B0331F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B8872-10D3-4AAC-9E3E-404B339E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the limit or method: It shows what the learner did independently and what access support was used.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33FDC-3D91-46AE-B45E-B197565A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13 / 22</a:t>
            </a:r>
          </a:p>
        </p:txBody>
      </p:sp>
    </p:spTree>
    <p:extLst>
      <p:ext uri="{BB962C8B-B14F-4D97-AF65-F5344CB8AC3E}">
        <p14:creationId xmlns:p14="http://schemas.microsoft.com/office/powerpoint/2010/main" val="9765031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99761-1D6D-4C99-826E-4CFB05E7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F70EF-5867-4772-A831-F122D03F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6B62F-EE70-4969-AF57-5276F011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Shared investigation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E7F5A-92C8-4D5A-AF30-7B2D09D1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FA939-5C42-4B8A-B6CB-2C5DBC45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Evaluate a short practice conclusion together. Put the model away for the independent outcome.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C0329-22DB-4F8A-9F08-CB6471FB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My account answers ___. Source C is useful for ___ because ___. It cannot show ___.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DAACD-9029-45AC-B0C6-324A489A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14 / 22</a:t>
            </a:r>
          </a:p>
        </p:txBody>
      </p:sp>
    </p:spTree>
    <p:extLst>
      <p:ext uri="{BB962C8B-B14F-4D97-AF65-F5344CB8AC3E}">
        <p14:creationId xmlns:p14="http://schemas.microsoft.com/office/powerpoint/2010/main" val="15327048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44ABF-5326-4A94-A17A-F5AAA0B3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4FA8B-C959-4B34-BC39-8D8506E7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7CEC5-788F-49BB-A87F-FA59B215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 for the shared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DDC25-86E0-43BF-8A4B-E7C6FDBF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D5451-EA0A-4392-AC4B-D25D3C44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the support you need today.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37436-1E6F-405C-971E-07647513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Supported: Use the checklist one item at a time; retain your own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Standard: Select evidence for each required outcome and explain what it shows.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Stretch: Evaluate a gap, improve the work and justify the final selection.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49161-3180-443F-BCED-AB53994A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15 / 22</a:t>
            </a:r>
          </a:p>
        </p:txBody>
      </p:sp>
    </p:spTree>
    <p:extLst>
      <p:ext uri="{BB962C8B-B14F-4D97-AF65-F5344CB8AC3E}">
        <p14:creationId xmlns:p14="http://schemas.microsoft.com/office/powerpoint/2010/main" val="3796968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2F7A4-CAB8-495F-B4F1-9F2CE51A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70E49-A260-4EC3-BC8F-69B39E52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EFF9A-834B-40E8-8FB7-6A913443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FE4F5-7293-410C-803F-0E31B10B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47AE2-3355-4FF1-BE64-DAD7893A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Write and assess a structured account and source evaluation.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A82D9-C61B-438A-954B-7B68A643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Complete a structured account using the unit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Evaluate source C: what it is, what it shows, usefulness and one limit.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Review against the unit criteria and retain the account and evaluation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one step. Read the sources with an adult, reduce the visible choice set and use: My account answers ___. Source C is useful for ___ because ___. It cannot show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Keep all required evidence; speech, pointing, drawing and exact scribing are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4FBC4-D30F-45A4-9A98-765A7154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16 / 22</a:t>
            </a:r>
          </a:p>
        </p:txBody>
      </p:sp>
    </p:spTree>
    <p:extLst>
      <p:ext uri="{BB962C8B-B14F-4D97-AF65-F5344CB8AC3E}">
        <p14:creationId xmlns:p14="http://schemas.microsoft.com/office/powerpoint/2010/main" val="2323667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B8C2B-42F5-4038-A9A8-A2065024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E670C-7AC1-40EE-9E10-923103B7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BE57F-B72D-4055-94AE-27EA626A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83384-60EB-4546-9153-55062F75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2D926-14FF-4604-8911-3CFDD224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Write and assess a structured account and source evaluation.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D30ED-B044-42B9-B28A-5190E618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Complete a structured account using the unit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Evaluate source C: what it is, what it shows, usefulness and one limit.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Review against the unit criteria and retain the account and evaluation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My account answers ___. Source C is useful for ___ because ___. It cannot show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evidence before adding a final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5FFDC-B784-4CA4-BDA8-FE6C18A8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17 / 22</a:t>
            </a:r>
          </a:p>
        </p:txBody>
      </p:sp>
    </p:spTree>
    <p:extLst>
      <p:ext uri="{BB962C8B-B14F-4D97-AF65-F5344CB8AC3E}">
        <p14:creationId xmlns:p14="http://schemas.microsoft.com/office/powerpoint/2010/main" val="14914771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2165D-670F-4668-A7E9-18D42A60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54B42-EF15-4BFA-9554-EA16C4AC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06029-3BF9-46D4-A3D1-5E25D891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96FCA-40EE-45B3-A520-AFCEFDB1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32022-99CA-45AD-AA5B-B433DF98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Write and assess a structured account and source evaluation.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87B30-EA2C-4F7C-8032-653C136C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Complete a structured account using the unit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Evaluate source C: what it is, what it shows, usefulness and one limit.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Review against the unit criteria and retain the account and evaluation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Plan your answer using the source labels. Use the frame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Weigh how the answer changes when D is considered alongside 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CA3BB-BF5C-4128-ADC9-E63C20D4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18 / 22</a:t>
            </a:r>
          </a:p>
        </p:txBody>
      </p:sp>
    </p:spTree>
    <p:extLst>
      <p:ext uri="{BB962C8B-B14F-4D97-AF65-F5344CB8AC3E}">
        <p14:creationId xmlns:p14="http://schemas.microsoft.com/office/powerpoint/2010/main" val="20305347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87FD0-73AF-41E6-9522-8A4736EB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4BEB6-12A9-4933-BD2C-0821D3D3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CA4C0-B185-4F5E-953D-6F093833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F4898-6675-413F-8543-3475C81A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F0F11-D03E-4E8D-B105-BE49A856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account and source evaluation; retain best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38C32-5232-4A6B-9DEA-0C6F9E05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source details and your own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It shows what the learner did independently and what access support was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one precise improvement and explain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60243-49D6-40AD-A871-BEF4ACDA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Review                                              19 / 22</a:t>
            </a:r>
          </a:p>
        </p:txBody>
      </p:sp>
    </p:spTree>
    <p:extLst>
      <p:ext uri="{BB962C8B-B14F-4D97-AF65-F5344CB8AC3E}">
        <p14:creationId xmlns:p14="http://schemas.microsoft.com/office/powerpoint/2010/main" val="213712991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33868-8540-4232-9E2F-65DC6FE1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7FC72-DE17-4112-AF40-1917BC18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93F81-D047-4B66-83B9-46EBDFD6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B665E-5EF1-43A3-9A4F-E1F886CB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E3B10-D758-4AA4-82DC-862D3EDB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C46F0-75DD-4861-9FD0-5984B774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must the assessment include as well as the account?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a card, a symbol or the frame: My account answers ___. Source C is useful for ___ because ___. It cannot show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Why record adult support?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the evidence limit; an adult can scribe your words.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13C25-00F1-4AFF-964A-247595B5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20 / 22</a:t>
            </a:r>
          </a:p>
        </p:txBody>
      </p:sp>
    </p:spTree>
    <p:extLst>
      <p:ext uri="{BB962C8B-B14F-4D97-AF65-F5344CB8AC3E}">
        <p14:creationId xmlns:p14="http://schemas.microsoft.com/office/powerpoint/2010/main" val="185498286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2AB00-F1EB-4E8D-9C81-DAF95B5C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38F78-F6F1-49F7-8795-C0E7DB68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90330-B5BB-443B-8F00-3596FFB2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52F88-743E-4DBE-8B0D-E2CE38A3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8174B-FC35-4C6E-A2C0-3969E1B2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C337B-8A83-40B6-B0A3-FEE15754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must the assessment include as well as the account?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Give one detail to support your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Why record adult support?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why, using the source or method.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91A89-11A3-42E6-ABE8-93448E37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21 / 22</a:t>
            </a:r>
          </a:p>
        </p:txBody>
      </p:sp>
    </p:spTree>
    <p:extLst>
      <p:ext uri="{BB962C8B-B14F-4D97-AF65-F5344CB8AC3E}">
        <p14:creationId xmlns:p14="http://schemas.microsoft.com/office/powerpoint/2010/main" val="2021788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5F258-C960-44B7-9C78-FEFF0C34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80945-76A3-4C22-B69F-90453142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EC145-E065-4303-8264-EE2B268B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24843-458D-417A-ACA0-DD4169DF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E8A9D-2BD1-48AA-B2D4-79850A82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E4644-7666-4E6B-ACA7-14297B02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must the assessment include as well as the account? Justify with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a card, date, location or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Why record adult support? Evaluate a limitation.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a useful further check or alternative interpretation.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4F9DE-FFB8-45C0-95E6-6817A0D0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22 / 22</a:t>
            </a:r>
          </a:p>
        </p:txBody>
      </p:sp>
    </p:spTree>
    <p:extLst>
      <p:ext uri="{BB962C8B-B14F-4D97-AF65-F5344CB8AC3E}">
        <p14:creationId xmlns:p14="http://schemas.microsoft.com/office/powerpoint/2010/main" val="17438018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2026-09-19T14:49:58.9330000Z</dcterms:created>
  <dcterms:modified xsi:type="dcterms:W3CDTF">2026-09-19T14:49:58.9330000Z</dcterms:modified>
</coreProperties>
</file>