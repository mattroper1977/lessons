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62e25479dc45f2" /><Relationship Type="http://schemas.openxmlformats.org/officeDocument/2006/relationships/extended-properties" Target="/docProps/app.xml" Id="R0cffc4faada84dc9" /><Relationship Type="http://schemas.openxmlformats.org/officeDocument/2006/relationships/officeDocument" Target="/ppt/presentation.xml" Id="R844ed27ff9ba43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b5ae86875b4ed8"/>
  </p:sldMasterIdLst>
  <p:notesMasterIdLst>
    <p:notesMasterId xmlns:r="http://schemas.openxmlformats.org/officeDocument/2006/relationships" r:id="R99b6915a06834360"/>
  </p:notesMasterIdLst>
  <p:sldIdLst>
    <p:sldId xmlns:r="http://schemas.openxmlformats.org/officeDocument/2006/relationships" id="256" r:id="R22313b59fa954cb0"/>
    <p:sldId xmlns:r="http://schemas.openxmlformats.org/officeDocument/2006/relationships" id="257" r:id="R6e8fa8789e54435e"/>
    <p:sldId xmlns:r="http://schemas.openxmlformats.org/officeDocument/2006/relationships" id="258" r:id="R840be9ce0ffc4451"/>
    <p:sldId xmlns:r="http://schemas.openxmlformats.org/officeDocument/2006/relationships" id="259" r:id="R5cf2b62bec0546ab"/>
    <p:sldId xmlns:r="http://schemas.openxmlformats.org/officeDocument/2006/relationships" id="260" r:id="Re9cbd2faba92491f"/>
    <p:sldId xmlns:r="http://schemas.openxmlformats.org/officeDocument/2006/relationships" id="261" r:id="Rca8e6afc906b42ca"/>
    <p:sldId xmlns:r="http://schemas.openxmlformats.org/officeDocument/2006/relationships" id="262" r:id="Re83263ff5c3744b1"/>
    <p:sldId xmlns:r="http://schemas.openxmlformats.org/officeDocument/2006/relationships" id="263" r:id="R36f8728b3d9b4a88"/>
    <p:sldId xmlns:r="http://schemas.openxmlformats.org/officeDocument/2006/relationships" id="264" r:id="R4c73fb245fa94780"/>
    <p:sldId xmlns:r="http://schemas.openxmlformats.org/officeDocument/2006/relationships" id="265" r:id="Rc2fc9fc949444146"/>
    <p:sldId xmlns:r="http://schemas.openxmlformats.org/officeDocument/2006/relationships" id="266" r:id="R6a3fffbf0ce54598"/>
    <p:sldId xmlns:r="http://schemas.openxmlformats.org/officeDocument/2006/relationships" id="267" r:id="R4b46e9d2ed794753"/>
    <p:sldId xmlns:r="http://schemas.openxmlformats.org/officeDocument/2006/relationships" id="268" r:id="R43b37204e3fb46a4"/>
    <p:sldId xmlns:r="http://schemas.openxmlformats.org/officeDocument/2006/relationships" id="269" r:id="R352dd62f36a44711"/>
    <p:sldId xmlns:r="http://schemas.openxmlformats.org/officeDocument/2006/relationships" id="270" r:id="R6c9f12b5312b4967"/>
    <p:sldId xmlns:r="http://schemas.openxmlformats.org/officeDocument/2006/relationships" id="271" r:id="R875d2c9a10da4c09"/>
    <p:sldId xmlns:r="http://schemas.openxmlformats.org/officeDocument/2006/relationships" id="272" r:id="R9f2a4598594f40c4"/>
    <p:sldId xmlns:r="http://schemas.openxmlformats.org/officeDocument/2006/relationships" id="273" r:id="R196a66cf8fc54c5a"/>
    <p:sldId xmlns:r="http://schemas.openxmlformats.org/officeDocument/2006/relationships" id="274" r:id="Rc6dd0ad3c182467b"/>
    <p:sldId xmlns:r="http://schemas.openxmlformats.org/officeDocument/2006/relationships" id="275" r:id="R0c48376ec319408b"/>
    <p:sldId xmlns:r="http://schemas.openxmlformats.org/officeDocument/2006/relationships" id="276" r:id="R55c6cd908b3542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e678f266a44b78" /><Relationship Type="http://schemas.openxmlformats.org/officeDocument/2006/relationships/slideMaster" Target="/ppt/slideMasters/slideMaster1.xml" Id="R00b5ae86875b4ed8" /><Relationship Type="http://schemas.openxmlformats.org/officeDocument/2006/relationships/notesMaster" Target="/ppt/notesMasters/notesMaster1.xml" Id="R99b6915a06834360" /><Relationship Type="http://schemas.openxmlformats.org/officeDocument/2006/relationships/presProps" Target="/ppt/presProps.xml" Id="Rf0ce3fb5aa4a4445" /><Relationship Type="http://schemas.openxmlformats.org/officeDocument/2006/relationships/tableStyles" Target="/ppt/tableStyles.xml" Id="R371c79f28ca14f40" /><Relationship Type="http://schemas.openxmlformats.org/officeDocument/2006/relationships/slide" Target="/ppt/slides/slide1.xml" Id="R22313b59fa954cb0" /><Relationship Type="http://schemas.openxmlformats.org/officeDocument/2006/relationships/slide" Target="/ppt/slides/slide2.xml" Id="R6e8fa8789e54435e" /><Relationship Type="http://schemas.openxmlformats.org/officeDocument/2006/relationships/slide" Target="/ppt/slides/slide3.xml" Id="R840be9ce0ffc4451" /><Relationship Type="http://schemas.openxmlformats.org/officeDocument/2006/relationships/slide" Target="/ppt/slides/slide4.xml" Id="R5cf2b62bec0546ab" /><Relationship Type="http://schemas.openxmlformats.org/officeDocument/2006/relationships/slide" Target="/ppt/slides/slide5.xml" Id="Re9cbd2faba92491f" /><Relationship Type="http://schemas.openxmlformats.org/officeDocument/2006/relationships/slide" Target="/ppt/slides/slide6.xml" Id="Rca8e6afc906b42ca" /><Relationship Type="http://schemas.openxmlformats.org/officeDocument/2006/relationships/slide" Target="/ppt/slides/slide7.xml" Id="Re83263ff5c3744b1" /><Relationship Type="http://schemas.openxmlformats.org/officeDocument/2006/relationships/slide" Target="/ppt/slides/slide8.xml" Id="R36f8728b3d9b4a88" /><Relationship Type="http://schemas.openxmlformats.org/officeDocument/2006/relationships/slide" Target="/ppt/slides/slide9.xml" Id="R4c73fb245fa94780" /><Relationship Type="http://schemas.openxmlformats.org/officeDocument/2006/relationships/slide" Target="/ppt/slides/slide10.xml" Id="Rc2fc9fc949444146" /><Relationship Type="http://schemas.openxmlformats.org/officeDocument/2006/relationships/slide" Target="/ppt/slides/slide11.xml" Id="R6a3fffbf0ce54598" /><Relationship Type="http://schemas.openxmlformats.org/officeDocument/2006/relationships/slide" Target="/ppt/slides/slide12.xml" Id="R4b46e9d2ed794753" /><Relationship Type="http://schemas.openxmlformats.org/officeDocument/2006/relationships/slide" Target="/ppt/slides/slide13.xml" Id="R43b37204e3fb46a4" /><Relationship Type="http://schemas.openxmlformats.org/officeDocument/2006/relationships/slide" Target="/ppt/slides/slide14.xml" Id="R352dd62f36a44711" /><Relationship Type="http://schemas.openxmlformats.org/officeDocument/2006/relationships/slide" Target="/ppt/slides/slide15.xml" Id="R6c9f12b5312b4967" /><Relationship Type="http://schemas.openxmlformats.org/officeDocument/2006/relationships/slide" Target="/ppt/slides/slide16.xml" Id="R875d2c9a10da4c09" /><Relationship Type="http://schemas.openxmlformats.org/officeDocument/2006/relationships/slide" Target="/ppt/slides/slide17.xml" Id="R9f2a4598594f40c4" /><Relationship Type="http://schemas.openxmlformats.org/officeDocument/2006/relationships/slide" Target="/ppt/slides/slide18.xml" Id="R196a66cf8fc54c5a" /><Relationship Type="http://schemas.openxmlformats.org/officeDocument/2006/relationships/slide" Target="/ppt/slides/slide19.xml" Id="Rc6dd0ad3c182467b" /><Relationship Type="http://schemas.openxmlformats.org/officeDocument/2006/relationships/slide" Target="/ppt/slides/slide20.xml" Id="R0c48376ec319408b" /><Relationship Type="http://schemas.openxmlformats.org/officeDocument/2006/relationships/slide" Target="/ppt/slides/slide21.xml" Id="R55c6cd908b3542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0a3eb3c32c4e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d9c3ffe3b44acd" /><Relationship Type="http://schemas.openxmlformats.org/officeDocument/2006/relationships/notesMaster" Target="/ppt/notesMasters/notesMaster1.xml" Id="R6f5ca4f36f4f44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57b39f85094b65" /><Relationship Type="http://schemas.openxmlformats.org/officeDocument/2006/relationships/notesMaster" Target="/ppt/notesMasters/notesMaster1.xml" Id="R97ebc650970142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1a63a647154032" /><Relationship Type="http://schemas.openxmlformats.org/officeDocument/2006/relationships/notesMaster" Target="/ppt/notesMasters/notesMaster1.xml" Id="R8704e001682149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9b6c2e4dd74ce7" /><Relationship Type="http://schemas.openxmlformats.org/officeDocument/2006/relationships/notesMaster" Target="/ppt/notesMasters/notesMaster1.xml" Id="Ra9dbb5da03da45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1938b848f94fff" /><Relationship Type="http://schemas.openxmlformats.org/officeDocument/2006/relationships/notesMaster" Target="/ppt/notesMasters/notesMaster1.xml" Id="R936a2434dd3945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f81be7675045c6" /><Relationship Type="http://schemas.openxmlformats.org/officeDocument/2006/relationships/notesMaster" Target="/ppt/notesMasters/notesMaster1.xml" Id="Rbec3c60c20fc4c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3bf04297914b85" /><Relationship Type="http://schemas.openxmlformats.org/officeDocument/2006/relationships/notesMaster" Target="/ppt/notesMasters/notesMaster1.xml" Id="Rbee8486f07fa43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e14fa7f6234d1c" /><Relationship Type="http://schemas.openxmlformats.org/officeDocument/2006/relationships/notesMaster" Target="/ppt/notesMasters/notesMaster1.xml" Id="R3a6347442b4645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21932cffdc477c" /><Relationship Type="http://schemas.openxmlformats.org/officeDocument/2006/relationships/notesMaster" Target="/ppt/notesMasters/notesMaster1.xml" Id="R2773434ee43146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3b2f7406aa471b" /><Relationship Type="http://schemas.openxmlformats.org/officeDocument/2006/relationships/notesMaster" Target="/ppt/notesMasters/notesMaster1.xml" Id="R49ba9ba68dbc44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11320c500c4a2b" /><Relationship Type="http://schemas.openxmlformats.org/officeDocument/2006/relationships/notesMaster" Target="/ppt/notesMasters/notesMaster1.xml" Id="R3adb73bba0254b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b2b76fc8554a6d" /><Relationship Type="http://schemas.openxmlformats.org/officeDocument/2006/relationships/notesMaster" Target="/ppt/notesMasters/notesMaster1.xml" Id="R2e329cdd3fa44b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e47cfdfd6d4abd" /><Relationship Type="http://schemas.openxmlformats.org/officeDocument/2006/relationships/notesMaster" Target="/ppt/notesMasters/notesMaster1.xml" Id="Rf02585dfeab745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76fbd2f57044bd" /><Relationship Type="http://schemas.openxmlformats.org/officeDocument/2006/relationships/notesMaster" Target="/ppt/notesMasters/notesMaster1.xml" Id="Ref074122533a49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b8014cb3954890" /><Relationship Type="http://schemas.openxmlformats.org/officeDocument/2006/relationships/notesMaster" Target="/ppt/notesMasters/notesMaster1.xml" Id="Ra6c4fc20d70b49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3ed6d82d66486e" /><Relationship Type="http://schemas.openxmlformats.org/officeDocument/2006/relationships/notesMaster" Target="/ppt/notesMasters/notesMaster1.xml" Id="R96da01c92d454d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ea4211a02149c7" /><Relationship Type="http://schemas.openxmlformats.org/officeDocument/2006/relationships/notesMaster" Target="/ppt/notesMasters/notesMaster1.xml" Id="R9df28b7a706648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a60ad4fb2f349f5" /><Relationship Type="http://schemas.openxmlformats.org/officeDocument/2006/relationships/notesMaster" Target="/ppt/notesMasters/notesMaster1.xml" Id="Ree0c59973ea842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19bce1c66a4a4d" /><Relationship Type="http://schemas.openxmlformats.org/officeDocument/2006/relationships/notesMaster" Target="/ppt/notesMasters/notesMaster1.xml" Id="R6444403aa3884a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3996b9616f475c" /><Relationship Type="http://schemas.openxmlformats.org/officeDocument/2006/relationships/notesMaster" Target="/ppt/notesMasters/notesMaster1.xml" Id="Rda0ee83a9bfa4a9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16f10d2c9e4729" /><Relationship Type="http://schemas.openxmlformats.org/officeDocument/2006/relationships/notesMaster" Target="/ppt/notesMasters/notesMaster1.xml" Id="Rffae1a26729a46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Something we use to find out</a:t>
            </a:r>
          </a:p>
          <a:p xmlns:a="http://schemas.openxmlformats.org/drawingml/2006/main">
            <a:r>
              <a:t>Paid work as a court trumpeter.</a:t>
            </a:r>
          </a:p>
          <a:p xmlns:a="http://schemas.openxmlformats.org/drawingml/2006/main">
            <a:r>
              <a:t>Something a person adds or does</a:t>
            </a:r>
          </a:p>
          <a:p xmlns:a="http://schemas.openxmlformats.org/drawingml/2006/main">
            <a:r>
              <a:t>They were made at different times for different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Something we use to find out</a:t>
            </a:r>
          </a:p>
          <a:p xmlns:a="http://schemas.openxmlformats.org/drawingml/2006/main">
            <a:r>
              <a:t>Paid work as a court trumpeter.</a:t>
            </a:r>
          </a:p>
          <a:p xmlns:a="http://schemas.openxmlformats.org/drawingml/2006/main">
            <a:r>
              <a:t>Something a person adds or does Accept a relevant example.</a:t>
            </a:r>
          </a:p>
          <a:p xmlns:a="http://schemas.openxmlformats.org/drawingml/2006/main">
            <a:r>
              <a:t>They were made at different times for different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Something we use to find out Accept an accurate contextual sentence.</a:t>
            </a:r>
          </a:p>
          <a:p xmlns:a="http://schemas.openxmlformats.org/drawingml/2006/main">
            <a:r>
              <a:t>Paid work as a court trumpeter.</a:t>
            </a:r>
          </a:p>
          <a:p xmlns:a="http://schemas.openxmlformats.org/drawingml/2006/main">
            <a:r>
              <a:t>Something a person adds or does Accept a supported connection.</a:t>
            </a:r>
          </a:p>
          <a:p xmlns:a="http://schemas.openxmlformats.org/drawingml/2006/main">
            <a:r>
              <a:t>They were made at different times for different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Paid work as a court trumpeter.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Paid work as a court trumpeter. They were made at different times for different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Paid work as a court trumpeter. They were made at different times for different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Paid work as a court trumpeter. They were made at different times for different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Paid work as a court trumpeter. They were made at different times for different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Paid work as a court trumpeter. They were made at different times for different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Paid work as a court trumpeter. They were made at different times for different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Paid work as a court trumpeter. They were made at different times for different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GROW_A1_W04, page 16. F: book task, questioning and two exit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1762bd4f140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4ee45009b34e0d" /><Relationship Type="http://schemas.openxmlformats.org/officeDocument/2006/relationships/slideLayout" Target="/ppt/slideLayouts/slideLayout1.xml" Id="Rfa971979bb9e45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971979bb9e45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94cbdf0e243dd" /><Relationship Type="http://schemas.openxmlformats.org/officeDocument/2006/relationships/notesSlide" Target="/ppt/notesSlides/notesSlide1.xml" Id="Rf6c4e361add34d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b61e9767f4c35" /><Relationship Type="http://schemas.openxmlformats.org/officeDocument/2006/relationships/notesSlide" Target="/ppt/notesSlides/notesSlide2.xml" Id="R4220829054af43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1678114e747d6" /><Relationship Type="http://schemas.openxmlformats.org/officeDocument/2006/relationships/notesSlide" Target="/ppt/notesSlides/notesSlide3.xml" Id="R4866872723484a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83b461a704aca" /><Relationship Type="http://schemas.openxmlformats.org/officeDocument/2006/relationships/notesSlide" Target="/ppt/notesSlides/notesSlide4.xml" Id="R01527f2b3c2d41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fe8c3b83b4057" /><Relationship Type="http://schemas.openxmlformats.org/officeDocument/2006/relationships/notesSlide" Target="/ppt/notesSlides/notesSlide5.xml" Id="R609fe4b77f1941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aba7df7d84454" /><Relationship Type="http://schemas.openxmlformats.org/officeDocument/2006/relationships/notesSlide" Target="/ppt/notesSlides/notesSlide6.xml" Id="R68c34da818a34d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4e45e68f649f0" /><Relationship Type="http://schemas.openxmlformats.org/officeDocument/2006/relationships/notesSlide" Target="/ppt/notesSlides/notesSlide7.xml" Id="R920ade4fedf14c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bbc2a80db4a45" /><Relationship Type="http://schemas.openxmlformats.org/officeDocument/2006/relationships/notesSlide" Target="/ppt/notesSlides/notesSlide8.xml" Id="Rffc1590077434e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be1cef7fe4b33" /><Relationship Type="http://schemas.openxmlformats.org/officeDocument/2006/relationships/notesSlide" Target="/ppt/notesSlides/notesSlide9.xml" Id="Re53b48bf162e48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12baa5a1a48fe" /><Relationship Type="http://schemas.openxmlformats.org/officeDocument/2006/relationships/notesSlide" Target="/ppt/notesSlides/notesSlide10.xml" Id="R1494afd9e50c42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9721c35554429" /><Relationship Type="http://schemas.openxmlformats.org/officeDocument/2006/relationships/notesSlide" Target="/ppt/notesSlides/notesSlide11.xml" Id="R46d43a92c12442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6df7cce2d41f1" /><Relationship Type="http://schemas.openxmlformats.org/officeDocument/2006/relationships/notesSlide" Target="/ppt/notesSlides/notesSlide12.xml" Id="R817b81832cbe4f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2f1b77494462f" /><Relationship Type="http://schemas.openxmlformats.org/officeDocument/2006/relationships/notesSlide" Target="/ppt/notesSlides/notesSlide13.xml" Id="R6f29313ba45a4f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d63da7cba4d30" /><Relationship Type="http://schemas.openxmlformats.org/officeDocument/2006/relationships/notesSlide" Target="/ppt/notesSlides/notesSlide14.xml" Id="R6866c1db07774c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6b77b748645b2" /><Relationship Type="http://schemas.openxmlformats.org/officeDocument/2006/relationships/notesSlide" Target="/ppt/notesSlides/notesSlide15.xml" Id="Rd817ea89e8f840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7d4057b09457e" /><Relationship Type="http://schemas.openxmlformats.org/officeDocument/2006/relationships/notesSlide" Target="/ppt/notesSlides/notesSlide16.xml" Id="R7a45e32c7a654e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101caae244af3" /><Relationship Type="http://schemas.openxmlformats.org/officeDocument/2006/relationships/notesSlide" Target="/ppt/notesSlides/notesSlide17.xml" Id="R1a4da92bf7d946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b80da52c64d65" /><Relationship Type="http://schemas.openxmlformats.org/officeDocument/2006/relationships/notesSlide" Target="/ppt/notesSlides/notesSlide18.xml" Id="R6c6bbb1150f4447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efcdc08bc432b" /><Relationship Type="http://schemas.openxmlformats.org/officeDocument/2006/relationships/notesSlide" Target="/ppt/notesSlides/notesSlide19.xml" Id="Rbd1c6ccc4dfb4d1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03693beac4cb8" /><Relationship Type="http://schemas.openxmlformats.org/officeDocument/2006/relationships/notesSlide" Target="/ppt/notesSlides/notesSlide20.xml" Id="R05476abde94146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b9355a28b4eab" /><Relationship Type="http://schemas.openxmlformats.org/officeDocument/2006/relationships/notesSlide" Target="/ppt/notesSlides/notesSlide21.xml" Id="R481c848966ea48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6EAC6-0064-4C29-8559-7EAC2C0E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3CBF2-4DFB-4695-A812-AD86D665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DAC67-E560-4E2B-9233-73072775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Diverse British history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41FCB-4CE9-46D6-9871-D88FE8D8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CA67A-37FF-484C-B600-B9CDD903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Investigate diverse British history linked to Black History Month.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8EC85-2361-4D54-A65E-D0671760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How has migration shaped identity in Britain?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sequence events, use a source, explain a reason for migration and describe a contribution or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C8D1E-BC59-401C-B417-390EF193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21</a:t>
            </a:r>
          </a:p>
        </p:txBody>
      </p:sp>
    </p:spTree>
    <p:extLst>
      <p:ext uri="{BB962C8B-B14F-4D97-AF65-F5344CB8AC3E}">
        <p14:creationId xmlns:p14="http://schemas.microsoft.com/office/powerpoint/2010/main" val="2050951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B5BEA-EAEF-4478-8B7A-229C8A97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18AB5-7BB4-49D6-9ACF-D82CF2D1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5ABC4-9871-4D54-B9E6-C6ED71DF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761F6-65C2-48D3-AE60-E433B0DE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FFD87-CB05-431C-A95D-D18B508B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CC1B4-414D-4462-A821-C1DBCC85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Match “source” to its meaning.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two word cards shown: source and contribution. Match the meaning to the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contribution is supported for John Blanke?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“contribution” in word help. What does it mean?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Why must a caption distinguish a record from later archive context?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94B51-76AB-441A-9E28-21649AEF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21</a:t>
            </a:r>
          </a:p>
        </p:txBody>
      </p:sp>
    </p:spTree>
    <p:extLst>
      <p:ext uri="{BB962C8B-B14F-4D97-AF65-F5344CB8AC3E}">
        <p14:creationId xmlns:p14="http://schemas.microsoft.com/office/powerpoint/2010/main" val="1923227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C9F0B-120C-4F1D-B6B4-38D3AD04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C4476-27AA-49E3-8B7D-830DE177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A6A41-5403-45B1-81A8-93F83232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E158B-818B-4B6E-BC98-074782EE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68384-2202-4E00-B204-A048E898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76930-C4DA-483D-9EA5-DC9E044E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does source mean?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bank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contribution is supported for John Blanke?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contribution using an example.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Why must a caption distinguish a record from later archive context?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4FF5D-7FA3-41EB-A38E-DF3C3730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21</a:t>
            </a:r>
          </a:p>
        </p:txBody>
      </p:sp>
    </p:spTree>
    <p:extLst>
      <p:ext uri="{BB962C8B-B14F-4D97-AF65-F5344CB8AC3E}">
        <p14:creationId xmlns:p14="http://schemas.microsoft.com/office/powerpoint/2010/main" val="703108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703D9-DF76-41B9-A956-F3E45ED8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B3F7E-B874-4643-8A30-0C05CBA8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DFF09-543F-4F44-9F86-431F9B79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5158A-7E4B-4882-8E3F-762313D3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008AE-72FB-4352-86EA-AD067A01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0D4A5-37CE-42CA-AB70-558DB5BE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Use source accurately in a sentence.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Keep the source context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contribution is supported for John Blanke? Give supporting evidence.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contribution help answer today’s enquiry?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Why must a caption distinguish a record from later archive context? Explain a limit or further check.</a:t>
            </a:r>
          </a:p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78765-5860-41FA-A4FF-7992EDD9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21</a:t>
            </a:r>
          </a:p>
        </p:txBody>
      </p:sp>
    </p:spTree>
    <p:extLst>
      <p:ext uri="{BB962C8B-B14F-4D97-AF65-F5344CB8AC3E}">
        <p14:creationId xmlns:p14="http://schemas.microsoft.com/office/powerpoint/2010/main" val="644760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6F3AA-FC56-48DD-A689-36B550F7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7EAFC-A387-46B0-8D05-319F1BFE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773F4-885D-44E6-9E1E-0ABD41D0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B4E42-68E5-465A-87D7-8A67FCD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01C8B-45EA-4C58-992D-57C8F8B4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What contribution is supported for John Blanke?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77F41-9B65-45CD-B6A5-C96B798D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Something we use to find 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contribution: Something a person adds or does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respect: Treat people with dignity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evidence: Information supporting an answer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F4325-72FD-4F44-8754-EF37D32D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5 / 21</a:t>
            </a:r>
          </a:p>
        </p:txBody>
      </p:sp>
    </p:spTree>
    <p:extLst>
      <p:ext uri="{BB962C8B-B14F-4D97-AF65-F5344CB8AC3E}">
        <p14:creationId xmlns:p14="http://schemas.microsoft.com/office/powerpoint/2010/main" val="134948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F6AC0-8C05-43C8-A05E-C0B0C3C3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3B944-0682-4C47-9A33-876CA039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CF449-BF9A-4086-BB5B-9126D3C4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F079F-5FC1-4AFC-A88C-D98B574E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C8C72-ED76-4673-AE20-6491A636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John Blanke in 1507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5DFFE-E61E-41D7-A86E-41D1A2E4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 royal payment record identifies John Blanke as a trumpeter paid at the English court in 1507.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National Archives, E 36/214 f109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payment records employment; it does not tell us all his experiences.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29428-7EF5-4484-8F8D-91CC553A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6 / 21</a:t>
            </a:r>
          </a:p>
        </p:txBody>
      </p:sp>
    </p:spTree>
    <p:extLst>
      <p:ext uri="{BB962C8B-B14F-4D97-AF65-F5344CB8AC3E}">
        <p14:creationId xmlns:p14="http://schemas.microsoft.com/office/powerpoint/2010/main" val="1347086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8DAD0-01EB-41A9-A8CC-6B637158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47422-1942-4D2D-BA4F-AAA13B8F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27E6B-ADA3-4B93-AA0D-3C0BA379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0AD82-7733-416D-B1C8-F0006135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B391A-7423-4B1F-B652-9A32A3F0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Sarah Parker Remond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DFC2C-73C4-4AEC-8026-DC94138D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An American anti-slavery campaigner, Remond spoke in Britain. The archive presents her citizenship application alongside this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National Archives, HO 1/123/4809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The application and the archive’s later explanatory text are different 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C6F22-01F3-44D7-BAA6-53DA6CD4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21</a:t>
            </a:r>
          </a:p>
        </p:txBody>
      </p:sp>
    </p:spTree>
    <p:extLst>
      <p:ext uri="{BB962C8B-B14F-4D97-AF65-F5344CB8AC3E}">
        <p14:creationId xmlns:p14="http://schemas.microsoft.com/office/powerpoint/2010/main" val="1925808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DEC96-0461-4819-A88D-F53E2185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EFBB4-A2DF-4A89-8520-AC895FA9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8B4DD-2D77-40E8-9F1F-66C03891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63F2A-BC19-4C6F-9A34-257C3505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C960D-7FE2-46AD-B99F-E768AF9B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Contribution and respect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6714A-CF66-46FF-9D9E-17186D35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An evidence-based display can recognise a musician’s skilled work and a campaigner’s challenge to slavery without assuming people with similar backgrounds lived identical lives.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9EEC8-112A-4C0A-B66B-8876DAA3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21</a:t>
            </a:r>
          </a:p>
        </p:txBody>
      </p:sp>
    </p:spTree>
    <p:extLst>
      <p:ext uri="{BB962C8B-B14F-4D97-AF65-F5344CB8AC3E}">
        <p14:creationId xmlns:p14="http://schemas.microsoft.com/office/powerpoint/2010/main" val="51894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AE966-B1AD-4C1D-BC95-734EEE50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DD53A-73D0-4B22-B120-262E0DF7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F19AA-89BA-427C-8A6B-997693F8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5BA84-7F70-474E-8590-5BF0AD8D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CB11A-C8A4-4E7F-9770-01A706D6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F87E6-DBE2-4322-BD90-31ABC304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What contribution is supported for John Blanke?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8F259-4790-4716-B200-33B6A4E6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21</a:t>
            </a:r>
          </a:p>
        </p:txBody>
      </p:sp>
    </p:spTree>
    <p:extLst>
      <p:ext uri="{BB962C8B-B14F-4D97-AF65-F5344CB8AC3E}">
        <p14:creationId xmlns:p14="http://schemas.microsoft.com/office/powerpoint/2010/main" val="11503581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2EB0E-89BF-41CB-BC5B-69DE328F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8A02F-619D-4CC2-B46D-B858FB5F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A7F53-A86A-435C-BE22-081D1FA7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5F499-968C-4885-9102-4A2BA18D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CCD5A-2ED2-45BD-B8E3-054FEF33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F1B9B-D5A1-452F-80BC-8ABFC03A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J — A royal payment record identifies John Blanke as a trumpeter paid at the English court in 1507.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7B99E-547A-41DD-99B4-7D98BFE9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21</a:t>
            </a:r>
          </a:p>
        </p:txBody>
      </p:sp>
    </p:spTree>
    <p:extLst>
      <p:ext uri="{BB962C8B-B14F-4D97-AF65-F5344CB8AC3E}">
        <p14:creationId xmlns:p14="http://schemas.microsoft.com/office/powerpoint/2010/main" val="21019185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E5AE2-19C0-411C-99F2-EEE2CBFA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00399-17DF-41AF-986A-CB16873F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80250-82C1-4B28-8C53-C7BA658C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3D9F4-204F-4088-82FA-1A39F72A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FA3FC-D6B3-4C84-AC49-B562D066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FD734-DC9A-4C26-9BB4-8EEDCBB9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Paid work as a court trumpeter.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BD4F3-AD45-4C20-ACA2-5EC39DA6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21</a:t>
            </a:r>
          </a:p>
        </p:txBody>
      </p:sp>
    </p:spTree>
    <p:extLst>
      <p:ext uri="{BB962C8B-B14F-4D97-AF65-F5344CB8AC3E}">
        <p14:creationId xmlns:p14="http://schemas.microsoft.com/office/powerpoint/2010/main" val="16836510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FB46E-8EE4-41AD-9514-6240A624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549F7-9189-4439-9F07-654A4BB2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17D19-D999-4D99-8003-B7525399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63F0E-1D18-42D6-AA6E-F8FB7EA7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498B3-6CCC-47DC-A990-3C8B0235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E4A8C-2687-4AF1-AD89-A809A27C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They were made at different times for different purposes.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5AFCD-2796-4386-9EED-3D397D1D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21</a:t>
            </a:r>
          </a:p>
        </p:txBody>
      </p:sp>
    </p:spTree>
    <p:extLst>
      <p:ext uri="{BB962C8B-B14F-4D97-AF65-F5344CB8AC3E}">
        <p14:creationId xmlns:p14="http://schemas.microsoft.com/office/powerpoint/2010/main" val="4779783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FA234-394D-4029-9E30-34D29C7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4EB77-2853-4C12-AFC2-EC58131B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22107-692F-42E0-BDE4-DFA86BC6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1A771-A612-4645-936B-B606549E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5E9DC-16CC-491D-B446-3271D506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evidence for a shared display about John Blanke and Sarah Remond. Write a source-supported caption for each.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5455B-D265-4E60-AE5F-A5437A66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record shows ___. This contribution mattered because 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14AC7-F49F-40B3-8468-734D704B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13 / 21</a:t>
            </a:r>
          </a:p>
        </p:txBody>
      </p:sp>
    </p:spTree>
    <p:extLst>
      <p:ext uri="{BB962C8B-B14F-4D97-AF65-F5344CB8AC3E}">
        <p14:creationId xmlns:p14="http://schemas.microsoft.com/office/powerpoint/2010/main" val="19123991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35488-D26A-4365-9E57-C18B3385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7487C-29DD-4004-B5EE-925DA021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191BD-08F0-4CAA-B10E-D9D00214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CB069-35D0-4A43-A91F-B7C0901B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D7E4C-EAB5-4AF0-87F3-9669063E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F3119-3B2E-4B8F-A614-96D5EE00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Choose two sources and read one fact from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Write a caption that stays within what each source establishes.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Explain what the selection highlights and what it leaves out.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49858-6FC3-4594-A6D6-43161428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14 / 21</a:t>
            </a:r>
          </a:p>
        </p:txBody>
      </p:sp>
    </p:spTree>
    <p:extLst>
      <p:ext uri="{BB962C8B-B14F-4D97-AF65-F5344CB8AC3E}">
        <p14:creationId xmlns:p14="http://schemas.microsoft.com/office/powerpoint/2010/main" val="3752877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F4204-17D8-47B3-B43D-A125FE13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9703F-70C3-4EA2-BA4E-9C6138C5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3B8E4-E78E-444C-96F5-9E924F65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C4818-BE02-47BA-A854-2C9166B8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64C33-EA5E-41EF-859D-4025210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Investigate diverse British history linked to Black History Month.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7FBCC-1899-477E-AFBB-F71630D3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two linked exhibition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Explain one contribution using an actual source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Answer two exit questions about evidence and diversity.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The record shows ___. This contribution mattered because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0342B-BC9D-47F5-A49B-A1000C03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15 / 21</a:t>
            </a:r>
          </a:p>
        </p:txBody>
      </p:sp>
    </p:spTree>
    <p:extLst>
      <p:ext uri="{BB962C8B-B14F-4D97-AF65-F5344CB8AC3E}">
        <p14:creationId xmlns:p14="http://schemas.microsoft.com/office/powerpoint/2010/main" val="15197809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5CE99-EF92-4340-877F-A62F5C27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A5A31-8AA0-4799-8DC3-EE6433C0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3C916-0699-49CF-BFE8-D8CE03B1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F5D82-CE99-4A32-B1AA-76A4104A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46330-4AF6-4EDA-8C41-23BD2807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Investigate diverse British history linked to Black History Month.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53F9B-7FF7-4706-B198-B707FB49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two linked exhibition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Explain one contribution using an actual source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Answer two exit questions about evidence and diversity.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record shows ___. This contribution mattered because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E477E-C8A3-47D9-ACF3-0841CFF3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16 / 21</a:t>
            </a:r>
          </a:p>
        </p:txBody>
      </p:sp>
    </p:spTree>
    <p:extLst>
      <p:ext uri="{BB962C8B-B14F-4D97-AF65-F5344CB8AC3E}">
        <p14:creationId xmlns:p14="http://schemas.microsoft.com/office/powerpoint/2010/main" val="5724192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6E44D-0A77-4EA9-9E34-FA18D22A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7ABBB-6A9C-4DD2-B9CD-1846B12E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C6A39-4767-4EC9-AD13-263B48C0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E7CD6-32E5-4541-A3CE-BBFA333C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AE7B6-2DA9-4EC5-9ABD-18C85F6E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Investigate diverse British history linked to Black History Month.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3BC5E-A636-496F-ADF0-BDC91EF1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two linked exhibition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Explain one contribution using an actual source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Answer two exit questions about evidence and diversity.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 how the two source types allow different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7A4E7-819F-4909-800B-CEF7830B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21</a:t>
            </a:r>
          </a:p>
        </p:txBody>
      </p:sp>
    </p:spTree>
    <p:extLst>
      <p:ext uri="{BB962C8B-B14F-4D97-AF65-F5344CB8AC3E}">
        <p14:creationId xmlns:p14="http://schemas.microsoft.com/office/powerpoint/2010/main" val="4334468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4FEDE-DA02-4917-8D88-2F55A188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EEF43-CA15-406B-AD6C-B47CBFD8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768BE-34D6-418E-B814-57815955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252F2-6573-4220-B993-396866D2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E6E0E-E607-43BE-ABE3-AF65CA35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book task, questioning and two exit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07E9F-3ED7-49A9-9482-0094822C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They were made at different times for different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EC232-8991-4454-8988-015ECF8B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18 / 21</a:t>
            </a:r>
          </a:p>
        </p:txBody>
      </p:sp>
    </p:spTree>
    <p:extLst>
      <p:ext uri="{BB962C8B-B14F-4D97-AF65-F5344CB8AC3E}">
        <p14:creationId xmlns:p14="http://schemas.microsoft.com/office/powerpoint/2010/main" val="7133020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4106C-10FF-4965-AB7E-63099716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1879C-D648-4A26-A6A4-8AE8AEAC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F7795-442A-4990-A032-47E3FCB4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7372F-4B45-4DBB-A6DA-AF7C4039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A44FE-BF4F-4274-838C-BB98A887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9FD98-AEB2-48C5-93AC-ED661AFC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contribution is supported for John Blanke?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The record shows ___. This contribution mattered because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must a caption distinguish a record from later archive context?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A0CC5-8B55-4404-A053-0DACC209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19 / 21</a:t>
            </a:r>
          </a:p>
        </p:txBody>
      </p:sp>
    </p:spTree>
    <p:extLst>
      <p:ext uri="{BB962C8B-B14F-4D97-AF65-F5344CB8AC3E}">
        <p14:creationId xmlns:p14="http://schemas.microsoft.com/office/powerpoint/2010/main" val="6288566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B25E6-6901-4716-9798-19E1D6BE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7F3EA-0E8D-4747-9B42-F3092645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D3870-5F75-47CC-8269-4E3F0CEF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CFD92-3892-4369-89B4-C892F4CC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75625-4B86-4326-AC9A-0D4EEA78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DB9DD-B339-4CD4-B115-219E2765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contribution is supported for John Blanke?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must a caption distinguish a record from later archive context?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5EFFC-EEA1-45FE-B26F-0C1944F8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20 / 21</a:t>
            </a:r>
          </a:p>
        </p:txBody>
      </p:sp>
    </p:spTree>
    <p:extLst>
      <p:ext uri="{BB962C8B-B14F-4D97-AF65-F5344CB8AC3E}">
        <p14:creationId xmlns:p14="http://schemas.microsoft.com/office/powerpoint/2010/main" val="13540238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EF157-A36D-4AF8-A12A-085E5A2D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8749B-0189-4B3C-9194-D1324369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7F703-2D66-47AB-A800-2F3051EE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0680B-C86C-4215-B4EA-6CAC842F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54EF8-656D-41DC-9E7F-F7548D65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2BEA6-CF14-4380-87DA-986956C6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contribution is supported for John Blanke?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must a caption distinguish a record from later archive context?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99D8A-7DF1-4A9D-9755-FB0FEB08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21</a:t>
            </a:r>
          </a:p>
        </p:txBody>
      </p:sp>
    </p:spTree>
    <p:extLst>
      <p:ext uri="{BB962C8B-B14F-4D97-AF65-F5344CB8AC3E}">
        <p14:creationId xmlns:p14="http://schemas.microsoft.com/office/powerpoint/2010/main" val="1106652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2026-09-19T15:11:11.0550000Z</dcterms:created>
  <dcterms:modified xsi:type="dcterms:W3CDTF">2026-09-19T15:11:11.0550000Z</dcterms:modified>
</coreProperties>
</file>