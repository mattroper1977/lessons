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4772028ac143b3" /><Relationship Type="http://schemas.openxmlformats.org/officeDocument/2006/relationships/extended-properties" Target="/docProps/app.xml" Id="Rac472af35cfe40c7" /><Relationship Type="http://schemas.openxmlformats.org/officeDocument/2006/relationships/officeDocument" Target="/ppt/presentation.xml" Id="R4c278d83e96f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f1d6d928ad4cf2"/>
  </p:sldMasterIdLst>
  <p:notesMasterIdLst>
    <p:notesMasterId xmlns:r="http://schemas.openxmlformats.org/officeDocument/2006/relationships" r:id="Ra32544aaa41a4c22"/>
  </p:notesMasterIdLst>
  <p:sldIdLst>
    <p:sldId xmlns:r="http://schemas.openxmlformats.org/officeDocument/2006/relationships" id="256" r:id="R0f27a835b9b5444c"/>
    <p:sldId xmlns:r="http://schemas.openxmlformats.org/officeDocument/2006/relationships" id="257" r:id="Ra4234e41775c4317"/>
    <p:sldId xmlns:r="http://schemas.openxmlformats.org/officeDocument/2006/relationships" id="258" r:id="R851b11d251ba4386"/>
    <p:sldId xmlns:r="http://schemas.openxmlformats.org/officeDocument/2006/relationships" id="259" r:id="Rb93bcc63621843e8"/>
    <p:sldId xmlns:r="http://schemas.openxmlformats.org/officeDocument/2006/relationships" id="260" r:id="R703b2f134fa54331"/>
    <p:sldId xmlns:r="http://schemas.openxmlformats.org/officeDocument/2006/relationships" id="261" r:id="Rd0361c890d4e4caa"/>
    <p:sldId xmlns:r="http://schemas.openxmlformats.org/officeDocument/2006/relationships" id="262" r:id="Rf2ea8a19304d486b"/>
    <p:sldId xmlns:r="http://schemas.openxmlformats.org/officeDocument/2006/relationships" id="263" r:id="R3dd815ec25fb482e"/>
    <p:sldId xmlns:r="http://schemas.openxmlformats.org/officeDocument/2006/relationships" id="264" r:id="Rd9d1bf6ba5154ecb"/>
    <p:sldId xmlns:r="http://schemas.openxmlformats.org/officeDocument/2006/relationships" id="265" r:id="Ra8aaed6dca95427a"/>
    <p:sldId xmlns:r="http://schemas.openxmlformats.org/officeDocument/2006/relationships" id="266" r:id="R41fd42dbde1e44a1"/>
    <p:sldId xmlns:r="http://schemas.openxmlformats.org/officeDocument/2006/relationships" id="267" r:id="Rfa8740e2253b4947"/>
    <p:sldId xmlns:r="http://schemas.openxmlformats.org/officeDocument/2006/relationships" id="268" r:id="R2f4b5d3c53db4872"/>
    <p:sldId xmlns:r="http://schemas.openxmlformats.org/officeDocument/2006/relationships" id="269" r:id="Ra3c34a341f2d4f06"/>
    <p:sldId xmlns:r="http://schemas.openxmlformats.org/officeDocument/2006/relationships" id="270" r:id="Rc086c2f5300444f6"/>
    <p:sldId xmlns:r="http://schemas.openxmlformats.org/officeDocument/2006/relationships" id="271" r:id="R82be5ddfa0d3485c"/>
    <p:sldId xmlns:r="http://schemas.openxmlformats.org/officeDocument/2006/relationships" id="272" r:id="R6fd4c805c87a455b"/>
    <p:sldId xmlns:r="http://schemas.openxmlformats.org/officeDocument/2006/relationships" id="273" r:id="R0f4b0e3c03c249ec"/>
    <p:sldId xmlns:r="http://schemas.openxmlformats.org/officeDocument/2006/relationships" id="274" r:id="R67df6964c03c43d7"/>
    <p:sldId xmlns:r="http://schemas.openxmlformats.org/officeDocument/2006/relationships" id="275" r:id="R1fb001f4ff0845d7"/>
    <p:sldId xmlns:r="http://schemas.openxmlformats.org/officeDocument/2006/relationships" id="276" r:id="R505b5351a7314f71"/>
    <p:sldId xmlns:r="http://schemas.openxmlformats.org/officeDocument/2006/relationships" id="277" r:id="R73ba92de1e484f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81322559d4a7c" /><Relationship Type="http://schemas.openxmlformats.org/officeDocument/2006/relationships/slideMaster" Target="/ppt/slideMasters/slideMaster1.xml" Id="Rfdf1d6d928ad4cf2" /><Relationship Type="http://schemas.openxmlformats.org/officeDocument/2006/relationships/notesMaster" Target="/ppt/notesMasters/notesMaster1.xml" Id="Ra32544aaa41a4c22" /><Relationship Type="http://schemas.openxmlformats.org/officeDocument/2006/relationships/presProps" Target="/ppt/presProps.xml" Id="R0f882c20e5ad46f7" /><Relationship Type="http://schemas.openxmlformats.org/officeDocument/2006/relationships/tableStyles" Target="/ppt/tableStyles.xml" Id="R3f649a9ade56469d" /><Relationship Type="http://schemas.openxmlformats.org/officeDocument/2006/relationships/slide" Target="/ppt/slides/slide1.xml" Id="R0f27a835b9b5444c" /><Relationship Type="http://schemas.openxmlformats.org/officeDocument/2006/relationships/slide" Target="/ppt/slides/slide2.xml" Id="Ra4234e41775c4317" /><Relationship Type="http://schemas.openxmlformats.org/officeDocument/2006/relationships/slide" Target="/ppt/slides/slide3.xml" Id="R851b11d251ba4386" /><Relationship Type="http://schemas.openxmlformats.org/officeDocument/2006/relationships/slide" Target="/ppt/slides/slide4.xml" Id="Rb93bcc63621843e8" /><Relationship Type="http://schemas.openxmlformats.org/officeDocument/2006/relationships/slide" Target="/ppt/slides/slide5.xml" Id="R703b2f134fa54331" /><Relationship Type="http://schemas.openxmlformats.org/officeDocument/2006/relationships/slide" Target="/ppt/slides/slide6.xml" Id="Rd0361c890d4e4caa" /><Relationship Type="http://schemas.openxmlformats.org/officeDocument/2006/relationships/slide" Target="/ppt/slides/slide7.xml" Id="Rf2ea8a19304d486b" /><Relationship Type="http://schemas.openxmlformats.org/officeDocument/2006/relationships/slide" Target="/ppt/slides/slide8.xml" Id="R3dd815ec25fb482e" /><Relationship Type="http://schemas.openxmlformats.org/officeDocument/2006/relationships/slide" Target="/ppt/slides/slide9.xml" Id="Rd9d1bf6ba5154ecb" /><Relationship Type="http://schemas.openxmlformats.org/officeDocument/2006/relationships/slide" Target="/ppt/slides/slide10.xml" Id="Ra8aaed6dca95427a" /><Relationship Type="http://schemas.openxmlformats.org/officeDocument/2006/relationships/slide" Target="/ppt/slides/slide11.xml" Id="R41fd42dbde1e44a1" /><Relationship Type="http://schemas.openxmlformats.org/officeDocument/2006/relationships/slide" Target="/ppt/slides/slide12.xml" Id="Rfa8740e2253b4947" /><Relationship Type="http://schemas.openxmlformats.org/officeDocument/2006/relationships/slide" Target="/ppt/slides/slide13.xml" Id="R2f4b5d3c53db4872" /><Relationship Type="http://schemas.openxmlformats.org/officeDocument/2006/relationships/slide" Target="/ppt/slides/slide14.xml" Id="Ra3c34a341f2d4f06" /><Relationship Type="http://schemas.openxmlformats.org/officeDocument/2006/relationships/slide" Target="/ppt/slides/slide15.xml" Id="Rc086c2f5300444f6" /><Relationship Type="http://schemas.openxmlformats.org/officeDocument/2006/relationships/slide" Target="/ppt/slides/slide16.xml" Id="R82be5ddfa0d3485c" /><Relationship Type="http://schemas.openxmlformats.org/officeDocument/2006/relationships/slide" Target="/ppt/slides/slide17.xml" Id="R6fd4c805c87a455b" /><Relationship Type="http://schemas.openxmlformats.org/officeDocument/2006/relationships/slide" Target="/ppt/slides/slide18.xml" Id="R0f4b0e3c03c249ec" /><Relationship Type="http://schemas.openxmlformats.org/officeDocument/2006/relationships/slide" Target="/ppt/slides/slide19.xml" Id="R67df6964c03c43d7" /><Relationship Type="http://schemas.openxmlformats.org/officeDocument/2006/relationships/slide" Target="/ppt/slides/slide20.xml" Id="R1fb001f4ff0845d7" /><Relationship Type="http://schemas.openxmlformats.org/officeDocument/2006/relationships/slide" Target="/ppt/slides/slide21.xml" Id="R505b5351a7314f71" /><Relationship Type="http://schemas.openxmlformats.org/officeDocument/2006/relationships/slide" Target="/ppt/slides/slide22.xml" Id="R73ba92de1e484f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61337e8c1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a37e958e141f9" /><Relationship Type="http://schemas.openxmlformats.org/officeDocument/2006/relationships/notesMaster" Target="/ppt/notesMasters/notesMaster1.xml" Id="R0fc9a13c5f28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2c39707424291" /><Relationship Type="http://schemas.openxmlformats.org/officeDocument/2006/relationships/notesMaster" Target="/ppt/notesMasters/notesMaster1.xml" Id="Ra23dce3b128140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fe38f834b43aa" /><Relationship Type="http://schemas.openxmlformats.org/officeDocument/2006/relationships/notesMaster" Target="/ppt/notesMasters/notesMaster1.xml" Id="R61647b692a6d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5b9a13caea4e75" /><Relationship Type="http://schemas.openxmlformats.org/officeDocument/2006/relationships/notesMaster" Target="/ppt/notesMasters/notesMaster1.xml" Id="R3d6ea5f470ff43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7d83e2e2e4446c" /><Relationship Type="http://schemas.openxmlformats.org/officeDocument/2006/relationships/notesMaster" Target="/ppt/notesMasters/notesMaster1.xml" Id="Rcd6f3ed1e82e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33019d6cf4103" /><Relationship Type="http://schemas.openxmlformats.org/officeDocument/2006/relationships/notesMaster" Target="/ppt/notesMasters/notesMaster1.xml" Id="Rcd400794c74c4e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778eab7fce4a2c" /><Relationship Type="http://schemas.openxmlformats.org/officeDocument/2006/relationships/notesMaster" Target="/ppt/notesMasters/notesMaster1.xml" Id="R4d13a6e602eb4c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e4c353a42b4b54" /><Relationship Type="http://schemas.openxmlformats.org/officeDocument/2006/relationships/notesMaster" Target="/ppt/notesMasters/notesMaster1.xml" Id="R7f214afa58624f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63cea8dce14588" /><Relationship Type="http://schemas.openxmlformats.org/officeDocument/2006/relationships/notesMaster" Target="/ppt/notesMasters/notesMaster1.xml" Id="Rc88a7461ceb1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649303886747b6" /><Relationship Type="http://schemas.openxmlformats.org/officeDocument/2006/relationships/notesMaster" Target="/ppt/notesMasters/notesMaster1.xml" Id="R6e32764101b249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4419852c384e18" /><Relationship Type="http://schemas.openxmlformats.org/officeDocument/2006/relationships/notesMaster" Target="/ppt/notesMasters/notesMaster1.xml" Id="R880d93ed7cc34e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159cb4cc384e52" /><Relationship Type="http://schemas.openxmlformats.org/officeDocument/2006/relationships/notesMaster" Target="/ppt/notesMasters/notesMaster1.xml" Id="R21693df1fddd4d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501b2b89e34b9e" /><Relationship Type="http://schemas.openxmlformats.org/officeDocument/2006/relationships/notesMaster" Target="/ppt/notesMasters/notesMaster1.xml" Id="Ref953674cab046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08a8c85581429c" /><Relationship Type="http://schemas.openxmlformats.org/officeDocument/2006/relationships/notesMaster" Target="/ppt/notesMasters/notesMaster1.xml" Id="Rea47abec983c43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5bd1b39e1d4811" /><Relationship Type="http://schemas.openxmlformats.org/officeDocument/2006/relationships/notesMaster" Target="/ppt/notesMasters/notesMaster1.xml" Id="R16b75bba924047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40179b2c524505" /><Relationship Type="http://schemas.openxmlformats.org/officeDocument/2006/relationships/notesMaster" Target="/ppt/notesMasters/notesMaster1.xml" Id="R43e6f889d47f4c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eec28c89824b72" /><Relationship Type="http://schemas.openxmlformats.org/officeDocument/2006/relationships/notesMaster" Target="/ppt/notesMasters/notesMaster1.xml" Id="Ra1c935d844d94b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ead36999c241e6" /><Relationship Type="http://schemas.openxmlformats.org/officeDocument/2006/relationships/notesMaster" Target="/ppt/notesMasters/notesMaster1.xml" Id="Rcb231eb8060045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199739204e4895" /><Relationship Type="http://schemas.openxmlformats.org/officeDocument/2006/relationships/notesMaster" Target="/ppt/notesMasters/notesMaster1.xml" Id="R9881d9ca3da74bc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b4b4ecbec24594" /><Relationship Type="http://schemas.openxmlformats.org/officeDocument/2006/relationships/notesMaster" Target="/ppt/notesMasters/notesMaster1.xml" Id="R02aebb15a7aa44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05bf4ca1954db0" /><Relationship Type="http://schemas.openxmlformats.org/officeDocument/2006/relationships/notesMaster" Target="/ppt/notesMasters/notesMaster1.xml" Id="R0267104523de46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0a434b927c438f" /><Relationship Type="http://schemas.openxmlformats.org/officeDocument/2006/relationships/notesMaster" Target="/ppt/notesMasters/notesMaster1.xml" Id="R031ca10218c5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Employment.</a:t>
            </a:r>
          </a:p>
          <a:p xmlns:a="http://schemas.openxmlformats.org/drawingml/2006/main">
            <a:r>
              <a:t>A reason something happened</a:t>
            </a:r>
          </a:p>
          <a:p xmlns:a="http://schemas.openxmlformats.org/drawingml/2006/main">
            <a:r>
              <a:t>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Employment.</a:t>
            </a:r>
          </a:p>
          <a:p xmlns:a="http://schemas.openxmlformats.org/drawingml/2006/main">
            <a:r>
              <a:t>A reason something happened Accept a relevant example.</a:t>
            </a:r>
          </a:p>
          <a:p xmlns:a="http://schemas.openxmlformats.org/drawingml/2006/main">
            <a:r>
              <a:t>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 Accept an accurate contextual sentence.</a:t>
            </a:r>
          </a:p>
          <a:p xmlns:a="http://schemas.openxmlformats.org/drawingml/2006/main">
            <a:r>
              <a:t>Employment.</a:t>
            </a:r>
          </a:p>
          <a:p xmlns:a="http://schemas.openxmlformats.org/drawingml/2006/main">
            <a:r>
              <a:t>A reason something happened Accept a supported connection.</a:t>
            </a:r>
          </a:p>
          <a:p xmlns:a="http://schemas.openxmlformats.org/drawingml/2006/main">
            <a:r>
              <a:t>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 men hoped for work — Supported — The message records employment hopes.</a:t>
            </a:r>
          </a:p>
          <a:p xmlns:a="http://schemas.openxmlformats.org/drawingml/2006/main">
            <a:r>
              <a:t>All were guaranteed jobs — Not established — Hope is not a guarantee.</a:t>
            </a:r>
          </a:p>
          <a:p xmlns:a="http://schemas.openxmlformats.org/drawingml/2006/main">
            <a:r>
              <a:t>It is an official message — Supported — The maker and recipient identify its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Employment. 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GROW_A1_W02, page 15. F: source annotation and evidence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36c3d62b3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0dc136bb1647ce" /><Relationship Type="http://schemas.openxmlformats.org/officeDocument/2006/relationships/slideLayout" Target="/ppt/slideLayouts/slideLayout1.xml" Id="R8dbb50b8428749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b50b8428749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4728c972045ee" /><Relationship Type="http://schemas.openxmlformats.org/officeDocument/2006/relationships/notesSlide" Target="/ppt/notesSlides/notesSlide1.xml" Id="Rd1c52aeeaaa8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a34df02a74a5d" /><Relationship Type="http://schemas.openxmlformats.org/officeDocument/2006/relationships/notesSlide" Target="/ppt/notesSlides/notesSlide2.xml" Id="Raae4110318fc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1032ef6b7445b" /><Relationship Type="http://schemas.openxmlformats.org/officeDocument/2006/relationships/notesSlide" Target="/ppt/notesSlides/notesSlide3.xml" Id="R3de5560c2d6a42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56a40c7c848fc" /><Relationship Type="http://schemas.openxmlformats.org/officeDocument/2006/relationships/notesSlide" Target="/ppt/notesSlides/notesSlide4.xml" Id="Rf1ab2834898a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e1001e9a54fe3" /><Relationship Type="http://schemas.openxmlformats.org/officeDocument/2006/relationships/notesSlide" Target="/ppt/notesSlides/notesSlide5.xml" Id="R19434b6de047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2a30b016b470e" /><Relationship Type="http://schemas.openxmlformats.org/officeDocument/2006/relationships/notesSlide" Target="/ppt/notesSlides/notesSlide6.xml" Id="R98805beaceed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4895f3f0e4853" /><Relationship Type="http://schemas.openxmlformats.org/officeDocument/2006/relationships/notesSlide" Target="/ppt/notesSlides/notesSlide7.xml" Id="Rcb0479bb70d54a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9585587294bfb" /><Relationship Type="http://schemas.openxmlformats.org/officeDocument/2006/relationships/notesSlide" Target="/ppt/notesSlides/notesSlide8.xml" Id="R6a4760ebffc44c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65debaee04a0d" /><Relationship Type="http://schemas.openxmlformats.org/officeDocument/2006/relationships/notesSlide" Target="/ppt/notesSlides/notesSlide9.xml" Id="R4e6f277a66af40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d683eb9c0463c" /><Relationship Type="http://schemas.openxmlformats.org/officeDocument/2006/relationships/notesSlide" Target="/ppt/notesSlides/notesSlide10.xml" Id="R1901cf51c85345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196abeb4749aa" /><Relationship Type="http://schemas.openxmlformats.org/officeDocument/2006/relationships/notesSlide" Target="/ppt/notesSlides/notesSlide11.xml" Id="R3704c6f2d85c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ab15dda5c4d8f" /><Relationship Type="http://schemas.openxmlformats.org/officeDocument/2006/relationships/notesSlide" Target="/ppt/notesSlides/notesSlide12.xml" Id="R8947713f5f2943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b63d10f94820" /><Relationship Type="http://schemas.openxmlformats.org/officeDocument/2006/relationships/notesSlide" Target="/ppt/notesSlides/notesSlide13.xml" Id="R8a0a7b73bc8146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c6a511c32487b" /><Relationship Type="http://schemas.openxmlformats.org/officeDocument/2006/relationships/notesSlide" Target="/ppt/notesSlides/notesSlide14.xml" Id="R83d41d8bd5974a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dd8bd1898475b" /><Relationship Type="http://schemas.openxmlformats.org/officeDocument/2006/relationships/notesSlide" Target="/ppt/notesSlides/notesSlide15.xml" Id="Re07bfa925c344b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d410f1e64a32" /><Relationship Type="http://schemas.openxmlformats.org/officeDocument/2006/relationships/notesSlide" Target="/ppt/notesSlides/notesSlide16.xml" Id="R6a9829f607574a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d69d84cc545ab" /><Relationship Type="http://schemas.openxmlformats.org/officeDocument/2006/relationships/notesSlide" Target="/ppt/notesSlides/notesSlide17.xml" Id="R5af03b8293ef42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252d7681643fa" /><Relationship Type="http://schemas.openxmlformats.org/officeDocument/2006/relationships/notesSlide" Target="/ppt/notesSlides/notesSlide18.xml" Id="Rf0f4eeb08e4e4c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caf028e6d4325" /><Relationship Type="http://schemas.openxmlformats.org/officeDocument/2006/relationships/notesSlide" Target="/ppt/notesSlides/notesSlide19.xml" Id="R4e3acdbd84534e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2de5a67a54709" /><Relationship Type="http://schemas.openxmlformats.org/officeDocument/2006/relationships/notesSlide" Target="/ppt/notesSlides/notesSlide20.xml" Id="Ra57727e37db540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79e5270b8487e" /><Relationship Type="http://schemas.openxmlformats.org/officeDocument/2006/relationships/notesSlide" Target="/ppt/notesSlides/notesSlide21.xml" Id="Rdb8dac74f1d248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71f6fa6b2444b" /><Relationship Type="http://schemas.openxmlformats.org/officeDocument/2006/relationships/notesSlide" Target="/ppt/notesSlides/notesSlide22.xml" Id="R35c3fbad36e540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1998C-1B1A-4599-A67F-698CF2D2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25826-E847-41E1-A6B7-80FDBDF2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94ACA-EA3F-46C0-BE20-4300A60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Reading a migration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97C2B-DC1C-4648-95A3-770BB970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243EC-73DB-404D-BDFB-BEFD962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a source to find out about migration to Britain.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69B93-9C30-4185-B394-FE8A032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68002-233A-44B3-99E8-8A78F61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569976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E9D24-66DA-4D32-BA27-B400FACA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67768-3D31-4945-9E2B-43A59ACF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0C0B1-FC59-4193-93ED-49279609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CC4ED-4EEB-480B-A478-05BB663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5538-F5A6-4A13-B5A7-FA9E78C1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B37E3-DACE-40EA-8EDA-257E1E7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“migration” to its meaning.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migration and cause.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did some people hope to find in Britain in A?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“cause”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A prove that everyone later found work?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FF1ED-C710-46DB-8368-3CAF3ABA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1196902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6BF9D-1922-485D-85C0-5DE140A5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B2DC4-A3B5-478E-B144-BDD1D1FC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F077B-F0E6-4565-B710-88B11CE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5D719-F72D-4623-9730-AFFEA812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A0BF6-EE36-49DF-92B7-ACDFC7CE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56D38-D426-4428-86F9-9701FE6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did some people hope to find in Britain in A?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cause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A prove that everyone later found work?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DFB00-BD3E-4330-A298-FBFBEAA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1826794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524EA-D51E-4ADF-B6C7-0A5D6DFE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41220-3147-4C84-9DAC-F8C91C75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12131-53D2-42AA-9893-45220923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E4E77-4A61-4532-8BB4-193E073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EAB3A-CCF1-4593-BA6E-665E99F5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CB26E-961E-4153-90E0-1C337427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migration accurately in a sentence.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did some people hope to find in Britain in A?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cause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A prove that everyone later found work?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347E3-AD48-4F1A-8F71-96B5D03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1005625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3C8C6-1C9B-469C-A6DC-167E294B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4B660-D817-468F-BA0E-BD960A9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38221-6EE3-4998-B2E1-DC473B6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812E8-A9B1-40D4-801E-98487F72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C7B3D-73E8-48EE-BE4A-A090F6A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did some people hope to find in Britain in 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94B9E-7A63-4E34-BE1D-A0E3A47A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migration: Moving to live in another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cause: A reason something happened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consequence: Something that happened as a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provenance: A source’s origin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FB33-0EFC-4FA5-BCAB-8EDBC16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378354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A1F54-FEDD-4E80-9ED7-EF4986F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C7FE1-8BFE-422D-BA57-E6952E8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A5A3B-8DAD-49F9-82A7-38D5C70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96D80-2ABC-4836-8327-B71A8971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E752C-5A5E-434D-B5A7-764D870F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11 May 1948 telegram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4A57E-DC5A-4497-B910-EC65495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8705D-209C-44A3-980C-87BB2E1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1403805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524F0-72FA-4684-848B-658326B5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7097A-8845-4DEE-AD8C-B6EDC8DD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3BEBF-1C15-498C-A11D-DE9EE32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AFC2D-195D-49D3-8098-BB1A7C08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2E68E-C05C-42F7-9416-0C79614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1947 to 1948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50D69-6831-45AE-AFE8-DF42860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279A4-8EF5-445D-AC85-465693B1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67542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CDA9F-19A5-4882-9576-2F8C89D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A9556-4B8D-425E-8D59-00DCC77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243F1-C568-4BD8-95D1-4D2A373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E2610-9825-40BA-AA59-C04EB53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C9600-B843-4994-B2FD-789BD75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8 August 1972 Cabinet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EC597-CA53-47E9-9D66-4454E19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D1684-7E21-4416-9F79-95950AF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1684719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99129-38E9-4665-B0D2-225A976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58CBF-76C7-4778-B9B2-6FDF99B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9BB1E-FC22-42EF-91C0-47D189E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596D5-588C-4F90-82BA-F8F8F17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D371E-0BD0-4A88-A64C-8B03865C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March 1973 support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E86D7-9036-4CF6-97A2-EE70297D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0B638-02C5-4403-AC30-417AEA6A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1697781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5BAD5-73C8-4745-9563-C84AAA9F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CDFBB-E836-4479-A6B0-C490578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3E036-7462-488A-BB26-4416C26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68123-A495-4CDE-81C3-F2304374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FE5A3-F9C9-435E-B551-B54EFCA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66DC3-A002-4FC5-9286-31F3EEA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did some people hope to find in Britain in 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F386B-041A-4FDB-BA3D-C634FF2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954476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47EE1-DB20-43E7-B0EA-3F02304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4121A-191F-4351-82AE-75EB2F03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EC96F-7731-4259-8368-231765C5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77236-81A0-4A24-8D36-A63BA1E3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791F2-5223-44BE-BD40-A2452AAA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9E30C-DBC0-4CE1-8A69-B2123914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The Acting Governor of Jamaica told the Colonial Secretary that men had booked passages hoping for employment in Britain.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E97B-98AB-4728-9C7A-AB5C1BA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7998476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05A96-70F1-4C7E-8D77-EFD89A80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32D96-0B63-462D-8F08-3FB7633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84257-9CF2-4AF0-BBC5-598DB2D1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48129-AA15-4EBB-BACB-012296AF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60092-EEC0-4300-BD85-EB1F0685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CE7EC-9D3A-4B64-8B2B-A75E4993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Employment.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58BB9-6054-4BEC-ADB5-2F774D50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691057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85C46-229F-43A4-929A-B60F21A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20853-955E-40C1-8085-21BDBB6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99FC1-69D5-40A3-A109-BE387F87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0DB74-F1A2-47A8-9733-27B22E14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3DB35-31B6-43BF-A49F-243342F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8E5AF-1FEF-428B-815A-615513B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It describes hopes, not all later outcomes.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A47B9-3FB9-47EC-8948-BA783BE1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1482704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5008C-0D1E-43ED-AECC-53F396A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36E1A-1000-4352-803D-665FED3E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FE7C9-C5B6-4BA5-8CE8-273681B6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A5D23-BFAB-4F31-908B-F1630A39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C913D-4150-48DE-92AC-93A21FDD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what is it, what does it show and what can we learn on A. Test three claims against its content.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3D927-4AA7-4310-8F96-B393E13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Some men hoped for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All were guaranteed jobs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It is an official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A7EA5-9AC9-4E14-99D1-AFE1247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1499462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50723-74A2-4D0E-AE57-AEEAC8A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6AB4C-BC7E-427C-84FE-87607F55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4CDFE-DA0A-4878-84DE-309932E4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4ACD4-5A08-4DFC-A900-F416B48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50691-1997-4A36-BF74-B7AA996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ADD9B-F857-4CF5-97F4-439427F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Start with the source title and date. Find one explicit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Label origin, content and a claim the source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Weigh purpose, missing voices and the question being asked.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084A8-8287-4EC2-A871-FB5C17F6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1558237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876C1-E806-46F9-90F4-C199E6B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88F6F-F338-4497-B784-3CEFB039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95AF9-B5C3-49FF-91A9-1F05029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B3741-C7AF-4EA7-BDD4-706E5896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E23F2-5204-47FA-B55B-0279E25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a source to find out about migration to Britain.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2564F-F81F-48D6-940B-7AEED6E8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Annotate source A with its type, date and one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Select evidence about a reason for migration.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Make a supported judgement and identify something A cannot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A is ___. It says ___. This suggests ___. It cannot tell us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C610A-DDDE-48AA-809A-C6479D5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20109572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007D-EDE0-4104-9EC3-23CA520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8D5AC-6627-4B02-B3A6-51D1DBA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9A7CE-4142-429B-84F6-A9044940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B3494-1E48-4C87-8404-E2B780A7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A6C6D-FA2E-4090-93FA-63E279AE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a source to find out about migration to Britain.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D70C9-9EA7-4B1A-814C-C9B2346F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Annotate source A with its type, date and one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Select evidence about a reason for migration.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Make a supported judgement and identify something A cannot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is ___. It says ___. This suggests ___. It cannot tell us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AD164-012F-4104-9511-6467C85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1175514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E7C98-4009-4185-B247-0F86F9BC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A64E-3B53-4566-9E0E-0AFA787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6CA59-20F9-4CFA-9E9A-D2FBE219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A1FD3-0A2F-433E-B549-4406B3E6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BC2F1-641B-4591-A93A-B6EDB073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a source to find out about migration to Britain.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1A965-AD53-40E4-ADC3-75299F82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Annotate source A with its type, date and one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Select evidence about a reason for migration.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Make a supported judgement and identify something A cannot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C to show why one source cannot explain every reason for migration.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91BB1-8D00-41C1-ADBC-602B7353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14511770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B0F0-38D4-43F0-A6B9-29DD601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54E64-3EE4-4C92-BFCA-1CB560DD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7AED-DF46-4091-9ACD-D5104FFA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FDA01-EB98-4F01-8EC6-44EF9863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F0813-4548-4510-817E-72AC4870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 annotation and evidence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6BBEA-A9D4-48D0-8E5F-4CA7626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It describes hopes, not all later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F67C9-283D-44CB-8207-E165CED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9681026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2218C-FAB0-4D44-95D5-4E357852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2AACF-4482-4779-94C5-59FA605D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8BA4D-E93A-4FED-957F-A25236E6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E6437-B3A7-4F74-9F5A-81B513A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A9A6E-14B7-4D46-A018-9CB99286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15AF7-A760-4397-BE09-E552B5B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did some people hope to find in Britain in A?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A is ___. It says ___. This suggests ___. It cannot tell us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prove that everyone later found work?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41CF2-6DA1-4152-B6E9-359C59E0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17396226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44645-07C2-450B-AD98-DEFDE956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C2AF2-B1E6-4775-BA09-366130A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0C19-B589-49DE-BDF2-7168385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D3D02-F5FC-454A-B3BF-DD888FD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588C5-7F33-4024-A1C2-5342B13F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3636F-281A-45A9-8B39-1F96073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did some people hope to find in Britain in A?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prove that everyone later found work?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1A10E-95F0-4DCE-9728-986FBABB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20836240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D79D1-9032-45E9-A50D-105EA8D6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30266-F1D2-406A-9EB1-7EC1B96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FF05C-7CE5-448B-8621-E555C63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55664-D672-4F60-A22B-12681827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A8E01-0A03-4DB3-A810-335B48F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06663-9F8D-434E-80EA-556EACDE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did some people hope to find in Britain in A?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prove that everyone later found work?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E58F-630B-4A2C-B2C9-D40F4D88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98539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2026-09-19T14:49:39.2650000Z</dcterms:created>
  <dcterms:modified xsi:type="dcterms:W3CDTF">2026-09-19T14:49:39.2650000Z</dcterms:modified>
</coreProperties>
</file>