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491cc46e0a4cd1" /><Relationship Type="http://schemas.openxmlformats.org/officeDocument/2006/relationships/extended-properties" Target="/docProps/app.xml" Id="Rb4e8fec8b0ca45c6" /><Relationship Type="http://schemas.openxmlformats.org/officeDocument/2006/relationships/officeDocument" Target="/ppt/presentation.xml" Id="Red69dd675ff94c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dc9d5b8a34755"/>
  </p:sldMasterIdLst>
  <p:notesMasterIdLst>
    <p:notesMasterId xmlns:r="http://schemas.openxmlformats.org/officeDocument/2006/relationships" r:id="R154ee3db5d0f4f13"/>
  </p:notesMasterIdLst>
  <p:sldIdLst>
    <p:sldId xmlns:r="http://schemas.openxmlformats.org/officeDocument/2006/relationships" id="256" r:id="R9afd84b3aea94a26"/>
    <p:sldId xmlns:r="http://schemas.openxmlformats.org/officeDocument/2006/relationships" id="257" r:id="R91d959c12e504625"/>
    <p:sldId xmlns:r="http://schemas.openxmlformats.org/officeDocument/2006/relationships" id="258" r:id="R6cbf40f4458f408a"/>
    <p:sldId xmlns:r="http://schemas.openxmlformats.org/officeDocument/2006/relationships" id="259" r:id="R37b24ea456af4ba7"/>
    <p:sldId xmlns:r="http://schemas.openxmlformats.org/officeDocument/2006/relationships" id="260" r:id="R1a3ad212015e492b"/>
    <p:sldId xmlns:r="http://schemas.openxmlformats.org/officeDocument/2006/relationships" id="261" r:id="R0be8554288934e80"/>
    <p:sldId xmlns:r="http://schemas.openxmlformats.org/officeDocument/2006/relationships" id="262" r:id="R9b4cd99f83064f77"/>
    <p:sldId xmlns:r="http://schemas.openxmlformats.org/officeDocument/2006/relationships" id="263" r:id="Rc5210e9c2346489c"/>
    <p:sldId xmlns:r="http://schemas.openxmlformats.org/officeDocument/2006/relationships" id="264" r:id="R34fb24a511e64bb1"/>
    <p:sldId xmlns:r="http://schemas.openxmlformats.org/officeDocument/2006/relationships" id="265" r:id="Rde72b54123a44d45"/>
    <p:sldId xmlns:r="http://schemas.openxmlformats.org/officeDocument/2006/relationships" id="266" r:id="Rc307c93439594791"/>
    <p:sldId xmlns:r="http://schemas.openxmlformats.org/officeDocument/2006/relationships" id="267" r:id="R99b993d80c0349cc"/>
    <p:sldId xmlns:r="http://schemas.openxmlformats.org/officeDocument/2006/relationships" id="268" r:id="R744797cd096945f8"/>
    <p:sldId xmlns:r="http://schemas.openxmlformats.org/officeDocument/2006/relationships" id="269" r:id="R9d26f8f9ed4946f1"/>
    <p:sldId xmlns:r="http://schemas.openxmlformats.org/officeDocument/2006/relationships" id="270" r:id="Raa7714da58414051"/>
    <p:sldId xmlns:r="http://schemas.openxmlformats.org/officeDocument/2006/relationships" id="271" r:id="Rdd09f9428e504f98"/>
    <p:sldId xmlns:r="http://schemas.openxmlformats.org/officeDocument/2006/relationships" id="272" r:id="R5502c09051bc4620"/>
    <p:sldId xmlns:r="http://schemas.openxmlformats.org/officeDocument/2006/relationships" id="273" r:id="R68b0e8aca5414689"/>
    <p:sldId xmlns:r="http://schemas.openxmlformats.org/officeDocument/2006/relationships" id="274" r:id="Rd1283c8992d649cb"/>
    <p:sldId xmlns:r="http://schemas.openxmlformats.org/officeDocument/2006/relationships" id="275" r:id="R2a9efd2656b24658"/>
    <p:sldId xmlns:r="http://schemas.openxmlformats.org/officeDocument/2006/relationships" id="276" r:id="R19b8c8d8f464463a"/>
    <p:sldId xmlns:r="http://schemas.openxmlformats.org/officeDocument/2006/relationships" id="277" r:id="R27933620b6084d66"/>
    <p:sldId xmlns:r="http://schemas.openxmlformats.org/officeDocument/2006/relationships" id="278" r:id="R622bef913ca445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4397612ae34759" /><Relationship Type="http://schemas.openxmlformats.org/officeDocument/2006/relationships/slideMaster" Target="/ppt/slideMasters/slideMaster1.xml" Id="Rb33dc9d5b8a34755" /><Relationship Type="http://schemas.openxmlformats.org/officeDocument/2006/relationships/notesMaster" Target="/ppt/notesMasters/notesMaster1.xml" Id="R154ee3db5d0f4f13" /><Relationship Type="http://schemas.openxmlformats.org/officeDocument/2006/relationships/presProps" Target="/ppt/presProps.xml" Id="R28787e112e704438" /><Relationship Type="http://schemas.openxmlformats.org/officeDocument/2006/relationships/tableStyles" Target="/ppt/tableStyles.xml" Id="R0a5a477d6f4c4dae" /><Relationship Type="http://schemas.openxmlformats.org/officeDocument/2006/relationships/slide" Target="/ppt/slides/slide1.xml" Id="R9afd84b3aea94a26" /><Relationship Type="http://schemas.openxmlformats.org/officeDocument/2006/relationships/slide" Target="/ppt/slides/slide2.xml" Id="R91d959c12e504625" /><Relationship Type="http://schemas.openxmlformats.org/officeDocument/2006/relationships/slide" Target="/ppt/slides/slide3.xml" Id="R6cbf40f4458f408a" /><Relationship Type="http://schemas.openxmlformats.org/officeDocument/2006/relationships/slide" Target="/ppt/slides/slide4.xml" Id="R37b24ea456af4ba7" /><Relationship Type="http://schemas.openxmlformats.org/officeDocument/2006/relationships/slide" Target="/ppt/slides/slide5.xml" Id="R1a3ad212015e492b" /><Relationship Type="http://schemas.openxmlformats.org/officeDocument/2006/relationships/slide" Target="/ppt/slides/slide6.xml" Id="R0be8554288934e80" /><Relationship Type="http://schemas.openxmlformats.org/officeDocument/2006/relationships/slide" Target="/ppt/slides/slide7.xml" Id="R9b4cd99f83064f77" /><Relationship Type="http://schemas.openxmlformats.org/officeDocument/2006/relationships/slide" Target="/ppt/slides/slide8.xml" Id="Rc5210e9c2346489c" /><Relationship Type="http://schemas.openxmlformats.org/officeDocument/2006/relationships/slide" Target="/ppt/slides/slide9.xml" Id="R34fb24a511e64bb1" /><Relationship Type="http://schemas.openxmlformats.org/officeDocument/2006/relationships/slide" Target="/ppt/slides/slide10.xml" Id="Rde72b54123a44d45" /><Relationship Type="http://schemas.openxmlformats.org/officeDocument/2006/relationships/slide" Target="/ppt/slides/slide11.xml" Id="Rc307c93439594791" /><Relationship Type="http://schemas.openxmlformats.org/officeDocument/2006/relationships/slide" Target="/ppt/slides/slide12.xml" Id="R99b993d80c0349cc" /><Relationship Type="http://schemas.openxmlformats.org/officeDocument/2006/relationships/slide" Target="/ppt/slides/slide13.xml" Id="R744797cd096945f8" /><Relationship Type="http://schemas.openxmlformats.org/officeDocument/2006/relationships/slide" Target="/ppt/slides/slide14.xml" Id="R9d26f8f9ed4946f1" /><Relationship Type="http://schemas.openxmlformats.org/officeDocument/2006/relationships/slide" Target="/ppt/slides/slide15.xml" Id="Raa7714da58414051" /><Relationship Type="http://schemas.openxmlformats.org/officeDocument/2006/relationships/slide" Target="/ppt/slides/slide16.xml" Id="Rdd09f9428e504f98" /><Relationship Type="http://schemas.openxmlformats.org/officeDocument/2006/relationships/slide" Target="/ppt/slides/slide17.xml" Id="R5502c09051bc4620" /><Relationship Type="http://schemas.openxmlformats.org/officeDocument/2006/relationships/slide" Target="/ppt/slides/slide18.xml" Id="R68b0e8aca5414689" /><Relationship Type="http://schemas.openxmlformats.org/officeDocument/2006/relationships/slide" Target="/ppt/slides/slide19.xml" Id="Rd1283c8992d649cb" /><Relationship Type="http://schemas.openxmlformats.org/officeDocument/2006/relationships/slide" Target="/ppt/slides/slide20.xml" Id="R2a9efd2656b24658" /><Relationship Type="http://schemas.openxmlformats.org/officeDocument/2006/relationships/slide" Target="/ppt/slides/slide21.xml" Id="R19b8c8d8f464463a" /><Relationship Type="http://schemas.openxmlformats.org/officeDocument/2006/relationships/slide" Target="/ppt/slides/slide22.xml" Id="R27933620b6084d66" /><Relationship Type="http://schemas.openxmlformats.org/officeDocument/2006/relationships/slide" Target="/ppt/slides/slide23.xml" Id="R622bef913ca4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6c864c3de7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d337882de47b1" /><Relationship Type="http://schemas.openxmlformats.org/officeDocument/2006/relationships/notesMaster" Target="/ppt/notesMasters/notesMaster1.xml" Id="Rd5aed5b5759a43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c838eb0c164e04" /><Relationship Type="http://schemas.openxmlformats.org/officeDocument/2006/relationships/notesMaster" Target="/ppt/notesMasters/notesMaster1.xml" Id="R338c97909242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15c47f27684855" /><Relationship Type="http://schemas.openxmlformats.org/officeDocument/2006/relationships/notesMaster" Target="/ppt/notesMasters/notesMaster1.xml" Id="Rd3c73835248a4b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970b265e61459b" /><Relationship Type="http://schemas.openxmlformats.org/officeDocument/2006/relationships/notesMaster" Target="/ppt/notesMasters/notesMaster1.xml" Id="R21952b31e4294b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eb6109b8d043ac" /><Relationship Type="http://schemas.openxmlformats.org/officeDocument/2006/relationships/notesMaster" Target="/ppt/notesMasters/notesMaster1.xml" Id="Re7f27fb627fb48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b2508cf10a4cf0" /><Relationship Type="http://schemas.openxmlformats.org/officeDocument/2006/relationships/notesMaster" Target="/ppt/notesMasters/notesMaster1.xml" Id="R2041f92d50bc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ead4bf8694599" /><Relationship Type="http://schemas.openxmlformats.org/officeDocument/2006/relationships/notesMaster" Target="/ppt/notesMasters/notesMaster1.xml" Id="Rdb379aeea667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8ae6828c814ff4" /><Relationship Type="http://schemas.openxmlformats.org/officeDocument/2006/relationships/notesMaster" Target="/ppt/notesMasters/notesMaster1.xml" Id="R63a0e779dc9f45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3cd5cbbaf443b6" /><Relationship Type="http://schemas.openxmlformats.org/officeDocument/2006/relationships/notesMaster" Target="/ppt/notesMasters/notesMaster1.xml" Id="R82397e29911d42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7489b96a7c4e6c" /><Relationship Type="http://schemas.openxmlformats.org/officeDocument/2006/relationships/notesMaster" Target="/ppt/notesMasters/notesMaster1.xml" Id="R921ab8e9224240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884b3acd564d79" /><Relationship Type="http://schemas.openxmlformats.org/officeDocument/2006/relationships/notesMaster" Target="/ppt/notesMasters/notesMaster1.xml" Id="Rc4e9fb76045247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efda3a44a242dc" /><Relationship Type="http://schemas.openxmlformats.org/officeDocument/2006/relationships/notesMaster" Target="/ppt/notesMasters/notesMaster1.xml" Id="Rf03bb3faaef143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4c09ad4d8b4887" /><Relationship Type="http://schemas.openxmlformats.org/officeDocument/2006/relationships/notesMaster" Target="/ppt/notesMasters/notesMaster1.xml" Id="Rcea3838dfb484f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7677c4c3c14f51" /><Relationship Type="http://schemas.openxmlformats.org/officeDocument/2006/relationships/notesMaster" Target="/ppt/notesMasters/notesMaster1.xml" Id="Rf63ff709e2d248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6a8cec458d495f" /><Relationship Type="http://schemas.openxmlformats.org/officeDocument/2006/relationships/notesMaster" Target="/ppt/notesMasters/notesMaster1.xml" Id="R843236165efc4b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84d149f09f405e" /><Relationship Type="http://schemas.openxmlformats.org/officeDocument/2006/relationships/notesMaster" Target="/ppt/notesMasters/notesMaster1.xml" Id="Rd443cb3af2054e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7c07fb19834d8f" /><Relationship Type="http://schemas.openxmlformats.org/officeDocument/2006/relationships/notesMaster" Target="/ppt/notesMasters/notesMaster1.xml" Id="R98e55bc5494544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38234444504ba7" /><Relationship Type="http://schemas.openxmlformats.org/officeDocument/2006/relationships/notesMaster" Target="/ppt/notesMasters/notesMaster1.xml" Id="Rb24188a3054f47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07e01375e241e5" /><Relationship Type="http://schemas.openxmlformats.org/officeDocument/2006/relationships/notesMaster" Target="/ppt/notesMasters/notesMaster1.xml" Id="Rf34c8dfe5b4547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8a396a99924f29" /><Relationship Type="http://schemas.openxmlformats.org/officeDocument/2006/relationships/notesMaster" Target="/ppt/notesMasters/notesMaster1.xml" Id="Rc16404fcf30144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63c9c30f3e487e" /><Relationship Type="http://schemas.openxmlformats.org/officeDocument/2006/relationships/notesMaster" Target="/ppt/notesMasters/notesMaster1.xml" Id="R47056cb650684b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31f9d13919483e" /><Relationship Type="http://schemas.openxmlformats.org/officeDocument/2006/relationships/notesMaster" Target="/ppt/notesMasters/notesMaster1.xml" Id="Rdbfba0a3eec249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47e52941f84daf" /><Relationship Type="http://schemas.openxmlformats.org/officeDocument/2006/relationships/notesMaster" Target="/ppt/notesMasters/notesMaster1.xml" Id="R8c413d0d629f4b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teaching pictures, not historical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Sam explained choices and showed a quiet space, helping Alex join in with support.</a:t>
            </a:r>
          </a:p>
          <a:p xmlns:a="http://schemas.openxmlformats.org/drawingml/2006/main">
            <a:r>
              <a:t>An action that meets a need</a:t>
            </a:r>
          </a:p>
          <a:p xmlns:a="http://schemas.openxmlformats.org/drawingml/2006/main">
            <a:r>
              <a:t>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Sam explained choices and showed a quiet space, helping Alex join in with support.</a:t>
            </a:r>
          </a:p>
          <a:p xmlns:a="http://schemas.openxmlformats.org/drawingml/2006/main">
            <a:r>
              <a:t>An action that meets a need Accept a relevant example.</a:t>
            </a:r>
          </a:p>
          <a:p xmlns:a="http://schemas.openxmlformats.org/drawingml/2006/main">
            <a:r>
              <a:t>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 It cannot establish a real person’s whole experience or belief.</a:t>
            </a:r>
          </a:p>
          <a:p xmlns:a="http://schemas.openxmlformats.org/drawingml/2006/main">
            <a:r>
              <a:t>Sam explained choices and showed a quiet space, helping Alex join in with support.</a:t>
            </a:r>
          </a:p>
          <a:p xmlns:a="http://schemas.openxmlformats.org/drawingml/2006/main">
            <a:r>
              <a:t>An action that meets a need Accept a supported connection.</a:t>
            </a:r>
          </a:p>
          <a:p xmlns:a="http://schemas.openxmlformats.org/drawingml/2006/main">
            <a:r>
              <a:t>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 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 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 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 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explains the choices — Care — Alex knows what can happen next.</a:t>
            </a:r>
          </a:p>
          <a:p xmlns:a="http://schemas.openxmlformats.org/drawingml/2006/main">
            <a:r>
              <a:t>Sam refuses to explain — Needs changing — Alex still needs clear information.</a:t>
            </a:r>
          </a:p>
          <a:p xmlns:a="http://schemas.openxmlformats.org/drawingml/2006/main">
            <a:r>
              <a:t>Alex chooses a quiet table — Choice — The choice can help Alex participate.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 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 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explained choices and showed a quiet space, helping Alex join in with support. 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BUILD_A1_W01, page 3. F: people map and one reason the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af3a3a1b3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15d5d7d38f46e6" /><Relationship Type="http://schemas.openxmlformats.org/officeDocument/2006/relationships/slideLayout" Target="/ppt/slideLayouts/slideLayout1.xml" Id="Rc51fc0f435f749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fc0f435f749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05637e9fa4ab4" /><Relationship Type="http://schemas.openxmlformats.org/officeDocument/2006/relationships/notesSlide" Target="/ppt/notesSlides/notesSlide1.xml" Id="R7452ef27969848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17e663de247ff" /><Relationship Type="http://schemas.openxmlformats.org/officeDocument/2006/relationships/image" Target="/ppt/media/image.png" Id="Rec71992e588d48ee" /><Relationship Type="http://schemas.openxmlformats.org/officeDocument/2006/relationships/notesSlide" Target="/ppt/notesSlides/notesSlide2.xml" Id="Radec5b099a2149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2c6aee6654ff4" /><Relationship Type="http://schemas.openxmlformats.org/officeDocument/2006/relationships/notesSlide" Target="/ppt/notesSlides/notesSlide3.xml" Id="R68c7639232df46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b0726ce63484e" /><Relationship Type="http://schemas.openxmlformats.org/officeDocument/2006/relationships/notesSlide" Target="/ppt/notesSlides/notesSlide4.xml" Id="R572b6a9bf5e94e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4cf8ff1af4b0a" /><Relationship Type="http://schemas.openxmlformats.org/officeDocument/2006/relationships/notesSlide" Target="/ppt/notesSlides/notesSlide5.xml" Id="R19837cc0a8dd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cbba7061a4a11" /><Relationship Type="http://schemas.openxmlformats.org/officeDocument/2006/relationships/notesSlide" Target="/ppt/notesSlides/notesSlide6.xml" Id="R5f1958ded8bd44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763d282314532" /><Relationship Type="http://schemas.openxmlformats.org/officeDocument/2006/relationships/notesSlide" Target="/ppt/notesSlides/notesSlide7.xml" Id="R748a0ddcd9bd47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043e6a54b4444" /><Relationship Type="http://schemas.openxmlformats.org/officeDocument/2006/relationships/notesSlide" Target="/ppt/notesSlides/notesSlide8.xml" Id="Rfbeb2fc8116b4e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397484e4f433d" /><Relationship Type="http://schemas.openxmlformats.org/officeDocument/2006/relationships/notesSlide" Target="/ppt/notesSlides/notesSlide9.xml" Id="Rd55a484b551647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ecae662234d7f" /><Relationship Type="http://schemas.openxmlformats.org/officeDocument/2006/relationships/notesSlide" Target="/ppt/notesSlides/notesSlide10.xml" Id="Rf48bec18bc7941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2f5c5d65e47bc" /><Relationship Type="http://schemas.openxmlformats.org/officeDocument/2006/relationships/notesSlide" Target="/ppt/notesSlides/notesSlide11.xml" Id="R489672e0528b4d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bfbfdc13d4dc4" /><Relationship Type="http://schemas.openxmlformats.org/officeDocument/2006/relationships/notesSlide" Target="/ppt/notesSlides/notesSlide12.xml" Id="R006040c6ef9c41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97fd7ad64453" /><Relationship Type="http://schemas.openxmlformats.org/officeDocument/2006/relationships/notesSlide" Target="/ppt/notesSlides/notesSlide13.xml" Id="R2792e241e3554a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e5617cead4326" /><Relationship Type="http://schemas.openxmlformats.org/officeDocument/2006/relationships/notesSlide" Target="/ppt/notesSlides/notesSlide14.xml" Id="Rfd7df5ef9f2744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147bb84064bcd" /><Relationship Type="http://schemas.openxmlformats.org/officeDocument/2006/relationships/notesSlide" Target="/ppt/notesSlides/notesSlide15.xml" Id="R1a7d02c8d37c45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2c3950244452a" /><Relationship Type="http://schemas.openxmlformats.org/officeDocument/2006/relationships/notesSlide" Target="/ppt/notesSlides/notesSlide16.xml" Id="Ra98b0381402843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42f0a389f474e" /><Relationship Type="http://schemas.openxmlformats.org/officeDocument/2006/relationships/notesSlide" Target="/ppt/notesSlides/notesSlide17.xml" Id="Rde9a1813f84b48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325df6d804e8b" /><Relationship Type="http://schemas.openxmlformats.org/officeDocument/2006/relationships/notesSlide" Target="/ppt/notesSlides/notesSlide18.xml" Id="Rc26ecd165a5f46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ccba4fc9e462f" /><Relationship Type="http://schemas.openxmlformats.org/officeDocument/2006/relationships/notesSlide" Target="/ppt/notesSlides/notesSlide19.xml" Id="Rc91dcc6bc51e41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a5833e46f4cbf" /><Relationship Type="http://schemas.openxmlformats.org/officeDocument/2006/relationships/notesSlide" Target="/ppt/notesSlides/notesSlide20.xml" Id="Rcb94b6c4d69541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a7d5cc9cb4ae0" /><Relationship Type="http://schemas.openxmlformats.org/officeDocument/2006/relationships/notesSlide" Target="/ppt/notesSlides/notesSlide21.xml" Id="R41b2ff79a39747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267bf832b411a" /><Relationship Type="http://schemas.openxmlformats.org/officeDocument/2006/relationships/notesSlide" Target="/ppt/notesSlides/notesSlide22.xml" Id="R886064274fb549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d60c1f4d94181" /><Relationship Type="http://schemas.openxmlformats.org/officeDocument/2006/relationships/notesSlide" Target="/ppt/notesSlides/notesSlide23.xml" Id="R0f8483af243d48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4F886-EE95-4D5C-A1AB-45FC5D61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F5C99-118F-4A44-A2CE-88F576EA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1E89B-B9D6-42AE-A979-820AA921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People special to 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8291A-654A-4130-9206-5636461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2A67E-F63C-4946-AD8D-E4629273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Talk about family and people special to 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46A71-22BA-48E6-A217-D6FF40EF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helps us belong to a community?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identify important people and places, describe a change, and explain one way I belong.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C17D-049F-4665-A8CD-DF3CDECB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23</a:t>
            </a:r>
          </a:p>
        </p:txBody>
      </p:sp>
    </p:spTree>
    <p:extLst>
      <p:ext uri="{BB962C8B-B14F-4D97-AF65-F5344CB8AC3E}">
        <p14:creationId xmlns:p14="http://schemas.microsoft.com/office/powerpoint/2010/main" val="691639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EF038-F607-4766-8836-E4433F20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5A364-87F6-489A-B317-30708ED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CE1E0-AD62-467A-AFA0-77D0675F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Picture choices for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346D4-2D07-4D66-8B18-57226EE1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4C45C-22F5-45EA-A634-065F1A5F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Point, choose or explain. Revisit this visual beside your chosen route.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1992e588d48ee"/>
          <a:stretch xmlns:a="http://schemas.openxmlformats.org/drawingml/2006/main"/>
        </p:blipFill>
        <p:spPr>
          <a:xfrm xmlns:a="http://schemas.openxmlformats.org/drawingml/2006/main">
            <a:off x="762000" y="3028950"/>
            <a:ext cx="10668000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BD00F-619F-48D4-AE84-0DEDD8C2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23</a:t>
            </a:r>
          </a:p>
        </p:txBody>
      </p:sp>
    </p:spTree>
    <p:extLst>
      <p:ext uri="{BB962C8B-B14F-4D97-AF65-F5344CB8AC3E}">
        <p14:creationId xmlns:p14="http://schemas.microsoft.com/office/powerpoint/2010/main" val="1150586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99A08-B7F0-4E17-BC55-248D6FF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6F924-6809-4C47-97EC-4F9D44F4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3F241-8819-45DE-B0B8-589F2360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15583-793B-4A22-B822-52E5E9D0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0D80C-7644-479B-9E8D-CF3B5FD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99DE6-9D95-4091-A739-CB35F58A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did Sam do that could help Alex belong?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“care”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Must a people map use your real family?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C8F7E-936A-432E-B59A-9D72600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23</a:t>
            </a:r>
          </a:p>
        </p:txBody>
      </p:sp>
    </p:spTree>
    <p:extLst>
      <p:ext uri="{BB962C8B-B14F-4D97-AF65-F5344CB8AC3E}">
        <p14:creationId xmlns:p14="http://schemas.microsoft.com/office/powerpoint/2010/main" val="1273238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D3C58-4365-4CDF-86A7-24AA9812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F9FBA-26E7-431D-A285-B61C7D56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50D2A-C113-4D4B-8137-AE58353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C22A0-A140-4F52-A9CD-86442C9E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D5B37-A58D-427A-83BF-28A134D6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B50D7-660B-46EF-9A7C-7B090769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Explain your choice.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did Sam do that could help Alex belong?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care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Must a people map use your real family?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7D071-2BBF-4D6B-9163-42C10057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23</a:t>
            </a:r>
          </a:p>
        </p:txBody>
      </p:sp>
    </p:spTree>
    <p:extLst>
      <p:ext uri="{BB962C8B-B14F-4D97-AF65-F5344CB8AC3E}">
        <p14:creationId xmlns:p14="http://schemas.microsoft.com/office/powerpoint/2010/main" val="1418808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EEA09-3483-46FD-BB8D-DF4F08AD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9A459-63FA-4B74-8952-58D9685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E5F67-277F-40F4-B2F9-10CBFE3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8E394-E879-4D0E-A8C6-ABB3E57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23E48-7BCB-4DFA-AFF7-531BFE3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7A5F3-6BDE-4E7C-853A-D63D807E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What can this teaching picture not tell us?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Separate the illustration from historical or personal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did Sam do that could help Alex belong?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care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Must a people map use your real family?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CD23-97DC-462F-ACB7-F27BC101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5 / 23</a:t>
            </a:r>
          </a:p>
        </p:txBody>
      </p:sp>
    </p:spTree>
    <p:extLst>
      <p:ext uri="{BB962C8B-B14F-4D97-AF65-F5344CB8AC3E}">
        <p14:creationId xmlns:p14="http://schemas.microsoft.com/office/powerpoint/2010/main" val="432808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1F7AB-509E-4DCB-B455-87DD4EF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1FA0B-22D5-44EF-8630-F274C7F2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32093-623A-4A5C-888A-EF79F591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57935-A063-4F6A-82C0-B0BAAE87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C61E6-E526-4464-851B-E087CCB6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did Sam do that could help Alex belong?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8903D-8DD3-4EEA-8103-A586D5EC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community: People linked by a place or activity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care: An action that meets a need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belong: Feel included in a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service: Work that helps people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4B904-65EC-4DC0-A045-CDB052B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6 / 23</a:t>
            </a:r>
          </a:p>
        </p:txBody>
      </p:sp>
    </p:spTree>
    <p:extLst>
      <p:ext uri="{BB962C8B-B14F-4D97-AF65-F5344CB8AC3E}">
        <p14:creationId xmlns:p14="http://schemas.microsoft.com/office/powerpoint/2010/main" val="277171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037E9-7995-4C7D-8A4A-BB12D928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66CD7-94D8-43A5-B542-E00C6352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EA8D0-DC58-4EB6-925F-961748E8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29ADB-9B5E-4EF5-8BA8-1AE8A7BB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E29E5-1708-448F-B6FD-E12EC39F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Alex and Sam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487A6-14C7-4B08-9FE3-5878B19D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Fictional case: Alex is new to the youth club. Sam, a trusted club worker, explains the choices and shows Alex a quiet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84DB7-0DDE-4880-8001-DF5FF8A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23</a:t>
            </a:r>
          </a:p>
        </p:txBody>
      </p:sp>
    </p:spTree>
    <p:extLst>
      <p:ext uri="{BB962C8B-B14F-4D97-AF65-F5344CB8AC3E}">
        <p14:creationId xmlns:p14="http://schemas.microsoft.com/office/powerpoint/2010/main" val="2063799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FEEE3-90D9-47D9-91F8-EA4E6D70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3B03A-05BA-42DB-AD77-B0DDBFF2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05E50-AC72-48EC-B32F-1E85A01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18F7D-58D9-433C-8E13-4DEBE930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7613D-FD50-40F9-903C-A52450B2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38E3E-8A25-4A38-B1BF-FB49609E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library lends books and can offer space to read or find information. Our practice map puts the library in square 1021.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3E1F2-DF02-4874-8BA9-A5CC7736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23</a:t>
            </a:r>
          </a:p>
        </p:txBody>
      </p:sp>
    </p:spTree>
    <p:extLst>
      <p:ext uri="{BB962C8B-B14F-4D97-AF65-F5344CB8AC3E}">
        <p14:creationId xmlns:p14="http://schemas.microsoft.com/office/powerpoint/2010/main" val="567761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47B10-6653-4F04-A811-905E5BD6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2BB5F-A7E4-4E8C-8433-28C5367F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B3344-F22F-42AA-B891-9961D86B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2F509-49DE-4C45-85C0-1F577271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D7719-E2BB-476E-A91D-32B8D708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Health centre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10655-7A6B-4D1F-BCB0-A02983DD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practice health centre is in square 1221. A receptionist helps people arrange appointments; trained health staff provide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7889D-1DE3-415E-893B-62730F23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23</a:t>
            </a:r>
          </a:p>
        </p:txBody>
      </p:sp>
    </p:spTree>
    <p:extLst>
      <p:ext uri="{BB962C8B-B14F-4D97-AF65-F5344CB8AC3E}">
        <p14:creationId xmlns:p14="http://schemas.microsoft.com/office/powerpoint/2010/main" val="1347392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1EE8A-3F0E-4FE3-AF67-C1C30AEC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CE1E0-C039-454A-94D2-B77884AD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3CCF7-ABAB-4DB8-B710-3D19D5C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0A2A1-0B19-4C38-B35E-F4CAE0D3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9060F-C153-4142-BD94-B335E32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Park and hall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6E6A1-D266-45CE-B8B4-77ED887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practice park is in 1122 and community hall in 1121. The hall hosts a drawing club with an optional quiet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218F4-676A-42B7-8593-984BE16C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23</a:t>
            </a:r>
          </a:p>
        </p:txBody>
      </p:sp>
    </p:spTree>
    <p:extLst>
      <p:ext uri="{BB962C8B-B14F-4D97-AF65-F5344CB8AC3E}">
        <p14:creationId xmlns:p14="http://schemas.microsoft.com/office/powerpoint/2010/main" val="4450579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14D46-0D4B-4B4A-88AE-DAA06ABE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8A7EC-2028-42B8-BAA3-8C7B00CC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6485B-6284-4999-9478-7CF7BC55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472D8-3924-412D-9F15-B23BBAFB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E55C4-8E33-4014-8B8A-FB3C5B33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C5C9D-F46B-4293-AFBA-47AC220C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did Sam do that could help Alex belong?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81A4C-E72B-402D-B7F3-13CFF410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23</a:t>
            </a:r>
          </a:p>
        </p:txBody>
      </p:sp>
    </p:spTree>
    <p:extLst>
      <p:ext uri="{BB962C8B-B14F-4D97-AF65-F5344CB8AC3E}">
        <p14:creationId xmlns:p14="http://schemas.microsoft.com/office/powerpoint/2010/main" val="21364240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7C0BE-B883-42A3-A4F7-5A0A19E9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9F8B8-F59F-4F7B-9E6D-C5A327E3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62758-9959-483E-98EA-98C8FAAC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5E1DC-E7B4-45F3-A38E-B3244BE4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EBCAD-5C53-4814-8F6C-F686504F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C88EB-2D1C-4346-B701-FDE4D409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Fictional case: Alex is new to the youth club. Sam, a trusted club worker, explains the choices and shows Alex a quiet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BA81D-CBB2-410A-8AE6-B265959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23</a:t>
            </a:r>
          </a:p>
        </p:txBody>
      </p:sp>
    </p:spTree>
    <p:extLst>
      <p:ext uri="{BB962C8B-B14F-4D97-AF65-F5344CB8AC3E}">
        <p14:creationId xmlns:p14="http://schemas.microsoft.com/office/powerpoint/2010/main" val="1583047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10EB5-337F-4DF5-BD5A-590B516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F72DF-02B4-4FD4-80AE-37EFAB04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097F3-B86D-4541-9B8F-97FB163C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C949A-0179-46DA-9D8D-093199D2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26617-6145-4F76-9276-3C624B68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08EA9-FC56-4D6D-9DF5-1A6B2E92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Sam explained choices and showed a quiet space, helping Alex join in with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A1B2D-C74A-4B76-99C2-6692B09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23</a:t>
            </a:r>
          </a:p>
        </p:txBody>
      </p:sp>
    </p:spTree>
    <p:extLst>
      <p:ext uri="{BB962C8B-B14F-4D97-AF65-F5344CB8AC3E}">
        <p14:creationId xmlns:p14="http://schemas.microsoft.com/office/powerpoint/2010/main" val="12548108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18E5D-C039-4316-864F-279865B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2A68C-7B93-45F0-89A3-799FBBA1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E12BA-7745-4165-B1B4-1DB8FFF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7557C-753C-4CA1-A4A5-164CD602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19311-59F2-4B4D-91F1-B6EF9E7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A98D8-A7EA-4C4D-A09B-33DF97A2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No. A fictional person is a complete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DF98D-4A2F-41CE-A0E3-CB7293AC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14 / 23</a:t>
            </a:r>
          </a:p>
        </p:txBody>
      </p:sp>
    </p:spTree>
    <p:extLst>
      <p:ext uri="{BB962C8B-B14F-4D97-AF65-F5344CB8AC3E}">
        <p14:creationId xmlns:p14="http://schemas.microsoft.com/office/powerpoint/2010/main" val="1749681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24B4B-F625-4596-999B-2A52BA9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DF62C-05A9-49D2-BE43-729BA99C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CD1EB-0D67-431B-99E2-F7A36020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DB81E-1F25-43FD-94AE-07B8C712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8D4D2-A750-4E02-9DE4-F61C1B87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Match a person to a caring action. Discuss how the action changes Alex’s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26188-907C-45F4-AC53-BFF3C1F6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Sam explains the choices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Sam refuses to explain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Alex chooses a quiet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E977C-707D-4A68-9580-F69123A9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23</a:t>
            </a:r>
          </a:p>
        </p:txBody>
      </p:sp>
    </p:spTree>
    <p:extLst>
      <p:ext uri="{BB962C8B-B14F-4D97-AF65-F5344CB8AC3E}">
        <p14:creationId xmlns:p14="http://schemas.microsoft.com/office/powerpoint/2010/main" val="16364944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3B429-21C2-42F2-836B-970C642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5FE48-91D1-420F-BA64-22100897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35811-9B67-44DD-A47F-51F9CDD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D902B-FECE-4A8E-8EE2-0EE8C9BD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FB8E9-8853-4BC7-A842-92BAA23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2F6EF-698D-4958-9907-A13E145A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Read two cards aloud and point to the matching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Match each item, then explain how it meets the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Test an alternative match and explain when it could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9C04B-6563-4C3E-87A1-31F0D7B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16 / 23</a:t>
            </a:r>
          </a:p>
        </p:txBody>
      </p:sp>
    </p:spTree>
    <p:extLst>
      <p:ext uri="{BB962C8B-B14F-4D97-AF65-F5344CB8AC3E}">
        <p14:creationId xmlns:p14="http://schemas.microsoft.com/office/powerpoint/2010/main" val="4237983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83C27-E8C7-47A7-9DD4-A57D732E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0614C-BC82-442C-A375-6A92A4C8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F5C24-D0D9-4958-BC01-9596D69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8A1A8-B0F9-4DB5-AC10-4535A140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485C1-DA78-4AE6-AD52-B6ED4A0D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Talk about family and people special to 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18B3A-2D80-465C-9C23-8132A20F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people map for Alex or a chosen fictional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Add a trusted person and a caring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Record one reason that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___ helps ___ by ___. This matters because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25D18-6BED-4DC1-A187-133E45B6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23</a:t>
            </a:r>
          </a:p>
        </p:txBody>
      </p:sp>
    </p:spTree>
    <p:extLst>
      <p:ext uri="{BB962C8B-B14F-4D97-AF65-F5344CB8AC3E}">
        <p14:creationId xmlns:p14="http://schemas.microsoft.com/office/powerpoint/2010/main" val="14108982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D25CF-2CD3-44BA-9C19-645EA318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681D2-9547-4ACE-B768-8D063255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DD4B0-372D-4168-965D-2F6109F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D9CCA-A991-401F-9BCB-A3D2D2EA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329E0-D064-497A-A466-D93349FB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Talk about family and people special to 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C7F65-DB6D-421A-82E2-165374B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people map for Alex or a chosen fictional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Add a trusted person and a caring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Record one reason that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___ helps ___ by ___. This matters because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2B6A5-E053-4213-83C0-7AE17478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23</a:t>
            </a:r>
          </a:p>
        </p:txBody>
      </p:sp>
    </p:spTree>
    <p:extLst>
      <p:ext uri="{BB962C8B-B14F-4D97-AF65-F5344CB8AC3E}">
        <p14:creationId xmlns:p14="http://schemas.microsoft.com/office/powerpoint/2010/main" val="1739139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E6139-F275-48AB-AFD6-B42A979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8D92D-888D-4D6D-9B4C-725C7B3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9CB07-9D8F-4592-B058-CE1CFBDF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B0C8D-9CF5-4CEF-BDEE-3DB338EA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95A33-DD3B-418A-99ED-04CE53D1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Talk about family and people special to 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AA08F-2ED4-44BC-9AE5-E02A401C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 people map for Alex or a chosen fictional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Add a trusted person and a caring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Record one reason that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 a second caring relationship and explain a different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0132E-17E0-43A1-B4BD-99C28592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19 / 23</a:t>
            </a:r>
          </a:p>
        </p:txBody>
      </p:sp>
    </p:spTree>
    <p:extLst>
      <p:ext uri="{BB962C8B-B14F-4D97-AF65-F5344CB8AC3E}">
        <p14:creationId xmlns:p14="http://schemas.microsoft.com/office/powerpoint/2010/main" val="7333933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E4DCA-961C-4A8A-9B06-2B4047C5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F7867-4981-4DC0-883A-E297560C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B7BCE-B887-4977-9A0D-A7DCB1C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8683D-4B19-463E-89BB-AEF32B45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F721A-A708-4BAC-8C8F-4ED300C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people map and one reason the person 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F232B-4E7B-40C3-89D3-00B00B8A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No. A fictional person is a complete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39A5E-2DD8-4C43-B968-4587004E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20 / 23</a:t>
            </a:r>
          </a:p>
        </p:txBody>
      </p:sp>
    </p:spTree>
    <p:extLst>
      <p:ext uri="{BB962C8B-B14F-4D97-AF65-F5344CB8AC3E}">
        <p14:creationId xmlns:p14="http://schemas.microsoft.com/office/powerpoint/2010/main" val="5573570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F28F6-C724-4CC7-B29F-6E9144B7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6B808-CBE1-4A0F-BD18-88C35F1F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87F72-E7AA-4DD2-B70A-59F54281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02828-9F0D-4DC8-8DF6-8EBEC0A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09492-E522-4704-87D8-614271F0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9C394-3ECB-4ED9-BE76-C3E020E7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did Sam do that could help Alex belong?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___ helps ___ by ___. This matters because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Must a people map use your real family?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6ACDD-7483-449E-9DF7-95ABB767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23</a:t>
            </a:r>
          </a:p>
        </p:txBody>
      </p:sp>
    </p:spTree>
    <p:extLst>
      <p:ext uri="{BB962C8B-B14F-4D97-AF65-F5344CB8AC3E}">
        <p14:creationId xmlns:p14="http://schemas.microsoft.com/office/powerpoint/2010/main" val="78254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9028D-FE9F-4857-B709-2AD23971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D4010-A7CA-43A3-A3B5-3D9018A4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194E4-C07C-4700-9C8C-92CAE94B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EBCD9-091A-485F-8DC7-55CC8B95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46B70-962A-46B6-81AF-4C08F63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A03D9-A82E-4BF7-9EFD-DF538DD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did Sam do that could help Alex belong?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Must a people map use your real family?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342AC-33BD-4463-BD0C-5E1E71F7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23</a:t>
            </a:r>
          </a:p>
        </p:txBody>
      </p:sp>
    </p:spTree>
    <p:extLst>
      <p:ext uri="{BB962C8B-B14F-4D97-AF65-F5344CB8AC3E}">
        <p14:creationId xmlns:p14="http://schemas.microsoft.com/office/powerpoint/2010/main" val="4561007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A2B3F-A9A9-4310-8178-F43BB0A9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2D4C0-B67C-47A0-9538-2F5FF004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20814-351B-43A6-9534-A48DA1B9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E8E38-C937-4673-B4CE-83CD5E9E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7F3A8-1F67-4FAF-9B37-22B89F28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5C732-8518-4852-AECE-272EECEA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did Sam do that could help Alex belong?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Must a people map use your real family?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8100D-BFC6-43E8-9F39-409E826A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23 / 23</a:t>
            </a:r>
          </a:p>
        </p:txBody>
      </p:sp>
    </p:spTree>
    <p:extLst>
      <p:ext uri="{BB962C8B-B14F-4D97-AF65-F5344CB8AC3E}">
        <p14:creationId xmlns:p14="http://schemas.microsoft.com/office/powerpoint/2010/main" val="63013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2026-09-19T15:02:01.4860000Z</dcterms:created>
  <dcterms:modified xsi:type="dcterms:W3CDTF">2026-09-19T15:02:01.4860000Z</dcterms:modified>
</coreProperties>
</file>