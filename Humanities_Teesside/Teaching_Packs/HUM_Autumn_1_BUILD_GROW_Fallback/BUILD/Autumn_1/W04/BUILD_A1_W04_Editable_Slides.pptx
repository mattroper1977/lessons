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5ffa69128433c" /><Relationship Type="http://schemas.openxmlformats.org/officeDocument/2006/relationships/extended-properties" Target="/docProps/app.xml" Id="Rcfab439365ee440e" /><Relationship Type="http://schemas.openxmlformats.org/officeDocument/2006/relationships/officeDocument" Target="/ppt/presentation.xml" Id="R931dd907c26a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783d8e7a0a4da2"/>
  </p:sldMasterIdLst>
  <p:notesMasterIdLst>
    <p:notesMasterId xmlns:r="http://schemas.openxmlformats.org/officeDocument/2006/relationships" r:id="R02735678d31b450d"/>
  </p:notesMasterIdLst>
  <p:sldIdLst>
    <p:sldId xmlns:r="http://schemas.openxmlformats.org/officeDocument/2006/relationships" id="256" r:id="Rd73c66a94ccb43c1"/>
    <p:sldId xmlns:r="http://schemas.openxmlformats.org/officeDocument/2006/relationships" id="257" r:id="Rfdd4db44b70e459c"/>
    <p:sldId xmlns:r="http://schemas.openxmlformats.org/officeDocument/2006/relationships" id="258" r:id="R6bade93f0c7e4777"/>
    <p:sldId xmlns:r="http://schemas.openxmlformats.org/officeDocument/2006/relationships" id="259" r:id="Re32d83e414704c6f"/>
    <p:sldId xmlns:r="http://schemas.openxmlformats.org/officeDocument/2006/relationships" id="260" r:id="R052fac0a78694ecb"/>
    <p:sldId xmlns:r="http://schemas.openxmlformats.org/officeDocument/2006/relationships" id="261" r:id="Rf621b8e208c648ab"/>
    <p:sldId xmlns:r="http://schemas.openxmlformats.org/officeDocument/2006/relationships" id="262" r:id="R658d6011e18f4c55"/>
    <p:sldId xmlns:r="http://schemas.openxmlformats.org/officeDocument/2006/relationships" id="263" r:id="R8ce6ed527ddc4a05"/>
    <p:sldId xmlns:r="http://schemas.openxmlformats.org/officeDocument/2006/relationships" id="264" r:id="R80229f0d8ee74041"/>
    <p:sldId xmlns:r="http://schemas.openxmlformats.org/officeDocument/2006/relationships" id="265" r:id="R805a6e966dcb4952"/>
    <p:sldId xmlns:r="http://schemas.openxmlformats.org/officeDocument/2006/relationships" id="266" r:id="R1fa0527578c34493"/>
    <p:sldId xmlns:r="http://schemas.openxmlformats.org/officeDocument/2006/relationships" id="267" r:id="R1868af73051d45b7"/>
    <p:sldId xmlns:r="http://schemas.openxmlformats.org/officeDocument/2006/relationships" id="268" r:id="R8f9884dd1892403d"/>
    <p:sldId xmlns:r="http://schemas.openxmlformats.org/officeDocument/2006/relationships" id="269" r:id="Rcafe84edb8104cc1"/>
    <p:sldId xmlns:r="http://schemas.openxmlformats.org/officeDocument/2006/relationships" id="270" r:id="R6eff28c428ad4539"/>
    <p:sldId xmlns:r="http://schemas.openxmlformats.org/officeDocument/2006/relationships" id="271" r:id="R941d1f6d002d4f19"/>
    <p:sldId xmlns:r="http://schemas.openxmlformats.org/officeDocument/2006/relationships" id="272" r:id="R792c443015124bf6"/>
    <p:sldId xmlns:r="http://schemas.openxmlformats.org/officeDocument/2006/relationships" id="273" r:id="R2ac516a60a0b4e37"/>
    <p:sldId xmlns:r="http://schemas.openxmlformats.org/officeDocument/2006/relationships" id="274" r:id="R49855fccd1e14d20"/>
    <p:sldId xmlns:r="http://schemas.openxmlformats.org/officeDocument/2006/relationships" id="275" r:id="R17500b46b5e44313"/>
    <p:sldId xmlns:r="http://schemas.openxmlformats.org/officeDocument/2006/relationships" id="276" r:id="R4e6ffa6184004bdd"/>
    <p:sldId xmlns:r="http://schemas.openxmlformats.org/officeDocument/2006/relationships" id="277" r:id="Rff98f4ddf8b248a4"/>
    <p:sldId xmlns:r="http://schemas.openxmlformats.org/officeDocument/2006/relationships" id="278" r:id="R6a3e04a45658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bb0fc0ddac4763" /><Relationship Type="http://schemas.openxmlformats.org/officeDocument/2006/relationships/slideMaster" Target="/ppt/slideMasters/slideMaster1.xml" Id="R36783d8e7a0a4da2" /><Relationship Type="http://schemas.openxmlformats.org/officeDocument/2006/relationships/notesMaster" Target="/ppt/notesMasters/notesMaster1.xml" Id="R02735678d31b450d" /><Relationship Type="http://schemas.openxmlformats.org/officeDocument/2006/relationships/presProps" Target="/ppt/presProps.xml" Id="R0ba8941f61264da2" /><Relationship Type="http://schemas.openxmlformats.org/officeDocument/2006/relationships/tableStyles" Target="/ppt/tableStyles.xml" Id="Rd6d1c17ea4264bd8" /><Relationship Type="http://schemas.openxmlformats.org/officeDocument/2006/relationships/slide" Target="/ppt/slides/slide1.xml" Id="Rd73c66a94ccb43c1" /><Relationship Type="http://schemas.openxmlformats.org/officeDocument/2006/relationships/slide" Target="/ppt/slides/slide2.xml" Id="Rfdd4db44b70e459c" /><Relationship Type="http://schemas.openxmlformats.org/officeDocument/2006/relationships/slide" Target="/ppt/slides/slide3.xml" Id="R6bade93f0c7e4777" /><Relationship Type="http://schemas.openxmlformats.org/officeDocument/2006/relationships/slide" Target="/ppt/slides/slide4.xml" Id="Re32d83e414704c6f" /><Relationship Type="http://schemas.openxmlformats.org/officeDocument/2006/relationships/slide" Target="/ppt/slides/slide5.xml" Id="R052fac0a78694ecb" /><Relationship Type="http://schemas.openxmlformats.org/officeDocument/2006/relationships/slide" Target="/ppt/slides/slide6.xml" Id="Rf621b8e208c648ab" /><Relationship Type="http://schemas.openxmlformats.org/officeDocument/2006/relationships/slide" Target="/ppt/slides/slide7.xml" Id="R658d6011e18f4c55" /><Relationship Type="http://schemas.openxmlformats.org/officeDocument/2006/relationships/slide" Target="/ppt/slides/slide8.xml" Id="R8ce6ed527ddc4a05" /><Relationship Type="http://schemas.openxmlformats.org/officeDocument/2006/relationships/slide" Target="/ppt/slides/slide9.xml" Id="R80229f0d8ee74041" /><Relationship Type="http://schemas.openxmlformats.org/officeDocument/2006/relationships/slide" Target="/ppt/slides/slide10.xml" Id="R805a6e966dcb4952" /><Relationship Type="http://schemas.openxmlformats.org/officeDocument/2006/relationships/slide" Target="/ppt/slides/slide11.xml" Id="R1fa0527578c34493" /><Relationship Type="http://schemas.openxmlformats.org/officeDocument/2006/relationships/slide" Target="/ppt/slides/slide12.xml" Id="R1868af73051d45b7" /><Relationship Type="http://schemas.openxmlformats.org/officeDocument/2006/relationships/slide" Target="/ppt/slides/slide13.xml" Id="R8f9884dd1892403d" /><Relationship Type="http://schemas.openxmlformats.org/officeDocument/2006/relationships/slide" Target="/ppt/slides/slide14.xml" Id="Rcafe84edb8104cc1" /><Relationship Type="http://schemas.openxmlformats.org/officeDocument/2006/relationships/slide" Target="/ppt/slides/slide15.xml" Id="R6eff28c428ad4539" /><Relationship Type="http://schemas.openxmlformats.org/officeDocument/2006/relationships/slide" Target="/ppt/slides/slide16.xml" Id="R941d1f6d002d4f19" /><Relationship Type="http://schemas.openxmlformats.org/officeDocument/2006/relationships/slide" Target="/ppt/slides/slide17.xml" Id="R792c443015124bf6" /><Relationship Type="http://schemas.openxmlformats.org/officeDocument/2006/relationships/slide" Target="/ppt/slides/slide18.xml" Id="R2ac516a60a0b4e37" /><Relationship Type="http://schemas.openxmlformats.org/officeDocument/2006/relationships/slide" Target="/ppt/slides/slide19.xml" Id="R49855fccd1e14d20" /><Relationship Type="http://schemas.openxmlformats.org/officeDocument/2006/relationships/slide" Target="/ppt/slides/slide20.xml" Id="R17500b46b5e44313" /><Relationship Type="http://schemas.openxmlformats.org/officeDocument/2006/relationships/slide" Target="/ppt/slides/slide21.xml" Id="R4e6ffa6184004bdd" /><Relationship Type="http://schemas.openxmlformats.org/officeDocument/2006/relationships/slide" Target="/ppt/slides/slide22.xml" Id="Rff98f4ddf8b248a4" /><Relationship Type="http://schemas.openxmlformats.org/officeDocument/2006/relationships/slide" Target="/ppt/slides/slide23.xml" Id="R6a3e04a45658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25b5b29c64b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c90ff6d994e98" /><Relationship Type="http://schemas.openxmlformats.org/officeDocument/2006/relationships/notesMaster" Target="/ppt/notesMasters/notesMaster1.xml" Id="R4fd589298b44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fa18a51278413f" /><Relationship Type="http://schemas.openxmlformats.org/officeDocument/2006/relationships/notesMaster" Target="/ppt/notesMasters/notesMaster1.xml" Id="R525c851a6077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15747e29d47ab" /><Relationship Type="http://schemas.openxmlformats.org/officeDocument/2006/relationships/notesMaster" Target="/ppt/notesMasters/notesMaster1.xml" Id="R52ad1e7e266e45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773f9b306b48b1" /><Relationship Type="http://schemas.openxmlformats.org/officeDocument/2006/relationships/notesMaster" Target="/ppt/notesMasters/notesMaster1.xml" Id="R82bcebba8cc4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e6ced4b8a6444a" /><Relationship Type="http://schemas.openxmlformats.org/officeDocument/2006/relationships/notesMaster" Target="/ppt/notesMasters/notesMaster1.xml" Id="R845a3300a4e0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203dd3efe74918" /><Relationship Type="http://schemas.openxmlformats.org/officeDocument/2006/relationships/notesMaster" Target="/ppt/notesMasters/notesMaster1.xml" Id="R49f67bf4036647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7cc6325d7843b9" /><Relationship Type="http://schemas.openxmlformats.org/officeDocument/2006/relationships/notesMaster" Target="/ppt/notesMasters/notesMaster1.xml" Id="R30209397dcac4d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e4c7787b8b4bc7" /><Relationship Type="http://schemas.openxmlformats.org/officeDocument/2006/relationships/notesMaster" Target="/ppt/notesMasters/notesMaster1.xml" Id="R7d80a4874a7c47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e894509e24902" /><Relationship Type="http://schemas.openxmlformats.org/officeDocument/2006/relationships/notesMaster" Target="/ppt/notesMasters/notesMaster1.xml" Id="Rf8cf02879c09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e5b1f8237242da" /><Relationship Type="http://schemas.openxmlformats.org/officeDocument/2006/relationships/notesMaster" Target="/ppt/notesMasters/notesMaster1.xml" Id="R5b9d8a6bc8d045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54c94fe5174e3a" /><Relationship Type="http://schemas.openxmlformats.org/officeDocument/2006/relationships/notesMaster" Target="/ppt/notesMasters/notesMaster1.xml" Id="R44d811f950a644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129247e3564f6c" /><Relationship Type="http://schemas.openxmlformats.org/officeDocument/2006/relationships/notesMaster" Target="/ppt/notesMasters/notesMaster1.xml" Id="Rd26511cc4aeb41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c5376dfbbb46cd" /><Relationship Type="http://schemas.openxmlformats.org/officeDocument/2006/relationships/notesMaster" Target="/ppt/notesMasters/notesMaster1.xml" Id="R2f03647132a940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c6bc67a3fc4f68" /><Relationship Type="http://schemas.openxmlformats.org/officeDocument/2006/relationships/notesMaster" Target="/ppt/notesMasters/notesMaster1.xml" Id="Ra3a46c1604ea4a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ff93eb65b2405a" /><Relationship Type="http://schemas.openxmlformats.org/officeDocument/2006/relationships/notesMaster" Target="/ppt/notesMasters/notesMaster1.xml" Id="R9b50f73019ed4d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ad87613d4e41b7" /><Relationship Type="http://schemas.openxmlformats.org/officeDocument/2006/relationships/notesMaster" Target="/ppt/notesMasters/notesMaster1.xml" Id="R667f0b48ec4145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048faf710948ee" /><Relationship Type="http://schemas.openxmlformats.org/officeDocument/2006/relationships/notesMaster" Target="/ppt/notesMasters/notesMaster1.xml" Id="R2ff27842294348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6d802bc8714fb9" /><Relationship Type="http://schemas.openxmlformats.org/officeDocument/2006/relationships/notesMaster" Target="/ppt/notesMasters/notesMaster1.xml" Id="R323350b4faf94a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7f975f264c4b85" /><Relationship Type="http://schemas.openxmlformats.org/officeDocument/2006/relationships/notesMaster" Target="/ppt/notesMasters/notesMaster1.xml" Id="R264f58043f704f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716813323947b0" /><Relationship Type="http://schemas.openxmlformats.org/officeDocument/2006/relationships/notesMaster" Target="/ppt/notesMasters/notesMaster1.xml" Id="R92f0be1c3d6e43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7fe02d365b47ab" /><Relationship Type="http://schemas.openxmlformats.org/officeDocument/2006/relationships/notesMaster" Target="/ppt/notesMasters/notesMaster1.xml" Id="R436f88b69ef745b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f92327b55e4ad1" /><Relationship Type="http://schemas.openxmlformats.org/officeDocument/2006/relationships/notesMaster" Target="/ppt/notesMasters/notesMaster1.xml" Id="R0a8b9457670b4b2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b6c8801b354f2a" /><Relationship Type="http://schemas.openxmlformats.org/officeDocument/2006/relationships/notesMaster" Target="/ppt/notesMasters/notesMaster1.xml" Id="R65384a920aec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rotary telephone.</a:t>
            </a:r>
          </a:p>
          <a:p xmlns:a="http://schemas.openxmlformats.org/drawingml/2006/main">
            <a:r>
              <a:t>No. Use the source and date labels.</a:t>
            </a:r>
          </a:p>
          <a:p xmlns:a="http://schemas.openxmlformats.org/drawingml/2006/main">
            <a:r>
              <a:t>The time we are in now</a:t>
            </a:r>
          </a:p>
          <a:p xmlns:a="http://schemas.openxmlformats.org/drawingml/2006/main">
            <a:r>
              <a:t>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rotary telephone.</a:t>
            </a:r>
          </a:p>
          <a:p xmlns:a="http://schemas.openxmlformats.org/drawingml/2006/main">
            <a:r>
              <a:t>No. Use the source and date labels.</a:t>
            </a:r>
          </a:p>
          <a:p xmlns:a="http://schemas.openxmlformats.org/drawingml/2006/main">
            <a:r>
              <a:t>The time we are in now Accept a relevant example.</a:t>
            </a:r>
          </a:p>
          <a:p xmlns:a="http://schemas.openxmlformats.org/drawingml/2006/main">
            <a:r>
              <a:t>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rotary telephone. It cannot establish a real person’s whole experience or belief.</a:t>
            </a:r>
          </a:p>
          <a:p xmlns:a="http://schemas.openxmlformats.org/drawingml/2006/main">
            <a:r>
              <a:t>No. Use the source and date labels.</a:t>
            </a:r>
          </a:p>
          <a:p xmlns:a="http://schemas.openxmlformats.org/drawingml/2006/main">
            <a:r>
              <a:t>The time we are in now Accept a supported connection.</a:t>
            </a:r>
          </a:p>
          <a:p xmlns:a="http://schemas.openxmlformats.org/drawingml/2006/main">
            <a:r>
              <a:t>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 the source and date labels. 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BUILD_A1_W04, page 4. F: sorted images and a change/similarity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cc8e2331b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17a343feb46bf" /><Relationship Type="http://schemas.openxmlformats.org/officeDocument/2006/relationships/slideLayout" Target="/ppt/slideLayouts/slideLayout1.xml" Id="R06d5fffff39a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5fffff39a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13c255cac4ff6" /><Relationship Type="http://schemas.openxmlformats.org/officeDocument/2006/relationships/notesSlide" Target="/ppt/notesSlides/notesSlide1.xml" Id="R0f35c48c7f55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a686a66984623" /><Relationship Type="http://schemas.openxmlformats.org/officeDocument/2006/relationships/image" Target="/ppt/media/image.png" Id="R6d136b2c79ad4a48" /><Relationship Type="http://schemas.openxmlformats.org/officeDocument/2006/relationships/notesSlide" Target="/ppt/notesSlides/notesSlide2.xml" Id="R73d7caf6a61244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5859561394973" /><Relationship Type="http://schemas.openxmlformats.org/officeDocument/2006/relationships/notesSlide" Target="/ppt/notesSlides/notesSlide3.xml" Id="Rb96c25212c04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28cff9bfa4d78" /><Relationship Type="http://schemas.openxmlformats.org/officeDocument/2006/relationships/notesSlide" Target="/ppt/notesSlides/notesSlide4.xml" Id="R29fcfb55614e4c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56992d7854a05" /><Relationship Type="http://schemas.openxmlformats.org/officeDocument/2006/relationships/notesSlide" Target="/ppt/notesSlides/notesSlide5.xml" Id="Rd137ffcb3fd949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21c7ad8724a6e" /><Relationship Type="http://schemas.openxmlformats.org/officeDocument/2006/relationships/notesSlide" Target="/ppt/notesSlides/notesSlide6.xml" Id="Ra42d66cd592e47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410d706c3435b" /><Relationship Type="http://schemas.openxmlformats.org/officeDocument/2006/relationships/notesSlide" Target="/ppt/notesSlides/notesSlide7.xml" Id="R89af1e903b3f41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e2ee93401459a" /><Relationship Type="http://schemas.openxmlformats.org/officeDocument/2006/relationships/notesSlide" Target="/ppt/notesSlides/notesSlide8.xml" Id="Rcf2e9716d31148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af6d48be047b4" /><Relationship Type="http://schemas.openxmlformats.org/officeDocument/2006/relationships/notesSlide" Target="/ppt/notesSlides/notesSlide9.xml" Id="Rd2338b70cdea42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9d5f47dd34eaa" /><Relationship Type="http://schemas.openxmlformats.org/officeDocument/2006/relationships/notesSlide" Target="/ppt/notesSlides/notesSlide10.xml" Id="R37e713edcab44e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316353ac14943" /><Relationship Type="http://schemas.openxmlformats.org/officeDocument/2006/relationships/notesSlide" Target="/ppt/notesSlides/notesSlide11.xml" Id="R0ce87c37f72c49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21454c9324b85" /><Relationship Type="http://schemas.openxmlformats.org/officeDocument/2006/relationships/notesSlide" Target="/ppt/notesSlides/notesSlide12.xml" Id="R6e85afc2eb7246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88d5ae7114827" /><Relationship Type="http://schemas.openxmlformats.org/officeDocument/2006/relationships/notesSlide" Target="/ppt/notesSlides/notesSlide13.xml" Id="Rd41a4adeb41c45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8a10d34244a2b" /><Relationship Type="http://schemas.openxmlformats.org/officeDocument/2006/relationships/notesSlide" Target="/ppt/notesSlides/notesSlide14.xml" Id="Rf059fd102c1f46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05eedc0e94ebf" /><Relationship Type="http://schemas.openxmlformats.org/officeDocument/2006/relationships/notesSlide" Target="/ppt/notesSlides/notesSlide15.xml" Id="Raab51c2a643c49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0d73b06184813" /><Relationship Type="http://schemas.openxmlformats.org/officeDocument/2006/relationships/notesSlide" Target="/ppt/notesSlides/notesSlide16.xml" Id="Rd16b6a7192434e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db29a09934c03" /><Relationship Type="http://schemas.openxmlformats.org/officeDocument/2006/relationships/notesSlide" Target="/ppt/notesSlides/notesSlide17.xml" Id="R78356902d7f945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72bb2f3d8469d" /><Relationship Type="http://schemas.openxmlformats.org/officeDocument/2006/relationships/notesSlide" Target="/ppt/notesSlides/notesSlide18.xml" Id="Rd9add819b7d644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ff49be09849ff" /><Relationship Type="http://schemas.openxmlformats.org/officeDocument/2006/relationships/notesSlide" Target="/ppt/notesSlides/notesSlide19.xml" Id="R9adb0fe4ff6845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631bb2e8e4b53" /><Relationship Type="http://schemas.openxmlformats.org/officeDocument/2006/relationships/notesSlide" Target="/ppt/notesSlides/notesSlide20.xml" Id="R26bf2e724a1a44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db238bf94618" /><Relationship Type="http://schemas.openxmlformats.org/officeDocument/2006/relationships/notesSlide" Target="/ppt/notesSlides/notesSlide21.xml" Id="R1dd71767ed7644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0e23a740b4d8f" /><Relationship Type="http://schemas.openxmlformats.org/officeDocument/2006/relationships/notesSlide" Target="/ppt/notesSlides/notesSlide22.xml" Id="R79c47425f29a48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c776dbefa48c9" /><Relationship Type="http://schemas.openxmlformats.org/officeDocument/2006/relationships/notesSlide" Target="/ppt/notesSlides/notesSlide23.xml" Id="Rcf4671639421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ED311-9B9D-490F-99FE-F33EC340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B0902-A58E-4C83-BCF3-E61AC41E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71BDA-3CD4-471E-B2FD-8C7363BD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Then and now photographs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4932F-B48D-44B4-8AB3-2F048C8D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176CA-1432-4D97-A8C7-3FF1AE52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Sort then and now photographs.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D3A8D-ED2C-4888-ACA8-E933A58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87136-2D10-4EA4-8C65-E3FED32D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23</a:t>
            </a:r>
          </a:p>
        </p:txBody>
      </p:sp>
    </p:spTree>
    <p:extLst>
      <p:ext uri="{BB962C8B-B14F-4D97-AF65-F5344CB8AC3E}">
        <p14:creationId xmlns:p14="http://schemas.microsoft.com/office/powerpoint/2010/main" val="539756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7D9B1-DE74-4FC4-AE84-CCAD6C49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0ADAF-F88B-4A92-AE15-27FF37C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185C1-2172-4018-BBEA-B5425DE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A8608-5B6B-40C5-9E1F-BEEA8040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8359-0B8F-459B-9D8B-7D7CE3F5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36b2c79ad4a48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42D02-BC8C-4D4B-A0F6-95452D2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23</a:t>
            </a:r>
          </a:p>
        </p:txBody>
      </p:sp>
    </p:spTree>
    <p:extLst>
      <p:ext uri="{BB962C8B-B14F-4D97-AF65-F5344CB8AC3E}">
        <p14:creationId xmlns:p14="http://schemas.microsoft.com/office/powerpoint/2010/main" val="416116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BABC9-FA16-4313-9452-AE6B20F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2F16B-F251-4988-95DB-CC6BD52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39302-203E-4CA6-B81B-DF481D26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82F8A-8F6D-40F4-A78C-F48AFFB6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55298-EAED-46F5-8E0C-EBB6E00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18571-9F7C-4E49-B05C-380332F3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phone has a dial that turns?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Point to the dial or choose A. The diagrams are examples, not dated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black-and-white photo have to be older?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“present”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How do you show a similarity?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6D0EB-4516-4BC9-8654-570DFE4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23</a:t>
            </a:r>
          </a:p>
        </p:txBody>
      </p:sp>
    </p:spTree>
    <p:extLst>
      <p:ext uri="{BB962C8B-B14F-4D97-AF65-F5344CB8AC3E}">
        <p14:creationId xmlns:p14="http://schemas.microsoft.com/office/powerpoint/2010/main" val="329984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385FC-E036-4361-9292-531AB46D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222CF-B2FE-4FA4-A572-B1863DC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A7539-B540-41F3-A3CC-2CE5DBA9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8D2D6-6A87-4CBB-864E-66AA9EC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049A4-E78A-4D13-8FC9-982D7CA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2E3EF-BD6B-4CA6-95AC-521C759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phone has a dial that turns? Explain your choice.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Point to the dial or choose A. The diagrams are examples, not dated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black-and-white photo have to be older?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present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How do you show a similarity?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B8E52-5B87-4EAC-A58F-B13428D9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23</a:t>
            </a:r>
          </a:p>
        </p:txBody>
      </p:sp>
    </p:spTree>
    <p:extLst>
      <p:ext uri="{BB962C8B-B14F-4D97-AF65-F5344CB8AC3E}">
        <p14:creationId xmlns:p14="http://schemas.microsoft.com/office/powerpoint/2010/main" val="1600802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A6724-CCFD-46D0-B129-B307F40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0DAB1-1DEA-44D0-8AB0-6F7C8512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89C60-CB56-45B5-A9F6-B28CF75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15828-A2C9-46A0-B812-498C28BF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AA075-C216-42A9-919B-7CE6E09A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A74D2-171B-4677-9407-60FB0B0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phone has a dial that turns? What can this teaching picture not tell us?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a black-and-white photo have to be older?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present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How do you show a similarity?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9119-9502-4038-AA0C-06D0F48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23</a:t>
            </a:r>
          </a:p>
        </p:txBody>
      </p:sp>
    </p:spTree>
    <p:extLst>
      <p:ext uri="{BB962C8B-B14F-4D97-AF65-F5344CB8AC3E}">
        <p14:creationId xmlns:p14="http://schemas.microsoft.com/office/powerpoint/2010/main" val="2003171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B5D12-C925-4E81-B5B8-656F36BA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33C2C-B370-4AD4-AC1D-4D04315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ACBD3-8600-403D-9C8C-551243C2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DB617-2602-45E2-82D3-C121FD02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F43A5-CBB8-4236-9713-A65995D1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Does a black-and-white photo have to be older?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050D3-02C7-4A56-893E-900D8D7E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past: A time before now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present: The time we are in now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change: Something that becomes different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continuity: Something that stays the same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0A327-19FE-4FCB-A9CD-047DF2C3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23</a:t>
            </a:r>
          </a:p>
        </p:txBody>
      </p:sp>
    </p:spTree>
    <p:extLst>
      <p:ext uri="{BB962C8B-B14F-4D97-AF65-F5344CB8AC3E}">
        <p14:creationId xmlns:p14="http://schemas.microsoft.com/office/powerpoint/2010/main" val="1041840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96A1F-489C-4EDD-8912-0980A9DD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D4C61-086C-4896-A530-E7F2C1D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14140-AF81-4D20-9A66-11F623A9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306CE-EBC4-45C0-9359-CFF00371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EE08A-88CF-4987-A55F-195B4729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 fictional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CBD8-B7FB-48FB-ADCC-CEBF21B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57EBB-BD18-4736-84F9-C50C631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23</a:t>
            </a:r>
          </a:p>
        </p:txBody>
      </p:sp>
    </p:spTree>
    <p:extLst>
      <p:ext uri="{BB962C8B-B14F-4D97-AF65-F5344CB8AC3E}">
        <p14:creationId xmlns:p14="http://schemas.microsoft.com/office/powerpoint/2010/main" val="1743542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0854D-F8BD-496E-995B-CEE5ECB7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7AEA6-69BE-4852-83F3-9C6C6ED5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ED92C-4985-435F-BAB9-3C397078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49FD7-8430-459F-A722-029E0AE6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53093-B253-4CD9-9638-3C5C22C0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Telephone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00269-991A-4283-B798-747ADDC7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CA50F-ED5B-4D8A-AD13-5182DB90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23</a:t>
            </a:r>
          </a:p>
        </p:txBody>
      </p:sp>
    </p:spTree>
    <p:extLst>
      <p:ext uri="{BB962C8B-B14F-4D97-AF65-F5344CB8AC3E}">
        <p14:creationId xmlns:p14="http://schemas.microsoft.com/office/powerpoint/2010/main" val="12543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95323-D3D0-4BFE-B626-487EE3B9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41E3F-837B-45E7-AD08-A87F447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225DA-2B73-42D5-B627-9794313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1AC8E-E0EB-4CC0-87B2-BA778624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46451-B85F-4054-A851-0C8FD253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Photo enquiry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7BE9-44CA-4DFC-B166-AB25F4B9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078CE-1851-47FF-9856-7E7BBA1E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23</a:t>
            </a:r>
          </a:p>
        </p:txBody>
      </p:sp>
    </p:spTree>
    <p:extLst>
      <p:ext uri="{BB962C8B-B14F-4D97-AF65-F5344CB8AC3E}">
        <p14:creationId xmlns:p14="http://schemas.microsoft.com/office/powerpoint/2010/main" val="394569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6A910-D2D7-4E15-86DC-3624501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C7CF1-D33A-4E08-AE92-1D729140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0BCA1-6840-4DF7-B000-F84373B9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80CEF-C280-4FF5-87B9-FD4A51EA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9D9D3-7619-4ADA-A4A0-57F71CC2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Questions worth 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3BC26-C335-4913-AD4A-A357EDCC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56A7F-F9D2-4ECB-A67B-6728C3B5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23</a:t>
            </a:r>
          </a:p>
        </p:txBody>
      </p:sp>
    </p:spTree>
    <p:extLst>
      <p:ext uri="{BB962C8B-B14F-4D97-AF65-F5344CB8AC3E}">
        <p14:creationId xmlns:p14="http://schemas.microsoft.com/office/powerpoint/2010/main" val="9528973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A77A9-A2E0-400D-AC8B-BE870997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25D62-AB13-4671-B64A-B5D75D3C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A909D-4CBF-442E-A2E3-93CDB1C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EB3C1-89FE-4F35-B365-6E480053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32634-0220-4A08-8661-18EE8EA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32689-5F46-4282-A12E-3A634D71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Does a black-and-white photo have to be older?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1C28B-45E7-45FC-BA57-793F47B8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23</a:t>
            </a:r>
          </a:p>
        </p:txBody>
      </p:sp>
    </p:spTree>
    <p:extLst>
      <p:ext uri="{BB962C8B-B14F-4D97-AF65-F5344CB8AC3E}">
        <p14:creationId xmlns:p14="http://schemas.microsoft.com/office/powerpoint/2010/main" val="17807484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E615C-F7A8-43E1-B77E-AC82985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D1550-8C66-48F7-AD27-083238DA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59779-FC1D-41A0-A26E-5EA739D8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C7622-F951-482F-87E5-639637D5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7F26B-0893-423B-B4F2-4E265D6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D488E-1D98-4EFC-AA30-5B0CF5EC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FDF81-B0FE-4675-8B54-CA761C22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23</a:t>
            </a:r>
          </a:p>
        </p:txBody>
      </p:sp>
    </p:spTree>
    <p:extLst>
      <p:ext uri="{BB962C8B-B14F-4D97-AF65-F5344CB8AC3E}">
        <p14:creationId xmlns:p14="http://schemas.microsoft.com/office/powerpoint/2010/main" val="1025657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700C9-61FE-4067-A4D6-2269A6D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B85C3-587C-4701-B522-ECDB2CE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8D6F6-0C21-4CD2-B76F-C56E0BAC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DF9EE-7864-49E6-ABD4-8BDE33A2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6F5F2-BEDF-4907-8086-F861E29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1229D-7980-4141-BAA4-71B25D2B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No. Use the source and date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A15E-F7FA-4BA8-9DD2-156143E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23</a:t>
            </a:r>
          </a:p>
        </p:txBody>
      </p:sp>
    </p:spTree>
    <p:extLst>
      <p:ext uri="{BB962C8B-B14F-4D97-AF65-F5344CB8AC3E}">
        <p14:creationId xmlns:p14="http://schemas.microsoft.com/office/powerpoint/2010/main" val="740976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601D7-3280-4522-A678-CEA696DC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09E24-83D0-4F90-AF99-2054C33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30D37-1FB8-432A-8B9E-0AC98B5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41F9E-FBF6-4D11-8153-61CD4EED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5B30-AC82-4AB8-AE2E-6EEDF23B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0FF05-DA03-4480-9F90-49B62C0D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Name a feature you can point to in both images.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2B629-D526-43F4-B0C2-37436E4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14 / 23</a:t>
            </a:r>
          </a:p>
        </p:txBody>
      </p:sp>
    </p:spTree>
    <p:extLst>
      <p:ext uri="{BB962C8B-B14F-4D97-AF65-F5344CB8AC3E}">
        <p14:creationId xmlns:p14="http://schemas.microsoft.com/office/powerpoint/2010/main" val="8197888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29678-6BA1-43E0-ADE0-4605AA5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E5E08-E41C-405B-9390-023BE6D6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CF6A9-6D29-47A2-A967-FE89A7FF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16F51-D67A-49FE-A60A-26BA6638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518DF-B76F-456F-95DE-1FBA788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dates on the paired bridge photographs. Point to a feature visible in both before naming a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B8B40-D409-4729-AF30-481A75F3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Photo ___ is earlier. The ___ changed. Both show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F5221-98F3-4528-B1A6-C2832BA8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23</a:t>
            </a:r>
          </a:p>
        </p:txBody>
      </p:sp>
    </p:spTree>
    <p:extLst>
      <p:ext uri="{BB962C8B-B14F-4D97-AF65-F5344CB8AC3E}">
        <p14:creationId xmlns:p14="http://schemas.microsoft.com/office/powerpoint/2010/main" val="366449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3089-60B7-44CA-8F33-08AF254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5BE96-1D4D-4812-8995-E67E61AD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DC4E0-1233-45AD-AA3C-1E2FC6C2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7CEF8-AB7C-41E5-9CEA-0BE0AEAC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8FE5A-C4F7-4A46-AB8C-0D1285F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75CD4-D1D7-49CA-A2FC-3F135ED0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Choose one feature in each example and use the same feature to compare.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Complete both sides before writing a similarity and a difference.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Consider viewpoint, source selection and variation within groups.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2F797-5361-4D7B-B77E-AC40DB70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16 / 23</a:t>
            </a:r>
          </a:p>
        </p:txBody>
      </p:sp>
    </p:spTree>
    <p:extLst>
      <p:ext uri="{BB962C8B-B14F-4D97-AF65-F5344CB8AC3E}">
        <p14:creationId xmlns:p14="http://schemas.microsoft.com/office/powerpoint/2010/main" val="16123178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5B1E-8360-4586-8625-F884151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C9DCF-64E8-4D58-A18E-B9E13BC5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8D8AB-9CEB-4FCE-A675-93D0CCA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F6DAD-0851-4569-BC37-C13F154F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E166C-0151-4D7C-8415-45124AE5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Sort then and now photographs.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A911E-92EF-426D-96A8-EC827489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Sort the two dated photographs into then and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Caption one visible change and one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Use the image labels as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Photo ___ is earlier. The ___ changed. Both show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B5D1D-E911-4746-8E7B-0E71ED56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23</a:t>
            </a:r>
          </a:p>
        </p:txBody>
      </p:sp>
    </p:spTree>
    <p:extLst>
      <p:ext uri="{BB962C8B-B14F-4D97-AF65-F5344CB8AC3E}">
        <p14:creationId xmlns:p14="http://schemas.microsoft.com/office/powerpoint/2010/main" val="4975692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3947E-A4B7-43B9-9F9A-CDE1FB2A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C60D2-904D-407F-A016-030D4066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CED25-48F4-4246-B718-B44CEE2B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317E0-3E8C-4D20-9D59-03F21A86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96FAD-0332-4EAC-B8CA-610B2DD3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Sort then and now photographs.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29F14-12BF-4C2D-A7A2-ADAA97C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Sort the two dated photographs into then and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Caption one visible change and one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Use the image labels as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Photo ___ is earlier. The ___ changed. Both show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E5F85-8BD6-440A-ACE8-90889EA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23</a:t>
            </a:r>
          </a:p>
        </p:txBody>
      </p:sp>
    </p:spTree>
    <p:extLst>
      <p:ext uri="{BB962C8B-B14F-4D97-AF65-F5344CB8AC3E}">
        <p14:creationId xmlns:p14="http://schemas.microsoft.com/office/powerpoint/2010/main" val="546751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ED338-22CA-40EF-A3B1-1F72EFC0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24174-3F58-4719-A4B0-DD0C80F3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3F749-F8C0-45F0-A701-9229DC4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DB518-AAEB-4409-9B65-E61BC415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01FA4-823F-4FD3-B2E9-DBEE2168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Sort then and now photographs.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36311-1000-417F-AC1A-F2F772B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Sort the two dated photographs into then and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Caption one visible change and one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Use the image labels as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how angle or image quality might limit one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9F583-2F0F-47CB-8517-4BEF0FB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19 / 23</a:t>
            </a:r>
          </a:p>
        </p:txBody>
      </p:sp>
    </p:spTree>
    <p:extLst>
      <p:ext uri="{BB962C8B-B14F-4D97-AF65-F5344CB8AC3E}">
        <p14:creationId xmlns:p14="http://schemas.microsoft.com/office/powerpoint/2010/main" val="6371772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391CD-EFF6-4037-A86F-85ABB65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385B7-F610-41A2-B49F-0AC290C3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C26C8-E80C-4BC2-92E6-92CA0AE9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16001-4987-4BAE-A85F-7F1FF2D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16852-A445-4A82-B35A-AB7690DE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sorted images and a change/similarity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3A395-CB06-4DBF-AA22-C7F50326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Name a feature you can point to in both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D178F-EBB9-42A8-A21F-F22F182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20 / 23</a:t>
            </a:r>
          </a:p>
        </p:txBody>
      </p:sp>
    </p:spTree>
    <p:extLst>
      <p:ext uri="{BB962C8B-B14F-4D97-AF65-F5344CB8AC3E}">
        <p14:creationId xmlns:p14="http://schemas.microsoft.com/office/powerpoint/2010/main" val="18625839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034FB-6770-479A-9DA7-DE9CDD08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946CB-11C9-45FC-B2D6-054BA521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125FB-4BEE-44CF-9F2F-A139D181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79DC-45A4-4CA6-B24A-DFBF3E0C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B9F7C-2E82-473B-B697-45D15F68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80172-4AC8-4E2B-9078-454714A4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Does a black-and-white photo have to be older?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Photo ___ is earlier. The ___ changed. Both show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How do you show a similarity?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4E564-8EBE-4B31-9489-099F2CDD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23</a:t>
            </a:r>
          </a:p>
        </p:txBody>
      </p:sp>
    </p:spTree>
    <p:extLst>
      <p:ext uri="{BB962C8B-B14F-4D97-AF65-F5344CB8AC3E}">
        <p14:creationId xmlns:p14="http://schemas.microsoft.com/office/powerpoint/2010/main" val="17330589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F0137-D701-4E49-8172-3979903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87D88-821F-46FE-BFA6-7463651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97A9C-7FEB-4E78-B6EC-0D09972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6DA0B-FD2E-4F88-996B-DC0F8DD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609BC-57E7-407D-AFCA-7D1299D3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B9E81-FA8B-453B-9790-7DD1A029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Does a black-and-white photo have to be older?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How do you show a similarity?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63E90-961F-49A3-8A0A-CFB7C0C4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23</a:t>
            </a:r>
          </a:p>
        </p:txBody>
      </p:sp>
    </p:spTree>
    <p:extLst>
      <p:ext uri="{BB962C8B-B14F-4D97-AF65-F5344CB8AC3E}">
        <p14:creationId xmlns:p14="http://schemas.microsoft.com/office/powerpoint/2010/main" val="5259763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2355E-344C-4AD7-8546-11F14565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74F3-2E84-43E4-A0B2-A23F763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D82B1-ED72-4C6A-B5C2-4FB80354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6EC22-CF7E-4C01-9588-96336A2E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FD4AE-25A3-4EFE-887F-D88A4DF0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82482-6AF5-4EE8-BD24-C5D33E94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Does a black-and-white photo have to be older?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How do you show a similarity?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30BFA-D158-4C42-84CC-0DBBB80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23 / 23</a:t>
            </a:r>
          </a:p>
        </p:txBody>
      </p:sp>
    </p:spTree>
    <p:extLst>
      <p:ext uri="{BB962C8B-B14F-4D97-AF65-F5344CB8AC3E}">
        <p14:creationId xmlns:p14="http://schemas.microsoft.com/office/powerpoint/2010/main" val="2106693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2026-09-19T15:02:14.3750000Z</dcterms:created>
  <dcterms:modified xsi:type="dcterms:W3CDTF">2026-09-19T15:02:14.3750000Z</dcterms:modified>
</coreProperties>
</file>