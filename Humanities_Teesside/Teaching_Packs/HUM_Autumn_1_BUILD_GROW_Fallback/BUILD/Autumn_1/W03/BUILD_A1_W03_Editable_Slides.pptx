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c2cc7d2b034de5" /><Relationship Type="http://schemas.openxmlformats.org/officeDocument/2006/relationships/extended-properties" Target="/docProps/app.xml" Id="Re7020bf1a2544adb" /><Relationship Type="http://schemas.openxmlformats.org/officeDocument/2006/relationships/officeDocument" Target="/ppt/presentation.xml" Id="R6503abe2550c43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5d1f8e0a2141d9"/>
  </p:sldMasterIdLst>
  <p:notesMasterIdLst>
    <p:notesMasterId xmlns:r="http://schemas.openxmlformats.org/officeDocument/2006/relationships" r:id="Re9e8fdf9b1214c5f"/>
  </p:notesMasterIdLst>
  <p:sldIdLst>
    <p:sldId xmlns:r="http://schemas.openxmlformats.org/officeDocument/2006/relationships" id="256" r:id="Rb5e3d970aef147b3"/>
    <p:sldId xmlns:r="http://schemas.openxmlformats.org/officeDocument/2006/relationships" id="257" r:id="R46e47e84f5394ace"/>
    <p:sldId xmlns:r="http://schemas.openxmlformats.org/officeDocument/2006/relationships" id="258" r:id="R76f10fe159704358"/>
    <p:sldId xmlns:r="http://schemas.openxmlformats.org/officeDocument/2006/relationships" id="259" r:id="Re60a7058003c46a2"/>
    <p:sldId xmlns:r="http://schemas.openxmlformats.org/officeDocument/2006/relationships" id="260" r:id="R4f1d0a43f96c447b"/>
    <p:sldId xmlns:r="http://schemas.openxmlformats.org/officeDocument/2006/relationships" id="261" r:id="Rcac2a7b2a3c044ab"/>
    <p:sldId xmlns:r="http://schemas.openxmlformats.org/officeDocument/2006/relationships" id="262" r:id="R2cd944e25de948a7"/>
    <p:sldId xmlns:r="http://schemas.openxmlformats.org/officeDocument/2006/relationships" id="263" r:id="R813c32aad5e94401"/>
    <p:sldId xmlns:r="http://schemas.openxmlformats.org/officeDocument/2006/relationships" id="264" r:id="R8d089a681edd4a9f"/>
    <p:sldId xmlns:r="http://schemas.openxmlformats.org/officeDocument/2006/relationships" id="265" r:id="R892a6220ecc745f6"/>
    <p:sldId xmlns:r="http://schemas.openxmlformats.org/officeDocument/2006/relationships" id="266" r:id="R49e696c92c79471e"/>
    <p:sldId xmlns:r="http://schemas.openxmlformats.org/officeDocument/2006/relationships" id="267" r:id="Rf4f72b1b627747cd"/>
    <p:sldId xmlns:r="http://schemas.openxmlformats.org/officeDocument/2006/relationships" id="268" r:id="R6ef53ef4db094100"/>
    <p:sldId xmlns:r="http://schemas.openxmlformats.org/officeDocument/2006/relationships" id="269" r:id="R98ef35e14be641fb"/>
    <p:sldId xmlns:r="http://schemas.openxmlformats.org/officeDocument/2006/relationships" id="270" r:id="R782e613d93474af7"/>
    <p:sldId xmlns:r="http://schemas.openxmlformats.org/officeDocument/2006/relationships" id="271" r:id="Rf47ed269715442d5"/>
    <p:sldId xmlns:r="http://schemas.openxmlformats.org/officeDocument/2006/relationships" id="272" r:id="Rd9a4c8ada37d4c7d"/>
    <p:sldId xmlns:r="http://schemas.openxmlformats.org/officeDocument/2006/relationships" id="273" r:id="R2ea95fb107a74f5b"/>
    <p:sldId xmlns:r="http://schemas.openxmlformats.org/officeDocument/2006/relationships" id="274" r:id="Rb631cb4fa19c40c2"/>
    <p:sldId xmlns:r="http://schemas.openxmlformats.org/officeDocument/2006/relationships" id="275" r:id="Rd257f701cc3448e8"/>
    <p:sldId xmlns:r="http://schemas.openxmlformats.org/officeDocument/2006/relationships" id="276" r:id="Rb0eb35a7e2804b32"/>
    <p:sldId xmlns:r="http://schemas.openxmlformats.org/officeDocument/2006/relationships" id="277" r:id="Rafb23644283347f6"/>
    <p:sldId xmlns:r="http://schemas.openxmlformats.org/officeDocument/2006/relationships" id="278" r:id="R753c7836cf7643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38fd4d7a234291" /><Relationship Type="http://schemas.openxmlformats.org/officeDocument/2006/relationships/slideMaster" Target="/ppt/slideMasters/slideMaster1.xml" Id="Rec5d1f8e0a2141d9" /><Relationship Type="http://schemas.openxmlformats.org/officeDocument/2006/relationships/notesMaster" Target="/ppt/notesMasters/notesMaster1.xml" Id="Re9e8fdf9b1214c5f" /><Relationship Type="http://schemas.openxmlformats.org/officeDocument/2006/relationships/presProps" Target="/ppt/presProps.xml" Id="R44d46743dd4d4d55" /><Relationship Type="http://schemas.openxmlformats.org/officeDocument/2006/relationships/tableStyles" Target="/ppt/tableStyles.xml" Id="Rb2adf7ae72254000" /><Relationship Type="http://schemas.openxmlformats.org/officeDocument/2006/relationships/slide" Target="/ppt/slides/slide1.xml" Id="Rb5e3d970aef147b3" /><Relationship Type="http://schemas.openxmlformats.org/officeDocument/2006/relationships/slide" Target="/ppt/slides/slide2.xml" Id="R46e47e84f5394ace" /><Relationship Type="http://schemas.openxmlformats.org/officeDocument/2006/relationships/slide" Target="/ppt/slides/slide3.xml" Id="R76f10fe159704358" /><Relationship Type="http://schemas.openxmlformats.org/officeDocument/2006/relationships/slide" Target="/ppt/slides/slide4.xml" Id="Re60a7058003c46a2" /><Relationship Type="http://schemas.openxmlformats.org/officeDocument/2006/relationships/slide" Target="/ppt/slides/slide5.xml" Id="R4f1d0a43f96c447b" /><Relationship Type="http://schemas.openxmlformats.org/officeDocument/2006/relationships/slide" Target="/ppt/slides/slide6.xml" Id="Rcac2a7b2a3c044ab" /><Relationship Type="http://schemas.openxmlformats.org/officeDocument/2006/relationships/slide" Target="/ppt/slides/slide7.xml" Id="R2cd944e25de948a7" /><Relationship Type="http://schemas.openxmlformats.org/officeDocument/2006/relationships/slide" Target="/ppt/slides/slide8.xml" Id="R813c32aad5e94401" /><Relationship Type="http://schemas.openxmlformats.org/officeDocument/2006/relationships/slide" Target="/ppt/slides/slide9.xml" Id="R8d089a681edd4a9f" /><Relationship Type="http://schemas.openxmlformats.org/officeDocument/2006/relationships/slide" Target="/ppt/slides/slide10.xml" Id="R892a6220ecc745f6" /><Relationship Type="http://schemas.openxmlformats.org/officeDocument/2006/relationships/slide" Target="/ppt/slides/slide11.xml" Id="R49e696c92c79471e" /><Relationship Type="http://schemas.openxmlformats.org/officeDocument/2006/relationships/slide" Target="/ppt/slides/slide12.xml" Id="Rf4f72b1b627747cd" /><Relationship Type="http://schemas.openxmlformats.org/officeDocument/2006/relationships/slide" Target="/ppt/slides/slide13.xml" Id="R6ef53ef4db094100" /><Relationship Type="http://schemas.openxmlformats.org/officeDocument/2006/relationships/slide" Target="/ppt/slides/slide14.xml" Id="R98ef35e14be641fb" /><Relationship Type="http://schemas.openxmlformats.org/officeDocument/2006/relationships/slide" Target="/ppt/slides/slide15.xml" Id="R782e613d93474af7" /><Relationship Type="http://schemas.openxmlformats.org/officeDocument/2006/relationships/slide" Target="/ppt/slides/slide16.xml" Id="Rf47ed269715442d5" /><Relationship Type="http://schemas.openxmlformats.org/officeDocument/2006/relationships/slide" Target="/ppt/slides/slide17.xml" Id="Rd9a4c8ada37d4c7d" /><Relationship Type="http://schemas.openxmlformats.org/officeDocument/2006/relationships/slide" Target="/ppt/slides/slide18.xml" Id="R2ea95fb107a74f5b" /><Relationship Type="http://schemas.openxmlformats.org/officeDocument/2006/relationships/slide" Target="/ppt/slides/slide19.xml" Id="Rb631cb4fa19c40c2" /><Relationship Type="http://schemas.openxmlformats.org/officeDocument/2006/relationships/slide" Target="/ppt/slides/slide20.xml" Id="Rd257f701cc3448e8" /><Relationship Type="http://schemas.openxmlformats.org/officeDocument/2006/relationships/slide" Target="/ppt/slides/slide21.xml" Id="Rb0eb35a7e2804b32" /><Relationship Type="http://schemas.openxmlformats.org/officeDocument/2006/relationships/slide" Target="/ppt/slides/slide22.xml" Id="Rafb23644283347f6" /><Relationship Type="http://schemas.openxmlformats.org/officeDocument/2006/relationships/slide" Target="/ppt/slides/slide23.xml" Id="R753c7836cf7643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a7f5bc1a6446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71233adfb64d33" /><Relationship Type="http://schemas.openxmlformats.org/officeDocument/2006/relationships/notesMaster" Target="/ppt/notesMasters/notesMaster1.xml" Id="R8545e2acf8bd46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565bea48da44ad" /><Relationship Type="http://schemas.openxmlformats.org/officeDocument/2006/relationships/notesMaster" Target="/ppt/notesMasters/notesMaster1.xml" Id="R13142c360cea44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733e5952924f96" /><Relationship Type="http://schemas.openxmlformats.org/officeDocument/2006/relationships/notesMaster" Target="/ppt/notesMasters/notesMaster1.xml" Id="Rf23729b254f74a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6feb73357f4f22" /><Relationship Type="http://schemas.openxmlformats.org/officeDocument/2006/relationships/notesMaster" Target="/ppt/notesMasters/notesMaster1.xml" Id="R9a462b1b2ea444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ee8f0ea5b74d50" /><Relationship Type="http://schemas.openxmlformats.org/officeDocument/2006/relationships/notesMaster" Target="/ppt/notesMasters/notesMaster1.xml" Id="Rdec300dbb7d146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dce7cc401a48c6" /><Relationship Type="http://schemas.openxmlformats.org/officeDocument/2006/relationships/notesMaster" Target="/ppt/notesMasters/notesMaster1.xml" Id="R3e089eafbc2a46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bd273a60214ad9" /><Relationship Type="http://schemas.openxmlformats.org/officeDocument/2006/relationships/notesMaster" Target="/ppt/notesMasters/notesMaster1.xml" Id="R231d3a646be94d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51fe49645547d3" /><Relationship Type="http://schemas.openxmlformats.org/officeDocument/2006/relationships/notesMaster" Target="/ppt/notesMasters/notesMaster1.xml" Id="Rb67f115fd3044f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bf3d431efe432d" /><Relationship Type="http://schemas.openxmlformats.org/officeDocument/2006/relationships/notesMaster" Target="/ppt/notesMasters/notesMaster1.xml" Id="R3963bb91f0af45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cf9064855d42dc" /><Relationship Type="http://schemas.openxmlformats.org/officeDocument/2006/relationships/notesMaster" Target="/ppt/notesMasters/notesMaster1.xml" Id="Rfacb36decc3d4e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c68223ab5f4919" /><Relationship Type="http://schemas.openxmlformats.org/officeDocument/2006/relationships/notesMaster" Target="/ppt/notesMasters/notesMaster1.xml" Id="Reef8e833b1c642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f3a1109ee4452b" /><Relationship Type="http://schemas.openxmlformats.org/officeDocument/2006/relationships/notesMaster" Target="/ppt/notesMasters/notesMaster1.xml" Id="R97c9c31846bb40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a2081d6dcd4cae" /><Relationship Type="http://schemas.openxmlformats.org/officeDocument/2006/relationships/notesMaster" Target="/ppt/notesMasters/notesMaster1.xml" Id="R11b25226e0994f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3e92bdbee14519" /><Relationship Type="http://schemas.openxmlformats.org/officeDocument/2006/relationships/notesMaster" Target="/ppt/notesMasters/notesMaster1.xml" Id="R43dc98ea9d5443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611b90dc644949" /><Relationship Type="http://schemas.openxmlformats.org/officeDocument/2006/relationships/notesMaster" Target="/ppt/notesMasters/notesMaster1.xml" Id="R89328ba85c094d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5a84e5c01e4555" /><Relationship Type="http://schemas.openxmlformats.org/officeDocument/2006/relationships/notesMaster" Target="/ppt/notesMasters/notesMaster1.xml" Id="R8128423e875d4eb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23bf77b11434634" /><Relationship Type="http://schemas.openxmlformats.org/officeDocument/2006/relationships/notesMaster" Target="/ppt/notesMasters/notesMaster1.xml" Id="R61c52f7eb4cb460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9970ee93d244946" /><Relationship Type="http://schemas.openxmlformats.org/officeDocument/2006/relationships/notesMaster" Target="/ppt/notesMasters/notesMaster1.xml" Id="Rea7bdc73539c488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c04658135724ec3" /><Relationship Type="http://schemas.openxmlformats.org/officeDocument/2006/relationships/notesMaster" Target="/ppt/notesMasters/notesMaster1.xml" Id="R93971c6dd53a4da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aeee07363d5453b" /><Relationship Type="http://schemas.openxmlformats.org/officeDocument/2006/relationships/notesMaster" Target="/ppt/notesMasters/notesMaster1.xml" Id="R55cef235c492498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8811660a2454ff1" /><Relationship Type="http://schemas.openxmlformats.org/officeDocument/2006/relationships/notesMaster" Target="/ppt/notesMasters/notesMaster1.xml" Id="R334f36587ef74fa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64b23cc9da24533" /><Relationship Type="http://schemas.openxmlformats.org/officeDocument/2006/relationships/notesMaster" Target="/ppt/notesMasters/notesMaster1.xml" Id="R2d21014d1fd840e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84c147376f1410b" /><Relationship Type="http://schemas.openxmlformats.org/officeDocument/2006/relationships/notesMaster" Target="/ppt/notesMasters/notesMaster1.xml" Id="R3a3b588765164b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Authored teaching pictures, not historical photographs.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A: the library books.</a:t>
            </a:r>
          </a:p>
          <a:p xmlns:a="http://schemas.openxmlformats.org/drawingml/2006/main">
            <a:r>
              <a:t>It explains what the symbols stand for.</a:t>
            </a:r>
          </a:p>
          <a:p xmlns:a="http://schemas.openxmlformats.org/drawingml/2006/main">
            <a:r>
              <a:t>An action that meets a need</a:t>
            </a:r>
          </a:p>
          <a:p xmlns:a="http://schemas.openxmlformats.org/drawingml/2006/main">
            <a:r>
              <a:t>No. It is an invented map for practising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A: the library books.</a:t>
            </a:r>
          </a:p>
          <a:p xmlns:a="http://schemas.openxmlformats.org/drawingml/2006/main">
            <a:r>
              <a:t>It explains what the symbols stand for.</a:t>
            </a:r>
          </a:p>
          <a:p xmlns:a="http://schemas.openxmlformats.org/drawingml/2006/main">
            <a:r>
              <a:t>An action that meets a need Accept a relevant example.</a:t>
            </a:r>
          </a:p>
          <a:p xmlns:a="http://schemas.openxmlformats.org/drawingml/2006/main">
            <a:r>
              <a:t>No. It is an invented map for practising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A: the library books. It cannot establish a real person’s whole experience or belief.</a:t>
            </a:r>
          </a:p>
          <a:p xmlns:a="http://schemas.openxmlformats.org/drawingml/2006/main">
            <a:r>
              <a:t>It explains what the symbols stand for.</a:t>
            </a:r>
          </a:p>
          <a:p xmlns:a="http://schemas.openxmlformats.org/drawingml/2006/main">
            <a:r>
              <a:t>An action that meets a need Accept a supported connection.</a:t>
            </a:r>
          </a:p>
          <a:p xmlns:a="http://schemas.openxmlformats.org/drawingml/2006/main">
            <a:r>
              <a:t>No. It is an invented map for practising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explains what the symbols stand for.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explains what the symbols stand for. No. It is an invented map for practising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explains what the symbols stand for. No. It is an invented map for practising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explains what the symbols stand for. No. It is an invented map for practising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explains what the symbols stand for. No. It is an invented map for practising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explains what the symbols stand for. No. It is an invented map for practising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explains what the symbols stand for. No. It is an invented map for practising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explains what the symbols stand for. No. It is an invented map for practising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BUILD_A1_W03, page 3. F: labelled or symbol-supported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4236fdf864d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a585e0d1644a3a" /><Relationship Type="http://schemas.openxmlformats.org/officeDocument/2006/relationships/slideLayout" Target="/ppt/slideLayouts/slideLayout1.xml" Id="R1360b59c03c043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60b59c03c043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af5290d1b419b" /><Relationship Type="http://schemas.openxmlformats.org/officeDocument/2006/relationships/notesSlide" Target="/ppt/notesSlides/notesSlide1.xml" Id="R8645aecc7dc94e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97ea54ce943ca" /><Relationship Type="http://schemas.openxmlformats.org/officeDocument/2006/relationships/image" Target="/ppt/media/image.png" Id="R1ef066c3ad9b401c" /><Relationship Type="http://schemas.openxmlformats.org/officeDocument/2006/relationships/notesSlide" Target="/ppt/notesSlides/notesSlide2.xml" Id="Rf5f47917a39944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5898a2672478f" /><Relationship Type="http://schemas.openxmlformats.org/officeDocument/2006/relationships/notesSlide" Target="/ppt/notesSlides/notesSlide3.xml" Id="R85ce5bc7ac4849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d51ecd780436f" /><Relationship Type="http://schemas.openxmlformats.org/officeDocument/2006/relationships/notesSlide" Target="/ppt/notesSlides/notesSlide4.xml" Id="R7ef1f7f0af6649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6a06855e74bba" /><Relationship Type="http://schemas.openxmlformats.org/officeDocument/2006/relationships/notesSlide" Target="/ppt/notesSlides/notesSlide5.xml" Id="Rc3cdaed8aa7c40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f3cb3302e4272" /><Relationship Type="http://schemas.openxmlformats.org/officeDocument/2006/relationships/notesSlide" Target="/ppt/notesSlides/notesSlide6.xml" Id="Rf53d19f4094d42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6803cc2a94cca" /><Relationship Type="http://schemas.openxmlformats.org/officeDocument/2006/relationships/notesSlide" Target="/ppt/notesSlides/notesSlide7.xml" Id="R2ff91b7174044f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d27a6f42e45d3" /><Relationship Type="http://schemas.openxmlformats.org/officeDocument/2006/relationships/notesSlide" Target="/ppt/notesSlides/notesSlide8.xml" Id="Rcf821dcd8c4747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9efdc79274862" /><Relationship Type="http://schemas.openxmlformats.org/officeDocument/2006/relationships/notesSlide" Target="/ppt/notesSlides/notesSlide9.xml" Id="R7d10678ce00d4a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5eb1fb9bf4073" /><Relationship Type="http://schemas.openxmlformats.org/officeDocument/2006/relationships/notesSlide" Target="/ppt/notesSlides/notesSlide10.xml" Id="R8753fb9856a340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0d97922094129" /><Relationship Type="http://schemas.openxmlformats.org/officeDocument/2006/relationships/notesSlide" Target="/ppt/notesSlides/notesSlide11.xml" Id="R909e6388a9c442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24478c1ee4057" /><Relationship Type="http://schemas.openxmlformats.org/officeDocument/2006/relationships/notesSlide" Target="/ppt/notesSlides/notesSlide12.xml" Id="R95890dff1ca14d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a799b539846ab" /><Relationship Type="http://schemas.openxmlformats.org/officeDocument/2006/relationships/notesSlide" Target="/ppt/notesSlides/notesSlide13.xml" Id="R816b90a4219b45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8eac4caf64290" /><Relationship Type="http://schemas.openxmlformats.org/officeDocument/2006/relationships/notesSlide" Target="/ppt/notesSlides/notesSlide14.xml" Id="Rd905efe3a75448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af8140ffb498f" /><Relationship Type="http://schemas.openxmlformats.org/officeDocument/2006/relationships/notesSlide" Target="/ppt/notesSlides/notesSlide15.xml" Id="Ra6eeb2d6542945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375b78ba84945" /><Relationship Type="http://schemas.openxmlformats.org/officeDocument/2006/relationships/notesSlide" Target="/ppt/notesSlides/notesSlide16.xml" Id="R9cb9860e7d92475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88a0c50094d4e" /><Relationship Type="http://schemas.openxmlformats.org/officeDocument/2006/relationships/notesSlide" Target="/ppt/notesSlides/notesSlide17.xml" Id="Rd8fb66e074e94c8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ceca25ae7465e" /><Relationship Type="http://schemas.openxmlformats.org/officeDocument/2006/relationships/notesSlide" Target="/ppt/notesSlides/notesSlide18.xml" Id="R5842a080336b4be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a88c363814d38" /><Relationship Type="http://schemas.openxmlformats.org/officeDocument/2006/relationships/notesSlide" Target="/ppt/notesSlides/notesSlide19.xml" Id="R44b77337a693445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cb95c093240cb" /><Relationship Type="http://schemas.openxmlformats.org/officeDocument/2006/relationships/notesSlide" Target="/ppt/notesSlides/notesSlide20.xml" Id="Rd035f5591d82491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9389a97af437b" /><Relationship Type="http://schemas.openxmlformats.org/officeDocument/2006/relationships/notesSlide" Target="/ppt/notesSlides/notesSlide21.xml" Id="R28db8cc1e657478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3633c4440489d" /><Relationship Type="http://schemas.openxmlformats.org/officeDocument/2006/relationships/notesSlide" Target="/ppt/notesSlides/notesSlide22.xml" Id="Rf4f44fea4b364a7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b498162ef429f" /><Relationship Type="http://schemas.openxmlformats.org/officeDocument/2006/relationships/notesSlide" Target="/ppt/notesSlides/notesSlide23.xml" Id="R5d16c73d78b34c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FC8DA-A27F-4F15-8F7F-E4ED299A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0076B-3294-46E1-80FE-4D5C5D89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C0D41-4466-4E27-9698-BD9EBF36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Places in my community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2CEE1-095D-4EB1-B3C9-BF9E63EA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1A0EE-2390-40DC-9ACA-4A378146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Recognise places in my local community.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1C562-32C6-4C5D-8C02-D0BEEEF7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Who helps us belong to a community?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 can identify important people and places, describe a change, and explain one way I belong.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8E3C2-A7FA-40D7-BC00-67B39CD2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Opening                                              1 / 23</a:t>
            </a:r>
          </a:p>
        </p:txBody>
      </p:sp>
    </p:spTree>
    <p:extLst>
      <p:ext uri="{BB962C8B-B14F-4D97-AF65-F5344CB8AC3E}">
        <p14:creationId xmlns:p14="http://schemas.microsoft.com/office/powerpoint/2010/main" val="18266917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D6B43-3DFE-4B55-997B-D35DDB3F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9A4A9-98ED-46BD-950E-4565F600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3FC25-BB2E-4D16-8432-FC9D02B6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Picture choices for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B4DC3-FD4D-43FA-9335-52ACEF9D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84B37-5121-4920-B8F0-C7814CAF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Point, choose or explain. Revisit this visual beside your chosen route.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066c3ad9b401c"/>
          <a:stretch xmlns:a="http://schemas.openxmlformats.org/drawingml/2006/main"/>
        </p:blipFill>
        <p:spPr>
          <a:xfrm xmlns:a="http://schemas.openxmlformats.org/drawingml/2006/main">
            <a:off x="762000" y="3028950"/>
            <a:ext cx="10668000" cy="2800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BCCEB-E4C1-4273-9811-2A0FC906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2 / 23</a:t>
            </a:r>
          </a:p>
        </p:txBody>
      </p:sp>
    </p:spTree>
    <p:extLst>
      <p:ext uri="{BB962C8B-B14F-4D97-AF65-F5344CB8AC3E}">
        <p14:creationId xmlns:p14="http://schemas.microsoft.com/office/powerpoint/2010/main" val="1769572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FB687-B700-4072-AD82-41B81531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5ABDD-A3A1-4BD3-BCCF-0CEED3D0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38271-3B20-4EFA-9D37-3306063C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77EDA-6AB2-4E60-B02C-1F1EE012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41C73-5724-4D4C-A36D-912198A4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D3901-7393-430B-86CF-829832EF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picture can help someone find a book?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 or B. Point first; an adult can record your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does a map key do?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or listen to the relevant evidence card; point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Find “care” in word help. What does it mean?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word and meaning cards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Does our practice map show the real route to school?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source limit or map key as a clue.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FA6D2-1912-42D2-84F9-B89025F7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3 / 23</a:t>
            </a:r>
          </a:p>
        </p:txBody>
      </p:sp>
    </p:spTree>
    <p:extLst>
      <p:ext uri="{BB962C8B-B14F-4D97-AF65-F5344CB8AC3E}">
        <p14:creationId xmlns:p14="http://schemas.microsoft.com/office/powerpoint/2010/main" val="7719110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E4B2C-521E-4ED5-B2FB-0BEDE7BD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2ABE5-180A-4E0E-9077-DBCD19B3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E6C51-CB59-4AC8-B974-CCA281F4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F197F-1627-4891-BD2A-51F22EA4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DB430-E68F-4742-BEBE-75621CE9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888C2-F054-4C99-86E7-84B06525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picture can help someone find a book? Explain your choice.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 or B. Point first; an adult can record your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does a map key do?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one source detail or labelled map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Explain care using an example.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an example from the evidence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Does our practice map show the real route to school?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State the reason for your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2E25E-B0B0-475E-AA4A-55AB9CC3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4 / 23</a:t>
            </a:r>
          </a:p>
        </p:txBody>
      </p:sp>
    </p:spTree>
    <p:extLst>
      <p:ext uri="{BB962C8B-B14F-4D97-AF65-F5344CB8AC3E}">
        <p14:creationId xmlns:p14="http://schemas.microsoft.com/office/powerpoint/2010/main" val="11389831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0F9B9-E925-4C0B-B2DC-ADA52C7B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0B431-3580-41E7-957F-6EA32433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883D1-1EB5-41C7-A37C-296DDCB6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A92B5-84D0-42B6-A91D-D680759E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F600D-2DAE-4472-8B49-C089FF20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C4027-1E5F-465E-BF6A-D8D79C14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picture can help someone find a book? What can this teaching picture not tell us?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Separate the illustration from historical or personal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does a map key do? Give supporting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the source or data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How does care help answer today’s enquiry?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the connection,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Does our practice map show the real route to school? Explain a limit or further check.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Think about what the supplied evidence leaves uncertain.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D963E-4D14-46EB-9152-AAD33D1B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5 / 23</a:t>
            </a:r>
          </a:p>
        </p:txBody>
      </p:sp>
    </p:spTree>
    <p:extLst>
      <p:ext uri="{BB962C8B-B14F-4D97-AF65-F5344CB8AC3E}">
        <p14:creationId xmlns:p14="http://schemas.microsoft.com/office/powerpoint/2010/main" val="4156129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51BB9-F503-4B9E-9AFB-57DABE2C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6F314-5A8F-4B6C-9483-489207A4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DDEAE-5291-4C23-B696-890D17BB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Words for the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C6FCD-E937-44A4-807A-6235322C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DA58D-221F-4989-8FDD-45BED33F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What does a map key do?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BA090-78B5-45B8-96C7-6F06AC4E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community: People linked by a place or activity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care: An action that meets a need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belong: Feel included in a group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service: Work that helps people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076F5-F6A8-4567-B6CF-54CF50E1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Starter                                              6 / 23</a:t>
            </a:r>
          </a:p>
        </p:txBody>
      </p:sp>
    </p:spTree>
    <p:extLst>
      <p:ext uri="{BB962C8B-B14F-4D97-AF65-F5344CB8AC3E}">
        <p14:creationId xmlns:p14="http://schemas.microsoft.com/office/powerpoint/2010/main" val="20083479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7CBF0-3486-406E-9586-255C3A3B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C3BCE-79EB-4B59-BF93-82BD3976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735CD-67C4-432B-B970-B49AF07C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69366-0C3A-46DA-937A-E95291A7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5801B-025D-4190-931D-38861819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Alex and Sam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44883-F19F-4778-87A3-870E15DB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Fictional case: Alex is new to the youth club. Sam, a trusted club worker, explains the choices and shows Alex a quiet place.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C4A40-CE96-4D4E-8C1B-7592F005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7 / 23</a:t>
            </a:r>
          </a:p>
        </p:txBody>
      </p:sp>
    </p:spTree>
    <p:extLst>
      <p:ext uri="{BB962C8B-B14F-4D97-AF65-F5344CB8AC3E}">
        <p14:creationId xmlns:p14="http://schemas.microsoft.com/office/powerpoint/2010/main" val="6753662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AABBA-B0E5-4D5C-8828-3FD4236F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B6DC9-8F1E-446E-8266-45E84FFD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D9C42-676C-41DD-A0A1-8DE1F9A7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B7BE8-24F3-490A-A5A6-F102D4D3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2E2E9-77F6-452A-993E-FABF6ED3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Library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863BE-B675-4685-9B27-2328476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 library lends books and can offer space to read or find information. Our practice map puts the library in square 1021.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1A42C-9A67-4254-9A6C-7200329C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8 / 23</a:t>
            </a:r>
          </a:p>
        </p:txBody>
      </p:sp>
    </p:spTree>
    <p:extLst>
      <p:ext uri="{BB962C8B-B14F-4D97-AF65-F5344CB8AC3E}">
        <p14:creationId xmlns:p14="http://schemas.microsoft.com/office/powerpoint/2010/main" val="16101542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8CDA3-6AF1-4EAB-BCD1-DD3FE8A9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C98C9-B67E-4D44-8A3B-0A6ABA55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31557-5F17-4094-B3A0-33452F57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FA5FE-08A7-43B4-BB6C-60BF6887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659AA-54AD-4FCA-86A5-F32427D1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Health centre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EC48A-4515-44B5-BB55-2023F3F5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practice health centre is in square 1221. A receptionist helps people arrange appointments; trained health staff provide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5924C-E72A-4E39-8928-7135EB63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9 / 23</a:t>
            </a:r>
          </a:p>
        </p:txBody>
      </p:sp>
    </p:spTree>
    <p:extLst>
      <p:ext uri="{BB962C8B-B14F-4D97-AF65-F5344CB8AC3E}">
        <p14:creationId xmlns:p14="http://schemas.microsoft.com/office/powerpoint/2010/main" val="7653644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4CD0E-581B-400A-BC61-A87A5BDA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DB50A-B3F7-433D-8FFD-3182551C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F16F7-0EB6-453D-A10D-79DFC3E5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18780-90F0-434B-96E6-C0574F36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A942E-0AC2-4928-82F1-65348646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Park and hall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DFA0C-98F1-4E3E-929B-D0BE9001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Our practice park is in 1122 and community hall in 1121. The hall hosts a drawing club with an optional quiet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33B88-FBBC-4F5F-8369-9D6F48CA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10 / 23</a:t>
            </a:r>
          </a:p>
        </p:txBody>
      </p:sp>
    </p:spTree>
    <p:extLst>
      <p:ext uri="{BB962C8B-B14F-4D97-AF65-F5344CB8AC3E}">
        <p14:creationId xmlns:p14="http://schemas.microsoft.com/office/powerpoint/2010/main" val="12254605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D2650-E6AE-4B9B-9315-6BCDAC14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94E90-AA99-4281-95EE-F9759F27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5C0DE-B198-4D61-8262-B1499B0F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0447C-5C91-446D-8B03-0BD741E3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29587-35C9-465C-A30C-29C9EEBB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BEC69-8401-451A-A3CE-B234F126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 the enquiry: What does a map key do?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20BB2-A4D8-4DF6-8C45-D44BD7C8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11 / 23</a:t>
            </a:r>
          </a:p>
        </p:txBody>
      </p:sp>
    </p:spTree>
    <p:extLst>
      <p:ext uri="{BB962C8B-B14F-4D97-AF65-F5344CB8AC3E}">
        <p14:creationId xmlns:p14="http://schemas.microsoft.com/office/powerpoint/2010/main" val="15234566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DF754-BB71-4001-B064-4CE47880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08574-DB41-439D-84A9-7CBB1770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CB427-5E93-46ED-BF6A-CB0E41AF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38DF4-0765-4AFE-90BA-2B3C7B44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86403-33CC-4C43-A1A2-481F4731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4E63E-4D24-4133-ADEF-216042C4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Locate the evidence: Use the date, key and source labels on the visual resource.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7AC21-7D19-45FA-B80D-AC8D5383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12 / 23</a:t>
            </a:r>
          </a:p>
        </p:txBody>
      </p:sp>
    </p:spTree>
    <p:extLst>
      <p:ext uri="{BB962C8B-B14F-4D97-AF65-F5344CB8AC3E}">
        <p14:creationId xmlns:p14="http://schemas.microsoft.com/office/powerpoint/2010/main" val="2574551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3089E-2976-48F9-A34C-CDAE3791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0C735-A100-4EF0-AF08-418EE7AA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15D85-283D-4D27-B1F2-6D9A4FC4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74D05-CB71-4C83-B874-10D391AD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79791-1F22-4074-BE01-A70BD9B7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40965-E074-4B65-813F-7B8529F0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Think aloud: It explains what the symbols stand for.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01EA1-8013-4C60-AA5F-78CD8BB0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13 / 23</a:t>
            </a:r>
          </a:p>
        </p:txBody>
      </p:sp>
    </p:spTree>
    <p:extLst>
      <p:ext uri="{BB962C8B-B14F-4D97-AF65-F5344CB8AC3E}">
        <p14:creationId xmlns:p14="http://schemas.microsoft.com/office/powerpoint/2010/main" val="18692706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E9AE3-3738-4D62-BC5D-AB47AB48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77E4C-9366-4AA1-8267-35C1C70D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841B6-1DA6-475F-9CA5-6890A779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3A01A-1AE1-409E-BEC6-DF6CEE65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0EF81-CEC2-478C-B1A0-FC2C3BF2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1E58D-A904-4F38-AA6C-574704B9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the limit or method: No. It is an invented map for practising location.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0B28C-0554-427E-B622-66F73572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14 / 23</a:t>
            </a:r>
          </a:p>
        </p:txBody>
      </p:sp>
    </p:spTree>
    <p:extLst>
      <p:ext uri="{BB962C8B-B14F-4D97-AF65-F5344CB8AC3E}">
        <p14:creationId xmlns:p14="http://schemas.microsoft.com/office/powerpoint/2010/main" val="19502054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4B060-91EB-416E-AD7F-CB498690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D95DF-6F8C-4215-83B4-16DC53E2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CCAF8-5D30-40B4-A342-C0522B66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Shared investigation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41EBC-9D48-4827-8AD1-9E0E3562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C3CDE-AFAB-4A85-ABA9-C730A44C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Find the library and park using the key. Choose a place and link it to its purpose.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A7AA0-2952-4503-A56A-9714F424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symbol ___ means ___. The ___ is used for ___.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C3CED-858B-49D4-99AF-BA9F0617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15 / 23</a:t>
            </a:r>
          </a:p>
        </p:txBody>
      </p:sp>
    </p:spTree>
    <p:extLst>
      <p:ext uri="{BB962C8B-B14F-4D97-AF65-F5344CB8AC3E}">
        <p14:creationId xmlns:p14="http://schemas.microsoft.com/office/powerpoint/2010/main" val="7761923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32EED-BB26-46C1-8630-CDD6F774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59FE7-7E4C-4906-AD07-818D3ABE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CFB62-47AD-46E7-962E-AB9E927E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 for the shared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530CB-B430-452B-96C2-7F908B01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5CB8B-E451-40BB-82E7-0C45D3D4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the support you need today.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0183D-904D-48E8-BEE5-81E455E6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Supported: Start with a labelled place and a reduced set of location choices.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Standard: Use the key, direction and location clues before answering.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Stretch: Explain the effect of map scale or the limits of the location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3AF3D-0357-4138-A2A5-2EE54A28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16 / 23</a:t>
            </a:r>
          </a:p>
        </p:txBody>
      </p:sp>
    </p:spTree>
    <p:extLst>
      <p:ext uri="{BB962C8B-B14F-4D97-AF65-F5344CB8AC3E}">
        <p14:creationId xmlns:p14="http://schemas.microsoft.com/office/powerpoint/2010/main" val="13819020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92C90-33E4-4B61-81A1-92A4832F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6E3F7-CFBE-4F25-A68E-7B9FB416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C2C73-DF57-4B01-B28D-F85A716D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80AF5-C22D-4B1A-8BBE-F2696CD3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13C01-7ABD-4028-8490-D1DB9B30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Recognise places in my local community.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5C88E-618C-4E43-AE02-243BBF4F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Use the practice map, then substitute familiar local labels where 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Mark two or three places using symbols.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Record what one place is used for.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one step. Read the sources with an adult, reduce the visible choice set and use: The symbol ___ means ___. The ___ is used for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Keep all required evidence; speech, pointing, drawing and exact scribing are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6C6CD-8D60-4F89-977B-D3ADD388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17 / 23</a:t>
            </a:r>
          </a:p>
        </p:txBody>
      </p:sp>
    </p:spTree>
    <p:extLst>
      <p:ext uri="{BB962C8B-B14F-4D97-AF65-F5344CB8AC3E}">
        <p14:creationId xmlns:p14="http://schemas.microsoft.com/office/powerpoint/2010/main" val="12843206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7CCED-1C06-4C9A-AEB9-CD918268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3B421-B327-47C0-B3B3-F19146D4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4EC03-5568-4D8A-9958-266F96F6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981E4-18FC-41A8-8AA1-DCA3EEF3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32BA7-0126-4DCC-98A2-6E8D2CEC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Recognise places in my local community.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B96B5-3347-4FEF-80AF-4ACC2802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Use the practice map, then substitute familiar local labels where 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Mark two or three places using symbols.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Record what one place is used for.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symbol ___ means ___. The ___ is used for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evidence before adding a final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B1D18-EE87-4968-8FF1-7017531C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18 / 23</a:t>
            </a:r>
          </a:p>
        </p:txBody>
      </p:sp>
    </p:spTree>
    <p:extLst>
      <p:ext uri="{BB962C8B-B14F-4D97-AF65-F5344CB8AC3E}">
        <p14:creationId xmlns:p14="http://schemas.microsoft.com/office/powerpoint/2010/main" val="1136625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15A1D-0A46-485A-A85D-C8E1B497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F46D6-FF53-4EDF-9FF7-6B75A10C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425D0-FF98-428A-81A9-5233DFBD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A79B3-F13F-40FF-83E5-D7C3B7B0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92E34-F4DF-48D3-A18C-AEC2152B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Recognise places in my local community.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03AAB-4D9F-4727-BD35-F97B7F7D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Use the practice map, then substitute familiar local labels where 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Mark two or three places using symbols.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Record what one place is used for.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Plan your answer using the source labels. Use the frame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Describe a route between two mapped places using left, right or near.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F4F33-5B5A-4BEB-856A-4F5497CD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19 / 23</a:t>
            </a:r>
          </a:p>
        </p:txBody>
      </p:sp>
    </p:spTree>
    <p:extLst>
      <p:ext uri="{BB962C8B-B14F-4D97-AF65-F5344CB8AC3E}">
        <p14:creationId xmlns:p14="http://schemas.microsoft.com/office/powerpoint/2010/main" val="18258120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6A91B-7030-4D4C-9181-3D8037D6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470A8-15CE-47B0-B992-101BC9C0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B02A5-1242-49D8-BFFE-56DAF1FC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89496-3A59-4FF5-8A79-E83DD919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41CF6-3471-4B77-A2BA-ABD1A60A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labelled or symbol-supported map.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27650-3BD2-4E20-B309-BFCC01E6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source details and your own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No. It is an invented map for practising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one precise improvement and explain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CC92A-FD71-4EC8-A5C3-AF0F5C34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Review                                              20 / 23</a:t>
            </a:r>
          </a:p>
        </p:txBody>
      </p:sp>
    </p:spTree>
    <p:extLst>
      <p:ext uri="{BB962C8B-B14F-4D97-AF65-F5344CB8AC3E}">
        <p14:creationId xmlns:p14="http://schemas.microsoft.com/office/powerpoint/2010/main" val="5477776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7D72D-651F-40CD-A1E7-5C5C171C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F3CFE-0727-42C3-B5FA-98EDB6CD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51C75-51CD-45CC-8EF8-A3C60187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5DB38-AC8E-4AE4-8003-D4EFEB4B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AF80D-B9F5-4341-B55E-AD3C15E4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4B078-9F33-4CAA-AF60-DD0C6DF0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does a map key do?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a card, a symbol or the frame: The symbol ___ means ___. The ___ is used for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Does our practice map show the real route to school?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the evidence limit; an adult can scribe your words.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3AFB7-39D3-4F75-BF70-56833D83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21 / 23</a:t>
            </a:r>
          </a:p>
        </p:txBody>
      </p:sp>
    </p:spTree>
    <p:extLst>
      <p:ext uri="{BB962C8B-B14F-4D97-AF65-F5344CB8AC3E}">
        <p14:creationId xmlns:p14="http://schemas.microsoft.com/office/powerpoint/2010/main" val="109115036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921D2-C40B-499D-AB7A-23985BDC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D7BA9-3E7A-4E16-8A3C-CD02F33E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24B20-4714-4973-BB7D-178DC222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EAA62-7551-426A-9059-A2E06B35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8F416-A07A-41C4-ADE0-374E032D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8FCAE-E5BB-42FB-B2C7-A8DB4361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does a map key do?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Give one detail to support your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Does our practice map show the real route to school?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why, using the source or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56F9D-F58B-4CF7-ACCB-CCD09760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22 / 23</a:t>
            </a:r>
          </a:p>
        </p:txBody>
      </p:sp>
    </p:spTree>
    <p:extLst>
      <p:ext uri="{BB962C8B-B14F-4D97-AF65-F5344CB8AC3E}">
        <p14:creationId xmlns:p14="http://schemas.microsoft.com/office/powerpoint/2010/main" val="16890396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0F8E8-701A-452A-8B17-8775144C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B3106-E629-41F1-A59A-AE08E4CE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FE5A5-69A1-4DA6-B954-90D48BF6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8B7AF-4626-474A-90D0-1E89E1E2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6C633-8047-43BA-B5A0-37562E2B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FA555-E2B8-4A0E-9C8F-8DD84805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does a map key do? Justify with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a card, date, location or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Does our practice map show the real route to school? Evaluate a limitation.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a useful further check or alternative interpretation.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C1A49-E360-4ABA-BE69-3D3CB359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23 / 23</a:t>
            </a:r>
          </a:p>
        </p:txBody>
      </p:sp>
    </p:spTree>
    <p:extLst>
      <p:ext uri="{BB962C8B-B14F-4D97-AF65-F5344CB8AC3E}">
        <p14:creationId xmlns:p14="http://schemas.microsoft.com/office/powerpoint/2010/main" val="12602022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2026-09-19T15:02:10.4410000Z</dcterms:created>
  <dcterms:modified xsi:type="dcterms:W3CDTF">2026-09-19T15:02:10.4410000Z</dcterms:modified>
</coreProperties>
</file>