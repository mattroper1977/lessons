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dae5a2376104394" Type="http://schemas.openxmlformats.org/officeDocument/2006/relationships/officeDocument" Target="ppt/presentation.xml"/><Relationship Id="Rbab3fd885bf64b90" Type="http://schemas.openxmlformats.org/officeDocument/2006/relationships/extended-properties" Target="docProps/app.xml"/><Relationship Id="Rf35c0117e5e145e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1696cf4c8b4f86"/>
  </p:sldMasterIdLst>
  <p:notesMasterIdLst>
    <p:notesMasterId xmlns:r="http://schemas.openxmlformats.org/officeDocument/2006/relationships" r:id="R04abed7827e0466e"/>
  </p:notesMasterIdLst>
  <p:sldIdLst>
    <p:sldId xmlns:r="http://schemas.openxmlformats.org/officeDocument/2006/relationships" id="256" r:id="R1d74bb7c23034ab7"/>
    <p:sldId xmlns:r="http://schemas.openxmlformats.org/officeDocument/2006/relationships" id="257" r:id="R3643f0d756224084"/>
    <p:sldId xmlns:r="http://schemas.openxmlformats.org/officeDocument/2006/relationships" id="258" r:id="Rdb7fdbb6864049b2"/>
    <p:sldId xmlns:r="http://schemas.openxmlformats.org/officeDocument/2006/relationships" id="259" r:id="R83b7d2ba3f554be3"/>
    <p:sldId xmlns:r="http://schemas.openxmlformats.org/officeDocument/2006/relationships" id="260" r:id="R16fc4cba3c864283"/>
    <p:sldId xmlns:r="http://schemas.openxmlformats.org/officeDocument/2006/relationships" id="261" r:id="Rc9bf14af289948b2"/>
    <p:sldId xmlns:r="http://schemas.openxmlformats.org/officeDocument/2006/relationships" id="262" r:id="R5fecfd094d224913"/>
    <p:sldId xmlns:r="http://schemas.openxmlformats.org/officeDocument/2006/relationships" id="263" r:id="Rb34f835022984818"/>
    <p:sldId xmlns:r="http://schemas.openxmlformats.org/officeDocument/2006/relationships" id="264" r:id="R319a5ac768da4748"/>
    <p:sldId xmlns:r="http://schemas.openxmlformats.org/officeDocument/2006/relationships" id="265" r:id="Rfb50fd0fab6a46c9"/>
    <p:sldId xmlns:r="http://schemas.openxmlformats.org/officeDocument/2006/relationships" id="266" r:id="R6973756593ec4593"/>
    <p:sldId xmlns:r="http://schemas.openxmlformats.org/officeDocument/2006/relationships" id="267" r:id="R70e0a789b52648b8"/>
    <p:sldId xmlns:r="http://schemas.openxmlformats.org/officeDocument/2006/relationships" id="268" r:id="Rdec76e901b2d4e05"/>
    <p:sldId xmlns:r="http://schemas.openxmlformats.org/officeDocument/2006/relationships" id="269" r:id="Rcd412a512acb48a0"/>
    <p:sldId xmlns:r="http://schemas.openxmlformats.org/officeDocument/2006/relationships" id="270" r:id="Rf0cb686fc1314645"/>
    <p:sldId xmlns:r="http://schemas.openxmlformats.org/officeDocument/2006/relationships" id="271" r:id="Rf44fc45813364fe7"/>
    <p:sldId xmlns:r="http://schemas.openxmlformats.org/officeDocument/2006/relationships" id="272" r:id="R77f527812cb8417e"/>
    <p:sldId xmlns:r="http://schemas.openxmlformats.org/officeDocument/2006/relationships" id="273" r:id="R6aa62f8d610f474f"/>
    <p:sldId xmlns:r="http://schemas.openxmlformats.org/officeDocument/2006/relationships" id="274" r:id="Rf820bbb08e264e53"/>
    <p:sldId xmlns:r="http://schemas.openxmlformats.org/officeDocument/2006/relationships" id="275" r:id="Rf695abfcac454b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abed7827e0466e" Type="http://schemas.openxmlformats.org/officeDocument/2006/relationships/notesMaster" Target="notesMasters/notesMaster1.xml"/><Relationship Id="R16fc4cba3c864283" Type="http://schemas.openxmlformats.org/officeDocument/2006/relationships/slide" Target="slides/slide5.xml"/><Relationship Id="R1d74bb7c23034ab7" Type="http://schemas.openxmlformats.org/officeDocument/2006/relationships/slide" Target="slides/slide1.xml"/><Relationship Id="R319a5ac768da4748" Type="http://schemas.openxmlformats.org/officeDocument/2006/relationships/slide" Target="slides/slide9.xml"/><Relationship Id="R3643f0d756224084" Type="http://schemas.openxmlformats.org/officeDocument/2006/relationships/slide" Target="slides/slide2.xml"/><Relationship Id="R5fecfd094d224913" Type="http://schemas.openxmlformats.org/officeDocument/2006/relationships/slide" Target="slides/slide7.xml"/><Relationship Id="R6973756593ec4593" Type="http://schemas.openxmlformats.org/officeDocument/2006/relationships/slide" Target="slides/slide11.xml"/><Relationship Id="R6aa62f8d610f474f" Type="http://schemas.openxmlformats.org/officeDocument/2006/relationships/slide" Target="slides/slide18.xml"/><Relationship Id="R6c4485dac04f4ffc" Type="http://schemas.openxmlformats.org/officeDocument/2006/relationships/presProps" Target="presProps.xml"/><Relationship Id="R70e0a789b52648b8" Type="http://schemas.openxmlformats.org/officeDocument/2006/relationships/slide" Target="slides/slide12.xml"/><Relationship Id="R7676b1e2222f4e3b" Type="http://schemas.openxmlformats.org/officeDocument/2006/relationships/theme" Target="theme/theme1.xml"/><Relationship Id="R77f527812cb8417e" Type="http://schemas.openxmlformats.org/officeDocument/2006/relationships/slide" Target="slides/slide17.xml"/><Relationship Id="R7f1696cf4c8b4f86" Type="http://schemas.openxmlformats.org/officeDocument/2006/relationships/slideMaster" Target="slideMasters/slideMaster1.xml"/><Relationship Id="R83b7d2ba3f554be3" Type="http://schemas.openxmlformats.org/officeDocument/2006/relationships/slide" Target="slides/slide4.xml"/><Relationship Id="R8988abcdb4884189" Type="http://schemas.openxmlformats.org/officeDocument/2006/relationships/tableStyles" Target="tableStyles.xml"/><Relationship Id="Rb34f835022984818" Type="http://schemas.openxmlformats.org/officeDocument/2006/relationships/slide" Target="slides/slide8.xml"/><Relationship Id="Rc9bf14af289948b2" Type="http://schemas.openxmlformats.org/officeDocument/2006/relationships/slide" Target="slides/slide6.xml"/><Relationship Id="Rcd412a512acb48a0" Type="http://schemas.openxmlformats.org/officeDocument/2006/relationships/slide" Target="slides/slide14.xml"/><Relationship Id="Rdb7fdbb6864049b2" Type="http://schemas.openxmlformats.org/officeDocument/2006/relationships/slide" Target="slides/slide3.xml"/><Relationship Id="Rdec76e901b2d4e05" Type="http://schemas.openxmlformats.org/officeDocument/2006/relationships/slide" Target="slides/slide13.xml"/><Relationship Id="Rf0cb686fc1314645" Type="http://schemas.openxmlformats.org/officeDocument/2006/relationships/slide" Target="slides/slide15.xml"/><Relationship Id="Rf44fc45813364fe7" Type="http://schemas.openxmlformats.org/officeDocument/2006/relationships/slide" Target="slides/slide16.xml"/><Relationship Id="Rf695abfcac454bfc" Type="http://schemas.openxmlformats.org/officeDocument/2006/relationships/slide" Target="slides/slide20.xml"/><Relationship Id="Rf820bbb08e264e53" Type="http://schemas.openxmlformats.org/officeDocument/2006/relationships/slide" Target="slides/slide19.xml"/><Relationship Id="Rfb50fd0fab6a46c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f523ffc43e0a4d8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6ed35148f694537" Type="http://schemas.openxmlformats.org/officeDocument/2006/relationships/notesMaster" Target="../notesMasters/notesMaster1.xml"/><Relationship Id="Rd1289b1f9a744714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a3023f23cd9f4c54" Type="http://schemas.openxmlformats.org/officeDocument/2006/relationships/slide" Target="../slides/slide2.xml"/><Relationship Id="Raa63016e0d6340b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086ae882b9e4db3" Type="http://schemas.openxmlformats.org/officeDocument/2006/relationships/slide" Target="../slides/slide3.xml"/><Relationship Id="R6a0f2fe722c6433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ac87b40a15ea4115" Type="http://schemas.openxmlformats.org/officeDocument/2006/relationships/notesMaster" Target="../notesMasters/notesMaster1.xml"/><Relationship Id="Rfeb22f38cdaa4fe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ca2b19a6df94e29" Type="http://schemas.openxmlformats.org/officeDocument/2006/relationships/notesMaster" Target="../notesMasters/notesMaster1.xml"/><Relationship Id="Rc64f27c15a3c46f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d477b3c197474ca3" Type="http://schemas.openxmlformats.org/officeDocument/2006/relationships/notesMaster" Target="../notesMasters/notesMaster1.xml"/><Relationship Id="Rdaf6de18fbb34784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318e198b5974f63" Type="http://schemas.openxmlformats.org/officeDocument/2006/relationships/notesMaster" Target="../notesMasters/notesMaster1.xml"/><Relationship Id="Rac0f886960e5452b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cc1a6cd383b549b0" Type="http://schemas.openxmlformats.org/officeDocument/2006/relationships/notesMaster" Target="../notesMasters/notesMaster1.xml"/><Relationship Id="Rf5ea715649034ed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915045e5127e4a0f" Type="http://schemas.openxmlformats.org/officeDocument/2006/relationships/slide" Target="../slides/slide9.xml"/><Relationship Id="Rdd0af7d91b064b85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5a8dc88d8e24bf6" Type="http://schemas.openxmlformats.org/officeDocument/2006/relationships/slide" Target="../slides/slide10.xml"/><Relationship Id="Rf7a3b6b5d76f4725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b1b1a4248b1340f0" Type="http://schemas.openxmlformats.org/officeDocument/2006/relationships/notesMaster" Target="../notesMasters/notesMaster1.xml"/><Relationship Id="Rf8a566bc2420470f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829a718b7d6c415e" Type="http://schemas.openxmlformats.org/officeDocument/2006/relationships/notesMaster" Target="../notesMasters/notesMaster1.xml"/><Relationship Id="Raa5decadad4f42cc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6bcd07e8a1934fa8" Type="http://schemas.openxmlformats.org/officeDocument/2006/relationships/slide" Target="../slides/slide13.xml"/><Relationship Id="Ra612aa1cef0549b5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87eae10fbc24cf6" Type="http://schemas.openxmlformats.org/officeDocument/2006/relationships/slide" Target="../slides/slide14.xml"/><Relationship Id="R814e78dd21574328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3c694252d67f4a16" Type="http://schemas.openxmlformats.org/officeDocument/2006/relationships/notesMaster" Target="../notesMasters/notesMaster1.xml"/><Relationship Id="R45a49fd6ee9a4861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0c4be2114cbb46ec" Type="http://schemas.openxmlformats.org/officeDocument/2006/relationships/notesMaster" Target="../notesMasters/notesMaster1.xml"/><Relationship Id="R7105c60428b3421b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7bcff0ca0914b7f" Type="http://schemas.openxmlformats.org/officeDocument/2006/relationships/notesMaster" Target="../notesMasters/notesMaster1.xml"/><Relationship Id="R6ca9c3fd8bca4c9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088e3b3961dc4379" Type="http://schemas.openxmlformats.org/officeDocument/2006/relationships/notesMaster" Target="../notesMasters/notesMaster1.xml"/><Relationship Id="Rd41ecd7310294120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c9d9251c1b744314" Type="http://schemas.openxmlformats.org/officeDocument/2006/relationships/notesMaster" Target="../notesMasters/notesMaster1.xml"/><Relationship Id="Rd4552e80457f45a9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3dc3cb3a639c45a4" Type="http://schemas.openxmlformats.org/officeDocument/2006/relationships/notesMaster" Target="../notesMasters/notesMaster1.xml"/><Relationship Id="Rffda9235506e4cfb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The sources show different reasons and constraints, including work hopes and forced departure.</a:t>
            </a:r>
          </a:p>
          <a:p xmlns:a="http://schemas.openxmlformats.org/drawingml/2006/main">
            <a:r>
              <a:t>Choose: Moving to live in another place OR A reason something happened. Answer: Moving to live in another place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No. Distinguish the historical creator from the modern archive.</a:t>
            </a:r>
          </a:p>
          <a:p xmlns:a="http://schemas.openxmlformats.org/drawingml/2006/main">
            <a:r>
              <a:t>Give a reason when ready. Answer: A precise enquiry, source detail, provenance and a relevant limit.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Open the linked archive item A and separate the original record from the website’s later explanation. Link the evidence to the enquiry.</a:t>
            </a:r>
          </a:p>
          <a:p xmlns:a="http://schemas.openxmlformats.org/drawingml/2006/main">
            <a:r>
              <a:t>Explain how catalogue selection or missing voices may shape an interpretation.</a:t>
            </a:r>
          </a:p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 213/714 — Archive reference — This helps locate the telegram.</a:t>
            </a:r>
          </a:p>
          <a:p xmlns:a="http://schemas.openxmlformats.org/drawingml/2006/main">
            <a:r>
              <a:t>1948 official message — Original record — It was created at the time for an official recipient.</a:t>
            </a:r>
          </a:p>
          <a:p xmlns:a="http://schemas.openxmlformats.org/drawingml/2006/main">
            <a:r>
              <a:t>Modern explanatory webpage — Later context — It helps interpretation but is a different layer.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Archive reference ___. Original source ___. Later catalogue context ___. Useful for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Archive reference ___. Original source ___. Later catalogue context ___. Useful for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catalogue selection or missing voices may shape an interpretation.</a:t>
            </a:r>
          </a:p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Distinguish the historical creator from the modern archive.</a:t>
            </a:r>
          </a:p>
          <a:p xmlns:a="http://schemas.openxmlformats.org/drawingml/2006/main">
            <a:r>
              <a:t>A precise enquiry, source detail, provenance and a relevant limit.</a:t>
            </a:r>
          </a:p>
          <a:p xmlns:a="http://schemas.openxmlformats.org/drawingml/2006/main">
            <a:r>
              <a:t>Support: Archive reference ___. Original source ___. Later catalogue context ___. Useful for ___ because ___.</a:t>
            </a:r>
          </a:p>
          <a:p xmlns:a="http://schemas.openxmlformats.org/drawingml/2006/main">
            <a:r>
              <a:t>Extension: Explain how catalogue selection or missing voices may shape an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source and supported evaluation.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4deb52db2c84ec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a4ff4fe34ee45ce" Type="http://schemas.openxmlformats.org/officeDocument/2006/relationships/theme" Target="theme/theme2.xml"/><Relationship Id="Raef1e739f6d4482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f1e739f6d4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122c68625c74275" Type="http://schemas.openxmlformats.org/officeDocument/2006/relationships/notesSlide" Target="../notesSlides/notesSlide1.xml"/><Relationship Id="R0517237e509c42d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1032d9271c64bcb" Type="http://schemas.openxmlformats.org/officeDocument/2006/relationships/slideLayout" Target="../slideLayouts/slideLayout1.xml"/><Relationship Id="R4e0eab943044418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c5cc0e559b24b2d" Type="http://schemas.openxmlformats.org/officeDocument/2006/relationships/slideLayout" Target="../slideLayouts/slideLayout1.xml"/><Relationship Id="Rb66784747db0473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039f5d2cb434884" Type="http://schemas.openxmlformats.org/officeDocument/2006/relationships/notesSlide" Target="../notesSlides/notesSlide4.xml"/><Relationship Id="Rd651e45ff6c64d1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59052772ae24b77" Type="http://schemas.openxmlformats.org/officeDocument/2006/relationships/slideLayout" Target="../slideLayouts/slideLayout1.xml"/><Relationship Id="R3974b7e3e8974ef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837c713b304e4b6f" Type="http://schemas.openxmlformats.org/officeDocument/2006/relationships/slideLayout" Target="../slideLayouts/slideLayout1.xml"/><Relationship Id="Rab0722609211488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08ef1a6fc21475a" Type="http://schemas.openxmlformats.org/officeDocument/2006/relationships/slideLayout" Target="../slideLayouts/slideLayout1.xml"/><Relationship Id="Rc2f3a38f79224be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a3485195abf4d31" Type="http://schemas.openxmlformats.org/officeDocument/2006/relationships/notesSlide" Target="../notesSlides/notesSlide8.xml"/><Relationship Id="R53cc9bed241645ec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42ba84df954d4660" Type="http://schemas.openxmlformats.org/officeDocument/2006/relationships/slideLayout" Target="../slideLayouts/slideLayout1.xml"/><Relationship Id="Rd440344e3e59431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52e3145c36fd4216" Type="http://schemas.openxmlformats.org/officeDocument/2006/relationships/slideLayout" Target="../slideLayouts/slideLayout1.xml"/><Relationship Id="R7109003e1825453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abc2342838e54ec4" Type="http://schemas.openxmlformats.org/officeDocument/2006/relationships/slideLayout" Target="../slideLayouts/slideLayout1.xml"/><Relationship Id="Rec6b81ce4ea24a9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d408d116939409c" Type="http://schemas.openxmlformats.org/officeDocument/2006/relationships/slideLayout" Target="../slideLayouts/slideLayout1.xml"/><Relationship Id="Rec7e54e78157409a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15ca2b30900426f" Type="http://schemas.openxmlformats.org/officeDocument/2006/relationships/slideLayout" Target="../slideLayouts/slideLayout1.xml"/><Relationship Id="R2d52043ec50048de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5227f96f4a94b4e" Type="http://schemas.openxmlformats.org/officeDocument/2006/relationships/notesSlide" Target="../notesSlides/notesSlide14.xml"/><Relationship Id="R1af873a53e45471a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7f7574cc74d74607" Type="http://schemas.openxmlformats.org/officeDocument/2006/relationships/notesSlide" Target="../notesSlides/notesSlide15.xml"/><Relationship Id="Rbf63267118f84cbb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95019c801724898" Type="http://schemas.openxmlformats.org/officeDocument/2006/relationships/slideLayout" Target="../slideLayouts/slideLayout1.xml"/><Relationship Id="R7eb6699896da4d7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299d608419e641bc" Type="http://schemas.openxmlformats.org/officeDocument/2006/relationships/slideLayout" Target="../slideLayouts/slideLayout1.xml"/><Relationship Id="Red1ae3a8ee0b4c8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3b9ce39d6ac4007" Type="http://schemas.openxmlformats.org/officeDocument/2006/relationships/slideLayout" Target="../slideLayouts/slideLayout1.xml"/><Relationship Id="R6ce7e5866584475d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4b1e56c38ed84874" Type="http://schemas.openxmlformats.org/officeDocument/2006/relationships/slideLayout" Target="../slideLayouts/slideLayout1.xml"/><Relationship Id="R66bde135c65d4e2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589ac418f9904246" Type="http://schemas.openxmlformats.org/officeDocument/2006/relationships/notesSlide" Target="../notesSlides/notesSlide20.xml"/><Relationship Id="R65fd6020d7eb45a0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76BAA-463E-4305-990F-2F9924E9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Evaluating a digital archive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C9490-9BCE-4CAC-B35B-34F68D5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598AA-CE7E-428B-9961-DFD02EE6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Research and evaluate a digital archive source.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FE361-76C6-4226-8A7A-1C989359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1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8E2AF-6693-4A52-B28E-EEA19081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872787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54414-B0E0-4764-91CB-05EAC614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D03C6-A79E-4196-87A3-2A328FDD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D7A92-059F-4D00-8A4F-3164F69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is one explanation for all migration inadequate?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9196F-4AD2-4EAD-B70B-23E0E35B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migration?</a:t>
            </a:r>
          </a:p>
        </p:txBody>
      </p:sp>
    </p:spTree>
    <p:extLst>
      <p:ext uri="{BB962C8B-B14F-4D97-AF65-F5344CB8AC3E}">
        <p14:creationId xmlns:p14="http://schemas.microsoft.com/office/powerpoint/2010/main" val="637469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00E51-EB97-4331-A168-E11D6739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24D37-4551-4BFC-9BC9-EF79ECE8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4D7FB-C60A-45A5-A22B-A4316E88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Is an archive website the original creator of every document it hosts?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D37A2-7B95-481A-8319-DF2EE38D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makes a usefulness judgement convincing?</a:t>
            </a:r>
          </a:p>
        </p:txBody>
      </p:sp>
    </p:spTree>
    <p:extLst>
      <p:ext uri="{BB962C8B-B14F-4D97-AF65-F5344CB8AC3E}">
        <p14:creationId xmlns:p14="http://schemas.microsoft.com/office/powerpoint/2010/main" val="1385527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58586-4BF6-408B-8983-D7D321B9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76E73-E45F-42DA-AB81-AA7587D0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4A537-2C73-48CF-B18C-2112CF65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Moving to live in another 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22AE1-F9B1-4910-BF25-3077E381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reason something happened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A9903-FEC4-45CC-BBBA-A82AA92F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consequence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happened as a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478FD-53C6-4FE4-9FCE-F191441E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provenance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source’s origin and context</a:t>
            </a:r>
          </a:p>
        </p:txBody>
      </p:sp>
    </p:spTree>
    <p:extLst>
      <p:ext uri="{BB962C8B-B14F-4D97-AF65-F5344CB8AC3E}">
        <p14:creationId xmlns:p14="http://schemas.microsoft.com/office/powerpoint/2010/main" val="1890510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B84BA-7387-4B81-8A06-3B4B46AD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0DDFB-124D-4774-B7CA-8E45EF74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E763D-CCF8-403D-B0E5-4396578A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Open the linked archive item A and separate the original record from the website’s later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6902C-C387-4273-A3E8-542932FD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5079F-9751-4C5C-A941-00CF65D5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294381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D86D1-6E51-4794-B487-36441CB9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DB32A-E1A6-45DC-BBAF-E566EC09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0D4BD-6C1B-4CCB-960D-7C564712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Distinguish a document from the website holding it.</a:t>
            </a:r>
          </a:p>
        </p:txBody>
      </p:sp>
    </p:spTree>
    <p:extLst>
      <p:ext uri="{BB962C8B-B14F-4D97-AF65-F5344CB8AC3E}">
        <p14:creationId xmlns:p14="http://schemas.microsoft.com/office/powerpoint/2010/main" val="436174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7AB1E-1CBD-44F5-9F80-29F7549C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D806B-5F9D-48D8-B707-85607238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14985-946A-4272-8840-B659948D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11 May 1948 telegram: The Acting Governor of Jamaica told the Colonial Secretary that men had booked passages hoping for employment in Britain.</a:t>
            </a:r>
          </a:p>
        </p:txBody>
      </p:sp>
    </p:spTree>
    <p:extLst>
      <p:ext uri="{BB962C8B-B14F-4D97-AF65-F5344CB8AC3E}">
        <p14:creationId xmlns:p14="http://schemas.microsoft.com/office/powerpoint/2010/main" val="777745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1598C-0DE7-49A8-B39F-02663EDC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A54CC-761F-444D-AC76-453CE3FA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3BD0A-A09E-41AC-A786-2DC632BA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 telegram was created by officials in 1948. The National Archives provides modern access. I record both separately on the source passport.</a:t>
            </a:r>
          </a:p>
        </p:txBody>
      </p:sp>
    </p:spTree>
    <p:extLst>
      <p:ext uri="{BB962C8B-B14F-4D97-AF65-F5344CB8AC3E}">
        <p14:creationId xmlns:p14="http://schemas.microsoft.com/office/powerpoint/2010/main" val="12615526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51775-EB97-4ED1-9A89-A1C51038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45467-5023-4F5D-887C-70F4431F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C1054-B1B1-4880-8C1C-D0BD92E2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makes a usefulness judgement convincing? A precise enquiry, source detail, provenance and a relevant limit.</a:t>
            </a:r>
          </a:p>
        </p:txBody>
      </p:sp>
    </p:spTree>
    <p:extLst>
      <p:ext uri="{BB962C8B-B14F-4D97-AF65-F5344CB8AC3E}">
        <p14:creationId xmlns:p14="http://schemas.microsoft.com/office/powerpoint/2010/main" val="827755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A52DD-8EFB-428B-AEBB-30677885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D64BC-5D39-41B3-BCF1-4D75F293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41B64-00FF-42F2-B7BA-C95B1A41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Open the linked archive item A and separate the original record from the website’s later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60A0E-47CE-4ABC-BB89-BA091344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its reference and provenance.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F2996-6C95-4D2D-B285-1A195D29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8685487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FE676-8D2C-441D-B42F-6498B4F0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333E7-CEA9-47F1-B2CE-95797836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5577C-DD44-4312-92DF-94F263D0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 213/714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FD646-8607-4DA7-A7B5-D14F0CD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1948 official message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66092-290D-4386-9867-5150C3C3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Modern explanatory webpage</a:t>
            </a:r>
          </a:p>
        </p:txBody>
      </p:sp>
    </p:spTree>
    <p:extLst>
      <p:ext uri="{BB962C8B-B14F-4D97-AF65-F5344CB8AC3E}">
        <p14:creationId xmlns:p14="http://schemas.microsoft.com/office/powerpoint/2010/main" val="14438752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92339-AFA7-44CD-9134-920E715F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75B6F-6892-4C31-90A1-A78E8B9C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CFC8D-72E3-4ECC-8F40-2CDD9B40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Research the linked telegram or Cabinet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8EC19-2EC0-4E97-9483-CC98EF89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source passport with archive reference, creator, date, audience and purpose.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24AF8-22EB-4DBB-99C1-2C0DC87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usefulness and a limitation for a precise question, citing a detail.</a:t>
            </a:r>
          </a:p>
        </p:txBody>
      </p:sp>
    </p:spTree>
    <p:extLst>
      <p:ext uri="{BB962C8B-B14F-4D97-AF65-F5344CB8AC3E}">
        <p14:creationId xmlns:p14="http://schemas.microsoft.com/office/powerpoint/2010/main" val="1597179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B9902-84D1-4704-9D5A-E4EDF967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F849-6B1C-455B-B778-AABBB331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E6B93-0604-45E8-B8EC-FC6FAE56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Research the linked telegram or Cabinet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92390-84B3-4A92-B6A4-00C374B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source passport with archive reference, creator, date, audience and purpose.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C3D79-A17E-41DA-920B-B234161D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usefulness and a limitation for a precise question, citing a detail.</a:t>
            </a:r>
          </a:p>
        </p:txBody>
      </p:sp>
    </p:spTree>
    <p:extLst>
      <p:ext uri="{BB962C8B-B14F-4D97-AF65-F5344CB8AC3E}">
        <p14:creationId xmlns:p14="http://schemas.microsoft.com/office/powerpoint/2010/main" val="15550875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DBD19-8C83-427B-8CC4-9413B0D7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289E9-F253-4411-A2B2-874AFE99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1AFFE-2F45-4840-B8A5-F4C25CE5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Research the linked telegram or Cabinet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42099-A152-4FD9-AEAB-146FE92F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source passport with archive reference, creator, date, audience and purpose.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6CD05-CF41-4766-8F17-DC759D5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usefulness and a limitation for a precise question, citing a detail.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3A73C-0218-4313-A196-34C05974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catalogue selection or missing voices may shape an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6909243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99636-F2C4-4DA8-B0B0-43A9C1D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2A64F-DD9C-4E85-B3B2-513ADBA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CB6D5-0E99-4152-92BB-5226656A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annotated source and supported evaluation.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1BD14-3AEF-44F5-806B-33D47179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7B177-0C5D-4DC6-BFF3-2396A414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7599235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5B51B-D419-47DA-84F9-219AED47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555B9-F687-4D55-BC6C-15D25253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50392-8EB3-4C99-B944-64F75749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an archive website the original creator of every document it hosts?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15B09-F485-4776-8B98-EA27D632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makes a usefulness judgement convincing?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B40A5-149B-453D-A46C-C3C5EEA8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2550868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D42F3-9359-43A3-B063-02A9D4D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11 May 1948 telegram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277F5-9075-4FBC-96E9-40FA5786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E8746-B7A6-4A41-B3A9-CBA89FF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E2218-7275-4F61-A9A6-AD5CE048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B9D11-0F2F-472A-B382-3C1704B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</p:spTree>
    <p:extLst>
      <p:ext uri="{BB962C8B-B14F-4D97-AF65-F5344CB8AC3E}">
        <p14:creationId xmlns:p14="http://schemas.microsoft.com/office/powerpoint/2010/main" val="4165098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D442B-473B-4047-817D-5573CAC1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1947 to 1948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8E77E-2596-4C0B-989B-AB67DFCF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25B61-9CDC-4081-81C9-29830595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0601D-2221-4443-B235-0A6011CE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CA7B5-6642-47F5-B689-2DAA8867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</p:spTree>
    <p:extLst>
      <p:ext uri="{BB962C8B-B14F-4D97-AF65-F5344CB8AC3E}">
        <p14:creationId xmlns:p14="http://schemas.microsoft.com/office/powerpoint/2010/main" val="158268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5886C-C5D0-41B3-8770-4989918F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8 August 1972 Cabinet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49615-2AAC-41C4-A820-07089470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033D4-9685-4943-982D-9FF89755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2EDA1-0B7C-43FD-A8E6-C9A6DDA1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D2C7E-10B4-4C24-A40B-79FAFBA5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17766015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00F2E-6578-4D2D-AB87-E24F89F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15 March 1973 support letter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B7AC2-08C2-43B5-A176-5E6E2A5E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49835-9319-4F54-A5C1-AC4B5ACA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1ECD6-E311-4AA8-B4FD-033CC4E2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86C6B-4750-46A4-84A0-A001F917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</p:spTree>
    <p:extLst>
      <p:ext uri="{BB962C8B-B14F-4D97-AF65-F5344CB8AC3E}">
        <p14:creationId xmlns:p14="http://schemas.microsoft.com/office/powerpoint/2010/main" val="939096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2026-09-19T18:36:16.8620000Z</dcterms:created>
  <dcterms:modified xsi:type="dcterms:W3CDTF">2026-09-19T18:36:16.8620000Z</dcterms:modified>
</coreProperties>
</file>