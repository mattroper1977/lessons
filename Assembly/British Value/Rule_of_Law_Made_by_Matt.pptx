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069c8c70ecf143ef" /><Relationship Type="http://schemas.openxmlformats.org/officeDocument/2006/relationships/extended-properties" Target="/docProps/app.xml" Id="R03cce806da844388" /><Relationship Type="http://schemas.openxmlformats.org/officeDocument/2006/relationships/officeDocument" Target="/ppt/presentation.xml" Id="R48797441786d4c38" /></Relationships>
</file>

<file path=ppt/presentation.xml><?xml version="1.0" encoding="utf-8"?>
<p:presentation xmlns:p="http://schemas.openxmlformats.org/presentationml/2006/main">
  <p:sldMasterIdLst>
    <p:sldMasterId xmlns:r="http://schemas.openxmlformats.org/officeDocument/2006/relationships" id="2147483648" r:id="Rea8fedf12cae4434"/>
  </p:sldMasterIdLst>
  <p:notesMasterIdLst>
    <p:notesMasterId xmlns:r="http://schemas.openxmlformats.org/officeDocument/2006/relationships" r:id="R9a24a29d56c74b45"/>
  </p:notesMasterIdLst>
  <p:sldIdLst>
    <p:sldId xmlns:r="http://schemas.openxmlformats.org/officeDocument/2006/relationships" id="256" r:id="R8a86ee7455c34c11"/>
    <p:sldId xmlns:r="http://schemas.openxmlformats.org/officeDocument/2006/relationships" id="257" r:id="R81bcceaae48348e7"/>
    <p:sldId xmlns:r="http://schemas.openxmlformats.org/officeDocument/2006/relationships" id="258" r:id="Rc91bb998b6c44159"/>
    <p:sldId xmlns:r="http://schemas.openxmlformats.org/officeDocument/2006/relationships" id="259" r:id="Rc1a39c8a7fd24011"/>
    <p:sldId xmlns:r="http://schemas.openxmlformats.org/officeDocument/2006/relationships" id="260" r:id="R2c2bd303300e4598"/>
    <p:sldId xmlns:r="http://schemas.openxmlformats.org/officeDocument/2006/relationships" id="261" r:id="R1fbbf275c8cc47c1"/>
    <p:sldId xmlns:r="http://schemas.openxmlformats.org/officeDocument/2006/relationships" id="262" r:id="Rc37890b064764080"/>
    <p:sldId xmlns:r="http://schemas.openxmlformats.org/officeDocument/2006/relationships" id="263" r:id="R37e153230c3d41b8"/>
    <p:sldId xmlns:r="http://schemas.openxmlformats.org/officeDocument/2006/relationships" id="264" r:id="R7ee53abfb4ed4608"/>
    <p:sldId xmlns:r="http://schemas.openxmlformats.org/officeDocument/2006/relationships" id="265" r:id="R4970f04209954c34"/>
    <p:sldId xmlns:r="http://schemas.openxmlformats.org/officeDocument/2006/relationships" id="266" r:id="Rdf04083ebed54858"/>
    <p:sldId xmlns:r="http://schemas.openxmlformats.org/officeDocument/2006/relationships" id="267" r:id="R51e09cab5dfa40ee"/>
    <p:sldId xmlns:r="http://schemas.openxmlformats.org/officeDocument/2006/relationships" id="268" r:id="R08a84e09817240ee"/>
    <p:sldId xmlns:r="http://schemas.openxmlformats.org/officeDocument/2006/relationships" id="269" r:id="R455cd967482f413b"/>
    <p:sldId xmlns:r="http://schemas.openxmlformats.org/officeDocument/2006/relationships" id="270" r:id="R367f4b2ecbd447c8"/>
    <p:sldId xmlns:r="http://schemas.openxmlformats.org/officeDocument/2006/relationships" id="271" r:id="R50d6086a949e4355"/>
    <p:sldId xmlns:r="http://schemas.openxmlformats.org/officeDocument/2006/relationships" id="272" r:id="R75969d5e58d04e91"/>
    <p:sldId xmlns:r="http://schemas.openxmlformats.org/officeDocument/2006/relationships" id="273" r:id="R5a366ea1be2948ff"/>
    <p:sldId xmlns:r="http://schemas.openxmlformats.org/officeDocument/2006/relationships" id="274" r:id="R056f4cf5c49342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591561100d416a" /><Relationship Type="http://schemas.openxmlformats.org/officeDocument/2006/relationships/slideMaster" Target="/ppt/slideMasters/slideMaster1.xml" Id="Rea8fedf12cae4434" /><Relationship Type="http://schemas.openxmlformats.org/officeDocument/2006/relationships/notesMaster" Target="/ppt/notesMasters/notesMaster1.xml" Id="R9a24a29d56c74b45" /><Relationship Type="http://schemas.openxmlformats.org/officeDocument/2006/relationships/presProps" Target="/ppt/presProps.xml" Id="R4066a55163fe4fbd" /><Relationship Type="http://schemas.openxmlformats.org/officeDocument/2006/relationships/tableStyles" Target="/ppt/tableStyles.xml" Id="R86cd709bd7294bd1" /><Relationship Type="http://schemas.openxmlformats.org/officeDocument/2006/relationships/slide" Target="/ppt/slides/slide1.xml" Id="R8a86ee7455c34c11" /><Relationship Type="http://schemas.openxmlformats.org/officeDocument/2006/relationships/slide" Target="/ppt/slides/slide2.xml" Id="R81bcceaae48348e7" /><Relationship Type="http://schemas.openxmlformats.org/officeDocument/2006/relationships/slide" Target="/ppt/slides/slide3.xml" Id="Rc91bb998b6c44159" /><Relationship Type="http://schemas.openxmlformats.org/officeDocument/2006/relationships/slide" Target="/ppt/slides/slide4.xml" Id="Rc1a39c8a7fd24011" /><Relationship Type="http://schemas.openxmlformats.org/officeDocument/2006/relationships/slide" Target="/ppt/slides/slide5.xml" Id="R2c2bd303300e4598" /><Relationship Type="http://schemas.openxmlformats.org/officeDocument/2006/relationships/slide" Target="/ppt/slides/slide6.xml" Id="R1fbbf275c8cc47c1" /><Relationship Type="http://schemas.openxmlformats.org/officeDocument/2006/relationships/slide" Target="/ppt/slides/slide7.xml" Id="Rc37890b064764080" /><Relationship Type="http://schemas.openxmlformats.org/officeDocument/2006/relationships/slide" Target="/ppt/slides/slide8.xml" Id="R37e153230c3d41b8" /><Relationship Type="http://schemas.openxmlformats.org/officeDocument/2006/relationships/slide" Target="/ppt/slides/slide9.xml" Id="R7ee53abfb4ed4608" /><Relationship Type="http://schemas.openxmlformats.org/officeDocument/2006/relationships/slide" Target="/ppt/slides/slide10.xml" Id="R4970f04209954c34" /><Relationship Type="http://schemas.openxmlformats.org/officeDocument/2006/relationships/slide" Target="/ppt/slides/slide11.xml" Id="Rdf04083ebed54858" /><Relationship Type="http://schemas.openxmlformats.org/officeDocument/2006/relationships/slide" Target="/ppt/slides/slide12.xml" Id="R51e09cab5dfa40ee" /><Relationship Type="http://schemas.openxmlformats.org/officeDocument/2006/relationships/slide" Target="/ppt/slides/slide13.xml" Id="R08a84e09817240ee" /><Relationship Type="http://schemas.openxmlformats.org/officeDocument/2006/relationships/slide" Target="/ppt/slides/slide14.xml" Id="R455cd967482f413b" /><Relationship Type="http://schemas.openxmlformats.org/officeDocument/2006/relationships/slide" Target="/ppt/slides/slide15.xml" Id="R367f4b2ecbd447c8" /><Relationship Type="http://schemas.openxmlformats.org/officeDocument/2006/relationships/slide" Target="/ppt/slides/slide16.xml" Id="R50d6086a949e4355" /><Relationship Type="http://schemas.openxmlformats.org/officeDocument/2006/relationships/slide" Target="/ppt/slides/slide17.xml" Id="R75969d5e58d04e91" /><Relationship Type="http://schemas.openxmlformats.org/officeDocument/2006/relationships/slide" Target="/ppt/slides/slide18.xml" Id="R5a366ea1be2948ff" /><Relationship Type="http://schemas.openxmlformats.org/officeDocument/2006/relationships/slide" Target="/ppt/slides/slide19.xml" Id="R056f4cf5c49342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a12a5dd62d4d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0934076ecc43f5" /><Relationship Type="http://schemas.openxmlformats.org/officeDocument/2006/relationships/notesMaster" Target="/ppt/notesMasters/notesMaster1.xml" Id="R7c67da7c791f4a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599b93e1414d33" /><Relationship Type="http://schemas.openxmlformats.org/officeDocument/2006/relationships/notesMaster" Target="/ppt/notesMasters/notesMaster1.xml" Id="R38f530f3ec8f42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9f5efa2cbc4669" /><Relationship Type="http://schemas.openxmlformats.org/officeDocument/2006/relationships/notesMaster" Target="/ppt/notesMasters/notesMaster1.xml" Id="Ra52c5182a2634a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becb21d5704000" /><Relationship Type="http://schemas.openxmlformats.org/officeDocument/2006/relationships/notesMaster" Target="/ppt/notesMasters/notesMaster1.xml" Id="R0d65576ffe6f4d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0137ebb8084703" /><Relationship Type="http://schemas.openxmlformats.org/officeDocument/2006/relationships/notesMaster" Target="/ppt/notesMasters/notesMaster1.xml" Id="Re7a099f8057344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83947bcae146ca" /><Relationship Type="http://schemas.openxmlformats.org/officeDocument/2006/relationships/notesMaster" Target="/ppt/notesMasters/notesMaster1.xml" Id="Rea817d0dd1f841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4fd193aef446c2" /><Relationship Type="http://schemas.openxmlformats.org/officeDocument/2006/relationships/notesMaster" Target="/ppt/notesMasters/notesMaster1.xml" Id="Rbb6b6cbf929146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0c275bdb394236" /><Relationship Type="http://schemas.openxmlformats.org/officeDocument/2006/relationships/notesMaster" Target="/ppt/notesMasters/notesMaster1.xml" Id="R021c87631a0d48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1378d84a43549f9" /><Relationship Type="http://schemas.openxmlformats.org/officeDocument/2006/relationships/notesMaster" Target="/ppt/notesMasters/notesMaster1.xml" Id="R096e2e649d5b4ad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2f0657d21545de" /><Relationship Type="http://schemas.openxmlformats.org/officeDocument/2006/relationships/notesMaster" Target="/ppt/notesMasters/notesMaster1.xml" Id="Rabc280cf9e3943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f839e0cfde4b3f" /><Relationship Type="http://schemas.openxmlformats.org/officeDocument/2006/relationships/notesMaster" Target="/ppt/notesMasters/notesMaster1.xml" Id="Rc022861ef0a64a1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c4b5e245b44a52" /><Relationship Type="http://schemas.openxmlformats.org/officeDocument/2006/relationships/notesMaster" Target="/ppt/notesMasters/notesMaster1.xml" Id="R1b0d4d192c2d434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876380162694010" /><Relationship Type="http://schemas.openxmlformats.org/officeDocument/2006/relationships/notesMaster" Target="/ppt/notesMasters/notesMaster1.xml" Id="R688cee2c0135411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fd5ea1f1b8444e" /><Relationship Type="http://schemas.openxmlformats.org/officeDocument/2006/relationships/notesMaster" Target="/ppt/notesMasters/notesMaster1.xml" Id="Re5a685c293af412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a2d831daea6496c" /><Relationship Type="http://schemas.openxmlformats.org/officeDocument/2006/relationships/notesMaster" Target="/ppt/notesMasters/notesMaster1.xml" Id="Rd584d98593b949e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ca0f172cbbb417d" /><Relationship Type="http://schemas.openxmlformats.org/officeDocument/2006/relationships/notesMaster" Target="/ppt/notesMasters/notesMaster1.xml" Id="Ref419215e08b4f2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15bdd0b398e4a70" /><Relationship Type="http://schemas.openxmlformats.org/officeDocument/2006/relationships/notesMaster" Target="/ppt/notesMasters/notesMaster1.xml" Id="R393c25d2f19d4d2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c2631d5af704164" /><Relationship Type="http://schemas.openxmlformats.org/officeDocument/2006/relationships/notesMaster" Target="/ppt/notesMasters/notesMaster1.xml" Id="R14ff64e8f19a48a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fb2e808819741f8" /><Relationship Type="http://schemas.openxmlformats.org/officeDocument/2006/relationships/notesMaster" Target="/ppt/notesMasters/notesMaster1.xml" Id="R446dc2fced3248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 of law — stage 1 of 10. Planned 0–1 minutes (1 minutes shared across question and reveal).</a:t>
            </a:r>
          </a:p>
          <a:p xmlns:a="http://schemas.openxmlformats.org/drawingml/2006/main">
            <a:r>
              <a:t/>
            </a:r>
          </a:p>
          <a:p xmlns:a="http://schemas.openxmlformats.org/drawingml/2006/main">
            <a:r>
              <a:t>Read every prompt and option aloud. Pupils may answer by pointing, thumbs, speaking, or simply watching. Staff operate the board; nobody needs to type. Allow processing time. Do not require eye contact or invite personal disclosures.</a:t>
            </a:r>
          </a:p>
          <a:p xmlns:a="http://schemas.openxmlformats.org/drawingml/2006/main">
            <a:r>
              <a:t/>
            </a:r>
          </a:p>
          <a:p xmlns:a="http://schemas.openxmlformats.org/drawingml/2006/main">
            <a:r>
              <a:t>Read every prompt and option aloud. Pupils may answer by pointing, thumbs, speaking, or simply watching. Staff operate the board; nobody needs to type. Allow processing time. Do not require eye contact or invite personal disclosures. Introduce the rule of law as a way to protect rights and limit unfair uses of power. School and game examples are analogies, not criminal trials.</a:t>
            </a:r>
          </a:p>
          <a:p xmlns:a="http://schemas.openxmlformats.org/drawingml/2006/main">
            <a:r>
              <a:t/>
            </a:r>
          </a:p>
          <a:p xmlns:a="http://schemas.openxmlformats.org/drawingml/2006/main">
            <a:r>
              <a:t>Invite gestures, spoken answers or quiet thinking. Then advance to the reveal.</a:t>
            </a:r>
          </a:p>
          <a:p xmlns:a="http://schemas.openxmlformats.org/drawingml/2006/main">
            <a:r>
              <a:t/>
            </a:r>
          </a:p>
          <a:p xmlns:a="http://schemas.openxmlformats.org/drawingml/2006/main">
            <a:r>
              <a:t>SOURCE: Attorney General’s Office: the rule of law: https://ruleoflaw.campaign.gov.uk/</a:t>
            </a:r>
          </a:p>
          <a:p xmlns:a="http://schemas.openxmlformats.org/drawingml/2006/main">
            <a:r>
              <a:t/>
            </a:r>
          </a:p>
          <a:p xmlns:a="http://schemas.openxmlformats.org/drawingml/2006/main">
            <a:r>
              <a:t>SOURCE: Department for Education: reasonable adjustments: https://educationhub.blog.gov.uk/2023/04/what-are-reasonable-adjustments-and-how-do-they-help-disabled-pupils-at-school/</a:t>
            </a:r>
          </a:p>
          <a:p xmlns:a="http://schemas.openxmlformats.org/drawingml/2006/main">
            <a:r>
              <a:t/>
            </a:r>
          </a:p>
          <a:p xmlns:a="http://schemas.openxmlformats.org/drawingml/2006/main">
            <a:r>
              <a:t>Illustrated scenes: original AI-generated illustrations, not photographs of real pupils.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 of law — stage 2 of 10. Planned 1–2.5 minutes (1.5 minutes shared across question and reveal).</a:t>
            </a:r>
          </a:p>
          <a:p xmlns:a="http://schemas.openxmlformats.org/drawingml/2006/main">
            <a:r>
              <a:t/>
            </a:r>
          </a:p>
          <a:p xmlns:a="http://schemas.openxmlformats.org/drawingml/2006/main">
            <a:r>
              <a:t>Read every prompt and option aloud. Pupils may answer by pointing, thumbs, speaking, or simply watching. Staff operate the board; nobody needs to type. Allow processing time. Do not require eye contact or invite personal disclosures.</a:t>
            </a:r>
          </a:p>
          <a:p xmlns:a="http://schemas.openxmlformats.org/drawingml/2006/main">
            <a:r>
              <a:t/>
            </a:r>
          </a:p>
          <a:p xmlns:a="http://schemas.openxmlformats.org/drawingml/2006/main">
            <a:r>
              <a:t>Take a show of hands, thumbs or spoken views. The board records an idea, not a pupil vote count. Ask for a reason. Sport is an analogy; the law is different from a game rule.</a:t>
            </a:r>
          </a:p>
          <a:p xmlns:a="http://schemas.openxmlformats.org/drawingml/2006/main">
            <a:r>
              <a:t/>
            </a:r>
          </a:p>
          <a:p xmlns:a="http://schemas.openxmlformats.org/drawingml/2006/main">
            <a:r>
              <a:t>Invite gestures, spoken answers or quiet thinking. Then advance to the reveal.</a:t>
            </a:r>
          </a:p>
          <a:p xmlns:a="http://schemas.openxmlformats.org/drawingml/2006/main">
            <a:r>
              <a:t/>
            </a:r>
          </a:p>
          <a:p xmlns:a="http://schemas.openxmlformats.org/drawingml/2006/main">
            <a:r>
              <a:t>SOURCE: Attorney General’s Office: the rule of law: https://ruleoflaw.campaign.gov.uk/</a:t>
            </a:r>
          </a:p>
          <a:p xmlns:a="http://schemas.openxmlformats.org/drawingml/2006/main">
            <a:r>
              <a:t/>
            </a:r>
          </a:p>
          <a:p xmlns:a="http://schemas.openxmlformats.org/drawingml/2006/main">
            <a:r>
              <a:t>SOURCE: Department for Education: reasonable adjustments: https://educationhub.blog.gov.uk/2023/04/what-are-reasonable-adjustments-and-how-do-they-help-disabled-pupils-at-school/</a:t>
            </a:r>
          </a:p>
          <a:p xmlns:a="http://schemas.openxmlformats.org/drawingml/2006/main">
            <a:r>
              <a:t/>
            </a:r>
          </a:p>
          <a:p xmlns:a="http://schemas.openxmlformats.org/drawingml/2006/main">
            <a:r>
              <a:t>Illustrated scenes: original AI-generated illustrations, not photographs of real pupils.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 of law — stage 2 of 10. Planned 1–2.5 minutes (1.5 minutes shared across question and reveal).</a:t>
            </a:r>
          </a:p>
          <a:p xmlns:a="http://schemas.openxmlformats.org/drawingml/2006/main">
            <a:r>
              <a:t/>
            </a:r>
          </a:p>
          <a:p xmlns:a="http://schemas.openxmlformats.org/drawingml/2006/main">
            <a:r>
              <a:t>Read every prompt and option aloud. Pupils may answer by pointing, thumbs, speaking, or simply watching. Staff operate the board; nobody needs to type. Allow processing time. Do not require eye contact or invite personal disclosures.</a:t>
            </a:r>
          </a:p>
          <a:p xmlns:a="http://schemas.openxmlformats.org/drawingml/2006/main">
            <a:r>
              <a:t/>
            </a:r>
          </a:p>
          <a:p xmlns:a="http://schemas.openxmlformats.org/drawingml/2006/main">
            <a:r>
              <a:t>Take a show of hands, thumbs or spoken views. The board records an idea, not a pupil vote count. Ask for a reason. Sport is an analogy; the law is different from a game rule.</a:t>
            </a:r>
          </a:p>
          <a:p xmlns:a="http://schemas.openxmlformats.org/drawingml/2006/main">
            <a:r>
              <a:t/>
            </a:r>
          </a:p>
          <a:p xmlns:a="http://schemas.openxmlformats.org/drawingml/2006/main">
            <a:r>
              <a:t>REVEAL: Moving the goalposts for one team gives an unfair advantage. Agreed rules help people know what to expect.</a:t>
            </a:r>
          </a:p>
          <a:p xmlns:a="http://schemas.openxmlformats.org/drawingml/2006/main">
            <a:r>
              <a:t/>
            </a:r>
          </a:p>
          <a:p xmlns:a="http://schemas.openxmlformats.org/drawingml/2006/main">
            <a:r>
              <a:t>SOURCE: Attorney General’s Office: the rule of law: https://ruleoflaw.campaign.gov.uk/</a:t>
            </a:r>
          </a:p>
          <a:p xmlns:a="http://schemas.openxmlformats.org/drawingml/2006/main">
            <a:r>
              <a:t/>
            </a:r>
          </a:p>
          <a:p xmlns:a="http://schemas.openxmlformats.org/drawingml/2006/main">
            <a:r>
              <a:t>SOURCE: Department for Education: reasonable adjustments: https://educationhub.blog.gov.uk/2023/04/what-are-reasonable-adjustments-and-how-do-they-help-disabled-pupils-at-school/</a:t>
            </a:r>
          </a:p>
          <a:p xmlns:a="http://schemas.openxmlformats.org/drawingml/2006/main">
            <a:r>
              <a:t/>
            </a:r>
          </a:p>
          <a:p xmlns:a="http://schemas.openxmlformats.org/drawingml/2006/main">
            <a:r>
              <a:t>Illustrated scenes: original AI-generated illustrations, not photographs of real pupils.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 of law — stage 3 of 10. Planned 2.5–5 minutes (2.5 minutes shared across question and reveal).</a:t>
            </a:r>
          </a:p>
          <a:p xmlns:a="http://schemas.openxmlformats.org/drawingml/2006/main">
            <a:r>
              <a:t/>
            </a:r>
          </a:p>
          <a:p xmlns:a="http://schemas.openxmlformats.org/drawingml/2006/main">
            <a:r>
              <a:t>Read every prompt and option aloud. Pupils may answer by pointing, thumbs, speaking, or simply watching. Staff operate the board; nobody needs to type. Allow processing time. Do not require eye contact or invite personal disclosures.</a:t>
            </a:r>
          </a:p>
          <a:p xmlns:a="http://schemas.openxmlformats.org/drawingml/2006/main">
            <a:r>
              <a:t/>
            </a:r>
          </a:p>
          <a:p xmlns:a="http://schemas.openxmlformats.org/drawingml/2006/main">
            <a:r>
              <a:t>Play the original animation and pause at the prediction point. Ask which evidence would help. Then bridge carefully: sport helps us think about fairness; laws have their own processes and institutions.</a:t>
            </a:r>
          </a:p>
          <a:p xmlns:a="http://schemas.openxmlformats.org/drawingml/2006/main">
            <a:r>
              <a:t/>
            </a:r>
          </a:p>
          <a:p xmlns:a="http://schemas.openxmlformats.org/drawingml/2006/main">
            <a:r>
              <a:t>Invite gestures, spoken answers or quiet thinking. Then advance to the reveal.</a:t>
            </a:r>
          </a:p>
          <a:p xmlns:a="http://schemas.openxmlformats.org/drawingml/2006/main">
            <a:r>
              <a:t/>
            </a:r>
          </a:p>
          <a:p xmlns:a="http://schemas.openxmlformats.org/drawingml/2006/main">
            <a:r>
              <a:t>Click the picture in Slide Show view to play the embedded 50-second silent clip. Captions carry the story. Manually pause at 20 seconds for the prediction; resume when ready. A matching standalone MP4 is supplied.</a:t>
            </a:r>
          </a:p>
          <a:p xmlns:a="http://schemas.openxmlformats.org/drawingml/2006/main">
            <a:r>
              <a:t/>
            </a:r>
          </a:p>
          <a:p xmlns:a="http://schemas.openxmlformats.org/drawingml/2006/main">
            <a:r>
              <a:t>SOURCE: Attorney General’s Office: the rule of law: https://ruleoflaw.campaign.gov.uk/</a:t>
            </a:r>
          </a:p>
          <a:p xmlns:a="http://schemas.openxmlformats.org/drawingml/2006/main">
            <a:r>
              <a:t/>
            </a:r>
          </a:p>
          <a:p xmlns:a="http://schemas.openxmlformats.org/drawingml/2006/main">
            <a:r>
              <a:t>SOURCE: Department for Education: reasonable adjustments: https://educationhub.blog.gov.uk/2023/04/what-are-reasonable-adjustments-and-how-do-they-help-disabled-pupils-at-school/</a:t>
            </a:r>
          </a:p>
          <a:p xmlns:a="http://schemas.openxmlformats.org/drawingml/2006/main">
            <a:r>
              <a:t/>
            </a:r>
          </a:p>
          <a:p xmlns:a="http://schemas.openxmlformats.org/drawingml/2006/main">
            <a:r>
              <a:t>Illustrated scenes: original AI-generated illustrations, not photographs of real pupils.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 of law — stage 3 of 10. Planned 2.5–5 minutes (2.5 minutes shared across question and reveal).</a:t>
            </a:r>
          </a:p>
          <a:p xmlns:a="http://schemas.openxmlformats.org/drawingml/2006/main">
            <a:r>
              <a:t/>
            </a:r>
          </a:p>
          <a:p xmlns:a="http://schemas.openxmlformats.org/drawingml/2006/main">
            <a:r>
              <a:t>Read every prompt and option aloud. Pupils may answer by pointing, thumbs, speaking, or simply watching. Staff operate the board; nobody needs to type. Allow processing time. Do not require eye contact or invite personal disclosures.</a:t>
            </a:r>
          </a:p>
          <a:p xmlns:a="http://schemas.openxmlformats.org/drawingml/2006/main">
            <a:r>
              <a:t/>
            </a:r>
          </a:p>
          <a:p xmlns:a="http://schemas.openxmlformats.org/drawingml/2006/main">
            <a:r>
              <a:t>Play the original animation and pause at the prediction point. Ask which evidence would help. Then bridge carefully: sport helps us think about fairness; laws have their own processes and institutions.</a:t>
            </a:r>
          </a:p>
          <a:p xmlns:a="http://schemas.openxmlformats.org/drawingml/2006/main">
            <a:r>
              <a:t/>
            </a:r>
          </a:p>
          <a:p xmlns:a="http://schemas.openxmlformats.org/drawingml/2006/main">
            <a:r>
              <a:t>REVEAL: Use the agreed rule. Check what happened. Hear the people involved.</a:t>
            </a:r>
          </a:p>
          <a:p xmlns:a="http://schemas.openxmlformats.org/drawingml/2006/main">
            <a:r>
              <a:t/>
            </a:r>
          </a:p>
          <a:p xmlns:a="http://schemas.openxmlformats.org/drawingml/2006/main">
            <a:r>
              <a:t>Click the picture in Slide Show view to play the embedded 50-second silent clip. Captions carry the story. Manually pause at 20 seconds for the prediction; resume when ready. A matching standalone MP4 is supplied.</a:t>
            </a:r>
          </a:p>
          <a:p xmlns:a="http://schemas.openxmlformats.org/drawingml/2006/main">
            <a:r>
              <a:t/>
            </a:r>
          </a:p>
          <a:p xmlns:a="http://schemas.openxmlformats.org/drawingml/2006/main">
            <a:r>
              <a:t>SOURCE: Attorney General’s Office: the rule of law: https://ruleoflaw.campaign.gov.uk/</a:t>
            </a:r>
          </a:p>
          <a:p xmlns:a="http://schemas.openxmlformats.org/drawingml/2006/main">
            <a:r>
              <a:t/>
            </a:r>
          </a:p>
          <a:p xmlns:a="http://schemas.openxmlformats.org/drawingml/2006/main">
            <a:r>
              <a:t>SOURCE: Department for Education: reasonable adjustments: https://educationhub.blog.gov.uk/2023/04/what-are-reasonable-adjustments-and-how-do-they-help-disabled-pupils-at-school/</a:t>
            </a:r>
          </a:p>
          <a:p xmlns:a="http://schemas.openxmlformats.org/drawingml/2006/main">
            <a:r>
              <a:t/>
            </a:r>
          </a:p>
          <a:p xmlns:a="http://schemas.openxmlformats.org/drawingml/2006/main">
            <a:r>
              <a:t>Illustrated scenes: original AI-generated illustrations, not photographs of real pupils.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 of law — stage 4 of 10. Planned 5–7 minutes (2 minutes shared across question and reveal).</a:t>
            </a:r>
          </a:p>
          <a:p xmlns:a="http://schemas.openxmlformats.org/drawingml/2006/main">
            <a:r>
              <a:t/>
            </a:r>
          </a:p>
          <a:p xmlns:a="http://schemas.openxmlformats.org/drawingml/2006/main">
            <a:r>
              <a:t>Read every prompt and option aloud. Pupils may answer by pointing, thumbs, speaking, or simply watching. Staff operate the board; nobody needs to type. Allow processing time. Do not require eye contact or invite personal disclosures.</a:t>
            </a:r>
          </a:p>
          <a:p xmlns:a="http://schemas.openxmlformats.org/drawingml/2006/main">
            <a:r>
              <a:t/>
            </a:r>
          </a:p>
          <a:p xmlns:a="http://schemas.openxmlformats.org/drawingml/2006/main">
            <a:r>
              <a:t>Correct routes: SCHOOL RULE; LAW; NEED MORE INFO. “Do not steal” describes a legal prohibition in plain language, not a complete definition of a criminal offence. School rules still have to comply with the law.</a:t>
            </a:r>
          </a:p>
          <a:p xmlns:a="http://schemas.openxmlformats.org/drawingml/2006/main">
            <a:r>
              <a:t/>
            </a:r>
          </a:p>
          <a:p xmlns:a="http://schemas.openxmlformats.org/drawingml/2006/main">
            <a:r>
              <a:t>Invite gestures, spoken answers or quiet thinking. Then advance to the reveal.</a:t>
            </a:r>
          </a:p>
          <a:p xmlns:a="http://schemas.openxmlformats.org/drawingml/2006/main">
            <a:r>
              <a:t/>
            </a:r>
          </a:p>
          <a:p xmlns:a="http://schemas.openxmlformats.org/drawingml/2006/main">
            <a:r>
              <a:t>SOURCE: Attorney General’s Office: the rule of law: https://ruleoflaw.campaign.gov.uk/</a:t>
            </a:r>
          </a:p>
          <a:p xmlns:a="http://schemas.openxmlformats.org/drawingml/2006/main">
            <a:r>
              <a:t/>
            </a:r>
          </a:p>
          <a:p xmlns:a="http://schemas.openxmlformats.org/drawingml/2006/main">
            <a:r>
              <a:t>SOURCE: Department for Education: reasonable adjustments: https://educationhub.blog.gov.uk/2023/04/what-are-reasonable-adjustments-and-how-do-they-help-disabled-pupils-at-school/</a:t>
            </a:r>
          </a:p>
          <a:p xmlns:a="http://schemas.openxmlformats.org/drawingml/2006/main">
            <a:r>
              <a:t/>
            </a:r>
          </a:p>
          <a:p xmlns:a="http://schemas.openxmlformats.org/drawingml/2006/main">
            <a:r>
              <a:t>Illustrated scenes: original AI-generated illustrations, not photographs of real pupils.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 of law — stage 4 of 10. Planned 5–7 minutes (2 minutes shared across question and reveal).</a:t>
            </a:r>
          </a:p>
          <a:p xmlns:a="http://schemas.openxmlformats.org/drawingml/2006/main">
            <a:r>
              <a:t/>
            </a:r>
          </a:p>
          <a:p xmlns:a="http://schemas.openxmlformats.org/drawingml/2006/main">
            <a:r>
              <a:t>Read every prompt and option aloud. Pupils may answer by pointing, thumbs, speaking, or simply watching. Staff operate the board; nobody needs to type. Allow processing time. Do not require eye contact or invite personal disclosures.</a:t>
            </a:r>
          </a:p>
          <a:p xmlns:a="http://schemas.openxmlformats.org/drawingml/2006/main">
            <a:r>
              <a:t/>
            </a:r>
          </a:p>
          <a:p xmlns:a="http://schemas.openxmlformats.org/drawingml/2006/main">
            <a:r>
              <a:t>Correct routes: SCHOOL RULE; LAW; NEED MORE INFO. “Do not steal” describes a legal prohibition in plain language, not a complete definition of a criminal offence. School rules still have to comply with the law.</a:t>
            </a:r>
          </a:p>
          <a:p xmlns:a="http://schemas.openxmlformats.org/drawingml/2006/main">
            <a:r>
              <a:t/>
            </a:r>
          </a:p>
          <a:p xmlns:a="http://schemas.openxmlformats.org/drawingml/2006/main">
            <a:r>
              <a:t>REVEAL: A school rule is set for that setting. A law is part of the legal system. Sometimes we need more context.</a:t>
            </a:r>
          </a:p>
          <a:p xmlns:a="http://schemas.openxmlformats.org/drawingml/2006/main">
            <a:r>
              <a:t/>
            </a:r>
          </a:p>
          <a:p xmlns:a="http://schemas.openxmlformats.org/drawingml/2006/main">
            <a:r>
              <a:t>SOURCE: Attorney General’s Office: the rule of law: https://ruleoflaw.campaign.gov.uk/</a:t>
            </a:r>
          </a:p>
          <a:p xmlns:a="http://schemas.openxmlformats.org/drawingml/2006/main">
            <a:r>
              <a:t/>
            </a:r>
          </a:p>
          <a:p xmlns:a="http://schemas.openxmlformats.org/drawingml/2006/main">
            <a:r>
              <a:t>SOURCE: Department for Education: reasonable adjustments: https://educationhub.blog.gov.uk/2023/04/what-are-reasonable-adjustments-and-how-do-they-help-disabled-pupils-at-school/</a:t>
            </a:r>
          </a:p>
          <a:p xmlns:a="http://schemas.openxmlformats.org/drawingml/2006/main">
            <a:r>
              <a:t/>
            </a:r>
          </a:p>
          <a:p xmlns:a="http://schemas.openxmlformats.org/drawingml/2006/main">
            <a:r>
              <a:t>Illustrated scenes: original AI-generated illustrations, not photographs of real pupils.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 of law — stage 5 of 10. Planned 7–9 minutes (2 minutes shared across question and reveal).</a:t>
            </a:r>
          </a:p>
          <a:p xmlns:a="http://schemas.openxmlformats.org/drawingml/2006/main">
            <a:r>
              <a:t/>
            </a:r>
          </a:p>
          <a:p xmlns:a="http://schemas.openxmlformats.org/drawingml/2006/main">
            <a:r>
              <a:t>Read every prompt and option aloud. Pupils may answer by pointing, thumbs, speaking, or simply watching. Staff operate the board; nobody needs to type. Allow processing time. Do not require eye contact or invite personal disclosures.</a:t>
            </a:r>
          </a:p>
          <a:p xmlns:a="http://schemas.openxmlformats.org/drawingml/2006/main">
            <a:r>
              <a:t/>
            </a:r>
          </a:p>
          <a:p xmlns:a="http://schemas.openxmlformats.org/drawingml/2006/main">
            <a:r>
              <a:t>Describe these as key principles, not a claim that the system always works perfectly. Refer to Attorney General’s Office source in the staff sources. Keep school analogies distinct from legal rights and procedures.</a:t>
            </a:r>
          </a:p>
          <a:p xmlns:a="http://schemas.openxmlformats.org/drawingml/2006/main">
            <a:r>
              <a:t/>
            </a:r>
          </a:p>
          <a:p xmlns:a="http://schemas.openxmlformats.org/drawingml/2006/main">
            <a:r>
              <a:t>Invite gestures, spoken answers or quiet thinking. Then advance to the reveal.</a:t>
            </a:r>
          </a:p>
          <a:p xmlns:a="http://schemas.openxmlformats.org/drawingml/2006/main">
            <a:r>
              <a:t/>
            </a:r>
          </a:p>
          <a:p xmlns:a="http://schemas.openxmlformats.org/drawingml/2006/main">
            <a:r>
              <a:t>SOURCE: Attorney General’s Office: the rule of law: https://ruleoflaw.campaign.gov.uk/</a:t>
            </a:r>
          </a:p>
          <a:p xmlns:a="http://schemas.openxmlformats.org/drawingml/2006/main">
            <a:r>
              <a:t/>
            </a:r>
          </a:p>
          <a:p xmlns:a="http://schemas.openxmlformats.org/drawingml/2006/main">
            <a:r>
              <a:t>SOURCE: Department for Education: reasonable adjustments: https://educationhub.blog.gov.uk/2023/04/what-are-reasonable-adjustments-and-how-do-they-help-disabled-pupils-at-school/</a:t>
            </a:r>
          </a:p>
          <a:p xmlns:a="http://schemas.openxmlformats.org/drawingml/2006/main">
            <a:r>
              <a:t/>
            </a:r>
          </a:p>
          <a:p xmlns:a="http://schemas.openxmlformats.org/drawingml/2006/main">
            <a:r>
              <a:t>Illustrated scenes: original AI-generated illustrations, not photographs of real pupils.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 of law — stage 5 of 10. Planned 7–9 minutes (2 minutes shared across question and reveal).</a:t>
            </a:r>
          </a:p>
          <a:p xmlns:a="http://schemas.openxmlformats.org/drawingml/2006/main">
            <a:r>
              <a:t/>
            </a:r>
          </a:p>
          <a:p xmlns:a="http://schemas.openxmlformats.org/drawingml/2006/main">
            <a:r>
              <a:t>Read every prompt and option aloud. Pupils may answer by pointing, thumbs, speaking, or simply watching. Staff operate the board; nobody needs to type. Allow processing time. Do not require eye contact or invite personal disclosures.</a:t>
            </a:r>
          </a:p>
          <a:p xmlns:a="http://schemas.openxmlformats.org/drawingml/2006/main">
            <a:r>
              <a:t/>
            </a:r>
          </a:p>
          <a:p xmlns:a="http://schemas.openxmlformats.org/drawingml/2006/main">
            <a:r>
              <a:t>Describe these as key principles, not a claim that the system always works perfectly. Refer to Attorney General’s Office source in the staff sources. Keep school analogies distinct from legal rights and procedures.</a:t>
            </a:r>
          </a:p>
          <a:p xmlns:a="http://schemas.openxmlformats.org/drawingml/2006/main">
            <a:r>
              <a:t/>
            </a:r>
          </a:p>
          <a:p xmlns:a="http://schemas.openxmlformats.org/drawingml/2006/main">
            <a:r>
              <a:t>REVEAL: The law applies to people in power too. Decisions need a fair process. People need ways to get advice and challenge decisions.</a:t>
            </a:r>
          </a:p>
          <a:p xmlns:a="http://schemas.openxmlformats.org/drawingml/2006/main">
            <a:r>
              <a:t/>
            </a:r>
          </a:p>
          <a:p xmlns:a="http://schemas.openxmlformats.org/drawingml/2006/main">
            <a:r>
              <a:t>SOURCE: Attorney General’s Office: the rule of law: https://ruleoflaw.campaign.gov.uk/</a:t>
            </a:r>
          </a:p>
          <a:p xmlns:a="http://schemas.openxmlformats.org/drawingml/2006/main">
            <a:r>
              <a:t/>
            </a:r>
          </a:p>
          <a:p xmlns:a="http://schemas.openxmlformats.org/drawingml/2006/main">
            <a:r>
              <a:t>SOURCE: Department for Education: reasonable adjustments: https://educationhub.blog.gov.uk/2023/04/what-are-reasonable-adjustments-and-how-do-they-help-disabled-pupils-at-school/</a:t>
            </a:r>
          </a:p>
          <a:p xmlns:a="http://schemas.openxmlformats.org/drawingml/2006/main">
            <a:r>
              <a:t/>
            </a:r>
          </a:p>
          <a:p xmlns:a="http://schemas.openxmlformats.org/drawingml/2006/main">
            <a:r>
              <a:t>Illustrated scenes: original AI-generated illustrations, not photographs of real pupils.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 of law — stage 6 of 10. Planned 9–12 minutes (3 minutes shared across question and reveal).</a:t>
            </a:r>
          </a:p>
          <a:p xmlns:a="http://schemas.openxmlformats.org/drawingml/2006/main">
            <a:r>
              <a:t/>
            </a:r>
          </a:p>
          <a:p xmlns:a="http://schemas.openxmlformats.org/drawingml/2006/main">
            <a:r>
              <a:t>Read every prompt and option aloud. Pupils may answer by pointing, thumbs, speaking, or simply watching. Staff operate the board; nobody needs to type. Allow processing time. Do not require eye contact or invite personal disclosures.</a:t>
            </a:r>
          </a:p>
          <a:p xmlns:a="http://schemas.openxmlformats.org/drawingml/2006/main">
            <a:r>
              <a:t/>
            </a:r>
          </a:p>
          <a:p xmlns:a="http://schemas.openxmlformats.org/drawingml/2006/main">
            <a:r>
              <a:t>This is a fictional example. Do not name pupils in the room. Ask: what did anyone actually see? Could there be another explanation? The aim is checking facts before blame, not conducting an investigation in assembly.</a:t>
            </a:r>
          </a:p>
          <a:p xmlns:a="http://schemas.openxmlformats.org/drawingml/2006/main">
            <a:r>
              <a:t/>
            </a:r>
          </a:p>
          <a:p xmlns:a="http://schemas.openxmlformats.org/drawingml/2006/main">
            <a:r>
              <a:t>Invite gestures, spoken answers or quiet thinking. Then advance to the reveal.</a:t>
            </a:r>
          </a:p>
          <a:p xmlns:a="http://schemas.openxmlformats.org/drawingml/2006/main">
            <a:r>
              <a:t/>
            </a:r>
          </a:p>
          <a:p xmlns:a="http://schemas.openxmlformats.org/drawingml/2006/main">
            <a:r>
              <a:t>SOURCE: Attorney General’s Office: the rule of law: https://ruleoflaw.campaign.gov.uk/</a:t>
            </a:r>
          </a:p>
          <a:p xmlns:a="http://schemas.openxmlformats.org/drawingml/2006/main">
            <a:r>
              <a:t/>
            </a:r>
          </a:p>
          <a:p xmlns:a="http://schemas.openxmlformats.org/drawingml/2006/main">
            <a:r>
              <a:t>SOURCE: Department for Education: reasonable adjustments: https://educationhub.blog.gov.uk/2023/04/what-are-reasonable-adjustments-and-how-do-they-help-disabled-pupils-at-school/</a:t>
            </a:r>
          </a:p>
          <a:p xmlns:a="http://schemas.openxmlformats.org/drawingml/2006/main">
            <a:r>
              <a:t/>
            </a:r>
          </a:p>
          <a:p xmlns:a="http://schemas.openxmlformats.org/drawingml/2006/main">
            <a:r>
              <a:t>Illustrated scenes: original AI-generated illustrations, not photographs of real pupils.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 of law — stage 6 of 10. Planned 9–12 minutes (3 minutes shared across question and reveal).</a:t>
            </a:r>
          </a:p>
          <a:p xmlns:a="http://schemas.openxmlformats.org/drawingml/2006/main">
            <a:r>
              <a:t/>
            </a:r>
          </a:p>
          <a:p xmlns:a="http://schemas.openxmlformats.org/drawingml/2006/main">
            <a:r>
              <a:t>Read every prompt and option aloud. Pupils may answer by pointing, thumbs, speaking, or simply watching. Staff operate the board; nobody needs to type. Allow processing time. Do not require eye contact or invite personal disclosures.</a:t>
            </a:r>
          </a:p>
          <a:p xmlns:a="http://schemas.openxmlformats.org/drawingml/2006/main">
            <a:r>
              <a:t/>
            </a:r>
          </a:p>
          <a:p xmlns:a="http://schemas.openxmlformats.org/drawingml/2006/main">
            <a:r>
              <a:t>This is a fictional example. Do not name pupils in the room. Ask: what did anyone actually see? Could there be another explanation? The aim is checking facts before blame, not conducting an investigation in assembly.</a:t>
            </a:r>
          </a:p>
          <a:p xmlns:a="http://schemas.openxmlformats.org/drawingml/2006/main">
            <a:r>
              <a:t/>
            </a:r>
          </a:p>
          <a:p xmlns:a="http://schemas.openxmlformats.org/drawingml/2006/main">
            <a:r>
              <a:t>REVEAL: We know the display is broken. Being nearby or being accused does not prove the pupil caused it. Ask what happened and hear the people involved.</a:t>
            </a:r>
          </a:p>
          <a:p xmlns:a="http://schemas.openxmlformats.org/drawingml/2006/main">
            <a:r>
              <a:t/>
            </a:r>
          </a:p>
          <a:p xmlns:a="http://schemas.openxmlformats.org/drawingml/2006/main">
            <a:r>
              <a:t>SOURCE: Attorney General’s Office: the rule of law: https://ruleoflaw.campaign.gov.uk/</a:t>
            </a:r>
          </a:p>
          <a:p xmlns:a="http://schemas.openxmlformats.org/drawingml/2006/main">
            <a:r>
              <a:t/>
            </a:r>
          </a:p>
          <a:p xmlns:a="http://schemas.openxmlformats.org/drawingml/2006/main">
            <a:r>
              <a:t>SOURCE: Department for Education: reasonable adjustments: https://educationhub.blog.gov.uk/2023/04/what-are-reasonable-adjustments-and-how-do-they-help-disabled-pupils-at-school/</a:t>
            </a:r>
          </a:p>
          <a:p xmlns:a="http://schemas.openxmlformats.org/drawingml/2006/main">
            <a:r>
              <a:t/>
            </a:r>
          </a:p>
          <a:p xmlns:a="http://schemas.openxmlformats.org/drawingml/2006/main">
            <a:r>
              <a:t>Illustrated scenes: original AI-generated illustrations, not photographs of real pupils.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 of law — stage 7 of 10. Planned 12–14 minutes (2 minutes shared across question and reveal).</a:t>
            </a:r>
          </a:p>
          <a:p xmlns:a="http://schemas.openxmlformats.org/drawingml/2006/main">
            <a:r>
              <a:t/>
            </a:r>
          </a:p>
          <a:p xmlns:a="http://schemas.openxmlformats.org/drawingml/2006/main">
            <a:r>
              <a:t>Read every prompt and option aloud. Pupils may answer by pointing, thumbs, speaking, or simply watching. Staff operate the board; nobody needs to type. Allow processing time. Do not require eye contact or invite personal disclosures.</a:t>
            </a:r>
          </a:p>
          <a:p xmlns:a="http://schemas.openxmlformats.org/drawingml/2006/main">
            <a:r>
              <a:t/>
            </a:r>
          </a:p>
          <a:p xmlns:a="http://schemas.openxmlformats.org/drawingml/2006/main">
            <a:r>
              <a:t>Do not ask pupils to justify or disclose adjustments. Explain that support and reasonable adjustments may differ because people face different barriers. Do not suggest all roles have identical rules or that everyone receives the same consequence.</a:t>
            </a:r>
          </a:p>
          <a:p xmlns:a="http://schemas.openxmlformats.org/drawingml/2006/main">
            <a:r>
              <a:t/>
            </a:r>
          </a:p>
          <a:p xmlns:a="http://schemas.openxmlformats.org/drawingml/2006/main">
            <a:r>
              <a:t>Invite gestures, spoken answers or quiet thinking. Then advance to the reveal.</a:t>
            </a:r>
          </a:p>
          <a:p xmlns:a="http://schemas.openxmlformats.org/drawingml/2006/main">
            <a:r>
              <a:t/>
            </a:r>
          </a:p>
          <a:p xmlns:a="http://schemas.openxmlformats.org/drawingml/2006/main">
            <a:r>
              <a:t>SOURCE: Attorney General’s Office: the rule of law: https://ruleoflaw.campaign.gov.uk/</a:t>
            </a:r>
          </a:p>
          <a:p xmlns:a="http://schemas.openxmlformats.org/drawingml/2006/main">
            <a:r>
              <a:t/>
            </a:r>
          </a:p>
          <a:p xmlns:a="http://schemas.openxmlformats.org/drawingml/2006/main">
            <a:r>
              <a:t>SOURCE: Department for Education: reasonable adjustments: https://educationhub.blog.gov.uk/2023/04/what-are-reasonable-adjustments-and-how-do-they-help-disabled-pupils-at-school/</a:t>
            </a:r>
          </a:p>
          <a:p xmlns:a="http://schemas.openxmlformats.org/drawingml/2006/main">
            <a:r>
              <a:t/>
            </a:r>
          </a:p>
          <a:p xmlns:a="http://schemas.openxmlformats.org/drawingml/2006/main">
            <a:r>
              <a:t>Illustrated scenes: original AI-generated illustrations, not photographs of real pupils.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 of law — stage 7 of 10. Planned 12–14 minutes (2 minutes shared across question and reveal).</a:t>
            </a:r>
          </a:p>
          <a:p xmlns:a="http://schemas.openxmlformats.org/drawingml/2006/main">
            <a:r>
              <a:t/>
            </a:r>
          </a:p>
          <a:p xmlns:a="http://schemas.openxmlformats.org/drawingml/2006/main">
            <a:r>
              <a:t>Read every prompt and option aloud. Pupils may answer by pointing, thumbs, speaking, or simply watching. Staff operate the board; nobody needs to type. Allow processing time. Do not require eye contact or invite personal disclosures.</a:t>
            </a:r>
          </a:p>
          <a:p xmlns:a="http://schemas.openxmlformats.org/drawingml/2006/main">
            <a:r>
              <a:t/>
            </a:r>
          </a:p>
          <a:p xmlns:a="http://schemas.openxmlformats.org/drawingml/2006/main">
            <a:r>
              <a:t>Do not ask pupils to justify or disclose adjustments. Explain that support and reasonable adjustments may differ because people face different barriers. Do not suggest all roles have identical rules or that everyone receives the same consequence.</a:t>
            </a:r>
          </a:p>
          <a:p xmlns:a="http://schemas.openxmlformats.org/drawingml/2006/main">
            <a:r>
              <a:t/>
            </a:r>
          </a:p>
          <a:p xmlns:a="http://schemas.openxmlformats.org/drawingml/2006/main">
            <a:r>
              <a:t>REVEAL: Extra support can help someone meet an expectation. Letting a favourite win gives an unfair advantage.</a:t>
            </a:r>
          </a:p>
          <a:p xmlns:a="http://schemas.openxmlformats.org/drawingml/2006/main">
            <a:r>
              <a:t/>
            </a:r>
          </a:p>
          <a:p xmlns:a="http://schemas.openxmlformats.org/drawingml/2006/main">
            <a:r>
              <a:t>SOURCE: Attorney General’s Office: the rule of law: https://ruleoflaw.campaign.gov.uk/</a:t>
            </a:r>
          </a:p>
          <a:p xmlns:a="http://schemas.openxmlformats.org/drawingml/2006/main">
            <a:r>
              <a:t/>
            </a:r>
          </a:p>
          <a:p xmlns:a="http://schemas.openxmlformats.org/drawingml/2006/main">
            <a:r>
              <a:t>SOURCE: Department for Education: reasonable adjustments: https://educationhub.blog.gov.uk/2023/04/what-are-reasonable-adjustments-and-how-do-they-help-disabled-pupils-at-school/</a:t>
            </a:r>
          </a:p>
          <a:p xmlns:a="http://schemas.openxmlformats.org/drawingml/2006/main">
            <a:r>
              <a:t/>
            </a:r>
          </a:p>
          <a:p xmlns:a="http://schemas.openxmlformats.org/drawingml/2006/main">
            <a:r>
              <a:t>Illustrated scenes: original AI-generated illustrations, not photographs of real pupils.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 of law — stage 8 of 10. Planned 14–16 minutes (2 minutes shared across question and reveal).</a:t>
            </a:r>
          </a:p>
          <a:p xmlns:a="http://schemas.openxmlformats.org/drawingml/2006/main">
            <a:r>
              <a:t/>
            </a:r>
          </a:p>
          <a:p xmlns:a="http://schemas.openxmlformats.org/drawingml/2006/main">
            <a:r>
              <a:t>Read every prompt and option aloud. Pupils may answer by pointing, thumbs, speaking, or simply watching. Staff operate the board; nobody needs to type. Allow processing time. Do not require eye contact or invite personal disclosures.</a:t>
            </a:r>
          </a:p>
          <a:p xmlns:a="http://schemas.openxmlformats.org/drawingml/2006/main">
            <a:r>
              <a:t/>
            </a:r>
          </a:p>
          <a:p xmlns:a="http://schemas.openxmlformats.org/drawingml/2006/main">
            <a:r>
              <a:t>All three choices can be constructive. Read each explanation. If a pupil describes a concern, acknowledge it and arrange follow-up in line with school procedures. Do not promise confidentiality or a rule change.</a:t>
            </a:r>
          </a:p>
          <a:p xmlns:a="http://schemas.openxmlformats.org/drawingml/2006/main">
            <a:r>
              <a:t/>
            </a:r>
          </a:p>
          <a:p xmlns:a="http://schemas.openxmlformats.org/drawingml/2006/main">
            <a:r>
              <a:t>Invite gestures, spoken answers or quiet thinking. Then advance to the reveal.</a:t>
            </a:r>
          </a:p>
          <a:p xmlns:a="http://schemas.openxmlformats.org/drawingml/2006/main">
            <a:r>
              <a:t/>
            </a:r>
          </a:p>
          <a:p xmlns:a="http://schemas.openxmlformats.org/drawingml/2006/main">
            <a:r>
              <a:t>SOURCE: Attorney General’s Office: the rule of law: https://ruleoflaw.campaign.gov.uk/</a:t>
            </a:r>
          </a:p>
          <a:p xmlns:a="http://schemas.openxmlformats.org/drawingml/2006/main">
            <a:r>
              <a:t/>
            </a:r>
          </a:p>
          <a:p xmlns:a="http://schemas.openxmlformats.org/drawingml/2006/main">
            <a:r>
              <a:t>SOURCE: Department for Education: reasonable adjustments: https://educationhub.blog.gov.uk/2023/04/what-are-reasonable-adjustments-and-how-do-they-help-disabled-pupils-at-school/</a:t>
            </a:r>
          </a:p>
          <a:p xmlns:a="http://schemas.openxmlformats.org/drawingml/2006/main">
            <a:r>
              <a:t/>
            </a:r>
          </a:p>
          <a:p xmlns:a="http://schemas.openxmlformats.org/drawingml/2006/main">
            <a:r>
              <a:t>Illustrated scenes: original AI-generated illustrations, not photographs of real pupils.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 of law — stage 8 of 10. Planned 14–16 minutes (2 minutes shared across question and reveal).</a:t>
            </a:r>
          </a:p>
          <a:p xmlns:a="http://schemas.openxmlformats.org/drawingml/2006/main">
            <a:r>
              <a:t/>
            </a:r>
          </a:p>
          <a:p xmlns:a="http://schemas.openxmlformats.org/drawingml/2006/main">
            <a:r>
              <a:t>Read every prompt and option aloud. Pupils may answer by pointing, thumbs, speaking, or simply watching. Staff operate the board; nobody needs to type. Allow processing time. Do not require eye contact or invite personal disclosures.</a:t>
            </a:r>
          </a:p>
          <a:p xmlns:a="http://schemas.openxmlformats.org/drawingml/2006/main">
            <a:r>
              <a:t/>
            </a:r>
          </a:p>
          <a:p xmlns:a="http://schemas.openxmlformats.org/drawingml/2006/main">
            <a:r>
              <a:t>All three choices can be constructive. Read each explanation. If a pupil describes a concern, acknowledge it and arrange follow-up in line with school procedures. Do not promise confidentiality or a rule change.</a:t>
            </a:r>
          </a:p>
          <a:p xmlns:a="http://schemas.openxmlformats.org/drawingml/2006/main">
            <a:r>
              <a:t/>
            </a:r>
          </a:p>
          <a:p xmlns:a="http://schemas.openxmlformats.org/drawingml/2006/main">
            <a:r>
              <a:t>REVEAL: Ask for an explanation, explain your concern and use the right route to raise it. A change is not guaranteed, but your concern can be heard.</a:t>
            </a:r>
          </a:p>
          <a:p xmlns:a="http://schemas.openxmlformats.org/drawingml/2006/main">
            <a:r>
              <a:t/>
            </a:r>
          </a:p>
          <a:p xmlns:a="http://schemas.openxmlformats.org/drawingml/2006/main">
            <a:r>
              <a:t>SOURCE: Attorney General’s Office: the rule of law: https://ruleoflaw.campaign.gov.uk/</a:t>
            </a:r>
          </a:p>
          <a:p xmlns:a="http://schemas.openxmlformats.org/drawingml/2006/main">
            <a:r>
              <a:t/>
            </a:r>
          </a:p>
          <a:p xmlns:a="http://schemas.openxmlformats.org/drawingml/2006/main">
            <a:r>
              <a:t>SOURCE: Department for Education: reasonable adjustments: https://educationhub.blog.gov.uk/2023/04/what-are-reasonable-adjustments-and-how-do-they-help-disabled-pupils-at-school/</a:t>
            </a:r>
          </a:p>
          <a:p xmlns:a="http://schemas.openxmlformats.org/drawingml/2006/main">
            <a:r>
              <a:t/>
            </a:r>
          </a:p>
          <a:p xmlns:a="http://schemas.openxmlformats.org/drawingml/2006/main">
            <a:r>
              <a:t>Illustrated scenes: original AI-generated illustrations, not photographs of real pupils.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 of law — stage 9 of 10. Planned 16–18 minutes (2 minutes shared across question and reveal).</a:t>
            </a:r>
          </a:p>
          <a:p xmlns:a="http://schemas.openxmlformats.org/drawingml/2006/main">
            <a:r>
              <a:t/>
            </a:r>
          </a:p>
          <a:p xmlns:a="http://schemas.openxmlformats.org/drawingml/2006/main">
            <a:r>
              <a:t>Read every prompt and option aloud. Pupils may answer by pointing, thumbs, speaking, or simply watching. Staff operate the board; nobody needs to type. Allow processing time. Do not require eye contact or invite personal disclosures.</a:t>
            </a:r>
          </a:p>
          <a:p xmlns:a="http://schemas.openxmlformats.org/drawingml/2006/main">
            <a:r>
              <a:t/>
            </a:r>
          </a:p>
          <a:p xmlns:a="http://schemas.openxmlformats.org/drawingml/2006/main">
            <a:r>
              <a:t>Correct order: I think…, because…, Could we…? Model: “I think the instruction was hard to hear because people were talking. Could we have it written down?” Avoid requiring pupils to challenge a real member of staff in public.</a:t>
            </a:r>
          </a:p>
          <a:p xmlns:a="http://schemas.openxmlformats.org/drawingml/2006/main">
            <a:r>
              <a:t/>
            </a:r>
          </a:p>
          <a:p xmlns:a="http://schemas.openxmlformats.org/drawingml/2006/main">
            <a:r>
              <a:t>Invite gestures, spoken answers or quiet thinking. Then advance to the reveal.</a:t>
            </a:r>
          </a:p>
          <a:p xmlns:a="http://schemas.openxmlformats.org/drawingml/2006/main">
            <a:r>
              <a:t/>
            </a:r>
          </a:p>
          <a:p xmlns:a="http://schemas.openxmlformats.org/drawingml/2006/main">
            <a:r>
              <a:t>SOURCE: Attorney General’s Office: the rule of law: https://ruleoflaw.campaign.gov.uk/</a:t>
            </a:r>
          </a:p>
          <a:p xmlns:a="http://schemas.openxmlformats.org/drawingml/2006/main">
            <a:r>
              <a:t/>
            </a:r>
          </a:p>
          <a:p xmlns:a="http://schemas.openxmlformats.org/drawingml/2006/main">
            <a:r>
              <a:t>SOURCE: Department for Education: reasonable adjustments: https://educationhub.blog.gov.uk/2023/04/what-are-reasonable-adjustments-and-how-do-they-help-disabled-pupils-at-school/</a:t>
            </a:r>
          </a:p>
          <a:p xmlns:a="http://schemas.openxmlformats.org/drawingml/2006/main">
            <a:r>
              <a:t/>
            </a:r>
          </a:p>
          <a:p xmlns:a="http://schemas.openxmlformats.org/drawingml/2006/main">
            <a:r>
              <a:t>Illustrated scenes: original AI-generated illustrations, not photographs of real pupils.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 of law — stage 9 of 10. Planned 16–18 minutes (2 minutes shared across question and reveal).</a:t>
            </a:r>
          </a:p>
          <a:p xmlns:a="http://schemas.openxmlformats.org/drawingml/2006/main">
            <a:r>
              <a:t/>
            </a:r>
          </a:p>
          <a:p xmlns:a="http://schemas.openxmlformats.org/drawingml/2006/main">
            <a:r>
              <a:t>Read every prompt and option aloud. Pupils may answer by pointing, thumbs, speaking, or simply watching. Staff operate the board; nobody needs to type. Allow processing time. Do not require eye contact or invite personal disclosures.</a:t>
            </a:r>
          </a:p>
          <a:p xmlns:a="http://schemas.openxmlformats.org/drawingml/2006/main">
            <a:r>
              <a:t/>
            </a:r>
          </a:p>
          <a:p xmlns:a="http://schemas.openxmlformats.org/drawingml/2006/main">
            <a:r>
              <a:t>Correct order: I think…, because…, Could we…? Model: “I think the instruction was hard to hear because people were talking. Could we have it written down?” Avoid requiring pupils to challenge a real member of staff in public.</a:t>
            </a:r>
          </a:p>
          <a:p xmlns:a="http://schemas.openxmlformats.org/drawingml/2006/main">
            <a:r>
              <a:t/>
            </a:r>
          </a:p>
          <a:p xmlns:a="http://schemas.openxmlformats.org/drawingml/2006/main">
            <a:r>
              <a:t>REVEAL: I think… because… Could we…?</a:t>
            </a:r>
          </a:p>
          <a:p xmlns:a="http://schemas.openxmlformats.org/drawingml/2006/main">
            <a:r>
              <a:t/>
            </a:r>
          </a:p>
          <a:p xmlns:a="http://schemas.openxmlformats.org/drawingml/2006/main">
            <a:r>
              <a:t>SOURCE: Attorney General’s Office: the rule of law: https://ruleoflaw.campaign.gov.uk/</a:t>
            </a:r>
          </a:p>
          <a:p xmlns:a="http://schemas.openxmlformats.org/drawingml/2006/main">
            <a:r>
              <a:t/>
            </a:r>
          </a:p>
          <a:p xmlns:a="http://schemas.openxmlformats.org/drawingml/2006/main">
            <a:r>
              <a:t>SOURCE: Department for Education: reasonable adjustments: https://educationhub.blog.gov.uk/2023/04/what-are-reasonable-adjustments-and-how-do-they-help-disabled-pupils-at-school/</a:t>
            </a:r>
          </a:p>
          <a:p xmlns:a="http://schemas.openxmlformats.org/drawingml/2006/main">
            <a:r>
              <a:t/>
            </a:r>
          </a:p>
          <a:p xmlns:a="http://schemas.openxmlformats.org/drawingml/2006/main">
            <a:r>
              <a:t>Illustrated scenes: original AI-generated illustrations, not photographs of real pupils.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 of law — stage 10 of 10. Planned 18–20 minutes (2 minutes shared across question and reveal).</a:t>
            </a:r>
          </a:p>
          <a:p xmlns:a="http://schemas.openxmlformats.org/drawingml/2006/main">
            <a:r>
              <a:t/>
            </a:r>
          </a:p>
          <a:p xmlns:a="http://schemas.openxmlformats.org/drawingml/2006/main">
            <a:r>
              <a:t>Read every prompt and option aloud. Pupils may answer by pointing, thumbs, speaking, or simply watching. Staff operate the board; nobody needs to type. Allow processing time. Do not require eye contact or invite personal disclosures.</a:t>
            </a:r>
          </a:p>
          <a:p xmlns:a="http://schemas.openxmlformats.org/drawingml/2006/main">
            <a:r>
              <a:t/>
            </a:r>
          </a:p>
          <a:p xmlns:a="http://schemas.openxmlformats.org/drawingml/2006/main">
            <a:r>
              <a:t>Correct selections: Evidence; A chance to be heard. Allow a private answer. Finish with: the rule of law protects people and limits power. School examples help us practise fair thinking; they are not court procedures.</a:t>
            </a:r>
          </a:p>
          <a:p xmlns:a="http://schemas.openxmlformats.org/drawingml/2006/main">
            <a:r>
              <a:t/>
            </a:r>
          </a:p>
          <a:p xmlns:a="http://schemas.openxmlformats.org/drawingml/2006/main">
            <a:r>
              <a:t>Invite gestures, spoken answers or quiet thinking. Then advance to the reveal.</a:t>
            </a:r>
          </a:p>
          <a:p xmlns:a="http://schemas.openxmlformats.org/drawingml/2006/main">
            <a:r>
              <a:t/>
            </a:r>
          </a:p>
          <a:p xmlns:a="http://schemas.openxmlformats.org/drawingml/2006/main">
            <a:r>
              <a:t>SOURCE: Attorney General’s Office: the rule of law: https://ruleoflaw.campaign.gov.uk/</a:t>
            </a:r>
          </a:p>
          <a:p xmlns:a="http://schemas.openxmlformats.org/drawingml/2006/main">
            <a:r>
              <a:t/>
            </a:r>
          </a:p>
          <a:p xmlns:a="http://schemas.openxmlformats.org/drawingml/2006/main">
            <a:r>
              <a:t>SOURCE: Department for Education: reasonable adjustments: https://educationhub.blog.gov.uk/2023/04/what-are-reasonable-adjustments-and-how-do-they-help-disabled-pupils-at-school/</a:t>
            </a:r>
          </a:p>
          <a:p xmlns:a="http://schemas.openxmlformats.org/drawingml/2006/main">
            <a:r>
              <a:t/>
            </a:r>
          </a:p>
          <a:p xmlns:a="http://schemas.openxmlformats.org/drawingml/2006/main">
            <a:r>
              <a:t>Illustrated scenes: original AI-generated illustrations, not photographs of real pupils.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 of law — stage 10 of 10. Planned 18–20 minutes (2 minutes shared across question and reveal).</a:t>
            </a:r>
          </a:p>
          <a:p xmlns:a="http://schemas.openxmlformats.org/drawingml/2006/main">
            <a:r>
              <a:t/>
            </a:r>
          </a:p>
          <a:p xmlns:a="http://schemas.openxmlformats.org/drawingml/2006/main">
            <a:r>
              <a:t>Read every prompt and option aloud. Pupils may answer by pointing, thumbs, speaking, or simply watching. Staff operate the board; nobody needs to type. Allow processing time. Do not require eye contact or invite personal disclosures.</a:t>
            </a:r>
          </a:p>
          <a:p xmlns:a="http://schemas.openxmlformats.org/drawingml/2006/main">
            <a:r>
              <a:t/>
            </a:r>
          </a:p>
          <a:p xmlns:a="http://schemas.openxmlformats.org/drawingml/2006/main">
            <a:r>
              <a:t>Correct selections: Evidence; A chance to be heard. Allow a private answer. Finish with: the rule of law protects people and limits power. School examples help us practise fair thinking; they are not court procedures.</a:t>
            </a:r>
          </a:p>
          <a:p xmlns:a="http://schemas.openxmlformats.org/drawingml/2006/main">
            <a:r>
              <a:t/>
            </a:r>
          </a:p>
          <a:p xmlns:a="http://schemas.openxmlformats.org/drawingml/2006/main">
            <a:r>
              <a:t>REVEAL: Evidence + a chance to be heard. Fair rules and fair process protect people.</a:t>
            </a:r>
          </a:p>
          <a:p xmlns:a="http://schemas.openxmlformats.org/drawingml/2006/main">
            <a:r>
              <a:t/>
            </a:r>
          </a:p>
          <a:p xmlns:a="http://schemas.openxmlformats.org/drawingml/2006/main">
            <a:r>
              <a:t>SOURCE: Attorney General’s Office: the rule of law: https://ruleoflaw.campaign.gov.uk/</a:t>
            </a:r>
          </a:p>
          <a:p xmlns:a="http://schemas.openxmlformats.org/drawingml/2006/main">
            <a:r>
              <a:t/>
            </a:r>
          </a:p>
          <a:p xmlns:a="http://schemas.openxmlformats.org/drawingml/2006/main">
            <a:r>
              <a:t>SOURCE: Department for Education: reasonable adjustments: https://educationhub.blog.gov.uk/2023/04/what-are-reasonable-adjustments-and-how-do-they-help-disabled-pupils-at-school/</a:t>
            </a:r>
          </a:p>
          <a:p xmlns:a="http://schemas.openxmlformats.org/drawingml/2006/main">
            <a:r>
              <a:t/>
            </a:r>
          </a:p>
          <a:p xmlns:a="http://schemas.openxmlformats.org/drawingml/2006/main">
            <a:r>
              <a:t>Illustrated scenes: original AI-generated illustrations, not photographs of real pupils.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8f8d5a8ac8438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500cb2dbb847f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8b855dcfab6429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48cdf5d28cb4af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6fcb8eb6bae4b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1aa9b5094ad4c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3EA6FB-C41D-4D37-9000-D116A3304E4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E1E8546-A3A5-43DC-983F-E10CA82EB07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A921F7C-FDBB-4E2A-A2D7-00E4387E73A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7D927A-CDB9-4658-B53A-0248EE76B9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FACC31C-E29D-48D4-941A-6D29A2A6CBA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012422B-A7A0-4FA2-9DBC-3E555D5146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2BAE9BC-C520-4356-AA5B-47408ED2C39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80B9EDD-87E1-4D37-B265-8F98A2516B0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47DA96-0885-4C03-9329-D13CB94A91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0420F9-132B-44D6-A484-9D0D2E2CA6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6c27b40aaa42dc" /><Relationship Type="http://schemas.openxmlformats.org/officeDocument/2006/relationships/slideLayout" Target="/ppt/slideLayouts/slideLayout1.xml" Id="R46b242302d964f58" /><Relationship Type="http://schemas.openxmlformats.org/officeDocument/2006/relationships/slideLayout" Target="/ppt/slideLayouts/slideLayout2.xml" Id="R2d22e7239d5e4015" /><Relationship Type="http://schemas.openxmlformats.org/officeDocument/2006/relationships/slideLayout" Target="/ppt/slideLayouts/slideLayout3.xml" Id="R1bd95e7140b54ab9" /><Relationship Type="http://schemas.openxmlformats.org/officeDocument/2006/relationships/slideLayout" Target="/ppt/slideLayouts/slideLayout4.xml" Id="Rf60aadbe9ca244c9" /><Relationship Type="http://schemas.openxmlformats.org/officeDocument/2006/relationships/slideLayout" Target="/ppt/slideLayouts/slideLayout5.xml" Id="R13f17753d146432a" /><Relationship Type="http://schemas.openxmlformats.org/officeDocument/2006/relationships/slideLayout" Target="/ppt/slideLayouts/slideLayout6.xml" Id="R365caca8e19e4d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b242302d964f58"/>
    <p:sldLayoutId xmlns:r="http://schemas.openxmlformats.org/officeDocument/2006/relationships" id="2147483650" r:id="R2d22e7239d5e4015"/>
    <p:sldLayoutId xmlns:r="http://schemas.openxmlformats.org/officeDocument/2006/relationships" id="2147483651" r:id="R1bd95e7140b54ab9"/>
    <p:sldLayoutId xmlns:r="http://schemas.openxmlformats.org/officeDocument/2006/relationships" id="2147483652" r:id="Rf60aadbe9ca244c9"/>
    <p:sldLayoutId xmlns:r="http://schemas.openxmlformats.org/officeDocument/2006/relationships" id="2147483653" r:id="R13f17753d146432a"/>
    <p:sldLayoutId xmlns:r="http://schemas.openxmlformats.org/officeDocument/2006/relationships" id="2147483654" r:id="R365caca8e19e4d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1ef40b0cd704651" /><Relationship Type="http://schemas.openxmlformats.org/officeDocument/2006/relationships/image" Target="/ppt/media/image.jpeg" Id="Rc93dc0f1ca504b30" /><Relationship Type="http://schemas.openxmlformats.org/officeDocument/2006/relationships/image" Target="/ppt/media/image.png" Id="R5845b4db921748d2" /><Relationship Type="http://schemas.openxmlformats.org/officeDocument/2006/relationships/notesSlide" Target="/ppt/notesSlides/notesSlide1.xml" Id="R5ab4d15611a240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128d5a716c847a6" /><Relationship Type="http://schemas.openxmlformats.org/officeDocument/2006/relationships/image" Target="/ppt/media/image2.jpeg" Id="R9d3701fef9e542da" /><Relationship Type="http://schemas.openxmlformats.org/officeDocument/2006/relationships/notesSlide" Target="/ppt/notesSlides/notesSlide2.xml" Id="R765857b721e84e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17af00ef18e4c5c" /><Relationship Type="http://schemas.openxmlformats.org/officeDocument/2006/relationships/image" Target="/ppt/media/image3.jpeg" Id="Rdb06b5651eca4679" /><Relationship Type="http://schemas.openxmlformats.org/officeDocument/2006/relationships/notesSlide" Target="/ppt/notesSlides/notesSlide3.xml" Id="Ra3fa630e88c848b0" /></Relationships>
</file>

<file path=ppt/slides/_rels/slide4.xml.rels><?xml version='1.0' encoding='utf-8'?>
<ns0:Relationships xmlns:ns0="http://schemas.openxmlformats.org/package/2006/relationships"><ns0:Relationship Type="http://schemas.openxmlformats.org/officeDocument/2006/relationships/slideLayout" Target="/ppt/slideLayouts/slideLayout6.xml" Id="R9c23f1e29e56404d" /><ns0:Relationship Type="http://schemas.openxmlformats.org/officeDocument/2006/relationships/image" Target="/ppt/media/image4.jpeg" Id="Rb258419259354133" /><ns0:Relationship Type="http://schemas.openxmlformats.org/officeDocument/2006/relationships/image" Target="/ppt/media/image5.jpeg" Id="Rf4341bca82d04571" /><ns0:Relationship Type="http://schemas.openxmlformats.org/officeDocument/2006/relationships/notesSlide" Target="/ppt/notesSlides/notesSlide4.xml" Id="R140afcabe4c44de4" /><ns0:Relationship Id="rId1" Type="http://schemas.openxmlformats.org/officeDocument/2006/relationships/video" Target="../media/assembly_clip.mp4" /><ns0:Relationship Id="rId2" Type="http://schemas.microsoft.com/office/2007/relationships/media" Target="../media/assembly_clip.mp4" /></ns0: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534c3e202314842" /><Relationship Type="http://schemas.openxmlformats.org/officeDocument/2006/relationships/image" Target="/ppt/media/image6.jpeg" Id="R8207eecafbc54262" /><Relationship Type="http://schemas.openxmlformats.org/officeDocument/2006/relationships/notesSlide" Target="/ppt/notesSlides/notesSlide5.xml" Id="R36c1611ca70f46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a9651df74a0430f" /><Relationship Type="http://schemas.openxmlformats.org/officeDocument/2006/relationships/image" Target="/ppt/media/image7.jpeg" Id="Rb8433af0cced405d" /><Relationship Type="http://schemas.openxmlformats.org/officeDocument/2006/relationships/notesSlide" Target="/ppt/notesSlides/notesSlide6.xml" Id="R006e2eb84e5a43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e1e0f1604ec4052" /><Relationship Type="http://schemas.openxmlformats.org/officeDocument/2006/relationships/image" Target="/ppt/media/image8.jpeg" Id="R98d7b40ccb0242fe" /><Relationship Type="http://schemas.openxmlformats.org/officeDocument/2006/relationships/notesSlide" Target="/ppt/notesSlides/notesSlide7.xml" Id="R65cca4d1cbd047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a498dc485394007" /><Relationship Type="http://schemas.openxmlformats.org/officeDocument/2006/relationships/image" Target="/ppt/media/image9.jpeg" Id="Re5ea281d8d5e438e" /><Relationship Type="http://schemas.openxmlformats.org/officeDocument/2006/relationships/notesSlide" Target="/ppt/notesSlides/notesSlide8.xml" Id="Rb9b589434ea941b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a5a9213e807485c" /><Relationship Type="http://schemas.openxmlformats.org/officeDocument/2006/relationships/image" Target="/ppt/media/image10.jpeg" Id="Rd67be6421f83442c" /><Relationship Type="http://schemas.openxmlformats.org/officeDocument/2006/relationships/notesSlide" Target="/ppt/notesSlides/notesSlide9.xml" Id="Rac1c42acbb4442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e6c61febb79433f" /><Relationship Type="http://schemas.openxmlformats.org/officeDocument/2006/relationships/image" Target="/ppt/media/image11.jpeg" Id="R342ef2fffdbf421f" /><Relationship Type="http://schemas.openxmlformats.org/officeDocument/2006/relationships/notesSlide" Target="/ppt/notesSlides/notesSlide10.xml" Id="R23c469921a83454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0924cdd4f404532" /><Relationship Type="http://schemas.openxmlformats.org/officeDocument/2006/relationships/image" Target="/ppt/media/image12.jpeg" Id="Rd3ac7f0f7b354a94" /><Relationship Type="http://schemas.openxmlformats.org/officeDocument/2006/relationships/notesSlide" Target="/ppt/notesSlides/notesSlide11.xml" Id="R4ef5adb922bc4e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4f4f992b3db4647" /><Relationship Type="http://schemas.openxmlformats.org/officeDocument/2006/relationships/image" Target="/ppt/media/image13.jpeg" Id="Rbf71c096822643e4" /><Relationship Type="http://schemas.openxmlformats.org/officeDocument/2006/relationships/notesSlide" Target="/ppt/notesSlides/notesSlide12.xml" Id="Re3b5e28a3eba408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e13f33104904a0d" /><Relationship Type="http://schemas.openxmlformats.org/officeDocument/2006/relationships/image" Target="/ppt/media/image14.jpeg" Id="R1709e9fb8dcd4e30" /><Relationship Type="http://schemas.openxmlformats.org/officeDocument/2006/relationships/notesSlide" Target="/ppt/notesSlides/notesSlide13.xml" Id="R2ec7c2da446346f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cdd51a7a93540f5" /><Relationship Type="http://schemas.openxmlformats.org/officeDocument/2006/relationships/image" Target="/ppt/media/image15.jpeg" Id="R4a1349a137164b34" /><Relationship Type="http://schemas.openxmlformats.org/officeDocument/2006/relationships/notesSlide" Target="/ppt/notesSlides/notesSlide14.xml" Id="R0a6290b97c624cf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14110d3b0c44d87" /><Relationship Type="http://schemas.openxmlformats.org/officeDocument/2006/relationships/image" Target="/ppt/media/image16.jpeg" Id="R66639e5b65044811" /><Relationship Type="http://schemas.openxmlformats.org/officeDocument/2006/relationships/notesSlide" Target="/ppt/notesSlides/notesSlide15.xml" Id="Rf4a300385caf499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75be2ca5ab34d2d" /><Relationship Type="http://schemas.openxmlformats.org/officeDocument/2006/relationships/image" Target="/ppt/media/image17.jpeg" Id="R154d27d559004669" /><Relationship Type="http://schemas.openxmlformats.org/officeDocument/2006/relationships/notesSlide" Target="/ppt/notesSlides/notesSlide16.xml" Id="Ra66ba9b31afd4d2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6730a05b8dd4085" /><Relationship Type="http://schemas.openxmlformats.org/officeDocument/2006/relationships/image" Target="/ppt/media/image18.jpeg" Id="R61421184a7d34555" /><Relationship Type="http://schemas.openxmlformats.org/officeDocument/2006/relationships/notesSlide" Target="/ppt/notesSlides/notesSlide17.xml" Id="Rb2c74f3ccc8f415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b9e0eeef51744be" /><Relationship Type="http://schemas.openxmlformats.org/officeDocument/2006/relationships/image" Target="/ppt/media/image19.jpeg" Id="Rc13ccc41641b4ca3" /><Relationship Type="http://schemas.openxmlformats.org/officeDocument/2006/relationships/notesSlide" Target="/ppt/notesSlides/notesSlide18.xml" Id="R0a76c7a3530e489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7590229ccc54cf0" /><Relationship Type="http://schemas.openxmlformats.org/officeDocument/2006/relationships/image" Target="/ppt/media/image20.jpeg" Id="R54a5663a8bc64306" /><Relationship Type="http://schemas.openxmlformats.org/officeDocument/2006/relationships/notesSlide" Target="/ppt/notesSlides/notesSlide19.xml" Id="Rc8a3452dfa0b4fde" /></Relationships>
</file>

<file path=ppt/slides/slide1.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EC7C358-4707-445C-A29A-D5C855D9A391}"/>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30A314B5-1C45-4563-8663-E55CE5A5101A}"/>
              </a:ext>
            </a:extLst>
          </p:cNvPr>
          <p:cNvPicPr>
            <a:picLocks xmlns:a="http://schemas.openxmlformats.org/drawingml/2006/main" noChangeAspect="1"/>
          </p:cNvPicPr>
          <p:nvPr/>
        </p:nvPicPr>
        <p:blipFill>
          <a:blip xmlns:r="http://schemas.openxmlformats.org/officeDocument/2006/relationships" xmlns:a="http://schemas.openxmlformats.org/drawingml/2006/main" r:embed="Rc93dc0f1ca504b30"/>
          <a:stretch xmlns:a="http://schemas.openxmlformats.org/drawingml/2006/main"/>
        </p:blipFill>
        <p:spPr>
          <a:xfrm xmlns:a="http://schemas.openxmlformats.org/drawingml/2006/main">
            <a:off x="266700" y="114300"/>
            <a:ext cx="514350" cy="514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FEDBB21-AA0A-4034-8C4D-EFF85A126705}"/>
              </a:ext>
            </a:extLst>
          </p:cNvPr>
          <p:cNvSpPr>
            <a:spLocks xmlns:a="http://schemas.openxmlformats.org/drawingml/2006/main" noGrp="1"/>
          </p:cNvSpPr>
          <p:nvPr/>
        </p:nvSpPr>
        <p:spPr>
          <a:xfrm xmlns:a="http://schemas.openxmlformats.org/drawingml/2006/main">
            <a:off x="914400" y="1428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7223B"/>
                </a:solidFill>
                <a:latin typeface="Arial"/>
                <a:ea typeface="Arial"/>
                <a:cs typeface="Arial"/>
              </a:defRPr>
            </a:defPPr>
            <a:lvl1pPr algn="l">
              <a:defRPr sz="1500" b="1">
                <a:solidFill>
                  <a:srgbClr val="17223B"/>
                </a:solidFill>
                <a:latin typeface="Arial"/>
                <a:ea typeface="Arial"/>
                <a:cs typeface="Arial"/>
              </a:defRPr>
            </a:lvl1pPr>
            <a:lvl2pPr algn="l">
              <a:defRPr sz="1500" b="1">
                <a:solidFill>
                  <a:srgbClr val="17223B"/>
                </a:solidFill>
                <a:latin typeface="Arial"/>
                <a:ea typeface="Arial"/>
                <a:cs typeface="Arial"/>
              </a:defRPr>
            </a:lvl2pPr>
            <a:lvl3pPr algn="l">
              <a:defRPr sz="1500" b="1">
                <a:solidFill>
                  <a:srgbClr val="17223B"/>
                </a:solidFill>
                <a:latin typeface="Arial"/>
                <a:ea typeface="Arial"/>
                <a:cs typeface="Arial"/>
              </a:defRPr>
            </a:lvl3pPr>
            <a:lvl4pPr algn="l">
              <a:defRPr sz="1500" b="1">
                <a:solidFill>
                  <a:srgbClr val="17223B"/>
                </a:solidFill>
                <a:latin typeface="Arial"/>
                <a:ea typeface="Arial"/>
                <a:cs typeface="Arial"/>
              </a:defRPr>
            </a:lvl4pPr>
            <a:lvl5pPr algn="l">
              <a:defRPr sz="1500" b="1">
                <a:solidFill>
                  <a:srgbClr val="17223B"/>
                </a:solidFill>
                <a:latin typeface="Arial"/>
                <a:ea typeface="Arial"/>
                <a:cs typeface="Arial"/>
              </a:defRPr>
            </a:lvl5pPr>
            <a:lvl6pPr algn="l">
              <a:defRPr sz="1500" b="1">
                <a:solidFill>
                  <a:srgbClr val="17223B"/>
                </a:solidFill>
                <a:latin typeface="Arial"/>
                <a:ea typeface="Arial"/>
                <a:cs typeface="Arial"/>
              </a:defRPr>
            </a:lvl6pPr>
            <a:lvl7pPr algn="l">
              <a:defRPr sz="1500" b="1">
                <a:solidFill>
                  <a:srgbClr val="17223B"/>
                </a:solidFill>
                <a:latin typeface="Arial"/>
                <a:ea typeface="Arial"/>
                <a:cs typeface="Arial"/>
              </a:defRPr>
            </a:lvl7pPr>
            <a:lvl8pPr algn="l">
              <a:defRPr sz="1500" b="1">
                <a:solidFill>
                  <a:srgbClr val="17223B"/>
                </a:solidFill>
                <a:latin typeface="Arial"/>
                <a:ea typeface="Arial"/>
                <a:cs typeface="Arial"/>
              </a:defRPr>
            </a:lvl8pPr>
            <a:lvl9pPr algn="l">
              <a:defRPr sz="1500" b="1">
                <a:solidFill>
                  <a:srgbClr val="17223B"/>
                </a:solidFill>
                <a:latin typeface="Arial"/>
                <a:ea typeface="Arial"/>
                <a:cs typeface="Arial"/>
              </a:defRPr>
            </a:lvl9pPr>
          </a:lstStyle>
          <a:p xmlns:a="http://schemas.openxmlformats.org/drawingml/2006/main">
            <a:pPr algn="l">
              <a:defRPr sz="1500" b="1">
                <a:solidFill>
                  <a:srgbClr val="17223B"/>
                </a:solidFill>
                <a:latin typeface="Arial"/>
                <a:ea typeface="Arial"/>
                <a:cs typeface="Arial"/>
              </a:defRPr>
            </a:pPr>
            <a:r>
              <a:rPr sz="1500" b="1">
                <a:solidFill>
                  <a:srgbClr val="17223B"/>
                </a:solidFill>
                <a:latin typeface="Arial"/>
                <a:ea typeface="Arial"/>
                <a:cs typeface="Arial"/>
              </a:rPr>
              <a:t>MADE BY MATT</a:t>
            </a:r>
          </a:p>
        </p:txBody>
      </p:sp>
      <p:sp>
        <p:nvSpPr>
          <p:cNvPr id="4" name="">
            <a:extLst xmlns:a="http://schemas.openxmlformats.org/drawingml/2006/main">
              <a:ext uri="{FF2B5EF4-FFF2-40B4-BE49-F238E27FC236}">
                <a16:creationId xmlns:a16="http://schemas.microsoft.com/office/drawing/2014/main" id="{73975EF2-24F7-43E1-A4D9-4A303794EA20}"/>
              </a:ext>
            </a:extLst>
          </p:cNvPr>
          <p:cNvSpPr>
            <a:spLocks xmlns:a="http://schemas.openxmlformats.org/drawingml/2006/main" noGrp="1"/>
          </p:cNvSpPr>
          <p:nvPr/>
        </p:nvSpPr>
        <p:spPr>
          <a:xfrm xmlns:a="http://schemas.openxmlformats.org/drawingml/2006/main">
            <a:off x="914400" y="39052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26074"/>
                </a:solidFill>
                <a:latin typeface="Arial"/>
                <a:ea typeface="Arial"/>
                <a:cs typeface="Arial"/>
              </a:defRPr>
            </a:defPPr>
            <a:lvl1pPr algn="l">
              <a:defRPr sz="1200" b="0">
                <a:solidFill>
                  <a:srgbClr val="526074"/>
                </a:solidFill>
                <a:latin typeface="Arial"/>
                <a:ea typeface="Arial"/>
                <a:cs typeface="Arial"/>
              </a:defRPr>
            </a:lvl1pPr>
            <a:lvl2pPr algn="l">
              <a:defRPr sz="1200" b="0">
                <a:solidFill>
                  <a:srgbClr val="526074"/>
                </a:solidFill>
                <a:latin typeface="Arial"/>
                <a:ea typeface="Arial"/>
                <a:cs typeface="Arial"/>
              </a:defRPr>
            </a:lvl2pPr>
            <a:lvl3pPr algn="l">
              <a:defRPr sz="1200" b="0">
                <a:solidFill>
                  <a:srgbClr val="526074"/>
                </a:solidFill>
                <a:latin typeface="Arial"/>
                <a:ea typeface="Arial"/>
                <a:cs typeface="Arial"/>
              </a:defRPr>
            </a:lvl3pPr>
            <a:lvl4pPr algn="l">
              <a:defRPr sz="1200" b="0">
                <a:solidFill>
                  <a:srgbClr val="526074"/>
                </a:solidFill>
                <a:latin typeface="Arial"/>
                <a:ea typeface="Arial"/>
                <a:cs typeface="Arial"/>
              </a:defRPr>
            </a:lvl4pPr>
            <a:lvl5pPr algn="l">
              <a:defRPr sz="1200" b="0">
                <a:solidFill>
                  <a:srgbClr val="526074"/>
                </a:solidFill>
                <a:latin typeface="Arial"/>
                <a:ea typeface="Arial"/>
                <a:cs typeface="Arial"/>
              </a:defRPr>
            </a:lvl5pPr>
            <a:lvl6pPr algn="l">
              <a:defRPr sz="1200" b="0">
                <a:solidFill>
                  <a:srgbClr val="526074"/>
                </a:solidFill>
                <a:latin typeface="Arial"/>
                <a:ea typeface="Arial"/>
                <a:cs typeface="Arial"/>
              </a:defRPr>
            </a:lvl6pPr>
            <a:lvl7pPr algn="l">
              <a:defRPr sz="1200" b="0">
                <a:solidFill>
                  <a:srgbClr val="526074"/>
                </a:solidFill>
                <a:latin typeface="Arial"/>
                <a:ea typeface="Arial"/>
                <a:cs typeface="Arial"/>
              </a:defRPr>
            </a:lvl7pPr>
            <a:lvl8pPr algn="l">
              <a:defRPr sz="1200" b="0">
                <a:solidFill>
                  <a:srgbClr val="526074"/>
                </a:solidFill>
                <a:latin typeface="Arial"/>
                <a:ea typeface="Arial"/>
                <a:cs typeface="Arial"/>
              </a:defRPr>
            </a:lvl8pPr>
            <a:lvl9pPr algn="l">
              <a:defRPr sz="1200" b="0">
                <a:solidFill>
                  <a:srgbClr val="526074"/>
                </a:solidFill>
                <a:latin typeface="Arial"/>
                <a:ea typeface="Arial"/>
                <a:cs typeface="Arial"/>
              </a:defRPr>
            </a:lvl9pPr>
          </a:lstStyle>
          <a:p xmlns:a="http://schemas.openxmlformats.org/drawingml/2006/main">
            <a:pPr algn="l">
              <a:defRPr sz="1200" b="0">
                <a:solidFill>
                  <a:srgbClr val="526074"/>
                </a:solidFill>
                <a:latin typeface="Arial"/>
                <a:ea typeface="Arial"/>
                <a:cs typeface="Arial"/>
              </a:defRPr>
            </a:pPr>
            <a:r>
              <a:rPr sz="1200" b="0">
                <a:solidFill>
                  <a:srgbClr val="526074"/>
                </a:solidFill>
                <a:latin typeface="Arial"/>
                <a:ea typeface="Arial"/>
                <a:cs typeface="Arial"/>
              </a:rPr>
              <a:t>Learn • Build • Explore</a:t>
            </a:r>
          </a:p>
        </p:txBody>
      </p:sp>
      <p:sp>
        <p:nvSpPr>
          <p:cNvPr id="5" name="">
            <a:extLst xmlns:a="http://schemas.openxmlformats.org/drawingml/2006/main">
              <a:ext uri="{FF2B5EF4-FFF2-40B4-BE49-F238E27FC236}">
                <a16:creationId xmlns:a16="http://schemas.microsoft.com/office/drawing/2014/main" id="{53C80BED-5045-4DE0-B004-943B005F2BBC}"/>
              </a:ext>
            </a:extLst>
          </p:cNvPr>
          <p:cNvSpPr>
            <a:spLocks xmlns:a="http://schemas.openxmlformats.org/drawingml/2006/main" noGrp="1"/>
          </p:cNvSpPr>
          <p:nvPr/>
        </p:nvSpPr>
        <p:spPr>
          <a:xfrm xmlns:a="http://schemas.openxmlformats.org/drawingml/2006/main">
            <a:off x="7905750" y="2286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500" b="1">
                <a:solidFill>
                  <a:srgbClr val="236650"/>
                </a:solidFill>
                <a:latin typeface="Arial"/>
                <a:ea typeface="Arial"/>
                <a:cs typeface="Arial"/>
              </a:defRPr>
            </a:defPPr>
            <a:lvl1pPr algn="r">
              <a:defRPr sz="1500" b="1">
                <a:solidFill>
                  <a:srgbClr val="236650"/>
                </a:solidFill>
                <a:latin typeface="Arial"/>
                <a:ea typeface="Arial"/>
                <a:cs typeface="Arial"/>
              </a:defRPr>
            </a:lvl1pPr>
            <a:lvl2pPr algn="r">
              <a:defRPr sz="1500" b="1">
                <a:solidFill>
                  <a:srgbClr val="236650"/>
                </a:solidFill>
                <a:latin typeface="Arial"/>
                <a:ea typeface="Arial"/>
                <a:cs typeface="Arial"/>
              </a:defRPr>
            </a:lvl2pPr>
            <a:lvl3pPr algn="r">
              <a:defRPr sz="1500" b="1">
                <a:solidFill>
                  <a:srgbClr val="236650"/>
                </a:solidFill>
                <a:latin typeface="Arial"/>
                <a:ea typeface="Arial"/>
                <a:cs typeface="Arial"/>
              </a:defRPr>
            </a:lvl3pPr>
            <a:lvl4pPr algn="r">
              <a:defRPr sz="1500" b="1">
                <a:solidFill>
                  <a:srgbClr val="236650"/>
                </a:solidFill>
                <a:latin typeface="Arial"/>
                <a:ea typeface="Arial"/>
                <a:cs typeface="Arial"/>
              </a:defRPr>
            </a:lvl4pPr>
            <a:lvl5pPr algn="r">
              <a:defRPr sz="1500" b="1">
                <a:solidFill>
                  <a:srgbClr val="236650"/>
                </a:solidFill>
                <a:latin typeface="Arial"/>
                <a:ea typeface="Arial"/>
                <a:cs typeface="Arial"/>
              </a:defRPr>
            </a:lvl5pPr>
            <a:lvl6pPr algn="r">
              <a:defRPr sz="1500" b="1">
                <a:solidFill>
                  <a:srgbClr val="236650"/>
                </a:solidFill>
                <a:latin typeface="Arial"/>
                <a:ea typeface="Arial"/>
                <a:cs typeface="Arial"/>
              </a:defRPr>
            </a:lvl6pPr>
            <a:lvl7pPr algn="r">
              <a:defRPr sz="1500" b="1">
                <a:solidFill>
                  <a:srgbClr val="236650"/>
                </a:solidFill>
                <a:latin typeface="Arial"/>
                <a:ea typeface="Arial"/>
                <a:cs typeface="Arial"/>
              </a:defRPr>
            </a:lvl7pPr>
            <a:lvl8pPr algn="r">
              <a:defRPr sz="1500" b="1">
                <a:solidFill>
                  <a:srgbClr val="236650"/>
                </a:solidFill>
                <a:latin typeface="Arial"/>
                <a:ea typeface="Arial"/>
                <a:cs typeface="Arial"/>
              </a:defRPr>
            </a:lvl8pPr>
            <a:lvl9pPr algn="r">
              <a:defRPr sz="1500" b="1">
                <a:solidFill>
                  <a:srgbClr val="236650"/>
                </a:solidFill>
                <a:latin typeface="Arial"/>
                <a:ea typeface="Arial"/>
                <a:cs typeface="Arial"/>
              </a:defRPr>
            </a:lvl9pPr>
          </a:lstStyle>
          <a:p xmlns:a="http://schemas.openxmlformats.org/drawingml/2006/main">
            <a:pPr algn="r">
              <a:defRPr sz="1500" b="1">
                <a:solidFill>
                  <a:srgbClr val="236650"/>
                </a:solidFill>
                <a:latin typeface="Arial"/>
                <a:ea typeface="Arial"/>
                <a:cs typeface="Arial"/>
              </a:defRPr>
            </a:pPr>
            <a:r>
              <a:rPr sz="1500" b="1">
                <a:solidFill>
                  <a:srgbClr val="236650"/>
                </a:solidFill>
                <a:latin typeface="Arial"/>
                <a:ea typeface="Arial"/>
                <a:cs typeface="Arial"/>
              </a:rPr>
              <a:t>BRITISH VALUES</a:t>
            </a:r>
          </a:p>
        </p:txBody>
      </p:sp>
      <p:sp>
        <p:nvSpPr>
          <p:cNvPr id="6" name="">
            <a:extLst xmlns:a="http://schemas.openxmlformats.org/drawingml/2006/main">
              <a:ext uri="{FF2B5EF4-FFF2-40B4-BE49-F238E27FC236}">
                <a16:creationId xmlns:a16="http://schemas.microsoft.com/office/drawing/2014/main" id="{C02FBB7F-B1AF-4BE2-A5A9-C12D3B7FD2DD}"/>
              </a:ext>
            </a:extLst>
          </p:cNvPr>
          <p:cNvSpPr>
            <a:spLocks xmlns:a="http://schemas.openxmlformats.org/drawingml/2006/main" noGrp="1"/>
          </p:cNvSpPr>
          <p:nvPr/>
        </p:nvSpPr>
        <p:spPr>
          <a:xfrm xmlns:a="http://schemas.openxmlformats.org/drawingml/2006/main">
            <a:off x="0" y="742950"/>
            <a:ext cx="12192000" cy="40005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FEA9F76-8624-428B-B53A-C925F96E42F8}"/>
              </a:ext>
            </a:extLst>
          </p:cNvPr>
          <p:cNvSpPr>
            <a:spLocks xmlns:a="http://schemas.openxmlformats.org/drawingml/2006/main" noGrp="1"/>
          </p:cNvSpPr>
          <p:nvPr/>
        </p:nvSpPr>
        <p:spPr>
          <a:xfrm xmlns:a="http://schemas.openxmlformats.org/drawingml/2006/main">
            <a:off x="304800" y="781050"/>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FFFEF9"/>
                </a:solidFill>
                <a:latin typeface="Arial"/>
                <a:ea typeface="Arial"/>
                <a:cs typeface="Arial"/>
              </a:defRPr>
            </a:defPPr>
            <a:lvl1pPr algn="l">
              <a:defRPr sz="1425" b="0">
                <a:solidFill>
                  <a:srgbClr val="FFFEF9"/>
                </a:solidFill>
                <a:latin typeface="Arial"/>
                <a:ea typeface="Arial"/>
                <a:cs typeface="Arial"/>
              </a:defRPr>
            </a:lvl1pPr>
            <a:lvl2pPr algn="l">
              <a:defRPr sz="1425" b="0">
                <a:solidFill>
                  <a:srgbClr val="FFFEF9"/>
                </a:solidFill>
                <a:latin typeface="Arial"/>
                <a:ea typeface="Arial"/>
                <a:cs typeface="Arial"/>
              </a:defRPr>
            </a:lvl2pPr>
            <a:lvl3pPr algn="l">
              <a:defRPr sz="1425" b="0">
                <a:solidFill>
                  <a:srgbClr val="FFFEF9"/>
                </a:solidFill>
                <a:latin typeface="Arial"/>
                <a:ea typeface="Arial"/>
                <a:cs typeface="Arial"/>
              </a:defRPr>
            </a:lvl3pPr>
            <a:lvl4pPr algn="l">
              <a:defRPr sz="1425" b="0">
                <a:solidFill>
                  <a:srgbClr val="FFFEF9"/>
                </a:solidFill>
                <a:latin typeface="Arial"/>
                <a:ea typeface="Arial"/>
                <a:cs typeface="Arial"/>
              </a:defRPr>
            </a:lvl4pPr>
            <a:lvl5pPr algn="l">
              <a:defRPr sz="1425" b="0">
                <a:solidFill>
                  <a:srgbClr val="FFFEF9"/>
                </a:solidFill>
                <a:latin typeface="Arial"/>
                <a:ea typeface="Arial"/>
                <a:cs typeface="Arial"/>
              </a:defRPr>
            </a:lvl5pPr>
            <a:lvl6pPr algn="l">
              <a:defRPr sz="1425" b="0">
                <a:solidFill>
                  <a:srgbClr val="FFFEF9"/>
                </a:solidFill>
                <a:latin typeface="Arial"/>
                <a:ea typeface="Arial"/>
                <a:cs typeface="Arial"/>
              </a:defRPr>
            </a:lvl6pPr>
            <a:lvl7pPr algn="l">
              <a:defRPr sz="1425" b="0">
                <a:solidFill>
                  <a:srgbClr val="FFFEF9"/>
                </a:solidFill>
                <a:latin typeface="Arial"/>
                <a:ea typeface="Arial"/>
                <a:cs typeface="Arial"/>
              </a:defRPr>
            </a:lvl7pPr>
            <a:lvl8pPr algn="l">
              <a:defRPr sz="1425" b="0">
                <a:solidFill>
                  <a:srgbClr val="FFFEF9"/>
                </a:solidFill>
                <a:latin typeface="Arial"/>
                <a:ea typeface="Arial"/>
                <a:cs typeface="Arial"/>
              </a:defRPr>
            </a:lvl8pPr>
            <a:lvl9pPr algn="l">
              <a:defRPr sz="1425" b="0">
                <a:solidFill>
                  <a:srgbClr val="FFFEF9"/>
                </a:solidFill>
                <a:latin typeface="Arial"/>
                <a:ea typeface="Arial"/>
                <a:cs typeface="Arial"/>
              </a:defRPr>
            </a:lvl9pPr>
          </a:lstStyle>
          <a:p xmlns:a="http://schemas.openxmlformats.org/drawingml/2006/main">
            <a:pPr algn="l">
              <a:defRPr sz="1425" b="0">
                <a:solidFill>
                  <a:srgbClr val="FFFEF9"/>
                </a:solidFill>
                <a:latin typeface="Arial"/>
                <a:ea typeface="Arial"/>
                <a:cs typeface="Arial"/>
              </a:defRPr>
            </a:pPr>
            <a:r>
              <a:rPr sz="1425" b="0">
                <a:solidFill>
                  <a:srgbClr val="FFFEF9"/>
                </a:solidFill>
                <a:latin typeface="Arial"/>
                <a:ea typeface="Arial"/>
                <a:cs typeface="Arial"/>
              </a:rPr>
              <a:t>01 / 10    The rule of law</a:t>
            </a:r>
          </a:p>
        </p:txBody>
      </p:sp>
      <p:sp>
        <p:nvSpPr>
          <p:cNvPr id="8" name="">
            <a:extLst xmlns:a="http://schemas.openxmlformats.org/drawingml/2006/main">
              <a:ext uri="{FF2B5EF4-FFF2-40B4-BE49-F238E27FC236}">
                <a16:creationId xmlns:a16="http://schemas.microsoft.com/office/drawing/2014/main" id="{C89210AC-8668-4A60-A7E7-42081A19D130}"/>
              </a:ext>
            </a:extLst>
          </p:cNvPr>
          <p:cNvSpPr>
            <a:spLocks xmlns:a="http://schemas.openxmlformats.org/drawingml/2006/main" noGrp="1"/>
          </p:cNvSpPr>
          <p:nvPr/>
        </p:nvSpPr>
        <p:spPr>
          <a:xfrm xmlns:a="http://schemas.openxmlformats.org/drawingml/2006/main">
            <a:off x="10763250" y="781050"/>
            <a:ext cx="1104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425" b="0">
                <a:solidFill>
                  <a:srgbClr val="A6E5C9"/>
                </a:solidFill>
                <a:latin typeface="Arial"/>
                <a:ea typeface="Arial"/>
                <a:cs typeface="Arial"/>
              </a:defRPr>
            </a:defPPr>
            <a:lvl1pPr algn="r">
              <a:defRPr sz="1425" b="0">
                <a:solidFill>
                  <a:srgbClr val="A6E5C9"/>
                </a:solidFill>
                <a:latin typeface="Arial"/>
                <a:ea typeface="Arial"/>
                <a:cs typeface="Arial"/>
              </a:defRPr>
            </a:lvl1pPr>
            <a:lvl2pPr algn="r">
              <a:defRPr sz="1425" b="0">
                <a:solidFill>
                  <a:srgbClr val="A6E5C9"/>
                </a:solidFill>
                <a:latin typeface="Arial"/>
                <a:ea typeface="Arial"/>
                <a:cs typeface="Arial"/>
              </a:defRPr>
            </a:lvl2pPr>
            <a:lvl3pPr algn="r">
              <a:defRPr sz="1425" b="0">
                <a:solidFill>
                  <a:srgbClr val="A6E5C9"/>
                </a:solidFill>
                <a:latin typeface="Arial"/>
                <a:ea typeface="Arial"/>
                <a:cs typeface="Arial"/>
              </a:defRPr>
            </a:lvl3pPr>
            <a:lvl4pPr algn="r">
              <a:defRPr sz="1425" b="0">
                <a:solidFill>
                  <a:srgbClr val="A6E5C9"/>
                </a:solidFill>
                <a:latin typeface="Arial"/>
                <a:ea typeface="Arial"/>
                <a:cs typeface="Arial"/>
              </a:defRPr>
            </a:lvl4pPr>
            <a:lvl5pPr algn="r">
              <a:defRPr sz="1425" b="0">
                <a:solidFill>
                  <a:srgbClr val="A6E5C9"/>
                </a:solidFill>
                <a:latin typeface="Arial"/>
                <a:ea typeface="Arial"/>
                <a:cs typeface="Arial"/>
              </a:defRPr>
            </a:lvl5pPr>
            <a:lvl6pPr algn="r">
              <a:defRPr sz="1425" b="0">
                <a:solidFill>
                  <a:srgbClr val="A6E5C9"/>
                </a:solidFill>
                <a:latin typeface="Arial"/>
                <a:ea typeface="Arial"/>
                <a:cs typeface="Arial"/>
              </a:defRPr>
            </a:lvl6pPr>
            <a:lvl7pPr algn="r">
              <a:defRPr sz="1425" b="0">
                <a:solidFill>
                  <a:srgbClr val="A6E5C9"/>
                </a:solidFill>
                <a:latin typeface="Arial"/>
                <a:ea typeface="Arial"/>
                <a:cs typeface="Arial"/>
              </a:defRPr>
            </a:lvl7pPr>
            <a:lvl8pPr algn="r">
              <a:defRPr sz="1425" b="0">
                <a:solidFill>
                  <a:srgbClr val="A6E5C9"/>
                </a:solidFill>
                <a:latin typeface="Arial"/>
                <a:ea typeface="Arial"/>
                <a:cs typeface="Arial"/>
              </a:defRPr>
            </a:lvl8pPr>
            <a:lvl9pPr algn="r">
              <a:defRPr sz="1425" b="0">
                <a:solidFill>
                  <a:srgbClr val="A6E5C9"/>
                </a:solidFill>
                <a:latin typeface="Arial"/>
                <a:ea typeface="Arial"/>
                <a:cs typeface="Arial"/>
              </a:defRPr>
            </a:lvl9pPr>
          </a:lstStyle>
          <a:p xmlns:a="http://schemas.openxmlformats.org/drawingml/2006/main">
            <a:pPr algn="r">
              <a:defRPr sz="1425" b="0">
                <a:solidFill>
                  <a:srgbClr val="A6E5C9"/>
                </a:solidFill>
                <a:latin typeface="Arial"/>
                <a:ea typeface="Arial"/>
                <a:cs typeface="Arial"/>
              </a:defRPr>
            </a:pPr>
            <a:r>
              <a:rPr sz="1425" b="0">
                <a:solidFill>
                  <a:srgbClr val="A6E5C9"/>
                </a:solidFill>
                <a:latin typeface="Arial"/>
                <a:ea typeface="Arial"/>
                <a:cs typeface="Arial"/>
              </a:rPr>
              <a:t>1 min</a:t>
            </a:r>
          </a:p>
        </p:txBody>
      </p:sp>
      <p:sp>
        <p:nvSpPr>
          <p:cNvPr id="9" name="">
            <a:extLst xmlns:a="http://schemas.openxmlformats.org/drawingml/2006/main">
              <a:ext uri="{FF2B5EF4-FFF2-40B4-BE49-F238E27FC236}">
                <a16:creationId xmlns:a16="http://schemas.microsoft.com/office/drawing/2014/main" id="{7D1538CC-650E-4F02-8B66-4B719E238B75}"/>
              </a:ext>
            </a:extLst>
          </p:cNvPr>
          <p:cNvSpPr>
            <a:spLocks xmlns:a="http://schemas.openxmlformats.org/drawingml/2006/main" noGrp="1"/>
          </p:cNvSpPr>
          <p:nvPr/>
        </p:nvSpPr>
        <p:spPr>
          <a:xfrm xmlns:a="http://schemas.openxmlformats.org/drawingml/2006/main">
            <a:off x="0" y="6467475"/>
            <a:ext cx="12192000" cy="390525"/>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918CE47-EF8C-4743-9501-219C8252F575}"/>
              </a:ext>
            </a:extLst>
          </p:cNvPr>
          <p:cNvSpPr>
            <a:spLocks xmlns:a="http://schemas.openxmlformats.org/drawingml/2006/main" noGrp="1"/>
          </p:cNvSpPr>
          <p:nvPr/>
        </p:nvSpPr>
        <p:spPr>
          <a:xfrm xmlns:a="http://schemas.openxmlformats.org/drawingml/2006/main">
            <a:off x="304800" y="65246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526074"/>
                </a:solidFill>
                <a:latin typeface="Arial"/>
                <a:ea typeface="Arial"/>
                <a:cs typeface="Arial"/>
              </a:defRPr>
            </a:defPPr>
            <a:lvl1pPr algn="l">
              <a:defRPr sz="1050" b="0">
                <a:solidFill>
                  <a:srgbClr val="526074"/>
                </a:solidFill>
                <a:latin typeface="Arial"/>
                <a:ea typeface="Arial"/>
                <a:cs typeface="Arial"/>
              </a:defRPr>
            </a:lvl1pPr>
            <a:lvl2pPr algn="l">
              <a:defRPr sz="1050" b="0">
                <a:solidFill>
                  <a:srgbClr val="526074"/>
                </a:solidFill>
                <a:latin typeface="Arial"/>
                <a:ea typeface="Arial"/>
                <a:cs typeface="Arial"/>
              </a:defRPr>
            </a:lvl2pPr>
            <a:lvl3pPr algn="l">
              <a:defRPr sz="1050" b="0">
                <a:solidFill>
                  <a:srgbClr val="526074"/>
                </a:solidFill>
                <a:latin typeface="Arial"/>
                <a:ea typeface="Arial"/>
                <a:cs typeface="Arial"/>
              </a:defRPr>
            </a:lvl3pPr>
            <a:lvl4pPr algn="l">
              <a:defRPr sz="1050" b="0">
                <a:solidFill>
                  <a:srgbClr val="526074"/>
                </a:solidFill>
                <a:latin typeface="Arial"/>
                <a:ea typeface="Arial"/>
                <a:cs typeface="Arial"/>
              </a:defRPr>
            </a:lvl4pPr>
            <a:lvl5pPr algn="l">
              <a:defRPr sz="1050" b="0">
                <a:solidFill>
                  <a:srgbClr val="526074"/>
                </a:solidFill>
                <a:latin typeface="Arial"/>
                <a:ea typeface="Arial"/>
                <a:cs typeface="Arial"/>
              </a:defRPr>
            </a:lvl5pPr>
            <a:lvl6pPr algn="l">
              <a:defRPr sz="1050" b="0">
                <a:solidFill>
                  <a:srgbClr val="526074"/>
                </a:solidFill>
                <a:latin typeface="Arial"/>
                <a:ea typeface="Arial"/>
                <a:cs typeface="Arial"/>
              </a:defRPr>
            </a:lvl6pPr>
            <a:lvl7pPr algn="l">
              <a:defRPr sz="1050" b="0">
                <a:solidFill>
                  <a:srgbClr val="526074"/>
                </a:solidFill>
                <a:latin typeface="Arial"/>
                <a:ea typeface="Arial"/>
                <a:cs typeface="Arial"/>
              </a:defRPr>
            </a:lvl7pPr>
            <a:lvl8pPr algn="l">
              <a:defRPr sz="1050" b="0">
                <a:solidFill>
                  <a:srgbClr val="526074"/>
                </a:solidFill>
                <a:latin typeface="Arial"/>
                <a:ea typeface="Arial"/>
                <a:cs typeface="Arial"/>
              </a:defRPr>
            </a:lvl8pPr>
            <a:lvl9pPr algn="l">
              <a:defRPr sz="1050" b="0">
                <a:solidFill>
                  <a:srgbClr val="526074"/>
                </a:solidFill>
                <a:latin typeface="Arial"/>
                <a:ea typeface="Arial"/>
                <a:cs typeface="Arial"/>
              </a:defRPr>
            </a:lvl9pPr>
          </a:lstStyle>
          <a:p xmlns:a="http://schemas.openxmlformats.org/drawingml/2006/main">
            <a:pPr algn="l">
              <a:defRPr sz="1050" b="0">
                <a:solidFill>
                  <a:srgbClr val="526074"/>
                </a:solidFill>
                <a:latin typeface="Arial"/>
                <a:ea typeface="Arial"/>
                <a:cs typeface="Arial"/>
              </a:defRPr>
            </a:pPr>
            <a:r>
              <a:rPr sz="1050" b="0">
                <a:solidFill>
                  <a:srgbClr val="526074"/>
                </a:solidFill>
                <a:latin typeface="Arial"/>
                <a:ea typeface="Arial"/>
                <a:cs typeface="Arial"/>
              </a:rPr>
              <a:t>ASSEMBLY-RULE-OF-LAW</a:t>
            </a:r>
          </a:p>
        </p:txBody>
      </p:sp>
      <p:sp>
        <p:nvSpPr>
          <p:cNvPr id="11" name="">
            <a:extLst xmlns:a="http://schemas.openxmlformats.org/drawingml/2006/main">
              <a:ext uri="{FF2B5EF4-FFF2-40B4-BE49-F238E27FC236}">
                <a16:creationId xmlns:a16="http://schemas.microsoft.com/office/drawing/2014/main" id="{0FFDDEDE-B8BB-4FAC-B254-2A394CDBDAB3}"/>
              </a:ext>
            </a:extLst>
          </p:cNvPr>
          <p:cNvSpPr>
            <a:spLocks xmlns:a="http://schemas.openxmlformats.org/drawingml/2006/main" noGrp="1"/>
          </p:cNvSpPr>
          <p:nvPr/>
        </p:nvSpPr>
        <p:spPr>
          <a:xfrm xmlns:a="http://schemas.openxmlformats.org/drawingml/2006/main">
            <a:off x="7620000" y="6524625"/>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074"/>
                </a:solidFill>
                <a:latin typeface="Arial"/>
                <a:ea typeface="Arial"/>
                <a:cs typeface="Arial"/>
              </a:defRPr>
            </a:defPPr>
            <a:lvl1pPr algn="r">
              <a:defRPr sz="1200" b="0">
                <a:solidFill>
                  <a:srgbClr val="526074"/>
                </a:solidFill>
                <a:latin typeface="Arial"/>
                <a:ea typeface="Arial"/>
                <a:cs typeface="Arial"/>
              </a:defRPr>
            </a:lvl1pPr>
            <a:lvl2pPr algn="r">
              <a:defRPr sz="1200" b="0">
                <a:solidFill>
                  <a:srgbClr val="526074"/>
                </a:solidFill>
                <a:latin typeface="Arial"/>
                <a:ea typeface="Arial"/>
                <a:cs typeface="Arial"/>
              </a:defRPr>
            </a:lvl2pPr>
            <a:lvl3pPr algn="r">
              <a:defRPr sz="1200" b="0">
                <a:solidFill>
                  <a:srgbClr val="526074"/>
                </a:solidFill>
                <a:latin typeface="Arial"/>
                <a:ea typeface="Arial"/>
                <a:cs typeface="Arial"/>
              </a:defRPr>
            </a:lvl3pPr>
            <a:lvl4pPr algn="r">
              <a:defRPr sz="1200" b="0">
                <a:solidFill>
                  <a:srgbClr val="526074"/>
                </a:solidFill>
                <a:latin typeface="Arial"/>
                <a:ea typeface="Arial"/>
                <a:cs typeface="Arial"/>
              </a:defRPr>
            </a:lvl4pPr>
            <a:lvl5pPr algn="r">
              <a:defRPr sz="1200" b="0">
                <a:solidFill>
                  <a:srgbClr val="526074"/>
                </a:solidFill>
                <a:latin typeface="Arial"/>
                <a:ea typeface="Arial"/>
                <a:cs typeface="Arial"/>
              </a:defRPr>
            </a:lvl5pPr>
            <a:lvl6pPr algn="r">
              <a:defRPr sz="1200" b="0">
                <a:solidFill>
                  <a:srgbClr val="526074"/>
                </a:solidFill>
                <a:latin typeface="Arial"/>
                <a:ea typeface="Arial"/>
                <a:cs typeface="Arial"/>
              </a:defRPr>
            </a:lvl6pPr>
            <a:lvl7pPr algn="r">
              <a:defRPr sz="1200" b="0">
                <a:solidFill>
                  <a:srgbClr val="526074"/>
                </a:solidFill>
                <a:latin typeface="Arial"/>
                <a:ea typeface="Arial"/>
                <a:cs typeface="Arial"/>
              </a:defRPr>
            </a:lvl7pPr>
            <a:lvl8pPr algn="r">
              <a:defRPr sz="1200" b="0">
                <a:solidFill>
                  <a:srgbClr val="526074"/>
                </a:solidFill>
                <a:latin typeface="Arial"/>
                <a:ea typeface="Arial"/>
                <a:cs typeface="Arial"/>
              </a:defRPr>
            </a:lvl8pPr>
            <a:lvl9pPr algn="r">
              <a:defRPr sz="1200" b="0">
                <a:solidFill>
                  <a:srgbClr val="526074"/>
                </a:solidFill>
                <a:latin typeface="Arial"/>
                <a:ea typeface="Arial"/>
                <a:cs typeface="Arial"/>
              </a:defRPr>
            </a:lvl9pPr>
          </a:lstStyle>
          <a:p xmlns:a="http://schemas.openxmlformats.org/drawingml/2006/main">
            <a:pPr algn="r">
              <a:defRPr sz="1200" b="0">
                <a:solidFill>
                  <a:srgbClr val="526074"/>
                </a:solidFill>
                <a:latin typeface="Arial"/>
                <a:ea typeface="Arial"/>
                <a:cs typeface="Arial"/>
              </a:defRPr>
            </a:pPr>
            <a:r>
              <a:rPr sz="1200" b="0">
                <a:solidFill>
                  <a:srgbClr val="526074"/>
                </a:solidFill>
                <a:latin typeface="Arial"/>
                <a:ea typeface="Arial"/>
                <a:cs typeface="Arial"/>
              </a:rPr>
              <a:t>Think · point · speak · watch</a:t>
            </a:r>
          </a:p>
        </p:txBody>
      </p:sp>
      <p:pic>
        <p:nvPicPr>
          <p:cNvPr id="12" name="">
            <a:extLst xmlns:a="http://schemas.openxmlformats.org/drawingml/2006/main">
              <a:ext uri="{FF2B5EF4-FFF2-40B4-BE49-F238E27FC236}">
                <a16:creationId xmlns:a16="http://schemas.microsoft.com/office/drawing/2014/main" id="{53A97824-4659-4849-91A0-03666D70FE57}"/>
              </a:ext>
            </a:extLst>
          </p:cNvPr>
          <p:cNvPicPr>
            <a:picLocks xmlns:a="http://schemas.openxmlformats.org/drawingml/2006/main" noChangeAspect="1"/>
          </p:cNvPicPr>
          <p:nvPr/>
        </p:nvPicPr>
        <p:blipFill>
          <a:blip xmlns:r="http://schemas.openxmlformats.org/officeDocument/2006/relationships" xmlns:a="http://schemas.openxmlformats.org/drawingml/2006/main" r:embed="R5845b4db921748d2"/>
          <a:srcRect xmlns:a="http://schemas.openxmlformats.org/drawingml/2006/main" l="0" t="11201" r="0" b="11201"/>
          <a:stretch xmlns:a="http://schemas.openxmlformats.org/drawingml/2006/main">
            <a:fillRect l="0" t="0" r="0" b="0"/>
          </a:stretch>
        </p:blipFill>
        <p:spPr>
          <a:xfrm xmlns:a="http://schemas.openxmlformats.org/drawingml/2006/main">
            <a:off x="0" y="1143000"/>
            <a:ext cx="12192000" cy="532447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432E1773-32C0-4FF6-96C0-A362D2C45140}"/>
              </a:ext>
            </a:extLst>
          </p:cNvPr>
          <p:cNvSpPr>
            <a:spLocks xmlns:a="http://schemas.openxmlformats.org/drawingml/2006/main" noGrp="1"/>
          </p:cNvSpPr>
          <p:nvPr/>
        </p:nvSpPr>
        <p:spPr>
          <a:xfrm xmlns:a="http://schemas.openxmlformats.org/drawingml/2006/main">
            <a:off x="0" y="1143000"/>
            <a:ext cx="5524500" cy="5324475"/>
          </a:xfrm>
          <a:prstGeom xmlns:a="http://schemas.openxmlformats.org/drawingml/2006/main" prst="rect">
            <a:avLst/>
          </a:prstGeom>
          <a:solidFill xmlns:a="http://schemas.openxmlformats.org/drawingml/2006/main">
            <a:srgbClr val="F5F4E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5BEC92B-5675-4ABE-9391-3B393BE5C137}"/>
              </a:ext>
            </a:extLst>
          </p:cNvPr>
          <p:cNvSpPr>
            <a:spLocks xmlns:a="http://schemas.openxmlformats.org/drawingml/2006/main" noGrp="1"/>
          </p:cNvSpPr>
          <p:nvPr/>
        </p:nvSpPr>
        <p:spPr>
          <a:xfrm xmlns:a="http://schemas.openxmlformats.org/drawingml/2006/main">
            <a:off x="495300" y="1733550"/>
            <a:ext cx="481012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4500" b="1">
                <a:solidFill>
                  <a:srgbClr val="17223B"/>
                </a:solidFill>
                <a:latin typeface="Arial"/>
                <a:ea typeface="Arial"/>
                <a:cs typeface="Arial"/>
              </a:defRPr>
            </a:defPPr>
            <a:lvl1pPr algn="l">
              <a:defRPr sz="4500" b="1">
                <a:solidFill>
                  <a:srgbClr val="17223B"/>
                </a:solidFill>
                <a:latin typeface="Arial"/>
                <a:ea typeface="Arial"/>
                <a:cs typeface="Arial"/>
              </a:defRPr>
            </a:lvl1pPr>
            <a:lvl2pPr algn="l">
              <a:defRPr sz="4500" b="1">
                <a:solidFill>
                  <a:srgbClr val="17223B"/>
                </a:solidFill>
                <a:latin typeface="Arial"/>
                <a:ea typeface="Arial"/>
                <a:cs typeface="Arial"/>
              </a:defRPr>
            </a:lvl2pPr>
            <a:lvl3pPr algn="l">
              <a:defRPr sz="4500" b="1">
                <a:solidFill>
                  <a:srgbClr val="17223B"/>
                </a:solidFill>
                <a:latin typeface="Arial"/>
                <a:ea typeface="Arial"/>
                <a:cs typeface="Arial"/>
              </a:defRPr>
            </a:lvl3pPr>
            <a:lvl4pPr algn="l">
              <a:defRPr sz="4500" b="1">
                <a:solidFill>
                  <a:srgbClr val="17223B"/>
                </a:solidFill>
                <a:latin typeface="Arial"/>
                <a:ea typeface="Arial"/>
                <a:cs typeface="Arial"/>
              </a:defRPr>
            </a:lvl4pPr>
            <a:lvl5pPr algn="l">
              <a:defRPr sz="4500" b="1">
                <a:solidFill>
                  <a:srgbClr val="17223B"/>
                </a:solidFill>
                <a:latin typeface="Arial"/>
                <a:ea typeface="Arial"/>
                <a:cs typeface="Arial"/>
              </a:defRPr>
            </a:lvl5pPr>
            <a:lvl6pPr algn="l">
              <a:defRPr sz="4500" b="1">
                <a:solidFill>
                  <a:srgbClr val="17223B"/>
                </a:solidFill>
                <a:latin typeface="Arial"/>
                <a:ea typeface="Arial"/>
                <a:cs typeface="Arial"/>
              </a:defRPr>
            </a:lvl6pPr>
            <a:lvl7pPr algn="l">
              <a:defRPr sz="4500" b="1">
                <a:solidFill>
                  <a:srgbClr val="17223B"/>
                </a:solidFill>
                <a:latin typeface="Arial"/>
                <a:ea typeface="Arial"/>
                <a:cs typeface="Arial"/>
              </a:defRPr>
            </a:lvl7pPr>
            <a:lvl8pPr algn="l">
              <a:defRPr sz="4500" b="1">
                <a:solidFill>
                  <a:srgbClr val="17223B"/>
                </a:solidFill>
                <a:latin typeface="Arial"/>
                <a:ea typeface="Arial"/>
                <a:cs typeface="Arial"/>
              </a:defRPr>
            </a:lvl8pPr>
            <a:lvl9pPr algn="l">
              <a:defRPr sz="4500" b="1">
                <a:solidFill>
                  <a:srgbClr val="17223B"/>
                </a:solidFill>
                <a:latin typeface="Arial"/>
                <a:ea typeface="Arial"/>
                <a:cs typeface="Arial"/>
              </a:defRPr>
            </a:lvl9pPr>
          </a:lstStyle>
          <a:p xmlns:a="http://schemas.openxmlformats.org/drawingml/2006/main">
            <a:pPr algn="l">
              <a:defRPr sz="4500" b="1">
                <a:solidFill>
                  <a:srgbClr val="17223B"/>
                </a:solidFill>
                <a:latin typeface="Arial"/>
                <a:ea typeface="Arial"/>
                <a:cs typeface="Arial"/>
              </a:defRPr>
            </a:pPr>
            <a:r>
              <a:rPr sz="4500" b="1">
                <a:solidFill>
                  <a:srgbClr val="17223B"/>
                </a:solidFill>
                <a:latin typeface="Arial"/>
                <a:ea typeface="Arial"/>
                <a:cs typeface="Arial"/>
              </a:rPr>
              <a:t>The rule of law</a:t>
            </a:r>
          </a:p>
        </p:txBody>
      </p:sp>
      <p:sp>
        <p:nvSpPr>
          <p:cNvPr id="15" name="">
            <a:extLst xmlns:a="http://schemas.openxmlformats.org/drawingml/2006/main">
              <a:ext uri="{FF2B5EF4-FFF2-40B4-BE49-F238E27FC236}">
                <a16:creationId xmlns:a16="http://schemas.microsoft.com/office/drawing/2014/main" id="{ADD07E0A-98DF-4E20-A2CA-52B0E2AC4DA5}"/>
              </a:ext>
            </a:extLst>
          </p:cNvPr>
          <p:cNvSpPr>
            <a:spLocks xmlns:a="http://schemas.openxmlformats.org/drawingml/2006/main" noGrp="1"/>
          </p:cNvSpPr>
          <p:nvPr/>
        </p:nvSpPr>
        <p:spPr>
          <a:xfrm xmlns:a="http://schemas.openxmlformats.org/drawingml/2006/main">
            <a:off x="523875" y="3400425"/>
            <a:ext cx="4619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236650"/>
                </a:solidFill>
                <a:latin typeface="Arial"/>
                <a:ea typeface="Arial"/>
                <a:cs typeface="Arial"/>
              </a:defRPr>
            </a:defPPr>
            <a:lvl1pPr algn="l">
              <a:defRPr sz="2850" b="1">
                <a:solidFill>
                  <a:srgbClr val="236650"/>
                </a:solidFill>
                <a:latin typeface="Arial"/>
                <a:ea typeface="Arial"/>
                <a:cs typeface="Arial"/>
              </a:defRPr>
            </a:lvl1pPr>
            <a:lvl2pPr algn="l">
              <a:defRPr sz="2850" b="1">
                <a:solidFill>
                  <a:srgbClr val="236650"/>
                </a:solidFill>
                <a:latin typeface="Arial"/>
                <a:ea typeface="Arial"/>
                <a:cs typeface="Arial"/>
              </a:defRPr>
            </a:lvl2pPr>
            <a:lvl3pPr algn="l">
              <a:defRPr sz="2850" b="1">
                <a:solidFill>
                  <a:srgbClr val="236650"/>
                </a:solidFill>
                <a:latin typeface="Arial"/>
                <a:ea typeface="Arial"/>
                <a:cs typeface="Arial"/>
              </a:defRPr>
            </a:lvl3pPr>
            <a:lvl4pPr algn="l">
              <a:defRPr sz="2850" b="1">
                <a:solidFill>
                  <a:srgbClr val="236650"/>
                </a:solidFill>
                <a:latin typeface="Arial"/>
                <a:ea typeface="Arial"/>
                <a:cs typeface="Arial"/>
              </a:defRPr>
            </a:lvl4pPr>
            <a:lvl5pPr algn="l">
              <a:defRPr sz="2850" b="1">
                <a:solidFill>
                  <a:srgbClr val="236650"/>
                </a:solidFill>
                <a:latin typeface="Arial"/>
                <a:ea typeface="Arial"/>
                <a:cs typeface="Arial"/>
              </a:defRPr>
            </a:lvl5pPr>
            <a:lvl6pPr algn="l">
              <a:defRPr sz="2850" b="1">
                <a:solidFill>
                  <a:srgbClr val="236650"/>
                </a:solidFill>
                <a:latin typeface="Arial"/>
                <a:ea typeface="Arial"/>
                <a:cs typeface="Arial"/>
              </a:defRPr>
            </a:lvl6pPr>
            <a:lvl7pPr algn="l">
              <a:defRPr sz="2850" b="1">
                <a:solidFill>
                  <a:srgbClr val="236650"/>
                </a:solidFill>
                <a:latin typeface="Arial"/>
                <a:ea typeface="Arial"/>
                <a:cs typeface="Arial"/>
              </a:defRPr>
            </a:lvl7pPr>
            <a:lvl8pPr algn="l">
              <a:defRPr sz="2850" b="1">
                <a:solidFill>
                  <a:srgbClr val="236650"/>
                </a:solidFill>
                <a:latin typeface="Arial"/>
                <a:ea typeface="Arial"/>
                <a:cs typeface="Arial"/>
              </a:defRPr>
            </a:lvl8pPr>
            <a:lvl9pPr algn="l">
              <a:defRPr sz="2850" b="1">
                <a:solidFill>
                  <a:srgbClr val="236650"/>
                </a:solidFill>
                <a:latin typeface="Arial"/>
                <a:ea typeface="Arial"/>
                <a:cs typeface="Arial"/>
              </a:defRPr>
            </a:lvl9pPr>
          </a:lstStyle>
          <a:p xmlns:a="http://schemas.openxmlformats.org/drawingml/2006/main">
            <a:pPr algn="l">
              <a:defRPr sz="2850" b="1">
                <a:solidFill>
                  <a:srgbClr val="236650"/>
                </a:solidFill>
                <a:latin typeface="Arial"/>
                <a:ea typeface="Arial"/>
                <a:cs typeface="Arial"/>
              </a:defRPr>
            </a:pPr>
            <a:r>
              <a:rPr sz="2850" b="1">
                <a:solidFill>
                  <a:srgbClr val="236650"/>
                </a:solidFill>
                <a:latin typeface="Arial"/>
                <a:ea typeface="Arial"/>
                <a:cs typeface="Arial"/>
              </a:rPr>
              <a:t>Fair rules. Fair process. A voice for everyone.</a:t>
            </a:r>
          </a:p>
        </p:txBody>
      </p:sp>
      <p:sp>
        <p:nvSpPr>
          <p:cNvPr id="16" name="">
            <a:extLst xmlns:a="http://schemas.openxmlformats.org/drawingml/2006/main">
              <a:ext uri="{FF2B5EF4-FFF2-40B4-BE49-F238E27FC236}">
                <a16:creationId xmlns:a16="http://schemas.microsoft.com/office/drawing/2014/main" id="{A3D860C2-9B74-4E2E-9EE6-0277CD059943}"/>
              </a:ext>
            </a:extLst>
          </p:cNvPr>
          <p:cNvSpPr>
            <a:spLocks xmlns:a="http://schemas.openxmlformats.org/drawingml/2006/main" noGrp="1"/>
          </p:cNvSpPr>
          <p:nvPr/>
        </p:nvSpPr>
        <p:spPr>
          <a:xfrm xmlns:a="http://schemas.openxmlformats.org/drawingml/2006/main">
            <a:off x="523875" y="4981575"/>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074"/>
                </a:solidFill>
                <a:latin typeface="Arial"/>
                <a:ea typeface="Arial"/>
                <a:cs typeface="Arial"/>
              </a:defRPr>
            </a:defPPr>
            <a:lvl1pPr algn="l">
              <a:defRPr sz="1725" b="0">
                <a:solidFill>
                  <a:srgbClr val="526074"/>
                </a:solidFill>
                <a:latin typeface="Arial"/>
                <a:ea typeface="Arial"/>
                <a:cs typeface="Arial"/>
              </a:defRPr>
            </a:lvl1pPr>
            <a:lvl2pPr algn="l">
              <a:defRPr sz="1725" b="0">
                <a:solidFill>
                  <a:srgbClr val="526074"/>
                </a:solidFill>
                <a:latin typeface="Arial"/>
                <a:ea typeface="Arial"/>
                <a:cs typeface="Arial"/>
              </a:defRPr>
            </a:lvl2pPr>
            <a:lvl3pPr algn="l">
              <a:defRPr sz="1725" b="0">
                <a:solidFill>
                  <a:srgbClr val="526074"/>
                </a:solidFill>
                <a:latin typeface="Arial"/>
                <a:ea typeface="Arial"/>
                <a:cs typeface="Arial"/>
              </a:defRPr>
            </a:lvl3pPr>
            <a:lvl4pPr algn="l">
              <a:defRPr sz="1725" b="0">
                <a:solidFill>
                  <a:srgbClr val="526074"/>
                </a:solidFill>
                <a:latin typeface="Arial"/>
                <a:ea typeface="Arial"/>
                <a:cs typeface="Arial"/>
              </a:defRPr>
            </a:lvl4pPr>
            <a:lvl5pPr algn="l">
              <a:defRPr sz="1725" b="0">
                <a:solidFill>
                  <a:srgbClr val="526074"/>
                </a:solidFill>
                <a:latin typeface="Arial"/>
                <a:ea typeface="Arial"/>
                <a:cs typeface="Arial"/>
              </a:defRPr>
            </a:lvl5pPr>
            <a:lvl6pPr algn="l">
              <a:defRPr sz="1725" b="0">
                <a:solidFill>
                  <a:srgbClr val="526074"/>
                </a:solidFill>
                <a:latin typeface="Arial"/>
                <a:ea typeface="Arial"/>
                <a:cs typeface="Arial"/>
              </a:defRPr>
            </a:lvl6pPr>
            <a:lvl7pPr algn="l">
              <a:defRPr sz="1725" b="0">
                <a:solidFill>
                  <a:srgbClr val="526074"/>
                </a:solidFill>
                <a:latin typeface="Arial"/>
                <a:ea typeface="Arial"/>
                <a:cs typeface="Arial"/>
              </a:defRPr>
            </a:lvl7pPr>
            <a:lvl8pPr algn="l">
              <a:defRPr sz="1725" b="0">
                <a:solidFill>
                  <a:srgbClr val="526074"/>
                </a:solidFill>
                <a:latin typeface="Arial"/>
                <a:ea typeface="Arial"/>
                <a:cs typeface="Arial"/>
              </a:defRPr>
            </a:lvl8pPr>
            <a:lvl9pPr algn="l">
              <a:defRPr sz="1725" b="0">
                <a:solidFill>
                  <a:srgbClr val="526074"/>
                </a:solidFill>
                <a:latin typeface="Arial"/>
                <a:ea typeface="Arial"/>
                <a:cs typeface="Arial"/>
              </a:defRPr>
            </a:lvl9pPr>
          </a:lstStyle>
          <a:p xmlns:a="http://schemas.openxmlformats.org/drawingml/2006/main">
            <a:pPr algn="l">
              <a:defRPr sz="1725" b="0">
                <a:solidFill>
                  <a:srgbClr val="526074"/>
                </a:solidFill>
                <a:latin typeface="Arial"/>
                <a:ea typeface="Arial"/>
                <a:cs typeface="Arial"/>
              </a:defRPr>
            </a:pPr>
            <a:r>
              <a:rPr sz="1725" b="0">
                <a:solidFill>
                  <a:srgbClr val="526074"/>
                </a:solidFill>
                <a:latin typeface="Arial"/>
                <a:ea typeface="Arial"/>
                <a:cs typeface="Arial"/>
              </a:rPr>
              <a:t>20 minutes · whole-school assembly</a:t>
            </a:r>
          </a:p>
        </p:txBody>
      </p:sp>
      <p:sp>
        <p:nvSpPr>
          <p:cNvPr id="17" name="">
            <a:extLst xmlns:a="http://schemas.openxmlformats.org/drawingml/2006/main">
              <a:ext uri="{FF2B5EF4-FFF2-40B4-BE49-F238E27FC236}">
                <a16:creationId xmlns:a16="http://schemas.microsoft.com/office/drawing/2014/main" id="{BC6D434F-FC44-4549-B3A9-7E16C0777D7A}"/>
              </a:ext>
            </a:extLst>
          </p:cNvPr>
          <p:cNvSpPr>
            <a:spLocks xmlns:a="http://schemas.openxmlformats.org/drawingml/2006/main" noGrp="1"/>
          </p:cNvSpPr>
          <p:nvPr/>
        </p:nvSpPr>
        <p:spPr>
          <a:xfrm xmlns:a="http://schemas.openxmlformats.org/drawingml/2006/main">
            <a:off x="523875" y="5486400"/>
            <a:ext cx="466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526074"/>
                </a:solidFill>
                <a:latin typeface="Arial"/>
                <a:ea typeface="Arial"/>
                <a:cs typeface="Arial"/>
              </a:defRPr>
            </a:defPPr>
            <a:lvl1pPr algn="l">
              <a:defRPr sz="1875" b="0">
                <a:solidFill>
                  <a:srgbClr val="526074"/>
                </a:solidFill>
                <a:latin typeface="Arial"/>
                <a:ea typeface="Arial"/>
                <a:cs typeface="Arial"/>
              </a:defRPr>
            </a:lvl1pPr>
            <a:lvl2pPr algn="l">
              <a:defRPr sz="1875" b="0">
                <a:solidFill>
                  <a:srgbClr val="526074"/>
                </a:solidFill>
                <a:latin typeface="Arial"/>
                <a:ea typeface="Arial"/>
                <a:cs typeface="Arial"/>
              </a:defRPr>
            </a:lvl2pPr>
            <a:lvl3pPr algn="l">
              <a:defRPr sz="1875" b="0">
                <a:solidFill>
                  <a:srgbClr val="526074"/>
                </a:solidFill>
                <a:latin typeface="Arial"/>
                <a:ea typeface="Arial"/>
                <a:cs typeface="Arial"/>
              </a:defRPr>
            </a:lvl3pPr>
            <a:lvl4pPr algn="l">
              <a:defRPr sz="1875" b="0">
                <a:solidFill>
                  <a:srgbClr val="526074"/>
                </a:solidFill>
                <a:latin typeface="Arial"/>
                <a:ea typeface="Arial"/>
                <a:cs typeface="Arial"/>
              </a:defRPr>
            </a:lvl4pPr>
            <a:lvl5pPr algn="l">
              <a:defRPr sz="1875" b="0">
                <a:solidFill>
                  <a:srgbClr val="526074"/>
                </a:solidFill>
                <a:latin typeface="Arial"/>
                <a:ea typeface="Arial"/>
                <a:cs typeface="Arial"/>
              </a:defRPr>
            </a:lvl5pPr>
            <a:lvl6pPr algn="l">
              <a:defRPr sz="1875" b="0">
                <a:solidFill>
                  <a:srgbClr val="526074"/>
                </a:solidFill>
                <a:latin typeface="Arial"/>
                <a:ea typeface="Arial"/>
                <a:cs typeface="Arial"/>
              </a:defRPr>
            </a:lvl6pPr>
            <a:lvl7pPr algn="l">
              <a:defRPr sz="1875" b="0">
                <a:solidFill>
                  <a:srgbClr val="526074"/>
                </a:solidFill>
                <a:latin typeface="Arial"/>
                <a:ea typeface="Arial"/>
                <a:cs typeface="Arial"/>
              </a:defRPr>
            </a:lvl7pPr>
            <a:lvl8pPr algn="l">
              <a:defRPr sz="1875" b="0">
                <a:solidFill>
                  <a:srgbClr val="526074"/>
                </a:solidFill>
                <a:latin typeface="Arial"/>
                <a:ea typeface="Arial"/>
                <a:cs typeface="Arial"/>
              </a:defRPr>
            </a:lvl8pPr>
            <a:lvl9pPr algn="l">
              <a:defRPr sz="1875" b="0">
                <a:solidFill>
                  <a:srgbClr val="526074"/>
                </a:solidFill>
                <a:latin typeface="Arial"/>
                <a:ea typeface="Arial"/>
                <a:cs typeface="Arial"/>
              </a:defRPr>
            </a:lvl9pPr>
          </a:lstStyle>
          <a:p xmlns:a="http://schemas.openxmlformats.org/drawingml/2006/main">
            <a:pPr algn="l">
              <a:defRPr sz="1875" b="0">
                <a:solidFill>
                  <a:srgbClr val="526074"/>
                </a:solidFill>
                <a:latin typeface="Arial"/>
                <a:ea typeface="Arial"/>
                <a:cs typeface="Arial"/>
              </a:defRPr>
            </a:pPr>
            <a:r>
              <a:rPr sz="1875" b="0">
                <a:solidFill>
                  <a:srgbClr val="526074"/>
                </a:solidFill>
                <a:latin typeface="Arial"/>
                <a:ea typeface="Arial"/>
                <a:cs typeface="Arial"/>
              </a:rPr>
              <a:t>Think · point · speak · watch</a:t>
            </a:r>
          </a:p>
        </p:txBody>
      </p:sp>
    </p:spTree>
    <p:extLst>
      <p:ext uri="{BB962C8B-B14F-4D97-AF65-F5344CB8AC3E}">
        <p14:creationId xmlns:p14="http://schemas.microsoft.com/office/powerpoint/2010/main" val="1289135417"/>
      </p:ext>
    </p:extLst>
  </p:cSld>
</p:sld>
</file>

<file path=ppt/slides/slide2.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DB3C770-E725-49DC-8559-78D89BDF1876}"/>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83EB6BCD-9148-4658-89F2-09F37A2FEEDB}"/>
              </a:ext>
            </a:extLst>
          </p:cNvPr>
          <p:cNvPicPr>
            <a:picLocks xmlns:a="http://schemas.openxmlformats.org/drawingml/2006/main" noChangeAspect="1"/>
          </p:cNvPicPr>
          <p:nvPr/>
        </p:nvPicPr>
        <p:blipFill>
          <a:blip xmlns:r="http://schemas.openxmlformats.org/officeDocument/2006/relationships" xmlns:a="http://schemas.openxmlformats.org/drawingml/2006/main" r:embed="R9d3701fef9e542da"/>
          <a:stretch xmlns:a="http://schemas.openxmlformats.org/drawingml/2006/main"/>
        </p:blipFill>
        <p:spPr>
          <a:xfrm xmlns:a="http://schemas.openxmlformats.org/drawingml/2006/main">
            <a:off x="266700" y="114300"/>
            <a:ext cx="514350" cy="514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D049200-137F-4F46-8F5D-04030B27B6C6}"/>
              </a:ext>
            </a:extLst>
          </p:cNvPr>
          <p:cNvSpPr>
            <a:spLocks xmlns:a="http://schemas.openxmlformats.org/drawingml/2006/main" noGrp="1"/>
          </p:cNvSpPr>
          <p:nvPr/>
        </p:nvSpPr>
        <p:spPr>
          <a:xfrm xmlns:a="http://schemas.openxmlformats.org/drawingml/2006/main">
            <a:off x="914400" y="1428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7223B"/>
                </a:solidFill>
                <a:latin typeface="Arial"/>
                <a:ea typeface="Arial"/>
                <a:cs typeface="Arial"/>
              </a:defRPr>
            </a:defPPr>
            <a:lvl1pPr algn="l">
              <a:defRPr sz="1500" b="1">
                <a:solidFill>
                  <a:srgbClr val="17223B"/>
                </a:solidFill>
                <a:latin typeface="Arial"/>
                <a:ea typeface="Arial"/>
                <a:cs typeface="Arial"/>
              </a:defRPr>
            </a:lvl1pPr>
            <a:lvl2pPr algn="l">
              <a:defRPr sz="1500" b="1">
                <a:solidFill>
                  <a:srgbClr val="17223B"/>
                </a:solidFill>
                <a:latin typeface="Arial"/>
                <a:ea typeface="Arial"/>
                <a:cs typeface="Arial"/>
              </a:defRPr>
            </a:lvl2pPr>
            <a:lvl3pPr algn="l">
              <a:defRPr sz="1500" b="1">
                <a:solidFill>
                  <a:srgbClr val="17223B"/>
                </a:solidFill>
                <a:latin typeface="Arial"/>
                <a:ea typeface="Arial"/>
                <a:cs typeface="Arial"/>
              </a:defRPr>
            </a:lvl3pPr>
            <a:lvl4pPr algn="l">
              <a:defRPr sz="1500" b="1">
                <a:solidFill>
                  <a:srgbClr val="17223B"/>
                </a:solidFill>
                <a:latin typeface="Arial"/>
                <a:ea typeface="Arial"/>
                <a:cs typeface="Arial"/>
              </a:defRPr>
            </a:lvl4pPr>
            <a:lvl5pPr algn="l">
              <a:defRPr sz="1500" b="1">
                <a:solidFill>
                  <a:srgbClr val="17223B"/>
                </a:solidFill>
                <a:latin typeface="Arial"/>
                <a:ea typeface="Arial"/>
                <a:cs typeface="Arial"/>
              </a:defRPr>
            </a:lvl5pPr>
            <a:lvl6pPr algn="l">
              <a:defRPr sz="1500" b="1">
                <a:solidFill>
                  <a:srgbClr val="17223B"/>
                </a:solidFill>
                <a:latin typeface="Arial"/>
                <a:ea typeface="Arial"/>
                <a:cs typeface="Arial"/>
              </a:defRPr>
            </a:lvl6pPr>
            <a:lvl7pPr algn="l">
              <a:defRPr sz="1500" b="1">
                <a:solidFill>
                  <a:srgbClr val="17223B"/>
                </a:solidFill>
                <a:latin typeface="Arial"/>
                <a:ea typeface="Arial"/>
                <a:cs typeface="Arial"/>
              </a:defRPr>
            </a:lvl7pPr>
            <a:lvl8pPr algn="l">
              <a:defRPr sz="1500" b="1">
                <a:solidFill>
                  <a:srgbClr val="17223B"/>
                </a:solidFill>
                <a:latin typeface="Arial"/>
                <a:ea typeface="Arial"/>
                <a:cs typeface="Arial"/>
              </a:defRPr>
            </a:lvl8pPr>
            <a:lvl9pPr algn="l">
              <a:defRPr sz="1500" b="1">
                <a:solidFill>
                  <a:srgbClr val="17223B"/>
                </a:solidFill>
                <a:latin typeface="Arial"/>
                <a:ea typeface="Arial"/>
                <a:cs typeface="Arial"/>
              </a:defRPr>
            </a:lvl9pPr>
          </a:lstStyle>
          <a:p xmlns:a="http://schemas.openxmlformats.org/drawingml/2006/main">
            <a:pPr algn="l">
              <a:defRPr sz="1500" b="1">
                <a:solidFill>
                  <a:srgbClr val="17223B"/>
                </a:solidFill>
                <a:latin typeface="Arial"/>
                <a:ea typeface="Arial"/>
                <a:cs typeface="Arial"/>
              </a:defRPr>
            </a:pPr>
            <a:r>
              <a:rPr sz="1500" b="1">
                <a:solidFill>
                  <a:srgbClr val="17223B"/>
                </a:solidFill>
                <a:latin typeface="Arial"/>
                <a:ea typeface="Arial"/>
                <a:cs typeface="Arial"/>
              </a:rPr>
              <a:t>MADE BY MATT</a:t>
            </a:r>
          </a:p>
        </p:txBody>
      </p:sp>
      <p:sp>
        <p:nvSpPr>
          <p:cNvPr id="4" name="">
            <a:extLst xmlns:a="http://schemas.openxmlformats.org/drawingml/2006/main">
              <a:ext uri="{FF2B5EF4-FFF2-40B4-BE49-F238E27FC236}">
                <a16:creationId xmlns:a16="http://schemas.microsoft.com/office/drawing/2014/main" id="{E25C5A1F-238E-49B6-8807-52A3B628745E}"/>
              </a:ext>
            </a:extLst>
          </p:cNvPr>
          <p:cNvSpPr>
            <a:spLocks xmlns:a="http://schemas.openxmlformats.org/drawingml/2006/main" noGrp="1"/>
          </p:cNvSpPr>
          <p:nvPr/>
        </p:nvSpPr>
        <p:spPr>
          <a:xfrm xmlns:a="http://schemas.openxmlformats.org/drawingml/2006/main">
            <a:off x="914400" y="39052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26074"/>
                </a:solidFill>
                <a:latin typeface="Arial"/>
                <a:ea typeface="Arial"/>
                <a:cs typeface="Arial"/>
              </a:defRPr>
            </a:defPPr>
            <a:lvl1pPr algn="l">
              <a:defRPr sz="1200" b="0">
                <a:solidFill>
                  <a:srgbClr val="526074"/>
                </a:solidFill>
                <a:latin typeface="Arial"/>
                <a:ea typeface="Arial"/>
                <a:cs typeface="Arial"/>
              </a:defRPr>
            </a:lvl1pPr>
            <a:lvl2pPr algn="l">
              <a:defRPr sz="1200" b="0">
                <a:solidFill>
                  <a:srgbClr val="526074"/>
                </a:solidFill>
                <a:latin typeface="Arial"/>
                <a:ea typeface="Arial"/>
                <a:cs typeface="Arial"/>
              </a:defRPr>
            </a:lvl2pPr>
            <a:lvl3pPr algn="l">
              <a:defRPr sz="1200" b="0">
                <a:solidFill>
                  <a:srgbClr val="526074"/>
                </a:solidFill>
                <a:latin typeface="Arial"/>
                <a:ea typeface="Arial"/>
                <a:cs typeface="Arial"/>
              </a:defRPr>
            </a:lvl3pPr>
            <a:lvl4pPr algn="l">
              <a:defRPr sz="1200" b="0">
                <a:solidFill>
                  <a:srgbClr val="526074"/>
                </a:solidFill>
                <a:latin typeface="Arial"/>
                <a:ea typeface="Arial"/>
                <a:cs typeface="Arial"/>
              </a:defRPr>
            </a:lvl4pPr>
            <a:lvl5pPr algn="l">
              <a:defRPr sz="1200" b="0">
                <a:solidFill>
                  <a:srgbClr val="526074"/>
                </a:solidFill>
                <a:latin typeface="Arial"/>
                <a:ea typeface="Arial"/>
                <a:cs typeface="Arial"/>
              </a:defRPr>
            </a:lvl5pPr>
            <a:lvl6pPr algn="l">
              <a:defRPr sz="1200" b="0">
                <a:solidFill>
                  <a:srgbClr val="526074"/>
                </a:solidFill>
                <a:latin typeface="Arial"/>
                <a:ea typeface="Arial"/>
                <a:cs typeface="Arial"/>
              </a:defRPr>
            </a:lvl6pPr>
            <a:lvl7pPr algn="l">
              <a:defRPr sz="1200" b="0">
                <a:solidFill>
                  <a:srgbClr val="526074"/>
                </a:solidFill>
                <a:latin typeface="Arial"/>
                <a:ea typeface="Arial"/>
                <a:cs typeface="Arial"/>
              </a:defRPr>
            </a:lvl7pPr>
            <a:lvl8pPr algn="l">
              <a:defRPr sz="1200" b="0">
                <a:solidFill>
                  <a:srgbClr val="526074"/>
                </a:solidFill>
                <a:latin typeface="Arial"/>
                <a:ea typeface="Arial"/>
                <a:cs typeface="Arial"/>
              </a:defRPr>
            </a:lvl8pPr>
            <a:lvl9pPr algn="l">
              <a:defRPr sz="1200" b="0">
                <a:solidFill>
                  <a:srgbClr val="526074"/>
                </a:solidFill>
                <a:latin typeface="Arial"/>
                <a:ea typeface="Arial"/>
                <a:cs typeface="Arial"/>
              </a:defRPr>
            </a:lvl9pPr>
          </a:lstStyle>
          <a:p xmlns:a="http://schemas.openxmlformats.org/drawingml/2006/main">
            <a:pPr algn="l">
              <a:defRPr sz="1200" b="0">
                <a:solidFill>
                  <a:srgbClr val="526074"/>
                </a:solidFill>
                <a:latin typeface="Arial"/>
                <a:ea typeface="Arial"/>
                <a:cs typeface="Arial"/>
              </a:defRPr>
            </a:pPr>
            <a:r>
              <a:rPr sz="1200" b="0">
                <a:solidFill>
                  <a:srgbClr val="526074"/>
                </a:solidFill>
                <a:latin typeface="Arial"/>
                <a:ea typeface="Arial"/>
                <a:cs typeface="Arial"/>
              </a:rPr>
              <a:t>Learn • Build • Explore</a:t>
            </a:r>
          </a:p>
        </p:txBody>
      </p:sp>
      <p:sp>
        <p:nvSpPr>
          <p:cNvPr id="5" name="">
            <a:extLst xmlns:a="http://schemas.openxmlformats.org/drawingml/2006/main">
              <a:ext uri="{FF2B5EF4-FFF2-40B4-BE49-F238E27FC236}">
                <a16:creationId xmlns:a16="http://schemas.microsoft.com/office/drawing/2014/main" id="{1462B02F-11EF-406F-904C-F67C704B6A00}"/>
              </a:ext>
            </a:extLst>
          </p:cNvPr>
          <p:cNvSpPr>
            <a:spLocks xmlns:a="http://schemas.openxmlformats.org/drawingml/2006/main" noGrp="1"/>
          </p:cNvSpPr>
          <p:nvPr/>
        </p:nvSpPr>
        <p:spPr>
          <a:xfrm xmlns:a="http://schemas.openxmlformats.org/drawingml/2006/main">
            <a:off x="7905750" y="2286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500" b="1">
                <a:solidFill>
                  <a:srgbClr val="236650"/>
                </a:solidFill>
                <a:latin typeface="Arial"/>
                <a:ea typeface="Arial"/>
                <a:cs typeface="Arial"/>
              </a:defRPr>
            </a:defPPr>
            <a:lvl1pPr algn="r">
              <a:defRPr sz="1500" b="1">
                <a:solidFill>
                  <a:srgbClr val="236650"/>
                </a:solidFill>
                <a:latin typeface="Arial"/>
                <a:ea typeface="Arial"/>
                <a:cs typeface="Arial"/>
              </a:defRPr>
            </a:lvl1pPr>
            <a:lvl2pPr algn="r">
              <a:defRPr sz="1500" b="1">
                <a:solidFill>
                  <a:srgbClr val="236650"/>
                </a:solidFill>
                <a:latin typeface="Arial"/>
                <a:ea typeface="Arial"/>
                <a:cs typeface="Arial"/>
              </a:defRPr>
            </a:lvl2pPr>
            <a:lvl3pPr algn="r">
              <a:defRPr sz="1500" b="1">
                <a:solidFill>
                  <a:srgbClr val="236650"/>
                </a:solidFill>
                <a:latin typeface="Arial"/>
                <a:ea typeface="Arial"/>
                <a:cs typeface="Arial"/>
              </a:defRPr>
            </a:lvl3pPr>
            <a:lvl4pPr algn="r">
              <a:defRPr sz="1500" b="1">
                <a:solidFill>
                  <a:srgbClr val="236650"/>
                </a:solidFill>
                <a:latin typeface="Arial"/>
                <a:ea typeface="Arial"/>
                <a:cs typeface="Arial"/>
              </a:defRPr>
            </a:lvl4pPr>
            <a:lvl5pPr algn="r">
              <a:defRPr sz="1500" b="1">
                <a:solidFill>
                  <a:srgbClr val="236650"/>
                </a:solidFill>
                <a:latin typeface="Arial"/>
                <a:ea typeface="Arial"/>
                <a:cs typeface="Arial"/>
              </a:defRPr>
            </a:lvl5pPr>
            <a:lvl6pPr algn="r">
              <a:defRPr sz="1500" b="1">
                <a:solidFill>
                  <a:srgbClr val="236650"/>
                </a:solidFill>
                <a:latin typeface="Arial"/>
                <a:ea typeface="Arial"/>
                <a:cs typeface="Arial"/>
              </a:defRPr>
            </a:lvl6pPr>
            <a:lvl7pPr algn="r">
              <a:defRPr sz="1500" b="1">
                <a:solidFill>
                  <a:srgbClr val="236650"/>
                </a:solidFill>
                <a:latin typeface="Arial"/>
                <a:ea typeface="Arial"/>
                <a:cs typeface="Arial"/>
              </a:defRPr>
            </a:lvl7pPr>
            <a:lvl8pPr algn="r">
              <a:defRPr sz="1500" b="1">
                <a:solidFill>
                  <a:srgbClr val="236650"/>
                </a:solidFill>
                <a:latin typeface="Arial"/>
                <a:ea typeface="Arial"/>
                <a:cs typeface="Arial"/>
              </a:defRPr>
            </a:lvl8pPr>
            <a:lvl9pPr algn="r">
              <a:defRPr sz="1500" b="1">
                <a:solidFill>
                  <a:srgbClr val="236650"/>
                </a:solidFill>
                <a:latin typeface="Arial"/>
                <a:ea typeface="Arial"/>
                <a:cs typeface="Arial"/>
              </a:defRPr>
            </a:lvl9pPr>
          </a:lstStyle>
          <a:p xmlns:a="http://schemas.openxmlformats.org/drawingml/2006/main">
            <a:pPr algn="r">
              <a:defRPr sz="1500" b="1">
                <a:solidFill>
                  <a:srgbClr val="236650"/>
                </a:solidFill>
                <a:latin typeface="Arial"/>
                <a:ea typeface="Arial"/>
                <a:cs typeface="Arial"/>
              </a:defRPr>
            </a:pPr>
            <a:r>
              <a:rPr sz="1500" b="1">
                <a:solidFill>
                  <a:srgbClr val="236650"/>
                </a:solidFill>
                <a:latin typeface="Arial"/>
                <a:ea typeface="Arial"/>
                <a:cs typeface="Arial"/>
              </a:rPr>
              <a:t>BRITISH VALUES</a:t>
            </a:r>
          </a:p>
        </p:txBody>
      </p:sp>
      <p:sp>
        <p:nvSpPr>
          <p:cNvPr id="6" name="">
            <a:extLst xmlns:a="http://schemas.openxmlformats.org/drawingml/2006/main">
              <a:ext uri="{FF2B5EF4-FFF2-40B4-BE49-F238E27FC236}">
                <a16:creationId xmlns:a16="http://schemas.microsoft.com/office/drawing/2014/main" id="{B2ACACEB-26D6-44D3-8CC6-295983BEBA71}"/>
              </a:ext>
            </a:extLst>
          </p:cNvPr>
          <p:cNvSpPr>
            <a:spLocks xmlns:a="http://schemas.openxmlformats.org/drawingml/2006/main" noGrp="1"/>
          </p:cNvSpPr>
          <p:nvPr/>
        </p:nvSpPr>
        <p:spPr>
          <a:xfrm xmlns:a="http://schemas.openxmlformats.org/drawingml/2006/main">
            <a:off x="0" y="742950"/>
            <a:ext cx="12192000" cy="40005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70345CD-FA35-43F1-A0C7-BE906DDAD178}"/>
              </a:ext>
            </a:extLst>
          </p:cNvPr>
          <p:cNvSpPr>
            <a:spLocks xmlns:a="http://schemas.openxmlformats.org/drawingml/2006/main" noGrp="1"/>
          </p:cNvSpPr>
          <p:nvPr/>
        </p:nvSpPr>
        <p:spPr>
          <a:xfrm xmlns:a="http://schemas.openxmlformats.org/drawingml/2006/main">
            <a:off x="304800" y="781050"/>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FFFEF9"/>
                </a:solidFill>
                <a:latin typeface="Arial"/>
                <a:ea typeface="Arial"/>
                <a:cs typeface="Arial"/>
              </a:defRPr>
            </a:defPPr>
            <a:lvl1pPr algn="l">
              <a:defRPr sz="1425" b="0">
                <a:solidFill>
                  <a:srgbClr val="FFFEF9"/>
                </a:solidFill>
                <a:latin typeface="Arial"/>
                <a:ea typeface="Arial"/>
                <a:cs typeface="Arial"/>
              </a:defRPr>
            </a:lvl1pPr>
            <a:lvl2pPr algn="l">
              <a:defRPr sz="1425" b="0">
                <a:solidFill>
                  <a:srgbClr val="FFFEF9"/>
                </a:solidFill>
                <a:latin typeface="Arial"/>
                <a:ea typeface="Arial"/>
                <a:cs typeface="Arial"/>
              </a:defRPr>
            </a:lvl2pPr>
            <a:lvl3pPr algn="l">
              <a:defRPr sz="1425" b="0">
                <a:solidFill>
                  <a:srgbClr val="FFFEF9"/>
                </a:solidFill>
                <a:latin typeface="Arial"/>
                <a:ea typeface="Arial"/>
                <a:cs typeface="Arial"/>
              </a:defRPr>
            </a:lvl3pPr>
            <a:lvl4pPr algn="l">
              <a:defRPr sz="1425" b="0">
                <a:solidFill>
                  <a:srgbClr val="FFFEF9"/>
                </a:solidFill>
                <a:latin typeface="Arial"/>
                <a:ea typeface="Arial"/>
                <a:cs typeface="Arial"/>
              </a:defRPr>
            </a:lvl4pPr>
            <a:lvl5pPr algn="l">
              <a:defRPr sz="1425" b="0">
                <a:solidFill>
                  <a:srgbClr val="FFFEF9"/>
                </a:solidFill>
                <a:latin typeface="Arial"/>
                <a:ea typeface="Arial"/>
                <a:cs typeface="Arial"/>
              </a:defRPr>
            </a:lvl5pPr>
            <a:lvl6pPr algn="l">
              <a:defRPr sz="1425" b="0">
                <a:solidFill>
                  <a:srgbClr val="FFFEF9"/>
                </a:solidFill>
                <a:latin typeface="Arial"/>
                <a:ea typeface="Arial"/>
                <a:cs typeface="Arial"/>
              </a:defRPr>
            </a:lvl6pPr>
            <a:lvl7pPr algn="l">
              <a:defRPr sz="1425" b="0">
                <a:solidFill>
                  <a:srgbClr val="FFFEF9"/>
                </a:solidFill>
                <a:latin typeface="Arial"/>
                <a:ea typeface="Arial"/>
                <a:cs typeface="Arial"/>
              </a:defRPr>
            </a:lvl7pPr>
            <a:lvl8pPr algn="l">
              <a:defRPr sz="1425" b="0">
                <a:solidFill>
                  <a:srgbClr val="FFFEF9"/>
                </a:solidFill>
                <a:latin typeface="Arial"/>
                <a:ea typeface="Arial"/>
                <a:cs typeface="Arial"/>
              </a:defRPr>
            </a:lvl8pPr>
            <a:lvl9pPr algn="l">
              <a:defRPr sz="1425" b="0">
                <a:solidFill>
                  <a:srgbClr val="FFFEF9"/>
                </a:solidFill>
                <a:latin typeface="Arial"/>
                <a:ea typeface="Arial"/>
                <a:cs typeface="Arial"/>
              </a:defRPr>
            </a:lvl9pPr>
          </a:lstStyle>
          <a:p xmlns:a="http://schemas.openxmlformats.org/drawingml/2006/main">
            <a:pPr algn="l">
              <a:defRPr sz="1425" b="0">
                <a:solidFill>
                  <a:srgbClr val="FFFEF9"/>
                </a:solidFill>
                <a:latin typeface="Arial"/>
                <a:ea typeface="Arial"/>
                <a:cs typeface="Arial"/>
              </a:defRPr>
            </a:pPr>
            <a:r>
              <a:rPr sz="1425" b="0">
                <a:solidFill>
                  <a:srgbClr val="FFFEF9"/>
                </a:solidFill>
                <a:latin typeface="Arial"/>
                <a:ea typeface="Arial"/>
                <a:cs typeface="Arial"/>
              </a:rPr>
              <a:t>02 / 10    Would you play this match?</a:t>
            </a:r>
          </a:p>
        </p:txBody>
      </p:sp>
      <p:sp>
        <p:nvSpPr>
          <p:cNvPr id="8" name="">
            <a:extLst xmlns:a="http://schemas.openxmlformats.org/drawingml/2006/main">
              <a:ext uri="{FF2B5EF4-FFF2-40B4-BE49-F238E27FC236}">
                <a16:creationId xmlns:a16="http://schemas.microsoft.com/office/drawing/2014/main" id="{FEAE7734-2676-4327-A142-0AF65AB9D3A5}"/>
              </a:ext>
            </a:extLst>
          </p:cNvPr>
          <p:cNvSpPr>
            <a:spLocks xmlns:a="http://schemas.openxmlformats.org/drawingml/2006/main" noGrp="1"/>
          </p:cNvSpPr>
          <p:nvPr/>
        </p:nvSpPr>
        <p:spPr>
          <a:xfrm xmlns:a="http://schemas.openxmlformats.org/drawingml/2006/main">
            <a:off x="10763250" y="781050"/>
            <a:ext cx="1104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425" b="0">
                <a:solidFill>
                  <a:srgbClr val="A6E5C9"/>
                </a:solidFill>
                <a:latin typeface="Arial"/>
                <a:ea typeface="Arial"/>
                <a:cs typeface="Arial"/>
              </a:defRPr>
            </a:defPPr>
            <a:lvl1pPr algn="r">
              <a:defRPr sz="1425" b="0">
                <a:solidFill>
                  <a:srgbClr val="A6E5C9"/>
                </a:solidFill>
                <a:latin typeface="Arial"/>
                <a:ea typeface="Arial"/>
                <a:cs typeface="Arial"/>
              </a:defRPr>
            </a:lvl1pPr>
            <a:lvl2pPr algn="r">
              <a:defRPr sz="1425" b="0">
                <a:solidFill>
                  <a:srgbClr val="A6E5C9"/>
                </a:solidFill>
                <a:latin typeface="Arial"/>
                <a:ea typeface="Arial"/>
                <a:cs typeface="Arial"/>
              </a:defRPr>
            </a:lvl2pPr>
            <a:lvl3pPr algn="r">
              <a:defRPr sz="1425" b="0">
                <a:solidFill>
                  <a:srgbClr val="A6E5C9"/>
                </a:solidFill>
                <a:latin typeface="Arial"/>
                <a:ea typeface="Arial"/>
                <a:cs typeface="Arial"/>
              </a:defRPr>
            </a:lvl3pPr>
            <a:lvl4pPr algn="r">
              <a:defRPr sz="1425" b="0">
                <a:solidFill>
                  <a:srgbClr val="A6E5C9"/>
                </a:solidFill>
                <a:latin typeface="Arial"/>
                <a:ea typeface="Arial"/>
                <a:cs typeface="Arial"/>
              </a:defRPr>
            </a:lvl4pPr>
            <a:lvl5pPr algn="r">
              <a:defRPr sz="1425" b="0">
                <a:solidFill>
                  <a:srgbClr val="A6E5C9"/>
                </a:solidFill>
                <a:latin typeface="Arial"/>
                <a:ea typeface="Arial"/>
                <a:cs typeface="Arial"/>
              </a:defRPr>
            </a:lvl5pPr>
            <a:lvl6pPr algn="r">
              <a:defRPr sz="1425" b="0">
                <a:solidFill>
                  <a:srgbClr val="A6E5C9"/>
                </a:solidFill>
                <a:latin typeface="Arial"/>
                <a:ea typeface="Arial"/>
                <a:cs typeface="Arial"/>
              </a:defRPr>
            </a:lvl6pPr>
            <a:lvl7pPr algn="r">
              <a:defRPr sz="1425" b="0">
                <a:solidFill>
                  <a:srgbClr val="A6E5C9"/>
                </a:solidFill>
                <a:latin typeface="Arial"/>
                <a:ea typeface="Arial"/>
                <a:cs typeface="Arial"/>
              </a:defRPr>
            </a:lvl7pPr>
            <a:lvl8pPr algn="r">
              <a:defRPr sz="1425" b="0">
                <a:solidFill>
                  <a:srgbClr val="A6E5C9"/>
                </a:solidFill>
                <a:latin typeface="Arial"/>
                <a:ea typeface="Arial"/>
                <a:cs typeface="Arial"/>
              </a:defRPr>
            </a:lvl8pPr>
            <a:lvl9pPr algn="r">
              <a:defRPr sz="1425" b="0">
                <a:solidFill>
                  <a:srgbClr val="A6E5C9"/>
                </a:solidFill>
                <a:latin typeface="Arial"/>
                <a:ea typeface="Arial"/>
                <a:cs typeface="Arial"/>
              </a:defRPr>
            </a:lvl9pPr>
          </a:lstStyle>
          <a:p xmlns:a="http://schemas.openxmlformats.org/drawingml/2006/main">
            <a:pPr algn="r">
              <a:defRPr sz="1425" b="0">
                <a:solidFill>
                  <a:srgbClr val="A6E5C9"/>
                </a:solidFill>
                <a:latin typeface="Arial"/>
                <a:ea typeface="Arial"/>
                <a:cs typeface="Arial"/>
              </a:defRPr>
            </a:pPr>
            <a:r>
              <a:rPr sz="1425" b="0">
                <a:solidFill>
                  <a:srgbClr val="A6E5C9"/>
                </a:solidFill>
                <a:latin typeface="Arial"/>
                <a:ea typeface="Arial"/>
                <a:cs typeface="Arial"/>
              </a:rPr>
              <a:t>1.5 min</a:t>
            </a:r>
          </a:p>
        </p:txBody>
      </p:sp>
      <p:sp>
        <p:nvSpPr>
          <p:cNvPr id="9" name="">
            <a:extLst xmlns:a="http://schemas.openxmlformats.org/drawingml/2006/main">
              <a:ext uri="{FF2B5EF4-FFF2-40B4-BE49-F238E27FC236}">
                <a16:creationId xmlns:a16="http://schemas.microsoft.com/office/drawing/2014/main" id="{4FCB9F9C-44F2-491C-8327-B267A7909D84}"/>
              </a:ext>
            </a:extLst>
          </p:cNvPr>
          <p:cNvSpPr>
            <a:spLocks xmlns:a="http://schemas.openxmlformats.org/drawingml/2006/main" noGrp="1"/>
          </p:cNvSpPr>
          <p:nvPr/>
        </p:nvSpPr>
        <p:spPr>
          <a:xfrm xmlns:a="http://schemas.openxmlformats.org/drawingml/2006/main">
            <a:off x="0" y="6467475"/>
            <a:ext cx="12192000" cy="390525"/>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EC4FFE5-DDA6-44BB-A89E-602EF5196499}"/>
              </a:ext>
            </a:extLst>
          </p:cNvPr>
          <p:cNvSpPr>
            <a:spLocks xmlns:a="http://schemas.openxmlformats.org/drawingml/2006/main" noGrp="1"/>
          </p:cNvSpPr>
          <p:nvPr/>
        </p:nvSpPr>
        <p:spPr>
          <a:xfrm xmlns:a="http://schemas.openxmlformats.org/drawingml/2006/main">
            <a:off x="304800" y="65246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526074"/>
                </a:solidFill>
                <a:latin typeface="Arial"/>
                <a:ea typeface="Arial"/>
                <a:cs typeface="Arial"/>
              </a:defRPr>
            </a:defPPr>
            <a:lvl1pPr algn="l">
              <a:defRPr sz="1050" b="0">
                <a:solidFill>
                  <a:srgbClr val="526074"/>
                </a:solidFill>
                <a:latin typeface="Arial"/>
                <a:ea typeface="Arial"/>
                <a:cs typeface="Arial"/>
              </a:defRPr>
            </a:lvl1pPr>
            <a:lvl2pPr algn="l">
              <a:defRPr sz="1050" b="0">
                <a:solidFill>
                  <a:srgbClr val="526074"/>
                </a:solidFill>
                <a:latin typeface="Arial"/>
                <a:ea typeface="Arial"/>
                <a:cs typeface="Arial"/>
              </a:defRPr>
            </a:lvl2pPr>
            <a:lvl3pPr algn="l">
              <a:defRPr sz="1050" b="0">
                <a:solidFill>
                  <a:srgbClr val="526074"/>
                </a:solidFill>
                <a:latin typeface="Arial"/>
                <a:ea typeface="Arial"/>
                <a:cs typeface="Arial"/>
              </a:defRPr>
            </a:lvl3pPr>
            <a:lvl4pPr algn="l">
              <a:defRPr sz="1050" b="0">
                <a:solidFill>
                  <a:srgbClr val="526074"/>
                </a:solidFill>
                <a:latin typeface="Arial"/>
                <a:ea typeface="Arial"/>
                <a:cs typeface="Arial"/>
              </a:defRPr>
            </a:lvl4pPr>
            <a:lvl5pPr algn="l">
              <a:defRPr sz="1050" b="0">
                <a:solidFill>
                  <a:srgbClr val="526074"/>
                </a:solidFill>
                <a:latin typeface="Arial"/>
                <a:ea typeface="Arial"/>
                <a:cs typeface="Arial"/>
              </a:defRPr>
            </a:lvl5pPr>
            <a:lvl6pPr algn="l">
              <a:defRPr sz="1050" b="0">
                <a:solidFill>
                  <a:srgbClr val="526074"/>
                </a:solidFill>
                <a:latin typeface="Arial"/>
                <a:ea typeface="Arial"/>
                <a:cs typeface="Arial"/>
              </a:defRPr>
            </a:lvl6pPr>
            <a:lvl7pPr algn="l">
              <a:defRPr sz="1050" b="0">
                <a:solidFill>
                  <a:srgbClr val="526074"/>
                </a:solidFill>
                <a:latin typeface="Arial"/>
                <a:ea typeface="Arial"/>
                <a:cs typeface="Arial"/>
              </a:defRPr>
            </a:lvl7pPr>
            <a:lvl8pPr algn="l">
              <a:defRPr sz="1050" b="0">
                <a:solidFill>
                  <a:srgbClr val="526074"/>
                </a:solidFill>
                <a:latin typeface="Arial"/>
                <a:ea typeface="Arial"/>
                <a:cs typeface="Arial"/>
              </a:defRPr>
            </a:lvl8pPr>
            <a:lvl9pPr algn="l">
              <a:defRPr sz="1050" b="0">
                <a:solidFill>
                  <a:srgbClr val="526074"/>
                </a:solidFill>
                <a:latin typeface="Arial"/>
                <a:ea typeface="Arial"/>
                <a:cs typeface="Arial"/>
              </a:defRPr>
            </a:lvl9pPr>
          </a:lstStyle>
          <a:p xmlns:a="http://schemas.openxmlformats.org/drawingml/2006/main">
            <a:pPr algn="l">
              <a:defRPr sz="1050" b="0">
                <a:solidFill>
                  <a:srgbClr val="526074"/>
                </a:solidFill>
                <a:latin typeface="Arial"/>
                <a:ea typeface="Arial"/>
                <a:cs typeface="Arial"/>
              </a:defRPr>
            </a:pPr>
            <a:r>
              <a:rPr sz="1050" b="0">
                <a:solidFill>
                  <a:srgbClr val="526074"/>
                </a:solidFill>
                <a:latin typeface="Arial"/>
                <a:ea typeface="Arial"/>
                <a:cs typeface="Arial"/>
              </a:rPr>
              <a:t>ASSEMBLY-RULE-OF-LAW</a:t>
            </a:r>
          </a:p>
        </p:txBody>
      </p:sp>
      <p:sp>
        <p:nvSpPr>
          <p:cNvPr id="11" name="">
            <a:extLst xmlns:a="http://schemas.openxmlformats.org/drawingml/2006/main">
              <a:ext uri="{FF2B5EF4-FFF2-40B4-BE49-F238E27FC236}">
                <a16:creationId xmlns:a16="http://schemas.microsoft.com/office/drawing/2014/main" id="{B3DB97EF-DAE1-4D15-8469-FAB162D9478A}"/>
              </a:ext>
            </a:extLst>
          </p:cNvPr>
          <p:cNvSpPr>
            <a:spLocks xmlns:a="http://schemas.openxmlformats.org/drawingml/2006/main" noGrp="1"/>
          </p:cNvSpPr>
          <p:nvPr/>
        </p:nvSpPr>
        <p:spPr>
          <a:xfrm xmlns:a="http://schemas.openxmlformats.org/drawingml/2006/main">
            <a:off x="7620000" y="6524625"/>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074"/>
                </a:solidFill>
                <a:latin typeface="Arial"/>
                <a:ea typeface="Arial"/>
                <a:cs typeface="Arial"/>
              </a:defRPr>
            </a:defPPr>
            <a:lvl1pPr algn="r">
              <a:defRPr sz="1200" b="0">
                <a:solidFill>
                  <a:srgbClr val="526074"/>
                </a:solidFill>
                <a:latin typeface="Arial"/>
                <a:ea typeface="Arial"/>
                <a:cs typeface="Arial"/>
              </a:defRPr>
            </a:lvl1pPr>
            <a:lvl2pPr algn="r">
              <a:defRPr sz="1200" b="0">
                <a:solidFill>
                  <a:srgbClr val="526074"/>
                </a:solidFill>
                <a:latin typeface="Arial"/>
                <a:ea typeface="Arial"/>
                <a:cs typeface="Arial"/>
              </a:defRPr>
            </a:lvl2pPr>
            <a:lvl3pPr algn="r">
              <a:defRPr sz="1200" b="0">
                <a:solidFill>
                  <a:srgbClr val="526074"/>
                </a:solidFill>
                <a:latin typeface="Arial"/>
                <a:ea typeface="Arial"/>
                <a:cs typeface="Arial"/>
              </a:defRPr>
            </a:lvl3pPr>
            <a:lvl4pPr algn="r">
              <a:defRPr sz="1200" b="0">
                <a:solidFill>
                  <a:srgbClr val="526074"/>
                </a:solidFill>
                <a:latin typeface="Arial"/>
                <a:ea typeface="Arial"/>
                <a:cs typeface="Arial"/>
              </a:defRPr>
            </a:lvl4pPr>
            <a:lvl5pPr algn="r">
              <a:defRPr sz="1200" b="0">
                <a:solidFill>
                  <a:srgbClr val="526074"/>
                </a:solidFill>
                <a:latin typeface="Arial"/>
                <a:ea typeface="Arial"/>
                <a:cs typeface="Arial"/>
              </a:defRPr>
            </a:lvl5pPr>
            <a:lvl6pPr algn="r">
              <a:defRPr sz="1200" b="0">
                <a:solidFill>
                  <a:srgbClr val="526074"/>
                </a:solidFill>
                <a:latin typeface="Arial"/>
                <a:ea typeface="Arial"/>
                <a:cs typeface="Arial"/>
              </a:defRPr>
            </a:lvl6pPr>
            <a:lvl7pPr algn="r">
              <a:defRPr sz="1200" b="0">
                <a:solidFill>
                  <a:srgbClr val="526074"/>
                </a:solidFill>
                <a:latin typeface="Arial"/>
                <a:ea typeface="Arial"/>
                <a:cs typeface="Arial"/>
              </a:defRPr>
            </a:lvl7pPr>
            <a:lvl8pPr algn="r">
              <a:defRPr sz="1200" b="0">
                <a:solidFill>
                  <a:srgbClr val="526074"/>
                </a:solidFill>
                <a:latin typeface="Arial"/>
                <a:ea typeface="Arial"/>
                <a:cs typeface="Arial"/>
              </a:defRPr>
            </a:lvl8pPr>
            <a:lvl9pPr algn="r">
              <a:defRPr sz="1200" b="0">
                <a:solidFill>
                  <a:srgbClr val="526074"/>
                </a:solidFill>
                <a:latin typeface="Arial"/>
                <a:ea typeface="Arial"/>
                <a:cs typeface="Arial"/>
              </a:defRPr>
            </a:lvl9pPr>
          </a:lstStyle>
          <a:p xmlns:a="http://schemas.openxmlformats.org/drawingml/2006/main">
            <a:pPr algn="r">
              <a:defRPr sz="1200" b="0">
                <a:solidFill>
                  <a:srgbClr val="526074"/>
                </a:solidFill>
                <a:latin typeface="Arial"/>
                <a:ea typeface="Arial"/>
                <a:cs typeface="Arial"/>
              </a:defRPr>
            </a:pPr>
            <a:r>
              <a:rPr sz="1200" b="0">
                <a:solidFill>
                  <a:srgbClr val="526074"/>
                </a:solidFill>
                <a:latin typeface="Arial"/>
                <a:ea typeface="Arial"/>
                <a:cs typeface="Arial"/>
              </a:rPr>
              <a:t>Think · point · speak · watch</a:t>
            </a:r>
          </a:p>
        </p:txBody>
      </p:sp>
      <p:sp>
        <p:nvSpPr>
          <p:cNvPr id="12" name="Stage heading">
            <a:extLst xmlns:a="http://schemas.openxmlformats.org/drawingml/2006/main">
              <a:ext uri="{FF2B5EF4-FFF2-40B4-BE49-F238E27FC236}">
                <a16:creationId xmlns:a16="http://schemas.microsoft.com/office/drawing/2014/main" id="{3ACA4283-C8D3-41D6-8641-571E4A1AAC5B}"/>
              </a:ext>
            </a:extLst>
          </p:cNvPr>
          <p:cNvSpPr>
            <a:spLocks xmlns:a="http://schemas.openxmlformats.org/drawingml/2006/main" noGrp="1"/>
          </p:cNvSpPr>
          <p:nvPr/>
        </p:nvSpPr>
        <p:spPr>
          <a:xfrm xmlns:a="http://schemas.openxmlformats.org/drawingml/2006/main">
            <a:off x="495300" y="1352550"/>
            <a:ext cx="11201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1">
                <a:solidFill>
                  <a:srgbClr val="17223B"/>
                </a:solidFill>
                <a:latin typeface="Arial"/>
                <a:ea typeface="Arial"/>
                <a:cs typeface="Arial"/>
              </a:defRPr>
            </a:defPPr>
            <a:lvl1pPr algn="l">
              <a:defRPr sz="3525" b="1">
                <a:solidFill>
                  <a:srgbClr val="17223B"/>
                </a:solidFill>
                <a:latin typeface="Arial"/>
                <a:ea typeface="Arial"/>
                <a:cs typeface="Arial"/>
              </a:defRPr>
            </a:lvl1pPr>
            <a:lvl2pPr algn="l">
              <a:defRPr sz="3525" b="1">
                <a:solidFill>
                  <a:srgbClr val="17223B"/>
                </a:solidFill>
                <a:latin typeface="Arial"/>
                <a:ea typeface="Arial"/>
                <a:cs typeface="Arial"/>
              </a:defRPr>
            </a:lvl2pPr>
            <a:lvl3pPr algn="l">
              <a:defRPr sz="3525" b="1">
                <a:solidFill>
                  <a:srgbClr val="17223B"/>
                </a:solidFill>
                <a:latin typeface="Arial"/>
                <a:ea typeface="Arial"/>
                <a:cs typeface="Arial"/>
              </a:defRPr>
            </a:lvl3pPr>
            <a:lvl4pPr algn="l">
              <a:defRPr sz="3525" b="1">
                <a:solidFill>
                  <a:srgbClr val="17223B"/>
                </a:solidFill>
                <a:latin typeface="Arial"/>
                <a:ea typeface="Arial"/>
                <a:cs typeface="Arial"/>
              </a:defRPr>
            </a:lvl4pPr>
            <a:lvl5pPr algn="l">
              <a:defRPr sz="3525" b="1">
                <a:solidFill>
                  <a:srgbClr val="17223B"/>
                </a:solidFill>
                <a:latin typeface="Arial"/>
                <a:ea typeface="Arial"/>
                <a:cs typeface="Arial"/>
              </a:defRPr>
            </a:lvl5pPr>
            <a:lvl6pPr algn="l">
              <a:defRPr sz="3525" b="1">
                <a:solidFill>
                  <a:srgbClr val="17223B"/>
                </a:solidFill>
                <a:latin typeface="Arial"/>
                <a:ea typeface="Arial"/>
                <a:cs typeface="Arial"/>
              </a:defRPr>
            </a:lvl6pPr>
            <a:lvl7pPr algn="l">
              <a:defRPr sz="3525" b="1">
                <a:solidFill>
                  <a:srgbClr val="17223B"/>
                </a:solidFill>
                <a:latin typeface="Arial"/>
                <a:ea typeface="Arial"/>
                <a:cs typeface="Arial"/>
              </a:defRPr>
            </a:lvl7pPr>
            <a:lvl8pPr algn="l">
              <a:defRPr sz="3525" b="1">
                <a:solidFill>
                  <a:srgbClr val="17223B"/>
                </a:solidFill>
                <a:latin typeface="Arial"/>
                <a:ea typeface="Arial"/>
                <a:cs typeface="Arial"/>
              </a:defRPr>
            </a:lvl8pPr>
            <a:lvl9pPr algn="l">
              <a:defRPr sz="3525" b="1">
                <a:solidFill>
                  <a:srgbClr val="17223B"/>
                </a:solidFill>
                <a:latin typeface="Arial"/>
                <a:ea typeface="Arial"/>
                <a:cs typeface="Arial"/>
              </a:defRPr>
            </a:lvl9pPr>
          </a:lstStyle>
          <a:p xmlns:a="http://schemas.openxmlformats.org/drawingml/2006/main">
            <a:pPr algn="l">
              <a:defRPr sz="3525" b="1">
                <a:solidFill>
                  <a:srgbClr val="17223B"/>
                </a:solidFill>
                <a:latin typeface="Arial"/>
                <a:ea typeface="Arial"/>
                <a:cs typeface="Arial"/>
              </a:defRPr>
            </a:pPr>
            <a:r>
              <a:rPr sz="3525" b="1">
                <a:solidFill>
                  <a:srgbClr val="17223B"/>
                </a:solidFill>
                <a:latin typeface="Arial"/>
                <a:ea typeface="Arial"/>
                <a:cs typeface="Arial"/>
              </a:rPr>
              <a:t>Would you play this match?</a:t>
            </a:r>
          </a:p>
        </p:txBody>
      </p:sp>
      <p:sp>
        <p:nvSpPr>
          <p:cNvPr id="13" name="Discussion prompt">
            <a:extLst xmlns:a="http://schemas.openxmlformats.org/drawingml/2006/main">
              <a:ext uri="{FF2B5EF4-FFF2-40B4-BE49-F238E27FC236}">
                <a16:creationId xmlns:a16="http://schemas.microsoft.com/office/drawing/2014/main" id="{BC159D61-1F2A-4BCA-BCE0-BB4FA1467534}"/>
              </a:ext>
            </a:extLst>
          </p:cNvPr>
          <p:cNvSpPr>
            <a:spLocks xmlns:a="http://schemas.openxmlformats.org/drawingml/2006/main" noGrp="1"/>
          </p:cNvSpPr>
          <p:nvPr/>
        </p:nvSpPr>
        <p:spPr>
          <a:xfrm xmlns:a="http://schemas.openxmlformats.org/drawingml/2006/main">
            <a:off x="514350" y="2095500"/>
            <a:ext cx="11163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75" b="0">
                <a:solidFill>
                  <a:srgbClr val="17223B"/>
                </a:solidFill>
                <a:latin typeface="Arial"/>
                <a:ea typeface="Arial"/>
                <a:cs typeface="Arial"/>
              </a:defRPr>
            </a:defPPr>
            <a:lvl1pPr algn="l">
              <a:defRPr sz="2475" b="0">
                <a:solidFill>
                  <a:srgbClr val="17223B"/>
                </a:solidFill>
                <a:latin typeface="Arial"/>
                <a:ea typeface="Arial"/>
                <a:cs typeface="Arial"/>
              </a:defRPr>
            </a:lvl1pPr>
            <a:lvl2pPr algn="l">
              <a:defRPr sz="2475" b="0">
                <a:solidFill>
                  <a:srgbClr val="17223B"/>
                </a:solidFill>
                <a:latin typeface="Arial"/>
                <a:ea typeface="Arial"/>
                <a:cs typeface="Arial"/>
              </a:defRPr>
            </a:lvl2pPr>
            <a:lvl3pPr algn="l">
              <a:defRPr sz="2475" b="0">
                <a:solidFill>
                  <a:srgbClr val="17223B"/>
                </a:solidFill>
                <a:latin typeface="Arial"/>
                <a:ea typeface="Arial"/>
                <a:cs typeface="Arial"/>
              </a:defRPr>
            </a:lvl3pPr>
            <a:lvl4pPr algn="l">
              <a:defRPr sz="2475" b="0">
                <a:solidFill>
                  <a:srgbClr val="17223B"/>
                </a:solidFill>
                <a:latin typeface="Arial"/>
                <a:ea typeface="Arial"/>
                <a:cs typeface="Arial"/>
              </a:defRPr>
            </a:lvl4pPr>
            <a:lvl5pPr algn="l">
              <a:defRPr sz="2475" b="0">
                <a:solidFill>
                  <a:srgbClr val="17223B"/>
                </a:solidFill>
                <a:latin typeface="Arial"/>
                <a:ea typeface="Arial"/>
                <a:cs typeface="Arial"/>
              </a:defRPr>
            </a:lvl5pPr>
            <a:lvl6pPr algn="l">
              <a:defRPr sz="2475" b="0">
                <a:solidFill>
                  <a:srgbClr val="17223B"/>
                </a:solidFill>
                <a:latin typeface="Arial"/>
                <a:ea typeface="Arial"/>
                <a:cs typeface="Arial"/>
              </a:defRPr>
            </a:lvl6pPr>
            <a:lvl7pPr algn="l">
              <a:defRPr sz="2475" b="0">
                <a:solidFill>
                  <a:srgbClr val="17223B"/>
                </a:solidFill>
                <a:latin typeface="Arial"/>
                <a:ea typeface="Arial"/>
                <a:cs typeface="Arial"/>
              </a:defRPr>
            </a:lvl7pPr>
            <a:lvl8pPr algn="l">
              <a:defRPr sz="2475" b="0">
                <a:solidFill>
                  <a:srgbClr val="17223B"/>
                </a:solidFill>
                <a:latin typeface="Arial"/>
                <a:ea typeface="Arial"/>
                <a:cs typeface="Arial"/>
              </a:defRPr>
            </a:lvl8pPr>
            <a:lvl9pPr algn="l">
              <a:defRPr sz="2475" b="0">
                <a:solidFill>
                  <a:srgbClr val="17223B"/>
                </a:solidFill>
                <a:latin typeface="Arial"/>
                <a:ea typeface="Arial"/>
                <a:cs typeface="Arial"/>
              </a:defRPr>
            </a:lvl9pPr>
          </a:lstStyle>
          <a:p xmlns:a="http://schemas.openxmlformats.org/drawingml/2006/main">
            <a:pPr algn="l">
              <a:defRPr sz="2475" b="0">
                <a:solidFill>
                  <a:srgbClr val="17223B"/>
                </a:solidFill>
                <a:latin typeface="Arial"/>
                <a:ea typeface="Arial"/>
                <a:cs typeface="Arial"/>
              </a:defRPr>
            </a:pPr>
            <a:r>
              <a:rPr sz="2475" b="0">
                <a:solidFill>
                  <a:srgbClr val="17223B"/>
                </a:solidFill>
                <a:latin typeface="Arial"/>
                <a:ea typeface="Arial"/>
                <a:cs typeface="Arial"/>
              </a:rPr>
              <a:t>The referee moves one team’s goalposts halfway through.</a:t>
            </a:r>
          </a:p>
        </p:txBody>
      </p:sp>
      <p:sp>
        <p:nvSpPr>
          <p:cNvPr id="14" name="">
            <a:extLst xmlns:a="http://schemas.openxmlformats.org/drawingml/2006/main">
              <a:ext uri="{FF2B5EF4-FFF2-40B4-BE49-F238E27FC236}">
                <a16:creationId xmlns:a16="http://schemas.microsoft.com/office/drawing/2014/main" id="{22B793F5-DFDB-464E-9E29-A30B071EC991}"/>
              </a:ext>
            </a:extLst>
          </p:cNvPr>
          <p:cNvSpPr>
            <a:spLocks xmlns:a="http://schemas.openxmlformats.org/drawingml/2006/main" noGrp="1"/>
          </p:cNvSpPr>
          <p:nvPr/>
        </p:nvSpPr>
        <p:spPr>
          <a:xfrm xmlns:a="http://schemas.openxmlformats.org/drawingml/2006/main">
            <a:off x="523875" y="31337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01</a:t>
            </a:r>
          </a:p>
        </p:txBody>
      </p:sp>
      <p:sp>
        <p:nvSpPr>
          <p:cNvPr id="15" name="Option 1">
            <a:extLst xmlns:a="http://schemas.openxmlformats.org/drawingml/2006/main">
              <a:ext uri="{FF2B5EF4-FFF2-40B4-BE49-F238E27FC236}">
                <a16:creationId xmlns:a16="http://schemas.microsoft.com/office/drawing/2014/main" id="{01771052-2CFB-43AD-A2B8-B8EA00465772}"/>
              </a:ext>
            </a:extLst>
          </p:cNvPr>
          <p:cNvSpPr>
            <a:spLocks xmlns:a="http://schemas.openxmlformats.org/drawingml/2006/main" noGrp="1"/>
          </p:cNvSpPr>
          <p:nvPr/>
        </p:nvSpPr>
        <p:spPr>
          <a:xfrm xmlns:a="http://schemas.openxmlformats.org/drawingml/2006/main">
            <a:off x="1219200" y="31337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Fair</a:t>
            </a:r>
          </a:p>
        </p:txBody>
      </p:sp>
      <p:sp>
        <p:nvSpPr>
          <p:cNvPr id="16" name="">
            <a:extLst xmlns:a="http://schemas.openxmlformats.org/drawingml/2006/main">
              <a:ext uri="{FF2B5EF4-FFF2-40B4-BE49-F238E27FC236}">
                <a16:creationId xmlns:a16="http://schemas.microsoft.com/office/drawing/2014/main" id="{5B848E40-CB81-4952-ABD4-89BD236DCF7C}"/>
              </a:ext>
            </a:extLst>
          </p:cNvPr>
          <p:cNvSpPr>
            <a:spLocks xmlns:a="http://schemas.openxmlformats.org/drawingml/2006/main" noGrp="1"/>
          </p:cNvSpPr>
          <p:nvPr/>
        </p:nvSpPr>
        <p:spPr>
          <a:xfrm xmlns:a="http://schemas.openxmlformats.org/drawingml/2006/main">
            <a:off x="552450" y="4029075"/>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B294C82-6B10-42D3-BA41-0B023B5B9592}"/>
              </a:ext>
            </a:extLst>
          </p:cNvPr>
          <p:cNvSpPr>
            <a:spLocks xmlns:a="http://schemas.openxmlformats.org/drawingml/2006/main" noGrp="1"/>
          </p:cNvSpPr>
          <p:nvPr/>
        </p:nvSpPr>
        <p:spPr>
          <a:xfrm xmlns:a="http://schemas.openxmlformats.org/drawingml/2006/main">
            <a:off x="523875" y="40481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02</a:t>
            </a:r>
          </a:p>
        </p:txBody>
      </p:sp>
      <p:sp>
        <p:nvSpPr>
          <p:cNvPr id="18" name="Option 2">
            <a:extLst xmlns:a="http://schemas.openxmlformats.org/drawingml/2006/main">
              <a:ext uri="{FF2B5EF4-FFF2-40B4-BE49-F238E27FC236}">
                <a16:creationId xmlns:a16="http://schemas.microsoft.com/office/drawing/2014/main" id="{4E70F750-E279-4FBA-A23C-2A32836EA80F}"/>
              </a:ext>
            </a:extLst>
          </p:cNvPr>
          <p:cNvSpPr>
            <a:spLocks xmlns:a="http://schemas.openxmlformats.org/drawingml/2006/main" noGrp="1"/>
          </p:cNvSpPr>
          <p:nvPr/>
        </p:nvSpPr>
        <p:spPr>
          <a:xfrm xmlns:a="http://schemas.openxmlformats.org/drawingml/2006/main">
            <a:off x="1219200" y="40481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Not fair</a:t>
            </a:r>
          </a:p>
        </p:txBody>
      </p:sp>
      <p:sp>
        <p:nvSpPr>
          <p:cNvPr id="19" name="">
            <a:extLst xmlns:a="http://schemas.openxmlformats.org/drawingml/2006/main">
              <a:ext uri="{FF2B5EF4-FFF2-40B4-BE49-F238E27FC236}">
                <a16:creationId xmlns:a16="http://schemas.microsoft.com/office/drawing/2014/main" id="{AD859C83-21ED-452F-A461-F5BEF726B916}"/>
              </a:ext>
            </a:extLst>
          </p:cNvPr>
          <p:cNvSpPr>
            <a:spLocks xmlns:a="http://schemas.openxmlformats.org/drawingml/2006/main" noGrp="1"/>
          </p:cNvSpPr>
          <p:nvPr/>
        </p:nvSpPr>
        <p:spPr>
          <a:xfrm xmlns:a="http://schemas.openxmlformats.org/drawingml/2006/main">
            <a:off x="552450" y="4943475"/>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7084C42-8473-4B93-8A7F-A52FBDEC3F06}"/>
              </a:ext>
            </a:extLst>
          </p:cNvPr>
          <p:cNvSpPr>
            <a:spLocks xmlns:a="http://schemas.openxmlformats.org/drawingml/2006/main" noGrp="1"/>
          </p:cNvSpPr>
          <p:nvPr/>
        </p:nvSpPr>
        <p:spPr>
          <a:xfrm xmlns:a="http://schemas.openxmlformats.org/drawingml/2006/main">
            <a:off x="523875" y="49625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03</a:t>
            </a:r>
          </a:p>
        </p:txBody>
      </p:sp>
      <p:sp>
        <p:nvSpPr>
          <p:cNvPr id="21" name="Option 3">
            <a:extLst xmlns:a="http://schemas.openxmlformats.org/drawingml/2006/main">
              <a:ext uri="{FF2B5EF4-FFF2-40B4-BE49-F238E27FC236}">
                <a16:creationId xmlns:a16="http://schemas.microsoft.com/office/drawing/2014/main" id="{80ACDEE0-53CE-4323-88BE-D6E278893C61}"/>
              </a:ext>
            </a:extLst>
          </p:cNvPr>
          <p:cNvSpPr>
            <a:spLocks xmlns:a="http://schemas.openxmlformats.org/drawingml/2006/main" noGrp="1"/>
          </p:cNvSpPr>
          <p:nvPr/>
        </p:nvSpPr>
        <p:spPr>
          <a:xfrm xmlns:a="http://schemas.openxmlformats.org/drawingml/2006/main">
            <a:off x="1219200" y="49625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Need more information</a:t>
            </a:r>
          </a:p>
        </p:txBody>
      </p:sp>
    </p:spTree>
    <p:extLst>
      <p:ext uri="{BB962C8B-B14F-4D97-AF65-F5344CB8AC3E}">
        <p14:creationId xmlns:p14="http://schemas.microsoft.com/office/powerpoint/2010/main" val="1734113723"/>
      </p:ext>
    </p:extLst>
  </p:cSld>
</p:sld>
</file>

<file path=ppt/slides/slide3.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7751A79-8E5E-415C-BFBC-57BB1315060D}"/>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693DEABA-F53B-4249-8DBA-EB92428E1AF6}"/>
              </a:ext>
            </a:extLst>
          </p:cNvPr>
          <p:cNvPicPr>
            <a:picLocks xmlns:a="http://schemas.openxmlformats.org/drawingml/2006/main" noChangeAspect="1"/>
          </p:cNvPicPr>
          <p:nvPr/>
        </p:nvPicPr>
        <p:blipFill>
          <a:blip xmlns:r="http://schemas.openxmlformats.org/officeDocument/2006/relationships" xmlns:a="http://schemas.openxmlformats.org/drawingml/2006/main" r:embed="Rdb06b5651eca4679"/>
          <a:stretch xmlns:a="http://schemas.openxmlformats.org/drawingml/2006/main"/>
        </p:blipFill>
        <p:spPr>
          <a:xfrm xmlns:a="http://schemas.openxmlformats.org/drawingml/2006/main">
            <a:off x="266700" y="114300"/>
            <a:ext cx="514350" cy="514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E84D3D7-5F27-4227-B52C-27D30F21450D}"/>
              </a:ext>
            </a:extLst>
          </p:cNvPr>
          <p:cNvSpPr>
            <a:spLocks xmlns:a="http://schemas.openxmlformats.org/drawingml/2006/main" noGrp="1"/>
          </p:cNvSpPr>
          <p:nvPr/>
        </p:nvSpPr>
        <p:spPr>
          <a:xfrm xmlns:a="http://schemas.openxmlformats.org/drawingml/2006/main">
            <a:off x="914400" y="1428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7223B"/>
                </a:solidFill>
                <a:latin typeface="Arial"/>
                <a:ea typeface="Arial"/>
                <a:cs typeface="Arial"/>
              </a:defRPr>
            </a:defPPr>
            <a:lvl1pPr algn="l">
              <a:defRPr sz="1500" b="1">
                <a:solidFill>
                  <a:srgbClr val="17223B"/>
                </a:solidFill>
                <a:latin typeface="Arial"/>
                <a:ea typeface="Arial"/>
                <a:cs typeface="Arial"/>
              </a:defRPr>
            </a:lvl1pPr>
            <a:lvl2pPr algn="l">
              <a:defRPr sz="1500" b="1">
                <a:solidFill>
                  <a:srgbClr val="17223B"/>
                </a:solidFill>
                <a:latin typeface="Arial"/>
                <a:ea typeface="Arial"/>
                <a:cs typeface="Arial"/>
              </a:defRPr>
            </a:lvl2pPr>
            <a:lvl3pPr algn="l">
              <a:defRPr sz="1500" b="1">
                <a:solidFill>
                  <a:srgbClr val="17223B"/>
                </a:solidFill>
                <a:latin typeface="Arial"/>
                <a:ea typeface="Arial"/>
                <a:cs typeface="Arial"/>
              </a:defRPr>
            </a:lvl3pPr>
            <a:lvl4pPr algn="l">
              <a:defRPr sz="1500" b="1">
                <a:solidFill>
                  <a:srgbClr val="17223B"/>
                </a:solidFill>
                <a:latin typeface="Arial"/>
                <a:ea typeface="Arial"/>
                <a:cs typeface="Arial"/>
              </a:defRPr>
            </a:lvl4pPr>
            <a:lvl5pPr algn="l">
              <a:defRPr sz="1500" b="1">
                <a:solidFill>
                  <a:srgbClr val="17223B"/>
                </a:solidFill>
                <a:latin typeface="Arial"/>
                <a:ea typeface="Arial"/>
                <a:cs typeface="Arial"/>
              </a:defRPr>
            </a:lvl5pPr>
            <a:lvl6pPr algn="l">
              <a:defRPr sz="1500" b="1">
                <a:solidFill>
                  <a:srgbClr val="17223B"/>
                </a:solidFill>
                <a:latin typeface="Arial"/>
                <a:ea typeface="Arial"/>
                <a:cs typeface="Arial"/>
              </a:defRPr>
            </a:lvl6pPr>
            <a:lvl7pPr algn="l">
              <a:defRPr sz="1500" b="1">
                <a:solidFill>
                  <a:srgbClr val="17223B"/>
                </a:solidFill>
                <a:latin typeface="Arial"/>
                <a:ea typeface="Arial"/>
                <a:cs typeface="Arial"/>
              </a:defRPr>
            </a:lvl7pPr>
            <a:lvl8pPr algn="l">
              <a:defRPr sz="1500" b="1">
                <a:solidFill>
                  <a:srgbClr val="17223B"/>
                </a:solidFill>
                <a:latin typeface="Arial"/>
                <a:ea typeface="Arial"/>
                <a:cs typeface="Arial"/>
              </a:defRPr>
            </a:lvl8pPr>
            <a:lvl9pPr algn="l">
              <a:defRPr sz="1500" b="1">
                <a:solidFill>
                  <a:srgbClr val="17223B"/>
                </a:solidFill>
                <a:latin typeface="Arial"/>
                <a:ea typeface="Arial"/>
                <a:cs typeface="Arial"/>
              </a:defRPr>
            </a:lvl9pPr>
          </a:lstStyle>
          <a:p xmlns:a="http://schemas.openxmlformats.org/drawingml/2006/main">
            <a:pPr algn="l">
              <a:defRPr sz="1500" b="1">
                <a:solidFill>
                  <a:srgbClr val="17223B"/>
                </a:solidFill>
                <a:latin typeface="Arial"/>
                <a:ea typeface="Arial"/>
                <a:cs typeface="Arial"/>
              </a:defRPr>
            </a:pPr>
            <a:r>
              <a:rPr sz="1500" b="1">
                <a:solidFill>
                  <a:srgbClr val="17223B"/>
                </a:solidFill>
                <a:latin typeface="Arial"/>
                <a:ea typeface="Arial"/>
                <a:cs typeface="Arial"/>
              </a:rPr>
              <a:t>MADE BY MATT</a:t>
            </a:r>
          </a:p>
        </p:txBody>
      </p:sp>
      <p:sp>
        <p:nvSpPr>
          <p:cNvPr id="4" name="">
            <a:extLst xmlns:a="http://schemas.openxmlformats.org/drawingml/2006/main">
              <a:ext uri="{FF2B5EF4-FFF2-40B4-BE49-F238E27FC236}">
                <a16:creationId xmlns:a16="http://schemas.microsoft.com/office/drawing/2014/main" id="{B38136F0-2751-4948-903F-9E5E2757A227}"/>
              </a:ext>
            </a:extLst>
          </p:cNvPr>
          <p:cNvSpPr>
            <a:spLocks xmlns:a="http://schemas.openxmlformats.org/drawingml/2006/main" noGrp="1"/>
          </p:cNvSpPr>
          <p:nvPr/>
        </p:nvSpPr>
        <p:spPr>
          <a:xfrm xmlns:a="http://schemas.openxmlformats.org/drawingml/2006/main">
            <a:off x="914400" y="39052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26074"/>
                </a:solidFill>
                <a:latin typeface="Arial"/>
                <a:ea typeface="Arial"/>
                <a:cs typeface="Arial"/>
              </a:defRPr>
            </a:defPPr>
            <a:lvl1pPr algn="l">
              <a:defRPr sz="1200" b="0">
                <a:solidFill>
                  <a:srgbClr val="526074"/>
                </a:solidFill>
                <a:latin typeface="Arial"/>
                <a:ea typeface="Arial"/>
                <a:cs typeface="Arial"/>
              </a:defRPr>
            </a:lvl1pPr>
            <a:lvl2pPr algn="l">
              <a:defRPr sz="1200" b="0">
                <a:solidFill>
                  <a:srgbClr val="526074"/>
                </a:solidFill>
                <a:latin typeface="Arial"/>
                <a:ea typeface="Arial"/>
                <a:cs typeface="Arial"/>
              </a:defRPr>
            </a:lvl2pPr>
            <a:lvl3pPr algn="l">
              <a:defRPr sz="1200" b="0">
                <a:solidFill>
                  <a:srgbClr val="526074"/>
                </a:solidFill>
                <a:latin typeface="Arial"/>
                <a:ea typeface="Arial"/>
                <a:cs typeface="Arial"/>
              </a:defRPr>
            </a:lvl3pPr>
            <a:lvl4pPr algn="l">
              <a:defRPr sz="1200" b="0">
                <a:solidFill>
                  <a:srgbClr val="526074"/>
                </a:solidFill>
                <a:latin typeface="Arial"/>
                <a:ea typeface="Arial"/>
                <a:cs typeface="Arial"/>
              </a:defRPr>
            </a:lvl4pPr>
            <a:lvl5pPr algn="l">
              <a:defRPr sz="1200" b="0">
                <a:solidFill>
                  <a:srgbClr val="526074"/>
                </a:solidFill>
                <a:latin typeface="Arial"/>
                <a:ea typeface="Arial"/>
                <a:cs typeface="Arial"/>
              </a:defRPr>
            </a:lvl5pPr>
            <a:lvl6pPr algn="l">
              <a:defRPr sz="1200" b="0">
                <a:solidFill>
                  <a:srgbClr val="526074"/>
                </a:solidFill>
                <a:latin typeface="Arial"/>
                <a:ea typeface="Arial"/>
                <a:cs typeface="Arial"/>
              </a:defRPr>
            </a:lvl6pPr>
            <a:lvl7pPr algn="l">
              <a:defRPr sz="1200" b="0">
                <a:solidFill>
                  <a:srgbClr val="526074"/>
                </a:solidFill>
                <a:latin typeface="Arial"/>
                <a:ea typeface="Arial"/>
                <a:cs typeface="Arial"/>
              </a:defRPr>
            </a:lvl7pPr>
            <a:lvl8pPr algn="l">
              <a:defRPr sz="1200" b="0">
                <a:solidFill>
                  <a:srgbClr val="526074"/>
                </a:solidFill>
                <a:latin typeface="Arial"/>
                <a:ea typeface="Arial"/>
                <a:cs typeface="Arial"/>
              </a:defRPr>
            </a:lvl8pPr>
            <a:lvl9pPr algn="l">
              <a:defRPr sz="1200" b="0">
                <a:solidFill>
                  <a:srgbClr val="526074"/>
                </a:solidFill>
                <a:latin typeface="Arial"/>
                <a:ea typeface="Arial"/>
                <a:cs typeface="Arial"/>
              </a:defRPr>
            </a:lvl9pPr>
          </a:lstStyle>
          <a:p xmlns:a="http://schemas.openxmlformats.org/drawingml/2006/main">
            <a:pPr algn="l">
              <a:defRPr sz="1200" b="0">
                <a:solidFill>
                  <a:srgbClr val="526074"/>
                </a:solidFill>
                <a:latin typeface="Arial"/>
                <a:ea typeface="Arial"/>
                <a:cs typeface="Arial"/>
              </a:defRPr>
            </a:pPr>
            <a:r>
              <a:rPr sz="1200" b="0">
                <a:solidFill>
                  <a:srgbClr val="526074"/>
                </a:solidFill>
                <a:latin typeface="Arial"/>
                <a:ea typeface="Arial"/>
                <a:cs typeface="Arial"/>
              </a:rPr>
              <a:t>Learn • Build • Explore</a:t>
            </a:r>
          </a:p>
        </p:txBody>
      </p:sp>
      <p:sp>
        <p:nvSpPr>
          <p:cNvPr id="5" name="">
            <a:extLst xmlns:a="http://schemas.openxmlformats.org/drawingml/2006/main">
              <a:ext uri="{FF2B5EF4-FFF2-40B4-BE49-F238E27FC236}">
                <a16:creationId xmlns:a16="http://schemas.microsoft.com/office/drawing/2014/main" id="{85C2A028-C268-4572-808B-19F7FEEA4AAD}"/>
              </a:ext>
            </a:extLst>
          </p:cNvPr>
          <p:cNvSpPr>
            <a:spLocks xmlns:a="http://schemas.openxmlformats.org/drawingml/2006/main" noGrp="1"/>
          </p:cNvSpPr>
          <p:nvPr/>
        </p:nvSpPr>
        <p:spPr>
          <a:xfrm xmlns:a="http://schemas.openxmlformats.org/drawingml/2006/main">
            <a:off x="7905750" y="2286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500" b="1">
                <a:solidFill>
                  <a:srgbClr val="236650"/>
                </a:solidFill>
                <a:latin typeface="Arial"/>
                <a:ea typeface="Arial"/>
                <a:cs typeface="Arial"/>
              </a:defRPr>
            </a:defPPr>
            <a:lvl1pPr algn="r">
              <a:defRPr sz="1500" b="1">
                <a:solidFill>
                  <a:srgbClr val="236650"/>
                </a:solidFill>
                <a:latin typeface="Arial"/>
                <a:ea typeface="Arial"/>
                <a:cs typeface="Arial"/>
              </a:defRPr>
            </a:lvl1pPr>
            <a:lvl2pPr algn="r">
              <a:defRPr sz="1500" b="1">
                <a:solidFill>
                  <a:srgbClr val="236650"/>
                </a:solidFill>
                <a:latin typeface="Arial"/>
                <a:ea typeface="Arial"/>
                <a:cs typeface="Arial"/>
              </a:defRPr>
            </a:lvl2pPr>
            <a:lvl3pPr algn="r">
              <a:defRPr sz="1500" b="1">
                <a:solidFill>
                  <a:srgbClr val="236650"/>
                </a:solidFill>
                <a:latin typeface="Arial"/>
                <a:ea typeface="Arial"/>
                <a:cs typeface="Arial"/>
              </a:defRPr>
            </a:lvl3pPr>
            <a:lvl4pPr algn="r">
              <a:defRPr sz="1500" b="1">
                <a:solidFill>
                  <a:srgbClr val="236650"/>
                </a:solidFill>
                <a:latin typeface="Arial"/>
                <a:ea typeface="Arial"/>
                <a:cs typeface="Arial"/>
              </a:defRPr>
            </a:lvl4pPr>
            <a:lvl5pPr algn="r">
              <a:defRPr sz="1500" b="1">
                <a:solidFill>
                  <a:srgbClr val="236650"/>
                </a:solidFill>
                <a:latin typeface="Arial"/>
                <a:ea typeface="Arial"/>
                <a:cs typeface="Arial"/>
              </a:defRPr>
            </a:lvl5pPr>
            <a:lvl6pPr algn="r">
              <a:defRPr sz="1500" b="1">
                <a:solidFill>
                  <a:srgbClr val="236650"/>
                </a:solidFill>
                <a:latin typeface="Arial"/>
                <a:ea typeface="Arial"/>
                <a:cs typeface="Arial"/>
              </a:defRPr>
            </a:lvl6pPr>
            <a:lvl7pPr algn="r">
              <a:defRPr sz="1500" b="1">
                <a:solidFill>
                  <a:srgbClr val="236650"/>
                </a:solidFill>
                <a:latin typeface="Arial"/>
                <a:ea typeface="Arial"/>
                <a:cs typeface="Arial"/>
              </a:defRPr>
            </a:lvl7pPr>
            <a:lvl8pPr algn="r">
              <a:defRPr sz="1500" b="1">
                <a:solidFill>
                  <a:srgbClr val="236650"/>
                </a:solidFill>
                <a:latin typeface="Arial"/>
                <a:ea typeface="Arial"/>
                <a:cs typeface="Arial"/>
              </a:defRPr>
            </a:lvl8pPr>
            <a:lvl9pPr algn="r">
              <a:defRPr sz="1500" b="1">
                <a:solidFill>
                  <a:srgbClr val="236650"/>
                </a:solidFill>
                <a:latin typeface="Arial"/>
                <a:ea typeface="Arial"/>
                <a:cs typeface="Arial"/>
              </a:defRPr>
            </a:lvl9pPr>
          </a:lstStyle>
          <a:p xmlns:a="http://schemas.openxmlformats.org/drawingml/2006/main">
            <a:pPr algn="r">
              <a:defRPr sz="1500" b="1">
                <a:solidFill>
                  <a:srgbClr val="236650"/>
                </a:solidFill>
                <a:latin typeface="Arial"/>
                <a:ea typeface="Arial"/>
                <a:cs typeface="Arial"/>
              </a:defRPr>
            </a:pPr>
            <a:r>
              <a:rPr sz="1500" b="1">
                <a:solidFill>
                  <a:srgbClr val="236650"/>
                </a:solidFill>
                <a:latin typeface="Arial"/>
                <a:ea typeface="Arial"/>
                <a:cs typeface="Arial"/>
              </a:rPr>
              <a:t>BRITISH VALUES</a:t>
            </a:r>
          </a:p>
        </p:txBody>
      </p:sp>
      <p:sp>
        <p:nvSpPr>
          <p:cNvPr id="6" name="">
            <a:extLst xmlns:a="http://schemas.openxmlformats.org/drawingml/2006/main">
              <a:ext uri="{FF2B5EF4-FFF2-40B4-BE49-F238E27FC236}">
                <a16:creationId xmlns:a16="http://schemas.microsoft.com/office/drawing/2014/main" id="{495F712B-FC9A-4C15-A2C6-24A64DB93E73}"/>
              </a:ext>
            </a:extLst>
          </p:cNvPr>
          <p:cNvSpPr>
            <a:spLocks xmlns:a="http://schemas.openxmlformats.org/drawingml/2006/main" noGrp="1"/>
          </p:cNvSpPr>
          <p:nvPr/>
        </p:nvSpPr>
        <p:spPr>
          <a:xfrm xmlns:a="http://schemas.openxmlformats.org/drawingml/2006/main">
            <a:off x="0" y="742950"/>
            <a:ext cx="12192000" cy="40005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26C602A-DE1C-4F6D-952C-F336E3699790}"/>
              </a:ext>
            </a:extLst>
          </p:cNvPr>
          <p:cNvSpPr>
            <a:spLocks xmlns:a="http://schemas.openxmlformats.org/drawingml/2006/main" noGrp="1"/>
          </p:cNvSpPr>
          <p:nvPr/>
        </p:nvSpPr>
        <p:spPr>
          <a:xfrm xmlns:a="http://schemas.openxmlformats.org/drawingml/2006/main">
            <a:off x="304800" y="781050"/>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FFFEF9"/>
                </a:solidFill>
                <a:latin typeface="Arial"/>
                <a:ea typeface="Arial"/>
                <a:cs typeface="Arial"/>
              </a:defRPr>
            </a:defPPr>
            <a:lvl1pPr algn="l">
              <a:defRPr sz="1425" b="0">
                <a:solidFill>
                  <a:srgbClr val="FFFEF9"/>
                </a:solidFill>
                <a:latin typeface="Arial"/>
                <a:ea typeface="Arial"/>
                <a:cs typeface="Arial"/>
              </a:defRPr>
            </a:lvl1pPr>
            <a:lvl2pPr algn="l">
              <a:defRPr sz="1425" b="0">
                <a:solidFill>
                  <a:srgbClr val="FFFEF9"/>
                </a:solidFill>
                <a:latin typeface="Arial"/>
                <a:ea typeface="Arial"/>
                <a:cs typeface="Arial"/>
              </a:defRPr>
            </a:lvl2pPr>
            <a:lvl3pPr algn="l">
              <a:defRPr sz="1425" b="0">
                <a:solidFill>
                  <a:srgbClr val="FFFEF9"/>
                </a:solidFill>
                <a:latin typeface="Arial"/>
                <a:ea typeface="Arial"/>
                <a:cs typeface="Arial"/>
              </a:defRPr>
            </a:lvl3pPr>
            <a:lvl4pPr algn="l">
              <a:defRPr sz="1425" b="0">
                <a:solidFill>
                  <a:srgbClr val="FFFEF9"/>
                </a:solidFill>
                <a:latin typeface="Arial"/>
                <a:ea typeface="Arial"/>
                <a:cs typeface="Arial"/>
              </a:defRPr>
            </a:lvl4pPr>
            <a:lvl5pPr algn="l">
              <a:defRPr sz="1425" b="0">
                <a:solidFill>
                  <a:srgbClr val="FFFEF9"/>
                </a:solidFill>
                <a:latin typeface="Arial"/>
                <a:ea typeface="Arial"/>
                <a:cs typeface="Arial"/>
              </a:defRPr>
            </a:lvl5pPr>
            <a:lvl6pPr algn="l">
              <a:defRPr sz="1425" b="0">
                <a:solidFill>
                  <a:srgbClr val="FFFEF9"/>
                </a:solidFill>
                <a:latin typeface="Arial"/>
                <a:ea typeface="Arial"/>
                <a:cs typeface="Arial"/>
              </a:defRPr>
            </a:lvl6pPr>
            <a:lvl7pPr algn="l">
              <a:defRPr sz="1425" b="0">
                <a:solidFill>
                  <a:srgbClr val="FFFEF9"/>
                </a:solidFill>
                <a:latin typeface="Arial"/>
                <a:ea typeface="Arial"/>
                <a:cs typeface="Arial"/>
              </a:defRPr>
            </a:lvl7pPr>
            <a:lvl8pPr algn="l">
              <a:defRPr sz="1425" b="0">
                <a:solidFill>
                  <a:srgbClr val="FFFEF9"/>
                </a:solidFill>
                <a:latin typeface="Arial"/>
                <a:ea typeface="Arial"/>
                <a:cs typeface="Arial"/>
              </a:defRPr>
            </a:lvl8pPr>
            <a:lvl9pPr algn="l">
              <a:defRPr sz="1425" b="0">
                <a:solidFill>
                  <a:srgbClr val="FFFEF9"/>
                </a:solidFill>
                <a:latin typeface="Arial"/>
                <a:ea typeface="Arial"/>
                <a:cs typeface="Arial"/>
              </a:defRPr>
            </a:lvl9pPr>
          </a:lstStyle>
          <a:p xmlns:a="http://schemas.openxmlformats.org/drawingml/2006/main">
            <a:pPr algn="l">
              <a:defRPr sz="1425" b="0">
                <a:solidFill>
                  <a:srgbClr val="FFFEF9"/>
                </a:solidFill>
                <a:latin typeface="Arial"/>
                <a:ea typeface="Arial"/>
                <a:cs typeface="Arial"/>
              </a:defRPr>
            </a:pPr>
            <a:r>
              <a:rPr sz="1425" b="0">
                <a:solidFill>
                  <a:srgbClr val="FFFEF9"/>
                </a:solidFill>
                <a:latin typeface="Arial"/>
                <a:ea typeface="Arial"/>
                <a:cs typeface="Arial"/>
              </a:rPr>
              <a:t>02 / 10    Would you play this match?</a:t>
            </a:r>
          </a:p>
        </p:txBody>
      </p:sp>
      <p:sp>
        <p:nvSpPr>
          <p:cNvPr id="8" name="">
            <a:extLst xmlns:a="http://schemas.openxmlformats.org/drawingml/2006/main">
              <a:ext uri="{FF2B5EF4-FFF2-40B4-BE49-F238E27FC236}">
                <a16:creationId xmlns:a16="http://schemas.microsoft.com/office/drawing/2014/main" id="{0B300558-CFE5-47E7-91A1-3F6E40F0AB70}"/>
              </a:ext>
            </a:extLst>
          </p:cNvPr>
          <p:cNvSpPr>
            <a:spLocks xmlns:a="http://schemas.openxmlformats.org/drawingml/2006/main" noGrp="1"/>
          </p:cNvSpPr>
          <p:nvPr/>
        </p:nvSpPr>
        <p:spPr>
          <a:xfrm xmlns:a="http://schemas.openxmlformats.org/drawingml/2006/main">
            <a:off x="10763250" y="781050"/>
            <a:ext cx="1104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425" b="0">
                <a:solidFill>
                  <a:srgbClr val="A6E5C9"/>
                </a:solidFill>
                <a:latin typeface="Arial"/>
                <a:ea typeface="Arial"/>
                <a:cs typeface="Arial"/>
              </a:defRPr>
            </a:defPPr>
            <a:lvl1pPr algn="r">
              <a:defRPr sz="1425" b="0">
                <a:solidFill>
                  <a:srgbClr val="A6E5C9"/>
                </a:solidFill>
                <a:latin typeface="Arial"/>
                <a:ea typeface="Arial"/>
                <a:cs typeface="Arial"/>
              </a:defRPr>
            </a:lvl1pPr>
            <a:lvl2pPr algn="r">
              <a:defRPr sz="1425" b="0">
                <a:solidFill>
                  <a:srgbClr val="A6E5C9"/>
                </a:solidFill>
                <a:latin typeface="Arial"/>
                <a:ea typeface="Arial"/>
                <a:cs typeface="Arial"/>
              </a:defRPr>
            </a:lvl2pPr>
            <a:lvl3pPr algn="r">
              <a:defRPr sz="1425" b="0">
                <a:solidFill>
                  <a:srgbClr val="A6E5C9"/>
                </a:solidFill>
                <a:latin typeface="Arial"/>
                <a:ea typeface="Arial"/>
                <a:cs typeface="Arial"/>
              </a:defRPr>
            </a:lvl3pPr>
            <a:lvl4pPr algn="r">
              <a:defRPr sz="1425" b="0">
                <a:solidFill>
                  <a:srgbClr val="A6E5C9"/>
                </a:solidFill>
                <a:latin typeface="Arial"/>
                <a:ea typeface="Arial"/>
                <a:cs typeface="Arial"/>
              </a:defRPr>
            </a:lvl4pPr>
            <a:lvl5pPr algn="r">
              <a:defRPr sz="1425" b="0">
                <a:solidFill>
                  <a:srgbClr val="A6E5C9"/>
                </a:solidFill>
                <a:latin typeface="Arial"/>
                <a:ea typeface="Arial"/>
                <a:cs typeface="Arial"/>
              </a:defRPr>
            </a:lvl5pPr>
            <a:lvl6pPr algn="r">
              <a:defRPr sz="1425" b="0">
                <a:solidFill>
                  <a:srgbClr val="A6E5C9"/>
                </a:solidFill>
                <a:latin typeface="Arial"/>
                <a:ea typeface="Arial"/>
                <a:cs typeface="Arial"/>
              </a:defRPr>
            </a:lvl6pPr>
            <a:lvl7pPr algn="r">
              <a:defRPr sz="1425" b="0">
                <a:solidFill>
                  <a:srgbClr val="A6E5C9"/>
                </a:solidFill>
                <a:latin typeface="Arial"/>
                <a:ea typeface="Arial"/>
                <a:cs typeface="Arial"/>
              </a:defRPr>
            </a:lvl7pPr>
            <a:lvl8pPr algn="r">
              <a:defRPr sz="1425" b="0">
                <a:solidFill>
                  <a:srgbClr val="A6E5C9"/>
                </a:solidFill>
                <a:latin typeface="Arial"/>
                <a:ea typeface="Arial"/>
                <a:cs typeface="Arial"/>
              </a:defRPr>
            </a:lvl8pPr>
            <a:lvl9pPr algn="r">
              <a:defRPr sz="1425" b="0">
                <a:solidFill>
                  <a:srgbClr val="A6E5C9"/>
                </a:solidFill>
                <a:latin typeface="Arial"/>
                <a:ea typeface="Arial"/>
                <a:cs typeface="Arial"/>
              </a:defRPr>
            </a:lvl9pPr>
          </a:lstStyle>
          <a:p xmlns:a="http://schemas.openxmlformats.org/drawingml/2006/main">
            <a:pPr algn="r">
              <a:defRPr sz="1425" b="0">
                <a:solidFill>
                  <a:srgbClr val="A6E5C9"/>
                </a:solidFill>
                <a:latin typeface="Arial"/>
                <a:ea typeface="Arial"/>
                <a:cs typeface="Arial"/>
              </a:defRPr>
            </a:pPr>
            <a:r>
              <a:rPr sz="1425" b="0">
                <a:solidFill>
                  <a:srgbClr val="A6E5C9"/>
                </a:solidFill>
                <a:latin typeface="Arial"/>
                <a:ea typeface="Arial"/>
                <a:cs typeface="Arial"/>
              </a:rPr>
              <a:t>1.5 min</a:t>
            </a:r>
          </a:p>
        </p:txBody>
      </p:sp>
      <p:sp>
        <p:nvSpPr>
          <p:cNvPr id="9" name="">
            <a:extLst xmlns:a="http://schemas.openxmlformats.org/drawingml/2006/main">
              <a:ext uri="{FF2B5EF4-FFF2-40B4-BE49-F238E27FC236}">
                <a16:creationId xmlns:a16="http://schemas.microsoft.com/office/drawing/2014/main" id="{FB594BEC-8C37-44D0-85F9-0D6A2A718709}"/>
              </a:ext>
            </a:extLst>
          </p:cNvPr>
          <p:cNvSpPr>
            <a:spLocks xmlns:a="http://schemas.openxmlformats.org/drawingml/2006/main" noGrp="1"/>
          </p:cNvSpPr>
          <p:nvPr/>
        </p:nvSpPr>
        <p:spPr>
          <a:xfrm xmlns:a="http://schemas.openxmlformats.org/drawingml/2006/main">
            <a:off x="0" y="6467475"/>
            <a:ext cx="12192000" cy="390525"/>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13F420C-1511-4C75-B04D-3D48379932D7}"/>
              </a:ext>
            </a:extLst>
          </p:cNvPr>
          <p:cNvSpPr>
            <a:spLocks xmlns:a="http://schemas.openxmlformats.org/drawingml/2006/main" noGrp="1"/>
          </p:cNvSpPr>
          <p:nvPr/>
        </p:nvSpPr>
        <p:spPr>
          <a:xfrm xmlns:a="http://schemas.openxmlformats.org/drawingml/2006/main">
            <a:off x="304800" y="65246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526074"/>
                </a:solidFill>
                <a:latin typeface="Arial"/>
                <a:ea typeface="Arial"/>
                <a:cs typeface="Arial"/>
              </a:defRPr>
            </a:defPPr>
            <a:lvl1pPr algn="l">
              <a:defRPr sz="1050" b="0">
                <a:solidFill>
                  <a:srgbClr val="526074"/>
                </a:solidFill>
                <a:latin typeface="Arial"/>
                <a:ea typeface="Arial"/>
                <a:cs typeface="Arial"/>
              </a:defRPr>
            </a:lvl1pPr>
            <a:lvl2pPr algn="l">
              <a:defRPr sz="1050" b="0">
                <a:solidFill>
                  <a:srgbClr val="526074"/>
                </a:solidFill>
                <a:latin typeface="Arial"/>
                <a:ea typeface="Arial"/>
                <a:cs typeface="Arial"/>
              </a:defRPr>
            </a:lvl2pPr>
            <a:lvl3pPr algn="l">
              <a:defRPr sz="1050" b="0">
                <a:solidFill>
                  <a:srgbClr val="526074"/>
                </a:solidFill>
                <a:latin typeface="Arial"/>
                <a:ea typeface="Arial"/>
                <a:cs typeface="Arial"/>
              </a:defRPr>
            </a:lvl3pPr>
            <a:lvl4pPr algn="l">
              <a:defRPr sz="1050" b="0">
                <a:solidFill>
                  <a:srgbClr val="526074"/>
                </a:solidFill>
                <a:latin typeface="Arial"/>
                <a:ea typeface="Arial"/>
                <a:cs typeface="Arial"/>
              </a:defRPr>
            </a:lvl4pPr>
            <a:lvl5pPr algn="l">
              <a:defRPr sz="1050" b="0">
                <a:solidFill>
                  <a:srgbClr val="526074"/>
                </a:solidFill>
                <a:latin typeface="Arial"/>
                <a:ea typeface="Arial"/>
                <a:cs typeface="Arial"/>
              </a:defRPr>
            </a:lvl5pPr>
            <a:lvl6pPr algn="l">
              <a:defRPr sz="1050" b="0">
                <a:solidFill>
                  <a:srgbClr val="526074"/>
                </a:solidFill>
                <a:latin typeface="Arial"/>
                <a:ea typeface="Arial"/>
                <a:cs typeface="Arial"/>
              </a:defRPr>
            </a:lvl6pPr>
            <a:lvl7pPr algn="l">
              <a:defRPr sz="1050" b="0">
                <a:solidFill>
                  <a:srgbClr val="526074"/>
                </a:solidFill>
                <a:latin typeface="Arial"/>
                <a:ea typeface="Arial"/>
                <a:cs typeface="Arial"/>
              </a:defRPr>
            </a:lvl7pPr>
            <a:lvl8pPr algn="l">
              <a:defRPr sz="1050" b="0">
                <a:solidFill>
                  <a:srgbClr val="526074"/>
                </a:solidFill>
                <a:latin typeface="Arial"/>
                <a:ea typeface="Arial"/>
                <a:cs typeface="Arial"/>
              </a:defRPr>
            </a:lvl8pPr>
            <a:lvl9pPr algn="l">
              <a:defRPr sz="1050" b="0">
                <a:solidFill>
                  <a:srgbClr val="526074"/>
                </a:solidFill>
                <a:latin typeface="Arial"/>
                <a:ea typeface="Arial"/>
                <a:cs typeface="Arial"/>
              </a:defRPr>
            </a:lvl9pPr>
          </a:lstStyle>
          <a:p xmlns:a="http://schemas.openxmlformats.org/drawingml/2006/main">
            <a:pPr algn="l">
              <a:defRPr sz="1050" b="0">
                <a:solidFill>
                  <a:srgbClr val="526074"/>
                </a:solidFill>
                <a:latin typeface="Arial"/>
                <a:ea typeface="Arial"/>
                <a:cs typeface="Arial"/>
              </a:defRPr>
            </a:pPr>
            <a:r>
              <a:rPr sz="1050" b="0">
                <a:solidFill>
                  <a:srgbClr val="526074"/>
                </a:solidFill>
                <a:latin typeface="Arial"/>
                <a:ea typeface="Arial"/>
                <a:cs typeface="Arial"/>
              </a:rPr>
              <a:t>ASSEMBLY-RULE-OF-LAW</a:t>
            </a:r>
          </a:p>
        </p:txBody>
      </p:sp>
      <p:sp>
        <p:nvSpPr>
          <p:cNvPr id="11" name="">
            <a:extLst xmlns:a="http://schemas.openxmlformats.org/drawingml/2006/main">
              <a:ext uri="{FF2B5EF4-FFF2-40B4-BE49-F238E27FC236}">
                <a16:creationId xmlns:a16="http://schemas.microsoft.com/office/drawing/2014/main" id="{FECAE03C-9F86-4482-A8EA-031BBE18E2AE}"/>
              </a:ext>
            </a:extLst>
          </p:cNvPr>
          <p:cNvSpPr>
            <a:spLocks xmlns:a="http://schemas.openxmlformats.org/drawingml/2006/main" noGrp="1"/>
          </p:cNvSpPr>
          <p:nvPr/>
        </p:nvSpPr>
        <p:spPr>
          <a:xfrm xmlns:a="http://schemas.openxmlformats.org/drawingml/2006/main">
            <a:off x="7620000" y="6524625"/>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074"/>
                </a:solidFill>
                <a:latin typeface="Arial"/>
                <a:ea typeface="Arial"/>
                <a:cs typeface="Arial"/>
              </a:defRPr>
            </a:defPPr>
            <a:lvl1pPr algn="r">
              <a:defRPr sz="1200" b="0">
                <a:solidFill>
                  <a:srgbClr val="526074"/>
                </a:solidFill>
                <a:latin typeface="Arial"/>
                <a:ea typeface="Arial"/>
                <a:cs typeface="Arial"/>
              </a:defRPr>
            </a:lvl1pPr>
            <a:lvl2pPr algn="r">
              <a:defRPr sz="1200" b="0">
                <a:solidFill>
                  <a:srgbClr val="526074"/>
                </a:solidFill>
                <a:latin typeface="Arial"/>
                <a:ea typeface="Arial"/>
                <a:cs typeface="Arial"/>
              </a:defRPr>
            </a:lvl2pPr>
            <a:lvl3pPr algn="r">
              <a:defRPr sz="1200" b="0">
                <a:solidFill>
                  <a:srgbClr val="526074"/>
                </a:solidFill>
                <a:latin typeface="Arial"/>
                <a:ea typeface="Arial"/>
                <a:cs typeface="Arial"/>
              </a:defRPr>
            </a:lvl3pPr>
            <a:lvl4pPr algn="r">
              <a:defRPr sz="1200" b="0">
                <a:solidFill>
                  <a:srgbClr val="526074"/>
                </a:solidFill>
                <a:latin typeface="Arial"/>
                <a:ea typeface="Arial"/>
                <a:cs typeface="Arial"/>
              </a:defRPr>
            </a:lvl4pPr>
            <a:lvl5pPr algn="r">
              <a:defRPr sz="1200" b="0">
                <a:solidFill>
                  <a:srgbClr val="526074"/>
                </a:solidFill>
                <a:latin typeface="Arial"/>
                <a:ea typeface="Arial"/>
                <a:cs typeface="Arial"/>
              </a:defRPr>
            </a:lvl5pPr>
            <a:lvl6pPr algn="r">
              <a:defRPr sz="1200" b="0">
                <a:solidFill>
                  <a:srgbClr val="526074"/>
                </a:solidFill>
                <a:latin typeface="Arial"/>
                <a:ea typeface="Arial"/>
                <a:cs typeface="Arial"/>
              </a:defRPr>
            </a:lvl6pPr>
            <a:lvl7pPr algn="r">
              <a:defRPr sz="1200" b="0">
                <a:solidFill>
                  <a:srgbClr val="526074"/>
                </a:solidFill>
                <a:latin typeface="Arial"/>
                <a:ea typeface="Arial"/>
                <a:cs typeface="Arial"/>
              </a:defRPr>
            </a:lvl7pPr>
            <a:lvl8pPr algn="r">
              <a:defRPr sz="1200" b="0">
                <a:solidFill>
                  <a:srgbClr val="526074"/>
                </a:solidFill>
                <a:latin typeface="Arial"/>
                <a:ea typeface="Arial"/>
                <a:cs typeface="Arial"/>
              </a:defRPr>
            </a:lvl8pPr>
            <a:lvl9pPr algn="r">
              <a:defRPr sz="1200" b="0">
                <a:solidFill>
                  <a:srgbClr val="526074"/>
                </a:solidFill>
                <a:latin typeface="Arial"/>
                <a:ea typeface="Arial"/>
                <a:cs typeface="Arial"/>
              </a:defRPr>
            </a:lvl9pPr>
          </a:lstStyle>
          <a:p xmlns:a="http://schemas.openxmlformats.org/drawingml/2006/main">
            <a:pPr algn="r">
              <a:defRPr sz="1200" b="0">
                <a:solidFill>
                  <a:srgbClr val="526074"/>
                </a:solidFill>
                <a:latin typeface="Arial"/>
                <a:ea typeface="Arial"/>
                <a:cs typeface="Arial"/>
              </a:defRPr>
            </a:pPr>
            <a:r>
              <a:rPr sz="1200" b="0">
                <a:solidFill>
                  <a:srgbClr val="526074"/>
                </a:solidFill>
                <a:latin typeface="Arial"/>
                <a:ea typeface="Arial"/>
                <a:cs typeface="Arial"/>
              </a:rPr>
              <a:t>Check and explain</a:t>
            </a:r>
          </a:p>
        </p:txBody>
      </p:sp>
      <p:sp>
        <p:nvSpPr>
          <p:cNvPr id="12" name="Stage heading">
            <a:extLst xmlns:a="http://schemas.openxmlformats.org/drawingml/2006/main">
              <a:ext uri="{FF2B5EF4-FFF2-40B4-BE49-F238E27FC236}">
                <a16:creationId xmlns:a16="http://schemas.microsoft.com/office/drawing/2014/main" id="{6997F558-3BD6-4197-A6B4-0816A9498990}"/>
              </a:ext>
            </a:extLst>
          </p:cNvPr>
          <p:cNvSpPr>
            <a:spLocks xmlns:a="http://schemas.openxmlformats.org/drawingml/2006/main" noGrp="1"/>
          </p:cNvSpPr>
          <p:nvPr/>
        </p:nvSpPr>
        <p:spPr>
          <a:xfrm xmlns:a="http://schemas.openxmlformats.org/drawingml/2006/main">
            <a:off x="495300" y="1352550"/>
            <a:ext cx="11201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1">
                <a:solidFill>
                  <a:srgbClr val="17223B"/>
                </a:solidFill>
                <a:latin typeface="Arial"/>
                <a:ea typeface="Arial"/>
                <a:cs typeface="Arial"/>
              </a:defRPr>
            </a:defPPr>
            <a:lvl1pPr algn="l">
              <a:defRPr sz="3525" b="1">
                <a:solidFill>
                  <a:srgbClr val="17223B"/>
                </a:solidFill>
                <a:latin typeface="Arial"/>
                <a:ea typeface="Arial"/>
                <a:cs typeface="Arial"/>
              </a:defRPr>
            </a:lvl1pPr>
            <a:lvl2pPr algn="l">
              <a:defRPr sz="3525" b="1">
                <a:solidFill>
                  <a:srgbClr val="17223B"/>
                </a:solidFill>
                <a:latin typeface="Arial"/>
                <a:ea typeface="Arial"/>
                <a:cs typeface="Arial"/>
              </a:defRPr>
            </a:lvl2pPr>
            <a:lvl3pPr algn="l">
              <a:defRPr sz="3525" b="1">
                <a:solidFill>
                  <a:srgbClr val="17223B"/>
                </a:solidFill>
                <a:latin typeface="Arial"/>
                <a:ea typeface="Arial"/>
                <a:cs typeface="Arial"/>
              </a:defRPr>
            </a:lvl3pPr>
            <a:lvl4pPr algn="l">
              <a:defRPr sz="3525" b="1">
                <a:solidFill>
                  <a:srgbClr val="17223B"/>
                </a:solidFill>
                <a:latin typeface="Arial"/>
                <a:ea typeface="Arial"/>
                <a:cs typeface="Arial"/>
              </a:defRPr>
            </a:lvl4pPr>
            <a:lvl5pPr algn="l">
              <a:defRPr sz="3525" b="1">
                <a:solidFill>
                  <a:srgbClr val="17223B"/>
                </a:solidFill>
                <a:latin typeface="Arial"/>
                <a:ea typeface="Arial"/>
                <a:cs typeface="Arial"/>
              </a:defRPr>
            </a:lvl5pPr>
            <a:lvl6pPr algn="l">
              <a:defRPr sz="3525" b="1">
                <a:solidFill>
                  <a:srgbClr val="17223B"/>
                </a:solidFill>
                <a:latin typeface="Arial"/>
                <a:ea typeface="Arial"/>
                <a:cs typeface="Arial"/>
              </a:defRPr>
            </a:lvl6pPr>
            <a:lvl7pPr algn="l">
              <a:defRPr sz="3525" b="1">
                <a:solidFill>
                  <a:srgbClr val="17223B"/>
                </a:solidFill>
                <a:latin typeface="Arial"/>
                <a:ea typeface="Arial"/>
                <a:cs typeface="Arial"/>
              </a:defRPr>
            </a:lvl7pPr>
            <a:lvl8pPr algn="l">
              <a:defRPr sz="3525" b="1">
                <a:solidFill>
                  <a:srgbClr val="17223B"/>
                </a:solidFill>
                <a:latin typeface="Arial"/>
                <a:ea typeface="Arial"/>
                <a:cs typeface="Arial"/>
              </a:defRPr>
            </a:lvl8pPr>
            <a:lvl9pPr algn="l">
              <a:defRPr sz="3525" b="1">
                <a:solidFill>
                  <a:srgbClr val="17223B"/>
                </a:solidFill>
                <a:latin typeface="Arial"/>
                <a:ea typeface="Arial"/>
                <a:cs typeface="Arial"/>
              </a:defRPr>
            </a:lvl9pPr>
          </a:lstStyle>
          <a:p xmlns:a="http://schemas.openxmlformats.org/drawingml/2006/main">
            <a:pPr algn="l">
              <a:defRPr sz="3525" b="1">
                <a:solidFill>
                  <a:srgbClr val="17223B"/>
                </a:solidFill>
                <a:latin typeface="Arial"/>
                <a:ea typeface="Arial"/>
                <a:cs typeface="Arial"/>
              </a:defRPr>
            </a:pPr>
            <a:r>
              <a:rPr sz="3525" b="1">
                <a:solidFill>
                  <a:srgbClr val="17223B"/>
                </a:solidFill>
                <a:latin typeface="Arial"/>
                <a:ea typeface="Arial"/>
                <a:cs typeface="Arial"/>
              </a:rPr>
              <a:t>Would you play this match?</a:t>
            </a:r>
          </a:p>
        </p:txBody>
      </p:sp>
      <p:sp>
        <p:nvSpPr>
          <p:cNvPr id="13" name="Answer 1">
            <a:extLst xmlns:a="http://schemas.openxmlformats.org/drawingml/2006/main">
              <a:ext uri="{FF2B5EF4-FFF2-40B4-BE49-F238E27FC236}">
                <a16:creationId xmlns:a16="http://schemas.microsoft.com/office/drawing/2014/main" id="{495F9FF4-5988-438D-9280-8E031F3FA2BF}"/>
              </a:ext>
            </a:extLst>
          </p:cNvPr>
          <p:cNvSpPr>
            <a:spLocks xmlns:a="http://schemas.openxmlformats.org/drawingml/2006/main" noGrp="1"/>
          </p:cNvSpPr>
          <p:nvPr/>
        </p:nvSpPr>
        <p:spPr>
          <a:xfrm xmlns:a="http://schemas.openxmlformats.org/drawingml/2006/main">
            <a:off x="552450" y="2266950"/>
            <a:ext cx="1108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236650"/>
                </a:solidFill>
                <a:latin typeface="Arial"/>
                <a:ea typeface="Arial"/>
                <a:cs typeface="Arial"/>
              </a:defRPr>
            </a:defPPr>
            <a:lvl1pPr algn="l">
              <a:defRPr sz="2550" b="1">
                <a:solidFill>
                  <a:srgbClr val="236650"/>
                </a:solidFill>
                <a:latin typeface="Arial"/>
                <a:ea typeface="Arial"/>
                <a:cs typeface="Arial"/>
              </a:defRPr>
            </a:lvl1pPr>
            <a:lvl2pPr algn="l">
              <a:defRPr sz="2550" b="1">
                <a:solidFill>
                  <a:srgbClr val="236650"/>
                </a:solidFill>
                <a:latin typeface="Arial"/>
                <a:ea typeface="Arial"/>
                <a:cs typeface="Arial"/>
              </a:defRPr>
            </a:lvl2pPr>
            <a:lvl3pPr algn="l">
              <a:defRPr sz="2550" b="1">
                <a:solidFill>
                  <a:srgbClr val="236650"/>
                </a:solidFill>
                <a:latin typeface="Arial"/>
                <a:ea typeface="Arial"/>
                <a:cs typeface="Arial"/>
              </a:defRPr>
            </a:lvl3pPr>
            <a:lvl4pPr algn="l">
              <a:defRPr sz="2550" b="1">
                <a:solidFill>
                  <a:srgbClr val="236650"/>
                </a:solidFill>
                <a:latin typeface="Arial"/>
                <a:ea typeface="Arial"/>
                <a:cs typeface="Arial"/>
              </a:defRPr>
            </a:lvl4pPr>
            <a:lvl5pPr algn="l">
              <a:defRPr sz="2550" b="1">
                <a:solidFill>
                  <a:srgbClr val="236650"/>
                </a:solidFill>
                <a:latin typeface="Arial"/>
                <a:ea typeface="Arial"/>
                <a:cs typeface="Arial"/>
              </a:defRPr>
            </a:lvl5pPr>
            <a:lvl6pPr algn="l">
              <a:defRPr sz="2550" b="1">
                <a:solidFill>
                  <a:srgbClr val="236650"/>
                </a:solidFill>
                <a:latin typeface="Arial"/>
                <a:ea typeface="Arial"/>
                <a:cs typeface="Arial"/>
              </a:defRPr>
            </a:lvl6pPr>
            <a:lvl7pPr algn="l">
              <a:defRPr sz="2550" b="1">
                <a:solidFill>
                  <a:srgbClr val="236650"/>
                </a:solidFill>
                <a:latin typeface="Arial"/>
                <a:ea typeface="Arial"/>
                <a:cs typeface="Arial"/>
              </a:defRPr>
            </a:lvl7pPr>
            <a:lvl8pPr algn="l">
              <a:defRPr sz="2550" b="1">
                <a:solidFill>
                  <a:srgbClr val="236650"/>
                </a:solidFill>
                <a:latin typeface="Arial"/>
                <a:ea typeface="Arial"/>
                <a:cs typeface="Arial"/>
              </a:defRPr>
            </a:lvl8pPr>
            <a:lvl9pPr algn="l">
              <a:defRPr sz="2550" b="1">
                <a:solidFill>
                  <a:srgbClr val="236650"/>
                </a:solidFill>
                <a:latin typeface="Arial"/>
                <a:ea typeface="Arial"/>
                <a:cs typeface="Arial"/>
              </a:defRPr>
            </a:lvl9pPr>
          </a:lstStyle>
          <a:p xmlns:a="http://schemas.openxmlformats.org/drawingml/2006/main">
            <a:pPr algn="l">
              <a:defRPr sz="2550" b="1">
                <a:solidFill>
                  <a:srgbClr val="236650"/>
                </a:solidFill>
                <a:latin typeface="Arial"/>
                <a:ea typeface="Arial"/>
                <a:cs typeface="Arial"/>
              </a:defRPr>
            </a:pPr>
            <a:r>
              <a:rPr sz="2550" b="1">
                <a:solidFill>
                  <a:srgbClr val="236650"/>
                </a:solidFill>
                <a:latin typeface="Arial"/>
                <a:ea typeface="Arial"/>
                <a:cs typeface="Arial"/>
              </a:rPr>
              <a:t>Fair</a:t>
            </a:r>
          </a:p>
        </p:txBody>
      </p:sp>
      <p:sp>
        <p:nvSpPr>
          <p:cNvPr id="14" name="">
            <a:extLst xmlns:a="http://schemas.openxmlformats.org/drawingml/2006/main">
              <a:ext uri="{FF2B5EF4-FFF2-40B4-BE49-F238E27FC236}">
                <a16:creationId xmlns:a16="http://schemas.microsoft.com/office/drawing/2014/main" id="{A8B220CB-7D90-48DA-8F61-36331901B9F1}"/>
              </a:ext>
            </a:extLst>
          </p:cNvPr>
          <p:cNvSpPr>
            <a:spLocks xmlns:a="http://schemas.openxmlformats.org/drawingml/2006/main" noGrp="1"/>
          </p:cNvSpPr>
          <p:nvPr/>
        </p:nvSpPr>
        <p:spPr>
          <a:xfrm xmlns:a="http://schemas.openxmlformats.org/drawingml/2006/main">
            <a:off x="552450" y="3143250"/>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5" name="Answer 2">
            <a:extLst xmlns:a="http://schemas.openxmlformats.org/drawingml/2006/main">
              <a:ext uri="{FF2B5EF4-FFF2-40B4-BE49-F238E27FC236}">
                <a16:creationId xmlns:a16="http://schemas.microsoft.com/office/drawing/2014/main" id="{80E1ADDB-BCD2-4515-9529-AF2C497BDD81}"/>
              </a:ext>
            </a:extLst>
          </p:cNvPr>
          <p:cNvSpPr>
            <a:spLocks xmlns:a="http://schemas.openxmlformats.org/drawingml/2006/main" noGrp="1"/>
          </p:cNvSpPr>
          <p:nvPr/>
        </p:nvSpPr>
        <p:spPr>
          <a:xfrm xmlns:a="http://schemas.openxmlformats.org/drawingml/2006/main">
            <a:off x="552450" y="3162300"/>
            <a:ext cx="1108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236650"/>
                </a:solidFill>
                <a:latin typeface="Arial"/>
                <a:ea typeface="Arial"/>
                <a:cs typeface="Arial"/>
              </a:defRPr>
            </a:defPPr>
            <a:lvl1pPr algn="l">
              <a:defRPr sz="2550" b="1">
                <a:solidFill>
                  <a:srgbClr val="236650"/>
                </a:solidFill>
                <a:latin typeface="Arial"/>
                <a:ea typeface="Arial"/>
                <a:cs typeface="Arial"/>
              </a:defRPr>
            </a:lvl1pPr>
            <a:lvl2pPr algn="l">
              <a:defRPr sz="2550" b="1">
                <a:solidFill>
                  <a:srgbClr val="236650"/>
                </a:solidFill>
                <a:latin typeface="Arial"/>
                <a:ea typeface="Arial"/>
                <a:cs typeface="Arial"/>
              </a:defRPr>
            </a:lvl2pPr>
            <a:lvl3pPr algn="l">
              <a:defRPr sz="2550" b="1">
                <a:solidFill>
                  <a:srgbClr val="236650"/>
                </a:solidFill>
                <a:latin typeface="Arial"/>
                <a:ea typeface="Arial"/>
                <a:cs typeface="Arial"/>
              </a:defRPr>
            </a:lvl3pPr>
            <a:lvl4pPr algn="l">
              <a:defRPr sz="2550" b="1">
                <a:solidFill>
                  <a:srgbClr val="236650"/>
                </a:solidFill>
                <a:latin typeface="Arial"/>
                <a:ea typeface="Arial"/>
                <a:cs typeface="Arial"/>
              </a:defRPr>
            </a:lvl4pPr>
            <a:lvl5pPr algn="l">
              <a:defRPr sz="2550" b="1">
                <a:solidFill>
                  <a:srgbClr val="236650"/>
                </a:solidFill>
                <a:latin typeface="Arial"/>
                <a:ea typeface="Arial"/>
                <a:cs typeface="Arial"/>
              </a:defRPr>
            </a:lvl5pPr>
            <a:lvl6pPr algn="l">
              <a:defRPr sz="2550" b="1">
                <a:solidFill>
                  <a:srgbClr val="236650"/>
                </a:solidFill>
                <a:latin typeface="Arial"/>
                <a:ea typeface="Arial"/>
                <a:cs typeface="Arial"/>
              </a:defRPr>
            </a:lvl6pPr>
            <a:lvl7pPr algn="l">
              <a:defRPr sz="2550" b="1">
                <a:solidFill>
                  <a:srgbClr val="236650"/>
                </a:solidFill>
                <a:latin typeface="Arial"/>
                <a:ea typeface="Arial"/>
                <a:cs typeface="Arial"/>
              </a:defRPr>
            </a:lvl7pPr>
            <a:lvl8pPr algn="l">
              <a:defRPr sz="2550" b="1">
                <a:solidFill>
                  <a:srgbClr val="236650"/>
                </a:solidFill>
                <a:latin typeface="Arial"/>
                <a:ea typeface="Arial"/>
                <a:cs typeface="Arial"/>
              </a:defRPr>
            </a:lvl8pPr>
            <a:lvl9pPr algn="l">
              <a:defRPr sz="2550" b="1">
                <a:solidFill>
                  <a:srgbClr val="236650"/>
                </a:solidFill>
                <a:latin typeface="Arial"/>
                <a:ea typeface="Arial"/>
                <a:cs typeface="Arial"/>
              </a:defRPr>
            </a:lvl9pPr>
          </a:lstStyle>
          <a:p xmlns:a="http://schemas.openxmlformats.org/drawingml/2006/main">
            <a:pPr algn="l">
              <a:defRPr sz="2550" b="1">
                <a:solidFill>
                  <a:srgbClr val="236650"/>
                </a:solidFill>
                <a:latin typeface="Arial"/>
                <a:ea typeface="Arial"/>
                <a:cs typeface="Arial"/>
              </a:defRPr>
            </a:pPr>
            <a:r>
              <a:rPr sz="2550" b="1">
                <a:solidFill>
                  <a:srgbClr val="236650"/>
                </a:solidFill>
                <a:latin typeface="Arial"/>
                <a:ea typeface="Arial"/>
                <a:cs typeface="Arial"/>
              </a:rPr>
              <a:t>Not fair</a:t>
            </a:r>
          </a:p>
        </p:txBody>
      </p:sp>
      <p:sp>
        <p:nvSpPr>
          <p:cNvPr id="16" name="">
            <a:extLst xmlns:a="http://schemas.openxmlformats.org/drawingml/2006/main">
              <a:ext uri="{FF2B5EF4-FFF2-40B4-BE49-F238E27FC236}">
                <a16:creationId xmlns:a16="http://schemas.microsoft.com/office/drawing/2014/main" id="{86E1936B-9599-44FB-9C66-76525523593D}"/>
              </a:ext>
            </a:extLst>
          </p:cNvPr>
          <p:cNvSpPr>
            <a:spLocks xmlns:a="http://schemas.openxmlformats.org/drawingml/2006/main" noGrp="1"/>
          </p:cNvSpPr>
          <p:nvPr/>
        </p:nvSpPr>
        <p:spPr>
          <a:xfrm xmlns:a="http://schemas.openxmlformats.org/drawingml/2006/main">
            <a:off x="552450" y="4038600"/>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7" name="Answer 3">
            <a:extLst xmlns:a="http://schemas.openxmlformats.org/drawingml/2006/main">
              <a:ext uri="{FF2B5EF4-FFF2-40B4-BE49-F238E27FC236}">
                <a16:creationId xmlns:a16="http://schemas.microsoft.com/office/drawing/2014/main" id="{4AD32A7D-D2DB-4E27-81C9-ACA8055743FA}"/>
              </a:ext>
            </a:extLst>
          </p:cNvPr>
          <p:cNvSpPr>
            <a:spLocks xmlns:a="http://schemas.openxmlformats.org/drawingml/2006/main" noGrp="1"/>
          </p:cNvSpPr>
          <p:nvPr/>
        </p:nvSpPr>
        <p:spPr>
          <a:xfrm xmlns:a="http://schemas.openxmlformats.org/drawingml/2006/main">
            <a:off x="552450" y="4057650"/>
            <a:ext cx="1108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236650"/>
                </a:solidFill>
                <a:latin typeface="Arial"/>
                <a:ea typeface="Arial"/>
                <a:cs typeface="Arial"/>
              </a:defRPr>
            </a:defPPr>
            <a:lvl1pPr algn="l">
              <a:defRPr sz="2550" b="1">
                <a:solidFill>
                  <a:srgbClr val="236650"/>
                </a:solidFill>
                <a:latin typeface="Arial"/>
                <a:ea typeface="Arial"/>
                <a:cs typeface="Arial"/>
              </a:defRPr>
            </a:lvl1pPr>
            <a:lvl2pPr algn="l">
              <a:defRPr sz="2550" b="1">
                <a:solidFill>
                  <a:srgbClr val="236650"/>
                </a:solidFill>
                <a:latin typeface="Arial"/>
                <a:ea typeface="Arial"/>
                <a:cs typeface="Arial"/>
              </a:defRPr>
            </a:lvl2pPr>
            <a:lvl3pPr algn="l">
              <a:defRPr sz="2550" b="1">
                <a:solidFill>
                  <a:srgbClr val="236650"/>
                </a:solidFill>
                <a:latin typeface="Arial"/>
                <a:ea typeface="Arial"/>
                <a:cs typeface="Arial"/>
              </a:defRPr>
            </a:lvl3pPr>
            <a:lvl4pPr algn="l">
              <a:defRPr sz="2550" b="1">
                <a:solidFill>
                  <a:srgbClr val="236650"/>
                </a:solidFill>
                <a:latin typeface="Arial"/>
                <a:ea typeface="Arial"/>
                <a:cs typeface="Arial"/>
              </a:defRPr>
            </a:lvl4pPr>
            <a:lvl5pPr algn="l">
              <a:defRPr sz="2550" b="1">
                <a:solidFill>
                  <a:srgbClr val="236650"/>
                </a:solidFill>
                <a:latin typeface="Arial"/>
                <a:ea typeface="Arial"/>
                <a:cs typeface="Arial"/>
              </a:defRPr>
            </a:lvl5pPr>
            <a:lvl6pPr algn="l">
              <a:defRPr sz="2550" b="1">
                <a:solidFill>
                  <a:srgbClr val="236650"/>
                </a:solidFill>
                <a:latin typeface="Arial"/>
                <a:ea typeface="Arial"/>
                <a:cs typeface="Arial"/>
              </a:defRPr>
            </a:lvl6pPr>
            <a:lvl7pPr algn="l">
              <a:defRPr sz="2550" b="1">
                <a:solidFill>
                  <a:srgbClr val="236650"/>
                </a:solidFill>
                <a:latin typeface="Arial"/>
                <a:ea typeface="Arial"/>
                <a:cs typeface="Arial"/>
              </a:defRPr>
            </a:lvl7pPr>
            <a:lvl8pPr algn="l">
              <a:defRPr sz="2550" b="1">
                <a:solidFill>
                  <a:srgbClr val="236650"/>
                </a:solidFill>
                <a:latin typeface="Arial"/>
                <a:ea typeface="Arial"/>
                <a:cs typeface="Arial"/>
              </a:defRPr>
            </a:lvl8pPr>
            <a:lvl9pPr algn="l">
              <a:defRPr sz="2550" b="1">
                <a:solidFill>
                  <a:srgbClr val="236650"/>
                </a:solidFill>
                <a:latin typeface="Arial"/>
                <a:ea typeface="Arial"/>
                <a:cs typeface="Arial"/>
              </a:defRPr>
            </a:lvl9pPr>
          </a:lstStyle>
          <a:p xmlns:a="http://schemas.openxmlformats.org/drawingml/2006/main">
            <a:pPr algn="l">
              <a:defRPr sz="2550" b="1">
                <a:solidFill>
                  <a:srgbClr val="236650"/>
                </a:solidFill>
                <a:latin typeface="Arial"/>
                <a:ea typeface="Arial"/>
                <a:cs typeface="Arial"/>
              </a:defRPr>
            </a:pPr>
            <a:r>
              <a:rPr sz="2550" b="1">
                <a:solidFill>
                  <a:srgbClr val="236650"/>
                </a:solidFill>
                <a:latin typeface="Arial"/>
                <a:ea typeface="Arial"/>
                <a:cs typeface="Arial"/>
              </a:rPr>
              <a:t>Need more information</a:t>
            </a:r>
          </a:p>
        </p:txBody>
      </p:sp>
      <p:sp>
        <p:nvSpPr>
          <p:cNvPr id="18" name="">
            <a:extLst xmlns:a="http://schemas.openxmlformats.org/drawingml/2006/main">
              <a:ext uri="{FF2B5EF4-FFF2-40B4-BE49-F238E27FC236}">
                <a16:creationId xmlns:a16="http://schemas.microsoft.com/office/drawing/2014/main" id="{AAE9753A-3CB7-46EB-9A3D-1115792606BD}"/>
              </a:ext>
            </a:extLst>
          </p:cNvPr>
          <p:cNvSpPr>
            <a:spLocks xmlns:a="http://schemas.openxmlformats.org/drawingml/2006/main" noGrp="1"/>
          </p:cNvSpPr>
          <p:nvPr/>
        </p:nvSpPr>
        <p:spPr>
          <a:xfrm xmlns:a="http://schemas.openxmlformats.org/drawingml/2006/main">
            <a:off x="495300" y="5381625"/>
            <a:ext cx="11201400" cy="83820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32B3BCB-DB2D-471F-A443-34BEA67EB7C6}"/>
              </a:ext>
            </a:extLst>
          </p:cNvPr>
          <p:cNvSpPr>
            <a:spLocks xmlns:a="http://schemas.openxmlformats.org/drawingml/2006/main" noGrp="1"/>
          </p:cNvSpPr>
          <p:nvPr/>
        </p:nvSpPr>
        <p:spPr>
          <a:xfrm xmlns:a="http://schemas.openxmlformats.org/drawingml/2006/main">
            <a:off x="704850" y="55054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1">
                <a:solidFill>
                  <a:srgbClr val="FFFEF9"/>
                </a:solidFill>
                <a:latin typeface="Arial"/>
                <a:ea typeface="Arial"/>
                <a:cs typeface="Arial"/>
              </a:defRPr>
            </a:defPPr>
            <a:lvl1pPr algn="l">
              <a:defRPr sz="2100" b="1">
                <a:solidFill>
                  <a:srgbClr val="FFFEF9"/>
                </a:solidFill>
                <a:latin typeface="Arial"/>
                <a:ea typeface="Arial"/>
                <a:cs typeface="Arial"/>
              </a:defRPr>
            </a:lvl1pPr>
            <a:lvl2pPr algn="l">
              <a:defRPr sz="2100" b="1">
                <a:solidFill>
                  <a:srgbClr val="FFFEF9"/>
                </a:solidFill>
                <a:latin typeface="Arial"/>
                <a:ea typeface="Arial"/>
                <a:cs typeface="Arial"/>
              </a:defRPr>
            </a:lvl2pPr>
            <a:lvl3pPr algn="l">
              <a:defRPr sz="2100" b="1">
                <a:solidFill>
                  <a:srgbClr val="FFFEF9"/>
                </a:solidFill>
                <a:latin typeface="Arial"/>
                <a:ea typeface="Arial"/>
                <a:cs typeface="Arial"/>
              </a:defRPr>
            </a:lvl3pPr>
            <a:lvl4pPr algn="l">
              <a:defRPr sz="2100" b="1">
                <a:solidFill>
                  <a:srgbClr val="FFFEF9"/>
                </a:solidFill>
                <a:latin typeface="Arial"/>
                <a:ea typeface="Arial"/>
                <a:cs typeface="Arial"/>
              </a:defRPr>
            </a:lvl4pPr>
            <a:lvl5pPr algn="l">
              <a:defRPr sz="2100" b="1">
                <a:solidFill>
                  <a:srgbClr val="FFFEF9"/>
                </a:solidFill>
                <a:latin typeface="Arial"/>
                <a:ea typeface="Arial"/>
                <a:cs typeface="Arial"/>
              </a:defRPr>
            </a:lvl5pPr>
            <a:lvl6pPr algn="l">
              <a:defRPr sz="2100" b="1">
                <a:solidFill>
                  <a:srgbClr val="FFFEF9"/>
                </a:solidFill>
                <a:latin typeface="Arial"/>
                <a:ea typeface="Arial"/>
                <a:cs typeface="Arial"/>
              </a:defRPr>
            </a:lvl6pPr>
            <a:lvl7pPr algn="l">
              <a:defRPr sz="2100" b="1">
                <a:solidFill>
                  <a:srgbClr val="FFFEF9"/>
                </a:solidFill>
                <a:latin typeface="Arial"/>
                <a:ea typeface="Arial"/>
                <a:cs typeface="Arial"/>
              </a:defRPr>
            </a:lvl7pPr>
            <a:lvl8pPr algn="l">
              <a:defRPr sz="2100" b="1">
                <a:solidFill>
                  <a:srgbClr val="FFFEF9"/>
                </a:solidFill>
                <a:latin typeface="Arial"/>
                <a:ea typeface="Arial"/>
                <a:cs typeface="Arial"/>
              </a:defRPr>
            </a:lvl8pPr>
            <a:lvl9pPr algn="l">
              <a:defRPr sz="2100" b="1">
                <a:solidFill>
                  <a:srgbClr val="FFFEF9"/>
                </a:solidFill>
                <a:latin typeface="Arial"/>
                <a:ea typeface="Arial"/>
                <a:cs typeface="Arial"/>
              </a:defRPr>
            </a:lvl9pPr>
          </a:lstStyle>
          <a:p xmlns:a="http://schemas.openxmlformats.org/drawingml/2006/main">
            <a:pPr algn="l">
              <a:defRPr sz="2100" b="1">
                <a:solidFill>
                  <a:srgbClr val="FFFEF9"/>
                </a:solidFill>
                <a:latin typeface="Arial"/>
                <a:ea typeface="Arial"/>
                <a:cs typeface="Arial"/>
              </a:defRPr>
            </a:pPr>
            <a:r>
              <a:rPr sz="2100" b="1">
                <a:solidFill>
                  <a:srgbClr val="FFFEF9"/>
                </a:solidFill>
                <a:latin typeface="Arial"/>
                <a:ea typeface="Arial"/>
                <a:cs typeface="Arial"/>
              </a:rPr>
              <a:t>Moving the goalposts for one team gives an unfair advantage. Agreed rules help people know what to expect.</a:t>
            </a:r>
          </a:p>
        </p:txBody>
      </p:sp>
    </p:spTree>
    <p:extLst>
      <p:ext uri="{BB962C8B-B14F-4D97-AF65-F5344CB8AC3E}">
        <p14:creationId xmlns:p14="http://schemas.microsoft.com/office/powerpoint/2010/main" val="499734380"/>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5F4EE"/>
        </a:solidFill>
      </p:bgPr>
    </p:bg>
    <p:spTree>
      <p:nvGrpSpPr>
        <p:cNvPr id="1" name=""/>
        <p:cNvGrpSpPr/>
        <p:nvPr/>
      </p:nvGrpSpPr>
      <p:grpSpPr>
        <a:xfrm/>
      </p:grpSpPr>
      <p:sp>
        <p:nvSpPr>
          <p:cNvPr id="17" name="">
            <a:extLst>
              <a:ext uri="{FF2B5EF4-FFF2-40B4-BE49-F238E27FC236}">
                <ns2:creationId id="{EE10CAC9-1BF2-49AF-B88A-EC06D5F054C5}"/>
              </a:ext>
            </a:extLst>
          </p:cNvPr>
          <p:cNvSpPr>
            <a:spLocks noGrp="1"/>
          </p:cNvSpPr>
          <p:nvPr/>
        </p:nvSpPr>
        <p:spPr>
          <a:xfrm>
            <a:off x="0" y="0"/>
            <a:ext cx="12192000" cy="742950"/>
          </a:xfrm>
          <a:prstGeom prst="rect">
            <a:avLst/>
          </a:prstGeom>
          <a:solidFill>
            <a:srgbClr val="FFFEF9"/>
          </a:solidFill>
          <a:ln w="0">
            <a:noFill/>
            <a:prstDash val="solid"/>
          </a:ln>
        </p:spPr>
      </p:sp>
      <p:pic>
        <p:nvPicPr>
          <p:cNvPr id="2" name="">
            <a:extLst>
              <a:ext uri="{FF2B5EF4-FFF2-40B4-BE49-F238E27FC236}">
                <ns2:creationId id="{BD9262A0-3AFC-4CDD-B89B-DA2348E66E48}"/>
              </a:ext>
            </a:extLst>
          </p:cNvPr>
          <p:cNvPicPr>
            <a:picLocks noChangeAspect="1"/>
          </p:cNvPicPr>
          <p:nvPr/>
        </p:nvPicPr>
        <p:blipFill>
          <a:blip r:embed="Rb258419259354133"/>
          <a:stretch/>
        </p:blipFill>
        <p:spPr>
          <a:xfrm>
            <a:off x="266700" y="114300"/>
            <a:ext cx="514350" cy="514350"/>
          </a:xfrm>
          <a:prstGeom prst="rect">
            <a:avLst/>
          </a:prstGeom>
        </p:spPr>
      </p:pic>
      <p:sp>
        <p:nvSpPr>
          <p:cNvPr id="3" name="">
            <a:extLst>
              <a:ext uri="{FF2B5EF4-FFF2-40B4-BE49-F238E27FC236}">
                <ns2:creationId id="{C43B435F-E0B7-4B6E-9461-F64AD008BD62}"/>
              </a:ext>
            </a:extLst>
          </p:cNvPr>
          <p:cNvSpPr>
            <a:spLocks noGrp="1"/>
          </p:cNvSpPr>
          <p:nvPr/>
        </p:nvSpPr>
        <p:spPr>
          <a:xfrm>
            <a:off x="914400" y="142875"/>
            <a:ext cx="3143250" cy="228600"/>
          </a:xfrm>
          <a:prstGeom prst="rect">
            <a:avLst/>
          </a:prstGeom>
          <a:noFill/>
          <a:ln w="0">
            <a:noFill/>
            <a:prstDash val="solid"/>
          </a:ln>
        </p:spPr>
        <p:txBody>
          <a:bodyPr wrap="square" lIns="0" tIns="0" rIns="0" bIns="0" anchor="ctr">
            <a:noAutofit/>
          </a:bodyPr>
          <a:lstStyle>
            <a:defPPr algn="l">
              <a:defRPr sz="1500" b="1">
                <a:solidFill>
                  <a:srgbClr val="17223B"/>
                </a:solidFill>
                <a:latin typeface="Arial"/>
                <a:ea typeface="Arial"/>
                <a:cs typeface="Arial"/>
              </a:defRPr>
            </a:defPPr>
            <a:lvl1pPr algn="l">
              <a:defRPr sz="1500" b="1">
                <a:solidFill>
                  <a:srgbClr val="17223B"/>
                </a:solidFill>
                <a:latin typeface="Arial"/>
                <a:ea typeface="Arial"/>
                <a:cs typeface="Arial"/>
              </a:defRPr>
            </a:lvl1pPr>
            <a:lvl2pPr algn="l">
              <a:defRPr sz="1500" b="1">
                <a:solidFill>
                  <a:srgbClr val="17223B"/>
                </a:solidFill>
                <a:latin typeface="Arial"/>
                <a:ea typeface="Arial"/>
                <a:cs typeface="Arial"/>
              </a:defRPr>
            </a:lvl2pPr>
            <a:lvl3pPr algn="l">
              <a:defRPr sz="1500" b="1">
                <a:solidFill>
                  <a:srgbClr val="17223B"/>
                </a:solidFill>
                <a:latin typeface="Arial"/>
                <a:ea typeface="Arial"/>
                <a:cs typeface="Arial"/>
              </a:defRPr>
            </a:lvl3pPr>
            <a:lvl4pPr algn="l">
              <a:defRPr sz="1500" b="1">
                <a:solidFill>
                  <a:srgbClr val="17223B"/>
                </a:solidFill>
                <a:latin typeface="Arial"/>
                <a:ea typeface="Arial"/>
                <a:cs typeface="Arial"/>
              </a:defRPr>
            </a:lvl4pPr>
            <a:lvl5pPr algn="l">
              <a:defRPr sz="1500" b="1">
                <a:solidFill>
                  <a:srgbClr val="17223B"/>
                </a:solidFill>
                <a:latin typeface="Arial"/>
                <a:ea typeface="Arial"/>
                <a:cs typeface="Arial"/>
              </a:defRPr>
            </a:lvl5pPr>
            <a:lvl6pPr algn="l">
              <a:defRPr sz="1500" b="1">
                <a:solidFill>
                  <a:srgbClr val="17223B"/>
                </a:solidFill>
                <a:latin typeface="Arial"/>
                <a:ea typeface="Arial"/>
                <a:cs typeface="Arial"/>
              </a:defRPr>
            </a:lvl6pPr>
            <a:lvl7pPr algn="l">
              <a:defRPr sz="1500" b="1">
                <a:solidFill>
                  <a:srgbClr val="17223B"/>
                </a:solidFill>
                <a:latin typeface="Arial"/>
                <a:ea typeface="Arial"/>
                <a:cs typeface="Arial"/>
              </a:defRPr>
            </a:lvl7pPr>
            <a:lvl8pPr algn="l">
              <a:defRPr sz="1500" b="1">
                <a:solidFill>
                  <a:srgbClr val="17223B"/>
                </a:solidFill>
                <a:latin typeface="Arial"/>
                <a:ea typeface="Arial"/>
                <a:cs typeface="Arial"/>
              </a:defRPr>
            </a:lvl8pPr>
            <a:lvl9pPr algn="l">
              <a:defRPr sz="1500" b="1">
                <a:solidFill>
                  <a:srgbClr val="17223B"/>
                </a:solidFill>
                <a:latin typeface="Arial"/>
                <a:ea typeface="Arial"/>
                <a:cs typeface="Arial"/>
              </a:defRPr>
            </a:lvl9pPr>
          </a:lstStyle>
          <a:p>
            <a:pPr algn="l">
              <a:defRPr sz="1500" b="1">
                <a:solidFill>
                  <a:srgbClr val="17223B"/>
                </a:solidFill>
                <a:latin typeface="Arial"/>
                <a:ea typeface="Arial"/>
                <a:cs typeface="Arial"/>
              </a:defRPr>
            </a:pPr>
            <a:r>
              <a:rPr sz="1500" b="1">
                <a:solidFill>
                  <a:srgbClr val="17223B"/>
                </a:solidFill>
                <a:latin typeface="Arial"/>
                <a:ea typeface="Arial"/>
                <a:cs typeface="Arial"/>
              </a:rPr>
              <a:t>MADE BY MATT</a:t>
            </a:r>
          </a:p>
        </p:txBody>
      </p:sp>
      <p:sp>
        <p:nvSpPr>
          <p:cNvPr id="4" name="">
            <a:extLst>
              <a:ext uri="{FF2B5EF4-FFF2-40B4-BE49-F238E27FC236}">
                <ns2:creationId id="{ADEC127E-1DE3-43DB-8757-AE22A60B5448}"/>
              </a:ext>
            </a:extLst>
          </p:cNvPr>
          <p:cNvSpPr>
            <a:spLocks noGrp="1"/>
          </p:cNvSpPr>
          <p:nvPr/>
        </p:nvSpPr>
        <p:spPr>
          <a:xfrm>
            <a:off x="914400" y="390525"/>
            <a:ext cx="3143250" cy="190500"/>
          </a:xfrm>
          <a:prstGeom prst="rect">
            <a:avLst/>
          </a:prstGeom>
          <a:noFill/>
          <a:ln w="0">
            <a:noFill/>
            <a:prstDash val="solid"/>
          </a:ln>
        </p:spPr>
        <p:txBody>
          <a:bodyPr wrap="square" lIns="0" tIns="0" rIns="0" bIns="0" anchor="ctr">
            <a:noAutofit/>
          </a:bodyPr>
          <a:lstStyle>
            <a:defPPr algn="l">
              <a:defRPr sz="1200" b="0">
                <a:solidFill>
                  <a:srgbClr val="526074"/>
                </a:solidFill>
                <a:latin typeface="Arial"/>
                <a:ea typeface="Arial"/>
                <a:cs typeface="Arial"/>
              </a:defRPr>
            </a:defPPr>
            <a:lvl1pPr algn="l">
              <a:defRPr sz="1200" b="0">
                <a:solidFill>
                  <a:srgbClr val="526074"/>
                </a:solidFill>
                <a:latin typeface="Arial"/>
                <a:ea typeface="Arial"/>
                <a:cs typeface="Arial"/>
              </a:defRPr>
            </a:lvl1pPr>
            <a:lvl2pPr algn="l">
              <a:defRPr sz="1200" b="0">
                <a:solidFill>
                  <a:srgbClr val="526074"/>
                </a:solidFill>
                <a:latin typeface="Arial"/>
                <a:ea typeface="Arial"/>
                <a:cs typeface="Arial"/>
              </a:defRPr>
            </a:lvl2pPr>
            <a:lvl3pPr algn="l">
              <a:defRPr sz="1200" b="0">
                <a:solidFill>
                  <a:srgbClr val="526074"/>
                </a:solidFill>
                <a:latin typeface="Arial"/>
                <a:ea typeface="Arial"/>
                <a:cs typeface="Arial"/>
              </a:defRPr>
            </a:lvl3pPr>
            <a:lvl4pPr algn="l">
              <a:defRPr sz="1200" b="0">
                <a:solidFill>
                  <a:srgbClr val="526074"/>
                </a:solidFill>
                <a:latin typeface="Arial"/>
                <a:ea typeface="Arial"/>
                <a:cs typeface="Arial"/>
              </a:defRPr>
            </a:lvl4pPr>
            <a:lvl5pPr algn="l">
              <a:defRPr sz="1200" b="0">
                <a:solidFill>
                  <a:srgbClr val="526074"/>
                </a:solidFill>
                <a:latin typeface="Arial"/>
                <a:ea typeface="Arial"/>
                <a:cs typeface="Arial"/>
              </a:defRPr>
            </a:lvl5pPr>
            <a:lvl6pPr algn="l">
              <a:defRPr sz="1200" b="0">
                <a:solidFill>
                  <a:srgbClr val="526074"/>
                </a:solidFill>
                <a:latin typeface="Arial"/>
                <a:ea typeface="Arial"/>
                <a:cs typeface="Arial"/>
              </a:defRPr>
            </a:lvl6pPr>
            <a:lvl7pPr algn="l">
              <a:defRPr sz="1200" b="0">
                <a:solidFill>
                  <a:srgbClr val="526074"/>
                </a:solidFill>
                <a:latin typeface="Arial"/>
                <a:ea typeface="Arial"/>
                <a:cs typeface="Arial"/>
              </a:defRPr>
            </a:lvl7pPr>
            <a:lvl8pPr algn="l">
              <a:defRPr sz="1200" b="0">
                <a:solidFill>
                  <a:srgbClr val="526074"/>
                </a:solidFill>
                <a:latin typeface="Arial"/>
                <a:ea typeface="Arial"/>
                <a:cs typeface="Arial"/>
              </a:defRPr>
            </a:lvl8pPr>
            <a:lvl9pPr algn="l">
              <a:defRPr sz="1200" b="0">
                <a:solidFill>
                  <a:srgbClr val="526074"/>
                </a:solidFill>
                <a:latin typeface="Arial"/>
                <a:ea typeface="Arial"/>
                <a:cs typeface="Arial"/>
              </a:defRPr>
            </a:lvl9pPr>
          </a:lstStyle>
          <a:p>
            <a:pPr algn="l">
              <a:defRPr sz="1200" b="0">
                <a:solidFill>
                  <a:srgbClr val="526074"/>
                </a:solidFill>
                <a:latin typeface="Arial"/>
                <a:ea typeface="Arial"/>
                <a:cs typeface="Arial"/>
              </a:defRPr>
            </a:pPr>
            <a:r>
              <a:rPr sz="1200" b="0">
                <a:solidFill>
                  <a:srgbClr val="526074"/>
                </a:solidFill>
                <a:latin typeface="Arial"/>
                <a:ea typeface="Arial"/>
                <a:cs typeface="Arial"/>
              </a:rPr>
              <a:t>Learn • Build • Explore</a:t>
            </a:r>
          </a:p>
        </p:txBody>
      </p:sp>
      <p:sp>
        <p:nvSpPr>
          <p:cNvPr id="5" name="">
            <a:extLst>
              <a:ext uri="{FF2B5EF4-FFF2-40B4-BE49-F238E27FC236}">
                <ns2:creationId id="{C9A6A978-7961-48BA-91C3-A3AE20032C59}"/>
              </a:ext>
            </a:extLst>
          </p:cNvPr>
          <p:cNvSpPr>
            <a:spLocks noGrp="1"/>
          </p:cNvSpPr>
          <p:nvPr/>
        </p:nvSpPr>
        <p:spPr>
          <a:xfrm>
            <a:off x="7905750" y="228600"/>
            <a:ext cx="4000500" cy="266700"/>
          </a:xfrm>
          <a:prstGeom prst="rect">
            <a:avLst/>
          </a:prstGeom>
          <a:noFill/>
          <a:ln w="0">
            <a:noFill/>
            <a:prstDash val="solid"/>
          </a:ln>
        </p:spPr>
        <p:txBody>
          <a:bodyPr wrap="square" lIns="0" tIns="0" rIns="0" bIns="0" anchor="ctr">
            <a:noAutofit/>
          </a:bodyPr>
          <a:lstStyle>
            <a:defPPr algn="r">
              <a:defRPr sz="1500" b="1">
                <a:solidFill>
                  <a:srgbClr val="236650"/>
                </a:solidFill>
                <a:latin typeface="Arial"/>
                <a:ea typeface="Arial"/>
                <a:cs typeface="Arial"/>
              </a:defRPr>
            </a:defPPr>
            <a:lvl1pPr algn="r">
              <a:defRPr sz="1500" b="1">
                <a:solidFill>
                  <a:srgbClr val="236650"/>
                </a:solidFill>
                <a:latin typeface="Arial"/>
                <a:ea typeface="Arial"/>
                <a:cs typeface="Arial"/>
              </a:defRPr>
            </a:lvl1pPr>
            <a:lvl2pPr algn="r">
              <a:defRPr sz="1500" b="1">
                <a:solidFill>
                  <a:srgbClr val="236650"/>
                </a:solidFill>
                <a:latin typeface="Arial"/>
                <a:ea typeface="Arial"/>
                <a:cs typeface="Arial"/>
              </a:defRPr>
            </a:lvl2pPr>
            <a:lvl3pPr algn="r">
              <a:defRPr sz="1500" b="1">
                <a:solidFill>
                  <a:srgbClr val="236650"/>
                </a:solidFill>
                <a:latin typeface="Arial"/>
                <a:ea typeface="Arial"/>
                <a:cs typeface="Arial"/>
              </a:defRPr>
            </a:lvl3pPr>
            <a:lvl4pPr algn="r">
              <a:defRPr sz="1500" b="1">
                <a:solidFill>
                  <a:srgbClr val="236650"/>
                </a:solidFill>
                <a:latin typeface="Arial"/>
                <a:ea typeface="Arial"/>
                <a:cs typeface="Arial"/>
              </a:defRPr>
            </a:lvl4pPr>
            <a:lvl5pPr algn="r">
              <a:defRPr sz="1500" b="1">
                <a:solidFill>
                  <a:srgbClr val="236650"/>
                </a:solidFill>
                <a:latin typeface="Arial"/>
                <a:ea typeface="Arial"/>
                <a:cs typeface="Arial"/>
              </a:defRPr>
            </a:lvl5pPr>
            <a:lvl6pPr algn="r">
              <a:defRPr sz="1500" b="1">
                <a:solidFill>
                  <a:srgbClr val="236650"/>
                </a:solidFill>
                <a:latin typeface="Arial"/>
                <a:ea typeface="Arial"/>
                <a:cs typeface="Arial"/>
              </a:defRPr>
            </a:lvl6pPr>
            <a:lvl7pPr algn="r">
              <a:defRPr sz="1500" b="1">
                <a:solidFill>
                  <a:srgbClr val="236650"/>
                </a:solidFill>
                <a:latin typeface="Arial"/>
                <a:ea typeface="Arial"/>
                <a:cs typeface="Arial"/>
              </a:defRPr>
            </a:lvl7pPr>
            <a:lvl8pPr algn="r">
              <a:defRPr sz="1500" b="1">
                <a:solidFill>
                  <a:srgbClr val="236650"/>
                </a:solidFill>
                <a:latin typeface="Arial"/>
                <a:ea typeface="Arial"/>
                <a:cs typeface="Arial"/>
              </a:defRPr>
            </a:lvl8pPr>
            <a:lvl9pPr algn="r">
              <a:defRPr sz="1500" b="1">
                <a:solidFill>
                  <a:srgbClr val="236650"/>
                </a:solidFill>
                <a:latin typeface="Arial"/>
                <a:ea typeface="Arial"/>
                <a:cs typeface="Arial"/>
              </a:defRPr>
            </a:lvl9pPr>
          </a:lstStyle>
          <a:p>
            <a:pPr algn="r">
              <a:defRPr sz="1500" b="1">
                <a:solidFill>
                  <a:srgbClr val="236650"/>
                </a:solidFill>
                <a:latin typeface="Arial"/>
                <a:ea typeface="Arial"/>
                <a:cs typeface="Arial"/>
              </a:defRPr>
            </a:pPr>
            <a:r>
              <a:rPr sz="1500" b="1">
                <a:solidFill>
                  <a:srgbClr val="236650"/>
                </a:solidFill>
                <a:latin typeface="Arial"/>
                <a:ea typeface="Arial"/>
                <a:cs typeface="Arial"/>
              </a:rPr>
              <a:t>BRITISH VALUES</a:t>
            </a:r>
          </a:p>
        </p:txBody>
      </p:sp>
      <p:sp>
        <p:nvSpPr>
          <p:cNvPr id="6" name="">
            <a:extLst>
              <a:ext uri="{FF2B5EF4-FFF2-40B4-BE49-F238E27FC236}">
                <ns2:creationId id="{AAC793B4-C4DF-4713-BE04-E79CC29DD42A}"/>
              </a:ext>
            </a:extLst>
          </p:cNvPr>
          <p:cNvSpPr>
            <a:spLocks noGrp="1"/>
          </p:cNvSpPr>
          <p:nvPr/>
        </p:nvSpPr>
        <p:spPr>
          <a:xfrm>
            <a:off x="0" y="742950"/>
            <a:ext cx="12192000" cy="400050"/>
          </a:xfrm>
          <a:prstGeom prst="rect">
            <a:avLst/>
          </a:prstGeom>
          <a:solidFill>
            <a:srgbClr val="161D3D"/>
          </a:solidFill>
          <a:ln w="0">
            <a:noFill/>
            <a:prstDash val="solid"/>
          </a:ln>
        </p:spPr>
      </p:sp>
      <p:sp>
        <p:nvSpPr>
          <p:cNvPr id="7" name="">
            <a:extLst>
              <a:ext uri="{FF2B5EF4-FFF2-40B4-BE49-F238E27FC236}">
                <ns2:creationId id="{A65A7023-8E52-4BDB-A06B-A891B65126B0}"/>
              </a:ext>
            </a:extLst>
          </p:cNvPr>
          <p:cNvSpPr>
            <a:spLocks noGrp="1"/>
          </p:cNvSpPr>
          <p:nvPr/>
        </p:nvSpPr>
        <p:spPr>
          <a:xfrm>
            <a:off x="304800" y="781050"/>
            <a:ext cx="10477500" cy="295275"/>
          </a:xfrm>
          <a:prstGeom prst="rect">
            <a:avLst/>
          </a:prstGeom>
          <a:noFill/>
          <a:ln w="0">
            <a:noFill/>
            <a:prstDash val="solid"/>
          </a:ln>
        </p:spPr>
        <p:txBody>
          <a:bodyPr wrap="square" lIns="0" tIns="0" rIns="0" bIns="0" anchor="ctr">
            <a:noAutofit/>
          </a:bodyPr>
          <a:lstStyle>
            <a:defPPr algn="l">
              <a:defRPr sz="1425" b="0">
                <a:solidFill>
                  <a:srgbClr val="FFFEF9"/>
                </a:solidFill>
                <a:latin typeface="Arial"/>
                <a:ea typeface="Arial"/>
                <a:cs typeface="Arial"/>
              </a:defRPr>
            </a:defPPr>
            <a:lvl1pPr algn="l">
              <a:defRPr sz="1425" b="0">
                <a:solidFill>
                  <a:srgbClr val="FFFEF9"/>
                </a:solidFill>
                <a:latin typeface="Arial"/>
                <a:ea typeface="Arial"/>
                <a:cs typeface="Arial"/>
              </a:defRPr>
            </a:lvl1pPr>
            <a:lvl2pPr algn="l">
              <a:defRPr sz="1425" b="0">
                <a:solidFill>
                  <a:srgbClr val="FFFEF9"/>
                </a:solidFill>
                <a:latin typeface="Arial"/>
                <a:ea typeface="Arial"/>
                <a:cs typeface="Arial"/>
              </a:defRPr>
            </a:lvl2pPr>
            <a:lvl3pPr algn="l">
              <a:defRPr sz="1425" b="0">
                <a:solidFill>
                  <a:srgbClr val="FFFEF9"/>
                </a:solidFill>
                <a:latin typeface="Arial"/>
                <a:ea typeface="Arial"/>
                <a:cs typeface="Arial"/>
              </a:defRPr>
            </a:lvl3pPr>
            <a:lvl4pPr algn="l">
              <a:defRPr sz="1425" b="0">
                <a:solidFill>
                  <a:srgbClr val="FFFEF9"/>
                </a:solidFill>
                <a:latin typeface="Arial"/>
                <a:ea typeface="Arial"/>
                <a:cs typeface="Arial"/>
              </a:defRPr>
            </a:lvl4pPr>
            <a:lvl5pPr algn="l">
              <a:defRPr sz="1425" b="0">
                <a:solidFill>
                  <a:srgbClr val="FFFEF9"/>
                </a:solidFill>
                <a:latin typeface="Arial"/>
                <a:ea typeface="Arial"/>
                <a:cs typeface="Arial"/>
              </a:defRPr>
            </a:lvl5pPr>
            <a:lvl6pPr algn="l">
              <a:defRPr sz="1425" b="0">
                <a:solidFill>
                  <a:srgbClr val="FFFEF9"/>
                </a:solidFill>
                <a:latin typeface="Arial"/>
                <a:ea typeface="Arial"/>
                <a:cs typeface="Arial"/>
              </a:defRPr>
            </a:lvl6pPr>
            <a:lvl7pPr algn="l">
              <a:defRPr sz="1425" b="0">
                <a:solidFill>
                  <a:srgbClr val="FFFEF9"/>
                </a:solidFill>
                <a:latin typeface="Arial"/>
                <a:ea typeface="Arial"/>
                <a:cs typeface="Arial"/>
              </a:defRPr>
            </a:lvl7pPr>
            <a:lvl8pPr algn="l">
              <a:defRPr sz="1425" b="0">
                <a:solidFill>
                  <a:srgbClr val="FFFEF9"/>
                </a:solidFill>
                <a:latin typeface="Arial"/>
                <a:ea typeface="Arial"/>
                <a:cs typeface="Arial"/>
              </a:defRPr>
            </a:lvl8pPr>
            <a:lvl9pPr algn="l">
              <a:defRPr sz="1425" b="0">
                <a:solidFill>
                  <a:srgbClr val="FFFEF9"/>
                </a:solidFill>
                <a:latin typeface="Arial"/>
                <a:ea typeface="Arial"/>
                <a:cs typeface="Arial"/>
              </a:defRPr>
            </a:lvl9pPr>
          </a:lstStyle>
          <a:p>
            <a:pPr algn="l">
              <a:defRPr sz="1425" b="0">
                <a:solidFill>
                  <a:srgbClr val="FFFEF9"/>
                </a:solidFill>
                <a:latin typeface="Arial"/>
                <a:ea typeface="Arial"/>
                <a:cs typeface="Arial"/>
              </a:defRPr>
            </a:pPr>
            <a:r>
              <a:rPr sz="1425" b="0">
                <a:solidFill>
                  <a:srgbClr val="FFFEF9"/>
                </a:solidFill>
                <a:latin typeface="Arial"/>
                <a:ea typeface="Arial"/>
                <a:cs typeface="Arial"/>
              </a:rPr>
              <a:t>03 / 10    The replay</a:t>
            </a:r>
          </a:p>
        </p:txBody>
      </p:sp>
      <p:sp>
        <p:nvSpPr>
          <p:cNvPr id="8" name="">
            <a:extLst>
              <a:ext uri="{FF2B5EF4-FFF2-40B4-BE49-F238E27FC236}">
                <ns2:creationId id="{9592EC72-E593-42AA-B0C9-FB3D36B5D41A}"/>
              </a:ext>
            </a:extLst>
          </p:cNvPr>
          <p:cNvSpPr>
            <a:spLocks noGrp="1"/>
          </p:cNvSpPr>
          <p:nvPr/>
        </p:nvSpPr>
        <p:spPr>
          <a:xfrm>
            <a:off x="10763250" y="781050"/>
            <a:ext cx="1104900" cy="295275"/>
          </a:xfrm>
          <a:prstGeom prst="rect">
            <a:avLst/>
          </a:prstGeom>
          <a:noFill/>
          <a:ln w="0">
            <a:noFill/>
            <a:prstDash val="solid"/>
          </a:ln>
        </p:spPr>
        <p:txBody>
          <a:bodyPr wrap="square" lIns="0" tIns="0" rIns="0" bIns="0" anchor="ctr">
            <a:noAutofit/>
          </a:bodyPr>
          <a:lstStyle>
            <a:defPPr algn="r">
              <a:defRPr sz="1425" b="0">
                <a:solidFill>
                  <a:srgbClr val="A6E5C9"/>
                </a:solidFill>
                <a:latin typeface="Arial"/>
                <a:ea typeface="Arial"/>
                <a:cs typeface="Arial"/>
              </a:defRPr>
            </a:defPPr>
            <a:lvl1pPr algn="r">
              <a:defRPr sz="1425" b="0">
                <a:solidFill>
                  <a:srgbClr val="A6E5C9"/>
                </a:solidFill>
                <a:latin typeface="Arial"/>
                <a:ea typeface="Arial"/>
                <a:cs typeface="Arial"/>
              </a:defRPr>
            </a:lvl1pPr>
            <a:lvl2pPr algn="r">
              <a:defRPr sz="1425" b="0">
                <a:solidFill>
                  <a:srgbClr val="A6E5C9"/>
                </a:solidFill>
                <a:latin typeface="Arial"/>
                <a:ea typeface="Arial"/>
                <a:cs typeface="Arial"/>
              </a:defRPr>
            </a:lvl2pPr>
            <a:lvl3pPr algn="r">
              <a:defRPr sz="1425" b="0">
                <a:solidFill>
                  <a:srgbClr val="A6E5C9"/>
                </a:solidFill>
                <a:latin typeface="Arial"/>
                <a:ea typeface="Arial"/>
                <a:cs typeface="Arial"/>
              </a:defRPr>
            </a:lvl3pPr>
            <a:lvl4pPr algn="r">
              <a:defRPr sz="1425" b="0">
                <a:solidFill>
                  <a:srgbClr val="A6E5C9"/>
                </a:solidFill>
                <a:latin typeface="Arial"/>
                <a:ea typeface="Arial"/>
                <a:cs typeface="Arial"/>
              </a:defRPr>
            </a:lvl4pPr>
            <a:lvl5pPr algn="r">
              <a:defRPr sz="1425" b="0">
                <a:solidFill>
                  <a:srgbClr val="A6E5C9"/>
                </a:solidFill>
                <a:latin typeface="Arial"/>
                <a:ea typeface="Arial"/>
                <a:cs typeface="Arial"/>
              </a:defRPr>
            </a:lvl5pPr>
            <a:lvl6pPr algn="r">
              <a:defRPr sz="1425" b="0">
                <a:solidFill>
                  <a:srgbClr val="A6E5C9"/>
                </a:solidFill>
                <a:latin typeface="Arial"/>
                <a:ea typeface="Arial"/>
                <a:cs typeface="Arial"/>
              </a:defRPr>
            </a:lvl6pPr>
            <a:lvl7pPr algn="r">
              <a:defRPr sz="1425" b="0">
                <a:solidFill>
                  <a:srgbClr val="A6E5C9"/>
                </a:solidFill>
                <a:latin typeface="Arial"/>
                <a:ea typeface="Arial"/>
                <a:cs typeface="Arial"/>
              </a:defRPr>
            </a:lvl7pPr>
            <a:lvl8pPr algn="r">
              <a:defRPr sz="1425" b="0">
                <a:solidFill>
                  <a:srgbClr val="A6E5C9"/>
                </a:solidFill>
                <a:latin typeface="Arial"/>
                <a:ea typeface="Arial"/>
                <a:cs typeface="Arial"/>
              </a:defRPr>
            </a:lvl8pPr>
            <a:lvl9pPr algn="r">
              <a:defRPr sz="1425" b="0">
                <a:solidFill>
                  <a:srgbClr val="A6E5C9"/>
                </a:solidFill>
                <a:latin typeface="Arial"/>
                <a:ea typeface="Arial"/>
                <a:cs typeface="Arial"/>
              </a:defRPr>
            </a:lvl9pPr>
          </a:lstStyle>
          <a:p>
            <a:pPr algn="r">
              <a:defRPr sz="1425" b="0">
                <a:solidFill>
                  <a:srgbClr val="A6E5C9"/>
                </a:solidFill>
                <a:latin typeface="Arial"/>
                <a:ea typeface="Arial"/>
                <a:cs typeface="Arial"/>
              </a:defRPr>
            </a:pPr>
            <a:r>
              <a:rPr sz="1425" b="0">
                <a:solidFill>
                  <a:srgbClr val="A6E5C9"/>
                </a:solidFill>
                <a:latin typeface="Arial"/>
                <a:ea typeface="Arial"/>
                <a:cs typeface="Arial"/>
              </a:rPr>
              <a:t>2.5 min</a:t>
            </a:r>
          </a:p>
        </p:txBody>
      </p:sp>
      <p:sp>
        <p:nvSpPr>
          <p:cNvPr id="9" name="">
            <a:extLst>
              <a:ext uri="{FF2B5EF4-FFF2-40B4-BE49-F238E27FC236}">
                <ns2:creationId id="{6182C6FF-7D59-4FB6-92DA-0A8ABD69AD28}"/>
              </a:ext>
            </a:extLst>
          </p:cNvPr>
          <p:cNvSpPr>
            <a:spLocks noGrp="1"/>
          </p:cNvSpPr>
          <p:nvPr/>
        </p:nvSpPr>
        <p:spPr>
          <a:xfrm>
            <a:off x="0" y="6467475"/>
            <a:ext cx="12192000" cy="390525"/>
          </a:xfrm>
          <a:prstGeom prst="rect">
            <a:avLst/>
          </a:prstGeom>
          <a:solidFill>
            <a:srgbClr val="FFFEF9"/>
          </a:solidFill>
          <a:ln w="0">
            <a:noFill/>
            <a:prstDash val="solid"/>
          </a:ln>
        </p:spPr>
      </p:sp>
      <p:sp>
        <p:nvSpPr>
          <p:cNvPr id="10" name="">
            <a:extLst>
              <a:ext uri="{FF2B5EF4-FFF2-40B4-BE49-F238E27FC236}">
                <ns2:creationId id="{756D607F-3ECF-49B6-82B4-14E30711DC73}"/>
              </a:ext>
            </a:extLst>
          </p:cNvPr>
          <p:cNvSpPr>
            <a:spLocks noGrp="1"/>
          </p:cNvSpPr>
          <p:nvPr/>
        </p:nvSpPr>
        <p:spPr>
          <a:xfrm>
            <a:off x="304800" y="6524625"/>
            <a:ext cx="5715000" cy="238125"/>
          </a:xfrm>
          <a:prstGeom prst="rect">
            <a:avLst/>
          </a:prstGeom>
          <a:noFill/>
          <a:ln w="0">
            <a:noFill/>
            <a:prstDash val="solid"/>
          </a:ln>
        </p:spPr>
        <p:txBody>
          <a:bodyPr wrap="square" lIns="0" tIns="0" rIns="0" bIns="0" anchor="ctr">
            <a:noAutofit/>
          </a:bodyPr>
          <a:lstStyle>
            <a:defPPr algn="l">
              <a:defRPr sz="1050" b="0">
                <a:solidFill>
                  <a:srgbClr val="526074"/>
                </a:solidFill>
                <a:latin typeface="Arial"/>
                <a:ea typeface="Arial"/>
                <a:cs typeface="Arial"/>
              </a:defRPr>
            </a:defPPr>
            <a:lvl1pPr algn="l">
              <a:defRPr sz="1050" b="0">
                <a:solidFill>
                  <a:srgbClr val="526074"/>
                </a:solidFill>
                <a:latin typeface="Arial"/>
                <a:ea typeface="Arial"/>
                <a:cs typeface="Arial"/>
              </a:defRPr>
            </a:lvl1pPr>
            <a:lvl2pPr algn="l">
              <a:defRPr sz="1050" b="0">
                <a:solidFill>
                  <a:srgbClr val="526074"/>
                </a:solidFill>
                <a:latin typeface="Arial"/>
                <a:ea typeface="Arial"/>
                <a:cs typeface="Arial"/>
              </a:defRPr>
            </a:lvl2pPr>
            <a:lvl3pPr algn="l">
              <a:defRPr sz="1050" b="0">
                <a:solidFill>
                  <a:srgbClr val="526074"/>
                </a:solidFill>
                <a:latin typeface="Arial"/>
                <a:ea typeface="Arial"/>
                <a:cs typeface="Arial"/>
              </a:defRPr>
            </a:lvl3pPr>
            <a:lvl4pPr algn="l">
              <a:defRPr sz="1050" b="0">
                <a:solidFill>
                  <a:srgbClr val="526074"/>
                </a:solidFill>
                <a:latin typeface="Arial"/>
                <a:ea typeface="Arial"/>
                <a:cs typeface="Arial"/>
              </a:defRPr>
            </a:lvl4pPr>
            <a:lvl5pPr algn="l">
              <a:defRPr sz="1050" b="0">
                <a:solidFill>
                  <a:srgbClr val="526074"/>
                </a:solidFill>
                <a:latin typeface="Arial"/>
                <a:ea typeface="Arial"/>
                <a:cs typeface="Arial"/>
              </a:defRPr>
            </a:lvl5pPr>
            <a:lvl6pPr algn="l">
              <a:defRPr sz="1050" b="0">
                <a:solidFill>
                  <a:srgbClr val="526074"/>
                </a:solidFill>
                <a:latin typeface="Arial"/>
                <a:ea typeface="Arial"/>
                <a:cs typeface="Arial"/>
              </a:defRPr>
            </a:lvl6pPr>
            <a:lvl7pPr algn="l">
              <a:defRPr sz="1050" b="0">
                <a:solidFill>
                  <a:srgbClr val="526074"/>
                </a:solidFill>
                <a:latin typeface="Arial"/>
                <a:ea typeface="Arial"/>
                <a:cs typeface="Arial"/>
              </a:defRPr>
            </a:lvl7pPr>
            <a:lvl8pPr algn="l">
              <a:defRPr sz="1050" b="0">
                <a:solidFill>
                  <a:srgbClr val="526074"/>
                </a:solidFill>
                <a:latin typeface="Arial"/>
                <a:ea typeface="Arial"/>
                <a:cs typeface="Arial"/>
              </a:defRPr>
            </a:lvl8pPr>
            <a:lvl9pPr algn="l">
              <a:defRPr sz="1050" b="0">
                <a:solidFill>
                  <a:srgbClr val="526074"/>
                </a:solidFill>
                <a:latin typeface="Arial"/>
                <a:ea typeface="Arial"/>
                <a:cs typeface="Arial"/>
              </a:defRPr>
            </a:lvl9pPr>
          </a:lstStyle>
          <a:p>
            <a:pPr algn="l">
              <a:defRPr sz="1050" b="0">
                <a:solidFill>
                  <a:srgbClr val="526074"/>
                </a:solidFill>
                <a:latin typeface="Arial"/>
                <a:ea typeface="Arial"/>
                <a:cs typeface="Arial"/>
              </a:defRPr>
            </a:pPr>
            <a:r>
              <a:rPr sz="1050" b="0">
                <a:solidFill>
                  <a:srgbClr val="526074"/>
                </a:solidFill>
                <a:latin typeface="Arial"/>
                <a:ea typeface="Arial"/>
                <a:cs typeface="Arial"/>
              </a:rPr>
              <a:t>ASSEMBLY-RULE-OF-LAW</a:t>
            </a:r>
          </a:p>
        </p:txBody>
      </p:sp>
      <p:sp>
        <p:nvSpPr>
          <p:cNvPr id="11" name="">
            <a:extLst>
              <a:ext uri="{FF2B5EF4-FFF2-40B4-BE49-F238E27FC236}">
                <ns2:creationId id="{F0853119-D147-431E-830A-E4AC46C23D2C}"/>
              </a:ext>
            </a:extLst>
          </p:cNvPr>
          <p:cNvSpPr>
            <a:spLocks noGrp="1"/>
          </p:cNvSpPr>
          <p:nvPr/>
        </p:nvSpPr>
        <p:spPr>
          <a:xfrm>
            <a:off x="7620000" y="6524625"/>
            <a:ext cx="4267200" cy="238125"/>
          </a:xfrm>
          <a:prstGeom prst="rect">
            <a:avLst/>
          </a:prstGeom>
          <a:noFill/>
          <a:ln w="0">
            <a:noFill/>
            <a:prstDash val="solid"/>
          </a:ln>
        </p:spPr>
        <p:txBody>
          <a:bodyPr wrap="square" lIns="0" tIns="0" rIns="0" bIns="0" anchor="ctr">
            <a:noAutofit/>
          </a:bodyPr>
          <a:lstStyle>
            <a:defPPr algn="r">
              <a:defRPr sz="1200" b="0">
                <a:solidFill>
                  <a:srgbClr val="526074"/>
                </a:solidFill>
                <a:latin typeface="Arial"/>
                <a:ea typeface="Arial"/>
                <a:cs typeface="Arial"/>
              </a:defRPr>
            </a:defPPr>
            <a:lvl1pPr algn="r">
              <a:defRPr sz="1200" b="0">
                <a:solidFill>
                  <a:srgbClr val="526074"/>
                </a:solidFill>
                <a:latin typeface="Arial"/>
                <a:ea typeface="Arial"/>
                <a:cs typeface="Arial"/>
              </a:defRPr>
            </a:lvl1pPr>
            <a:lvl2pPr algn="r">
              <a:defRPr sz="1200" b="0">
                <a:solidFill>
                  <a:srgbClr val="526074"/>
                </a:solidFill>
                <a:latin typeface="Arial"/>
                <a:ea typeface="Arial"/>
                <a:cs typeface="Arial"/>
              </a:defRPr>
            </a:lvl2pPr>
            <a:lvl3pPr algn="r">
              <a:defRPr sz="1200" b="0">
                <a:solidFill>
                  <a:srgbClr val="526074"/>
                </a:solidFill>
                <a:latin typeface="Arial"/>
                <a:ea typeface="Arial"/>
                <a:cs typeface="Arial"/>
              </a:defRPr>
            </a:lvl3pPr>
            <a:lvl4pPr algn="r">
              <a:defRPr sz="1200" b="0">
                <a:solidFill>
                  <a:srgbClr val="526074"/>
                </a:solidFill>
                <a:latin typeface="Arial"/>
                <a:ea typeface="Arial"/>
                <a:cs typeface="Arial"/>
              </a:defRPr>
            </a:lvl4pPr>
            <a:lvl5pPr algn="r">
              <a:defRPr sz="1200" b="0">
                <a:solidFill>
                  <a:srgbClr val="526074"/>
                </a:solidFill>
                <a:latin typeface="Arial"/>
                <a:ea typeface="Arial"/>
                <a:cs typeface="Arial"/>
              </a:defRPr>
            </a:lvl5pPr>
            <a:lvl6pPr algn="r">
              <a:defRPr sz="1200" b="0">
                <a:solidFill>
                  <a:srgbClr val="526074"/>
                </a:solidFill>
                <a:latin typeface="Arial"/>
                <a:ea typeface="Arial"/>
                <a:cs typeface="Arial"/>
              </a:defRPr>
            </a:lvl6pPr>
            <a:lvl7pPr algn="r">
              <a:defRPr sz="1200" b="0">
                <a:solidFill>
                  <a:srgbClr val="526074"/>
                </a:solidFill>
                <a:latin typeface="Arial"/>
                <a:ea typeface="Arial"/>
                <a:cs typeface="Arial"/>
              </a:defRPr>
            </a:lvl7pPr>
            <a:lvl8pPr algn="r">
              <a:defRPr sz="1200" b="0">
                <a:solidFill>
                  <a:srgbClr val="526074"/>
                </a:solidFill>
                <a:latin typeface="Arial"/>
                <a:ea typeface="Arial"/>
                <a:cs typeface="Arial"/>
              </a:defRPr>
            </a:lvl8pPr>
            <a:lvl9pPr algn="r">
              <a:defRPr sz="1200" b="0">
                <a:solidFill>
                  <a:srgbClr val="526074"/>
                </a:solidFill>
                <a:latin typeface="Arial"/>
                <a:ea typeface="Arial"/>
                <a:cs typeface="Arial"/>
              </a:defRPr>
            </a:lvl9pPr>
          </a:lstStyle>
          <a:p>
            <a:pPr algn="r">
              <a:defRPr sz="1200" b="0">
                <a:solidFill>
                  <a:srgbClr val="526074"/>
                </a:solidFill>
                <a:latin typeface="Arial"/>
                <a:ea typeface="Arial"/>
                <a:cs typeface="Arial"/>
              </a:defRPr>
            </a:pPr>
            <a:r>
              <a:rPr sz="1200" b="0">
                <a:solidFill>
                  <a:srgbClr val="526074"/>
                </a:solidFill>
                <a:latin typeface="Arial"/>
                <a:ea typeface="Arial"/>
                <a:cs typeface="Arial"/>
              </a:rPr>
              <a:t>Think · point · speak · watch</a:t>
            </a:r>
          </a:p>
        </p:txBody>
      </p:sp>
      <p:sp>
        <p:nvSpPr>
          <p:cNvPr id="12" name="">
            <a:extLst>
              <a:ext uri="{FF2B5EF4-FFF2-40B4-BE49-F238E27FC236}">
                <ns2:creationId id="{AD3D906B-9EC5-4D17-AB76-854DA4F48B7B}"/>
              </a:ext>
            </a:extLst>
          </p:cNvPr>
          <p:cNvSpPr>
            <a:spLocks noGrp="1"/>
          </p:cNvSpPr>
          <p:nvPr/>
        </p:nvSpPr>
        <p:spPr>
          <a:xfrm>
            <a:off x="495300" y="1295400"/>
            <a:ext cx="11191875" cy="590550"/>
          </a:xfrm>
          <a:prstGeom prst="rect">
            <a:avLst/>
          </a:prstGeom>
          <a:noFill/>
          <a:ln w="0">
            <a:noFill/>
            <a:prstDash val="solid"/>
          </a:ln>
        </p:spPr>
        <p:txBody>
          <a:bodyPr wrap="square" lIns="0" tIns="0" rIns="0" bIns="0" anchor="ctr">
            <a:noAutofit/>
          </a:bodyPr>
          <a:lstStyle>
            <a:defPPr algn="l">
              <a:defRPr sz="3450" b="1">
                <a:solidFill>
                  <a:srgbClr val="17223B"/>
                </a:solidFill>
                <a:latin typeface="Arial"/>
                <a:ea typeface="Arial"/>
                <a:cs typeface="Arial"/>
              </a:defRPr>
            </a:defPPr>
            <a:lvl1pPr algn="l">
              <a:defRPr sz="3450" b="1">
                <a:solidFill>
                  <a:srgbClr val="17223B"/>
                </a:solidFill>
                <a:latin typeface="Arial"/>
                <a:ea typeface="Arial"/>
                <a:cs typeface="Arial"/>
              </a:defRPr>
            </a:lvl1pPr>
            <a:lvl2pPr algn="l">
              <a:defRPr sz="3450" b="1">
                <a:solidFill>
                  <a:srgbClr val="17223B"/>
                </a:solidFill>
                <a:latin typeface="Arial"/>
                <a:ea typeface="Arial"/>
                <a:cs typeface="Arial"/>
              </a:defRPr>
            </a:lvl2pPr>
            <a:lvl3pPr algn="l">
              <a:defRPr sz="3450" b="1">
                <a:solidFill>
                  <a:srgbClr val="17223B"/>
                </a:solidFill>
                <a:latin typeface="Arial"/>
                <a:ea typeface="Arial"/>
                <a:cs typeface="Arial"/>
              </a:defRPr>
            </a:lvl3pPr>
            <a:lvl4pPr algn="l">
              <a:defRPr sz="3450" b="1">
                <a:solidFill>
                  <a:srgbClr val="17223B"/>
                </a:solidFill>
                <a:latin typeface="Arial"/>
                <a:ea typeface="Arial"/>
                <a:cs typeface="Arial"/>
              </a:defRPr>
            </a:lvl4pPr>
            <a:lvl5pPr algn="l">
              <a:defRPr sz="3450" b="1">
                <a:solidFill>
                  <a:srgbClr val="17223B"/>
                </a:solidFill>
                <a:latin typeface="Arial"/>
                <a:ea typeface="Arial"/>
                <a:cs typeface="Arial"/>
              </a:defRPr>
            </a:lvl5pPr>
            <a:lvl6pPr algn="l">
              <a:defRPr sz="3450" b="1">
                <a:solidFill>
                  <a:srgbClr val="17223B"/>
                </a:solidFill>
                <a:latin typeface="Arial"/>
                <a:ea typeface="Arial"/>
                <a:cs typeface="Arial"/>
              </a:defRPr>
            </a:lvl6pPr>
            <a:lvl7pPr algn="l">
              <a:defRPr sz="3450" b="1">
                <a:solidFill>
                  <a:srgbClr val="17223B"/>
                </a:solidFill>
                <a:latin typeface="Arial"/>
                <a:ea typeface="Arial"/>
                <a:cs typeface="Arial"/>
              </a:defRPr>
            </a:lvl7pPr>
            <a:lvl8pPr algn="l">
              <a:defRPr sz="3450" b="1">
                <a:solidFill>
                  <a:srgbClr val="17223B"/>
                </a:solidFill>
                <a:latin typeface="Arial"/>
                <a:ea typeface="Arial"/>
                <a:cs typeface="Arial"/>
              </a:defRPr>
            </a:lvl8pPr>
            <a:lvl9pPr algn="l">
              <a:defRPr sz="3450" b="1">
                <a:solidFill>
                  <a:srgbClr val="17223B"/>
                </a:solidFill>
                <a:latin typeface="Arial"/>
                <a:ea typeface="Arial"/>
                <a:cs typeface="Arial"/>
              </a:defRPr>
            </a:lvl9pPr>
          </a:lstStyle>
          <a:p>
            <a:pPr algn="l">
              <a:defRPr sz="3450" b="1">
                <a:solidFill>
                  <a:srgbClr val="17223B"/>
                </a:solidFill>
                <a:latin typeface="Arial"/>
                <a:ea typeface="Arial"/>
                <a:cs typeface="Arial"/>
              </a:defRPr>
            </a:pPr>
            <a:r>
              <a:rPr sz="3450" b="1">
                <a:solidFill>
                  <a:srgbClr val="17223B"/>
                </a:solidFill>
                <a:latin typeface="Arial"/>
                <a:ea typeface="Arial"/>
                <a:cs typeface="Arial"/>
              </a:rPr>
              <a:t>The replay</a:t>
            </a:r>
          </a:p>
        </p:txBody>
      </p:sp>
      <p:pic>
        <p:nvPicPr>
          <p:cNvPr id="13" name="Assembly animation — click to play" descr="Original 50-second captioned assembly clip. Click to play; pause at 20 seconds for a prediction.">
            <a:hlinkClick action="ppaction://media"/>
            <a:extLst>
              <a:ext uri="{FF2B5EF4-FFF2-40B4-BE49-F238E27FC236}">
                <ns2:creationId id="{B16BB4B4-1FD6-4161-9042-31E3CF57E5F1}"/>
              </a:ext>
            </a:extLst>
          </p:cNvPr>
          <p:cNvPicPr>
            <a:picLocks noChangeAspect="1"/>
          </p:cNvPicPr>
          <p:nvPr>
            <a:videoFile r:link="rId1"/>
            <p:extLst>
              <p:ext uri="{DAA4B4D4-41B9-4C3F-8B51-CB68043C48CE}">
                <p14:media r:embed="rId2"/>
              </p:ext>
            </p:extLst>
          </p:nvPr>
        </p:nvPicPr>
        <p:blipFill>
          <a:blip r:embed="Rf4341bca82d04571"/>
          <a:stretch/>
        </p:blipFill>
        <p:spPr>
          <a:xfrm>
            <a:off x="495300" y="2057400"/>
            <a:ext cx="7620000" cy="4286250"/>
          </a:xfrm>
          <a:prstGeom prst="rect">
            <a:avLst/>
          </a:prstGeom>
        </p:spPr>
      </p:pic>
      <p:sp>
        <p:nvSpPr>
          <p:cNvPr id="14" name="">
            <a:extLst>
              <a:ext uri="{FF2B5EF4-FFF2-40B4-BE49-F238E27FC236}">
                <ns2:creationId id="{9DC93FCB-02BA-4F09-9E44-57B2B8352155}"/>
              </a:ext>
            </a:extLst>
          </p:cNvPr>
          <p:cNvSpPr>
            <a:spLocks noGrp="1"/>
          </p:cNvSpPr>
          <p:nvPr/>
        </p:nvSpPr>
        <p:spPr>
          <a:xfrm>
            <a:off x="8515350" y="2143125"/>
            <a:ext cx="3143250" cy="685800"/>
          </a:xfrm>
          <a:prstGeom prst="rect">
            <a:avLst/>
          </a:prstGeom>
          <a:noFill/>
          <a:ln w="0">
            <a:noFill/>
            <a:prstDash val="solid"/>
          </a:ln>
        </p:spPr>
        <p:txBody>
          <a:bodyPr wrap="square" lIns="0" tIns="0" rIns="0" bIns="0" anchor="ctr">
            <a:noAutofit/>
          </a:bodyPr>
          <a:lstStyle>
            <a:defPPr algn="l">
              <a:defRPr sz="2550" b="1">
                <a:solidFill>
                  <a:srgbClr val="236650"/>
                </a:solidFill>
                <a:latin typeface="Arial"/>
                <a:ea typeface="Arial"/>
                <a:cs typeface="Arial"/>
              </a:defRPr>
            </a:defPPr>
            <a:lvl1pPr algn="l">
              <a:defRPr sz="2550" b="1">
                <a:solidFill>
                  <a:srgbClr val="236650"/>
                </a:solidFill>
                <a:latin typeface="Arial"/>
                <a:ea typeface="Arial"/>
                <a:cs typeface="Arial"/>
              </a:defRPr>
            </a:lvl1pPr>
            <a:lvl2pPr algn="l">
              <a:defRPr sz="2550" b="1">
                <a:solidFill>
                  <a:srgbClr val="236650"/>
                </a:solidFill>
                <a:latin typeface="Arial"/>
                <a:ea typeface="Arial"/>
                <a:cs typeface="Arial"/>
              </a:defRPr>
            </a:lvl2pPr>
            <a:lvl3pPr algn="l">
              <a:defRPr sz="2550" b="1">
                <a:solidFill>
                  <a:srgbClr val="236650"/>
                </a:solidFill>
                <a:latin typeface="Arial"/>
                <a:ea typeface="Arial"/>
                <a:cs typeface="Arial"/>
              </a:defRPr>
            </a:lvl3pPr>
            <a:lvl4pPr algn="l">
              <a:defRPr sz="2550" b="1">
                <a:solidFill>
                  <a:srgbClr val="236650"/>
                </a:solidFill>
                <a:latin typeface="Arial"/>
                <a:ea typeface="Arial"/>
                <a:cs typeface="Arial"/>
              </a:defRPr>
            </a:lvl4pPr>
            <a:lvl5pPr algn="l">
              <a:defRPr sz="2550" b="1">
                <a:solidFill>
                  <a:srgbClr val="236650"/>
                </a:solidFill>
                <a:latin typeface="Arial"/>
                <a:ea typeface="Arial"/>
                <a:cs typeface="Arial"/>
              </a:defRPr>
            </a:lvl5pPr>
            <a:lvl6pPr algn="l">
              <a:defRPr sz="2550" b="1">
                <a:solidFill>
                  <a:srgbClr val="236650"/>
                </a:solidFill>
                <a:latin typeface="Arial"/>
                <a:ea typeface="Arial"/>
                <a:cs typeface="Arial"/>
              </a:defRPr>
            </a:lvl6pPr>
            <a:lvl7pPr algn="l">
              <a:defRPr sz="2550" b="1">
                <a:solidFill>
                  <a:srgbClr val="236650"/>
                </a:solidFill>
                <a:latin typeface="Arial"/>
                <a:ea typeface="Arial"/>
                <a:cs typeface="Arial"/>
              </a:defRPr>
            </a:lvl7pPr>
            <a:lvl8pPr algn="l">
              <a:defRPr sz="2550" b="1">
                <a:solidFill>
                  <a:srgbClr val="236650"/>
                </a:solidFill>
                <a:latin typeface="Arial"/>
                <a:ea typeface="Arial"/>
                <a:cs typeface="Arial"/>
              </a:defRPr>
            </a:lvl8pPr>
            <a:lvl9pPr algn="l">
              <a:defRPr sz="2550" b="1">
                <a:solidFill>
                  <a:srgbClr val="236650"/>
                </a:solidFill>
                <a:latin typeface="Arial"/>
                <a:ea typeface="Arial"/>
                <a:cs typeface="Arial"/>
              </a:defRPr>
            </a:lvl9pPr>
          </a:lstStyle>
          <a:p>
            <a:pPr algn="l">
              <a:defRPr sz="2550" b="1">
                <a:solidFill>
                  <a:srgbClr val="236650"/>
                </a:solidFill>
                <a:latin typeface="Arial"/>
                <a:ea typeface="Arial"/>
                <a:cs typeface="Arial"/>
              </a:defRPr>
            </a:pPr>
            <a:r>
              <a:rPr sz="2550" b="1">
                <a:solidFill>
                  <a:srgbClr val="236650"/>
                </a:solidFill>
                <a:latin typeface="Arial"/>
                <a:ea typeface="Arial"/>
                <a:cs typeface="Arial"/>
              </a:rPr>
              <a:t>Watch, then predict</a:t>
            </a:r>
          </a:p>
        </p:txBody>
      </p:sp>
      <p:sp>
        <p:nvSpPr>
          <p:cNvPr id="15" name="">
            <a:extLst>
              <a:ext uri="{FF2B5EF4-FFF2-40B4-BE49-F238E27FC236}">
                <ns2:creationId id="{D570156E-60F8-4264-B936-37DE3DB06B8E}"/>
              </a:ext>
            </a:extLst>
          </p:cNvPr>
          <p:cNvSpPr>
            <a:spLocks noGrp="1"/>
          </p:cNvSpPr>
          <p:nvPr/>
        </p:nvSpPr>
        <p:spPr>
          <a:xfrm>
            <a:off x="8524875" y="3009900"/>
            <a:ext cx="3095625" cy="2095500"/>
          </a:xfrm>
          <a:prstGeom prst="rect">
            <a:avLst/>
          </a:prstGeom>
          <a:noFill/>
          <a:ln w="0">
            <a:noFill/>
            <a:prstDash val="solid"/>
          </a:ln>
        </p:spPr>
        <p:txBody>
          <a:bodyPr wrap="square" lIns="0" tIns="0" rIns="0" bIns="0" anchor="ctr">
            <a:noAutofit/>
          </a:bodyPr>
          <a:lstStyle>
            <a:defPPr algn="l">
              <a:defRPr sz="2175" b="0">
                <a:solidFill>
                  <a:srgbClr val="17223B"/>
                </a:solidFill>
                <a:latin typeface="Arial"/>
                <a:ea typeface="Arial"/>
                <a:cs typeface="Arial"/>
              </a:defRPr>
            </a:defPPr>
            <a:lvl1pPr algn="l">
              <a:defRPr sz="2175" b="0">
                <a:solidFill>
                  <a:srgbClr val="17223B"/>
                </a:solidFill>
                <a:latin typeface="Arial"/>
                <a:ea typeface="Arial"/>
                <a:cs typeface="Arial"/>
              </a:defRPr>
            </a:lvl1pPr>
            <a:lvl2pPr algn="l">
              <a:defRPr sz="2175" b="0">
                <a:solidFill>
                  <a:srgbClr val="17223B"/>
                </a:solidFill>
                <a:latin typeface="Arial"/>
                <a:ea typeface="Arial"/>
                <a:cs typeface="Arial"/>
              </a:defRPr>
            </a:lvl2pPr>
            <a:lvl3pPr algn="l">
              <a:defRPr sz="2175" b="0">
                <a:solidFill>
                  <a:srgbClr val="17223B"/>
                </a:solidFill>
                <a:latin typeface="Arial"/>
                <a:ea typeface="Arial"/>
                <a:cs typeface="Arial"/>
              </a:defRPr>
            </a:lvl3pPr>
            <a:lvl4pPr algn="l">
              <a:defRPr sz="2175" b="0">
                <a:solidFill>
                  <a:srgbClr val="17223B"/>
                </a:solidFill>
                <a:latin typeface="Arial"/>
                <a:ea typeface="Arial"/>
                <a:cs typeface="Arial"/>
              </a:defRPr>
            </a:lvl4pPr>
            <a:lvl5pPr algn="l">
              <a:defRPr sz="2175" b="0">
                <a:solidFill>
                  <a:srgbClr val="17223B"/>
                </a:solidFill>
                <a:latin typeface="Arial"/>
                <a:ea typeface="Arial"/>
                <a:cs typeface="Arial"/>
              </a:defRPr>
            </a:lvl5pPr>
            <a:lvl6pPr algn="l">
              <a:defRPr sz="2175" b="0">
                <a:solidFill>
                  <a:srgbClr val="17223B"/>
                </a:solidFill>
                <a:latin typeface="Arial"/>
                <a:ea typeface="Arial"/>
                <a:cs typeface="Arial"/>
              </a:defRPr>
            </a:lvl6pPr>
            <a:lvl7pPr algn="l">
              <a:defRPr sz="2175" b="0">
                <a:solidFill>
                  <a:srgbClr val="17223B"/>
                </a:solidFill>
                <a:latin typeface="Arial"/>
                <a:ea typeface="Arial"/>
                <a:cs typeface="Arial"/>
              </a:defRPr>
            </a:lvl7pPr>
            <a:lvl8pPr algn="l">
              <a:defRPr sz="2175" b="0">
                <a:solidFill>
                  <a:srgbClr val="17223B"/>
                </a:solidFill>
                <a:latin typeface="Arial"/>
                <a:ea typeface="Arial"/>
                <a:cs typeface="Arial"/>
              </a:defRPr>
            </a:lvl8pPr>
            <a:lvl9pPr algn="l">
              <a:defRPr sz="2175" b="0">
                <a:solidFill>
                  <a:srgbClr val="17223B"/>
                </a:solidFill>
                <a:latin typeface="Arial"/>
                <a:ea typeface="Arial"/>
                <a:cs typeface="Arial"/>
              </a:defRPr>
            </a:lvl9pPr>
          </a:lstStyle>
          <a:p>
            <a:pPr algn="l">
              <a:defRPr sz="2175" b="0">
                <a:solidFill>
                  <a:srgbClr val="17223B"/>
                </a:solidFill>
                <a:latin typeface="Arial"/>
                <a:ea typeface="Arial"/>
                <a:cs typeface="Arial"/>
              </a:defRPr>
            </a:pPr>
            <a:r>
              <a:rPr sz="2175" b="0">
                <a:solidFill>
                  <a:srgbClr val="17223B"/>
                </a:solidFill>
                <a:latin typeface="Arial"/>
                <a:ea typeface="Arial"/>
                <a:cs typeface="Arial"/>
              </a:rPr>
              <a:t>What happened?</a:t>
            </a:r>
          </a:p>
          <a:p>
            <a:r>
              <a:t/>
            </a:r>
          </a:p>
          <a:p>
            <a:pPr algn="l">
              <a:defRPr sz="2175" b="0">
                <a:solidFill>
                  <a:srgbClr val="17223B"/>
                </a:solidFill>
                <a:latin typeface="Arial"/>
                <a:ea typeface="Arial"/>
                <a:cs typeface="Arial"/>
              </a:defRPr>
            </a:pPr>
            <a:r>
              <a:rPr sz="2175" b="0">
                <a:solidFill>
                  <a:srgbClr val="17223B"/>
                </a:solidFill>
                <a:latin typeface="Arial"/>
                <a:ea typeface="Arial"/>
                <a:cs typeface="Arial"/>
              </a:rPr>
              <a:t>Which rule applies?</a:t>
            </a:r>
          </a:p>
          <a:p>
            <a:r>
              <a:t/>
            </a:r>
          </a:p>
          <a:p>
            <a:pPr algn="l">
              <a:defRPr sz="2175" b="0">
                <a:solidFill>
                  <a:srgbClr val="17223B"/>
                </a:solidFill>
                <a:latin typeface="Arial"/>
                <a:ea typeface="Arial"/>
                <a:cs typeface="Arial"/>
              </a:defRPr>
            </a:pPr>
            <a:r>
              <a:rPr sz="2175" b="0">
                <a:solidFill>
                  <a:srgbClr val="17223B"/>
                </a:solidFill>
                <a:latin typeface="Arial"/>
                <a:ea typeface="Arial"/>
                <a:cs typeface="Arial"/>
              </a:rPr>
              <a:t>Whose account is missing?</a:t>
            </a:r>
          </a:p>
        </p:txBody>
      </p:sp>
      <p:sp>
        <p:nvSpPr>
          <p:cNvPr id="16" name="">
            <a:extLst>
              <a:ext uri="{FF2B5EF4-FFF2-40B4-BE49-F238E27FC236}">
                <ns2:creationId id="{A399E658-0EF7-4FAC-B46E-77CF645A3FDF}"/>
              </a:ext>
            </a:extLst>
          </p:cNvPr>
          <p:cNvSpPr>
            <a:spLocks noGrp="1"/>
          </p:cNvSpPr>
          <p:nvPr/>
        </p:nvSpPr>
        <p:spPr>
          <a:xfrm>
            <a:off x="8524875" y="5305425"/>
            <a:ext cx="3095625" cy="838200"/>
          </a:xfrm>
          <a:prstGeom prst="rect">
            <a:avLst/>
          </a:prstGeom>
          <a:noFill/>
          <a:ln w="0">
            <a:noFill/>
            <a:prstDash val="solid"/>
          </a:ln>
        </p:spPr>
        <p:txBody>
          <a:bodyPr wrap="square" lIns="0" tIns="0" rIns="0" bIns="0" anchor="ctr">
            <a:noAutofit/>
          </a:bodyPr>
          <a:lstStyle>
            <a:defPPr algn="l">
              <a:defRPr sz="1575" b="0">
                <a:solidFill>
                  <a:srgbClr val="526074"/>
                </a:solidFill>
                <a:latin typeface="Arial"/>
                <a:ea typeface="Arial"/>
                <a:cs typeface="Arial"/>
              </a:defRPr>
            </a:defPPr>
            <a:lvl1pPr algn="l">
              <a:defRPr sz="1575" b="0">
                <a:solidFill>
                  <a:srgbClr val="526074"/>
                </a:solidFill>
                <a:latin typeface="Arial"/>
                <a:ea typeface="Arial"/>
                <a:cs typeface="Arial"/>
              </a:defRPr>
            </a:lvl1pPr>
            <a:lvl2pPr algn="l">
              <a:defRPr sz="1575" b="0">
                <a:solidFill>
                  <a:srgbClr val="526074"/>
                </a:solidFill>
                <a:latin typeface="Arial"/>
                <a:ea typeface="Arial"/>
                <a:cs typeface="Arial"/>
              </a:defRPr>
            </a:lvl2pPr>
            <a:lvl3pPr algn="l">
              <a:defRPr sz="1575" b="0">
                <a:solidFill>
                  <a:srgbClr val="526074"/>
                </a:solidFill>
                <a:latin typeface="Arial"/>
                <a:ea typeface="Arial"/>
                <a:cs typeface="Arial"/>
              </a:defRPr>
            </a:lvl3pPr>
            <a:lvl4pPr algn="l">
              <a:defRPr sz="1575" b="0">
                <a:solidFill>
                  <a:srgbClr val="526074"/>
                </a:solidFill>
                <a:latin typeface="Arial"/>
                <a:ea typeface="Arial"/>
                <a:cs typeface="Arial"/>
              </a:defRPr>
            </a:lvl4pPr>
            <a:lvl5pPr algn="l">
              <a:defRPr sz="1575" b="0">
                <a:solidFill>
                  <a:srgbClr val="526074"/>
                </a:solidFill>
                <a:latin typeface="Arial"/>
                <a:ea typeface="Arial"/>
                <a:cs typeface="Arial"/>
              </a:defRPr>
            </a:lvl5pPr>
            <a:lvl6pPr algn="l">
              <a:defRPr sz="1575" b="0">
                <a:solidFill>
                  <a:srgbClr val="526074"/>
                </a:solidFill>
                <a:latin typeface="Arial"/>
                <a:ea typeface="Arial"/>
                <a:cs typeface="Arial"/>
              </a:defRPr>
            </a:lvl6pPr>
            <a:lvl7pPr algn="l">
              <a:defRPr sz="1575" b="0">
                <a:solidFill>
                  <a:srgbClr val="526074"/>
                </a:solidFill>
                <a:latin typeface="Arial"/>
                <a:ea typeface="Arial"/>
                <a:cs typeface="Arial"/>
              </a:defRPr>
            </a:lvl7pPr>
            <a:lvl8pPr algn="l">
              <a:defRPr sz="1575" b="0">
                <a:solidFill>
                  <a:srgbClr val="526074"/>
                </a:solidFill>
                <a:latin typeface="Arial"/>
                <a:ea typeface="Arial"/>
                <a:cs typeface="Arial"/>
              </a:defRPr>
            </a:lvl8pPr>
            <a:lvl9pPr algn="l">
              <a:defRPr sz="1575" b="0">
                <a:solidFill>
                  <a:srgbClr val="526074"/>
                </a:solidFill>
                <a:latin typeface="Arial"/>
                <a:ea typeface="Arial"/>
                <a:cs typeface="Arial"/>
              </a:defRPr>
            </a:lvl9pPr>
          </a:lstStyle>
          <a:p>
            <a:pPr algn="l">
              <a:defRPr sz="1575" b="0">
                <a:solidFill>
                  <a:srgbClr val="526074"/>
                </a:solidFill>
                <a:latin typeface="Arial"/>
                <a:ea typeface="Arial"/>
                <a:cs typeface="Arial"/>
              </a:defRPr>
            </a:pPr>
            <a:r>
              <a:rPr sz="1575" b="0">
                <a:solidFill>
                  <a:srgbClr val="526074"/>
                </a:solidFill>
                <a:latin typeface="Arial"/>
                <a:ea typeface="Arial"/>
                <a:cs typeface="Arial"/>
              </a:rPr>
              <a:t>Click the picture to play</a:t>
            </a:r>
          </a:p>
          <a:p>
            <a:pPr algn="l">
              <a:defRPr sz="1575" b="0">
                <a:solidFill>
                  <a:srgbClr val="526074"/>
                </a:solidFill>
                <a:latin typeface="Arial"/>
                <a:ea typeface="Arial"/>
                <a:cs typeface="Arial"/>
              </a:defRPr>
            </a:pPr>
            <a:r>
              <a:rPr sz="1575" b="0">
                <a:solidFill>
                  <a:srgbClr val="526074"/>
                </a:solidFill>
                <a:latin typeface="Arial"/>
                <a:ea typeface="Arial"/>
                <a:cs typeface="Arial"/>
              </a:rPr>
              <a:t>Pause at 20 seconds</a:t>
            </a:r>
          </a:p>
          <a:p>
            <a:pPr algn="l">
              <a:defRPr sz="1575" b="0">
                <a:solidFill>
                  <a:srgbClr val="526074"/>
                </a:solidFill>
                <a:latin typeface="Arial"/>
                <a:ea typeface="Arial"/>
                <a:cs typeface="Arial"/>
              </a:defRPr>
            </a:pPr>
            <a:r>
              <a:rPr sz="1575" b="0">
                <a:solidFill>
                  <a:srgbClr val="526074"/>
                </a:solidFill>
                <a:latin typeface="Arial"/>
                <a:ea typeface="Arial"/>
                <a:cs typeface="Arial"/>
              </a:rPr>
              <a:t>Silent · captions included</a:t>
            </a:r>
          </a:p>
        </p:txBody>
      </p:sp>
    </p:spTree>
    <p:extLst>
      <p:ext uri="{BB962C8B-B14F-4D97-AF65-F5344CB8AC3E}">
        <p14:creationId val="103332089"/>
      </p:ext>
    </p:extLst>
  </p:cSld>
  <p:timing>
    <p:tnLst>
      <p:par>
        <p:cTn id="1" dur="indefinite" restart="never" nodeType="tmRoot">
          <p:childTnLst>
            <p:video>
              <p:cMediaNode vol="80000">
                <p:cTn id="2" fill="hold" display="0">
                  <p:stCondLst>
                    <p:cond delay="indefinite"/>
                  </p:stCondLst>
                </p:cTn>
                <p:tgtEl>
                  <p:spTgt spid="13"/>
                </p:tgtEl>
              </p:cMediaNode>
            </p:video>
          </p:childTnLst>
        </p:cTn>
      </p:par>
    </p:tnLst>
  </p:timing>
</p:sld>
</file>

<file path=ppt/slides/slide5.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20C03C8-0042-4B34-9E21-C26D94B81B6B}"/>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4A096D07-4B56-417F-B718-35EB1FA1797A}"/>
              </a:ext>
            </a:extLst>
          </p:cNvPr>
          <p:cNvPicPr>
            <a:picLocks xmlns:a="http://schemas.openxmlformats.org/drawingml/2006/main" noChangeAspect="1"/>
          </p:cNvPicPr>
          <p:nvPr/>
        </p:nvPicPr>
        <p:blipFill>
          <a:blip xmlns:r="http://schemas.openxmlformats.org/officeDocument/2006/relationships" xmlns:a="http://schemas.openxmlformats.org/drawingml/2006/main" r:embed="R8207eecafbc54262"/>
          <a:stretch xmlns:a="http://schemas.openxmlformats.org/drawingml/2006/main"/>
        </p:blipFill>
        <p:spPr>
          <a:xfrm xmlns:a="http://schemas.openxmlformats.org/drawingml/2006/main">
            <a:off x="266700" y="114300"/>
            <a:ext cx="514350" cy="514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FECB5F0-6C1C-43E0-8A75-808FE6DB1AD2}"/>
              </a:ext>
            </a:extLst>
          </p:cNvPr>
          <p:cNvSpPr>
            <a:spLocks xmlns:a="http://schemas.openxmlformats.org/drawingml/2006/main" noGrp="1"/>
          </p:cNvSpPr>
          <p:nvPr/>
        </p:nvSpPr>
        <p:spPr>
          <a:xfrm xmlns:a="http://schemas.openxmlformats.org/drawingml/2006/main">
            <a:off x="914400" y="1428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7223B"/>
                </a:solidFill>
                <a:latin typeface="Arial"/>
                <a:ea typeface="Arial"/>
                <a:cs typeface="Arial"/>
              </a:defRPr>
            </a:defPPr>
            <a:lvl1pPr algn="l">
              <a:defRPr sz="1500" b="1">
                <a:solidFill>
                  <a:srgbClr val="17223B"/>
                </a:solidFill>
                <a:latin typeface="Arial"/>
                <a:ea typeface="Arial"/>
                <a:cs typeface="Arial"/>
              </a:defRPr>
            </a:lvl1pPr>
            <a:lvl2pPr algn="l">
              <a:defRPr sz="1500" b="1">
                <a:solidFill>
                  <a:srgbClr val="17223B"/>
                </a:solidFill>
                <a:latin typeface="Arial"/>
                <a:ea typeface="Arial"/>
                <a:cs typeface="Arial"/>
              </a:defRPr>
            </a:lvl2pPr>
            <a:lvl3pPr algn="l">
              <a:defRPr sz="1500" b="1">
                <a:solidFill>
                  <a:srgbClr val="17223B"/>
                </a:solidFill>
                <a:latin typeface="Arial"/>
                <a:ea typeface="Arial"/>
                <a:cs typeface="Arial"/>
              </a:defRPr>
            </a:lvl3pPr>
            <a:lvl4pPr algn="l">
              <a:defRPr sz="1500" b="1">
                <a:solidFill>
                  <a:srgbClr val="17223B"/>
                </a:solidFill>
                <a:latin typeface="Arial"/>
                <a:ea typeface="Arial"/>
                <a:cs typeface="Arial"/>
              </a:defRPr>
            </a:lvl4pPr>
            <a:lvl5pPr algn="l">
              <a:defRPr sz="1500" b="1">
                <a:solidFill>
                  <a:srgbClr val="17223B"/>
                </a:solidFill>
                <a:latin typeface="Arial"/>
                <a:ea typeface="Arial"/>
                <a:cs typeface="Arial"/>
              </a:defRPr>
            </a:lvl5pPr>
            <a:lvl6pPr algn="l">
              <a:defRPr sz="1500" b="1">
                <a:solidFill>
                  <a:srgbClr val="17223B"/>
                </a:solidFill>
                <a:latin typeface="Arial"/>
                <a:ea typeface="Arial"/>
                <a:cs typeface="Arial"/>
              </a:defRPr>
            </a:lvl6pPr>
            <a:lvl7pPr algn="l">
              <a:defRPr sz="1500" b="1">
                <a:solidFill>
                  <a:srgbClr val="17223B"/>
                </a:solidFill>
                <a:latin typeface="Arial"/>
                <a:ea typeface="Arial"/>
                <a:cs typeface="Arial"/>
              </a:defRPr>
            </a:lvl7pPr>
            <a:lvl8pPr algn="l">
              <a:defRPr sz="1500" b="1">
                <a:solidFill>
                  <a:srgbClr val="17223B"/>
                </a:solidFill>
                <a:latin typeface="Arial"/>
                <a:ea typeface="Arial"/>
                <a:cs typeface="Arial"/>
              </a:defRPr>
            </a:lvl8pPr>
            <a:lvl9pPr algn="l">
              <a:defRPr sz="1500" b="1">
                <a:solidFill>
                  <a:srgbClr val="17223B"/>
                </a:solidFill>
                <a:latin typeface="Arial"/>
                <a:ea typeface="Arial"/>
                <a:cs typeface="Arial"/>
              </a:defRPr>
            </a:lvl9pPr>
          </a:lstStyle>
          <a:p xmlns:a="http://schemas.openxmlformats.org/drawingml/2006/main">
            <a:pPr algn="l">
              <a:defRPr sz="1500" b="1">
                <a:solidFill>
                  <a:srgbClr val="17223B"/>
                </a:solidFill>
                <a:latin typeface="Arial"/>
                <a:ea typeface="Arial"/>
                <a:cs typeface="Arial"/>
              </a:defRPr>
            </a:pPr>
            <a:r>
              <a:rPr sz="1500" b="1">
                <a:solidFill>
                  <a:srgbClr val="17223B"/>
                </a:solidFill>
                <a:latin typeface="Arial"/>
                <a:ea typeface="Arial"/>
                <a:cs typeface="Arial"/>
              </a:rPr>
              <a:t>MADE BY MATT</a:t>
            </a:r>
          </a:p>
        </p:txBody>
      </p:sp>
      <p:sp>
        <p:nvSpPr>
          <p:cNvPr id="4" name="">
            <a:extLst xmlns:a="http://schemas.openxmlformats.org/drawingml/2006/main">
              <a:ext uri="{FF2B5EF4-FFF2-40B4-BE49-F238E27FC236}">
                <a16:creationId xmlns:a16="http://schemas.microsoft.com/office/drawing/2014/main" id="{4EEBB7A1-08F8-4996-9543-9335969B7355}"/>
              </a:ext>
            </a:extLst>
          </p:cNvPr>
          <p:cNvSpPr>
            <a:spLocks xmlns:a="http://schemas.openxmlformats.org/drawingml/2006/main" noGrp="1"/>
          </p:cNvSpPr>
          <p:nvPr/>
        </p:nvSpPr>
        <p:spPr>
          <a:xfrm xmlns:a="http://schemas.openxmlformats.org/drawingml/2006/main">
            <a:off x="914400" y="39052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26074"/>
                </a:solidFill>
                <a:latin typeface="Arial"/>
                <a:ea typeface="Arial"/>
                <a:cs typeface="Arial"/>
              </a:defRPr>
            </a:defPPr>
            <a:lvl1pPr algn="l">
              <a:defRPr sz="1200" b="0">
                <a:solidFill>
                  <a:srgbClr val="526074"/>
                </a:solidFill>
                <a:latin typeface="Arial"/>
                <a:ea typeface="Arial"/>
                <a:cs typeface="Arial"/>
              </a:defRPr>
            </a:lvl1pPr>
            <a:lvl2pPr algn="l">
              <a:defRPr sz="1200" b="0">
                <a:solidFill>
                  <a:srgbClr val="526074"/>
                </a:solidFill>
                <a:latin typeface="Arial"/>
                <a:ea typeface="Arial"/>
                <a:cs typeface="Arial"/>
              </a:defRPr>
            </a:lvl2pPr>
            <a:lvl3pPr algn="l">
              <a:defRPr sz="1200" b="0">
                <a:solidFill>
                  <a:srgbClr val="526074"/>
                </a:solidFill>
                <a:latin typeface="Arial"/>
                <a:ea typeface="Arial"/>
                <a:cs typeface="Arial"/>
              </a:defRPr>
            </a:lvl3pPr>
            <a:lvl4pPr algn="l">
              <a:defRPr sz="1200" b="0">
                <a:solidFill>
                  <a:srgbClr val="526074"/>
                </a:solidFill>
                <a:latin typeface="Arial"/>
                <a:ea typeface="Arial"/>
                <a:cs typeface="Arial"/>
              </a:defRPr>
            </a:lvl4pPr>
            <a:lvl5pPr algn="l">
              <a:defRPr sz="1200" b="0">
                <a:solidFill>
                  <a:srgbClr val="526074"/>
                </a:solidFill>
                <a:latin typeface="Arial"/>
                <a:ea typeface="Arial"/>
                <a:cs typeface="Arial"/>
              </a:defRPr>
            </a:lvl5pPr>
            <a:lvl6pPr algn="l">
              <a:defRPr sz="1200" b="0">
                <a:solidFill>
                  <a:srgbClr val="526074"/>
                </a:solidFill>
                <a:latin typeface="Arial"/>
                <a:ea typeface="Arial"/>
                <a:cs typeface="Arial"/>
              </a:defRPr>
            </a:lvl6pPr>
            <a:lvl7pPr algn="l">
              <a:defRPr sz="1200" b="0">
                <a:solidFill>
                  <a:srgbClr val="526074"/>
                </a:solidFill>
                <a:latin typeface="Arial"/>
                <a:ea typeface="Arial"/>
                <a:cs typeface="Arial"/>
              </a:defRPr>
            </a:lvl7pPr>
            <a:lvl8pPr algn="l">
              <a:defRPr sz="1200" b="0">
                <a:solidFill>
                  <a:srgbClr val="526074"/>
                </a:solidFill>
                <a:latin typeface="Arial"/>
                <a:ea typeface="Arial"/>
                <a:cs typeface="Arial"/>
              </a:defRPr>
            </a:lvl8pPr>
            <a:lvl9pPr algn="l">
              <a:defRPr sz="1200" b="0">
                <a:solidFill>
                  <a:srgbClr val="526074"/>
                </a:solidFill>
                <a:latin typeface="Arial"/>
                <a:ea typeface="Arial"/>
                <a:cs typeface="Arial"/>
              </a:defRPr>
            </a:lvl9pPr>
          </a:lstStyle>
          <a:p xmlns:a="http://schemas.openxmlformats.org/drawingml/2006/main">
            <a:pPr algn="l">
              <a:defRPr sz="1200" b="0">
                <a:solidFill>
                  <a:srgbClr val="526074"/>
                </a:solidFill>
                <a:latin typeface="Arial"/>
                <a:ea typeface="Arial"/>
                <a:cs typeface="Arial"/>
              </a:defRPr>
            </a:pPr>
            <a:r>
              <a:rPr sz="1200" b="0">
                <a:solidFill>
                  <a:srgbClr val="526074"/>
                </a:solidFill>
                <a:latin typeface="Arial"/>
                <a:ea typeface="Arial"/>
                <a:cs typeface="Arial"/>
              </a:rPr>
              <a:t>Learn • Build • Explore</a:t>
            </a:r>
          </a:p>
        </p:txBody>
      </p:sp>
      <p:sp>
        <p:nvSpPr>
          <p:cNvPr id="5" name="">
            <a:extLst xmlns:a="http://schemas.openxmlformats.org/drawingml/2006/main">
              <a:ext uri="{FF2B5EF4-FFF2-40B4-BE49-F238E27FC236}">
                <a16:creationId xmlns:a16="http://schemas.microsoft.com/office/drawing/2014/main" id="{A1417E76-0DB9-4454-B7E7-EEB85A86EF4D}"/>
              </a:ext>
            </a:extLst>
          </p:cNvPr>
          <p:cNvSpPr>
            <a:spLocks xmlns:a="http://schemas.openxmlformats.org/drawingml/2006/main" noGrp="1"/>
          </p:cNvSpPr>
          <p:nvPr/>
        </p:nvSpPr>
        <p:spPr>
          <a:xfrm xmlns:a="http://schemas.openxmlformats.org/drawingml/2006/main">
            <a:off x="7905750" y="2286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500" b="1">
                <a:solidFill>
                  <a:srgbClr val="236650"/>
                </a:solidFill>
                <a:latin typeface="Arial"/>
                <a:ea typeface="Arial"/>
                <a:cs typeface="Arial"/>
              </a:defRPr>
            </a:defPPr>
            <a:lvl1pPr algn="r">
              <a:defRPr sz="1500" b="1">
                <a:solidFill>
                  <a:srgbClr val="236650"/>
                </a:solidFill>
                <a:latin typeface="Arial"/>
                <a:ea typeface="Arial"/>
                <a:cs typeface="Arial"/>
              </a:defRPr>
            </a:lvl1pPr>
            <a:lvl2pPr algn="r">
              <a:defRPr sz="1500" b="1">
                <a:solidFill>
                  <a:srgbClr val="236650"/>
                </a:solidFill>
                <a:latin typeface="Arial"/>
                <a:ea typeface="Arial"/>
                <a:cs typeface="Arial"/>
              </a:defRPr>
            </a:lvl2pPr>
            <a:lvl3pPr algn="r">
              <a:defRPr sz="1500" b="1">
                <a:solidFill>
                  <a:srgbClr val="236650"/>
                </a:solidFill>
                <a:latin typeface="Arial"/>
                <a:ea typeface="Arial"/>
                <a:cs typeface="Arial"/>
              </a:defRPr>
            </a:lvl3pPr>
            <a:lvl4pPr algn="r">
              <a:defRPr sz="1500" b="1">
                <a:solidFill>
                  <a:srgbClr val="236650"/>
                </a:solidFill>
                <a:latin typeface="Arial"/>
                <a:ea typeface="Arial"/>
                <a:cs typeface="Arial"/>
              </a:defRPr>
            </a:lvl4pPr>
            <a:lvl5pPr algn="r">
              <a:defRPr sz="1500" b="1">
                <a:solidFill>
                  <a:srgbClr val="236650"/>
                </a:solidFill>
                <a:latin typeface="Arial"/>
                <a:ea typeface="Arial"/>
                <a:cs typeface="Arial"/>
              </a:defRPr>
            </a:lvl5pPr>
            <a:lvl6pPr algn="r">
              <a:defRPr sz="1500" b="1">
                <a:solidFill>
                  <a:srgbClr val="236650"/>
                </a:solidFill>
                <a:latin typeface="Arial"/>
                <a:ea typeface="Arial"/>
                <a:cs typeface="Arial"/>
              </a:defRPr>
            </a:lvl6pPr>
            <a:lvl7pPr algn="r">
              <a:defRPr sz="1500" b="1">
                <a:solidFill>
                  <a:srgbClr val="236650"/>
                </a:solidFill>
                <a:latin typeface="Arial"/>
                <a:ea typeface="Arial"/>
                <a:cs typeface="Arial"/>
              </a:defRPr>
            </a:lvl7pPr>
            <a:lvl8pPr algn="r">
              <a:defRPr sz="1500" b="1">
                <a:solidFill>
                  <a:srgbClr val="236650"/>
                </a:solidFill>
                <a:latin typeface="Arial"/>
                <a:ea typeface="Arial"/>
                <a:cs typeface="Arial"/>
              </a:defRPr>
            </a:lvl8pPr>
            <a:lvl9pPr algn="r">
              <a:defRPr sz="1500" b="1">
                <a:solidFill>
                  <a:srgbClr val="236650"/>
                </a:solidFill>
                <a:latin typeface="Arial"/>
                <a:ea typeface="Arial"/>
                <a:cs typeface="Arial"/>
              </a:defRPr>
            </a:lvl9pPr>
          </a:lstStyle>
          <a:p xmlns:a="http://schemas.openxmlformats.org/drawingml/2006/main">
            <a:pPr algn="r">
              <a:defRPr sz="1500" b="1">
                <a:solidFill>
                  <a:srgbClr val="236650"/>
                </a:solidFill>
                <a:latin typeface="Arial"/>
                <a:ea typeface="Arial"/>
                <a:cs typeface="Arial"/>
              </a:defRPr>
            </a:pPr>
            <a:r>
              <a:rPr sz="1500" b="1">
                <a:solidFill>
                  <a:srgbClr val="236650"/>
                </a:solidFill>
                <a:latin typeface="Arial"/>
                <a:ea typeface="Arial"/>
                <a:cs typeface="Arial"/>
              </a:rPr>
              <a:t>BRITISH VALUES</a:t>
            </a:r>
          </a:p>
        </p:txBody>
      </p:sp>
      <p:sp>
        <p:nvSpPr>
          <p:cNvPr id="6" name="">
            <a:extLst xmlns:a="http://schemas.openxmlformats.org/drawingml/2006/main">
              <a:ext uri="{FF2B5EF4-FFF2-40B4-BE49-F238E27FC236}">
                <a16:creationId xmlns:a16="http://schemas.microsoft.com/office/drawing/2014/main" id="{210FC7FC-B728-4C41-A14A-10929138BEF3}"/>
              </a:ext>
            </a:extLst>
          </p:cNvPr>
          <p:cNvSpPr>
            <a:spLocks xmlns:a="http://schemas.openxmlformats.org/drawingml/2006/main" noGrp="1"/>
          </p:cNvSpPr>
          <p:nvPr/>
        </p:nvSpPr>
        <p:spPr>
          <a:xfrm xmlns:a="http://schemas.openxmlformats.org/drawingml/2006/main">
            <a:off x="0" y="742950"/>
            <a:ext cx="12192000" cy="40005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E40F22A-DDEA-4D08-BD69-D00BB2FB555A}"/>
              </a:ext>
            </a:extLst>
          </p:cNvPr>
          <p:cNvSpPr>
            <a:spLocks xmlns:a="http://schemas.openxmlformats.org/drawingml/2006/main" noGrp="1"/>
          </p:cNvSpPr>
          <p:nvPr/>
        </p:nvSpPr>
        <p:spPr>
          <a:xfrm xmlns:a="http://schemas.openxmlformats.org/drawingml/2006/main">
            <a:off x="304800" y="781050"/>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FFFEF9"/>
                </a:solidFill>
                <a:latin typeface="Arial"/>
                <a:ea typeface="Arial"/>
                <a:cs typeface="Arial"/>
              </a:defRPr>
            </a:defPPr>
            <a:lvl1pPr algn="l">
              <a:defRPr sz="1425" b="0">
                <a:solidFill>
                  <a:srgbClr val="FFFEF9"/>
                </a:solidFill>
                <a:latin typeface="Arial"/>
                <a:ea typeface="Arial"/>
                <a:cs typeface="Arial"/>
              </a:defRPr>
            </a:lvl1pPr>
            <a:lvl2pPr algn="l">
              <a:defRPr sz="1425" b="0">
                <a:solidFill>
                  <a:srgbClr val="FFFEF9"/>
                </a:solidFill>
                <a:latin typeface="Arial"/>
                <a:ea typeface="Arial"/>
                <a:cs typeface="Arial"/>
              </a:defRPr>
            </a:lvl2pPr>
            <a:lvl3pPr algn="l">
              <a:defRPr sz="1425" b="0">
                <a:solidFill>
                  <a:srgbClr val="FFFEF9"/>
                </a:solidFill>
                <a:latin typeface="Arial"/>
                <a:ea typeface="Arial"/>
                <a:cs typeface="Arial"/>
              </a:defRPr>
            </a:lvl3pPr>
            <a:lvl4pPr algn="l">
              <a:defRPr sz="1425" b="0">
                <a:solidFill>
                  <a:srgbClr val="FFFEF9"/>
                </a:solidFill>
                <a:latin typeface="Arial"/>
                <a:ea typeface="Arial"/>
                <a:cs typeface="Arial"/>
              </a:defRPr>
            </a:lvl4pPr>
            <a:lvl5pPr algn="l">
              <a:defRPr sz="1425" b="0">
                <a:solidFill>
                  <a:srgbClr val="FFFEF9"/>
                </a:solidFill>
                <a:latin typeface="Arial"/>
                <a:ea typeface="Arial"/>
                <a:cs typeface="Arial"/>
              </a:defRPr>
            </a:lvl5pPr>
            <a:lvl6pPr algn="l">
              <a:defRPr sz="1425" b="0">
                <a:solidFill>
                  <a:srgbClr val="FFFEF9"/>
                </a:solidFill>
                <a:latin typeface="Arial"/>
                <a:ea typeface="Arial"/>
                <a:cs typeface="Arial"/>
              </a:defRPr>
            </a:lvl6pPr>
            <a:lvl7pPr algn="l">
              <a:defRPr sz="1425" b="0">
                <a:solidFill>
                  <a:srgbClr val="FFFEF9"/>
                </a:solidFill>
                <a:latin typeface="Arial"/>
                <a:ea typeface="Arial"/>
                <a:cs typeface="Arial"/>
              </a:defRPr>
            </a:lvl7pPr>
            <a:lvl8pPr algn="l">
              <a:defRPr sz="1425" b="0">
                <a:solidFill>
                  <a:srgbClr val="FFFEF9"/>
                </a:solidFill>
                <a:latin typeface="Arial"/>
                <a:ea typeface="Arial"/>
                <a:cs typeface="Arial"/>
              </a:defRPr>
            </a:lvl8pPr>
            <a:lvl9pPr algn="l">
              <a:defRPr sz="1425" b="0">
                <a:solidFill>
                  <a:srgbClr val="FFFEF9"/>
                </a:solidFill>
                <a:latin typeface="Arial"/>
                <a:ea typeface="Arial"/>
                <a:cs typeface="Arial"/>
              </a:defRPr>
            </a:lvl9pPr>
          </a:lstStyle>
          <a:p xmlns:a="http://schemas.openxmlformats.org/drawingml/2006/main">
            <a:pPr algn="l">
              <a:defRPr sz="1425" b="0">
                <a:solidFill>
                  <a:srgbClr val="FFFEF9"/>
                </a:solidFill>
                <a:latin typeface="Arial"/>
                <a:ea typeface="Arial"/>
                <a:cs typeface="Arial"/>
              </a:defRPr>
            </a:pPr>
            <a:r>
              <a:rPr sz="1425" b="0">
                <a:solidFill>
                  <a:srgbClr val="FFFEF9"/>
                </a:solidFill>
                <a:latin typeface="Arial"/>
                <a:ea typeface="Arial"/>
                <a:cs typeface="Arial"/>
              </a:rPr>
              <a:t>03 / 10    The replay</a:t>
            </a:r>
          </a:p>
        </p:txBody>
      </p:sp>
      <p:sp>
        <p:nvSpPr>
          <p:cNvPr id="8" name="">
            <a:extLst xmlns:a="http://schemas.openxmlformats.org/drawingml/2006/main">
              <a:ext uri="{FF2B5EF4-FFF2-40B4-BE49-F238E27FC236}">
                <a16:creationId xmlns:a16="http://schemas.microsoft.com/office/drawing/2014/main" id="{F541EEC2-ACFB-4B4A-BC73-88D9CC12160E}"/>
              </a:ext>
            </a:extLst>
          </p:cNvPr>
          <p:cNvSpPr>
            <a:spLocks xmlns:a="http://schemas.openxmlformats.org/drawingml/2006/main" noGrp="1"/>
          </p:cNvSpPr>
          <p:nvPr/>
        </p:nvSpPr>
        <p:spPr>
          <a:xfrm xmlns:a="http://schemas.openxmlformats.org/drawingml/2006/main">
            <a:off x="10763250" y="781050"/>
            <a:ext cx="1104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425" b="0">
                <a:solidFill>
                  <a:srgbClr val="A6E5C9"/>
                </a:solidFill>
                <a:latin typeface="Arial"/>
                <a:ea typeface="Arial"/>
                <a:cs typeface="Arial"/>
              </a:defRPr>
            </a:defPPr>
            <a:lvl1pPr algn="r">
              <a:defRPr sz="1425" b="0">
                <a:solidFill>
                  <a:srgbClr val="A6E5C9"/>
                </a:solidFill>
                <a:latin typeface="Arial"/>
                <a:ea typeface="Arial"/>
                <a:cs typeface="Arial"/>
              </a:defRPr>
            </a:lvl1pPr>
            <a:lvl2pPr algn="r">
              <a:defRPr sz="1425" b="0">
                <a:solidFill>
                  <a:srgbClr val="A6E5C9"/>
                </a:solidFill>
                <a:latin typeface="Arial"/>
                <a:ea typeface="Arial"/>
                <a:cs typeface="Arial"/>
              </a:defRPr>
            </a:lvl2pPr>
            <a:lvl3pPr algn="r">
              <a:defRPr sz="1425" b="0">
                <a:solidFill>
                  <a:srgbClr val="A6E5C9"/>
                </a:solidFill>
                <a:latin typeface="Arial"/>
                <a:ea typeface="Arial"/>
                <a:cs typeface="Arial"/>
              </a:defRPr>
            </a:lvl3pPr>
            <a:lvl4pPr algn="r">
              <a:defRPr sz="1425" b="0">
                <a:solidFill>
                  <a:srgbClr val="A6E5C9"/>
                </a:solidFill>
                <a:latin typeface="Arial"/>
                <a:ea typeface="Arial"/>
                <a:cs typeface="Arial"/>
              </a:defRPr>
            </a:lvl4pPr>
            <a:lvl5pPr algn="r">
              <a:defRPr sz="1425" b="0">
                <a:solidFill>
                  <a:srgbClr val="A6E5C9"/>
                </a:solidFill>
                <a:latin typeface="Arial"/>
                <a:ea typeface="Arial"/>
                <a:cs typeface="Arial"/>
              </a:defRPr>
            </a:lvl5pPr>
            <a:lvl6pPr algn="r">
              <a:defRPr sz="1425" b="0">
                <a:solidFill>
                  <a:srgbClr val="A6E5C9"/>
                </a:solidFill>
                <a:latin typeface="Arial"/>
                <a:ea typeface="Arial"/>
                <a:cs typeface="Arial"/>
              </a:defRPr>
            </a:lvl6pPr>
            <a:lvl7pPr algn="r">
              <a:defRPr sz="1425" b="0">
                <a:solidFill>
                  <a:srgbClr val="A6E5C9"/>
                </a:solidFill>
                <a:latin typeface="Arial"/>
                <a:ea typeface="Arial"/>
                <a:cs typeface="Arial"/>
              </a:defRPr>
            </a:lvl7pPr>
            <a:lvl8pPr algn="r">
              <a:defRPr sz="1425" b="0">
                <a:solidFill>
                  <a:srgbClr val="A6E5C9"/>
                </a:solidFill>
                <a:latin typeface="Arial"/>
                <a:ea typeface="Arial"/>
                <a:cs typeface="Arial"/>
              </a:defRPr>
            </a:lvl8pPr>
            <a:lvl9pPr algn="r">
              <a:defRPr sz="1425" b="0">
                <a:solidFill>
                  <a:srgbClr val="A6E5C9"/>
                </a:solidFill>
                <a:latin typeface="Arial"/>
                <a:ea typeface="Arial"/>
                <a:cs typeface="Arial"/>
              </a:defRPr>
            </a:lvl9pPr>
          </a:lstStyle>
          <a:p xmlns:a="http://schemas.openxmlformats.org/drawingml/2006/main">
            <a:pPr algn="r">
              <a:defRPr sz="1425" b="0">
                <a:solidFill>
                  <a:srgbClr val="A6E5C9"/>
                </a:solidFill>
                <a:latin typeface="Arial"/>
                <a:ea typeface="Arial"/>
                <a:cs typeface="Arial"/>
              </a:defRPr>
            </a:pPr>
            <a:r>
              <a:rPr sz="1425" b="0">
                <a:solidFill>
                  <a:srgbClr val="A6E5C9"/>
                </a:solidFill>
                <a:latin typeface="Arial"/>
                <a:ea typeface="Arial"/>
                <a:cs typeface="Arial"/>
              </a:rPr>
              <a:t>2.5 min</a:t>
            </a:r>
          </a:p>
        </p:txBody>
      </p:sp>
      <p:sp>
        <p:nvSpPr>
          <p:cNvPr id="9" name="">
            <a:extLst xmlns:a="http://schemas.openxmlformats.org/drawingml/2006/main">
              <a:ext uri="{FF2B5EF4-FFF2-40B4-BE49-F238E27FC236}">
                <a16:creationId xmlns:a16="http://schemas.microsoft.com/office/drawing/2014/main" id="{2C96C9B5-5E8B-4E49-BF93-3A08975D2C70}"/>
              </a:ext>
            </a:extLst>
          </p:cNvPr>
          <p:cNvSpPr>
            <a:spLocks xmlns:a="http://schemas.openxmlformats.org/drawingml/2006/main" noGrp="1"/>
          </p:cNvSpPr>
          <p:nvPr/>
        </p:nvSpPr>
        <p:spPr>
          <a:xfrm xmlns:a="http://schemas.openxmlformats.org/drawingml/2006/main">
            <a:off x="0" y="6467475"/>
            <a:ext cx="12192000" cy="390525"/>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D5F79F3-F4B7-4847-A67F-7B0482A783C9}"/>
              </a:ext>
            </a:extLst>
          </p:cNvPr>
          <p:cNvSpPr>
            <a:spLocks xmlns:a="http://schemas.openxmlformats.org/drawingml/2006/main" noGrp="1"/>
          </p:cNvSpPr>
          <p:nvPr/>
        </p:nvSpPr>
        <p:spPr>
          <a:xfrm xmlns:a="http://schemas.openxmlformats.org/drawingml/2006/main">
            <a:off x="304800" y="65246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526074"/>
                </a:solidFill>
                <a:latin typeface="Arial"/>
                <a:ea typeface="Arial"/>
                <a:cs typeface="Arial"/>
              </a:defRPr>
            </a:defPPr>
            <a:lvl1pPr algn="l">
              <a:defRPr sz="1050" b="0">
                <a:solidFill>
                  <a:srgbClr val="526074"/>
                </a:solidFill>
                <a:latin typeface="Arial"/>
                <a:ea typeface="Arial"/>
                <a:cs typeface="Arial"/>
              </a:defRPr>
            </a:lvl1pPr>
            <a:lvl2pPr algn="l">
              <a:defRPr sz="1050" b="0">
                <a:solidFill>
                  <a:srgbClr val="526074"/>
                </a:solidFill>
                <a:latin typeface="Arial"/>
                <a:ea typeface="Arial"/>
                <a:cs typeface="Arial"/>
              </a:defRPr>
            </a:lvl2pPr>
            <a:lvl3pPr algn="l">
              <a:defRPr sz="1050" b="0">
                <a:solidFill>
                  <a:srgbClr val="526074"/>
                </a:solidFill>
                <a:latin typeface="Arial"/>
                <a:ea typeface="Arial"/>
                <a:cs typeface="Arial"/>
              </a:defRPr>
            </a:lvl3pPr>
            <a:lvl4pPr algn="l">
              <a:defRPr sz="1050" b="0">
                <a:solidFill>
                  <a:srgbClr val="526074"/>
                </a:solidFill>
                <a:latin typeface="Arial"/>
                <a:ea typeface="Arial"/>
                <a:cs typeface="Arial"/>
              </a:defRPr>
            </a:lvl4pPr>
            <a:lvl5pPr algn="l">
              <a:defRPr sz="1050" b="0">
                <a:solidFill>
                  <a:srgbClr val="526074"/>
                </a:solidFill>
                <a:latin typeface="Arial"/>
                <a:ea typeface="Arial"/>
                <a:cs typeface="Arial"/>
              </a:defRPr>
            </a:lvl5pPr>
            <a:lvl6pPr algn="l">
              <a:defRPr sz="1050" b="0">
                <a:solidFill>
                  <a:srgbClr val="526074"/>
                </a:solidFill>
                <a:latin typeface="Arial"/>
                <a:ea typeface="Arial"/>
                <a:cs typeface="Arial"/>
              </a:defRPr>
            </a:lvl6pPr>
            <a:lvl7pPr algn="l">
              <a:defRPr sz="1050" b="0">
                <a:solidFill>
                  <a:srgbClr val="526074"/>
                </a:solidFill>
                <a:latin typeface="Arial"/>
                <a:ea typeface="Arial"/>
                <a:cs typeface="Arial"/>
              </a:defRPr>
            </a:lvl7pPr>
            <a:lvl8pPr algn="l">
              <a:defRPr sz="1050" b="0">
                <a:solidFill>
                  <a:srgbClr val="526074"/>
                </a:solidFill>
                <a:latin typeface="Arial"/>
                <a:ea typeface="Arial"/>
                <a:cs typeface="Arial"/>
              </a:defRPr>
            </a:lvl8pPr>
            <a:lvl9pPr algn="l">
              <a:defRPr sz="1050" b="0">
                <a:solidFill>
                  <a:srgbClr val="526074"/>
                </a:solidFill>
                <a:latin typeface="Arial"/>
                <a:ea typeface="Arial"/>
                <a:cs typeface="Arial"/>
              </a:defRPr>
            </a:lvl9pPr>
          </a:lstStyle>
          <a:p xmlns:a="http://schemas.openxmlformats.org/drawingml/2006/main">
            <a:pPr algn="l">
              <a:defRPr sz="1050" b="0">
                <a:solidFill>
                  <a:srgbClr val="526074"/>
                </a:solidFill>
                <a:latin typeface="Arial"/>
                <a:ea typeface="Arial"/>
                <a:cs typeface="Arial"/>
              </a:defRPr>
            </a:pPr>
            <a:r>
              <a:rPr sz="1050" b="0">
                <a:solidFill>
                  <a:srgbClr val="526074"/>
                </a:solidFill>
                <a:latin typeface="Arial"/>
                <a:ea typeface="Arial"/>
                <a:cs typeface="Arial"/>
              </a:rPr>
              <a:t>ASSEMBLY-RULE-OF-LAW</a:t>
            </a:r>
          </a:p>
        </p:txBody>
      </p:sp>
      <p:sp>
        <p:nvSpPr>
          <p:cNvPr id="11" name="">
            <a:extLst xmlns:a="http://schemas.openxmlformats.org/drawingml/2006/main">
              <a:ext uri="{FF2B5EF4-FFF2-40B4-BE49-F238E27FC236}">
                <a16:creationId xmlns:a16="http://schemas.microsoft.com/office/drawing/2014/main" id="{B599C368-D46A-4442-9E01-653C35F5EB54}"/>
              </a:ext>
            </a:extLst>
          </p:cNvPr>
          <p:cNvSpPr>
            <a:spLocks xmlns:a="http://schemas.openxmlformats.org/drawingml/2006/main" noGrp="1"/>
          </p:cNvSpPr>
          <p:nvPr/>
        </p:nvSpPr>
        <p:spPr>
          <a:xfrm xmlns:a="http://schemas.openxmlformats.org/drawingml/2006/main">
            <a:off x="7620000" y="6524625"/>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074"/>
                </a:solidFill>
                <a:latin typeface="Arial"/>
                <a:ea typeface="Arial"/>
                <a:cs typeface="Arial"/>
              </a:defRPr>
            </a:defPPr>
            <a:lvl1pPr algn="r">
              <a:defRPr sz="1200" b="0">
                <a:solidFill>
                  <a:srgbClr val="526074"/>
                </a:solidFill>
                <a:latin typeface="Arial"/>
                <a:ea typeface="Arial"/>
                <a:cs typeface="Arial"/>
              </a:defRPr>
            </a:lvl1pPr>
            <a:lvl2pPr algn="r">
              <a:defRPr sz="1200" b="0">
                <a:solidFill>
                  <a:srgbClr val="526074"/>
                </a:solidFill>
                <a:latin typeface="Arial"/>
                <a:ea typeface="Arial"/>
                <a:cs typeface="Arial"/>
              </a:defRPr>
            </a:lvl2pPr>
            <a:lvl3pPr algn="r">
              <a:defRPr sz="1200" b="0">
                <a:solidFill>
                  <a:srgbClr val="526074"/>
                </a:solidFill>
                <a:latin typeface="Arial"/>
                <a:ea typeface="Arial"/>
                <a:cs typeface="Arial"/>
              </a:defRPr>
            </a:lvl3pPr>
            <a:lvl4pPr algn="r">
              <a:defRPr sz="1200" b="0">
                <a:solidFill>
                  <a:srgbClr val="526074"/>
                </a:solidFill>
                <a:latin typeface="Arial"/>
                <a:ea typeface="Arial"/>
                <a:cs typeface="Arial"/>
              </a:defRPr>
            </a:lvl4pPr>
            <a:lvl5pPr algn="r">
              <a:defRPr sz="1200" b="0">
                <a:solidFill>
                  <a:srgbClr val="526074"/>
                </a:solidFill>
                <a:latin typeface="Arial"/>
                <a:ea typeface="Arial"/>
                <a:cs typeface="Arial"/>
              </a:defRPr>
            </a:lvl5pPr>
            <a:lvl6pPr algn="r">
              <a:defRPr sz="1200" b="0">
                <a:solidFill>
                  <a:srgbClr val="526074"/>
                </a:solidFill>
                <a:latin typeface="Arial"/>
                <a:ea typeface="Arial"/>
                <a:cs typeface="Arial"/>
              </a:defRPr>
            </a:lvl6pPr>
            <a:lvl7pPr algn="r">
              <a:defRPr sz="1200" b="0">
                <a:solidFill>
                  <a:srgbClr val="526074"/>
                </a:solidFill>
                <a:latin typeface="Arial"/>
                <a:ea typeface="Arial"/>
                <a:cs typeface="Arial"/>
              </a:defRPr>
            </a:lvl7pPr>
            <a:lvl8pPr algn="r">
              <a:defRPr sz="1200" b="0">
                <a:solidFill>
                  <a:srgbClr val="526074"/>
                </a:solidFill>
                <a:latin typeface="Arial"/>
                <a:ea typeface="Arial"/>
                <a:cs typeface="Arial"/>
              </a:defRPr>
            </a:lvl8pPr>
            <a:lvl9pPr algn="r">
              <a:defRPr sz="1200" b="0">
                <a:solidFill>
                  <a:srgbClr val="526074"/>
                </a:solidFill>
                <a:latin typeface="Arial"/>
                <a:ea typeface="Arial"/>
                <a:cs typeface="Arial"/>
              </a:defRPr>
            </a:lvl9pPr>
          </a:lstStyle>
          <a:p xmlns:a="http://schemas.openxmlformats.org/drawingml/2006/main">
            <a:pPr algn="r">
              <a:defRPr sz="1200" b="0">
                <a:solidFill>
                  <a:srgbClr val="526074"/>
                </a:solidFill>
                <a:latin typeface="Arial"/>
                <a:ea typeface="Arial"/>
                <a:cs typeface="Arial"/>
              </a:defRPr>
            </a:pPr>
            <a:r>
              <a:rPr sz="1200" b="0">
                <a:solidFill>
                  <a:srgbClr val="526074"/>
                </a:solidFill>
                <a:latin typeface="Arial"/>
                <a:ea typeface="Arial"/>
                <a:cs typeface="Arial"/>
              </a:rPr>
              <a:t>Check and explain</a:t>
            </a:r>
          </a:p>
        </p:txBody>
      </p:sp>
      <p:sp>
        <p:nvSpPr>
          <p:cNvPr id="12" name="Stage heading">
            <a:extLst xmlns:a="http://schemas.openxmlformats.org/drawingml/2006/main">
              <a:ext uri="{FF2B5EF4-FFF2-40B4-BE49-F238E27FC236}">
                <a16:creationId xmlns:a16="http://schemas.microsoft.com/office/drawing/2014/main" id="{399F6DA6-E22D-448D-84DB-C86AA7FE8354}"/>
              </a:ext>
            </a:extLst>
          </p:cNvPr>
          <p:cNvSpPr>
            <a:spLocks xmlns:a="http://schemas.openxmlformats.org/drawingml/2006/main" noGrp="1"/>
          </p:cNvSpPr>
          <p:nvPr/>
        </p:nvSpPr>
        <p:spPr>
          <a:xfrm xmlns:a="http://schemas.openxmlformats.org/drawingml/2006/main">
            <a:off x="495300" y="1352550"/>
            <a:ext cx="11201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1">
                <a:solidFill>
                  <a:srgbClr val="17223B"/>
                </a:solidFill>
                <a:latin typeface="Arial"/>
                <a:ea typeface="Arial"/>
                <a:cs typeface="Arial"/>
              </a:defRPr>
            </a:defPPr>
            <a:lvl1pPr algn="l">
              <a:defRPr sz="3525" b="1">
                <a:solidFill>
                  <a:srgbClr val="17223B"/>
                </a:solidFill>
                <a:latin typeface="Arial"/>
                <a:ea typeface="Arial"/>
                <a:cs typeface="Arial"/>
              </a:defRPr>
            </a:lvl1pPr>
            <a:lvl2pPr algn="l">
              <a:defRPr sz="3525" b="1">
                <a:solidFill>
                  <a:srgbClr val="17223B"/>
                </a:solidFill>
                <a:latin typeface="Arial"/>
                <a:ea typeface="Arial"/>
                <a:cs typeface="Arial"/>
              </a:defRPr>
            </a:lvl2pPr>
            <a:lvl3pPr algn="l">
              <a:defRPr sz="3525" b="1">
                <a:solidFill>
                  <a:srgbClr val="17223B"/>
                </a:solidFill>
                <a:latin typeface="Arial"/>
                <a:ea typeface="Arial"/>
                <a:cs typeface="Arial"/>
              </a:defRPr>
            </a:lvl3pPr>
            <a:lvl4pPr algn="l">
              <a:defRPr sz="3525" b="1">
                <a:solidFill>
                  <a:srgbClr val="17223B"/>
                </a:solidFill>
                <a:latin typeface="Arial"/>
                <a:ea typeface="Arial"/>
                <a:cs typeface="Arial"/>
              </a:defRPr>
            </a:lvl4pPr>
            <a:lvl5pPr algn="l">
              <a:defRPr sz="3525" b="1">
                <a:solidFill>
                  <a:srgbClr val="17223B"/>
                </a:solidFill>
                <a:latin typeface="Arial"/>
                <a:ea typeface="Arial"/>
                <a:cs typeface="Arial"/>
              </a:defRPr>
            </a:lvl5pPr>
            <a:lvl6pPr algn="l">
              <a:defRPr sz="3525" b="1">
                <a:solidFill>
                  <a:srgbClr val="17223B"/>
                </a:solidFill>
                <a:latin typeface="Arial"/>
                <a:ea typeface="Arial"/>
                <a:cs typeface="Arial"/>
              </a:defRPr>
            </a:lvl6pPr>
            <a:lvl7pPr algn="l">
              <a:defRPr sz="3525" b="1">
                <a:solidFill>
                  <a:srgbClr val="17223B"/>
                </a:solidFill>
                <a:latin typeface="Arial"/>
                <a:ea typeface="Arial"/>
                <a:cs typeface="Arial"/>
              </a:defRPr>
            </a:lvl7pPr>
            <a:lvl8pPr algn="l">
              <a:defRPr sz="3525" b="1">
                <a:solidFill>
                  <a:srgbClr val="17223B"/>
                </a:solidFill>
                <a:latin typeface="Arial"/>
                <a:ea typeface="Arial"/>
                <a:cs typeface="Arial"/>
              </a:defRPr>
            </a:lvl8pPr>
            <a:lvl9pPr algn="l">
              <a:defRPr sz="3525" b="1">
                <a:solidFill>
                  <a:srgbClr val="17223B"/>
                </a:solidFill>
                <a:latin typeface="Arial"/>
                <a:ea typeface="Arial"/>
                <a:cs typeface="Arial"/>
              </a:defRPr>
            </a:lvl9pPr>
          </a:lstStyle>
          <a:p xmlns:a="http://schemas.openxmlformats.org/drawingml/2006/main">
            <a:pPr algn="l">
              <a:defRPr sz="3525" b="1">
                <a:solidFill>
                  <a:srgbClr val="17223B"/>
                </a:solidFill>
                <a:latin typeface="Arial"/>
                <a:ea typeface="Arial"/>
                <a:cs typeface="Arial"/>
              </a:defRPr>
            </a:pPr>
            <a:r>
              <a:rPr sz="3525" b="1">
                <a:solidFill>
                  <a:srgbClr val="17223B"/>
                </a:solidFill>
                <a:latin typeface="Arial"/>
                <a:ea typeface="Arial"/>
                <a:cs typeface="Arial"/>
              </a:rPr>
              <a:t>The replay</a:t>
            </a:r>
          </a:p>
        </p:txBody>
      </p:sp>
      <p:sp>
        <p:nvSpPr>
          <p:cNvPr id="13" name="">
            <a:extLst xmlns:a="http://schemas.openxmlformats.org/drawingml/2006/main">
              <a:ext uri="{FF2B5EF4-FFF2-40B4-BE49-F238E27FC236}">
                <a16:creationId xmlns:a16="http://schemas.microsoft.com/office/drawing/2014/main" id="{3E1F539C-1B93-4FF0-9D61-50FCE2BC07A9}"/>
              </a:ext>
            </a:extLst>
          </p:cNvPr>
          <p:cNvSpPr>
            <a:spLocks xmlns:a="http://schemas.openxmlformats.org/drawingml/2006/main" noGrp="1"/>
          </p:cNvSpPr>
          <p:nvPr/>
        </p:nvSpPr>
        <p:spPr>
          <a:xfrm xmlns:a="http://schemas.openxmlformats.org/drawingml/2006/main">
            <a:off x="571500" y="2524125"/>
            <a:ext cx="109537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225" b="1">
                <a:solidFill>
                  <a:srgbClr val="236650"/>
                </a:solidFill>
                <a:latin typeface="Arial"/>
                <a:ea typeface="Arial"/>
                <a:cs typeface="Arial"/>
              </a:defRPr>
            </a:defPPr>
            <a:lvl1pPr algn="l">
              <a:defRPr sz="3225" b="1">
                <a:solidFill>
                  <a:srgbClr val="236650"/>
                </a:solidFill>
                <a:latin typeface="Arial"/>
                <a:ea typeface="Arial"/>
                <a:cs typeface="Arial"/>
              </a:defRPr>
            </a:lvl1pPr>
            <a:lvl2pPr algn="l">
              <a:defRPr sz="3225" b="1">
                <a:solidFill>
                  <a:srgbClr val="236650"/>
                </a:solidFill>
                <a:latin typeface="Arial"/>
                <a:ea typeface="Arial"/>
                <a:cs typeface="Arial"/>
              </a:defRPr>
            </a:lvl2pPr>
            <a:lvl3pPr algn="l">
              <a:defRPr sz="3225" b="1">
                <a:solidFill>
                  <a:srgbClr val="236650"/>
                </a:solidFill>
                <a:latin typeface="Arial"/>
                <a:ea typeface="Arial"/>
                <a:cs typeface="Arial"/>
              </a:defRPr>
            </a:lvl3pPr>
            <a:lvl4pPr algn="l">
              <a:defRPr sz="3225" b="1">
                <a:solidFill>
                  <a:srgbClr val="236650"/>
                </a:solidFill>
                <a:latin typeface="Arial"/>
                <a:ea typeface="Arial"/>
                <a:cs typeface="Arial"/>
              </a:defRPr>
            </a:lvl4pPr>
            <a:lvl5pPr algn="l">
              <a:defRPr sz="3225" b="1">
                <a:solidFill>
                  <a:srgbClr val="236650"/>
                </a:solidFill>
                <a:latin typeface="Arial"/>
                <a:ea typeface="Arial"/>
                <a:cs typeface="Arial"/>
              </a:defRPr>
            </a:lvl5pPr>
            <a:lvl6pPr algn="l">
              <a:defRPr sz="3225" b="1">
                <a:solidFill>
                  <a:srgbClr val="236650"/>
                </a:solidFill>
                <a:latin typeface="Arial"/>
                <a:ea typeface="Arial"/>
                <a:cs typeface="Arial"/>
              </a:defRPr>
            </a:lvl6pPr>
            <a:lvl7pPr algn="l">
              <a:defRPr sz="3225" b="1">
                <a:solidFill>
                  <a:srgbClr val="236650"/>
                </a:solidFill>
                <a:latin typeface="Arial"/>
                <a:ea typeface="Arial"/>
                <a:cs typeface="Arial"/>
              </a:defRPr>
            </a:lvl7pPr>
            <a:lvl8pPr algn="l">
              <a:defRPr sz="3225" b="1">
                <a:solidFill>
                  <a:srgbClr val="236650"/>
                </a:solidFill>
                <a:latin typeface="Arial"/>
                <a:ea typeface="Arial"/>
                <a:cs typeface="Arial"/>
              </a:defRPr>
            </a:lvl8pPr>
            <a:lvl9pPr algn="l">
              <a:defRPr sz="3225" b="1">
                <a:solidFill>
                  <a:srgbClr val="236650"/>
                </a:solidFill>
                <a:latin typeface="Arial"/>
                <a:ea typeface="Arial"/>
                <a:cs typeface="Arial"/>
              </a:defRPr>
            </a:lvl9pPr>
          </a:lstStyle>
          <a:p xmlns:a="http://schemas.openxmlformats.org/drawingml/2006/main">
            <a:pPr algn="l">
              <a:defRPr sz="3225" b="1">
                <a:solidFill>
                  <a:srgbClr val="236650"/>
                </a:solidFill>
                <a:latin typeface="Arial"/>
                <a:ea typeface="Arial"/>
                <a:cs typeface="Arial"/>
              </a:defRPr>
            </a:pPr>
            <a:r>
              <a:rPr sz="3225" b="1">
                <a:solidFill>
                  <a:srgbClr val="236650"/>
                </a:solidFill>
                <a:latin typeface="Arial"/>
                <a:ea typeface="Arial"/>
                <a:cs typeface="Arial"/>
              </a:rPr>
              <a:t>Use the agreed rule. Check what happened. Hear the people involved.</a:t>
            </a:r>
          </a:p>
        </p:txBody>
      </p:sp>
      <p:sp>
        <p:nvSpPr>
          <p:cNvPr id="14" name="">
            <a:extLst xmlns:a="http://schemas.openxmlformats.org/drawingml/2006/main">
              <a:ext uri="{FF2B5EF4-FFF2-40B4-BE49-F238E27FC236}">
                <a16:creationId xmlns:a16="http://schemas.microsoft.com/office/drawing/2014/main" id="{7B0DDEFD-94E2-41A3-9128-3C777F5B82D5}"/>
              </a:ext>
            </a:extLst>
          </p:cNvPr>
          <p:cNvSpPr>
            <a:spLocks xmlns:a="http://schemas.openxmlformats.org/drawingml/2006/main" noGrp="1"/>
          </p:cNvSpPr>
          <p:nvPr/>
        </p:nvSpPr>
        <p:spPr>
          <a:xfrm xmlns:a="http://schemas.openxmlformats.org/drawingml/2006/main">
            <a:off x="571500" y="4419600"/>
            <a:ext cx="10953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Sport is an example. Laws have their own processes.</a:t>
            </a:r>
          </a:p>
        </p:txBody>
      </p:sp>
    </p:spTree>
    <p:extLst>
      <p:ext uri="{BB962C8B-B14F-4D97-AF65-F5344CB8AC3E}">
        <p14:creationId xmlns:p14="http://schemas.microsoft.com/office/powerpoint/2010/main" val="507312395"/>
      </p:ext>
    </p:extLst>
  </p:cSld>
</p:sld>
</file>

<file path=ppt/slides/slide6.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3C9EE91-132E-409F-A963-BF10F8C353F1}"/>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1DB19B8B-8DB4-4C51-AC33-BCB58F50A0B0}"/>
              </a:ext>
            </a:extLst>
          </p:cNvPr>
          <p:cNvPicPr>
            <a:picLocks xmlns:a="http://schemas.openxmlformats.org/drawingml/2006/main" noChangeAspect="1"/>
          </p:cNvPicPr>
          <p:nvPr/>
        </p:nvPicPr>
        <p:blipFill>
          <a:blip xmlns:r="http://schemas.openxmlformats.org/officeDocument/2006/relationships" xmlns:a="http://schemas.openxmlformats.org/drawingml/2006/main" r:embed="Rb8433af0cced405d"/>
          <a:stretch xmlns:a="http://schemas.openxmlformats.org/drawingml/2006/main"/>
        </p:blipFill>
        <p:spPr>
          <a:xfrm xmlns:a="http://schemas.openxmlformats.org/drawingml/2006/main">
            <a:off x="266700" y="114300"/>
            <a:ext cx="514350" cy="514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72AA1C4-EA62-4D39-8BCD-4CE19716F78A}"/>
              </a:ext>
            </a:extLst>
          </p:cNvPr>
          <p:cNvSpPr>
            <a:spLocks xmlns:a="http://schemas.openxmlformats.org/drawingml/2006/main" noGrp="1"/>
          </p:cNvSpPr>
          <p:nvPr/>
        </p:nvSpPr>
        <p:spPr>
          <a:xfrm xmlns:a="http://schemas.openxmlformats.org/drawingml/2006/main">
            <a:off x="914400" y="1428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7223B"/>
                </a:solidFill>
                <a:latin typeface="Arial"/>
                <a:ea typeface="Arial"/>
                <a:cs typeface="Arial"/>
              </a:defRPr>
            </a:defPPr>
            <a:lvl1pPr algn="l">
              <a:defRPr sz="1500" b="1">
                <a:solidFill>
                  <a:srgbClr val="17223B"/>
                </a:solidFill>
                <a:latin typeface="Arial"/>
                <a:ea typeface="Arial"/>
                <a:cs typeface="Arial"/>
              </a:defRPr>
            </a:lvl1pPr>
            <a:lvl2pPr algn="l">
              <a:defRPr sz="1500" b="1">
                <a:solidFill>
                  <a:srgbClr val="17223B"/>
                </a:solidFill>
                <a:latin typeface="Arial"/>
                <a:ea typeface="Arial"/>
                <a:cs typeface="Arial"/>
              </a:defRPr>
            </a:lvl2pPr>
            <a:lvl3pPr algn="l">
              <a:defRPr sz="1500" b="1">
                <a:solidFill>
                  <a:srgbClr val="17223B"/>
                </a:solidFill>
                <a:latin typeface="Arial"/>
                <a:ea typeface="Arial"/>
                <a:cs typeface="Arial"/>
              </a:defRPr>
            </a:lvl3pPr>
            <a:lvl4pPr algn="l">
              <a:defRPr sz="1500" b="1">
                <a:solidFill>
                  <a:srgbClr val="17223B"/>
                </a:solidFill>
                <a:latin typeface="Arial"/>
                <a:ea typeface="Arial"/>
                <a:cs typeface="Arial"/>
              </a:defRPr>
            </a:lvl4pPr>
            <a:lvl5pPr algn="l">
              <a:defRPr sz="1500" b="1">
                <a:solidFill>
                  <a:srgbClr val="17223B"/>
                </a:solidFill>
                <a:latin typeface="Arial"/>
                <a:ea typeface="Arial"/>
                <a:cs typeface="Arial"/>
              </a:defRPr>
            </a:lvl5pPr>
            <a:lvl6pPr algn="l">
              <a:defRPr sz="1500" b="1">
                <a:solidFill>
                  <a:srgbClr val="17223B"/>
                </a:solidFill>
                <a:latin typeface="Arial"/>
                <a:ea typeface="Arial"/>
                <a:cs typeface="Arial"/>
              </a:defRPr>
            </a:lvl6pPr>
            <a:lvl7pPr algn="l">
              <a:defRPr sz="1500" b="1">
                <a:solidFill>
                  <a:srgbClr val="17223B"/>
                </a:solidFill>
                <a:latin typeface="Arial"/>
                <a:ea typeface="Arial"/>
                <a:cs typeface="Arial"/>
              </a:defRPr>
            </a:lvl7pPr>
            <a:lvl8pPr algn="l">
              <a:defRPr sz="1500" b="1">
                <a:solidFill>
                  <a:srgbClr val="17223B"/>
                </a:solidFill>
                <a:latin typeface="Arial"/>
                <a:ea typeface="Arial"/>
                <a:cs typeface="Arial"/>
              </a:defRPr>
            </a:lvl8pPr>
            <a:lvl9pPr algn="l">
              <a:defRPr sz="1500" b="1">
                <a:solidFill>
                  <a:srgbClr val="17223B"/>
                </a:solidFill>
                <a:latin typeface="Arial"/>
                <a:ea typeface="Arial"/>
                <a:cs typeface="Arial"/>
              </a:defRPr>
            </a:lvl9pPr>
          </a:lstStyle>
          <a:p xmlns:a="http://schemas.openxmlformats.org/drawingml/2006/main">
            <a:pPr algn="l">
              <a:defRPr sz="1500" b="1">
                <a:solidFill>
                  <a:srgbClr val="17223B"/>
                </a:solidFill>
                <a:latin typeface="Arial"/>
                <a:ea typeface="Arial"/>
                <a:cs typeface="Arial"/>
              </a:defRPr>
            </a:pPr>
            <a:r>
              <a:rPr sz="1500" b="1">
                <a:solidFill>
                  <a:srgbClr val="17223B"/>
                </a:solidFill>
                <a:latin typeface="Arial"/>
                <a:ea typeface="Arial"/>
                <a:cs typeface="Arial"/>
              </a:rPr>
              <a:t>MADE BY MATT</a:t>
            </a:r>
          </a:p>
        </p:txBody>
      </p:sp>
      <p:sp>
        <p:nvSpPr>
          <p:cNvPr id="4" name="">
            <a:extLst xmlns:a="http://schemas.openxmlformats.org/drawingml/2006/main">
              <a:ext uri="{FF2B5EF4-FFF2-40B4-BE49-F238E27FC236}">
                <a16:creationId xmlns:a16="http://schemas.microsoft.com/office/drawing/2014/main" id="{742FB67E-40DC-495A-BA4A-EB4A1ED67E70}"/>
              </a:ext>
            </a:extLst>
          </p:cNvPr>
          <p:cNvSpPr>
            <a:spLocks xmlns:a="http://schemas.openxmlformats.org/drawingml/2006/main" noGrp="1"/>
          </p:cNvSpPr>
          <p:nvPr/>
        </p:nvSpPr>
        <p:spPr>
          <a:xfrm xmlns:a="http://schemas.openxmlformats.org/drawingml/2006/main">
            <a:off x="914400" y="39052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26074"/>
                </a:solidFill>
                <a:latin typeface="Arial"/>
                <a:ea typeface="Arial"/>
                <a:cs typeface="Arial"/>
              </a:defRPr>
            </a:defPPr>
            <a:lvl1pPr algn="l">
              <a:defRPr sz="1200" b="0">
                <a:solidFill>
                  <a:srgbClr val="526074"/>
                </a:solidFill>
                <a:latin typeface="Arial"/>
                <a:ea typeface="Arial"/>
                <a:cs typeface="Arial"/>
              </a:defRPr>
            </a:lvl1pPr>
            <a:lvl2pPr algn="l">
              <a:defRPr sz="1200" b="0">
                <a:solidFill>
                  <a:srgbClr val="526074"/>
                </a:solidFill>
                <a:latin typeface="Arial"/>
                <a:ea typeface="Arial"/>
                <a:cs typeface="Arial"/>
              </a:defRPr>
            </a:lvl2pPr>
            <a:lvl3pPr algn="l">
              <a:defRPr sz="1200" b="0">
                <a:solidFill>
                  <a:srgbClr val="526074"/>
                </a:solidFill>
                <a:latin typeface="Arial"/>
                <a:ea typeface="Arial"/>
                <a:cs typeface="Arial"/>
              </a:defRPr>
            </a:lvl3pPr>
            <a:lvl4pPr algn="l">
              <a:defRPr sz="1200" b="0">
                <a:solidFill>
                  <a:srgbClr val="526074"/>
                </a:solidFill>
                <a:latin typeface="Arial"/>
                <a:ea typeface="Arial"/>
                <a:cs typeface="Arial"/>
              </a:defRPr>
            </a:lvl4pPr>
            <a:lvl5pPr algn="l">
              <a:defRPr sz="1200" b="0">
                <a:solidFill>
                  <a:srgbClr val="526074"/>
                </a:solidFill>
                <a:latin typeface="Arial"/>
                <a:ea typeface="Arial"/>
                <a:cs typeface="Arial"/>
              </a:defRPr>
            </a:lvl5pPr>
            <a:lvl6pPr algn="l">
              <a:defRPr sz="1200" b="0">
                <a:solidFill>
                  <a:srgbClr val="526074"/>
                </a:solidFill>
                <a:latin typeface="Arial"/>
                <a:ea typeface="Arial"/>
                <a:cs typeface="Arial"/>
              </a:defRPr>
            </a:lvl6pPr>
            <a:lvl7pPr algn="l">
              <a:defRPr sz="1200" b="0">
                <a:solidFill>
                  <a:srgbClr val="526074"/>
                </a:solidFill>
                <a:latin typeface="Arial"/>
                <a:ea typeface="Arial"/>
                <a:cs typeface="Arial"/>
              </a:defRPr>
            </a:lvl7pPr>
            <a:lvl8pPr algn="l">
              <a:defRPr sz="1200" b="0">
                <a:solidFill>
                  <a:srgbClr val="526074"/>
                </a:solidFill>
                <a:latin typeface="Arial"/>
                <a:ea typeface="Arial"/>
                <a:cs typeface="Arial"/>
              </a:defRPr>
            </a:lvl8pPr>
            <a:lvl9pPr algn="l">
              <a:defRPr sz="1200" b="0">
                <a:solidFill>
                  <a:srgbClr val="526074"/>
                </a:solidFill>
                <a:latin typeface="Arial"/>
                <a:ea typeface="Arial"/>
                <a:cs typeface="Arial"/>
              </a:defRPr>
            </a:lvl9pPr>
          </a:lstStyle>
          <a:p xmlns:a="http://schemas.openxmlformats.org/drawingml/2006/main">
            <a:pPr algn="l">
              <a:defRPr sz="1200" b="0">
                <a:solidFill>
                  <a:srgbClr val="526074"/>
                </a:solidFill>
                <a:latin typeface="Arial"/>
                <a:ea typeface="Arial"/>
                <a:cs typeface="Arial"/>
              </a:defRPr>
            </a:pPr>
            <a:r>
              <a:rPr sz="1200" b="0">
                <a:solidFill>
                  <a:srgbClr val="526074"/>
                </a:solidFill>
                <a:latin typeface="Arial"/>
                <a:ea typeface="Arial"/>
                <a:cs typeface="Arial"/>
              </a:rPr>
              <a:t>Learn • Build • Explore</a:t>
            </a:r>
          </a:p>
        </p:txBody>
      </p:sp>
      <p:sp>
        <p:nvSpPr>
          <p:cNvPr id="5" name="">
            <a:extLst xmlns:a="http://schemas.openxmlformats.org/drawingml/2006/main">
              <a:ext uri="{FF2B5EF4-FFF2-40B4-BE49-F238E27FC236}">
                <a16:creationId xmlns:a16="http://schemas.microsoft.com/office/drawing/2014/main" id="{901B0EED-5C52-4BBF-AB1C-2305FE00BE44}"/>
              </a:ext>
            </a:extLst>
          </p:cNvPr>
          <p:cNvSpPr>
            <a:spLocks xmlns:a="http://schemas.openxmlformats.org/drawingml/2006/main" noGrp="1"/>
          </p:cNvSpPr>
          <p:nvPr/>
        </p:nvSpPr>
        <p:spPr>
          <a:xfrm xmlns:a="http://schemas.openxmlformats.org/drawingml/2006/main">
            <a:off x="7905750" y="2286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500" b="1">
                <a:solidFill>
                  <a:srgbClr val="236650"/>
                </a:solidFill>
                <a:latin typeface="Arial"/>
                <a:ea typeface="Arial"/>
                <a:cs typeface="Arial"/>
              </a:defRPr>
            </a:defPPr>
            <a:lvl1pPr algn="r">
              <a:defRPr sz="1500" b="1">
                <a:solidFill>
                  <a:srgbClr val="236650"/>
                </a:solidFill>
                <a:latin typeface="Arial"/>
                <a:ea typeface="Arial"/>
                <a:cs typeface="Arial"/>
              </a:defRPr>
            </a:lvl1pPr>
            <a:lvl2pPr algn="r">
              <a:defRPr sz="1500" b="1">
                <a:solidFill>
                  <a:srgbClr val="236650"/>
                </a:solidFill>
                <a:latin typeface="Arial"/>
                <a:ea typeface="Arial"/>
                <a:cs typeface="Arial"/>
              </a:defRPr>
            </a:lvl2pPr>
            <a:lvl3pPr algn="r">
              <a:defRPr sz="1500" b="1">
                <a:solidFill>
                  <a:srgbClr val="236650"/>
                </a:solidFill>
                <a:latin typeface="Arial"/>
                <a:ea typeface="Arial"/>
                <a:cs typeface="Arial"/>
              </a:defRPr>
            </a:lvl3pPr>
            <a:lvl4pPr algn="r">
              <a:defRPr sz="1500" b="1">
                <a:solidFill>
                  <a:srgbClr val="236650"/>
                </a:solidFill>
                <a:latin typeface="Arial"/>
                <a:ea typeface="Arial"/>
                <a:cs typeface="Arial"/>
              </a:defRPr>
            </a:lvl4pPr>
            <a:lvl5pPr algn="r">
              <a:defRPr sz="1500" b="1">
                <a:solidFill>
                  <a:srgbClr val="236650"/>
                </a:solidFill>
                <a:latin typeface="Arial"/>
                <a:ea typeface="Arial"/>
                <a:cs typeface="Arial"/>
              </a:defRPr>
            </a:lvl5pPr>
            <a:lvl6pPr algn="r">
              <a:defRPr sz="1500" b="1">
                <a:solidFill>
                  <a:srgbClr val="236650"/>
                </a:solidFill>
                <a:latin typeface="Arial"/>
                <a:ea typeface="Arial"/>
                <a:cs typeface="Arial"/>
              </a:defRPr>
            </a:lvl6pPr>
            <a:lvl7pPr algn="r">
              <a:defRPr sz="1500" b="1">
                <a:solidFill>
                  <a:srgbClr val="236650"/>
                </a:solidFill>
                <a:latin typeface="Arial"/>
                <a:ea typeface="Arial"/>
                <a:cs typeface="Arial"/>
              </a:defRPr>
            </a:lvl7pPr>
            <a:lvl8pPr algn="r">
              <a:defRPr sz="1500" b="1">
                <a:solidFill>
                  <a:srgbClr val="236650"/>
                </a:solidFill>
                <a:latin typeface="Arial"/>
                <a:ea typeface="Arial"/>
                <a:cs typeface="Arial"/>
              </a:defRPr>
            </a:lvl8pPr>
            <a:lvl9pPr algn="r">
              <a:defRPr sz="1500" b="1">
                <a:solidFill>
                  <a:srgbClr val="236650"/>
                </a:solidFill>
                <a:latin typeface="Arial"/>
                <a:ea typeface="Arial"/>
                <a:cs typeface="Arial"/>
              </a:defRPr>
            </a:lvl9pPr>
          </a:lstStyle>
          <a:p xmlns:a="http://schemas.openxmlformats.org/drawingml/2006/main">
            <a:pPr algn="r">
              <a:defRPr sz="1500" b="1">
                <a:solidFill>
                  <a:srgbClr val="236650"/>
                </a:solidFill>
                <a:latin typeface="Arial"/>
                <a:ea typeface="Arial"/>
                <a:cs typeface="Arial"/>
              </a:defRPr>
            </a:pPr>
            <a:r>
              <a:rPr sz="1500" b="1">
                <a:solidFill>
                  <a:srgbClr val="236650"/>
                </a:solidFill>
                <a:latin typeface="Arial"/>
                <a:ea typeface="Arial"/>
                <a:cs typeface="Arial"/>
              </a:rPr>
              <a:t>BRITISH VALUES</a:t>
            </a:r>
          </a:p>
        </p:txBody>
      </p:sp>
      <p:sp>
        <p:nvSpPr>
          <p:cNvPr id="6" name="">
            <a:extLst xmlns:a="http://schemas.openxmlformats.org/drawingml/2006/main">
              <a:ext uri="{FF2B5EF4-FFF2-40B4-BE49-F238E27FC236}">
                <a16:creationId xmlns:a16="http://schemas.microsoft.com/office/drawing/2014/main" id="{78686EEC-875A-4BB3-8CF0-B124418F9CF8}"/>
              </a:ext>
            </a:extLst>
          </p:cNvPr>
          <p:cNvSpPr>
            <a:spLocks xmlns:a="http://schemas.openxmlformats.org/drawingml/2006/main" noGrp="1"/>
          </p:cNvSpPr>
          <p:nvPr/>
        </p:nvSpPr>
        <p:spPr>
          <a:xfrm xmlns:a="http://schemas.openxmlformats.org/drawingml/2006/main">
            <a:off x="0" y="742950"/>
            <a:ext cx="12192000" cy="40005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338BA5A-5145-4389-ABAD-3A4797470787}"/>
              </a:ext>
            </a:extLst>
          </p:cNvPr>
          <p:cNvSpPr>
            <a:spLocks xmlns:a="http://schemas.openxmlformats.org/drawingml/2006/main" noGrp="1"/>
          </p:cNvSpPr>
          <p:nvPr/>
        </p:nvSpPr>
        <p:spPr>
          <a:xfrm xmlns:a="http://schemas.openxmlformats.org/drawingml/2006/main">
            <a:off x="304800" y="781050"/>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FFFEF9"/>
                </a:solidFill>
                <a:latin typeface="Arial"/>
                <a:ea typeface="Arial"/>
                <a:cs typeface="Arial"/>
              </a:defRPr>
            </a:defPPr>
            <a:lvl1pPr algn="l">
              <a:defRPr sz="1425" b="0">
                <a:solidFill>
                  <a:srgbClr val="FFFEF9"/>
                </a:solidFill>
                <a:latin typeface="Arial"/>
                <a:ea typeface="Arial"/>
                <a:cs typeface="Arial"/>
              </a:defRPr>
            </a:lvl1pPr>
            <a:lvl2pPr algn="l">
              <a:defRPr sz="1425" b="0">
                <a:solidFill>
                  <a:srgbClr val="FFFEF9"/>
                </a:solidFill>
                <a:latin typeface="Arial"/>
                <a:ea typeface="Arial"/>
                <a:cs typeface="Arial"/>
              </a:defRPr>
            </a:lvl2pPr>
            <a:lvl3pPr algn="l">
              <a:defRPr sz="1425" b="0">
                <a:solidFill>
                  <a:srgbClr val="FFFEF9"/>
                </a:solidFill>
                <a:latin typeface="Arial"/>
                <a:ea typeface="Arial"/>
                <a:cs typeface="Arial"/>
              </a:defRPr>
            </a:lvl3pPr>
            <a:lvl4pPr algn="l">
              <a:defRPr sz="1425" b="0">
                <a:solidFill>
                  <a:srgbClr val="FFFEF9"/>
                </a:solidFill>
                <a:latin typeface="Arial"/>
                <a:ea typeface="Arial"/>
                <a:cs typeface="Arial"/>
              </a:defRPr>
            </a:lvl4pPr>
            <a:lvl5pPr algn="l">
              <a:defRPr sz="1425" b="0">
                <a:solidFill>
                  <a:srgbClr val="FFFEF9"/>
                </a:solidFill>
                <a:latin typeface="Arial"/>
                <a:ea typeface="Arial"/>
                <a:cs typeface="Arial"/>
              </a:defRPr>
            </a:lvl5pPr>
            <a:lvl6pPr algn="l">
              <a:defRPr sz="1425" b="0">
                <a:solidFill>
                  <a:srgbClr val="FFFEF9"/>
                </a:solidFill>
                <a:latin typeface="Arial"/>
                <a:ea typeface="Arial"/>
                <a:cs typeface="Arial"/>
              </a:defRPr>
            </a:lvl6pPr>
            <a:lvl7pPr algn="l">
              <a:defRPr sz="1425" b="0">
                <a:solidFill>
                  <a:srgbClr val="FFFEF9"/>
                </a:solidFill>
                <a:latin typeface="Arial"/>
                <a:ea typeface="Arial"/>
                <a:cs typeface="Arial"/>
              </a:defRPr>
            </a:lvl7pPr>
            <a:lvl8pPr algn="l">
              <a:defRPr sz="1425" b="0">
                <a:solidFill>
                  <a:srgbClr val="FFFEF9"/>
                </a:solidFill>
                <a:latin typeface="Arial"/>
                <a:ea typeface="Arial"/>
                <a:cs typeface="Arial"/>
              </a:defRPr>
            </a:lvl8pPr>
            <a:lvl9pPr algn="l">
              <a:defRPr sz="1425" b="0">
                <a:solidFill>
                  <a:srgbClr val="FFFEF9"/>
                </a:solidFill>
                <a:latin typeface="Arial"/>
                <a:ea typeface="Arial"/>
                <a:cs typeface="Arial"/>
              </a:defRPr>
            </a:lvl9pPr>
          </a:lstStyle>
          <a:p xmlns:a="http://schemas.openxmlformats.org/drawingml/2006/main">
            <a:pPr algn="l">
              <a:defRPr sz="1425" b="0">
                <a:solidFill>
                  <a:srgbClr val="FFFEF9"/>
                </a:solidFill>
                <a:latin typeface="Arial"/>
                <a:ea typeface="Arial"/>
                <a:cs typeface="Arial"/>
              </a:defRPr>
            </a:pPr>
            <a:r>
              <a:rPr sz="1425" b="0">
                <a:solidFill>
                  <a:srgbClr val="FFFEF9"/>
                </a:solidFill>
                <a:latin typeface="Arial"/>
                <a:ea typeface="Arial"/>
                <a:cs typeface="Arial"/>
              </a:rPr>
              <a:t>04 / 10    A school rule or a law?</a:t>
            </a:r>
          </a:p>
        </p:txBody>
      </p:sp>
      <p:sp>
        <p:nvSpPr>
          <p:cNvPr id="8" name="">
            <a:extLst xmlns:a="http://schemas.openxmlformats.org/drawingml/2006/main">
              <a:ext uri="{FF2B5EF4-FFF2-40B4-BE49-F238E27FC236}">
                <a16:creationId xmlns:a16="http://schemas.microsoft.com/office/drawing/2014/main" id="{BDFFB56E-A074-43F7-9201-68B7C0FE55AD}"/>
              </a:ext>
            </a:extLst>
          </p:cNvPr>
          <p:cNvSpPr>
            <a:spLocks xmlns:a="http://schemas.openxmlformats.org/drawingml/2006/main" noGrp="1"/>
          </p:cNvSpPr>
          <p:nvPr/>
        </p:nvSpPr>
        <p:spPr>
          <a:xfrm xmlns:a="http://schemas.openxmlformats.org/drawingml/2006/main">
            <a:off x="10763250" y="781050"/>
            <a:ext cx="1104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425" b="0">
                <a:solidFill>
                  <a:srgbClr val="A6E5C9"/>
                </a:solidFill>
                <a:latin typeface="Arial"/>
                <a:ea typeface="Arial"/>
                <a:cs typeface="Arial"/>
              </a:defRPr>
            </a:defPPr>
            <a:lvl1pPr algn="r">
              <a:defRPr sz="1425" b="0">
                <a:solidFill>
                  <a:srgbClr val="A6E5C9"/>
                </a:solidFill>
                <a:latin typeface="Arial"/>
                <a:ea typeface="Arial"/>
                <a:cs typeface="Arial"/>
              </a:defRPr>
            </a:lvl1pPr>
            <a:lvl2pPr algn="r">
              <a:defRPr sz="1425" b="0">
                <a:solidFill>
                  <a:srgbClr val="A6E5C9"/>
                </a:solidFill>
                <a:latin typeface="Arial"/>
                <a:ea typeface="Arial"/>
                <a:cs typeface="Arial"/>
              </a:defRPr>
            </a:lvl2pPr>
            <a:lvl3pPr algn="r">
              <a:defRPr sz="1425" b="0">
                <a:solidFill>
                  <a:srgbClr val="A6E5C9"/>
                </a:solidFill>
                <a:latin typeface="Arial"/>
                <a:ea typeface="Arial"/>
                <a:cs typeface="Arial"/>
              </a:defRPr>
            </a:lvl3pPr>
            <a:lvl4pPr algn="r">
              <a:defRPr sz="1425" b="0">
                <a:solidFill>
                  <a:srgbClr val="A6E5C9"/>
                </a:solidFill>
                <a:latin typeface="Arial"/>
                <a:ea typeface="Arial"/>
                <a:cs typeface="Arial"/>
              </a:defRPr>
            </a:lvl4pPr>
            <a:lvl5pPr algn="r">
              <a:defRPr sz="1425" b="0">
                <a:solidFill>
                  <a:srgbClr val="A6E5C9"/>
                </a:solidFill>
                <a:latin typeface="Arial"/>
                <a:ea typeface="Arial"/>
                <a:cs typeface="Arial"/>
              </a:defRPr>
            </a:lvl5pPr>
            <a:lvl6pPr algn="r">
              <a:defRPr sz="1425" b="0">
                <a:solidFill>
                  <a:srgbClr val="A6E5C9"/>
                </a:solidFill>
                <a:latin typeface="Arial"/>
                <a:ea typeface="Arial"/>
                <a:cs typeface="Arial"/>
              </a:defRPr>
            </a:lvl6pPr>
            <a:lvl7pPr algn="r">
              <a:defRPr sz="1425" b="0">
                <a:solidFill>
                  <a:srgbClr val="A6E5C9"/>
                </a:solidFill>
                <a:latin typeface="Arial"/>
                <a:ea typeface="Arial"/>
                <a:cs typeface="Arial"/>
              </a:defRPr>
            </a:lvl7pPr>
            <a:lvl8pPr algn="r">
              <a:defRPr sz="1425" b="0">
                <a:solidFill>
                  <a:srgbClr val="A6E5C9"/>
                </a:solidFill>
                <a:latin typeface="Arial"/>
                <a:ea typeface="Arial"/>
                <a:cs typeface="Arial"/>
              </a:defRPr>
            </a:lvl8pPr>
            <a:lvl9pPr algn="r">
              <a:defRPr sz="1425" b="0">
                <a:solidFill>
                  <a:srgbClr val="A6E5C9"/>
                </a:solidFill>
                <a:latin typeface="Arial"/>
                <a:ea typeface="Arial"/>
                <a:cs typeface="Arial"/>
              </a:defRPr>
            </a:lvl9pPr>
          </a:lstStyle>
          <a:p xmlns:a="http://schemas.openxmlformats.org/drawingml/2006/main">
            <a:pPr algn="r">
              <a:defRPr sz="1425" b="0">
                <a:solidFill>
                  <a:srgbClr val="A6E5C9"/>
                </a:solidFill>
                <a:latin typeface="Arial"/>
                <a:ea typeface="Arial"/>
                <a:cs typeface="Arial"/>
              </a:defRPr>
            </a:pPr>
            <a:r>
              <a:rPr sz="1425" b="0">
                <a:solidFill>
                  <a:srgbClr val="A6E5C9"/>
                </a:solidFill>
                <a:latin typeface="Arial"/>
                <a:ea typeface="Arial"/>
                <a:cs typeface="Arial"/>
              </a:rPr>
              <a:t>2 min</a:t>
            </a:r>
          </a:p>
        </p:txBody>
      </p:sp>
      <p:sp>
        <p:nvSpPr>
          <p:cNvPr id="9" name="">
            <a:extLst xmlns:a="http://schemas.openxmlformats.org/drawingml/2006/main">
              <a:ext uri="{FF2B5EF4-FFF2-40B4-BE49-F238E27FC236}">
                <a16:creationId xmlns:a16="http://schemas.microsoft.com/office/drawing/2014/main" id="{4E9E4FF5-8E12-4393-9B15-CB41F079B2AD}"/>
              </a:ext>
            </a:extLst>
          </p:cNvPr>
          <p:cNvSpPr>
            <a:spLocks xmlns:a="http://schemas.openxmlformats.org/drawingml/2006/main" noGrp="1"/>
          </p:cNvSpPr>
          <p:nvPr/>
        </p:nvSpPr>
        <p:spPr>
          <a:xfrm xmlns:a="http://schemas.openxmlformats.org/drawingml/2006/main">
            <a:off x="0" y="6467475"/>
            <a:ext cx="12192000" cy="390525"/>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3455A75-6AD4-4A93-8C73-01AA4B63B4E1}"/>
              </a:ext>
            </a:extLst>
          </p:cNvPr>
          <p:cNvSpPr>
            <a:spLocks xmlns:a="http://schemas.openxmlformats.org/drawingml/2006/main" noGrp="1"/>
          </p:cNvSpPr>
          <p:nvPr/>
        </p:nvSpPr>
        <p:spPr>
          <a:xfrm xmlns:a="http://schemas.openxmlformats.org/drawingml/2006/main">
            <a:off x="304800" y="65246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526074"/>
                </a:solidFill>
                <a:latin typeface="Arial"/>
                <a:ea typeface="Arial"/>
                <a:cs typeface="Arial"/>
              </a:defRPr>
            </a:defPPr>
            <a:lvl1pPr algn="l">
              <a:defRPr sz="1050" b="0">
                <a:solidFill>
                  <a:srgbClr val="526074"/>
                </a:solidFill>
                <a:latin typeface="Arial"/>
                <a:ea typeface="Arial"/>
                <a:cs typeface="Arial"/>
              </a:defRPr>
            </a:lvl1pPr>
            <a:lvl2pPr algn="l">
              <a:defRPr sz="1050" b="0">
                <a:solidFill>
                  <a:srgbClr val="526074"/>
                </a:solidFill>
                <a:latin typeface="Arial"/>
                <a:ea typeface="Arial"/>
                <a:cs typeface="Arial"/>
              </a:defRPr>
            </a:lvl2pPr>
            <a:lvl3pPr algn="l">
              <a:defRPr sz="1050" b="0">
                <a:solidFill>
                  <a:srgbClr val="526074"/>
                </a:solidFill>
                <a:latin typeface="Arial"/>
                <a:ea typeface="Arial"/>
                <a:cs typeface="Arial"/>
              </a:defRPr>
            </a:lvl3pPr>
            <a:lvl4pPr algn="l">
              <a:defRPr sz="1050" b="0">
                <a:solidFill>
                  <a:srgbClr val="526074"/>
                </a:solidFill>
                <a:latin typeface="Arial"/>
                <a:ea typeface="Arial"/>
                <a:cs typeface="Arial"/>
              </a:defRPr>
            </a:lvl4pPr>
            <a:lvl5pPr algn="l">
              <a:defRPr sz="1050" b="0">
                <a:solidFill>
                  <a:srgbClr val="526074"/>
                </a:solidFill>
                <a:latin typeface="Arial"/>
                <a:ea typeface="Arial"/>
                <a:cs typeface="Arial"/>
              </a:defRPr>
            </a:lvl5pPr>
            <a:lvl6pPr algn="l">
              <a:defRPr sz="1050" b="0">
                <a:solidFill>
                  <a:srgbClr val="526074"/>
                </a:solidFill>
                <a:latin typeface="Arial"/>
                <a:ea typeface="Arial"/>
                <a:cs typeface="Arial"/>
              </a:defRPr>
            </a:lvl6pPr>
            <a:lvl7pPr algn="l">
              <a:defRPr sz="1050" b="0">
                <a:solidFill>
                  <a:srgbClr val="526074"/>
                </a:solidFill>
                <a:latin typeface="Arial"/>
                <a:ea typeface="Arial"/>
                <a:cs typeface="Arial"/>
              </a:defRPr>
            </a:lvl7pPr>
            <a:lvl8pPr algn="l">
              <a:defRPr sz="1050" b="0">
                <a:solidFill>
                  <a:srgbClr val="526074"/>
                </a:solidFill>
                <a:latin typeface="Arial"/>
                <a:ea typeface="Arial"/>
                <a:cs typeface="Arial"/>
              </a:defRPr>
            </a:lvl8pPr>
            <a:lvl9pPr algn="l">
              <a:defRPr sz="1050" b="0">
                <a:solidFill>
                  <a:srgbClr val="526074"/>
                </a:solidFill>
                <a:latin typeface="Arial"/>
                <a:ea typeface="Arial"/>
                <a:cs typeface="Arial"/>
              </a:defRPr>
            </a:lvl9pPr>
          </a:lstStyle>
          <a:p xmlns:a="http://schemas.openxmlformats.org/drawingml/2006/main">
            <a:pPr algn="l">
              <a:defRPr sz="1050" b="0">
                <a:solidFill>
                  <a:srgbClr val="526074"/>
                </a:solidFill>
                <a:latin typeface="Arial"/>
                <a:ea typeface="Arial"/>
                <a:cs typeface="Arial"/>
              </a:defRPr>
            </a:pPr>
            <a:r>
              <a:rPr sz="1050" b="0">
                <a:solidFill>
                  <a:srgbClr val="526074"/>
                </a:solidFill>
                <a:latin typeface="Arial"/>
                <a:ea typeface="Arial"/>
                <a:cs typeface="Arial"/>
              </a:rPr>
              <a:t>ASSEMBLY-RULE-OF-LAW</a:t>
            </a:r>
          </a:p>
        </p:txBody>
      </p:sp>
      <p:sp>
        <p:nvSpPr>
          <p:cNvPr id="11" name="">
            <a:extLst xmlns:a="http://schemas.openxmlformats.org/drawingml/2006/main">
              <a:ext uri="{FF2B5EF4-FFF2-40B4-BE49-F238E27FC236}">
                <a16:creationId xmlns:a16="http://schemas.microsoft.com/office/drawing/2014/main" id="{BE4226EF-19B4-4665-B5CA-AE1BCA02F80D}"/>
              </a:ext>
            </a:extLst>
          </p:cNvPr>
          <p:cNvSpPr>
            <a:spLocks xmlns:a="http://schemas.openxmlformats.org/drawingml/2006/main" noGrp="1"/>
          </p:cNvSpPr>
          <p:nvPr/>
        </p:nvSpPr>
        <p:spPr>
          <a:xfrm xmlns:a="http://schemas.openxmlformats.org/drawingml/2006/main">
            <a:off x="7620000" y="6524625"/>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074"/>
                </a:solidFill>
                <a:latin typeface="Arial"/>
                <a:ea typeface="Arial"/>
                <a:cs typeface="Arial"/>
              </a:defRPr>
            </a:defPPr>
            <a:lvl1pPr algn="r">
              <a:defRPr sz="1200" b="0">
                <a:solidFill>
                  <a:srgbClr val="526074"/>
                </a:solidFill>
                <a:latin typeface="Arial"/>
                <a:ea typeface="Arial"/>
                <a:cs typeface="Arial"/>
              </a:defRPr>
            </a:lvl1pPr>
            <a:lvl2pPr algn="r">
              <a:defRPr sz="1200" b="0">
                <a:solidFill>
                  <a:srgbClr val="526074"/>
                </a:solidFill>
                <a:latin typeface="Arial"/>
                <a:ea typeface="Arial"/>
                <a:cs typeface="Arial"/>
              </a:defRPr>
            </a:lvl2pPr>
            <a:lvl3pPr algn="r">
              <a:defRPr sz="1200" b="0">
                <a:solidFill>
                  <a:srgbClr val="526074"/>
                </a:solidFill>
                <a:latin typeface="Arial"/>
                <a:ea typeface="Arial"/>
                <a:cs typeface="Arial"/>
              </a:defRPr>
            </a:lvl3pPr>
            <a:lvl4pPr algn="r">
              <a:defRPr sz="1200" b="0">
                <a:solidFill>
                  <a:srgbClr val="526074"/>
                </a:solidFill>
                <a:latin typeface="Arial"/>
                <a:ea typeface="Arial"/>
                <a:cs typeface="Arial"/>
              </a:defRPr>
            </a:lvl4pPr>
            <a:lvl5pPr algn="r">
              <a:defRPr sz="1200" b="0">
                <a:solidFill>
                  <a:srgbClr val="526074"/>
                </a:solidFill>
                <a:latin typeface="Arial"/>
                <a:ea typeface="Arial"/>
                <a:cs typeface="Arial"/>
              </a:defRPr>
            </a:lvl5pPr>
            <a:lvl6pPr algn="r">
              <a:defRPr sz="1200" b="0">
                <a:solidFill>
                  <a:srgbClr val="526074"/>
                </a:solidFill>
                <a:latin typeface="Arial"/>
                <a:ea typeface="Arial"/>
                <a:cs typeface="Arial"/>
              </a:defRPr>
            </a:lvl6pPr>
            <a:lvl7pPr algn="r">
              <a:defRPr sz="1200" b="0">
                <a:solidFill>
                  <a:srgbClr val="526074"/>
                </a:solidFill>
                <a:latin typeface="Arial"/>
                <a:ea typeface="Arial"/>
                <a:cs typeface="Arial"/>
              </a:defRPr>
            </a:lvl7pPr>
            <a:lvl8pPr algn="r">
              <a:defRPr sz="1200" b="0">
                <a:solidFill>
                  <a:srgbClr val="526074"/>
                </a:solidFill>
                <a:latin typeface="Arial"/>
                <a:ea typeface="Arial"/>
                <a:cs typeface="Arial"/>
              </a:defRPr>
            </a:lvl8pPr>
            <a:lvl9pPr algn="r">
              <a:defRPr sz="1200" b="0">
                <a:solidFill>
                  <a:srgbClr val="526074"/>
                </a:solidFill>
                <a:latin typeface="Arial"/>
                <a:ea typeface="Arial"/>
                <a:cs typeface="Arial"/>
              </a:defRPr>
            </a:lvl9pPr>
          </a:lstStyle>
          <a:p xmlns:a="http://schemas.openxmlformats.org/drawingml/2006/main">
            <a:pPr algn="r">
              <a:defRPr sz="1200" b="0">
                <a:solidFill>
                  <a:srgbClr val="526074"/>
                </a:solidFill>
                <a:latin typeface="Arial"/>
                <a:ea typeface="Arial"/>
                <a:cs typeface="Arial"/>
              </a:defRPr>
            </a:pPr>
            <a:r>
              <a:rPr sz="1200" b="0">
                <a:solidFill>
                  <a:srgbClr val="526074"/>
                </a:solidFill>
                <a:latin typeface="Arial"/>
                <a:ea typeface="Arial"/>
                <a:cs typeface="Arial"/>
              </a:rPr>
              <a:t>Think · point · speak · watch</a:t>
            </a:r>
          </a:p>
        </p:txBody>
      </p:sp>
      <p:sp>
        <p:nvSpPr>
          <p:cNvPr id="12" name="Stage heading">
            <a:extLst xmlns:a="http://schemas.openxmlformats.org/drawingml/2006/main">
              <a:ext uri="{FF2B5EF4-FFF2-40B4-BE49-F238E27FC236}">
                <a16:creationId xmlns:a16="http://schemas.microsoft.com/office/drawing/2014/main" id="{09061F53-EEA3-4CC8-A64C-16C861C982EA}"/>
              </a:ext>
            </a:extLst>
          </p:cNvPr>
          <p:cNvSpPr>
            <a:spLocks xmlns:a="http://schemas.openxmlformats.org/drawingml/2006/main" noGrp="1"/>
          </p:cNvSpPr>
          <p:nvPr/>
        </p:nvSpPr>
        <p:spPr>
          <a:xfrm xmlns:a="http://schemas.openxmlformats.org/drawingml/2006/main">
            <a:off x="495300" y="1352550"/>
            <a:ext cx="11201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1">
                <a:solidFill>
                  <a:srgbClr val="17223B"/>
                </a:solidFill>
                <a:latin typeface="Arial"/>
                <a:ea typeface="Arial"/>
                <a:cs typeface="Arial"/>
              </a:defRPr>
            </a:defPPr>
            <a:lvl1pPr algn="l">
              <a:defRPr sz="3525" b="1">
                <a:solidFill>
                  <a:srgbClr val="17223B"/>
                </a:solidFill>
                <a:latin typeface="Arial"/>
                <a:ea typeface="Arial"/>
                <a:cs typeface="Arial"/>
              </a:defRPr>
            </a:lvl1pPr>
            <a:lvl2pPr algn="l">
              <a:defRPr sz="3525" b="1">
                <a:solidFill>
                  <a:srgbClr val="17223B"/>
                </a:solidFill>
                <a:latin typeface="Arial"/>
                <a:ea typeface="Arial"/>
                <a:cs typeface="Arial"/>
              </a:defRPr>
            </a:lvl2pPr>
            <a:lvl3pPr algn="l">
              <a:defRPr sz="3525" b="1">
                <a:solidFill>
                  <a:srgbClr val="17223B"/>
                </a:solidFill>
                <a:latin typeface="Arial"/>
                <a:ea typeface="Arial"/>
                <a:cs typeface="Arial"/>
              </a:defRPr>
            </a:lvl3pPr>
            <a:lvl4pPr algn="l">
              <a:defRPr sz="3525" b="1">
                <a:solidFill>
                  <a:srgbClr val="17223B"/>
                </a:solidFill>
                <a:latin typeface="Arial"/>
                <a:ea typeface="Arial"/>
                <a:cs typeface="Arial"/>
              </a:defRPr>
            </a:lvl4pPr>
            <a:lvl5pPr algn="l">
              <a:defRPr sz="3525" b="1">
                <a:solidFill>
                  <a:srgbClr val="17223B"/>
                </a:solidFill>
                <a:latin typeface="Arial"/>
                <a:ea typeface="Arial"/>
                <a:cs typeface="Arial"/>
              </a:defRPr>
            </a:lvl5pPr>
            <a:lvl6pPr algn="l">
              <a:defRPr sz="3525" b="1">
                <a:solidFill>
                  <a:srgbClr val="17223B"/>
                </a:solidFill>
                <a:latin typeface="Arial"/>
                <a:ea typeface="Arial"/>
                <a:cs typeface="Arial"/>
              </a:defRPr>
            </a:lvl6pPr>
            <a:lvl7pPr algn="l">
              <a:defRPr sz="3525" b="1">
                <a:solidFill>
                  <a:srgbClr val="17223B"/>
                </a:solidFill>
                <a:latin typeface="Arial"/>
                <a:ea typeface="Arial"/>
                <a:cs typeface="Arial"/>
              </a:defRPr>
            </a:lvl7pPr>
            <a:lvl8pPr algn="l">
              <a:defRPr sz="3525" b="1">
                <a:solidFill>
                  <a:srgbClr val="17223B"/>
                </a:solidFill>
                <a:latin typeface="Arial"/>
                <a:ea typeface="Arial"/>
                <a:cs typeface="Arial"/>
              </a:defRPr>
            </a:lvl8pPr>
            <a:lvl9pPr algn="l">
              <a:defRPr sz="3525" b="1">
                <a:solidFill>
                  <a:srgbClr val="17223B"/>
                </a:solidFill>
                <a:latin typeface="Arial"/>
                <a:ea typeface="Arial"/>
                <a:cs typeface="Arial"/>
              </a:defRPr>
            </a:lvl9pPr>
          </a:lstStyle>
          <a:p xmlns:a="http://schemas.openxmlformats.org/drawingml/2006/main">
            <a:pPr algn="l">
              <a:defRPr sz="3525" b="1">
                <a:solidFill>
                  <a:srgbClr val="17223B"/>
                </a:solidFill>
                <a:latin typeface="Arial"/>
                <a:ea typeface="Arial"/>
                <a:cs typeface="Arial"/>
              </a:defRPr>
            </a:pPr>
            <a:r>
              <a:rPr sz="3525" b="1">
                <a:solidFill>
                  <a:srgbClr val="17223B"/>
                </a:solidFill>
                <a:latin typeface="Arial"/>
                <a:ea typeface="Arial"/>
                <a:cs typeface="Arial"/>
              </a:rPr>
              <a:t>A school rule or a law?</a:t>
            </a:r>
          </a:p>
        </p:txBody>
      </p:sp>
      <p:sp>
        <p:nvSpPr>
          <p:cNvPr id="13" name="Discussion prompt">
            <a:extLst xmlns:a="http://schemas.openxmlformats.org/drawingml/2006/main">
              <a:ext uri="{FF2B5EF4-FFF2-40B4-BE49-F238E27FC236}">
                <a16:creationId xmlns:a16="http://schemas.microsoft.com/office/drawing/2014/main" id="{D3818A3C-C696-48F1-A3BB-D83376D69F8D}"/>
              </a:ext>
            </a:extLst>
          </p:cNvPr>
          <p:cNvSpPr>
            <a:spLocks xmlns:a="http://schemas.openxmlformats.org/drawingml/2006/main" noGrp="1"/>
          </p:cNvSpPr>
          <p:nvPr/>
        </p:nvSpPr>
        <p:spPr>
          <a:xfrm xmlns:a="http://schemas.openxmlformats.org/drawingml/2006/main">
            <a:off x="514350" y="2095500"/>
            <a:ext cx="11163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75" b="0">
                <a:solidFill>
                  <a:srgbClr val="17223B"/>
                </a:solidFill>
                <a:latin typeface="Arial"/>
                <a:ea typeface="Arial"/>
                <a:cs typeface="Arial"/>
              </a:defRPr>
            </a:defPPr>
            <a:lvl1pPr algn="l">
              <a:defRPr sz="2475" b="0">
                <a:solidFill>
                  <a:srgbClr val="17223B"/>
                </a:solidFill>
                <a:latin typeface="Arial"/>
                <a:ea typeface="Arial"/>
                <a:cs typeface="Arial"/>
              </a:defRPr>
            </a:lvl1pPr>
            <a:lvl2pPr algn="l">
              <a:defRPr sz="2475" b="0">
                <a:solidFill>
                  <a:srgbClr val="17223B"/>
                </a:solidFill>
                <a:latin typeface="Arial"/>
                <a:ea typeface="Arial"/>
                <a:cs typeface="Arial"/>
              </a:defRPr>
            </a:lvl2pPr>
            <a:lvl3pPr algn="l">
              <a:defRPr sz="2475" b="0">
                <a:solidFill>
                  <a:srgbClr val="17223B"/>
                </a:solidFill>
                <a:latin typeface="Arial"/>
                <a:ea typeface="Arial"/>
                <a:cs typeface="Arial"/>
              </a:defRPr>
            </a:lvl3pPr>
            <a:lvl4pPr algn="l">
              <a:defRPr sz="2475" b="0">
                <a:solidFill>
                  <a:srgbClr val="17223B"/>
                </a:solidFill>
                <a:latin typeface="Arial"/>
                <a:ea typeface="Arial"/>
                <a:cs typeface="Arial"/>
              </a:defRPr>
            </a:lvl4pPr>
            <a:lvl5pPr algn="l">
              <a:defRPr sz="2475" b="0">
                <a:solidFill>
                  <a:srgbClr val="17223B"/>
                </a:solidFill>
                <a:latin typeface="Arial"/>
                <a:ea typeface="Arial"/>
                <a:cs typeface="Arial"/>
              </a:defRPr>
            </a:lvl5pPr>
            <a:lvl6pPr algn="l">
              <a:defRPr sz="2475" b="0">
                <a:solidFill>
                  <a:srgbClr val="17223B"/>
                </a:solidFill>
                <a:latin typeface="Arial"/>
                <a:ea typeface="Arial"/>
                <a:cs typeface="Arial"/>
              </a:defRPr>
            </a:lvl6pPr>
            <a:lvl7pPr algn="l">
              <a:defRPr sz="2475" b="0">
                <a:solidFill>
                  <a:srgbClr val="17223B"/>
                </a:solidFill>
                <a:latin typeface="Arial"/>
                <a:ea typeface="Arial"/>
                <a:cs typeface="Arial"/>
              </a:defRPr>
            </a:lvl7pPr>
            <a:lvl8pPr algn="l">
              <a:defRPr sz="2475" b="0">
                <a:solidFill>
                  <a:srgbClr val="17223B"/>
                </a:solidFill>
                <a:latin typeface="Arial"/>
                <a:ea typeface="Arial"/>
                <a:cs typeface="Arial"/>
              </a:defRPr>
            </a:lvl8pPr>
            <a:lvl9pPr algn="l">
              <a:defRPr sz="2475" b="0">
                <a:solidFill>
                  <a:srgbClr val="17223B"/>
                </a:solidFill>
                <a:latin typeface="Arial"/>
                <a:ea typeface="Arial"/>
                <a:cs typeface="Arial"/>
              </a:defRPr>
            </a:lvl9pPr>
          </a:lstStyle>
          <a:p xmlns:a="http://schemas.openxmlformats.org/drawingml/2006/main">
            <a:pPr algn="l">
              <a:defRPr sz="2475" b="0">
                <a:solidFill>
                  <a:srgbClr val="17223B"/>
                </a:solidFill>
                <a:latin typeface="Arial"/>
                <a:ea typeface="Arial"/>
                <a:cs typeface="Arial"/>
              </a:defRPr>
            </a:pPr>
            <a:r>
              <a:rPr sz="2475" b="0">
                <a:solidFill>
                  <a:srgbClr val="17223B"/>
                </a:solidFill>
                <a:latin typeface="Arial"/>
                <a:ea typeface="Arial"/>
                <a:cs typeface="Arial"/>
              </a:rPr>
              <a:t>Choose a route for each example.</a:t>
            </a:r>
          </a:p>
        </p:txBody>
      </p:sp>
      <p:sp>
        <p:nvSpPr>
          <p:cNvPr id="14" name="">
            <a:extLst xmlns:a="http://schemas.openxmlformats.org/drawingml/2006/main">
              <a:ext uri="{FF2B5EF4-FFF2-40B4-BE49-F238E27FC236}">
                <a16:creationId xmlns:a16="http://schemas.microsoft.com/office/drawing/2014/main" id="{AB1071BA-199A-4BAE-8E35-01812A4CE7A5}"/>
              </a:ext>
            </a:extLst>
          </p:cNvPr>
          <p:cNvSpPr>
            <a:spLocks xmlns:a="http://schemas.openxmlformats.org/drawingml/2006/main" noGrp="1"/>
          </p:cNvSpPr>
          <p:nvPr/>
        </p:nvSpPr>
        <p:spPr>
          <a:xfrm xmlns:a="http://schemas.openxmlformats.org/drawingml/2006/main">
            <a:off x="523875" y="31337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01</a:t>
            </a:r>
          </a:p>
        </p:txBody>
      </p:sp>
      <p:sp>
        <p:nvSpPr>
          <p:cNvPr id="15" name="Option 1">
            <a:extLst xmlns:a="http://schemas.openxmlformats.org/drawingml/2006/main">
              <a:ext uri="{FF2B5EF4-FFF2-40B4-BE49-F238E27FC236}">
                <a16:creationId xmlns:a16="http://schemas.microsoft.com/office/drawing/2014/main" id="{C20A8540-D6D9-475C-B92C-7B1997E2B6DA}"/>
              </a:ext>
            </a:extLst>
          </p:cNvPr>
          <p:cNvSpPr>
            <a:spLocks xmlns:a="http://schemas.openxmlformats.org/drawingml/2006/main" noGrp="1"/>
          </p:cNvSpPr>
          <p:nvPr/>
        </p:nvSpPr>
        <p:spPr>
          <a:xfrm xmlns:a="http://schemas.openxmlformats.org/drawingml/2006/main">
            <a:off x="1219200" y="31337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“No running in the school corridor.”</a:t>
            </a:r>
          </a:p>
        </p:txBody>
      </p:sp>
      <p:sp>
        <p:nvSpPr>
          <p:cNvPr id="16" name="">
            <a:extLst xmlns:a="http://schemas.openxmlformats.org/drawingml/2006/main">
              <a:ext uri="{FF2B5EF4-FFF2-40B4-BE49-F238E27FC236}">
                <a16:creationId xmlns:a16="http://schemas.microsoft.com/office/drawing/2014/main" id="{C971922B-0995-4BF0-BD2F-80AA5B8847DB}"/>
              </a:ext>
            </a:extLst>
          </p:cNvPr>
          <p:cNvSpPr>
            <a:spLocks xmlns:a="http://schemas.openxmlformats.org/drawingml/2006/main" noGrp="1"/>
          </p:cNvSpPr>
          <p:nvPr/>
        </p:nvSpPr>
        <p:spPr>
          <a:xfrm xmlns:a="http://schemas.openxmlformats.org/drawingml/2006/main">
            <a:off x="552450" y="4029075"/>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AF0959D-68CA-45A6-9B64-6674AC727683}"/>
              </a:ext>
            </a:extLst>
          </p:cNvPr>
          <p:cNvSpPr>
            <a:spLocks xmlns:a="http://schemas.openxmlformats.org/drawingml/2006/main" noGrp="1"/>
          </p:cNvSpPr>
          <p:nvPr/>
        </p:nvSpPr>
        <p:spPr>
          <a:xfrm xmlns:a="http://schemas.openxmlformats.org/drawingml/2006/main">
            <a:off x="523875" y="40481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02</a:t>
            </a:r>
          </a:p>
        </p:txBody>
      </p:sp>
      <p:sp>
        <p:nvSpPr>
          <p:cNvPr id="18" name="Option 2">
            <a:extLst xmlns:a="http://schemas.openxmlformats.org/drawingml/2006/main">
              <a:ext uri="{FF2B5EF4-FFF2-40B4-BE49-F238E27FC236}">
                <a16:creationId xmlns:a16="http://schemas.microsoft.com/office/drawing/2014/main" id="{A7499203-9D82-4008-9C09-D88418B6F525}"/>
              </a:ext>
            </a:extLst>
          </p:cNvPr>
          <p:cNvSpPr>
            <a:spLocks xmlns:a="http://schemas.openxmlformats.org/drawingml/2006/main" noGrp="1"/>
          </p:cNvSpPr>
          <p:nvPr/>
        </p:nvSpPr>
        <p:spPr>
          <a:xfrm xmlns:a="http://schemas.openxmlformats.org/drawingml/2006/main">
            <a:off x="1219200" y="40481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“Do not steal someone’s phone.”</a:t>
            </a:r>
          </a:p>
        </p:txBody>
      </p:sp>
      <p:sp>
        <p:nvSpPr>
          <p:cNvPr id="19" name="">
            <a:extLst xmlns:a="http://schemas.openxmlformats.org/drawingml/2006/main">
              <a:ext uri="{FF2B5EF4-FFF2-40B4-BE49-F238E27FC236}">
                <a16:creationId xmlns:a16="http://schemas.microsoft.com/office/drawing/2014/main" id="{6E1A242E-B944-4B70-9008-D6E76C40B68E}"/>
              </a:ext>
            </a:extLst>
          </p:cNvPr>
          <p:cNvSpPr>
            <a:spLocks xmlns:a="http://schemas.openxmlformats.org/drawingml/2006/main" noGrp="1"/>
          </p:cNvSpPr>
          <p:nvPr/>
        </p:nvSpPr>
        <p:spPr>
          <a:xfrm xmlns:a="http://schemas.openxmlformats.org/drawingml/2006/main">
            <a:off x="552450" y="4943475"/>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03B19A5-6E56-4162-BC64-2477B4783B43}"/>
              </a:ext>
            </a:extLst>
          </p:cNvPr>
          <p:cNvSpPr>
            <a:spLocks xmlns:a="http://schemas.openxmlformats.org/drawingml/2006/main" noGrp="1"/>
          </p:cNvSpPr>
          <p:nvPr/>
        </p:nvSpPr>
        <p:spPr>
          <a:xfrm xmlns:a="http://schemas.openxmlformats.org/drawingml/2006/main">
            <a:off x="523875" y="49625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03</a:t>
            </a:r>
          </a:p>
        </p:txBody>
      </p:sp>
      <p:sp>
        <p:nvSpPr>
          <p:cNvPr id="21" name="Option 3">
            <a:extLst xmlns:a="http://schemas.openxmlformats.org/drawingml/2006/main">
              <a:ext uri="{FF2B5EF4-FFF2-40B4-BE49-F238E27FC236}">
                <a16:creationId xmlns:a16="http://schemas.microsoft.com/office/drawing/2014/main" id="{4D9ABB04-40BD-46B2-A7D7-CE020DED5F80}"/>
              </a:ext>
            </a:extLst>
          </p:cNvPr>
          <p:cNvSpPr>
            <a:spLocks xmlns:a="http://schemas.openxmlformats.org/drawingml/2006/main" noGrp="1"/>
          </p:cNvSpPr>
          <p:nvPr/>
        </p:nvSpPr>
        <p:spPr>
          <a:xfrm xmlns:a="http://schemas.openxmlformats.org/drawingml/2006/main">
            <a:off x="1219200" y="49625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“Wear this colour top.”</a:t>
            </a:r>
          </a:p>
        </p:txBody>
      </p:sp>
      <p:sp>
        <p:nvSpPr>
          <p:cNvPr id="22" name="">
            <a:extLst xmlns:a="http://schemas.openxmlformats.org/drawingml/2006/main">
              <a:ext uri="{FF2B5EF4-FFF2-40B4-BE49-F238E27FC236}">
                <a16:creationId xmlns:a16="http://schemas.microsoft.com/office/drawing/2014/main" id="{EAA1B5E2-887E-4A9F-B45B-88274E692B86}"/>
              </a:ext>
            </a:extLst>
          </p:cNvPr>
          <p:cNvSpPr>
            <a:spLocks xmlns:a="http://schemas.openxmlformats.org/drawingml/2006/main" noGrp="1"/>
          </p:cNvSpPr>
          <p:nvPr/>
        </p:nvSpPr>
        <p:spPr>
          <a:xfrm xmlns:a="http://schemas.openxmlformats.org/drawingml/2006/main">
            <a:off x="533400" y="6029325"/>
            <a:ext cx="1114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236650"/>
                </a:solidFill>
                <a:latin typeface="Arial"/>
                <a:ea typeface="Arial"/>
                <a:cs typeface="Arial"/>
              </a:defRPr>
            </a:defPPr>
            <a:lvl1pPr algn="l">
              <a:defRPr sz="1575" b="1">
                <a:solidFill>
                  <a:srgbClr val="236650"/>
                </a:solidFill>
                <a:latin typeface="Arial"/>
                <a:ea typeface="Arial"/>
                <a:cs typeface="Arial"/>
              </a:defRPr>
            </a:lvl1pPr>
            <a:lvl2pPr algn="l">
              <a:defRPr sz="1575" b="1">
                <a:solidFill>
                  <a:srgbClr val="236650"/>
                </a:solidFill>
                <a:latin typeface="Arial"/>
                <a:ea typeface="Arial"/>
                <a:cs typeface="Arial"/>
              </a:defRPr>
            </a:lvl2pPr>
            <a:lvl3pPr algn="l">
              <a:defRPr sz="1575" b="1">
                <a:solidFill>
                  <a:srgbClr val="236650"/>
                </a:solidFill>
                <a:latin typeface="Arial"/>
                <a:ea typeface="Arial"/>
                <a:cs typeface="Arial"/>
              </a:defRPr>
            </a:lvl3pPr>
            <a:lvl4pPr algn="l">
              <a:defRPr sz="1575" b="1">
                <a:solidFill>
                  <a:srgbClr val="236650"/>
                </a:solidFill>
                <a:latin typeface="Arial"/>
                <a:ea typeface="Arial"/>
                <a:cs typeface="Arial"/>
              </a:defRPr>
            </a:lvl4pPr>
            <a:lvl5pPr algn="l">
              <a:defRPr sz="1575" b="1">
                <a:solidFill>
                  <a:srgbClr val="236650"/>
                </a:solidFill>
                <a:latin typeface="Arial"/>
                <a:ea typeface="Arial"/>
                <a:cs typeface="Arial"/>
              </a:defRPr>
            </a:lvl5pPr>
            <a:lvl6pPr algn="l">
              <a:defRPr sz="1575" b="1">
                <a:solidFill>
                  <a:srgbClr val="236650"/>
                </a:solidFill>
                <a:latin typeface="Arial"/>
                <a:ea typeface="Arial"/>
                <a:cs typeface="Arial"/>
              </a:defRPr>
            </a:lvl6pPr>
            <a:lvl7pPr algn="l">
              <a:defRPr sz="1575" b="1">
                <a:solidFill>
                  <a:srgbClr val="236650"/>
                </a:solidFill>
                <a:latin typeface="Arial"/>
                <a:ea typeface="Arial"/>
                <a:cs typeface="Arial"/>
              </a:defRPr>
            </a:lvl7pPr>
            <a:lvl8pPr algn="l">
              <a:defRPr sz="1575" b="1">
                <a:solidFill>
                  <a:srgbClr val="236650"/>
                </a:solidFill>
                <a:latin typeface="Arial"/>
                <a:ea typeface="Arial"/>
                <a:cs typeface="Arial"/>
              </a:defRPr>
            </a:lvl8pPr>
            <a:lvl9pPr algn="l">
              <a:defRPr sz="1575" b="1">
                <a:solidFill>
                  <a:srgbClr val="236650"/>
                </a:solidFill>
                <a:latin typeface="Arial"/>
                <a:ea typeface="Arial"/>
                <a:cs typeface="Arial"/>
              </a:defRPr>
            </a:lvl9pPr>
          </a:lstStyle>
          <a:p xmlns:a="http://schemas.openxmlformats.org/drawingml/2006/main">
            <a:pPr algn="l">
              <a:defRPr sz="1575" b="1">
                <a:solidFill>
                  <a:srgbClr val="236650"/>
                </a:solidFill>
                <a:latin typeface="Arial"/>
                <a:ea typeface="Arial"/>
                <a:cs typeface="Arial"/>
              </a:defRPr>
            </a:pPr>
            <a:r>
              <a:rPr sz="1575" b="1">
                <a:solidFill>
                  <a:srgbClr val="236650"/>
                </a:solidFill>
                <a:latin typeface="Arial"/>
                <a:ea typeface="Arial"/>
                <a:cs typeface="Arial"/>
              </a:rPr>
              <a:t>SCHOOL RULE  /  LAW  /  NEED MORE INFO</a:t>
            </a:r>
          </a:p>
        </p:txBody>
      </p:sp>
    </p:spTree>
    <p:extLst>
      <p:ext uri="{BB962C8B-B14F-4D97-AF65-F5344CB8AC3E}">
        <p14:creationId xmlns:p14="http://schemas.microsoft.com/office/powerpoint/2010/main" val="476405000"/>
      </p:ext>
    </p:extLst>
  </p:cSld>
</p:sld>
</file>

<file path=ppt/slides/slide7.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04CD19C-0CE1-4DE6-A32C-187AE82B56CA}"/>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F0A53B73-81BA-4CCF-A159-547D2CCD98FA}"/>
              </a:ext>
            </a:extLst>
          </p:cNvPr>
          <p:cNvPicPr>
            <a:picLocks xmlns:a="http://schemas.openxmlformats.org/drawingml/2006/main" noChangeAspect="1"/>
          </p:cNvPicPr>
          <p:nvPr/>
        </p:nvPicPr>
        <p:blipFill>
          <a:blip xmlns:r="http://schemas.openxmlformats.org/officeDocument/2006/relationships" xmlns:a="http://schemas.openxmlformats.org/drawingml/2006/main" r:embed="R98d7b40ccb0242fe"/>
          <a:stretch xmlns:a="http://schemas.openxmlformats.org/drawingml/2006/main"/>
        </p:blipFill>
        <p:spPr>
          <a:xfrm xmlns:a="http://schemas.openxmlformats.org/drawingml/2006/main">
            <a:off x="266700" y="114300"/>
            <a:ext cx="514350" cy="514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96C8B6F-E956-4652-B483-9373B37E99C7}"/>
              </a:ext>
            </a:extLst>
          </p:cNvPr>
          <p:cNvSpPr>
            <a:spLocks xmlns:a="http://schemas.openxmlformats.org/drawingml/2006/main" noGrp="1"/>
          </p:cNvSpPr>
          <p:nvPr/>
        </p:nvSpPr>
        <p:spPr>
          <a:xfrm xmlns:a="http://schemas.openxmlformats.org/drawingml/2006/main">
            <a:off x="914400" y="1428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7223B"/>
                </a:solidFill>
                <a:latin typeface="Arial"/>
                <a:ea typeface="Arial"/>
                <a:cs typeface="Arial"/>
              </a:defRPr>
            </a:defPPr>
            <a:lvl1pPr algn="l">
              <a:defRPr sz="1500" b="1">
                <a:solidFill>
                  <a:srgbClr val="17223B"/>
                </a:solidFill>
                <a:latin typeface="Arial"/>
                <a:ea typeface="Arial"/>
                <a:cs typeface="Arial"/>
              </a:defRPr>
            </a:lvl1pPr>
            <a:lvl2pPr algn="l">
              <a:defRPr sz="1500" b="1">
                <a:solidFill>
                  <a:srgbClr val="17223B"/>
                </a:solidFill>
                <a:latin typeface="Arial"/>
                <a:ea typeface="Arial"/>
                <a:cs typeface="Arial"/>
              </a:defRPr>
            </a:lvl2pPr>
            <a:lvl3pPr algn="l">
              <a:defRPr sz="1500" b="1">
                <a:solidFill>
                  <a:srgbClr val="17223B"/>
                </a:solidFill>
                <a:latin typeface="Arial"/>
                <a:ea typeface="Arial"/>
                <a:cs typeface="Arial"/>
              </a:defRPr>
            </a:lvl3pPr>
            <a:lvl4pPr algn="l">
              <a:defRPr sz="1500" b="1">
                <a:solidFill>
                  <a:srgbClr val="17223B"/>
                </a:solidFill>
                <a:latin typeface="Arial"/>
                <a:ea typeface="Arial"/>
                <a:cs typeface="Arial"/>
              </a:defRPr>
            </a:lvl4pPr>
            <a:lvl5pPr algn="l">
              <a:defRPr sz="1500" b="1">
                <a:solidFill>
                  <a:srgbClr val="17223B"/>
                </a:solidFill>
                <a:latin typeface="Arial"/>
                <a:ea typeface="Arial"/>
                <a:cs typeface="Arial"/>
              </a:defRPr>
            </a:lvl5pPr>
            <a:lvl6pPr algn="l">
              <a:defRPr sz="1500" b="1">
                <a:solidFill>
                  <a:srgbClr val="17223B"/>
                </a:solidFill>
                <a:latin typeface="Arial"/>
                <a:ea typeface="Arial"/>
                <a:cs typeface="Arial"/>
              </a:defRPr>
            </a:lvl6pPr>
            <a:lvl7pPr algn="l">
              <a:defRPr sz="1500" b="1">
                <a:solidFill>
                  <a:srgbClr val="17223B"/>
                </a:solidFill>
                <a:latin typeface="Arial"/>
                <a:ea typeface="Arial"/>
                <a:cs typeface="Arial"/>
              </a:defRPr>
            </a:lvl7pPr>
            <a:lvl8pPr algn="l">
              <a:defRPr sz="1500" b="1">
                <a:solidFill>
                  <a:srgbClr val="17223B"/>
                </a:solidFill>
                <a:latin typeface="Arial"/>
                <a:ea typeface="Arial"/>
                <a:cs typeface="Arial"/>
              </a:defRPr>
            </a:lvl8pPr>
            <a:lvl9pPr algn="l">
              <a:defRPr sz="1500" b="1">
                <a:solidFill>
                  <a:srgbClr val="17223B"/>
                </a:solidFill>
                <a:latin typeface="Arial"/>
                <a:ea typeface="Arial"/>
                <a:cs typeface="Arial"/>
              </a:defRPr>
            </a:lvl9pPr>
          </a:lstStyle>
          <a:p xmlns:a="http://schemas.openxmlformats.org/drawingml/2006/main">
            <a:pPr algn="l">
              <a:defRPr sz="1500" b="1">
                <a:solidFill>
                  <a:srgbClr val="17223B"/>
                </a:solidFill>
                <a:latin typeface="Arial"/>
                <a:ea typeface="Arial"/>
                <a:cs typeface="Arial"/>
              </a:defRPr>
            </a:pPr>
            <a:r>
              <a:rPr sz="1500" b="1">
                <a:solidFill>
                  <a:srgbClr val="17223B"/>
                </a:solidFill>
                <a:latin typeface="Arial"/>
                <a:ea typeface="Arial"/>
                <a:cs typeface="Arial"/>
              </a:rPr>
              <a:t>MADE BY MATT</a:t>
            </a:r>
          </a:p>
        </p:txBody>
      </p:sp>
      <p:sp>
        <p:nvSpPr>
          <p:cNvPr id="4" name="">
            <a:extLst xmlns:a="http://schemas.openxmlformats.org/drawingml/2006/main">
              <a:ext uri="{FF2B5EF4-FFF2-40B4-BE49-F238E27FC236}">
                <a16:creationId xmlns:a16="http://schemas.microsoft.com/office/drawing/2014/main" id="{1B442DAE-5CB1-49A7-BE37-5AA1D5B80B04}"/>
              </a:ext>
            </a:extLst>
          </p:cNvPr>
          <p:cNvSpPr>
            <a:spLocks xmlns:a="http://schemas.openxmlformats.org/drawingml/2006/main" noGrp="1"/>
          </p:cNvSpPr>
          <p:nvPr/>
        </p:nvSpPr>
        <p:spPr>
          <a:xfrm xmlns:a="http://schemas.openxmlformats.org/drawingml/2006/main">
            <a:off x="914400" y="39052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26074"/>
                </a:solidFill>
                <a:latin typeface="Arial"/>
                <a:ea typeface="Arial"/>
                <a:cs typeface="Arial"/>
              </a:defRPr>
            </a:defPPr>
            <a:lvl1pPr algn="l">
              <a:defRPr sz="1200" b="0">
                <a:solidFill>
                  <a:srgbClr val="526074"/>
                </a:solidFill>
                <a:latin typeface="Arial"/>
                <a:ea typeface="Arial"/>
                <a:cs typeface="Arial"/>
              </a:defRPr>
            </a:lvl1pPr>
            <a:lvl2pPr algn="l">
              <a:defRPr sz="1200" b="0">
                <a:solidFill>
                  <a:srgbClr val="526074"/>
                </a:solidFill>
                <a:latin typeface="Arial"/>
                <a:ea typeface="Arial"/>
                <a:cs typeface="Arial"/>
              </a:defRPr>
            </a:lvl2pPr>
            <a:lvl3pPr algn="l">
              <a:defRPr sz="1200" b="0">
                <a:solidFill>
                  <a:srgbClr val="526074"/>
                </a:solidFill>
                <a:latin typeface="Arial"/>
                <a:ea typeface="Arial"/>
                <a:cs typeface="Arial"/>
              </a:defRPr>
            </a:lvl3pPr>
            <a:lvl4pPr algn="l">
              <a:defRPr sz="1200" b="0">
                <a:solidFill>
                  <a:srgbClr val="526074"/>
                </a:solidFill>
                <a:latin typeface="Arial"/>
                <a:ea typeface="Arial"/>
                <a:cs typeface="Arial"/>
              </a:defRPr>
            </a:lvl4pPr>
            <a:lvl5pPr algn="l">
              <a:defRPr sz="1200" b="0">
                <a:solidFill>
                  <a:srgbClr val="526074"/>
                </a:solidFill>
                <a:latin typeface="Arial"/>
                <a:ea typeface="Arial"/>
                <a:cs typeface="Arial"/>
              </a:defRPr>
            </a:lvl5pPr>
            <a:lvl6pPr algn="l">
              <a:defRPr sz="1200" b="0">
                <a:solidFill>
                  <a:srgbClr val="526074"/>
                </a:solidFill>
                <a:latin typeface="Arial"/>
                <a:ea typeface="Arial"/>
                <a:cs typeface="Arial"/>
              </a:defRPr>
            </a:lvl6pPr>
            <a:lvl7pPr algn="l">
              <a:defRPr sz="1200" b="0">
                <a:solidFill>
                  <a:srgbClr val="526074"/>
                </a:solidFill>
                <a:latin typeface="Arial"/>
                <a:ea typeface="Arial"/>
                <a:cs typeface="Arial"/>
              </a:defRPr>
            </a:lvl7pPr>
            <a:lvl8pPr algn="l">
              <a:defRPr sz="1200" b="0">
                <a:solidFill>
                  <a:srgbClr val="526074"/>
                </a:solidFill>
                <a:latin typeface="Arial"/>
                <a:ea typeface="Arial"/>
                <a:cs typeface="Arial"/>
              </a:defRPr>
            </a:lvl8pPr>
            <a:lvl9pPr algn="l">
              <a:defRPr sz="1200" b="0">
                <a:solidFill>
                  <a:srgbClr val="526074"/>
                </a:solidFill>
                <a:latin typeface="Arial"/>
                <a:ea typeface="Arial"/>
                <a:cs typeface="Arial"/>
              </a:defRPr>
            </a:lvl9pPr>
          </a:lstStyle>
          <a:p xmlns:a="http://schemas.openxmlformats.org/drawingml/2006/main">
            <a:pPr algn="l">
              <a:defRPr sz="1200" b="0">
                <a:solidFill>
                  <a:srgbClr val="526074"/>
                </a:solidFill>
                <a:latin typeface="Arial"/>
                <a:ea typeface="Arial"/>
                <a:cs typeface="Arial"/>
              </a:defRPr>
            </a:pPr>
            <a:r>
              <a:rPr sz="1200" b="0">
                <a:solidFill>
                  <a:srgbClr val="526074"/>
                </a:solidFill>
                <a:latin typeface="Arial"/>
                <a:ea typeface="Arial"/>
                <a:cs typeface="Arial"/>
              </a:rPr>
              <a:t>Learn • Build • Explore</a:t>
            </a:r>
          </a:p>
        </p:txBody>
      </p:sp>
      <p:sp>
        <p:nvSpPr>
          <p:cNvPr id="5" name="">
            <a:extLst xmlns:a="http://schemas.openxmlformats.org/drawingml/2006/main">
              <a:ext uri="{FF2B5EF4-FFF2-40B4-BE49-F238E27FC236}">
                <a16:creationId xmlns:a16="http://schemas.microsoft.com/office/drawing/2014/main" id="{B66E876B-1261-4B6C-AB15-E9110A2743CC}"/>
              </a:ext>
            </a:extLst>
          </p:cNvPr>
          <p:cNvSpPr>
            <a:spLocks xmlns:a="http://schemas.openxmlformats.org/drawingml/2006/main" noGrp="1"/>
          </p:cNvSpPr>
          <p:nvPr/>
        </p:nvSpPr>
        <p:spPr>
          <a:xfrm xmlns:a="http://schemas.openxmlformats.org/drawingml/2006/main">
            <a:off x="7905750" y="2286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500" b="1">
                <a:solidFill>
                  <a:srgbClr val="236650"/>
                </a:solidFill>
                <a:latin typeface="Arial"/>
                <a:ea typeface="Arial"/>
                <a:cs typeface="Arial"/>
              </a:defRPr>
            </a:defPPr>
            <a:lvl1pPr algn="r">
              <a:defRPr sz="1500" b="1">
                <a:solidFill>
                  <a:srgbClr val="236650"/>
                </a:solidFill>
                <a:latin typeface="Arial"/>
                <a:ea typeface="Arial"/>
                <a:cs typeface="Arial"/>
              </a:defRPr>
            </a:lvl1pPr>
            <a:lvl2pPr algn="r">
              <a:defRPr sz="1500" b="1">
                <a:solidFill>
                  <a:srgbClr val="236650"/>
                </a:solidFill>
                <a:latin typeface="Arial"/>
                <a:ea typeface="Arial"/>
                <a:cs typeface="Arial"/>
              </a:defRPr>
            </a:lvl2pPr>
            <a:lvl3pPr algn="r">
              <a:defRPr sz="1500" b="1">
                <a:solidFill>
                  <a:srgbClr val="236650"/>
                </a:solidFill>
                <a:latin typeface="Arial"/>
                <a:ea typeface="Arial"/>
                <a:cs typeface="Arial"/>
              </a:defRPr>
            </a:lvl3pPr>
            <a:lvl4pPr algn="r">
              <a:defRPr sz="1500" b="1">
                <a:solidFill>
                  <a:srgbClr val="236650"/>
                </a:solidFill>
                <a:latin typeface="Arial"/>
                <a:ea typeface="Arial"/>
                <a:cs typeface="Arial"/>
              </a:defRPr>
            </a:lvl4pPr>
            <a:lvl5pPr algn="r">
              <a:defRPr sz="1500" b="1">
                <a:solidFill>
                  <a:srgbClr val="236650"/>
                </a:solidFill>
                <a:latin typeface="Arial"/>
                <a:ea typeface="Arial"/>
                <a:cs typeface="Arial"/>
              </a:defRPr>
            </a:lvl5pPr>
            <a:lvl6pPr algn="r">
              <a:defRPr sz="1500" b="1">
                <a:solidFill>
                  <a:srgbClr val="236650"/>
                </a:solidFill>
                <a:latin typeface="Arial"/>
                <a:ea typeface="Arial"/>
                <a:cs typeface="Arial"/>
              </a:defRPr>
            </a:lvl6pPr>
            <a:lvl7pPr algn="r">
              <a:defRPr sz="1500" b="1">
                <a:solidFill>
                  <a:srgbClr val="236650"/>
                </a:solidFill>
                <a:latin typeface="Arial"/>
                <a:ea typeface="Arial"/>
                <a:cs typeface="Arial"/>
              </a:defRPr>
            </a:lvl7pPr>
            <a:lvl8pPr algn="r">
              <a:defRPr sz="1500" b="1">
                <a:solidFill>
                  <a:srgbClr val="236650"/>
                </a:solidFill>
                <a:latin typeface="Arial"/>
                <a:ea typeface="Arial"/>
                <a:cs typeface="Arial"/>
              </a:defRPr>
            </a:lvl8pPr>
            <a:lvl9pPr algn="r">
              <a:defRPr sz="1500" b="1">
                <a:solidFill>
                  <a:srgbClr val="236650"/>
                </a:solidFill>
                <a:latin typeface="Arial"/>
                <a:ea typeface="Arial"/>
                <a:cs typeface="Arial"/>
              </a:defRPr>
            </a:lvl9pPr>
          </a:lstStyle>
          <a:p xmlns:a="http://schemas.openxmlformats.org/drawingml/2006/main">
            <a:pPr algn="r">
              <a:defRPr sz="1500" b="1">
                <a:solidFill>
                  <a:srgbClr val="236650"/>
                </a:solidFill>
                <a:latin typeface="Arial"/>
                <a:ea typeface="Arial"/>
                <a:cs typeface="Arial"/>
              </a:defRPr>
            </a:pPr>
            <a:r>
              <a:rPr sz="1500" b="1">
                <a:solidFill>
                  <a:srgbClr val="236650"/>
                </a:solidFill>
                <a:latin typeface="Arial"/>
                <a:ea typeface="Arial"/>
                <a:cs typeface="Arial"/>
              </a:rPr>
              <a:t>BRITISH VALUES</a:t>
            </a:r>
          </a:p>
        </p:txBody>
      </p:sp>
      <p:sp>
        <p:nvSpPr>
          <p:cNvPr id="6" name="">
            <a:extLst xmlns:a="http://schemas.openxmlformats.org/drawingml/2006/main">
              <a:ext uri="{FF2B5EF4-FFF2-40B4-BE49-F238E27FC236}">
                <a16:creationId xmlns:a16="http://schemas.microsoft.com/office/drawing/2014/main" id="{82D8EC0C-F203-4D43-87B5-A0A49D74BCDF}"/>
              </a:ext>
            </a:extLst>
          </p:cNvPr>
          <p:cNvSpPr>
            <a:spLocks xmlns:a="http://schemas.openxmlformats.org/drawingml/2006/main" noGrp="1"/>
          </p:cNvSpPr>
          <p:nvPr/>
        </p:nvSpPr>
        <p:spPr>
          <a:xfrm xmlns:a="http://schemas.openxmlformats.org/drawingml/2006/main">
            <a:off x="0" y="742950"/>
            <a:ext cx="12192000" cy="40005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8FD7511-C9D8-47B5-911E-34F162DB1441}"/>
              </a:ext>
            </a:extLst>
          </p:cNvPr>
          <p:cNvSpPr>
            <a:spLocks xmlns:a="http://schemas.openxmlformats.org/drawingml/2006/main" noGrp="1"/>
          </p:cNvSpPr>
          <p:nvPr/>
        </p:nvSpPr>
        <p:spPr>
          <a:xfrm xmlns:a="http://schemas.openxmlformats.org/drawingml/2006/main">
            <a:off x="304800" y="781050"/>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FFFEF9"/>
                </a:solidFill>
                <a:latin typeface="Arial"/>
                <a:ea typeface="Arial"/>
                <a:cs typeface="Arial"/>
              </a:defRPr>
            </a:defPPr>
            <a:lvl1pPr algn="l">
              <a:defRPr sz="1425" b="0">
                <a:solidFill>
                  <a:srgbClr val="FFFEF9"/>
                </a:solidFill>
                <a:latin typeface="Arial"/>
                <a:ea typeface="Arial"/>
                <a:cs typeface="Arial"/>
              </a:defRPr>
            </a:lvl1pPr>
            <a:lvl2pPr algn="l">
              <a:defRPr sz="1425" b="0">
                <a:solidFill>
                  <a:srgbClr val="FFFEF9"/>
                </a:solidFill>
                <a:latin typeface="Arial"/>
                <a:ea typeface="Arial"/>
                <a:cs typeface="Arial"/>
              </a:defRPr>
            </a:lvl2pPr>
            <a:lvl3pPr algn="l">
              <a:defRPr sz="1425" b="0">
                <a:solidFill>
                  <a:srgbClr val="FFFEF9"/>
                </a:solidFill>
                <a:latin typeface="Arial"/>
                <a:ea typeface="Arial"/>
                <a:cs typeface="Arial"/>
              </a:defRPr>
            </a:lvl3pPr>
            <a:lvl4pPr algn="l">
              <a:defRPr sz="1425" b="0">
                <a:solidFill>
                  <a:srgbClr val="FFFEF9"/>
                </a:solidFill>
                <a:latin typeface="Arial"/>
                <a:ea typeface="Arial"/>
                <a:cs typeface="Arial"/>
              </a:defRPr>
            </a:lvl4pPr>
            <a:lvl5pPr algn="l">
              <a:defRPr sz="1425" b="0">
                <a:solidFill>
                  <a:srgbClr val="FFFEF9"/>
                </a:solidFill>
                <a:latin typeface="Arial"/>
                <a:ea typeface="Arial"/>
                <a:cs typeface="Arial"/>
              </a:defRPr>
            </a:lvl5pPr>
            <a:lvl6pPr algn="l">
              <a:defRPr sz="1425" b="0">
                <a:solidFill>
                  <a:srgbClr val="FFFEF9"/>
                </a:solidFill>
                <a:latin typeface="Arial"/>
                <a:ea typeface="Arial"/>
                <a:cs typeface="Arial"/>
              </a:defRPr>
            </a:lvl6pPr>
            <a:lvl7pPr algn="l">
              <a:defRPr sz="1425" b="0">
                <a:solidFill>
                  <a:srgbClr val="FFFEF9"/>
                </a:solidFill>
                <a:latin typeface="Arial"/>
                <a:ea typeface="Arial"/>
                <a:cs typeface="Arial"/>
              </a:defRPr>
            </a:lvl7pPr>
            <a:lvl8pPr algn="l">
              <a:defRPr sz="1425" b="0">
                <a:solidFill>
                  <a:srgbClr val="FFFEF9"/>
                </a:solidFill>
                <a:latin typeface="Arial"/>
                <a:ea typeface="Arial"/>
                <a:cs typeface="Arial"/>
              </a:defRPr>
            </a:lvl8pPr>
            <a:lvl9pPr algn="l">
              <a:defRPr sz="1425" b="0">
                <a:solidFill>
                  <a:srgbClr val="FFFEF9"/>
                </a:solidFill>
                <a:latin typeface="Arial"/>
                <a:ea typeface="Arial"/>
                <a:cs typeface="Arial"/>
              </a:defRPr>
            </a:lvl9pPr>
          </a:lstStyle>
          <a:p xmlns:a="http://schemas.openxmlformats.org/drawingml/2006/main">
            <a:pPr algn="l">
              <a:defRPr sz="1425" b="0">
                <a:solidFill>
                  <a:srgbClr val="FFFEF9"/>
                </a:solidFill>
                <a:latin typeface="Arial"/>
                <a:ea typeface="Arial"/>
                <a:cs typeface="Arial"/>
              </a:defRPr>
            </a:pPr>
            <a:r>
              <a:rPr sz="1425" b="0">
                <a:solidFill>
                  <a:srgbClr val="FFFEF9"/>
                </a:solidFill>
                <a:latin typeface="Arial"/>
                <a:ea typeface="Arial"/>
                <a:cs typeface="Arial"/>
              </a:rPr>
              <a:t>04 / 10    A school rule or a law?</a:t>
            </a:r>
          </a:p>
        </p:txBody>
      </p:sp>
      <p:sp>
        <p:nvSpPr>
          <p:cNvPr id="8" name="">
            <a:extLst xmlns:a="http://schemas.openxmlformats.org/drawingml/2006/main">
              <a:ext uri="{FF2B5EF4-FFF2-40B4-BE49-F238E27FC236}">
                <a16:creationId xmlns:a16="http://schemas.microsoft.com/office/drawing/2014/main" id="{965E7220-07A8-48FB-B601-75961482F2BC}"/>
              </a:ext>
            </a:extLst>
          </p:cNvPr>
          <p:cNvSpPr>
            <a:spLocks xmlns:a="http://schemas.openxmlformats.org/drawingml/2006/main" noGrp="1"/>
          </p:cNvSpPr>
          <p:nvPr/>
        </p:nvSpPr>
        <p:spPr>
          <a:xfrm xmlns:a="http://schemas.openxmlformats.org/drawingml/2006/main">
            <a:off x="10763250" y="781050"/>
            <a:ext cx="1104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425" b="0">
                <a:solidFill>
                  <a:srgbClr val="A6E5C9"/>
                </a:solidFill>
                <a:latin typeface="Arial"/>
                <a:ea typeface="Arial"/>
                <a:cs typeface="Arial"/>
              </a:defRPr>
            </a:defPPr>
            <a:lvl1pPr algn="r">
              <a:defRPr sz="1425" b="0">
                <a:solidFill>
                  <a:srgbClr val="A6E5C9"/>
                </a:solidFill>
                <a:latin typeface="Arial"/>
                <a:ea typeface="Arial"/>
                <a:cs typeface="Arial"/>
              </a:defRPr>
            </a:lvl1pPr>
            <a:lvl2pPr algn="r">
              <a:defRPr sz="1425" b="0">
                <a:solidFill>
                  <a:srgbClr val="A6E5C9"/>
                </a:solidFill>
                <a:latin typeface="Arial"/>
                <a:ea typeface="Arial"/>
                <a:cs typeface="Arial"/>
              </a:defRPr>
            </a:lvl2pPr>
            <a:lvl3pPr algn="r">
              <a:defRPr sz="1425" b="0">
                <a:solidFill>
                  <a:srgbClr val="A6E5C9"/>
                </a:solidFill>
                <a:latin typeface="Arial"/>
                <a:ea typeface="Arial"/>
                <a:cs typeface="Arial"/>
              </a:defRPr>
            </a:lvl3pPr>
            <a:lvl4pPr algn="r">
              <a:defRPr sz="1425" b="0">
                <a:solidFill>
                  <a:srgbClr val="A6E5C9"/>
                </a:solidFill>
                <a:latin typeface="Arial"/>
                <a:ea typeface="Arial"/>
                <a:cs typeface="Arial"/>
              </a:defRPr>
            </a:lvl4pPr>
            <a:lvl5pPr algn="r">
              <a:defRPr sz="1425" b="0">
                <a:solidFill>
                  <a:srgbClr val="A6E5C9"/>
                </a:solidFill>
                <a:latin typeface="Arial"/>
                <a:ea typeface="Arial"/>
                <a:cs typeface="Arial"/>
              </a:defRPr>
            </a:lvl5pPr>
            <a:lvl6pPr algn="r">
              <a:defRPr sz="1425" b="0">
                <a:solidFill>
                  <a:srgbClr val="A6E5C9"/>
                </a:solidFill>
                <a:latin typeface="Arial"/>
                <a:ea typeface="Arial"/>
                <a:cs typeface="Arial"/>
              </a:defRPr>
            </a:lvl6pPr>
            <a:lvl7pPr algn="r">
              <a:defRPr sz="1425" b="0">
                <a:solidFill>
                  <a:srgbClr val="A6E5C9"/>
                </a:solidFill>
                <a:latin typeface="Arial"/>
                <a:ea typeface="Arial"/>
                <a:cs typeface="Arial"/>
              </a:defRPr>
            </a:lvl7pPr>
            <a:lvl8pPr algn="r">
              <a:defRPr sz="1425" b="0">
                <a:solidFill>
                  <a:srgbClr val="A6E5C9"/>
                </a:solidFill>
                <a:latin typeface="Arial"/>
                <a:ea typeface="Arial"/>
                <a:cs typeface="Arial"/>
              </a:defRPr>
            </a:lvl8pPr>
            <a:lvl9pPr algn="r">
              <a:defRPr sz="1425" b="0">
                <a:solidFill>
                  <a:srgbClr val="A6E5C9"/>
                </a:solidFill>
                <a:latin typeface="Arial"/>
                <a:ea typeface="Arial"/>
                <a:cs typeface="Arial"/>
              </a:defRPr>
            </a:lvl9pPr>
          </a:lstStyle>
          <a:p xmlns:a="http://schemas.openxmlformats.org/drawingml/2006/main">
            <a:pPr algn="r">
              <a:defRPr sz="1425" b="0">
                <a:solidFill>
                  <a:srgbClr val="A6E5C9"/>
                </a:solidFill>
                <a:latin typeface="Arial"/>
                <a:ea typeface="Arial"/>
                <a:cs typeface="Arial"/>
              </a:defRPr>
            </a:pPr>
            <a:r>
              <a:rPr sz="1425" b="0">
                <a:solidFill>
                  <a:srgbClr val="A6E5C9"/>
                </a:solidFill>
                <a:latin typeface="Arial"/>
                <a:ea typeface="Arial"/>
                <a:cs typeface="Arial"/>
              </a:rPr>
              <a:t>2 min</a:t>
            </a:r>
          </a:p>
        </p:txBody>
      </p:sp>
      <p:sp>
        <p:nvSpPr>
          <p:cNvPr id="9" name="">
            <a:extLst xmlns:a="http://schemas.openxmlformats.org/drawingml/2006/main">
              <a:ext uri="{FF2B5EF4-FFF2-40B4-BE49-F238E27FC236}">
                <a16:creationId xmlns:a16="http://schemas.microsoft.com/office/drawing/2014/main" id="{218459CD-CCD3-466E-9DD0-614360D0BE68}"/>
              </a:ext>
            </a:extLst>
          </p:cNvPr>
          <p:cNvSpPr>
            <a:spLocks xmlns:a="http://schemas.openxmlformats.org/drawingml/2006/main" noGrp="1"/>
          </p:cNvSpPr>
          <p:nvPr/>
        </p:nvSpPr>
        <p:spPr>
          <a:xfrm xmlns:a="http://schemas.openxmlformats.org/drawingml/2006/main">
            <a:off x="0" y="6467475"/>
            <a:ext cx="12192000" cy="390525"/>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7C44E75-A333-4535-8E84-8141911D6607}"/>
              </a:ext>
            </a:extLst>
          </p:cNvPr>
          <p:cNvSpPr>
            <a:spLocks xmlns:a="http://schemas.openxmlformats.org/drawingml/2006/main" noGrp="1"/>
          </p:cNvSpPr>
          <p:nvPr/>
        </p:nvSpPr>
        <p:spPr>
          <a:xfrm xmlns:a="http://schemas.openxmlformats.org/drawingml/2006/main">
            <a:off x="304800" y="65246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526074"/>
                </a:solidFill>
                <a:latin typeface="Arial"/>
                <a:ea typeface="Arial"/>
                <a:cs typeface="Arial"/>
              </a:defRPr>
            </a:defPPr>
            <a:lvl1pPr algn="l">
              <a:defRPr sz="1050" b="0">
                <a:solidFill>
                  <a:srgbClr val="526074"/>
                </a:solidFill>
                <a:latin typeface="Arial"/>
                <a:ea typeface="Arial"/>
                <a:cs typeface="Arial"/>
              </a:defRPr>
            </a:lvl1pPr>
            <a:lvl2pPr algn="l">
              <a:defRPr sz="1050" b="0">
                <a:solidFill>
                  <a:srgbClr val="526074"/>
                </a:solidFill>
                <a:latin typeface="Arial"/>
                <a:ea typeface="Arial"/>
                <a:cs typeface="Arial"/>
              </a:defRPr>
            </a:lvl2pPr>
            <a:lvl3pPr algn="l">
              <a:defRPr sz="1050" b="0">
                <a:solidFill>
                  <a:srgbClr val="526074"/>
                </a:solidFill>
                <a:latin typeface="Arial"/>
                <a:ea typeface="Arial"/>
                <a:cs typeface="Arial"/>
              </a:defRPr>
            </a:lvl3pPr>
            <a:lvl4pPr algn="l">
              <a:defRPr sz="1050" b="0">
                <a:solidFill>
                  <a:srgbClr val="526074"/>
                </a:solidFill>
                <a:latin typeface="Arial"/>
                <a:ea typeface="Arial"/>
                <a:cs typeface="Arial"/>
              </a:defRPr>
            </a:lvl4pPr>
            <a:lvl5pPr algn="l">
              <a:defRPr sz="1050" b="0">
                <a:solidFill>
                  <a:srgbClr val="526074"/>
                </a:solidFill>
                <a:latin typeface="Arial"/>
                <a:ea typeface="Arial"/>
                <a:cs typeface="Arial"/>
              </a:defRPr>
            </a:lvl5pPr>
            <a:lvl6pPr algn="l">
              <a:defRPr sz="1050" b="0">
                <a:solidFill>
                  <a:srgbClr val="526074"/>
                </a:solidFill>
                <a:latin typeface="Arial"/>
                <a:ea typeface="Arial"/>
                <a:cs typeface="Arial"/>
              </a:defRPr>
            </a:lvl6pPr>
            <a:lvl7pPr algn="l">
              <a:defRPr sz="1050" b="0">
                <a:solidFill>
                  <a:srgbClr val="526074"/>
                </a:solidFill>
                <a:latin typeface="Arial"/>
                <a:ea typeface="Arial"/>
                <a:cs typeface="Arial"/>
              </a:defRPr>
            </a:lvl7pPr>
            <a:lvl8pPr algn="l">
              <a:defRPr sz="1050" b="0">
                <a:solidFill>
                  <a:srgbClr val="526074"/>
                </a:solidFill>
                <a:latin typeface="Arial"/>
                <a:ea typeface="Arial"/>
                <a:cs typeface="Arial"/>
              </a:defRPr>
            </a:lvl8pPr>
            <a:lvl9pPr algn="l">
              <a:defRPr sz="1050" b="0">
                <a:solidFill>
                  <a:srgbClr val="526074"/>
                </a:solidFill>
                <a:latin typeface="Arial"/>
                <a:ea typeface="Arial"/>
                <a:cs typeface="Arial"/>
              </a:defRPr>
            </a:lvl9pPr>
          </a:lstStyle>
          <a:p xmlns:a="http://schemas.openxmlformats.org/drawingml/2006/main">
            <a:pPr algn="l">
              <a:defRPr sz="1050" b="0">
                <a:solidFill>
                  <a:srgbClr val="526074"/>
                </a:solidFill>
                <a:latin typeface="Arial"/>
                <a:ea typeface="Arial"/>
                <a:cs typeface="Arial"/>
              </a:defRPr>
            </a:pPr>
            <a:r>
              <a:rPr sz="1050" b="0">
                <a:solidFill>
                  <a:srgbClr val="526074"/>
                </a:solidFill>
                <a:latin typeface="Arial"/>
                <a:ea typeface="Arial"/>
                <a:cs typeface="Arial"/>
              </a:rPr>
              <a:t>ASSEMBLY-RULE-OF-LAW</a:t>
            </a:r>
          </a:p>
        </p:txBody>
      </p:sp>
      <p:sp>
        <p:nvSpPr>
          <p:cNvPr id="11" name="">
            <a:extLst xmlns:a="http://schemas.openxmlformats.org/drawingml/2006/main">
              <a:ext uri="{FF2B5EF4-FFF2-40B4-BE49-F238E27FC236}">
                <a16:creationId xmlns:a16="http://schemas.microsoft.com/office/drawing/2014/main" id="{A68D6010-6B77-4D86-83CE-25D05E3C07A7}"/>
              </a:ext>
            </a:extLst>
          </p:cNvPr>
          <p:cNvSpPr>
            <a:spLocks xmlns:a="http://schemas.openxmlformats.org/drawingml/2006/main" noGrp="1"/>
          </p:cNvSpPr>
          <p:nvPr/>
        </p:nvSpPr>
        <p:spPr>
          <a:xfrm xmlns:a="http://schemas.openxmlformats.org/drawingml/2006/main">
            <a:off x="7620000" y="6524625"/>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074"/>
                </a:solidFill>
                <a:latin typeface="Arial"/>
                <a:ea typeface="Arial"/>
                <a:cs typeface="Arial"/>
              </a:defRPr>
            </a:defPPr>
            <a:lvl1pPr algn="r">
              <a:defRPr sz="1200" b="0">
                <a:solidFill>
                  <a:srgbClr val="526074"/>
                </a:solidFill>
                <a:latin typeface="Arial"/>
                <a:ea typeface="Arial"/>
                <a:cs typeface="Arial"/>
              </a:defRPr>
            </a:lvl1pPr>
            <a:lvl2pPr algn="r">
              <a:defRPr sz="1200" b="0">
                <a:solidFill>
                  <a:srgbClr val="526074"/>
                </a:solidFill>
                <a:latin typeface="Arial"/>
                <a:ea typeface="Arial"/>
                <a:cs typeface="Arial"/>
              </a:defRPr>
            </a:lvl2pPr>
            <a:lvl3pPr algn="r">
              <a:defRPr sz="1200" b="0">
                <a:solidFill>
                  <a:srgbClr val="526074"/>
                </a:solidFill>
                <a:latin typeface="Arial"/>
                <a:ea typeface="Arial"/>
                <a:cs typeface="Arial"/>
              </a:defRPr>
            </a:lvl3pPr>
            <a:lvl4pPr algn="r">
              <a:defRPr sz="1200" b="0">
                <a:solidFill>
                  <a:srgbClr val="526074"/>
                </a:solidFill>
                <a:latin typeface="Arial"/>
                <a:ea typeface="Arial"/>
                <a:cs typeface="Arial"/>
              </a:defRPr>
            </a:lvl4pPr>
            <a:lvl5pPr algn="r">
              <a:defRPr sz="1200" b="0">
                <a:solidFill>
                  <a:srgbClr val="526074"/>
                </a:solidFill>
                <a:latin typeface="Arial"/>
                <a:ea typeface="Arial"/>
                <a:cs typeface="Arial"/>
              </a:defRPr>
            </a:lvl5pPr>
            <a:lvl6pPr algn="r">
              <a:defRPr sz="1200" b="0">
                <a:solidFill>
                  <a:srgbClr val="526074"/>
                </a:solidFill>
                <a:latin typeface="Arial"/>
                <a:ea typeface="Arial"/>
                <a:cs typeface="Arial"/>
              </a:defRPr>
            </a:lvl6pPr>
            <a:lvl7pPr algn="r">
              <a:defRPr sz="1200" b="0">
                <a:solidFill>
                  <a:srgbClr val="526074"/>
                </a:solidFill>
                <a:latin typeface="Arial"/>
                <a:ea typeface="Arial"/>
                <a:cs typeface="Arial"/>
              </a:defRPr>
            </a:lvl7pPr>
            <a:lvl8pPr algn="r">
              <a:defRPr sz="1200" b="0">
                <a:solidFill>
                  <a:srgbClr val="526074"/>
                </a:solidFill>
                <a:latin typeface="Arial"/>
                <a:ea typeface="Arial"/>
                <a:cs typeface="Arial"/>
              </a:defRPr>
            </a:lvl8pPr>
            <a:lvl9pPr algn="r">
              <a:defRPr sz="1200" b="0">
                <a:solidFill>
                  <a:srgbClr val="526074"/>
                </a:solidFill>
                <a:latin typeface="Arial"/>
                <a:ea typeface="Arial"/>
                <a:cs typeface="Arial"/>
              </a:defRPr>
            </a:lvl9pPr>
          </a:lstStyle>
          <a:p xmlns:a="http://schemas.openxmlformats.org/drawingml/2006/main">
            <a:pPr algn="r">
              <a:defRPr sz="1200" b="0">
                <a:solidFill>
                  <a:srgbClr val="526074"/>
                </a:solidFill>
                <a:latin typeface="Arial"/>
                <a:ea typeface="Arial"/>
                <a:cs typeface="Arial"/>
              </a:defRPr>
            </a:pPr>
            <a:r>
              <a:rPr sz="1200" b="0">
                <a:solidFill>
                  <a:srgbClr val="526074"/>
                </a:solidFill>
                <a:latin typeface="Arial"/>
                <a:ea typeface="Arial"/>
                <a:cs typeface="Arial"/>
              </a:rPr>
              <a:t>Check and explain</a:t>
            </a:r>
          </a:p>
        </p:txBody>
      </p:sp>
      <p:sp>
        <p:nvSpPr>
          <p:cNvPr id="12" name="Stage heading">
            <a:extLst xmlns:a="http://schemas.openxmlformats.org/drawingml/2006/main">
              <a:ext uri="{FF2B5EF4-FFF2-40B4-BE49-F238E27FC236}">
                <a16:creationId xmlns:a16="http://schemas.microsoft.com/office/drawing/2014/main" id="{9FDECAE0-C781-4242-A5F4-B63E0DC51A87}"/>
              </a:ext>
            </a:extLst>
          </p:cNvPr>
          <p:cNvSpPr>
            <a:spLocks xmlns:a="http://schemas.openxmlformats.org/drawingml/2006/main" noGrp="1"/>
          </p:cNvSpPr>
          <p:nvPr/>
        </p:nvSpPr>
        <p:spPr>
          <a:xfrm xmlns:a="http://schemas.openxmlformats.org/drawingml/2006/main">
            <a:off x="495300" y="1352550"/>
            <a:ext cx="11201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1">
                <a:solidFill>
                  <a:srgbClr val="17223B"/>
                </a:solidFill>
                <a:latin typeface="Arial"/>
                <a:ea typeface="Arial"/>
                <a:cs typeface="Arial"/>
              </a:defRPr>
            </a:defPPr>
            <a:lvl1pPr algn="l">
              <a:defRPr sz="3525" b="1">
                <a:solidFill>
                  <a:srgbClr val="17223B"/>
                </a:solidFill>
                <a:latin typeface="Arial"/>
                <a:ea typeface="Arial"/>
                <a:cs typeface="Arial"/>
              </a:defRPr>
            </a:lvl1pPr>
            <a:lvl2pPr algn="l">
              <a:defRPr sz="3525" b="1">
                <a:solidFill>
                  <a:srgbClr val="17223B"/>
                </a:solidFill>
                <a:latin typeface="Arial"/>
                <a:ea typeface="Arial"/>
                <a:cs typeface="Arial"/>
              </a:defRPr>
            </a:lvl2pPr>
            <a:lvl3pPr algn="l">
              <a:defRPr sz="3525" b="1">
                <a:solidFill>
                  <a:srgbClr val="17223B"/>
                </a:solidFill>
                <a:latin typeface="Arial"/>
                <a:ea typeface="Arial"/>
                <a:cs typeface="Arial"/>
              </a:defRPr>
            </a:lvl3pPr>
            <a:lvl4pPr algn="l">
              <a:defRPr sz="3525" b="1">
                <a:solidFill>
                  <a:srgbClr val="17223B"/>
                </a:solidFill>
                <a:latin typeface="Arial"/>
                <a:ea typeface="Arial"/>
                <a:cs typeface="Arial"/>
              </a:defRPr>
            </a:lvl4pPr>
            <a:lvl5pPr algn="l">
              <a:defRPr sz="3525" b="1">
                <a:solidFill>
                  <a:srgbClr val="17223B"/>
                </a:solidFill>
                <a:latin typeface="Arial"/>
                <a:ea typeface="Arial"/>
                <a:cs typeface="Arial"/>
              </a:defRPr>
            </a:lvl5pPr>
            <a:lvl6pPr algn="l">
              <a:defRPr sz="3525" b="1">
                <a:solidFill>
                  <a:srgbClr val="17223B"/>
                </a:solidFill>
                <a:latin typeface="Arial"/>
                <a:ea typeface="Arial"/>
                <a:cs typeface="Arial"/>
              </a:defRPr>
            </a:lvl6pPr>
            <a:lvl7pPr algn="l">
              <a:defRPr sz="3525" b="1">
                <a:solidFill>
                  <a:srgbClr val="17223B"/>
                </a:solidFill>
                <a:latin typeface="Arial"/>
                <a:ea typeface="Arial"/>
                <a:cs typeface="Arial"/>
              </a:defRPr>
            </a:lvl7pPr>
            <a:lvl8pPr algn="l">
              <a:defRPr sz="3525" b="1">
                <a:solidFill>
                  <a:srgbClr val="17223B"/>
                </a:solidFill>
                <a:latin typeface="Arial"/>
                <a:ea typeface="Arial"/>
                <a:cs typeface="Arial"/>
              </a:defRPr>
            </a:lvl8pPr>
            <a:lvl9pPr algn="l">
              <a:defRPr sz="3525" b="1">
                <a:solidFill>
                  <a:srgbClr val="17223B"/>
                </a:solidFill>
                <a:latin typeface="Arial"/>
                <a:ea typeface="Arial"/>
                <a:cs typeface="Arial"/>
              </a:defRPr>
            </a:lvl9pPr>
          </a:lstStyle>
          <a:p xmlns:a="http://schemas.openxmlformats.org/drawingml/2006/main">
            <a:pPr algn="l">
              <a:defRPr sz="3525" b="1">
                <a:solidFill>
                  <a:srgbClr val="17223B"/>
                </a:solidFill>
                <a:latin typeface="Arial"/>
                <a:ea typeface="Arial"/>
                <a:cs typeface="Arial"/>
              </a:defRPr>
            </a:pPr>
            <a:r>
              <a:rPr sz="3525" b="1">
                <a:solidFill>
                  <a:srgbClr val="17223B"/>
                </a:solidFill>
                <a:latin typeface="Arial"/>
                <a:ea typeface="Arial"/>
                <a:cs typeface="Arial"/>
              </a:rPr>
              <a:t>A school rule or a law?</a:t>
            </a:r>
          </a:p>
        </p:txBody>
      </p:sp>
      <p:sp>
        <p:nvSpPr>
          <p:cNvPr id="13" name="Answer 1">
            <a:extLst xmlns:a="http://schemas.openxmlformats.org/drawingml/2006/main">
              <a:ext uri="{FF2B5EF4-FFF2-40B4-BE49-F238E27FC236}">
                <a16:creationId xmlns:a16="http://schemas.microsoft.com/office/drawing/2014/main" id="{C2F49C50-8938-464D-A378-DE545AD65A19}"/>
              </a:ext>
            </a:extLst>
          </p:cNvPr>
          <p:cNvSpPr>
            <a:spLocks xmlns:a="http://schemas.openxmlformats.org/drawingml/2006/main" noGrp="1"/>
          </p:cNvSpPr>
          <p:nvPr/>
        </p:nvSpPr>
        <p:spPr>
          <a:xfrm xmlns:a="http://schemas.openxmlformats.org/drawingml/2006/main">
            <a:off x="552450" y="2266950"/>
            <a:ext cx="1108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236650"/>
                </a:solidFill>
                <a:latin typeface="Arial"/>
                <a:ea typeface="Arial"/>
                <a:cs typeface="Arial"/>
              </a:defRPr>
            </a:defPPr>
            <a:lvl1pPr algn="l">
              <a:defRPr sz="2550" b="1">
                <a:solidFill>
                  <a:srgbClr val="236650"/>
                </a:solidFill>
                <a:latin typeface="Arial"/>
                <a:ea typeface="Arial"/>
                <a:cs typeface="Arial"/>
              </a:defRPr>
            </a:lvl1pPr>
            <a:lvl2pPr algn="l">
              <a:defRPr sz="2550" b="1">
                <a:solidFill>
                  <a:srgbClr val="236650"/>
                </a:solidFill>
                <a:latin typeface="Arial"/>
                <a:ea typeface="Arial"/>
                <a:cs typeface="Arial"/>
              </a:defRPr>
            </a:lvl2pPr>
            <a:lvl3pPr algn="l">
              <a:defRPr sz="2550" b="1">
                <a:solidFill>
                  <a:srgbClr val="236650"/>
                </a:solidFill>
                <a:latin typeface="Arial"/>
                <a:ea typeface="Arial"/>
                <a:cs typeface="Arial"/>
              </a:defRPr>
            </a:lvl3pPr>
            <a:lvl4pPr algn="l">
              <a:defRPr sz="2550" b="1">
                <a:solidFill>
                  <a:srgbClr val="236650"/>
                </a:solidFill>
                <a:latin typeface="Arial"/>
                <a:ea typeface="Arial"/>
                <a:cs typeface="Arial"/>
              </a:defRPr>
            </a:lvl4pPr>
            <a:lvl5pPr algn="l">
              <a:defRPr sz="2550" b="1">
                <a:solidFill>
                  <a:srgbClr val="236650"/>
                </a:solidFill>
                <a:latin typeface="Arial"/>
                <a:ea typeface="Arial"/>
                <a:cs typeface="Arial"/>
              </a:defRPr>
            </a:lvl5pPr>
            <a:lvl6pPr algn="l">
              <a:defRPr sz="2550" b="1">
                <a:solidFill>
                  <a:srgbClr val="236650"/>
                </a:solidFill>
                <a:latin typeface="Arial"/>
                <a:ea typeface="Arial"/>
                <a:cs typeface="Arial"/>
              </a:defRPr>
            </a:lvl6pPr>
            <a:lvl7pPr algn="l">
              <a:defRPr sz="2550" b="1">
                <a:solidFill>
                  <a:srgbClr val="236650"/>
                </a:solidFill>
                <a:latin typeface="Arial"/>
                <a:ea typeface="Arial"/>
                <a:cs typeface="Arial"/>
              </a:defRPr>
            </a:lvl7pPr>
            <a:lvl8pPr algn="l">
              <a:defRPr sz="2550" b="1">
                <a:solidFill>
                  <a:srgbClr val="236650"/>
                </a:solidFill>
                <a:latin typeface="Arial"/>
                <a:ea typeface="Arial"/>
                <a:cs typeface="Arial"/>
              </a:defRPr>
            </a:lvl8pPr>
            <a:lvl9pPr algn="l">
              <a:defRPr sz="2550" b="1">
                <a:solidFill>
                  <a:srgbClr val="236650"/>
                </a:solidFill>
                <a:latin typeface="Arial"/>
                <a:ea typeface="Arial"/>
                <a:cs typeface="Arial"/>
              </a:defRPr>
            </a:lvl9pPr>
          </a:lstStyle>
          <a:p xmlns:a="http://schemas.openxmlformats.org/drawingml/2006/main">
            <a:pPr algn="l">
              <a:defRPr sz="2550" b="1">
                <a:solidFill>
                  <a:srgbClr val="236650"/>
                </a:solidFill>
                <a:latin typeface="Arial"/>
                <a:ea typeface="Arial"/>
                <a:cs typeface="Arial"/>
              </a:defRPr>
            </a:pPr>
            <a:r>
              <a:rPr sz="2550" b="1">
                <a:solidFill>
                  <a:srgbClr val="236650"/>
                </a:solidFill>
                <a:latin typeface="Arial"/>
                <a:ea typeface="Arial"/>
                <a:cs typeface="Arial"/>
              </a:rPr>
              <a:t>No running in the school corridor. → SCHOOL RULE</a:t>
            </a:r>
          </a:p>
        </p:txBody>
      </p:sp>
      <p:sp>
        <p:nvSpPr>
          <p:cNvPr id="14" name="">
            <a:extLst xmlns:a="http://schemas.openxmlformats.org/drawingml/2006/main">
              <a:ext uri="{FF2B5EF4-FFF2-40B4-BE49-F238E27FC236}">
                <a16:creationId xmlns:a16="http://schemas.microsoft.com/office/drawing/2014/main" id="{2DE4476E-6CD5-4736-B77A-F6100565F082}"/>
              </a:ext>
            </a:extLst>
          </p:cNvPr>
          <p:cNvSpPr>
            <a:spLocks xmlns:a="http://schemas.openxmlformats.org/drawingml/2006/main" noGrp="1"/>
          </p:cNvSpPr>
          <p:nvPr/>
        </p:nvSpPr>
        <p:spPr>
          <a:xfrm xmlns:a="http://schemas.openxmlformats.org/drawingml/2006/main">
            <a:off x="552450" y="3143250"/>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5" name="Answer 2">
            <a:extLst xmlns:a="http://schemas.openxmlformats.org/drawingml/2006/main">
              <a:ext uri="{FF2B5EF4-FFF2-40B4-BE49-F238E27FC236}">
                <a16:creationId xmlns:a16="http://schemas.microsoft.com/office/drawing/2014/main" id="{AD52DCC0-76B0-429B-ABD0-42A276319849}"/>
              </a:ext>
            </a:extLst>
          </p:cNvPr>
          <p:cNvSpPr>
            <a:spLocks xmlns:a="http://schemas.openxmlformats.org/drawingml/2006/main" noGrp="1"/>
          </p:cNvSpPr>
          <p:nvPr/>
        </p:nvSpPr>
        <p:spPr>
          <a:xfrm xmlns:a="http://schemas.openxmlformats.org/drawingml/2006/main">
            <a:off x="552450" y="3162300"/>
            <a:ext cx="1108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236650"/>
                </a:solidFill>
                <a:latin typeface="Arial"/>
                <a:ea typeface="Arial"/>
                <a:cs typeface="Arial"/>
              </a:defRPr>
            </a:defPPr>
            <a:lvl1pPr algn="l">
              <a:defRPr sz="2550" b="1">
                <a:solidFill>
                  <a:srgbClr val="236650"/>
                </a:solidFill>
                <a:latin typeface="Arial"/>
                <a:ea typeface="Arial"/>
                <a:cs typeface="Arial"/>
              </a:defRPr>
            </a:lvl1pPr>
            <a:lvl2pPr algn="l">
              <a:defRPr sz="2550" b="1">
                <a:solidFill>
                  <a:srgbClr val="236650"/>
                </a:solidFill>
                <a:latin typeface="Arial"/>
                <a:ea typeface="Arial"/>
                <a:cs typeface="Arial"/>
              </a:defRPr>
            </a:lvl2pPr>
            <a:lvl3pPr algn="l">
              <a:defRPr sz="2550" b="1">
                <a:solidFill>
                  <a:srgbClr val="236650"/>
                </a:solidFill>
                <a:latin typeface="Arial"/>
                <a:ea typeface="Arial"/>
                <a:cs typeface="Arial"/>
              </a:defRPr>
            </a:lvl3pPr>
            <a:lvl4pPr algn="l">
              <a:defRPr sz="2550" b="1">
                <a:solidFill>
                  <a:srgbClr val="236650"/>
                </a:solidFill>
                <a:latin typeface="Arial"/>
                <a:ea typeface="Arial"/>
                <a:cs typeface="Arial"/>
              </a:defRPr>
            </a:lvl4pPr>
            <a:lvl5pPr algn="l">
              <a:defRPr sz="2550" b="1">
                <a:solidFill>
                  <a:srgbClr val="236650"/>
                </a:solidFill>
                <a:latin typeface="Arial"/>
                <a:ea typeface="Arial"/>
                <a:cs typeface="Arial"/>
              </a:defRPr>
            </a:lvl5pPr>
            <a:lvl6pPr algn="l">
              <a:defRPr sz="2550" b="1">
                <a:solidFill>
                  <a:srgbClr val="236650"/>
                </a:solidFill>
                <a:latin typeface="Arial"/>
                <a:ea typeface="Arial"/>
                <a:cs typeface="Arial"/>
              </a:defRPr>
            </a:lvl6pPr>
            <a:lvl7pPr algn="l">
              <a:defRPr sz="2550" b="1">
                <a:solidFill>
                  <a:srgbClr val="236650"/>
                </a:solidFill>
                <a:latin typeface="Arial"/>
                <a:ea typeface="Arial"/>
                <a:cs typeface="Arial"/>
              </a:defRPr>
            </a:lvl7pPr>
            <a:lvl8pPr algn="l">
              <a:defRPr sz="2550" b="1">
                <a:solidFill>
                  <a:srgbClr val="236650"/>
                </a:solidFill>
                <a:latin typeface="Arial"/>
                <a:ea typeface="Arial"/>
                <a:cs typeface="Arial"/>
              </a:defRPr>
            </a:lvl8pPr>
            <a:lvl9pPr algn="l">
              <a:defRPr sz="2550" b="1">
                <a:solidFill>
                  <a:srgbClr val="236650"/>
                </a:solidFill>
                <a:latin typeface="Arial"/>
                <a:ea typeface="Arial"/>
                <a:cs typeface="Arial"/>
              </a:defRPr>
            </a:lvl9pPr>
          </a:lstStyle>
          <a:p xmlns:a="http://schemas.openxmlformats.org/drawingml/2006/main">
            <a:pPr algn="l">
              <a:defRPr sz="2550" b="1">
                <a:solidFill>
                  <a:srgbClr val="236650"/>
                </a:solidFill>
                <a:latin typeface="Arial"/>
                <a:ea typeface="Arial"/>
                <a:cs typeface="Arial"/>
              </a:defRPr>
            </a:pPr>
            <a:r>
              <a:rPr sz="2550" b="1">
                <a:solidFill>
                  <a:srgbClr val="236650"/>
                </a:solidFill>
                <a:latin typeface="Arial"/>
                <a:ea typeface="Arial"/>
                <a:cs typeface="Arial"/>
              </a:rPr>
              <a:t>Do not steal someone’s phone. → LAW</a:t>
            </a:r>
          </a:p>
        </p:txBody>
      </p:sp>
      <p:sp>
        <p:nvSpPr>
          <p:cNvPr id="16" name="">
            <a:extLst xmlns:a="http://schemas.openxmlformats.org/drawingml/2006/main">
              <a:ext uri="{FF2B5EF4-FFF2-40B4-BE49-F238E27FC236}">
                <a16:creationId xmlns:a16="http://schemas.microsoft.com/office/drawing/2014/main" id="{2B1DABCB-21C9-4115-BBEC-F3E53D2BFD42}"/>
              </a:ext>
            </a:extLst>
          </p:cNvPr>
          <p:cNvSpPr>
            <a:spLocks xmlns:a="http://schemas.openxmlformats.org/drawingml/2006/main" noGrp="1"/>
          </p:cNvSpPr>
          <p:nvPr/>
        </p:nvSpPr>
        <p:spPr>
          <a:xfrm xmlns:a="http://schemas.openxmlformats.org/drawingml/2006/main">
            <a:off x="552450" y="4038600"/>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7" name="Answer 3">
            <a:extLst xmlns:a="http://schemas.openxmlformats.org/drawingml/2006/main">
              <a:ext uri="{FF2B5EF4-FFF2-40B4-BE49-F238E27FC236}">
                <a16:creationId xmlns:a16="http://schemas.microsoft.com/office/drawing/2014/main" id="{646FB2BF-0F3F-444B-9EBA-DA8650CA03D3}"/>
              </a:ext>
            </a:extLst>
          </p:cNvPr>
          <p:cNvSpPr>
            <a:spLocks xmlns:a="http://schemas.openxmlformats.org/drawingml/2006/main" noGrp="1"/>
          </p:cNvSpPr>
          <p:nvPr/>
        </p:nvSpPr>
        <p:spPr>
          <a:xfrm xmlns:a="http://schemas.openxmlformats.org/drawingml/2006/main">
            <a:off x="552450" y="4057650"/>
            <a:ext cx="1108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236650"/>
                </a:solidFill>
                <a:latin typeface="Arial"/>
                <a:ea typeface="Arial"/>
                <a:cs typeface="Arial"/>
              </a:defRPr>
            </a:defPPr>
            <a:lvl1pPr algn="l">
              <a:defRPr sz="2550" b="1">
                <a:solidFill>
                  <a:srgbClr val="236650"/>
                </a:solidFill>
                <a:latin typeface="Arial"/>
                <a:ea typeface="Arial"/>
                <a:cs typeface="Arial"/>
              </a:defRPr>
            </a:lvl1pPr>
            <a:lvl2pPr algn="l">
              <a:defRPr sz="2550" b="1">
                <a:solidFill>
                  <a:srgbClr val="236650"/>
                </a:solidFill>
                <a:latin typeface="Arial"/>
                <a:ea typeface="Arial"/>
                <a:cs typeface="Arial"/>
              </a:defRPr>
            </a:lvl2pPr>
            <a:lvl3pPr algn="l">
              <a:defRPr sz="2550" b="1">
                <a:solidFill>
                  <a:srgbClr val="236650"/>
                </a:solidFill>
                <a:latin typeface="Arial"/>
                <a:ea typeface="Arial"/>
                <a:cs typeface="Arial"/>
              </a:defRPr>
            </a:lvl3pPr>
            <a:lvl4pPr algn="l">
              <a:defRPr sz="2550" b="1">
                <a:solidFill>
                  <a:srgbClr val="236650"/>
                </a:solidFill>
                <a:latin typeface="Arial"/>
                <a:ea typeface="Arial"/>
                <a:cs typeface="Arial"/>
              </a:defRPr>
            </a:lvl4pPr>
            <a:lvl5pPr algn="l">
              <a:defRPr sz="2550" b="1">
                <a:solidFill>
                  <a:srgbClr val="236650"/>
                </a:solidFill>
                <a:latin typeface="Arial"/>
                <a:ea typeface="Arial"/>
                <a:cs typeface="Arial"/>
              </a:defRPr>
            </a:lvl5pPr>
            <a:lvl6pPr algn="l">
              <a:defRPr sz="2550" b="1">
                <a:solidFill>
                  <a:srgbClr val="236650"/>
                </a:solidFill>
                <a:latin typeface="Arial"/>
                <a:ea typeface="Arial"/>
                <a:cs typeface="Arial"/>
              </a:defRPr>
            </a:lvl6pPr>
            <a:lvl7pPr algn="l">
              <a:defRPr sz="2550" b="1">
                <a:solidFill>
                  <a:srgbClr val="236650"/>
                </a:solidFill>
                <a:latin typeface="Arial"/>
                <a:ea typeface="Arial"/>
                <a:cs typeface="Arial"/>
              </a:defRPr>
            </a:lvl7pPr>
            <a:lvl8pPr algn="l">
              <a:defRPr sz="2550" b="1">
                <a:solidFill>
                  <a:srgbClr val="236650"/>
                </a:solidFill>
                <a:latin typeface="Arial"/>
                <a:ea typeface="Arial"/>
                <a:cs typeface="Arial"/>
              </a:defRPr>
            </a:lvl8pPr>
            <a:lvl9pPr algn="l">
              <a:defRPr sz="2550" b="1">
                <a:solidFill>
                  <a:srgbClr val="236650"/>
                </a:solidFill>
                <a:latin typeface="Arial"/>
                <a:ea typeface="Arial"/>
                <a:cs typeface="Arial"/>
              </a:defRPr>
            </a:lvl9pPr>
          </a:lstStyle>
          <a:p xmlns:a="http://schemas.openxmlformats.org/drawingml/2006/main">
            <a:pPr algn="l">
              <a:defRPr sz="2550" b="1">
                <a:solidFill>
                  <a:srgbClr val="236650"/>
                </a:solidFill>
                <a:latin typeface="Arial"/>
                <a:ea typeface="Arial"/>
                <a:cs typeface="Arial"/>
              </a:defRPr>
            </a:pPr>
            <a:r>
              <a:rPr sz="2550" b="1">
                <a:solidFill>
                  <a:srgbClr val="236650"/>
                </a:solidFill>
                <a:latin typeface="Arial"/>
                <a:ea typeface="Arial"/>
                <a:cs typeface="Arial"/>
              </a:rPr>
              <a:t>Wear this colour top. → NEED MORE INFO</a:t>
            </a:r>
          </a:p>
        </p:txBody>
      </p:sp>
      <p:sp>
        <p:nvSpPr>
          <p:cNvPr id="18" name="">
            <a:extLst xmlns:a="http://schemas.openxmlformats.org/drawingml/2006/main">
              <a:ext uri="{FF2B5EF4-FFF2-40B4-BE49-F238E27FC236}">
                <a16:creationId xmlns:a16="http://schemas.microsoft.com/office/drawing/2014/main" id="{20EB5A3D-95B8-4D7C-BC64-17B39125747B}"/>
              </a:ext>
            </a:extLst>
          </p:cNvPr>
          <p:cNvSpPr>
            <a:spLocks xmlns:a="http://schemas.openxmlformats.org/drawingml/2006/main" noGrp="1"/>
          </p:cNvSpPr>
          <p:nvPr/>
        </p:nvSpPr>
        <p:spPr>
          <a:xfrm xmlns:a="http://schemas.openxmlformats.org/drawingml/2006/main">
            <a:off x="495300" y="5381625"/>
            <a:ext cx="11201400" cy="83820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AD793DB-574F-4B59-AB84-D0E6795DFB37}"/>
              </a:ext>
            </a:extLst>
          </p:cNvPr>
          <p:cNvSpPr>
            <a:spLocks xmlns:a="http://schemas.openxmlformats.org/drawingml/2006/main" noGrp="1"/>
          </p:cNvSpPr>
          <p:nvPr/>
        </p:nvSpPr>
        <p:spPr>
          <a:xfrm xmlns:a="http://schemas.openxmlformats.org/drawingml/2006/main">
            <a:off x="704850" y="55054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1">
                <a:solidFill>
                  <a:srgbClr val="FFFEF9"/>
                </a:solidFill>
                <a:latin typeface="Arial"/>
                <a:ea typeface="Arial"/>
                <a:cs typeface="Arial"/>
              </a:defRPr>
            </a:defPPr>
            <a:lvl1pPr algn="l">
              <a:defRPr sz="2100" b="1">
                <a:solidFill>
                  <a:srgbClr val="FFFEF9"/>
                </a:solidFill>
                <a:latin typeface="Arial"/>
                <a:ea typeface="Arial"/>
                <a:cs typeface="Arial"/>
              </a:defRPr>
            </a:lvl1pPr>
            <a:lvl2pPr algn="l">
              <a:defRPr sz="2100" b="1">
                <a:solidFill>
                  <a:srgbClr val="FFFEF9"/>
                </a:solidFill>
                <a:latin typeface="Arial"/>
                <a:ea typeface="Arial"/>
                <a:cs typeface="Arial"/>
              </a:defRPr>
            </a:lvl2pPr>
            <a:lvl3pPr algn="l">
              <a:defRPr sz="2100" b="1">
                <a:solidFill>
                  <a:srgbClr val="FFFEF9"/>
                </a:solidFill>
                <a:latin typeface="Arial"/>
                <a:ea typeface="Arial"/>
                <a:cs typeface="Arial"/>
              </a:defRPr>
            </a:lvl3pPr>
            <a:lvl4pPr algn="l">
              <a:defRPr sz="2100" b="1">
                <a:solidFill>
                  <a:srgbClr val="FFFEF9"/>
                </a:solidFill>
                <a:latin typeface="Arial"/>
                <a:ea typeface="Arial"/>
                <a:cs typeface="Arial"/>
              </a:defRPr>
            </a:lvl4pPr>
            <a:lvl5pPr algn="l">
              <a:defRPr sz="2100" b="1">
                <a:solidFill>
                  <a:srgbClr val="FFFEF9"/>
                </a:solidFill>
                <a:latin typeface="Arial"/>
                <a:ea typeface="Arial"/>
                <a:cs typeface="Arial"/>
              </a:defRPr>
            </a:lvl5pPr>
            <a:lvl6pPr algn="l">
              <a:defRPr sz="2100" b="1">
                <a:solidFill>
                  <a:srgbClr val="FFFEF9"/>
                </a:solidFill>
                <a:latin typeface="Arial"/>
                <a:ea typeface="Arial"/>
                <a:cs typeface="Arial"/>
              </a:defRPr>
            </a:lvl6pPr>
            <a:lvl7pPr algn="l">
              <a:defRPr sz="2100" b="1">
                <a:solidFill>
                  <a:srgbClr val="FFFEF9"/>
                </a:solidFill>
                <a:latin typeface="Arial"/>
                <a:ea typeface="Arial"/>
                <a:cs typeface="Arial"/>
              </a:defRPr>
            </a:lvl7pPr>
            <a:lvl8pPr algn="l">
              <a:defRPr sz="2100" b="1">
                <a:solidFill>
                  <a:srgbClr val="FFFEF9"/>
                </a:solidFill>
                <a:latin typeface="Arial"/>
                <a:ea typeface="Arial"/>
                <a:cs typeface="Arial"/>
              </a:defRPr>
            </a:lvl8pPr>
            <a:lvl9pPr algn="l">
              <a:defRPr sz="2100" b="1">
                <a:solidFill>
                  <a:srgbClr val="FFFEF9"/>
                </a:solidFill>
                <a:latin typeface="Arial"/>
                <a:ea typeface="Arial"/>
                <a:cs typeface="Arial"/>
              </a:defRPr>
            </a:lvl9pPr>
          </a:lstStyle>
          <a:p xmlns:a="http://schemas.openxmlformats.org/drawingml/2006/main">
            <a:pPr algn="l">
              <a:defRPr sz="2100" b="1">
                <a:solidFill>
                  <a:srgbClr val="FFFEF9"/>
                </a:solidFill>
                <a:latin typeface="Arial"/>
                <a:ea typeface="Arial"/>
                <a:cs typeface="Arial"/>
              </a:defRPr>
            </a:pPr>
            <a:r>
              <a:rPr sz="2100" b="1">
                <a:solidFill>
                  <a:srgbClr val="FFFEF9"/>
                </a:solidFill>
                <a:latin typeface="Arial"/>
                <a:ea typeface="Arial"/>
                <a:cs typeface="Arial"/>
              </a:rPr>
              <a:t>A school rule is set for that setting. A law is part of the legal system. Sometimes we need more context.</a:t>
            </a:r>
          </a:p>
        </p:txBody>
      </p:sp>
    </p:spTree>
    <p:extLst>
      <p:ext uri="{BB962C8B-B14F-4D97-AF65-F5344CB8AC3E}">
        <p14:creationId xmlns:p14="http://schemas.microsoft.com/office/powerpoint/2010/main" val="415174453"/>
      </p:ext>
    </p:extLst>
  </p:cSld>
</p:sld>
</file>

<file path=ppt/slides/slide8.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8BA10C9-4DB9-4929-93DF-91DAFAF84AAC}"/>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80AE718F-79AD-43DD-8EF2-BDE8CA62DAD1}"/>
              </a:ext>
            </a:extLst>
          </p:cNvPr>
          <p:cNvPicPr>
            <a:picLocks xmlns:a="http://schemas.openxmlformats.org/drawingml/2006/main" noChangeAspect="1"/>
          </p:cNvPicPr>
          <p:nvPr/>
        </p:nvPicPr>
        <p:blipFill>
          <a:blip xmlns:r="http://schemas.openxmlformats.org/officeDocument/2006/relationships" xmlns:a="http://schemas.openxmlformats.org/drawingml/2006/main" r:embed="Re5ea281d8d5e438e"/>
          <a:stretch xmlns:a="http://schemas.openxmlformats.org/drawingml/2006/main"/>
        </p:blipFill>
        <p:spPr>
          <a:xfrm xmlns:a="http://schemas.openxmlformats.org/drawingml/2006/main">
            <a:off x="266700" y="114300"/>
            <a:ext cx="514350" cy="514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BEC81C0-C02F-49D3-AA13-7710B4353DC0}"/>
              </a:ext>
            </a:extLst>
          </p:cNvPr>
          <p:cNvSpPr>
            <a:spLocks xmlns:a="http://schemas.openxmlformats.org/drawingml/2006/main" noGrp="1"/>
          </p:cNvSpPr>
          <p:nvPr/>
        </p:nvSpPr>
        <p:spPr>
          <a:xfrm xmlns:a="http://schemas.openxmlformats.org/drawingml/2006/main">
            <a:off x="914400" y="1428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7223B"/>
                </a:solidFill>
                <a:latin typeface="Arial"/>
                <a:ea typeface="Arial"/>
                <a:cs typeface="Arial"/>
              </a:defRPr>
            </a:defPPr>
            <a:lvl1pPr algn="l">
              <a:defRPr sz="1500" b="1">
                <a:solidFill>
                  <a:srgbClr val="17223B"/>
                </a:solidFill>
                <a:latin typeface="Arial"/>
                <a:ea typeface="Arial"/>
                <a:cs typeface="Arial"/>
              </a:defRPr>
            </a:lvl1pPr>
            <a:lvl2pPr algn="l">
              <a:defRPr sz="1500" b="1">
                <a:solidFill>
                  <a:srgbClr val="17223B"/>
                </a:solidFill>
                <a:latin typeface="Arial"/>
                <a:ea typeface="Arial"/>
                <a:cs typeface="Arial"/>
              </a:defRPr>
            </a:lvl2pPr>
            <a:lvl3pPr algn="l">
              <a:defRPr sz="1500" b="1">
                <a:solidFill>
                  <a:srgbClr val="17223B"/>
                </a:solidFill>
                <a:latin typeface="Arial"/>
                <a:ea typeface="Arial"/>
                <a:cs typeface="Arial"/>
              </a:defRPr>
            </a:lvl3pPr>
            <a:lvl4pPr algn="l">
              <a:defRPr sz="1500" b="1">
                <a:solidFill>
                  <a:srgbClr val="17223B"/>
                </a:solidFill>
                <a:latin typeface="Arial"/>
                <a:ea typeface="Arial"/>
                <a:cs typeface="Arial"/>
              </a:defRPr>
            </a:lvl4pPr>
            <a:lvl5pPr algn="l">
              <a:defRPr sz="1500" b="1">
                <a:solidFill>
                  <a:srgbClr val="17223B"/>
                </a:solidFill>
                <a:latin typeface="Arial"/>
                <a:ea typeface="Arial"/>
                <a:cs typeface="Arial"/>
              </a:defRPr>
            </a:lvl5pPr>
            <a:lvl6pPr algn="l">
              <a:defRPr sz="1500" b="1">
                <a:solidFill>
                  <a:srgbClr val="17223B"/>
                </a:solidFill>
                <a:latin typeface="Arial"/>
                <a:ea typeface="Arial"/>
                <a:cs typeface="Arial"/>
              </a:defRPr>
            </a:lvl6pPr>
            <a:lvl7pPr algn="l">
              <a:defRPr sz="1500" b="1">
                <a:solidFill>
                  <a:srgbClr val="17223B"/>
                </a:solidFill>
                <a:latin typeface="Arial"/>
                <a:ea typeface="Arial"/>
                <a:cs typeface="Arial"/>
              </a:defRPr>
            </a:lvl7pPr>
            <a:lvl8pPr algn="l">
              <a:defRPr sz="1500" b="1">
                <a:solidFill>
                  <a:srgbClr val="17223B"/>
                </a:solidFill>
                <a:latin typeface="Arial"/>
                <a:ea typeface="Arial"/>
                <a:cs typeface="Arial"/>
              </a:defRPr>
            </a:lvl8pPr>
            <a:lvl9pPr algn="l">
              <a:defRPr sz="1500" b="1">
                <a:solidFill>
                  <a:srgbClr val="17223B"/>
                </a:solidFill>
                <a:latin typeface="Arial"/>
                <a:ea typeface="Arial"/>
                <a:cs typeface="Arial"/>
              </a:defRPr>
            </a:lvl9pPr>
          </a:lstStyle>
          <a:p xmlns:a="http://schemas.openxmlformats.org/drawingml/2006/main">
            <a:pPr algn="l">
              <a:defRPr sz="1500" b="1">
                <a:solidFill>
                  <a:srgbClr val="17223B"/>
                </a:solidFill>
                <a:latin typeface="Arial"/>
                <a:ea typeface="Arial"/>
                <a:cs typeface="Arial"/>
              </a:defRPr>
            </a:pPr>
            <a:r>
              <a:rPr sz="1500" b="1">
                <a:solidFill>
                  <a:srgbClr val="17223B"/>
                </a:solidFill>
                <a:latin typeface="Arial"/>
                <a:ea typeface="Arial"/>
                <a:cs typeface="Arial"/>
              </a:rPr>
              <a:t>MADE BY MATT</a:t>
            </a:r>
          </a:p>
        </p:txBody>
      </p:sp>
      <p:sp>
        <p:nvSpPr>
          <p:cNvPr id="4" name="">
            <a:extLst xmlns:a="http://schemas.openxmlformats.org/drawingml/2006/main">
              <a:ext uri="{FF2B5EF4-FFF2-40B4-BE49-F238E27FC236}">
                <a16:creationId xmlns:a16="http://schemas.microsoft.com/office/drawing/2014/main" id="{5A8F9BA5-1A4F-44E6-AB3F-A73E8C6AB6D9}"/>
              </a:ext>
            </a:extLst>
          </p:cNvPr>
          <p:cNvSpPr>
            <a:spLocks xmlns:a="http://schemas.openxmlformats.org/drawingml/2006/main" noGrp="1"/>
          </p:cNvSpPr>
          <p:nvPr/>
        </p:nvSpPr>
        <p:spPr>
          <a:xfrm xmlns:a="http://schemas.openxmlformats.org/drawingml/2006/main">
            <a:off x="914400" y="39052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26074"/>
                </a:solidFill>
                <a:latin typeface="Arial"/>
                <a:ea typeface="Arial"/>
                <a:cs typeface="Arial"/>
              </a:defRPr>
            </a:defPPr>
            <a:lvl1pPr algn="l">
              <a:defRPr sz="1200" b="0">
                <a:solidFill>
                  <a:srgbClr val="526074"/>
                </a:solidFill>
                <a:latin typeface="Arial"/>
                <a:ea typeface="Arial"/>
                <a:cs typeface="Arial"/>
              </a:defRPr>
            </a:lvl1pPr>
            <a:lvl2pPr algn="l">
              <a:defRPr sz="1200" b="0">
                <a:solidFill>
                  <a:srgbClr val="526074"/>
                </a:solidFill>
                <a:latin typeface="Arial"/>
                <a:ea typeface="Arial"/>
                <a:cs typeface="Arial"/>
              </a:defRPr>
            </a:lvl2pPr>
            <a:lvl3pPr algn="l">
              <a:defRPr sz="1200" b="0">
                <a:solidFill>
                  <a:srgbClr val="526074"/>
                </a:solidFill>
                <a:latin typeface="Arial"/>
                <a:ea typeface="Arial"/>
                <a:cs typeface="Arial"/>
              </a:defRPr>
            </a:lvl3pPr>
            <a:lvl4pPr algn="l">
              <a:defRPr sz="1200" b="0">
                <a:solidFill>
                  <a:srgbClr val="526074"/>
                </a:solidFill>
                <a:latin typeface="Arial"/>
                <a:ea typeface="Arial"/>
                <a:cs typeface="Arial"/>
              </a:defRPr>
            </a:lvl4pPr>
            <a:lvl5pPr algn="l">
              <a:defRPr sz="1200" b="0">
                <a:solidFill>
                  <a:srgbClr val="526074"/>
                </a:solidFill>
                <a:latin typeface="Arial"/>
                <a:ea typeface="Arial"/>
                <a:cs typeface="Arial"/>
              </a:defRPr>
            </a:lvl5pPr>
            <a:lvl6pPr algn="l">
              <a:defRPr sz="1200" b="0">
                <a:solidFill>
                  <a:srgbClr val="526074"/>
                </a:solidFill>
                <a:latin typeface="Arial"/>
                <a:ea typeface="Arial"/>
                <a:cs typeface="Arial"/>
              </a:defRPr>
            </a:lvl6pPr>
            <a:lvl7pPr algn="l">
              <a:defRPr sz="1200" b="0">
                <a:solidFill>
                  <a:srgbClr val="526074"/>
                </a:solidFill>
                <a:latin typeface="Arial"/>
                <a:ea typeface="Arial"/>
                <a:cs typeface="Arial"/>
              </a:defRPr>
            </a:lvl7pPr>
            <a:lvl8pPr algn="l">
              <a:defRPr sz="1200" b="0">
                <a:solidFill>
                  <a:srgbClr val="526074"/>
                </a:solidFill>
                <a:latin typeface="Arial"/>
                <a:ea typeface="Arial"/>
                <a:cs typeface="Arial"/>
              </a:defRPr>
            </a:lvl8pPr>
            <a:lvl9pPr algn="l">
              <a:defRPr sz="1200" b="0">
                <a:solidFill>
                  <a:srgbClr val="526074"/>
                </a:solidFill>
                <a:latin typeface="Arial"/>
                <a:ea typeface="Arial"/>
                <a:cs typeface="Arial"/>
              </a:defRPr>
            </a:lvl9pPr>
          </a:lstStyle>
          <a:p xmlns:a="http://schemas.openxmlformats.org/drawingml/2006/main">
            <a:pPr algn="l">
              <a:defRPr sz="1200" b="0">
                <a:solidFill>
                  <a:srgbClr val="526074"/>
                </a:solidFill>
                <a:latin typeface="Arial"/>
                <a:ea typeface="Arial"/>
                <a:cs typeface="Arial"/>
              </a:defRPr>
            </a:pPr>
            <a:r>
              <a:rPr sz="1200" b="0">
                <a:solidFill>
                  <a:srgbClr val="526074"/>
                </a:solidFill>
                <a:latin typeface="Arial"/>
                <a:ea typeface="Arial"/>
                <a:cs typeface="Arial"/>
              </a:rPr>
              <a:t>Learn • Build • Explore</a:t>
            </a:r>
          </a:p>
        </p:txBody>
      </p:sp>
      <p:sp>
        <p:nvSpPr>
          <p:cNvPr id="5" name="">
            <a:extLst xmlns:a="http://schemas.openxmlformats.org/drawingml/2006/main">
              <a:ext uri="{FF2B5EF4-FFF2-40B4-BE49-F238E27FC236}">
                <a16:creationId xmlns:a16="http://schemas.microsoft.com/office/drawing/2014/main" id="{9303427B-7D92-4B6C-9A84-117451655D0E}"/>
              </a:ext>
            </a:extLst>
          </p:cNvPr>
          <p:cNvSpPr>
            <a:spLocks xmlns:a="http://schemas.openxmlformats.org/drawingml/2006/main" noGrp="1"/>
          </p:cNvSpPr>
          <p:nvPr/>
        </p:nvSpPr>
        <p:spPr>
          <a:xfrm xmlns:a="http://schemas.openxmlformats.org/drawingml/2006/main">
            <a:off x="7905750" y="2286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500" b="1">
                <a:solidFill>
                  <a:srgbClr val="236650"/>
                </a:solidFill>
                <a:latin typeface="Arial"/>
                <a:ea typeface="Arial"/>
                <a:cs typeface="Arial"/>
              </a:defRPr>
            </a:defPPr>
            <a:lvl1pPr algn="r">
              <a:defRPr sz="1500" b="1">
                <a:solidFill>
                  <a:srgbClr val="236650"/>
                </a:solidFill>
                <a:latin typeface="Arial"/>
                <a:ea typeface="Arial"/>
                <a:cs typeface="Arial"/>
              </a:defRPr>
            </a:lvl1pPr>
            <a:lvl2pPr algn="r">
              <a:defRPr sz="1500" b="1">
                <a:solidFill>
                  <a:srgbClr val="236650"/>
                </a:solidFill>
                <a:latin typeface="Arial"/>
                <a:ea typeface="Arial"/>
                <a:cs typeface="Arial"/>
              </a:defRPr>
            </a:lvl2pPr>
            <a:lvl3pPr algn="r">
              <a:defRPr sz="1500" b="1">
                <a:solidFill>
                  <a:srgbClr val="236650"/>
                </a:solidFill>
                <a:latin typeface="Arial"/>
                <a:ea typeface="Arial"/>
                <a:cs typeface="Arial"/>
              </a:defRPr>
            </a:lvl3pPr>
            <a:lvl4pPr algn="r">
              <a:defRPr sz="1500" b="1">
                <a:solidFill>
                  <a:srgbClr val="236650"/>
                </a:solidFill>
                <a:latin typeface="Arial"/>
                <a:ea typeface="Arial"/>
                <a:cs typeface="Arial"/>
              </a:defRPr>
            </a:lvl4pPr>
            <a:lvl5pPr algn="r">
              <a:defRPr sz="1500" b="1">
                <a:solidFill>
                  <a:srgbClr val="236650"/>
                </a:solidFill>
                <a:latin typeface="Arial"/>
                <a:ea typeface="Arial"/>
                <a:cs typeface="Arial"/>
              </a:defRPr>
            </a:lvl5pPr>
            <a:lvl6pPr algn="r">
              <a:defRPr sz="1500" b="1">
                <a:solidFill>
                  <a:srgbClr val="236650"/>
                </a:solidFill>
                <a:latin typeface="Arial"/>
                <a:ea typeface="Arial"/>
                <a:cs typeface="Arial"/>
              </a:defRPr>
            </a:lvl6pPr>
            <a:lvl7pPr algn="r">
              <a:defRPr sz="1500" b="1">
                <a:solidFill>
                  <a:srgbClr val="236650"/>
                </a:solidFill>
                <a:latin typeface="Arial"/>
                <a:ea typeface="Arial"/>
                <a:cs typeface="Arial"/>
              </a:defRPr>
            </a:lvl7pPr>
            <a:lvl8pPr algn="r">
              <a:defRPr sz="1500" b="1">
                <a:solidFill>
                  <a:srgbClr val="236650"/>
                </a:solidFill>
                <a:latin typeface="Arial"/>
                <a:ea typeface="Arial"/>
                <a:cs typeface="Arial"/>
              </a:defRPr>
            </a:lvl8pPr>
            <a:lvl9pPr algn="r">
              <a:defRPr sz="1500" b="1">
                <a:solidFill>
                  <a:srgbClr val="236650"/>
                </a:solidFill>
                <a:latin typeface="Arial"/>
                <a:ea typeface="Arial"/>
                <a:cs typeface="Arial"/>
              </a:defRPr>
            </a:lvl9pPr>
          </a:lstStyle>
          <a:p xmlns:a="http://schemas.openxmlformats.org/drawingml/2006/main">
            <a:pPr algn="r">
              <a:defRPr sz="1500" b="1">
                <a:solidFill>
                  <a:srgbClr val="236650"/>
                </a:solidFill>
                <a:latin typeface="Arial"/>
                <a:ea typeface="Arial"/>
                <a:cs typeface="Arial"/>
              </a:defRPr>
            </a:pPr>
            <a:r>
              <a:rPr sz="1500" b="1">
                <a:solidFill>
                  <a:srgbClr val="236650"/>
                </a:solidFill>
                <a:latin typeface="Arial"/>
                <a:ea typeface="Arial"/>
                <a:cs typeface="Arial"/>
              </a:rPr>
              <a:t>BRITISH VALUES</a:t>
            </a:r>
          </a:p>
        </p:txBody>
      </p:sp>
      <p:sp>
        <p:nvSpPr>
          <p:cNvPr id="6" name="">
            <a:extLst xmlns:a="http://schemas.openxmlformats.org/drawingml/2006/main">
              <a:ext uri="{FF2B5EF4-FFF2-40B4-BE49-F238E27FC236}">
                <a16:creationId xmlns:a16="http://schemas.microsoft.com/office/drawing/2014/main" id="{D50E7AC3-CAC8-49AD-AA25-7856DE276904}"/>
              </a:ext>
            </a:extLst>
          </p:cNvPr>
          <p:cNvSpPr>
            <a:spLocks xmlns:a="http://schemas.openxmlformats.org/drawingml/2006/main" noGrp="1"/>
          </p:cNvSpPr>
          <p:nvPr/>
        </p:nvSpPr>
        <p:spPr>
          <a:xfrm xmlns:a="http://schemas.openxmlformats.org/drawingml/2006/main">
            <a:off x="0" y="742950"/>
            <a:ext cx="12192000" cy="40005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2CA818E-2935-496E-AE19-1181B69DF7C9}"/>
              </a:ext>
            </a:extLst>
          </p:cNvPr>
          <p:cNvSpPr>
            <a:spLocks xmlns:a="http://schemas.openxmlformats.org/drawingml/2006/main" noGrp="1"/>
          </p:cNvSpPr>
          <p:nvPr/>
        </p:nvSpPr>
        <p:spPr>
          <a:xfrm xmlns:a="http://schemas.openxmlformats.org/drawingml/2006/main">
            <a:off x="304800" y="781050"/>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FFFEF9"/>
                </a:solidFill>
                <a:latin typeface="Arial"/>
                <a:ea typeface="Arial"/>
                <a:cs typeface="Arial"/>
              </a:defRPr>
            </a:defPPr>
            <a:lvl1pPr algn="l">
              <a:defRPr sz="1425" b="0">
                <a:solidFill>
                  <a:srgbClr val="FFFEF9"/>
                </a:solidFill>
                <a:latin typeface="Arial"/>
                <a:ea typeface="Arial"/>
                <a:cs typeface="Arial"/>
              </a:defRPr>
            </a:lvl1pPr>
            <a:lvl2pPr algn="l">
              <a:defRPr sz="1425" b="0">
                <a:solidFill>
                  <a:srgbClr val="FFFEF9"/>
                </a:solidFill>
                <a:latin typeface="Arial"/>
                <a:ea typeface="Arial"/>
                <a:cs typeface="Arial"/>
              </a:defRPr>
            </a:lvl2pPr>
            <a:lvl3pPr algn="l">
              <a:defRPr sz="1425" b="0">
                <a:solidFill>
                  <a:srgbClr val="FFFEF9"/>
                </a:solidFill>
                <a:latin typeface="Arial"/>
                <a:ea typeface="Arial"/>
                <a:cs typeface="Arial"/>
              </a:defRPr>
            </a:lvl3pPr>
            <a:lvl4pPr algn="l">
              <a:defRPr sz="1425" b="0">
                <a:solidFill>
                  <a:srgbClr val="FFFEF9"/>
                </a:solidFill>
                <a:latin typeface="Arial"/>
                <a:ea typeface="Arial"/>
                <a:cs typeface="Arial"/>
              </a:defRPr>
            </a:lvl4pPr>
            <a:lvl5pPr algn="l">
              <a:defRPr sz="1425" b="0">
                <a:solidFill>
                  <a:srgbClr val="FFFEF9"/>
                </a:solidFill>
                <a:latin typeface="Arial"/>
                <a:ea typeface="Arial"/>
                <a:cs typeface="Arial"/>
              </a:defRPr>
            </a:lvl5pPr>
            <a:lvl6pPr algn="l">
              <a:defRPr sz="1425" b="0">
                <a:solidFill>
                  <a:srgbClr val="FFFEF9"/>
                </a:solidFill>
                <a:latin typeface="Arial"/>
                <a:ea typeface="Arial"/>
                <a:cs typeface="Arial"/>
              </a:defRPr>
            </a:lvl6pPr>
            <a:lvl7pPr algn="l">
              <a:defRPr sz="1425" b="0">
                <a:solidFill>
                  <a:srgbClr val="FFFEF9"/>
                </a:solidFill>
                <a:latin typeface="Arial"/>
                <a:ea typeface="Arial"/>
                <a:cs typeface="Arial"/>
              </a:defRPr>
            </a:lvl7pPr>
            <a:lvl8pPr algn="l">
              <a:defRPr sz="1425" b="0">
                <a:solidFill>
                  <a:srgbClr val="FFFEF9"/>
                </a:solidFill>
                <a:latin typeface="Arial"/>
                <a:ea typeface="Arial"/>
                <a:cs typeface="Arial"/>
              </a:defRPr>
            </a:lvl8pPr>
            <a:lvl9pPr algn="l">
              <a:defRPr sz="1425" b="0">
                <a:solidFill>
                  <a:srgbClr val="FFFEF9"/>
                </a:solidFill>
                <a:latin typeface="Arial"/>
                <a:ea typeface="Arial"/>
                <a:cs typeface="Arial"/>
              </a:defRPr>
            </a:lvl9pPr>
          </a:lstStyle>
          <a:p xmlns:a="http://schemas.openxmlformats.org/drawingml/2006/main">
            <a:pPr algn="l">
              <a:defRPr sz="1425" b="0">
                <a:solidFill>
                  <a:srgbClr val="FFFEF9"/>
                </a:solidFill>
                <a:latin typeface="Arial"/>
                <a:ea typeface="Arial"/>
                <a:cs typeface="Arial"/>
              </a:defRPr>
            </a:pPr>
            <a:r>
              <a:rPr sz="1425" b="0">
                <a:solidFill>
                  <a:srgbClr val="FFFEF9"/>
                </a:solidFill>
                <a:latin typeface="Arial"/>
                <a:ea typeface="Arial"/>
                <a:cs typeface="Arial"/>
              </a:rPr>
              <a:t>05 / 10    What makes the law fair?</a:t>
            </a:r>
          </a:p>
        </p:txBody>
      </p:sp>
      <p:sp>
        <p:nvSpPr>
          <p:cNvPr id="8" name="">
            <a:extLst xmlns:a="http://schemas.openxmlformats.org/drawingml/2006/main">
              <a:ext uri="{FF2B5EF4-FFF2-40B4-BE49-F238E27FC236}">
                <a16:creationId xmlns:a16="http://schemas.microsoft.com/office/drawing/2014/main" id="{DB9AA99F-A704-41DB-94BD-D57E26917273}"/>
              </a:ext>
            </a:extLst>
          </p:cNvPr>
          <p:cNvSpPr>
            <a:spLocks xmlns:a="http://schemas.openxmlformats.org/drawingml/2006/main" noGrp="1"/>
          </p:cNvSpPr>
          <p:nvPr/>
        </p:nvSpPr>
        <p:spPr>
          <a:xfrm xmlns:a="http://schemas.openxmlformats.org/drawingml/2006/main">
            <a:off x="10763250" y="781050"/>
            <a:ext cx="1104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425" b="0">
                <a:solidFill>
                  <a:srgbClr val="A6E5C9"/>
                </a:solidFill>
                <a:latin typeface="Arial"/>
                <a:ea typeface="Arial"/>
                <a:cs typeface="Arial"/>
              </a:defRPr>
            </a:defPPr>
            <a:lvl1pPr algn="r">
              <a:defRPr sz="1425" b="0">
                <a:solidFill>
                  <a:srgbClr val="A6E5C9"/>
                </a:solidFill>
                <a:latin typeface="Arial"/>
                <a:ea typeface="Arial"/>
                <a:cs typeface="Arial"/>
              </a:defRPr>
            </a:lvl1pPr>
            <a:lvl2pPr algn="r">
              <a:defRPr sz="1425" b="0">
                <a:solidFill>
                  <a:srgbClr val="A6E5C9"/>
                </a:solidFill>
                <a:latin typeface="Arial"/>
                <a:ea typeface="Arial"/>
                <a:cs typeface="Arial"/>
              </a:defRPr>
            </a:lvl2pPr>
            <a:lvl3pPr algn="r">
              <a:defRPr sz="1425" b="0">
                <a:solidFill>
                  <a:srgbClr val="A6E5C9"/>
                </a:solidFill>
                <a:latin typeface="Arial"/>
                <a:ea typeface="Arial"/>
                <a:cs typeface="Arial"/>
              </a:defRPr>
            </a:lvl3pPr>
            <a:lvl4pPr algn="r">
              <a:defRPr sz="1425" b="0">
                <a:solidFill>
                  <a:srgbClr val="A6E5C9"/>
                </a:solidFill>
                <a:latin typeface="Arial"/>
                <a:ea typeface="Arial"/>
                <a:cs typeface="Arial"/>
              </a:defRPr>
            </a:lvl4pPr>
            <a:lvl5pPr algn="r">
              <a:defRPr sz="1425" b="0">
                <a:solidFill>
                  <a:srgbClr val="A6E5C9"/>
                </a:solidFill>
                <a:latin typeface="Arial"/>
                <a:ea typeface="Arial"/>
                <a:cs typeface="Arial"/>
              </a:defRPr>
            </a:lvl5pPr>
            <a:lvl6pPr algn="r">
              <a:defRPr sz="1425" b="0">
                <a:solidFill>
                  <a:srgbClr val="A6E5C9"/>
                </a:solidFill>
                <a:latin typeface="Arial"/>
                <a:ea typeface="Arial"/>
                <a:cs typeface="Arial"/>
              </a:defRPr>
            </a:lvl6pPr>
            <a:lvl7pPr algn="r">
              <a:defRPr sz="1425" b="0">
                <a:solidFill>
                  <a:srgbClr val="A6E5C9"/>
                </a:solidFill>
                <a:latin typeface="Arial"/>
                <a:ea typeface="Arial"/>
                <a:cs typeface="Arial"/>
              </a:defRPr>
            </a:lvl7pPr>
            <a:lvl8pPr algn="r">
              <a:defRPr sz="1425" b="0">
                <a:solidFill>
                  <a:srgbClr val="A6E5C9"/>
                </a:solidFill>
                <a:latin typeface="Arial"/>
                <a:ea typeface="Arial"/>
                <a:cs typeface="Arial"/>
              </a:defRPr>
            </a:lvl8pPr>
            <a:lvl9pPr algn="r">
              <a:defRPr sz="1425" b="0">
                <a:solidFill>
                  <a:srgbClr val="A6E5C9"/>
                </a:solidFill>
                <a:latin typeface="Arial"/>
                <a:ea typeface="Arial"/>
                <a:cs typeface="Arial"/>
              </a:defRPr>
            </a:lvl9pPr>
          </a:lstStyle>
          <a:p xmlns:a="http://schemas.openxmlformats.org/drawingml/2006/main">
            <a:pPr algn="r">
              <a:defRPr sz="1425" b="0">
                <a:solidFill>
                  <a:srgbClr val="A6E5C9"/>
                </a:solidFill>
                <a:latin typeface="Arial"/>
                <a:ea typeface="Arial"/>
                <a:cs typeface="Arial"/>
              </a:defRPr>
            </a:pPr>
            <a:r>
              <a:rPr sz="1425" b="0">
                <a:solidFill>
                  <a:srgbClr val="A6E5C9"/>
                </a:solidFill>
                <a:latin typeface="Arial"/>
                <a:ea typeface="Arial"/>
                <a:cs typeface="Arial"/>
              </a:rPr>
              <a:t>2 min</a:t>
            </a:r>
          </a:p>
        </p:txBody>
      </p:sp>
      <p:sp>
        <p:nvSpPr>
          <p:cNvPr id="9" name="">
            <a:extLst xmlns:a="http://schemas.openxmlformats.org/drawingml/2006/main">
              <a:ext uri="{FF2B5EF4-FFF2-40B4-BE49-F238E27FC236}">
                <a16:creationId xmlns:a16="http://schemas.microsoft.com/office/drawing/2014/main" id="{08BF08E7-EBDC-42F8-9491-EF4DCBACCBD7}"/>
              </a:ext>
            </a:extLst>
          </p:cNvPr>
          <p:cNvSpPr>
            <a:spLocks xmlns:a="http://schemas.openxmlformats.org/drawingml/2006/main" noGrp="1"/>
          </p:cNvSpPr>
          <p:nvPr/>
        </p:nvSpPr>
        <p:spPr>
          <a:xfrm xmlns:a="http://schemas.openxmlformats.org/drawingml/2006/main">
            <a:off x="0" y="6467475"/>
            <a:ext cx="12192000" cy="390525"/>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2B74095-C5B1-4F17-B0B2-468E5253DF39}"/>
              </a:ext>
            </a:extLst>
          </p:cNvPr>
          <p:cNvSpPr>
            <a:spLocks xmlns:a="http://schemas.openxmlformats.org/drawingml/2006/main" noGrp="1"/>
          </p:cNvSpPr>
          <p:nvPr/>
        </p:nvSpPr>
        <p:spPr>
          <a:xfrm xmlns:a="http://schemas.openxmlformats.org/drawingml/2006/main">
            <a:off x="304800" y="65246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526074"/>
                </a:solidFill>
                <a:latin typeface="Arial"/>
                <a:ea typeface="Arial"/>
                <a:cs typeface="Arial"/>
              </a:defRPr>
            </a:defPPr>
            <a:lvl1pPr algn="l">
              <a:defRPr sz="1050" b="0">
                <a:solidFill>
                  <a:srgbClr val="526074"/>
                </a:solidFill>
                <a:latin typeface="Arial"/>
                <a:ea typeface="Arial"/>
                <a:cs typeface="Arial"/>
              </a:defRPr>
            </a:lvl1pPr>
            <a:lvl2pPr algn="l">
              <a:defRPr sz="1050" b="0">
                <a:solidFill>
                  <a:srgbClr val="526074"/>
                </a:solidFill>
                <a:latin typeface="Arial"/>
                <a:ea typeface="Arial"/>
                <a:cs typeface="Arial"/>
              </a:defRPr>
            </a:lvl2pPr>
            <a:lvl3pPr algn="l">
              <a:defRPr sz="1050" b="0">
                <a:solidFill>
                  <a:srgbClr val="526074"/>
                </a:solidFill>
                <a:latin typeface="Arial"/>
                <a:ea typeface="Arial"/>
                <a:cs typeface="Arial"/>
              </a:defRPr>
            </a:lvl3pPr>
            <a:lvl4pPr algn="l">
              <a:defRPr sz="1050" b="0">
                <a:solidFill>
                  <a:srgbClr val="526074"/>
                </a:solidFill>
                <a:latin typeface="Arial"/>
                <a:ea typeface="Arial"/>
                <a:cs typeface="Arial"/>
              </a:defRPr>
            </a:lvl4pPr>
            <a:lvl5pPr algn="l">
              <a:defRPr sz="1050" b="0">
                <a:solidFill>
                  <a:srgbClr val="526074"/>
                </a:solidFill>
                <a:latin typeface="Arial"/>
                <a:ea typeface="Arial"/>
                <a:cs typeface="Arial"/>
              </a:defRPr>
            </a:lvl5pPr>
            <a:lvl6pPr algn="l">
              <a:defRPr sz="1050" b="0">
                <a:solidFill>
                  <a:srgbClr val="526074"/>
                </a:solidFill>
                <a:latin typeface="Arial"/>
                <a:ea typeface="Arial"/>
                <a:cs typeface="Arial"/>
              </a:defRPr>
            </a:lvl6pPr>
            <a:lvl7pPr algn="l">
              <a:defRPr sz="1050" b="0">
                <a:solidFill>
                  <a:srgbClr val="526074"/>
                </a:solidFill>
                <a:latin typeface="Arial"/>
                <a:ea typeface="Arial"/>
                <a:cs typeface="Arial"/>
              </a:defRPr>
            </a:lvl7pPr>
            <a:lvl8pPr algn="l">
              <a:defRPr sz="1050" b="0">
                <a:solidFill>
                  <a:srgbClr val="526074"/>
                </a:solidFill>
                <a:latin typeface="Arial"/>
                <a:ea typeface="Arial"/>
                <a:cs typeface="Arial"/>
              </a:defRPr>
            </a:lvl8pPr>
            <a:lvl9pPr algn="l">
              <a:defRPr sz="1050" b="0">
                <a:solidFill>
                  <a:srgbClr val="526074"/>
                </a:solidFill>
                <a:latin typeface="Arial"/>
                <a:ea typeface="Arial"/>
                <a:cs typeface="Arial"/>
              </a:defRPr>
            </a:lvl9pPr>
          </a:lstStyle>
          <a:p xmlns:a="http://schemas.openxmlformats.org/drawingml/2006/main">
            <a:pPr algn="l">
              <a:defRPr sz="1050" b="0">
                <a:solidFill>
                  <a:srgbClr val="526074"/>
                </a:solidFill>
                <a:latin typeface="Arial"/>
                <a:ea typeface="Arial"/>
                <a:cs typeface="Arial"/>
              </a:defRPr>
            </a:pPr>
            <a:r>
              <a:rPr sz="1050" b="0">
                <a:solidFill>
                  <a:srgbClr val="526074"/>
                </a:solidFill>
                <a:latin typeface="Arial"/>
                <a:ea typeface="Arial"/>
                <a:cs typeface="Arial"/>
              </a:rPr>
              <a:t>ASSEMBLY-RULE-OF-LAW</a:t>
            </a:r>
          </a:p>
        </p:txBody>
      </p:sp>
      <p:sp>
        <p:nvSpPr>
          <p:cNvPr id="11" name="">
            <a:extLst xmlns:a="http://schemas.openxmlformats.org/drawingml/2006/main">
              <a:ext uri="{FF2B5EF4-FFF2-40B4-BE49-F238E27FC236}">
                <a16:creationId xmlns:a16="http://schemas.microsoft.com/office/drawing/2014/main" id="{AD4100B2-58E2-4DB8-9D31-892F3B5900B1}"/>
              </a:ext>
            </a:extLst>
          </p:cNvPr>
          <p:cNvSpPr>
            <a:spLocks xmlns:a="http://schemas.openxmlformats.org/drawingml/2006/main" noGrp="1"/>
          </p:cNvSpPr>
          <p:nvPr/>
        </p:nvSpPr>
        <p:spPr>
          <a:xfrm xmlns:a="http://schemas.openxmlformats.org/drawingml/2006/main">
            <a:off x="7620000" y="6524625"/>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074"/>
                </a:solidFill>
                <a:latin typeface="Arial"/>
                <a:ea typeface="Arial"/>
                <a:cs typeface="Arial"/>
              </a:defRPr>
            </a:defPPr>
            <a:lvl1pPr algn="r">
              <a:defRPr sz="1200" b="0">
                <a:solidFill>
                  <a:srgbClr val="526074"/>
                </a:solidFill>
                <a:latin typeface="Arial"/>
                <a:ea typeface="Arial"/>
                <a:cs typeface="Arial"/>
              </a:defRPr>
            </a:lvl1pPr>
            <a:lvl2pPr algn="r">
              <a:defRPr sz="1200" b="0">
                <a:solidFill>
                  <a:srgbClr val="526074"/>
                </a:solidFill>
                <a:latin typeface="Arial"/>
                <a:ea typeface="Arial"/>
                <a:cs typeface="Arial"/>
              </a:defRPr>
            </a:lvl2pPr>
            <a:lvl3pPr algn="r">
              <a:defRPr sz="1200" b="0">
                <a:solidFill>
                  <a:srgbClr val="526074"/>
                </a:solidFill>
                <a:latin typeface="Arial"/>
                <a:ea typeface="Arial"/>
                <a:cs typeface="Arial"/>
              </a:defRPr>
            </a:lvl3pPr>
            <a:lvl4pPr algn="r">
              <a:defRPr sz="1200" b="0">
                <a:solidFill>
                  <a:srgbClr val="526074"/>
                </a:solidFill>
                <a:latin typeface="Arial"/>
                <a:ea typeface="Arial"/>
                <a:cs typeface="Arial"/>
              </a:defRPr>
            </a:lvl4pPr>
            <a:lvl5pPr algn="r">
              <a:defRPr sz="1200" b="0">
                <a:solidFill>
                  <a:srgbClr val="526074"/>
                </a:solidFill>
                <a:latin typeface="Arial"/>
                <a:ea typeface="Arial"/>
                <a:cs typeface="Arial"/>
              </a:defRPr>
            </a:lvl5pPr>
            <a:lvl6pPr algn="r">
              <a:defRPr sz="1200" b="0">
                <a:solidFill>
                  <a:srgbClr val="526074"/>
                </a:solidFill>
                <a:latin typeface="Arial"/>
                <a:ea typeface="Arial"/>
                <a:cs typeface="Arial"/>
              </a:defRPr>
            </a:lvl6pPr>
            <a:lvl7pPr algn="r">
              <a:defRPr sz="1200" b="0">
                <a:solidFill>
                  <a:srgbClr val="526074"/>
                </a:solidFill>
                <a:latin typeface="Arial"/>
                <a:ea typeface="Arial"/>
                <a:cs typeface="Arial"/>
              </a:defRPr>
            </a:lvl7pPr>
            <a:lvl8pPr algn="r">
              <a:defRPr sz="1200" b="0">
                <a:solidFill>
                  <a:srgbClr val="526074"/>
                </a:solidFill>
                <a:latin typeface="Arial"/>
                <a:ea typeface="Arial"/>
                <a:cs typeface="Arial"/>
              </a:defRPr>
            </a:lvl8pPr>
            <a:lvl9pPr algn="r">
              <a:defRPr sz="1200" b="0">
                <a:solidFill>
                  <a:srgbClr val="526074"/>
                </a:solidFill>
                <a:latin typeface="Arial"/>
                <a:ea typeface="Arial"/>
                <a:cs typeface="Arial"/>
              </a:defRPr>
            </a:lvl9pPr>
          </a:lstStyle>
          <a:p xmlns:a="http://schemas.openxmlformats.org/drawingml/2006/main">
            <a:pPr algn="r">
              <a:defRPr sz="1200" b="0">
                <a:solidFill>
                  <a:srgbClr val="526074"/>
                </a:solidFill>
                <a:latin typeface="Arial"/>
                <a:ea typeface="Arial"/>
                <a:cs typeface="Arial"/>
              </a:defRPr>
            </a:pPr>
            <a:r>
              <a:rPr sz="1200" b="0">
                <a:solidFill>
                  <a:srgbClr val="526074"/>
                </a:solidFill>
                <a:latin typeface="Arial"/>
                <a:ea typeface="Arial"/>
                <a:cs typeface="Arial"/>
              </a:rPr>
              <a:t>Think · point · speak · watch</a:t>
            </a:r>
          </a:p>
        </p:txBody>
      </p:sp>
      <p:sp>
        <p:nvSpPr>
          <p:cNvPr id="12" name="Stage heading">
            <a:extLst xmlns:a="http://schemas.openxmlformats.org/drawingml/2006/main">
              <a:ext uri="{FF2B5EF4-FFF2-40B4-BE49-F238E27FC236}">
                <a16:creationId xmlns:a16="http://schemas.microsoft.com/office/drawing/2014/main" id="{4055027D-66A1-483B-A542-6FAD2AE1EC26}"/>
              </a:ext>
            </a:extLst>
          </p:cNvPr>
          <p:cNvSpPr>
            <a:spLocks xmlns:a="http://schemas.openxmlformats.org/drawingml/2006/main" noGrp="1"/>
          </p:cNvSpPr>
          <p:nvPr/>
        </p:nvSpPr>
        <p:spPr>
          <a:xfrm xmlns:a="http://schemas.openxmlformats.org/drawingml/2006/main">
            <a:off x="495300" y="1352550"/>
            <a:ext cx="11201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1">
                <a:solidFill>
                  <a:srgbClr val="17223B"/>
                </a:solidFill>
                <a:latin typeface="Arial"/>
                <a:ea typeface="Arial"/>
                <a:cs typeface="Arial"/>
              </a:defRPr>
            </a:defPPr>
            <a:lvl1pPr algn="l">
              <a:defRPr sz="3525" b="1">
                <a:solidFill>
                  <a:srgbClr val="17223B"/>
                </a:solidFill>
                <a:latin typeface="Arial"/>
                <a:ea typeface="Arial"/>
                <a:cs typeface="Arial"/>
              </a:defRPr>
            </a:lvl1pPr>
            <a:lvl2pPr algn="l">
              <a:defRPr sz="3525" b="1">
                <a:solidFill>
                  <a:srgbClr val="17223B"/>
                </a:solidFill>
                <a:latin typeface="Arial"/>
                <a:ea typeface="Arial"/>
                <a:cs typeface="Arial"/>
              </a:defRPr>
            </a:lvl2pPr>
            <a:lvl3pPr algn="l">
              <a:defRPr sz="3525" b="1">
                <a:solidFill>
                  <a:srgbClr val="17223B"/>
                </a:solidFill>
                <a:latin typeface="Arial"/>
                <a:ea typeface="Arial"/>
                <a:cs typeface="Arial"/>
              </a:defRPr>
            </a:lvl3pPr>
            <a:lvl4pPr algn="l">
              <a:defRPr sz="3525" b="1">
                <a:solidFill>
                  <a:srgbClr val="17223B"/>
                </a:solidFill>
                <a:latin typeface="Arial"/>
                <a:ea typeface="Arial"/>
                <a:cs typeface="Arial"/>
              </a:defRPr>
            </a:lvl4pPr>
            <a:lvl5pPr algn="l">
              <a:defRPr sz="3525" b="1">
                <a:solidFill>
                  <a:srgbClr val="17223B"/>
                </a:solidFill>
                <a:latin typeface="Arial"/>
                <a:ea typeface="Arial"/>
                <a:cs typeface="Arial"/>
              </a:defRPr>
            </a:lvl5pPr>
            <a:lvl6pPr algn="l">
              <a:defRPr sz="3525" b="1">
                <a:solidFill>
                  <a:srgbClr val="17223B"/>
                </a:solidFill>
                <a:latin typeface="Arial"/>
                <a:ea typeface="Arial"/>
                <a:cs typeface="Arial"/>
              </a:defRPr>
            </a:lvl6pPr>
            <a:lvl7pPr algn="l">
              <a:defRPr sz="3525" b="1">
                <a:solidFill>
                  <a:srgbClr val="17223B"/>
                </a:solidFill>
                <a:latin typeface="Arial"/>
                <a:ea typeface="Arial"/>
                <a:cs typeface="Arial"/>
              </a:defRPr>
            </a:lvl7pPr>
            <a:lvl8pPr algn="l">
              <a:defRPr sz="3525" b="1">
                <a:solidFill>
                  <a:srgbClr val="17223B"/>
                </a:solidFill>
                <a:latin typeface="Arial"/>
                <a:ea typeface="Arial"/>
                <a:cs typeface="Arial"/>
              </a:defRPr>
            </a:lvl8pPr>
            <a:lvl9pPr algn="l">
              <a:defRPr sz="3525" b="1">
                <a:solidFill>
                  <a:srgbClr val="17223B"/>
                </a:solidFill>
                <a:latin typeface="Arial"/>
                <a:ea typeface="Arial"/>
                <a:cs typeface="Arial"/>
              </a:defRPr>
            </a:lvl9pPr>
          </a:lstStyle>
          <a:p xmlns:a="http://schemas.openxmlformats.org/drawingml/2006/main">
            <a:pPr algn="l">
              <a:defRPr sz="3525" b="1">
                <a:solidFill>
                  <a:srgbClr val="17223B"/>
                </a:solidFill>
                <a:latin typeface="Arial"/>
                <a:ea typeface="Arial"/>
                <a:cs typeface="Arial"/>
              </a:defRPr>
            </a:pPr>
            <a:r>
              <a:rPr sz="3525" b="1">
                <a:solidFill>
                  <a:srgbClr val="17223B"/>
                </a:solidFill>
                <a:latin typeface="Arial"/>
                <a:ea typeface="Arial"/>
                <a:cs typeface="Arial"/>
              </a:rPr>
              <a:t>What makes the law fair?</a:t>
            </a:r>
          </a:p>
        </p:txBody>
      </p:sp>
      <p:sp>
        <p:nvSpPr>
          <p:cNvPr id="13" name="Discussion prompt">
            <a:extLst xmlns:a="http://schemas.openxmlformats.org/drawingml/2006/main">
              <a:ext uri="{FF2B5EF4-FFF2-40B4-BE49-F238E27FC236}">
                <a16:creationId xmlns:a16="http://schemas.microsoft.com/office/drawing/2014/main" id="{2789947E-F4A0-4D14-A053-6EE1525AEEB8}"/>
              </a:ext>
            </a:extLst>
          </p:cNvPr>
          <p:cNvSpPr>
            <a:spLocks xmlns:a="http://schemas.openxmlformats.org/drawingml/2006/main" noGrp="1"/>
          </p:cNvSpPr>
          <p:nvPr/>
        </p:nvSpPr>
        <p:spPr>
          <a:xfrm xmlns:a="http://schemas.openxmlformats.org/drawingml/2006/main">
            <a:off x="514350" y="2095500"/>
            <a:ext cx="11163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75" b="0">
                <a:solidFill>
                  <a:srgbClr val="17223B"/>
                </a:solidFill>
                <a:latin typeface="Arial"/>
                <a:ea typeface="Arial"/>
                <a:cs typeface="Arial"/>
              </a:defRPr>
            </a:defPPr>
            <a:lvl1pPr algn="l">
              <a:defRPr sz="2475" b="0">
                <a:solidFill>
                  <a:srgbClr val="17223B"/>
                </a:solidFill>
                <a:latin typeface="Arial"/>
                <a:ea typeface="Arial"/>
                <a:cs typeface="Arial"/>
              </a:defRPr>
            </a:lvl1pPr>
            <a:lvl2pPr algn="l">
              <a:defRPr sz="2475" b="0">
                <a:solidFill>
                  <a:srgbClr val="17223B"/>
                </a:solidFill>
                <a:latin typeface="Arial"/>
                <a:ea typeface="Arial"/>
                <a:cs typeface="Arial"/>
              </a:defRPr>
            </a:lvl2pPr>
            <a:lvl3pPr algn="l">
              <a:defRPr sz="2475" b="0">
                <a:solidFill>
                  <a:srgbClr val="17223B"/>
                </a:solidFill>
                <a:latin typeface="Arial"/>
                <a:ea typeface="Arial"/>
                <a:cs typeface="Arial"/>
              </a:defRPr>
            </a:lvl3pPr>
            <a:lvl4pPr algn="l">
              <a:defRPr sz="2475" b="0">
                <a:solidFill>
                  <a:srgbClr val="17223B"/>
                </a:solidFill>
                <a:latin typeface="Arial"/>
                <a:ea typeface="Arial"/>
                <a:cs typeface="Arial"/>
              </a:defRPr>
            </a:lvl4pPr>
            <a:lvl5pPr algn="l">
              <a:defRPr sz="2475" b="0">
                <a:solidFill>
                  <a:srgbClr val="17223B"/>
                </a:solidFill>
                <a:latin typeface="Arial"/>
                <a:ea typeface="Arial"/>
                <a:cs typeface="Arial"/>
              </a:defRPr>
            </a:lvl5pPr>
            <a:lvl6pPr algn="l">
              <a:defRPr sz="2475" b="0">
                <a:solidFill>
                  <a:srgbClr val="17223B"/>
                </a:solidFill>
                <a:latin typeface="Arial"/>
                <a:ea typeface="Arial"/>
                <a:cs typeface="Arial"/>
              </a:defRPr>
            </a:lvl6pPr>
            <a:lvl7pPr algn="l">
              <a:defRPr sz="2475" b="0">
                <a:solidFill>
                  <a:srgbClr val="17223B"/>
                </a:solidFill>
                <a:latin typeface="Arial"/>
                <a:ea typeface="Arial"/>
                <a:cs typeface="Arial"/>
              </a:defRPr>
            </a:lvl7pPr>
            <a:lvl8pPr algn="l">
              <a:defRPr sz="2475" b="0">
                <a:solidFill>
                  <a:srgbClr val="17223B"/>
                </a:solidFill>
                <a:latin typeface="Arial"/>
                <a:ea typeface="Arial"/>
                <a:cs typeface="Arial"/>
              </a:defRPr>
            </a:lvl8pPr>
            <a:lvl9pPr algn="l">
              <a:defRPr sz="2475" b="0">
                <a:solidFill>
                  <a:srgbClr val="17223B"/>
                </a:solidFill>
                <a:latin typeface="Arial"/>
                <a:ea typeface="Arial"/>
                <a:cs typeface="Arial"/>
              </a:defRPr>
            </a:lvl9pPr>
          </a:lstStyle>
          <a:p xmlns:a="http://schemas.openxmlformats.org/drawingml/2006/main">
            <a:pPr algn="l">
              <a:defRPr sz="2475" b="0">
                <a:solidFill>
                  <a:srgbClr val="17223B"/>
                </a:solidFill>
                <a:latin typeface="Arial"/>
                <a:ea typeface="Arial"/>
                <a:cs typeface="Arial"/>
              </a:defRPr>
            </a:pPr>
            <a:r>
              <a:rPr sz="2475" b="0">
                <a:solidFill>
                  <a:srgbClr val="17223B"/>
                </a:solidFill>
                <a:latin typeface="Arial"/>
                <a:ea typeface="Arial"/>
                <a:cs typeface="Arial"/>
              </a:rPr>
              <a:t>Consider each principle. Connect it to the match.</a:t>
            </a:r>
          </a:p>
        </p:txBody>
      </p:sp>
      <p:sp>
        <p:nvSpPr>
          <p:cNvPr id="14" name="">
            <a:extLst xmlns:a="http://schemas.openxmlformats.org/drawingml/2006/main">
              <a:ext uri="{FF2B5EF4-FFF2-40B4-BE49-F238E27FC236}">
                <a16:creationId xmlns:a16="http://schemas.microsoft.com/office/drawing/2014/main" id="{1C777E94-95BA-4451-83A0-0D9DDC6F586B}"/>
              </a:ext>
            </a:extLst>
          </p:cNvPr>
          <p:cNvSpPr>
            <a:spLocks xmlns:a="http://schemas.openxmlformats.org/drawingml/2006/main" noGrp="1"/>
          </p:cNvSpPr>
          <p:nvPr/>
        </p:nvSpPr>
        <p:spPr>
          <a:xfrm xmlns:a="http://schemas.openxmlformats.org/drawingml/2006/main">
            <a:off x="523875" y="31337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01</a:t>
            </a:r>
          </a:p>
        </p:txBody>
      </p:sp>
      <p:sp>
        <p:nvSpPr>
          <p:cNvPr id="15" name="Option 1">
            <a:extLst xmlns:a="http://schemas.openxmlformats.org/drawingml/2006/main">
              <a:ext uri="{FF2B5EF4-FFF2-40B4-BE49-F238E27FC236}">
                <a16:creationId xmlns:a16="http://schemas.microsoft.com/office/drawing/2014/main" id="{98868317-F469-4CB3-8749-F14F67F84A07}"/>
              </a:ext>
            </a:extLst>
          </p:cNvPr>
          <p:cNvSpPr>
            <a:spLocks xmlns:a="http://schemas.openxmlformats.org/drawingml/2006/main" noGrp="1"/>
          </p:cNvSpPr>
          <p:nvPr/>
        </p:nvSpPr>
        <p:spPr>
          <a:xfrm xmlns:a="http://schemas.openxmlformats.org/drawingml/2006/main">
            <a:off x="1219200" y="31337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Limits on power</a:t>
            </a:r>
          </a:p>
        </p:txBody>
      </p:sp>
      <p:sp>
        <p:nvSpPr>
          <p:cNvPr id="16" name="">
            <a:extLst xmlns:a="http://schemas.openxmlformats.org/drawingml/2006/main">
              <a:ext uri="{FF2B5EF4-FFF2-40B4-BE49-F238E27FC236}">
                <a16:creationId xmlns:a16="http://schemas.microsoft.com/office/drawing/2014/main" id="{57E4117B-D056-42D3-AE86-9DD97DE339E2}"/>
              </a:ext>
            </a:extLst>
          </p:cNvPr>
          <p:cNvSpPr>
            <a:spLocks xmlns:a="http://schemas.openxmlformats.org/drawingml/2006/main" noGrp="1"/>
          </p:cNvSpPr>
          <p:nvPr/>
        </p:nvSpPr>
        <p:spPr>
          <a:xfrm xmlns:a="http://schemas.openxmlformats.org/drawingml/2006/main">
            <a:off x="552450" y="4029075"/>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A4B744A-2EE0-40CD-BAAD-72C8AFB5ABDA}"/>
              </a:ext>
            </a:extLst>
          </p:cNvPr>
          <p:cNvSpPr>
            <a:spLocks xmlns:a="http://schemas.openxmlformats.org/drawingml/2006/main" noGrp="1"/>
          </p:cNvSpPr>
          <p:nvPr/>
        </p:nvSpPr>
        <p:spPr>
          <a:xfrm xmlns:a="http://schemas.openxmlformats.org/drawingml/2006/main">
            <a:off x="523875" y="40481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02</a:t>
            </a:r>
          </a:p>
        </p:txBody>
      </p:sp>
      <p:sp>
        <p:nvSpPr>
          <p:cNvPr id="18" name="Option 2">
            <a:extLst xmlns:a="http://schemas.openxmlformats.org/drawingml/2006/main">
              <a:ext uri="{FF2B5EF4-FFF2-40B4-BE49-F238E27FC236}">
                <a16:creationId xmlns:a16="http://schemas.microsoft.com/office/drawing/2014/main" id="{FC3400A1-A5B1-4E07-B4FD-859F14F1F1DC}"/>
              </a:ext>
            </a:extLst>
          </p:cNvPr>
          <p:cNvSpPr>
            <a:spLocks xmlns:a="http://schemas.openxmlformats.org/drawingml/2006/main" noGrp="1"/>
          </p:cNvSpPr>
          <p:nvPr/>
        </p:nvSpPr>
        <p:spPr>
          <a:xfrm xmlns:a="http://schemas.openxmlformats.org/drawingml/2006/main">
            <a:off x="1219200" y="40481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Evidence and fair process</a:t>
            </a:r>
          </a:p>
        </p:txBody>
      </p:sp>
      <p:sp>
        <p:nvSpPr>
          <p:cNvPr id="19" name="">
            <a:extLst xmlns:a="http://schemas.openxmlformats.org/drawingml/2006/main">
              <a:ext uri="{FF2B5EF4-FFF2-40B4-BE49-F238E27FC236}">
                <a16:creationId xmlns:a16="http://schemas.microsoft.com/office/drawing/2014/main" id="{432E9AE2-2947-4BBF-A642-D2E6E0068CE5}"/>
              </a:ext>
            </a:extLst>
          </p:cNvPr>
          <p:cNvSpPr>
            <a:spLocks xmlns:a="http://schemas.openxmlformats.org/drawingml/2006/main" noGrp="1"/>
          </p:cNvSpPr>
          <p:nvPr/>
        </p:nvSpPr>
        <p:spPr>
          <a:xfrm xmlns:a="http://schemas.openxmlformats.org/drawingml/2006/main">
            <a:off x="552450" y="4943475"/>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E1D0C10-7E7E-4462-9FCD-2EAB9937812D}"/>
              </a:ext>
            </a:extLst>
          </p:cNvPr>
          <p:cNvSpPr>
            <a:spLocks xmlns:a="http://schemas.openxmlformats.org/drawingml/2006/main" noGrp="1"/>
          </p:cNvSpPr>
          <p:nvPr/>
        </p:nvSpPr>
        <p:spPr>
          <a:xfrm xmlns:a="http://schemas.openxmlformats.org/drawingml/2006/main">
            <a:off x="523875" y="49625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03</a:t>
            </a:r>
          </a:p>
        </p:txBody>
      </p:sp>
      <p:sp>
        <p:nvSpPr>
          <p:cNvPr id="21" name="Option 3">
            <a:extLst xmlns:a="http://schemas.openxmlformats.org/drawingml/2006/main">
              <a:ext uri="{FF2B5EF4-FFF2-40B4-BE49-F238E27FC236}">
                <a16:creationId xmlns:a16="http://schemas.microsoft.com/office/drawing/2014/main" id="{F85F1EE4-0BD4-4F6A-A2DE-6E2BF2DFEA1B}"/>
              </a:ext>
            </a:extLst>
          </p:cNvPr>
          <p:cNvSpPr>
            <a:spLocks xmlns:a="http://schemas.openxmlformats.org/drawingml/2006/main" noGrp="1"/>
          </p:cNvSpPr>
          <p:nvPr/>
        </p:nvSpPr>
        <p:spPr>
          <a:xfrm xmlns:a="http://schemas.openxmlformats.org/drawingml/2006/main">
            <a:off x="1219200" y="49625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Ways to challenge</a:t>
            </a:r>
          </a:p>
        </p:txBody>
      </p:sp>
    </p:spTree>
    <p:extLst>
      <p:ext uri="{BB962C8B-B14F-4D97-AF65-F5344CB8AC3E}">
        <p14:creationId xmlns:p14="http://schemas.microsoft.com/office/powerpoint/2010/main" val="1827372751"/>
      </p:ext>
    </p:extLst>
  </p:cSld>
</p:sld>
</file>

<file path=ppt/slides/slide9.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EDA89B0-1ECA-43B2-8B14-AC86342F8F5E}"/>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849E087A-F7D9-4C6E-9C84-15ED89D0BFCB}"/>
              </a:ext>
            </a:extLst>
          </p:cNvPr>
          <p:cNvPicPr>
            <a:picLocks xmlns:a="http://schemas.openxmlformats.org/drawingml/2006/main" noChangeAspect="1"/>
          </p:cNvPicPr>
          <p:nvPr/>
        </p:nvPicPr>
        <p:blipFill>
          <a:blip xmlns:r="http://schemas.openxmlformats.org/officeDocument/2006/relationships" xmlns:a="http://schemas.openxmlformats.org/drawingml/2006/main" r:embed="Rd67be6421f83442c"/>
          <a:stretch xmlns:a="http://schemas.openxmlformats.org/drawingml/2006/main"/>
        </p:blipFill>
        <p:spPr>
          <a:xfrm xmlns:a="http://schemas.openxmlformats.org/drawingml/2006/main">
            <a:off x="266700" y="114300"/>
            <a:ext cx="514350" cy="514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305A411-F486-4EC2-98B6-601EF6A07BC1}"/>
              </a:ext>
            </a:extLst>
          </p:cNvPr>
          <p:cNvSpPr>
            <a:spLocks xmlns:a="http://schemas.openxmlformats.org/drawingml/2006/main" noGrp="1"/>
          </p:cNvSpPr>
          <p:nvPr/>
        </p:nvSpPr>
        <p:spPr>
          <a:xfrm xmlns:a="http://schemas.openxmlformats.org/drawingml/2006/main">
            <a:off x="914400" y="1428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7223B"/>
                </a:solidFill>
                <a:latin typeface="Arial"/>
                <a:ea typeface="Arial"/>
                <a:cs typeface="Arial"/>
              </a:defRPr>
            </a:defPPr>
            <a:lvl1pPr algn="l">
              <a:defRPr sz="1500" b="1">
                <a:solidFill>
                  <a:srgbClr val="17223B"/>
                </a:solidFill>
                <a:latin typeface="Arial"/>
                <a:ea typeface="Arial"/>
                <a:cs typeface="Arial"/>
              </a:defRPr>
            </a:lvl1pPr>
            <a:lvl2pPr algn="l">
              <a:defRPr sz="1500" b="1">
                <a:solidFill>
                  <a:srgbClr val="17223B"/>
                </a:solidFill>
                <a:latin typeface="Arial"/>
                <a:ea typeface="Arial"/>
                <a:cs typeface="Arial"/>
              </a:defRPr>
            </a:lvl2pPr>
            <a:lvl3pPr algn="l">
              <a:defRPr sz="1500" b="1">
                <a:solidFill>
                  <a:srgbClr val="17223B"/>
                </a:solidFill>
                <a:latin typeface="Arial"/>
                <a:ea typeface="Arial"/>
                <a:cs typeface="Arial"/>
              </a:defRPr>
            </a:lvl3pPr>
            <a:lvl4pPr algn="l">
              <a:defRPr sz="1500" b="1">
                <a:solidFill>
                  <a:srgbClr val="17223B"/>
                </a:solidFill>
                <a:latin typeface="Arial"/>
                <a:ea typeface="Arial"/>
                <a:cs typeface="Arial"/>
              </a:defRPr>
            </a:lvl4pPr>
            <a:lvl5pPr algn="l">
              <a:defRPr sz="1500" b="1">
                <a:solidFill>
                  <a:srgbClr val="17223B"/>
                </a:solidFill>
                <a:latin typeface="Arial"/>
                <a:ea typeface="Arial"/>
                <a:cs typeface="Arial"/>
              </a:defRPr>
            </a:lvl5pPr>
            <a:lvl6pPr algn="l">
              <a:defRPr sz="1500" b="1">
                <a:solidFill>
                  <a:srgbClr val="17223B"/>
                </a:solidFill>
                <a:latin typeface="Arial"/>
                <a:ea typeface="Arial"/>
                <a:cs typeface="Arial"/>
              </a:defRPr>
            </a:lvl6pPr>
            <a:lvl7pPr algn="l">
              <a:defRPr sz="1500" b="1">
                <a:solidFill>
                  <a:srgbClr val="17223B"/>
                </a:solidFill>
                <a:latin typeface="Arial"/>
                <a:ea typeface="Arial"/>
                <a:cs typeface="Arial"/>
              </a:defRPr>
            </a:lvl7pPr>
            <a:lvl8pPr algn="l">
              <a:defRPr sz="1500" b="1">
                <a:solidFill>
                  <a:srgbClr val="17223B"/>
                </a:solidFill>
                <a:latin typeface="Arial"/>
                <a:ea typeface="Arial"/>
                <a:cs typeface="Arial"/>
              </a:defRPr>
            </a:lvl8pPr>
            <a:lvl9pPr algn="l">
              <a:defRPr sz="1500" b="1">
                <a:solidFill>
                  <a:srgbClr val="17223B"/>
                </a:solidFill>
                <a:latin typeface="Arial"/>
                <a:ea typeface="Arial"/>
                <a:cs typeface="Arial"/>
              </a:defRPr>
            </a:lvl9pPr>
          </a:lstStyle>
          <a:p xmlns:a="http://schemas.openxmlformats.org/drawingml/2006/main">
            <a:pPr algn="l">
              <a:defRPr sz="1500" b="1">
                <a:solidFill>
                  <a:srgbClr val="17223B"/>
                </a:solidFill>
                <a:latin typeface="Arial"/>
                <a:ea typeface="Arial"/>
                <a:cs typeface="Arial"/>
              </a:defRPr>
            </a:pPr>
            <a:r>
              <a:rPr sz="1500" b="1">
                <a:solidFill>
                  <a:srgbClr val="17223B"/>
                </a:solidFill>
                <a:latin typeface="Arial"/>
                <a:ea typeface="Arial"/>
                <a:cs typeface="Arial"/>
              </a:rPr>
              <a:t>MADE BY MATT</a:t>
            </a:r>
          </a:p>
        </p:txBody>
      </p:sp>
      <p:sp>
        <p:nvSpPr>
          <p:cNvPr id="4" name="">
            <a:extLst xmlns:a="http://schemas.openxmlformats.org/drawingml/2006/main">
              <a:ext uri="{FF2B5EF4-FFF2-40B4-BE49-F238E27FC236}">
                <a16:creationId xmlns:a16="http://schemas.microsoft.com/office/drawing/2014/main" id="{24208822-5F7E-4350-BF4E-E63A9A7F41E3}"/>
              </a:ext>
            </a:extLst>
          </p:cNvPr>
          <p:cNvSpPr>
            <a:spLocks xmlns:a="http://schemas.openxmlformats.org/drawingml/2006/main" noGrp="1"/>
          </p:cNvSpPr>
          <p:nvPr/>
        </p:nvSpPr>
        <p:spPr>
          <a:xfrm xmlns:a="http://schemas.openxmlformats.org/drawingml/2006/main">
            <a:off x="914400" y="39052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26074"/>
                </a:solidFill>
                <a:latin typeface="Arial"/>
                <a:ea typeface="Arial"/>
                <a:cs typeface="Arial"/>
              </a:defRPr>
            </a:defPPr>
            <a:lvl1pPr algn="l">
              <a:defRPr sz="1200" b="0">
                <a:solidFill>
                  <a:srgbClr val="526074"/>
                </a:solidFill>
                <a:latin typeface="Arial"/>
                <a:ea typeface="Arial"/>
                <a:cs typeface="Arial"/>
              </a:defRPr>
            </a:lvl1pPr>
            <a:lvl2pPr algn="l">
              <a:defRPr sz="1200" b="0">
                <a:solidFill>
                  <a:srgbClr val="526074"/>
                </a:solidFill>
                <a:latin typeface="Arial"/>
                <a:ea typeface="Arial"/>
                <a:cs typeface="Arial"/>
              </a:defRPr>
            </a:lvl2pPr>
            <a:lvl3pPr algn="l">
              <a:defRPr sz="1200" b="0">
                <a:solidFill>
                  <a:srgbClr val="526074"/>
                </a:solidFill>
                <a:latin typeface="Arial"/>
                <a:ea typeface="Arial"/>
                <a:cs typeface="Arial"/>
              </a:defRPr>
            </a:lvl3pPr>
            <a:lvl4pPr algn="l">
              <a:defRPr sz="1200" b="0">
                <a:solidFill>
                  <a:srgbClr val="526074"/>
                </a:solidFill>
                <a:latin typeface="Arial"/>
                <a:ea typeface="Arial"/>
                <a:cs typeface="Arial"/>
              </a:defRPr>
            </a:lvl4pPr>
            <a:lvl5pPr algn="l">
              <a:defRPr sz="1200" b="0">
                <a:solidFill>
                  <a:srgbClr val="526074"/>
                </a:solidFill>
                <a:latin typeface="Arial"/>
                <a:ea typeface="Arial"/>
                <a:cs typeface="Arial"/>
              </a:defRPr>
            </a:lvl5pPr>
            <a:lvl6pPr algn="l">
              <a:defRPr sz="1200" b="0">
                <a:solidFill>
                  <a:srgbClr val="526074"/>
                </a:solidFill>
                <a:latin typeface="Arial"/>
                <a:ea typeface="Arial"/>
                <a:cs typeface="Arial"/>
              </a:defRPr>
            </a:lvl6pPr>
            <a:lvl7pPr algn="l">
              <a:defRPr sz="1200" b="0">
                <a:solidFill>
                  <a:srgbClr val="526074"/>
                </a:solidFill>
                <a:latin typeface="Arial"/>
                <a:ea typeface="Arial"/>
                <a:cs typeface="Arial"/>
              </a:defRPr>
            </a:lvl7pPr>
            <a:lvl8pPr algn="l">
              <a:defRPr sz="1200" b="0">
                <a:solidFill>
                  <a:srgbClr val="526074"/>
                </a:solidFill>
                <a:latin typeface="Arial"/>
                <a:ea typeface="Arial"/>
                <a:cs typeface="Arial"/>
              </a:defRPr>
            </a:lvl8pPr>
            <a:lvl9pPr algn="l">
              <a:defRPr sz="1200" b="0">
                <a:solidFill>
                  <a:srgbClr val="526074"/>
                </a:solidFill>
                <a:latin typeface="Arial"/>
                <a:ea typeface="Arial"/>
                <a:cs typeface="Arial"/>
              </a:defRPr>
            </a:lvl9pPr>
          </a:lstStyle>
          <a:p xmlns:a="http://schemas.openxmlformats.org/drawingml/2006/main">
            <a:pPr algn="l">
              <a:defRPr sz="1200" b="0">
                <a:solidFill>
                  <a:srgbClr val="526074"/>
                </a:solidFill>
                <a:latin typeface="Arial"/>
                <a:ea typeface="Arial"/>
                <a:cs typeface="Arial"/>
              </a:defRPr>
            </a:pPr>
            <a:r>
              <a:rPr sz="1200" b="0">
                <a:solidFill>
                  <a:srgbClr val="526074"/>
                </a:solidFill>
                <a:latin typeface="Arial"/>
                <a:ea typeface="Arial"/>
                <a:cs typeface="Arial"/>
              </a:rPr>
              <a:t>Learn • Build • Explore</a:t>
            </a:r>
          </a:p>
        </p:txBody>
      </p:sp>
      <p:sp>
        <p:nvSpPr>
          <p:cNvPr id="5" name="">
            <a:extLst xmlns:a="http://schemas.openxmlformats.org/drawingml/2006/main">
              <a:ext uri="{FF2B5EF4-FFF2-40B4-BE49-F238E27FC236}">
                <a16:creationId xmlns:a16="http://schemas.microsoft.com/office/drawing/2014/main" id="{87DB6443-4239-406C-B08F-7BDB45D5534D}"/>
              </a:ext>
            </a:extLst>
          </p:cNvPr>
          <p:cNvSpPr>
            <a:spLocks xmlns:a="http://schemas.openxmlformats.org/drawingml/2006/main" noGrp="1"/>
          </p:cNvSpPr>
          <p:nvPr/>
        </p:nvSpPr>
        <p:spPr>
          <a:xfrm xmlns:a="http://schemas.openxmlformats.org/drawingml/2006/main">
            <a:off x="7905750" y="2286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500" b="1">
                <a:solidFill>
                  <a:srgbClr val="236650"/>
                </a:solidFill>
                <a:latin typeface="Arial"/>
                <a:ea typeface="Arial"/>
                <a:cs typeface="Arial"/>
              </a:defRPr>
            </a:defPPr>
            <a:lvl1pPr algn="r">
              <a:defRPr sz="1500" b="1">
                <a:solidFill>
                  <a:srgbClr val="236650"/>
                </a:solidFill>
                <a:latin typeface="Arial"/>
                <a:ea typeface="Arial"/>
                <a:cs typeface="Arial"/>
              </a:defRPr>
            </a:lvl1pPr>
            <a:lvl2pPr algn="r">
              <a:defRPr sz="1500" b="1">
                <a:solidFill>
                  <a:srgbClr val="236650"/>
                </a:solidFill>
                <a:latin typeface="Arial"/>
                <a:ea typeface="Arial"/>
                <a:cs typeface="Arial"/>
              </a:defRPr>
            </a:lvl2pPr>
            <a:lvl3pPr algn="r">
              <a:defRPr sz="1500" b="1">
                <a:solidFill>
                  <a:srgbClr val="236650"/>
                </a:solidFill>
                <a:latin typeface="Arial"/>
                <a:ea typeface="Arial"/>
                <a:cs typeface="Arial"/>
              </a:defRPr>
            </a:lvl3pPr>
            <a:lvl4pPr algn="r">
              <a:defRPr sz="1500" b="1">
                <a:solidFill>
                  <a:srgbClr val="236650"/>
                </a:solidFill>
                <a:latin typeface="Arial"/>
                <a:ea typeface="Arial"/>
                <a:cs typeface="Arial"/>
              </a:defRPr>
            </a:lvl4pPr>
            <a:lvl5pPr algn="r">
              <a:defRPr sz="1500" b="1">
                <a:solidFill>
                  <a:srgbClr val="236650"/>
                </a:solidFill>
                <a:latin typeface="Arial"/>
                <a:ea typeface="Arial"/>
                <a:cs typeface="Arial"/>
              </a:defRPr>
            </a:lvl5pPr>
            <a:lvl6pPr algn="r">
              <a:defRPr sz="1500" b="1">
                <a:solidFill>
                  <a:srgbClr val="236650"/>
                </a:solidFill>
                <a:latin typeface="Arial"/>
                <a:ea typeface="Arial"/>
                <a:cs typeface="Arial"/>
              </a:defRPr>
            </a:lvl6pPr>
            <a:lvl7pPr algn="r">
              <a:defRPr sz="1500" b="1">
                <a:solidFill>
                  <a:srgbClr val="236650"/>
                </a:solidFill>
                <a:latin typeface="Arial"/>
                <a:ea typeface="Arial"/>
                <a:cs typeface="Arial"/>
              </a:defRPr>
            </a:lvl7pPr>
            <a:lvl8pPr algn="r">
              <a:defRPr sz="1500" b="1">
                <a:solidFill>
                  <a:srgbClr val="236650"/>
                </a:solidFill>
                <a:latin typeface="Arial"/>
                <a:ea typeface="Arial"/>
                <a:cs typeface="Arial"/>
              </a:defRPr>
            </a:lvl8pPr>
            <a:lvl9pPr algn="r">
              <a:defRPr sz="1500" b="1">
                <a:solidFill>
                  <a:srgbClr val="236650"/>
                </a:solidFill>
                <a:latin typeface="Arial"/>
                <a:ea typeface="Arial"/>
                <a:cs typeface="Arial"/>
              </a:defRPr>
            </a:lvl9pPr>
          </a:lstStyle>
          <a:p xmlns:a="http://schemas.openxmlformats.org/drawingml/2006/main">
            <a:pPr algn="r">
              <a:defRPr sz="1500" b="1">
                <a:solidFill>
                  <a:srgbClr val="236650"/>
                </a:solidFill>
                <a:latin typeface="Arial"/>
                <a:ea typeface="Arial"/>
                <a:cs typeface="Arial"/>
              </a:defRPr>
            </a:pPr>
            <a:r>
              <a:rPr sz="1500" b="1">
                <a:solidFill>
                  <a:srgbClr val="236650"/>
                </a:solidFill>
                <a:latin typeface="Arial"/>
                <a:ea typeface="Arial"/>
                <a:cs typeface="Arial"/>
              </a:rPr>
              <a:t>BRITISH VALUES</a:t>
            </a:r>
          </a:p>
        </p:txBody>
      </p:sp>
      <p:sp>
        <p:nvSpPr>
          <p:cNvPr id="6" name="">
            <a:extLst xmlns:a="http://schemas.openxmlformats.org/drawingml/2006/main">
              <a:ext uri="{FF2B5EF4-FFF2-40B4-BE49-F238E27FC236}">
                <a16:creationId xmlns:a16="http://schemas.microsoft.com/office/drawing/2014/main" id="{441213CA-E9C7-4D4E-9781-68536BCAFE44}"/>
              </a:ext>
            </a:extLst>
          </p:cNvPr>
          <p:cNvSpPr>
            <a:spLocks xmlns:a="http://schemas.openxmlformats.org/drawingml/2006/main" noGrp="1"/>
          </p:cNvSpPr>
          <p:nvPr/>
        </p:nvSpPr>
        <p:spPr>
          <a:xfrm xmlns:a="http://schemas.openxmlformats.org/drawingml/2006/main">
            <a:off x="0" y="742950"/>
            <a:ext cx="12192000" cy="40005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F858631-B72A-4A14-8607-EE190BCC6F41}"/>
              </a:ext>
            </a:extLst>
          </p:cNvPr>
          <p:cNvSpPr>
            <a:spLocks xmlns:a="http://schemas.openxmlformats.org/drawingml/2006/main" noGrp="1"/>
          </p:cNvSpPr>
          <p:nvPr/>
        </p:nvSpPr>
        <p:spPr>
          <a:xfrm xmlns:a="http://schemas.openxmlformats.org/drawingml/2006/main">
            <a:off x="304800" y="781050"/>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FFFEF9"/>
                </a:solidFill>
                <a:latin typeface="Arial"/>
                <a:ea typeface="Arial"/>
                <a:cs typeface="Arial"/>
              </a:defRPr>
            </a:defPPr>
            <a:lvl1pPr algn="l">
              <a:defRPr sz="1425" b="0">
                <a:solidFill>
                  <a:srgbClr val="FFFEF9"/>
                </a:solidFill>
                <a:latin typeface="Arial"/>
                <a:ea typeface="Arial"/>
                <a:cs typeface="Arial"/>
              </a:defRPr>
            </a:lvl1pPr>
            <a:lvl2pPr algn="l">
              <a:defRPr sz="1425" b="0">
                <a:solidFill>
                  <a:srgbClr val="FFFEF9"/>
                </a:solidFill>
                <a:latin typeface="Arial"/>
                <a:ea typeface="Arial"/>
                <a:cs typeface="Arial"/>
              </a:defRPr>
            </a:lvl2pPr>
            <a:lvl3pPr algn="l">
              <a:defRPr sz="1425" b="0">
                <a:solidFill>
                  <a:srgbClr val="FFFEF9"/>
                </a:solidFill>
                <a:latin typeface="Arial"/>
                <a:ea typeface="Arial"/>
                <a:cs typeface="Arial"/>
              </a:defRPr>
            </a:lvl3pPr>
            <a:lvl4pPr algn="l">
              <a:defRPr sz="1425" b="0">
                <a:solidFill>
                  <a:srgbClr val="FFFEF9"/>
                </a:solidFill>
                <a:latin typeface="Arial"/>
                <a:ea typeface="Arial"/>
                <a:cs typeface="Arial"/>
              </a:defRPr>
            </a:lvl4pPr>
            <a:lvl5pPr algn="l">
              <a:defRPr sz="1425" b="0">
                <a:solidFill>
                  <a:srgbClr val="FFFEF9"/>
                </a:solidFill>
                <a:latin typeface="Arial"/>
                <a:ea typeface="Arial"/>
                <a:cs typeface="Arial"/>
              </a:defRPr>
            </a:lvl5pPr>
            <a:lvl6pPr algn="l">
              <a:defRPr sz="1425" b="0">
                <a:solidFill>
                  <a:srgbClr val="FFFEF9"/>
                </a:solidFill>
                <a:latin typeface="Arial"/>
                <a:ea typeface="Arial"/>
                <a:cs typeface="Arial"/>
              </a:defRPr>
            </a:lvl6pPr>
            <a:lvl7pPr algn="l">
              <a:defRPr sz="1425" b="0">
                <a:solidFill>
                  <a:srgbClr val="FFFEF9"/>
                </a:solidFill>
                <a:latin typeface="Arial"/>
                <a:ea typeface="Arial"/>
                <a:cs typeface="Arial"/>
              </a:defRPr>
            </a:lvl7pPr>
            <a:lvl8pPr algn="l">
              <a:defRPr sz="1425" b="0">
                <a:solidFill>
                  <a:srgbClr val="FFFEF9"/>
                </a:solidFill>
                <a:latin typeface="Arial"/>
                <a:ea typeface="Arial"/>
                <a:cs typeface="Arial"/>
              </a:defRPr>
            </a:lvl8pPr>
            <a:lvl9pPr algn="l">
              <a:defRPr sz="1425" b="0">
                <a:solidFill>
                  <a:srgbClr val="FFFEF9"/>
                </a:solidFill>
                <a:latin typeface="Arial"/>
                <a:ea typeface="Arial"/>
                <a:cs typeface="Arial"/>
              </a:defRPr>
            </a:lvl9pPr>
          </a:lstStyle>
          <a:p xmlns:a="http://schemas.openxmlformats.org/drawingml/2006/main">
            <a:pPr algn="l">
              <a:defRPr sz="1425" b="0">
                <a:solidFill>
                  <a:srgbClr val="FFFEF9"/>
                </a:solidFill>
                <a:latin typeface="Arial"/>
                <a:ea typeface="Arial"/>
                <a:cs typeface="Arial"/>
              </a:defRPr>
            </a:pPr>
            <a:r>
              <a:rPr sz="1425" b="0">
                <a:solidFill>
                  <a:srgbClr val="FFFEF9"/>
                </a:solidFill>
                <a:latin typeface="Arial"/>
                <a:ea typeface="Arial"/>
                <a:cs typeface="Arial"/>
              </a:rPr>
              <a:t>05 / 10    What makes the law fair?</a:t>
            </a:r>
          </a:p>
        </p:txBody>
      </p:sp>
      <p:sp>
        <p:nvSpPr>
          <p:cNvPr id="8" name="">
            <a:extLst xmlns:a="http://schemas.openxmlformats.org/drawingml/2006/main">
              <a:ext uri="{FF2B5EF4-FFF2-40B4-BE49-F238E27FC236}">
                <a16:creationId xmlns:a16="http://schemas.microsoft.com/office/drawing/2014/main" id="{4A27B40E-E008-45E9-B720-06DE520BA193}"/>
              </a:ext>
            </a:extLst>
          </p:cNvPr>
          <p:cNvSpPr>
            <a:spLocks xmlns:a="http://schemas.openxmlformats.org/drawingml/2006/main" noGrp="1"/>
          </p:cNvSpPr>
          <p:nvPr/>
        </p:nvSpPr>
        <p:spPr>
          <a:xfrm xmlns:a="http://schemas.openxmlformats.org/drawingml/2006/main">
            <a:off x="10763250" y="781050"/>
            <a:ext cx="1104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425" b="0">
                <a:solidFill>
                  <a:srgbClr val="A6E5C9"/>
                </a:solidFill>
                <a:latin typeface="Arial"/>
                <a:ea typeface="Arial"/>
                <a:cs typeface="Arial"/>
              </a:defRPr>
            </a:defPPr>
            <a:lvl1pPr algn="r">
              <a:defRPr sz="1425" b="0">
                <a:solidFill>
                  <a:srgbClr val="A6E5C9"/>
                </a:solidFill>
                <a:latin typeface="Arial"/>
                <a:ea typeface="Arial"/>
                <a:cs typeface="Arial"/>
              </a:defRPr>
            </a:lvl1pPr>
            <a:lvl2pPr algn="r">
              <a:defRPr sz="1425" b="0">
                <a:solidFill>
                  <a:srgbClr val="A6E5C9"/>
                </a:solidFill>
                <a:latin typeface="Arial"/>
                <a:ea typeface="Arial"/>
                <a:cs typeface="Arial"/>
              </a:defRPr>
            </a:lvl2pPr>
            <a:lvl3pPr algn="r">
              <a:defRPr sz="1425" b="0">
                <a:solidFill>
                  <a:srgbClr val="A6E5C9"/>
                </a:solidFill>
                <a:latin typeface="Arial"/>
                <a:ea typeface="Arial"/>
                <a:cs typeface="Arial"/>
              </a:defRPr>
            </a:lvl3pPr>
            <a:lvl4pPr algn="r">
              <a:defRPr sz="1425" b="0">
                <a:solidFill>
                  <a:srgbClr val="A6E5C9"/>
                </a:solidFill>
                <a:latin typeface="Arial"/>
                <a:ea typeface="Arial"/>
                <a:cs typeface="Arial"/>
              </a:defRPr>
            </a:lvl4pPr>
            <a:lvl5pPr algn="r">
              <a:defRPr sz="1425" b="0">
                <a:solidFill>
                  <a:srgbClr val="A6E5C9"/>
                </a:solidFill>
                <a:latin typeface="Arial"/>
                <a:ea typeface="Arial"/>
                <a:cs typeface="Arial"/>
              </a:defRPr>
            </a:lvl5pPr>
            <a:lvl6pPr algn="r">
              <a:defRPr sz="1425" b="0">
                <a:solidFill>
                  <a:srgbClr val="A6E5C9"/>
                </a:solidFill>
                <a:latin typeface="Arial"/>
                <a:ea typeface="Arial"/>
                <a:cs typeface="Arial"/>
              </a:defRPr>
            </a:lvl6pPr>
            <a:lvl7pPr algn="r">
              <a:defRPr sz="1425" b="0">
                <a:solidFill>
                  <a:srgbClr val="A6E5C9"/>
                </a:solidFill>
                <a:latin typeface="Arial"/>
                <a:ea typeface="Arial"/>
                <a:cs typeface="Arial"/>
              </a:defRPr>
            </a:lvl7pPr>
            <a:lvl8pPr algn="r">
              <a:defRPr sz="1425" b="0">
                <a:solidFill>
                  <a:srgbClr val="A6E5C9"/>
                </a:solidFill>
                <a:latin typeface="Arial"/>
                <a:ea typeface="Arial"/>
                <a:cs typeface="Arial"/>
              </a:defRPr>
            </a:lvl8pPr>
            <a:lvl9pPr algn="r">
              <a:defRPr sz="1425" b="0">
                <a:solidFill>
                  <a:srgbClr val="A6E5C9"/>
                </a:solidFill>
                <a:latin typeface="Arial"/>
                <a:ea typeface="Arial"/>
                <a:cs typeface="Arial"/>
              </a:defRPr>
            </a:lvl9pPr>
          </a:lstStyle>
          <a:p xmlns:a="http://schemas.openxmlformats.org/drawingml/2006/main">
            <a:pPr algn="r">
              <a:defRPr sz="1425" b="0">
                <a:solidFill>
                  <a:srgbClr val="A6E5C9"/>
                </a:solidFill>
                <a:latin typeface="Arial"/>
                <a:ea typeface="Arial"/>
                <a:cs typeface="Arial"/>
              </a:defRPr>
            </a:pPr>
            <a:r>
              <a:rPr sz="1425" b="0">
                <a:solidFill>
                  <a:srgbClr val="A6E5C9"/>
                </a:solidFill>
                <a:latin typeface="Arial"/>
                <a:ea typeface="Arial"/>
                <a:cs typeface="Arial"/>
              </a:rPr>
              <a:t>2 min</a:t>
            </a:r>
          </a:p>
        </p:txBody>
      </p:sp>
      <p:sp>
        <p:nvSpPr>
          <p:cNvPr id="9" name="">
            <a:extLst xmlns:a="http://schemas.openxmlformats.org/drawingml/2006/main">
              <a:ext uri="{FF2B5EF4-FFF2-40B4-BE49-F238E27FC236}">
                <a16:creationId xmlns:a16="http://schemas.microsoft.com/office/drawing/2014/main" id="{05504AA6-0811-458D-BC22-62C0FFC8386A}"/>
              </a:ext>
            </a:extLst>
          </p:cNvPr>
          <p:cNvSpPr>
            <a:spLocks xmlns:a="http://schemas.openxmlformats.org/drawingml/2006/main" noGrp="1"/>
          </p:cNvSpPr>
          <p:nvPr/>
        </p:nvSpPr>
        <p:spPr>
          <a:xfrm xmlns:a="http://schemas.openxmlformats.org/drawingml/2006/main">
            <a:off x="0" y="6467475"/>
            <a:ext cx="12192000" cy="390525"/>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8DF9ABD-7148-4C74-B2CA-D6CEFF567E00}"/>
              </a:ext>
            </a:extLst>
          </p:cNvPr>
          <p:cNvSpPr>
            <a:spLocks xmlns:a="http://schemas.openxmlformats.org/drawingml/2006/main" noGrp="1"/>
          </p:cNvSpPr>
          <p:nvPr/>
        </p:nvSpPr>
        <p:spPr>
          <a:xfrm xmlns:a="http://schemas.openxmlformats.org/drawingml/2006/main">
            <a:off x="304800" y="65246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526074"/>
                </a:solidFill>
                <a:latin typeface="Arial"/>
                <a:ea typeface="Arial"/>
                <a:cs typeface="Arial"/>
              </a:defRPr>
            </a:defPPr>
            <a:lvl1pPr algn="l">
              <a:defRPr sz="1050" b="0">
                <a:solidFill>
                  <a:srgbClr val="526074"/>
                </a:solidFill>
                <a:latin typeface="Arial"/>
                <a:ea typeface="Arial"/>
                <a:cs typeface="Arial"/>
              </a:defRPr>
            </a:lvl1pPr>
            <a:lvl2pPr algn="l">
              <a:defRPr sz="1050" b="0">
                <a:solidFill>
                  <a:srgbClr val="526074"/>
                </a:solidFill>
                <a:latin typeface="Arial"/>
                <a:ea typeface="Arial"/>
                <a:cs typeface="Arial"/>
              </a:defRPr>
            </a:lvl2pPr>
            <a:lvl3pPr algn="l">
              <a:defRPr sz="1050" b="0">
                <a:solidFill>
                  <a:srgbClr val="526074"/>
                </a:solidFill>
                <a:latin typeface="Arial"/>
                <a:ea typeface="Arial"/>
                <a:cs typeface="Arial"/>
              </a:defRPr>
            </a:lvl3pPr>
            <a:lvl4pPr algn="l">
              <a:defRPr sz="1050" b="0">
                <a:solidFill>
                  <a:srgbClr val="526074"/>
                </a:solidFill>
                <a:latin typeface="Arial"/>
                <a:ea typeface="Arial"/>
                <a:cs typeface="Arial"/>
              </a:defRPr>
            </a:lvl4pPr>
            <a:lvl5pPr algn="l">
              <a:defRPr sz="1050" b="0">
                <a:solidFill>
                  <a:srgbClr val="526074"/>
                </a:solidFill>
                <a:latin typeface="Arial"/>
                <a:ea typeface="Arial"/>
                <a:cs typeface="Arial"/>
              </a:defRPr>
            </a:lvl5pPr>
            <a:lvl6pPr algn="l">
              <a:defRPr sz="1050" b="0">
                <a:solidFill>
                  <a:srgbClr val="526074"/>
                </a:solidFill>
                <a:latin typeface="Arial"/>
                <a:ea typeface="Arial"/>
                <a:cs typeface="Arial"/>
              </a:defRPr>
            </a:lvl6pPr>
            <a:lvl7pPr algn="l">
              <a:defRPr sz="1050" b="0">
                <a:solidFill>
                  <a:srgbClr val="526074"/>
                </a:solidFill>
                <a:latin typeface="Arial"/>
                <a:ea typeface="Arial"/>
                <a:cs typeface="Arial"/>
              </a:defRPr>
            </a:lvl7pPr>
            <a:lvl8pPr algn="l">
              <a:defRPr sz="1050" b="0">
                <a:solidFill>
                  <a:srgbClr val="526074"/>
                </a:solidFill>
                <a:latin typeface="Arial"/>
                <a:ea typeface="Arial"/>
                <a:cs typeface="Arial"/>
              </a:defRPr>
            </a:lvl8pPr>
            <a:lvl9pPr algn="l">
              <a:defRPr sz="1050" b="0">
                <a:solidFill>
                  <a:srgbClr val="526074"/>
                </a:solidFill>
                <a:latin typeface="Arial"/>
                <a:ea typeface="Arial"/>
                <a:cs typeface="Arial"/>
              </a:defRPr>
            </a:lvl9pPr>
          </a:lstStyle>
          <a:p xmlns:a="http://schemas.openxmlformats.org/drawingml/2006/main">
            <a:pPr algn="l">
              <a:defRPr sz="1050" b="0">
                <a:solidFill>
                  <a:srgbClr val="526074"/>
                </a:solidFill>
                <a:latin typeface="Arial"/>
                <a:ea typeface="Arial"/>
                <a:cs typeface="Arial"/>
              </a:defRPr>
            </a:pPr>
            <a:r>
              <a:rPr sz="1050" b="0">
                <a:solidFill>
                  <a:srgbClr val="526074"/>
                </a:solidFill>
                <a:latin typeface="Arial"/>
                <a:ea typeface="Arial"/>
                <a:cs typeface="Arial"/>
              </a:rPr>
              <a:t>ASSEMBLY-RULE-OF-LAW</a:t>
            </a:r>
          </a:p>
        </p:txBody>
      </p:sp>
      <p:sp>
        <p:nvSpPr>
          <p:cNvPr id="11" name="">
            <a:extLst xmlns:a="http://schemas.openxmlformats.org/drawingml/2006/main">
              <a:ext uri="{FF2B5EF4-FFF2-40B4-BE49-F238E27FC236}">
                <a16:creationId xmlns:a16="http://schemas.microsoft.com/office/drawing/2014/main" id="{F858A548-AC81-4F89-A114-15DA94A4B7A9}"/>
              </a:ext>
            </a:extLst>
          </p:cNvPr>
          <p:cNvSpPr>
            <a:spLocks xmlns:a="http://schemas.openxmlformats.org/drawingml/2006/main" noGrp="1"/>
          </p:cNvSpPr>
          <p:nvPr/>
        </p:nvSpPr>
        <p:spPr>
          <a:xfrm xmlns:a="http://schemas.openxmlformats.org/drawingml/2006/main">
            <a:off x="7620000" y="6524625"/>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074"/>
                </a:solidFill>
                <a:latin typeface="Arial"/>
                <a:ea typeface="Arial"/>
                <a:cs typeface="Arial"/>
              </a:defRPr>
            </a:defPPr>
            <a:lvl1pPr algn="r">
              <a:defRPr sz="1200" b="0">
                <a:solidFill>
                  <a:srgbClr val="526074"/>
                </a:solidFill>
                <a:latin typeface="Arial"/>
                <a:ea typeface="Arial"/>
                <a:cs typeface="Arial"/>
              </a:defRPr>
            </a:lvl1pPr>
            <a:lvl2pPr algn="r">
              <a:defRPr sz="1200" b="0">
                <a:solidFill>
                  <a:srgbClr val="526074"/>
                </a:solidFill>
                <a:latin typeface="Arial"/>
                <a:ea typeface="Arial"/>
                <a:cs typeface="Arial"/>
              </a:defRPr>
            </a:lvl2pPr>
            <a:lvl3pPr algn="r">
              <a:defRPr sz="1200" b="0">
                <a:solidFill>
                  <a:srgbClr val="526074"/>
                </a:solidFill>
                <a:latin typeface="Arial"/>
                <a:ea typeface="Arial"/>
                <a:cs typeface="Arial"/>
              </a:defRPr>
            </a:lvl3pPr>
            <a:lvl4pPr algn="r">
              <a:defRPr sz="1200" b="0">
                <a:solidFill>
                  <a:srgbClr val="526074"/>
                </a:solidFill>
                <a:latin typeface="Arial"/>
                <a:ea typeface="Arial"/>
                <a:cs typeface="Arial"/>
              </a:defRPr>
            </a:lvl4pPr>
            <a:lvl5pPr algn="r">
              <a:defRPr sz="1200" b="0">
                <a:solidFill>
                  <a:srgbClr val="526074"/>
                </a:solidFill>
                <a:latin typeface="Arial"/>
                <a:ea typeface="Arial"/>
                <a:cs typeface="Arial"/>
              </a:defRPr>
            </a:lvl5pPr>
            <a:lvl6pPr algn="r">
              <a:defRPr sz="1200" b="0">
                <a:solidFill>
                  <a:srgbClr val="526074"/>
                </a:solidFill>
                <a:latin typeface="Arial"/>
                <a:ea typeface="Arial"/>
                <a:cs typeface="Arial"/>
              </a:defRPr>
            </a:lvl6pPr>
            <a:lvl7pPr algn="r">
              <a:defRPr sz="1200" b="0">
                <a:solidFill>
                  <a:srgbClr val="526074"/>
                </a:solidFill>
                <a:latin typeface="Arial"/>
                <a:ea typeface="Arial"/>
                <a:cs typeface="Arial"/>
              </a:defRPr>
            </a:lvl7pPr>
            <a:lvl8pPr algn="r">
              <a:defRPr sz="1200" b="0">
                <a:solidFill>
                  <a:srgbClr val="526074"/>
                </a:solidFill>
                <a:latin typeface="Arial"/>
                <a:ea typeface="Arial"/>
                <a:cs typeface="Arial"/>
              </a:defRPr>
            </a:lvl8pPr>
            <a:lvl9pPr algn="r">
              <a:defRPr sz="1200" b="0">
                <a:solidFill>
                  <a:srgbClr val="526074"/>
                </a:solidFill>
                <a:latin typeface="Arial"/>
                <a:ea typeface="Arial"/>
                <a:cs typeface="Arial"/>
              </a:defRPr>
            </a:lvl9pPr>
          </a:lstStyle>
          <a:p xmlns:a="http://schemas.openxmlformats.org/drawingml/2006/main">
            <a:pPr algn="r">
              <a:defRPr sz="1200" b="0">
                <a:solidFill>
                  <a:srgbClr val="526074"/>
                </a:solidFill>
                <a:latin typeface="Arial"/>
                <a:ea typeface="Arial"/>
                <a:cs typeface="Arial"/>
              </a:defRPr>
            </a:pPr>
            <a:r>
              <a:rPr sz="1200" b="0">
                <a:solidFill>
                  <a:srgbClr val="526074"/>
                </a:solidFill>
                <a:latin typeface="Arial"/>
                <a:ea typeface="Arial"/>
                <a:cs typeface="Arial"/>
              </a:rPr>
              <a:t>Check and explain</a:t>
            </a:r>
          </a:p>
        </p:txBody>
      </p:sp>
      <p:sp>
        <p:nvSpPr>
          <p:cNvPr id="12" name="Stage heading">
            <a:extLst xmlns:a="http://schemas.openxmlformats.org/drawingml/2006/main">
              <a:ext uri="{FF2B5EF4-FFF2-40B4-BE49-F238E27FC236}">
                <a16:creationId xmlns:a16="http://schemas.microsoft.com/office/drawing/2014/main" id="{42AAC6F4-2B06-487C-A562-EE5B77885D4B}"/>
              </a:ext>
            </a:extLst>
          </p:cNvPr>
          <p:cNvSpPr>
            <a:spLocks xmlns:a="http://schemas.openxmlformats.org/drawingml/2006/main" noGrp="1"/>
          </p:cNvSpPr>
          <p:nvPr/>
        </p:nvSpPr>
        <p:spPr>
          <a:xfrm xmlns:a="http://schemas.openxmlformats.org/drawingml/2006/main">
            <a:off x="495300" y="1352550"/>
            <a:ext cx="11201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1">
                <a:solidFill>
                  <a:srgbClr val="17223B"/>
                </a:solidFill>
                <a:latin typeface="Arial"/>
                <a:ea typeface="Arial"/>
                <a:cs typeface="Arial"/>
              </a:defRPr>
            </a:defPPr>
            <a:lvl1pPr algn="l">
              <a:defRPr sz="3525" b="1">
                <a:solidFill>
                  <a:srgbClr val="17223B"/>
                </a:solidFill>
                <a:latin typeface="Arial"/>
                <a:ea typeface="Arial"/>
                <a:cs typeface="Arial"/>
              </a:defRPr>
            </a:lvl1pPr>
            <a:lvl2pPr algn="l">
              <a:defRPr sz="3525" b="1">
                <a:solidFill>
                  <a:srgbClr val="17223B"/>
                </a:solidFill>
                <a:latin typeface="Arial"/>
                <a:ea typeface="Arial"/>
                <a:cs typeface="Arial"/>
              </a:defRPr>
            </a:lvl2pPr>
            <a:lvl3pPr algn="l">
              <a:defRPr sz="3525" b="1">
                <a:solidFill>
                  <a:srgbClr val="17223B"/>
                </a:solidFill>
                <a:latin typeface="Arial"/>
                <a:ea typeface="Arial"/>
                <a:cs typeface="Arial"/>
              </a:defRPr>
            </a:lvl3pPr>
            <a:lvl4pPr algn="l">
              <a:defRPr sz="3525" b="1">
                <a:solidFill>
                  <a:srgbClr val="17223B"/>
                </a:solidFill>
                <a:latin typeface="Arial"/>
                <a:ea typeface="Arial"/>
                <a:cs typeface="Arial"/>
              </a:defRPr>
            </a:lvl4pPr>
            <a:lvl5pPr algn="l">
              <a:defRPr sz="3525" b="1">
                <a:solidFill>
                  <a:srgbClr val="17223B"/>
                </a:solidFill>
                <a:latin typeface="Arial"/>
                <a:ea typeface="Arial"/>
                <a:cs typeface="Arial"/>
              </a:defRPr>
            </a:lvl5pPr>
            <a:lvl6pPr algn="l">
              <a:defRPr sz="3525" b="1">
                <a:solidFill>
                  <a:srgbClr val="17223B"/>
                </a:solidFill>
                <a:latin typeface="Arial"/>
                <a:ea typeface="Arial"/>
                <a:cs typeface="Arial"/>
              </a:defRPr>
            </a:lvl6pPr>
            <a:lvl7pPr algn="l">
              <a:defRPr sz="3525" b="1">
                <a:solidFill>
                  <a:srgbClr val="17223B"/>
                </a:solidFill>
                <a:latin typeface="Arial"/>
                <a:ea typeface="Arial"/>
                <a:cs typeface="Arial"/>
              </a:defRPr>
            </a:lvl7pPr>
            <a:lvl8pPr algn="l">
              <a:defRPr sz="3525" b="1">
                <a:solidFill>
                  <a:srgbClr val="17223B"/>
                </a:solidFill>
                <a:latin typeface="Arial"/>
                <a:ea typeface="Arial"/>
                <a:cs typeface="Arial"/>
              </a:defRPr>
            </a:lvl8pPr>
            <a:lvl9pPr algn="l">
              <a:defRPr sz="3525" b="1">
                <a:solidFill>
                  <a:srgbClr val="17223B"/>
                </a:solidFill>
                <a:latin typeface="Arial"/>
                <a:ea typeface="Arial"/>
                <a:cs typeface="Arial"/>
              </a:defRPr>
            </a:lvl9pPr>
          </a:lstStyle>
          <a:p xmlns:a="http://schemas.openxmlformats.org/drawingml/2006/main">
            <a:pPr algn="l">
              <a:defRPr sz="3525" b="1">
                <a:solidFill>
                  <a:srgbClr val="17223B"/>
                </a:solidFill>
                <a:latin typeface="Arial"/>
                <a:ea typeface="Arial"/>
                <a:cs typeface="Arial"/>
              </a:defRPr>
            </a:pPr>
            <a:r>
              <a:rPr sz="3525" b="1">
                <a:solidFill>
                  <a:srgbClr val="17223B"/>
                </a:solidFill>
                <a:latin typeface="Arial"/>
                <a:ea typeface="Arial"/>
                <a:cs typeface="Arial"/>
              </a:rPr>
              <a:t>What makes the law fair?</a:t>
            </a:r>
          </a:p>
        </p:txBody>
      </p:sp>
      <p:sp>
        <p:nvSpPr>
          <p:cNvPr id="13" name="Answer 1">
            <a:extLst xmlns:a="http://schemas.openxmlformats.org/drawingml/2006/main">
              <a:ext uri="{FF2B5EF4-FFF2-40B4-BE49-F238E27FC236}">
                <a16:creationId xmlns:a16="http://schemas.microsoft.com/office/drawing/2014/main" id="{E7A42C6A-55CA-4263-9E94-4627CFE886FF}"/>
              </a:ext>
            </a:extLst>
          </p:cNvPr>
          <p:cNvSpPr>
            <a:spLocks xmlns:a="http://schemas.openxmlformats.org/drawingml/2006/main" noGrp="1"/>
          </p:cNvSpPr>
          <p:nvPr/>
        </p:nvSpPr>
        <p:spPr>
          <a:xfrm xmlns:a="http://schemas.openxmlformats.org/drawingml/2006/main">
            <a:off x="552450" y="2266950"/>
            <a:ext cx="1108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236650"/>
                </a:solidFill>
                <a:latin typeface="Arial"/>
                <a:ea typeface="Arial"/>
                <a:cs typeface="Arial"/>
              </a:defRPr>
            </a:defPPr>
            <a:lvl1pPr algn="l">
              <a:defRPr sz="2550" b="1">
                <a:solidFill>
                  <a:srgbClr val="236650"/>
                </a:solidFill>
                <a:latin typeface="Arial"/>
                <a:ea typeface="Arial"/>
                <a:cs typeface="Arial"/>
              </a:defRPr>
            </a:lvl1pPr>
            <a:lvl2pPr algn="l">
              <a:defRPr sz="2550" b="1">
                <a:solidFill>
                  <a:srgbClr val="236650"/>
                </a:solidFill>
                <a:latin typeface="Arial"/>
                <a:ea typeface="Arial"/>
                <a:cs typeface="Arial"/>
              </a:defRPr>
            </a:lvl2pPr>
            <a:lvl3pPr algn="l">
              <a:defRPr sz="2550" b="1">
                <a:solidFill>
                  <a:srgbClr val="236650"/>
                </a:solidFill>
                <a:latin typeface="Arial"/>
                <a:ea typeface="Arial"/>
                <a:cs typeface="Arial"/>
              </a:defRPr>
            </a:lvl3pPr>
            <a:lvl4pPr algn="l">
              <a:defRPr sz="2550" b="1">
                <a:solidFill>
                  <a:srgbClr val="236650"/>
                </a:solidFill>
                <a:latin typeface="Arial"/>
                <a:ea typeface="Arial"/>
                <a:cs typeface="Arial"/>
              </a:defRPr>
            </a:lvl4pPr>
            <a:lvl5pPr algn="l">
              <a:defRPr sz="2550" b="1">
                <a:solidFill>
                  <a:srgbClr val="236650"/>
                </a:solidFill>
                <a:latin typeface="Arial"/>
                <a:ea typeface="Arial"/>
                <a:cs typeface="Arial"/>
              </a:defRPr>
            </a:lvl5pPr>
            <a:lvl6pPr algn="l">
              <a:defRPr sz="2550" b="1">
                <a:solidFill>
                  <a:srgbClr val="236650"/>
                </a:solidFill>
                <a:latin typeface="Arial"/>
                <a:ea typeface="Arial"/>
                <a:cs typeface="Arial"/>
              </a:defRPr>
            </a:lvl6pPr>
            <a:lvl7pPr algn="l">
              <a:defRPr sz="2550" b="1">
                <a:solidFill>
                  <a:srgbClr val="236650"/>
                </a:solidFill>
                <a:latin typeface="Arial"/>
                <a:ea typeface="Arial"/>
                <a:cs typeface="Arial"/>
              </a:defRPr>
            </a:lvl7pPr>
            <a:lvl8pPr algn="l">
              <a:defRPr sz="2550" b="1">
                <a:solidFill>
                  <a:srgbClr val="236650"/>
                </a:solidFill>
                <a:latin typeface="Arial"/>
                <a:ea typeface="Arial"/>
                <a:cs typeface="Arial"/>
              </a:defRPr>
            </a:lvl8pPr>
            <a:lvl9pPr algn="l">
              <a:defRPr sz="2550" b="1">
                <a:solidFill>
                  <a:srgbClr val="236650"/>
                </a:solidFill>
                <a:latin typeface="Arial"/>
                <a:ea typeface="Arial"/>
                <a:cs typeface="Arial"/>
              </a:defRPr>
            </a:lvl9pPr>
          </a:lstStyle>
          <a:p xmlns:a="http://schemas.openxmlformats.org/drawingml/2006/main">
            <a:pPr algn="l">
              <a:defRPr sz="2550" b="1">
                <a:solidFill>
                  <a:srgbClr val="236650"/>
                </a:solidFill>
                <a:latin typeface="Arial"/>
                <a:ea typeface="Arial"/>
                <a:cs typeface="Arial"/>
              </a:defRPr>
            </a:pPr>
            <a:r>
              <a:rPr sz="2550" b="1">
                <a:solidFill>
                  <a:srgbClr val="236650"/>
                </a:solidFill>
                <a:latin typeface="Arial"/>
                <a:ea typeface="Arial"/>
                <a:cs typeface="Arial"/>
              </a:rPr>
              <a:t>The law applies to people in power too</a:t>
            </a:r>
          </a:p>
        </p:txBody>
      </p:sp>
      <p:sp>
        <p:nvSpPr>
          <p:cNvPr id="14" name="">
            <a:extLst xmlns:a="http://schemas.openxmlformats.org/drawingml/2006/main">
              <a:ext uri="{FF2B5EF4-FFF2-40B4-BE49-F238E27FC236}">
                <a16:creationId xmlns:a16="http://schemas.microsoft.com/office/drawing/2014/main" id="{20375AC5-4554-4AB5-AD91-1AB17D8441E0}"/>
              </a:ext>
            </a:extLst>
          </p:cNvPr>
          <p:cNvSpPr>
            <a:spLocks xmlns:a="http://schemas.openxmlformats.org/drawingml/2006/main" noGrp="1"/>
          </p:cNvSpPr>
          <p:nvPr/>
        </p:nvSpPr>
        <p:spPr>
          <a:xfrm xmlns:a="http://schemas.openxmlformats.org/drawingml/2006/main">
            <a:off x="552450" y="3143250"/>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5" name="Answer 2">
            <a:extLst xmlns:a="http://schemas.openxmlformats.org/drawingml/2006/main">
              <a:ext uri="{FF2B5EF4-FFF2-40B4-BE49-F238E27FC236}">
                <a16:creationId xmlns:a16="http://schemas.microsoft.com/office/drawing/2014/main" id="{91FBA3F5-C5A3-4404-A977-B6B34B8F12F0}"/>
              </a:ext>
            </a:extLst>
          </p:cNvPr>
          <p:cNvSpPr>
            <a:spLocks xmlns:a="http://schemas.openxmlformats.org/drawingml/2006/main" noGrp="1"/>
          </p:cNvSpPr>
          <p:nvPr/>
        </p:nvSpPr>
        <p:spPr>
          <a:xfrm xmlns:a="http://schemas.openxmlformats.org/drawingml/2006/main">
            <a:off x="552450" y="3162300"/>
            <a:ext cx="1108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236650"/>
                </a:solidFill>
                <a:latin typeface="Arial"/>
                <a:ea typeface="Arial"/>
                <a:cs typeface="Arial"/>
              </a:defRPr>
            </a:defPPr>
            <a:lvl1pPr algn="l">
              <a:defRPr sz="2550" b="1">
                <a:solidFill>
                  <a:srgbClr val="236650"/>
                </a:solidFill>
                <a:latin typeface="Arial"/>
                <a:ea typeface="Arial"/>
                <a:cs typeface="Arial"/>
              </a:defRPr>
            </a:lvl1pPr>
            <a:lvl2pPr algn="l">
              <a:defRPr sz="2550" b="1">
                <a:solidFill>
                  <a:srgbClr val="236650"/>
                </a:solidFill>
                <a:latin typeface="Arial"/>
                <a:ea typeface="Arial"/>
                <a:cs typeface="Arial"/>
              </a:defRPr>
            </a:lvl2pPr>
            <a:lvl3pPr algn="l">
              <a:defRPr sz="2550" b="1">
                <a:solidFill>
                  <a:srgbClr val="236650"/>
                </a:solidFill>
                <a:latin typeface="Arial"/>
                <a:ea typeface="Arial"/>
                <a:cs typeface="Arial"/>
              </a:defRPr>
            </a:lvl3pPr>
            <a:lvl4pPr algn="l">
              <a:defRPr sz="2550" b="1">
                <a:solidFill>
                  <a:srgbClr val="236650"/>
                </a:solidFill>
                <a:latin typeface="Arial"/>
                <a:ea typeface="Arial"/>
                <a:cs typeface="Arial"/>
              </a:defRPr>
            </a:lvl4pPr>
            <a:lvl5pPr algn="l">
              <a:defRPr sz="2550" b="1">
                <a:solidFill>
                  <a:srgbClr val="236650"/>
                </a:solidFill>
                <a:latin typeface="Arial"/>
                <a:ea typeface="Arial"/>
                <a:cs typeface="Arial"/>
              </a:defRPr>
            </a:lvl5pPr>
            <a:lvl6pPr algn="l">
              <a:defRPr sz="2550" b="1">
                <a:solidFill>
                  <a:srgbClr val="236650"/>
                </a:solidFill>
                <a:latin typeface="Arial"/>
                <a:ea typeface="Arial"/>
                <a:cs typeface="Arial"/>
              </a:defRPr>
            </a:lvl6pPr>
            <a:lvl7pPr algn="l">
              <a:defRPr sz="2550" b="1">
                <a:solidFill>
                  <a:srgbClr val="236650"/>
                </a:solidFill>
                <a:latin typeface="Arial"/>
                <a:ea typeface="Arial"/>
                <a:cs typeface="Arial"/>
              </a:defRPr>
            </a:lvl7pPr>
            <a:lvl8pPr algn="l">
              <a:defRPr sz="2550" b="1">
                <a:solidFill>
                  <a:srgbClr val="236650"/>
                </a:solidFill>
                <a:latin typeface="Arial"/>
                <a:ea typeface="Arial"/>
                <a:cs typeface="Arial"/>
              </a:defRPr>
            </a:lvl8pPr>
            <a:lvl9pPr algn="l">
              <a:defRPr sz="2550" b="1">
                <a:solidFill>
                  <a:srgbClr val="236650"/>
                </a:solidFill>
                <a:latin typeface="Arial"/>
                <a:ea typeface="Arial"/>
                <a:cs typeface="Arial"/>
              </a:defRPr>
            </a:lvl9pPr>
          </a:lstStyle>
          <a:p xmlns:a="http://schemas.openxmlformats.org/drawingml/2006/main">
            <a:pPr algn="l">
              <a:defRPr sz="2550" b="1">
                <a:solidFill>
                  <a:srgbClr val="236650"/>
                </a:solidFill>
                <a:latin typeface="Arial"/>
                <a:ea typeface="Arial"/>
                <a:cs typeface="Arial"/>
              </a:defRPr>
            </a:pPr>
            <a:r>
              <a:rPr sz="2550" b="1">
                <a:solidFill>
                  <a:srgbClr val="236650"/>
                </a:solidFill>
                <a:latin typeface="Arial"/>
                <a:ea typeface="Arial"/>
                <a:cs typeface="Arial"/>
              </a:rPr>
              <a:t>Decisions need evidence and a fair process</a:t>
            </a:r>
          </a:p>
        </p:txBody>
      </p:sp>
      <p:sp>
        <p:nvSpPr>
          <p:cNvPr id="16" name="">
            <a:extLst xmlns:a="http://schemas.openxmlformats.org/drawingml/2006/main">
              <a:ext uri="{FF2B5EF4-FFF2-40B4-BE49-F238E27FC236}">
                <a16:creationId xmlns:a16="http://schemas.microsoft.com/office/drawing/2014/main" id="{28239F0B-EA37-4C57-A720-1A7DB4A42A68}"/>
              </a:ext>
            </a:extLst>
          </p:cNvPr>
          <p:cNvSpPr>
            <a:spLocks xmlns:a="http://schemas.openxmlformats.org/drawingml/2006/main" noGrp="1"/>
          </p:cNvSpPr>
          <p:nvPr/>
        </p:nvSpPr>
        <p:spPr>
          <a:xfrm xmlns:a="http://schemas.openxmlformats.org/drawingml/2006/main">
            <a:off x="552450" y="4038600"/>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7" name="Answer 3">
            <a:extLst xmlns:a="http://schemas.openxmlformats.org/drawingml/2006/main">
              <a:ext uri="{FF2B5EF4-FFF2-40B4-BE49-F238E27FC236}">
                <a16:creationId xmlns:a16="http://schemas.microsoft.com/office/drawing/2014/main" id="{664DA63F-466A-41E3-8923-1DCAA2958232}"/>
              </a:ext>
            </a:extLst>
          </p:cNvPr>
          <p:cNvSpPr>
            <a:spLocks xmlns:a="http://schemas.openxmlformats.org/drawingml/2006/main" noGrp="1"/>
          </p:cNvSpPr>
          <p:nvPr/>
        </p:nvSpPr>
        <p:spPr>
          <a:xfrm xmlns:a="http://schemas.openxmlformats.org/drawingml/2006/main">
            <a:off x="552450" y="4057650"/>
            <a:ext cx="1108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236650"/>
                </a:solidFill>
                <a:latin typeface="Arial"/>
                <a:ea typeface="Arial"/>
                <a:cs typeface="Arial"/>
              </a:defRPr>
            </a:defPPr>
            <a:lvl1pPr algn="l">
              <a:defRPr sz="2550" b="1">
                <a:solidFill>
                  <a:srgbClr val="236650"/>
                </a:solidFill>
                <a:latin typeface="Arial"/>
                <a:ea typeface="Arial"/>
                <a:cs typeface="Arial"/>
              </a:defRPr>
            </a:lvl1pPr>
            <a:lvl2pPr algn="l">
              <a:defRPr sz="2550" b="1">
                <a:solidFill>
                  <a:srgbClr val="236650"/>
                </a:solidFill>
                <a:latin typeface="Arial"/>
                <a:ea typeface="Arial"/>
                <a:cs typeface="Arial"/>
              </a:defRPr>
            </a:lvl2pPr>
            <a:lvl3pPr algn="l">
              <a:defRPr sz="2550" b="1">
                <a:solidFill>
                  <a:srgbClr val="236650"/>
                </a:solidFill>
                <a:latin typeface="Arial"/>
                <a:ea typeface="Arial"/>
                <a:cs typeface="Arial"/>
              </a:defRPr>
            </a:lvl3pPr>
            <a:lvl4pPr algn="l">
              <a:defRPr sz="2550" b="1">
                <a:solidFill>
                  <a:srgbClr val="236650"/>
                </a:solidFill>
                <a:latin typeface="Arial"/>
                <a:ea typeface="Arial"/>
                <a:cs typeface="Arial"/>
              </a:defRPr>
            </a:lvl4pPr>
            <a:lvl5pPr algn="l">
              <a:defRPr sz="2550" b="1">
                <a:solidFill>
                  <a:srgbClr val="236650"/>
                </a:solidFill>
                <a:latin typeface="Arial"/>
                <a:ea typeface="Arial"/>
                <a:cs typeface="Arial"/>
              </a:defRPr>
            </a:lvl5pPr>
            <a:lvl6pPr algn="l">
              <a:defRPr sz="2550" b="1">
                <a:solidFill>
                  <a:srgbClr val="236650"/>
                </a:solidFill>
                <a:latin typeface="Arial"/>
                <a:ea typeface="Arial"/>
                <a:cs typeface="Arial"/>
              </a:defRPr>
            </a:lvl6pPr>
            <a:lvl7pPr algn="l">
              <a:defRPr sz="2550" b="1">
                <a:solidFill>
                  <a:srgbClr val="236650"/>
                </a:solidFill>
                <a:latin typeface="Arial"/>
                <a:ea typeface="Arial"/>
                <a:cs typeface="Arial"/>
              </a:defRPr>
            </a:lvl7pPr>
            <a:lvl8pPr algn="l">
              <a:defRPr sz="2550" b="1">
                <a:solidFill>
                  <a:srgbClr val="236650"/>
                </a:solidFill>
                <a:latin typeface="Arial"/>
                <a:ea typeface="Arial"/>
                <a:cs typeface="Arial"/>
              </a:defRPr>
            </a:lvl8pPr>
            <a:lvl9pPr algn="l">
              <a:defRPr sz="2550" b="1">
                <a:solidFill>
                  <a:srgbClr val="236650"/>
                </a:solidFill>
                <a:latin typeface="Arial"/>
                <a:ea typeface="Arial"/>
                <a:cs typeface="Arial"/>
              </a:defRPr>
            </a:lvl9pPr>
          </a:lstStyle>
          <a:p xmlns:a="http://schemas.openxmlformats.org/drawingml/2006/main">
            <a:pPr algn="l">
              <a:defRPr sz="2550" b="1">
                <a:solidFill>
                  <a:srgbClr val="236650"/>
                </a:solidFill>
                <a:latin typeface="Arial"/>
                <a:ea typeface="Arial"/>
                <a:cs typeface="Arial"/>
              </a:defRPr>
            </a:pPr>
            <a:r>
              <a:rPr sz="2550" b="1">
                <a:solidFill>
                  <a:srgbClr val="236650"/>
                </a:solidFill>
                <a:latin typeface="Arial"/>
                <a:ea typeface="Arial"/>
                <a:cs typeface="Arial"/>
              </a:rPr>
              <a:t>People can seek advice and challenge decisions</a:t>
            </a:r>
          </a:p>
        </p:txBody>
      </p:sp>
      <p:sp>
        <p:nvSpPr>
          <p:cNvPr id="18" name="">
            <a:extLst xmlns:a="http://schemas.openxmlformats.org/drawingml/2006/main">
              <a:ext uri="{FF2B5EF4-FFF2-40B4-BE49-F238E27FC236}">
                <a16:creationId xmlns:a16="http://schemas.microsoft.com/office/drawing/2014/main" id="{989D3A87-7D18-41EC-B0BF-7442603C5705}"/>
              </a:ext>
            </a:extLst>
          </p:cNvPr>
          <p:cNvSpPr>
            <a:spLocks xmlns:a="http://schemas.openxmlformats.org/drawingml/2006/main" noGrp="1"/>
          </p:cNvSpPr>
          <p:nvPr/>
        </p:nvSpPr>
        <p:spPr>
          <a:xfrm xmlns:a="http://schemas.openxmlformats.org/drawingml/2006/main">
            <a:off x="495300" y="5381625"/>
            <a:ext cx="11201400" cy="83820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2C25E65-5BEC-4D72-AADA-296C5E22D24F}"/>
              </a:ext>
            </a:extLst>
          </p:cNvPr>
          <p:cNvSpPr>
            <a:spLocks xmlns:a="http://schemas.openxmlformats.org/drawingml/2006/main" noGrp="1"/>
          </p:cNvSpPr>
          <p:nvPr/>
        </p:nvSpPr>
        <p:spPr>
          <a:xfrm xmlns:a="http://schemas.openxmlformats.org/drawingml/2006/main">
            <a:off x="704850" y="55054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1">
                <a:solidFill>
                  <a:srgbClr val="FFFEF9"/>
                </a:solidFill>
                <a:latin typeface="Arial"/>
                <a:ea typeface="Arial"/>
                <a:cs typeface="Arial"/>
              </a:defRPr>
            </a:defPPr>
            <a:lvl1pPr algn="l">
              <a:defRPr sz="2100" b="1">
                <a:solidFill>
                  <a:srgbClr val="FFFEF9"/>
                </a:solidFill>
                <a:latin typeface="Arial"/>
                <a:ea typeface="Arial"/>
                <a:cs typeface="Arial"/>
              </a:defRPr>
            </a:lvl1pPr>
            <a:lvl2pPr algn="l">
              <a:defRPr sz="2100" b="1">
                <a:solidFill>
                  <a:srgbClr val="FFFEF9"/>
                </a:solidFill>
                <a:latin typeface="Arial"/>
                <a:ea typeface="Arial"/>
                <a:cs typeface="Arial"/>
              </a:defRPr>
            </a:lvl2pPr>
            <a:lvl3pPr algn="l">
              <a:defRPr sz="2100" b="1">
                <a:solidFill>
                  <a:srgbClr val="FFFEF9"/>
                </a:solidFill>
                <a:latin typeface="Arial"/>
                <a:ea typeface="Arial"/>
                <a:cs typeface="Arial"/>
              </a:defRPr>
            </a:lvl3pPr>
            <a:lvl4pPr algn="l">
              <a:defRPr sz="2100" b="1">
                <a:solidFill>
                  <a:srgbClr val="FFFEF9"/>
                </a:solidFill>
                <a:latin typeface="Arial"/>
                <a:ea typeface="Arial"/>
                <a:cs typeface="Arial"/>
              </a:defRPr>
            </a:lvl4pPr>
            <a:lvl5pPr algn="l">
              <a:defRPr sz="2100" b="1">
                <a:solidFill>
                  <a:srgbClr val="FFFEF9"/>
                </a:solidFill>
                <a:latin typeface="Arial"/>
                <a:ea typeface="Arial"/>
                <a:cs typeface="Arial"/>
              </a:defRPr>
            </a:lvl5pPr>
            <a:lvl6pPr algn="l">
              <a:defRPr sz="2100" b="1">
                <a:solidFill>
                  <a:srgbClr val="FFFEF9"/>
                </a:solidFill>
                <a:latin typeface="Arial"/>
                <a:ea typeface="Arial"/>
                <a:cs typeface="Arial"/>
              </a:defRPr>
            </a:lvl6pPr>
            <a:lvl7pPr algn="l">
              <a:defRPr sz="2100" b="1">
                <a:solidFill>
                  <a:srgbClr val="FFFEF9"/>
                </a:solidFill>
                <a:latin typeface="Arial"/>
                <a:ea typeface="Arial"/>
                <a:cs typeface="Arial"/>
              </a:defRPr>
            </a:lvl7pPr>
            <a:lvl8pPr algn="l">
              <a:defRPr sz="2100" b="1">
                <a:solidFill>
                  <a:srgbClr val="FFFEF9"/>
                </a:solidFill>
                <a:latin typeface="Arial"/>
                <a:ea typeface="Arial"/>
                <a:cs typeface="Arial"/>
              </a:defRPr>
            </a:lvl8pPr>
            <a:lvl9pPr algn="l">
              <a:defRPr sz="2100" b="1">
                <a:solidFill>
                  <a:srgbClr val="FFFEF9"/>
                </a:solidFill>
                <a:latin typeface="Arial"/>
                <a:ea typeface="Arial"/>
                <a:cs typeface="Arial"/>
              </a:defRPr>
            </a:lvl9pPr>
          </a:lstStyle>
          <a:p xmlns:a="http://schemas.openxmlformats.org/drawingml/2006/main">
            <a:pPr algn="l">
              <a:defRPr sz="2100" b="1">
                <a:solidFill>
                  <a:srgbClr val="FFFEF9"/>
                </a:solidFill>
                <a:latin typeface="Arial"/>
                <a:ea typeface="Arial"/>
                <a:cs typeface="Arial"/>
              </a:defRPr>
            </a:pPr>
            <a:r>
              <a:rPr sz="2100" b="1">
                <a:solidFill>
                  <a:srgbClr val="FFFEF9"/>
                </a:solidFill>
                <a:latin typeface="Arial"/>
                <a:ea typeface="Arial"/>
                <a:cs typeface="Arial"/>
              </a:rPr>
              <a:t>The law applies to people in power too. Decisions need a fair process. People need ways to get advice and challenge decisions.</a:t>
            </a:r>
          </a:p>
        </p:txBody>
      </p:sp>
    </p:spTree>
    <p:extLst>
      <p:ext uri="{BB962C8B-B14F-4D97-AF65-F5344CB8AC3E}">
        <p14:creationId xmlns:p14="http://schemas.microsoft.com/office/powerpoint/2010/main" val="679990713"/>
      </p:ext>
    </p:extLst>
  </p:cSld>
</p:sld>
</file>

<file path=ppt/slides/slide10.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88B59BC-3EE5-4806-BBDD-98EC66D60348}"/>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73BB665A-32E9-4D5A-BD86-52AD28AD29B5}"/>
              </a:ext>
            </a:extLst>
          </p:cNvPr>
          <p:cNvPicPr>
            <a:picLocks xmlns:a="http://schemas.openxmlformats.org/drawingml/2006/main" noChangeAspect="1"/>
          </p:cNvPicPr>
          <p:nvPr/>
        </p:nvPicPr>
        <p:blipFill>
          <a:blip xmlns:r="http://schemas.openxmlformats.org/officeDocument/2006/relationships" xmlns:a="http://schemas.openxmlformats.org/drawingml/2006/main" r:embed="R342ef2fffdbf421f"/>
          <a:stretch xmlns:a="http://schemas.openxmlformats.org/drawingml/2006/main"/>
        </p:blipFill>
        <p:spPr>
          <a:xfrm xmlns:a="http://schemas.openxmlformats.org/drawingml/2006/main">
            <a:off x="266700" y="114300"/>
            <a:ext cx="514350" cy="514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642D433-5C10-4098-A344-931F70280DB3}"/>
              </a:ext>
            </a:extLst>
          </p:cNvPr>
          <p:cNvSpPr>
            <a:spLocks xmlns:a="http://schemas.openxmlformats.org/drawingml/2006/main" noGrp="1"/>
          </p:cNvSpPr>
          <p:nvPr/>
        </p:nvSpPr>
        <p:spPr>
          <a:xfrm xmlns:a="http://schemas.openxmlformats.org/drawingml/2006/main">
            <a:off x="914400" y="1428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7223B"/>
                </a:solidFill>
                <a:latin typeface="Arial"/>
                <a:ea typeface="Arial"/>
                <a:cs typeface="Arial"/>
              </a:defRPr>
            </a:defPPr>
            <a:lvl1pPr algn="l">
              <a:defRPr sz="1500" b="1">
                <a:solidFill>
                  <a:srgbClr val="17223B"/>
                </a:solidFill>
                <a:latin typeface="Arial"/>
                <a:ea typeface="Arial"/>
                <a:cs typeface="Arial"/>
              </a:defRPr>
            </a:lvl1pPr>
            <a:lvl2pPr algn="l">
              <a:defRPr sz="1500" b="1">
                <a:solidFill>
                  <a:srgbClr val="17223B"/>
                </a:solidFill>
                <a:latin typeface="Arial"/>
                <a:ea typeface="Arial"/>
                <a:cs typeface="Arial"/>
              </a:defRPr>
            </a:lvl2pPr>
            <a:lvl3pPr algn="l">
              <a:defRPr sz="1500" b="1">
                <a:solidFill>
                  <a:srgbClr val="17223B"/>
                </a:solidFill>
                <a:latin typeface="Arial"/>
                <a:ea typeface="Arial"/>
                <a:cs typeface="Arial"/>
              </a:defRPr>
            </a:lvl3pPr>
            <a:lvl4pPr algn="l">
              <a:defRPr sz="1500" b="1">
                <a:solidFill>
                  <a:srgbClr val="17223B"/>
                </a:solidFill>
                <a:latin typeface="Arial"/>
                <a:ea typeface="Arial"/>
                <a:cs typeface="Arial"/>
              </a:defRPr>
            </a:lvl4pPr>
            <a:lvl5pPr algn="l">
              <a:defRPr sz="1500" b="1">
                <a:solidFill>
                  <a:srgbClr val="17223B"/>
                </a:solidFill>
                <a:latin typeface="Arial"/>
                <a:ea typeface="Arial"/>
                <a:cs typeface="Arial"/>
              </a:defRPr>
            </a:lvl5pPr>
            <a:lvl6pPr algn="l">
              <a:defRPr sz="1500" b="1">
                <a:solidFill>
                  <a:srgbClr val="17223B"/>
                </a:solidFill>
                <a:latin typeface="Arial"/>
                <a:ea typeface="Arial"/>
                <a:cs typeface="Arial"/>
              </a:defRPr>
            </a:lvl6pPr>
            <a:lvl7pPr algn="l">
              <a:defRPr sz="1500" b="1">
                <a:solidFill>
                  <a:srgbClr val="17223B"/>
                </a:solidFill>
                <a:latin typeface="Arial"/>
                <a:ea typeface="Arial"/>
                <a:cs typeface="Arial"/>
              </a:defRPr>
            </a:lvl7pPr>
            <a:lvl8pPr algn="l">
              <a:defRPr sz="1500" b="1">
                <a:solidFill>
                  <a:srgbClr val="17223B"/>
                </a:solidFill>
                <a:latin typeface="Arial"/>
                <a:ea typeface="Arial"/>
                <a:cs typeface="Arial"/>
              </a:defRPr>
            </a:lvl8pPr>
            <a:lvl9pPr algn="l">
              <a:defRPr sz="1500" b="1">
                <a:solidFill>
                  <a:srgbClr val="17223B"/>
                </a:solidFill>
                <a:latin typeface="Arial"/>
                <a:ea typeface="Arial"/>
                <a:cs typeface="Arial"/>
              </a:defRPr>
            </a:lvl9pPr>
          </a:lstStyle>
          <a:p xmlns:a="http://schemas.openxmlformats.org/drawingml/2006/main">
            <a:pPr algn="l">
              <a:defRPr sz="1500" b="1">
                <a:solidFill>
                  <a:srgbClr val="17223B"/>
                </a:solidFill>
                <a:latin typeface="Arial"/>
                <a:ea typeface="Arial"/>
                <a:cs typeface="Arial"/>
              </a:defRPr>
            </a:pPr>
            <a:r>
              <a:rPr sz="1500" b="1">
                <a:solidFill>
                  <a:srgbClr val="17223B"/>
                </a:solidFill>
                <a:latin typeface="Arial"/>
                <a:ea typeface="Arial"/>
                <a:cs typeface="Arial"/>
              </a:rPr>
              <a:t>MADE BY MATT</a:t>
            </a:r>
          </a:p>
        </p:txBody>
      </p:sp>
      <p:sp>
        <p:nvSpPr>
          <p:cNvPr id="4" name="">
            <a:extLst xmlns:a="http://schemas.openxmlformats.org/drawingml/2006/main">
              <a:ext uri="{FF2B5EF4-FFF2-40B4-BE49-F238E27FC236}">
                <a16:creationId xmlns:a16="http://schemas.microsoft.com/office/drawing/2014/main" id="{33F4FB3F-D66B-4AE7-B1BD-A26F01281284}"/>
              </a:ext>
            </a:extLst>
          </p:cNvPr>
          <p:cNvSpPr>
            <a:spLocks xmlns:a="http://schemas.openxmlformats.org/drawingml/2006/main" noGrp="1"/>
          </p:cNvSpPr>
          <p:nvPr/>
        </p:nvSpPr>
        <p:spPr>
          <a:xfrm xmlns:a="http://schemas.openxmlformats.org/drawingml/2006/main">
            <a:off x="914400" y="39052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26074"/>
                </a:solidFill>
                <a:latin typeface="Arial"/>
                <a:ea typeface="Arial"/>
                <a:cs typeface="Arial"/>
              </a:defRPr>
            </a:defPPr>
            <a:lvl1pPr algn="l">
              <a:defRPr sz="1200" b="0">
                <a:solidFill>
                  <a:srgbClr val="526074"/>
                </a:solidFill>
                <a:latin typeface="Arial"/>
                <a:ea typeface="Arial"/>
                <a:cs typeface="Arial"/>
              </a:defRPr>
            </a:lvl1pPr>
            <a:lvl2pPr algn="l">
              <a:defRPr sz="1200" b="0">
                <a:solidFill>
                  <a:srgbClr val="526074"/>
                </a:solidFill>
                <a:latin typeface="Arial"/>
                <a:ea typeface="Arial"/>
                <a:cs typeface="Arial"/>
              </a:defRPr>
            </a:lvl2pPr>
            <a:lvl3pPr algn="l">
              <a:defRPr sz="1200" b="0">
                <a:solidFill>
                  <a:srgbClr val="526074"/>
                </a:solidFill>
                <a:latin typeface="Arial"/>
                <a:ea typeface="Arial"/>
                <a:cs typeface="Arial"/>
              </a:defRPr>
            </a:lvl3pPr>
            <a:lvl4pPr algn="l">
              <a:defRPr sz="1200" b="0">
                <a:solidFill>
                  <a:srgbClr val="526074"/>
                </a:solidFill>
                <a:latin typeface="Arial"/>
                <a:ea typeface="Arial"/>
                <a:cs typeface="Arial"/>
              </a:defRPr>
            </a:lvl4pPr>
            <a:lvl5pPr algn="l">
              <a:defRPr sz="1200" b="0">
                <a:solidFill>
                  <a:srgbClr val="526074"/>
                </a:solidFill>
                <a:latin typeface="Arial"/>
                <a:ea typeface="Arial"/>
                <a:cs typeface="Arial"/>
              </a:defRPr>
            </a:lvl5pPr>
            <a:lvl6pPr algn="l">
              <a:defRPr sz="1200" b="0">
                <a:solidFill>
                  <a:srgbClr val="526074"/>
                </a:solidFill>
                <a:latin typeface="Arial"/>
                <a:ea typeface="Arial"/>
                <a:cs typeface="Arial"/>
              </a:defRPr>
            </a:lvl6pPr>
            <a:lvl7pPr algn="l">
              <a:defRPr sz="1200" b="0">
                <a:solidFill>
                  <a:srgbClr val="526074"/>
                </a:solidFill>
                <a:latin typeface="Arial"/>
                <a:ea typeface="Arial"/>
                <a:cs typeface="Arial"/>
              </a:defRPr>
            </a:lvl7pPr>
            <a:lvl8pPr algn="l">
              <a:defRPr sz="1200" b="0">
                <a:solidFill>
                  <a:srgbClr val="526074"/>
                </a:solidFill>
                <a:latin typeface="Arial"/>
                <a:ea typeface="Arial"/>
                <a:cs typeface="Arial"/>
              </a:defRPr>
            </a:lvl8pPr>
            <a:lvl9pPr algn="l">
              <a:defRPr sz="1200" b="0">
                <a:solidFill>
                  <a:srgbClr val="526074"/>
                </a:solidFill>
                <a:latin typeface="Arial"/>
                <a:ea typeface="Arial"/>
                <a:cs typeface="Arial"/>
              </a:defRPr>
            </a:lvl9pPr>
          </a:lstStyle>
          <a:p xmlns:a="http://schemas.openxmlformats.org/drawingml/2006/main">
            <a:pPr algn="l">
              <a:defRPr sz="1200" b="0">
                <a:solidFill>
                  <a:srgbClr val="526074"/>
                </a:solidFill>
                <a:latin typeface="Arial"/>
                <a:ea typeface="Arial"/>
                <a:cs typeface="Arial"/>
              </a:defRPr>
            </a:pPr>
            <a:r>
              <a:rPr sz="1200" b="0">
                <a:solidFill>
                  <a:srgbClr val="526074"/>
                </a:solidFill>
                <a:latin typeface="Arial"/>
                <a:ea typeface="Arial"/>
                <a:cs typeface="Arial"/>
              </a:rPr>
              <a:t>Learn • Build • Explore</a:t>
            </a:r>
          </a:p>
        </p:txBody>
      </p:sp>
      <p:sp>
        <p:nvSpPr>
          <p:cNvPr id="5" name="">
            <a:extLst xmlns:a="http://schemas.openxmlformats.org/drawingml/2006/main">
              <a:ext uri="{FF2B5EF4-FFF2-40B4-BE49-F238E27FC236}">
                <a16:creationId xmlns:a16="http://schemas.microsoft.com/office/drawing/2014/main" id="{46C611B4-360B-471A-B831-F2DD33E10759}"/>
              </a:ext>
            </a:extLst>
          </p:cNvPr>
          <p:cNvSpPr>
            <a:spLocks xmlns:a="http://schemas.openxmlformats.org/drawingml/2006/main" noGrp="1"/>
          </p:cNvSpPr>
          <p:nvPr/>
        </p:nvSpPr>
        <p:spPr>
          <a:xfrm xmlns:a="http://schemas.openxmlformats.org/drawingml/2006/main">
            <a:off x="7905750" y="2286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500" b="1">
                <a:solidFill>
                  <a:srgbClr val="236650"/>
                </a:solidFill>
                <a:latin typeface="Arial"/>
                <a:ea typeface="Arial"/>
                <a:cs typeface="Arial"/>
              </a:defRPr>
            </a:defPPr>
            <a:lvl1pPr algn="r">
              <a:defRPr sz="1500" b="1">
                <a:solidFill>
                  <a:srgbClr val="236650"/>
                </a:solidFill>
                <a:latin typeface="Arial"/>
                <a:ea typeface="Arial"/>
                <a:cs typeface="Arial"/>
              </a:defRPr>
            </a:lvl1pPr>
            <a:lvl2pPr algn="r">
              <a:defRPr sz="1500" b="1">
                <a:solidFill>
                  <a:srgbClr val="236650"/>
                </a:solidFill>
                <a:latin typeface="Arial"/>
                <a:ea typeface="Arial"/>
                <a:cs typeface="Arial"/>
              </a:defRPr>
            </a:lvl2pPr>
            <a:lvl3pPr algn="r">
              <a:defRPr sz="1500" b="1">
                <a:solidFill>
                  <a:srgbClr val="236650"/>
                </a:solidFill>
                <a:latin typeface="Arial"/>
                <a:ea typeface="Arial"/>
                <a:cs typeface="Arial"/>
              </a:defRPr>
            </a:lvl3pPr>
            <a:lvl4pPr algn="r">
              <a:defRPr sz="1500" b="1">
                <a:solidFill>
                  <a:srgbClr val="236650"/>
                </a:solidFill>
                <a:latin typeface="Arial"/>
                <a:ea typeface="Arial"/>
                <a:cs typeface="Arial"/>
              </a:defRPr>
            </a:lvl4pPr>
            <a:lvl5pPr algn="r">
              <a:defRPr sz="1500" b="1">
                <a:solidFill>
                  <a:srgbClr val="236650"/>
                </a:solidFill>
                <a:latin typeface="Arial"/>
                <a:ea typeface="Arial"/>
                <a:cs typeface="Arial"/>
              </a:defRPr>
            </a:lvl5pPr>
            <a:lvl6pPr algn="r">
              <a:defRPr sz="1500" b="1">
                <a:solidFill>
                  <a:srgbClr val="236650"/>
                </a:solidFill>
                <a:latin typeface="Arial"/>
                <a:ea typeface="Arial"/>
                <a:cs typeface="Arial"/>
              </a:defRPr>
            </a:lvl6pPr>
            <a:lvl7pPr algn="r">
              <a:defRPr sz="1500" b="1">
                <a:solidFill>
                  <a:srgbClr val="236650"/>
                </a:solidFill>
                <a:latin typeface="Arial"/>
                <a:ea typeface="Arial"/>
                <a:cs typeface="Arial"/>
              </a:defRPr>
            </a:lvl7pPr>
            <a:lvl8pPr algn="r">
              <a:defRPr sz="1500" b="1">
                <a:solidFill>
                  <a:srgbClr val="236650"/>
                </a:solidFill>
                <a:latin typeface="Arial"/>
                <a:ea typeface="Arial"/>
                <a:cs typeface="Arial"/>
              </a:defRPr>
            </a:lvl8pPr>
            <a:lvl9pPr algn="r">
              <a:defRPr sz="1500" b="1">
                <a:solidFill>
                  <a:srgbClr val="236650"/>
                </a:solidFill>
                <a:latin typeface="Arial"/>
                <a:ea typeface="Arial"/>
                <a:cs typeface="Arial"/>
              </a:defRPr>
            </a:lvl9pPr>
          </a:lstStyle>
          <a:p xmlns:a="http://schemas.openxmlformats.org/drawingml/2006/main">
            <a:pPr algn="r">
              <a:defRPr sz="1500" b="1">
                <a:solidFill>
                  <a:srgbClr val="236650"/>
                </a:solidFill>
                <a:latin typeface="Arial"/>
                <a:ea typeface="Arial"/>
                <a:cs typeface="Arial"/>
              </a:defRPr>
            </a:pPr>
            <a:r>
              <a:rPr sz="1500" b="1">
                <a:solidFill>
                  <a:srgbClr val="236650"/>
                </a:solidFill>
                <a:latin typeface="Arial"/>
                <a:ea typeface="Arial"/>
                <a:cs typeface="Arial"/>
              </a:rPr>
              <a:t>BRITISH VALUES</a:t>
            </a:r>
          </a:p>
        </p:txBody>
      </p:sp>
      <p:sp>
        <p:nvSpPr>
          <p:cNvPr id="6" name="">
            <a:extLst xmlns:a="http://schemas.openxmlformats.org/drawingml/2006/main">
              <a:ext uri="{FF2B5EF4-FFF2-40B4-BE49-F238E27FC236}">
                <a16:creationId xmlns:a16="http://schemas.microsoft.com/office/drawing/2014/main" id="{0E218A81-60B7-4C7B-910F-7A3B638B5D47}"/>
              </a:ext>
            </a:extLst>
          </p:cNvPr>
          <p:cNvSpPr>
            <a:spLocks xmlns:a="http://schemas.openxmlformats.org/drawingml/2006/main" noGrp="1"/>
          </p:cNvSpPr>
          <p:nvPr/>
        </p:nvSpPr>
        <p:spPr>
          <a:xfrm xmlns:a="http://schemas.openxmlformats.org/drawingml/2006/main">
            <a:off x="0" y="742950"/>
            <a:ext cx="12192000" cy="40005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DAE6926-1DD5-44FA-B336-95158083608F}"/>
              </a:ext>
            </a:extLst>
          </p:cNvPr>
          <p:cNvSpPr>
            <a:spLocks xmlns:a="http://schemas.openxmlformats.org/drawingml/2006/main" noGrp="1"/>
          </p:cNvSpPr>
          <p:nvPr/>
        </p:nvSpPr>
        <p:spPr>
          <a:xfrm xmlns:a="http://schemas.openxmlformats.org/drawingml/2006/main">
            <a:off x="304800" y="781050"/>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FFFEF9"/>
                </a:solidFill>
                <a:latin typeface="Arial"/>
                <a:ea typeface="Arial"/>
                <a:cs typeface="Arial"/>
              </a:defRPr>
            </a:defPPr>
            <a:lvl1pPr algn="l">
              <a:defRPr sz="1425" b="0">
                <a:solidFill>
                  <a:srgbClr val="FFFEF9"/>
                </a:solidFill>
                <a:latin typeface="Arial"/>
                <a:ea typeface="Arial"/>
                <a:cs typeface="Arial"/>
              </a:defRPr>
            </a:lvl1pPr>
            <a:lvl2pPr algn="l">
              <a:defRPr sz="1425" b="0">
                <a:solidFill>
                  <a:srgbClr val="FFFEF9"/>
                </a:solidFill>
                <a:latin typeface="Arial"/>
                <a:ea typeface="Arial"/>
                <a:cs typeface="Arial"/>
              </a:defRPr>
            </a:lvl2pPr>
            <a:lvl3pPr algn="l">
              <a:defRPr sz="1425" b="0">
                <a:solidFill>
                  <a:srgbClr val="FFFEF9"/>
                </a:solidFill>
                <a:latin typeface="Arial"/>
                <a:ea typeface="Arial"/>
                <a:cs typeface="Arial"/>
              </a:defRPr>
            </a:lvl3pPr>
            <a:lvl4pPr algn="l">
              <a:defRPr sz="1425" b="0">
                <a:solidFill>
                  <a:srgbClr val="FFFEF9"/>
                </a:solidFill>
                <a:latin typeface="Arial"/>
                <a:ea typeface="Arial"/>
                <a:cs typeface="Arial"/>
              </a:defRPr>
            </a:lvl4pPr>
            <a:lvl5pPr algn="l">
              <a:defRPr sz="1425" b="0">
                <a:solidFill>
                  <a:srgbClr val="FFFEF9"/>
                </a:solidFill>
                <a:latin typeface="Arial"/>
                <a:ea typeface="Arial"/>
                <a:cs typeface="Arial"/>
              </a:defRPr>
            </a:lvl5pPr>
            <a:lvl6pPr algn="l">
              <a:defRPr sz="1425" b="0">
                <a:solidFill>
                  <a:srgbClr val="FFFEF9"/>
                </a:solidFill>
                <a:latin typeface="Arial"/>
                <a:ea typeface="Arial"/>
                <a:cs typeface="Arial"/>
              </a:defRPr>
            </a:lvl6pPr>
            <a:lvl7pPr algn="l">
              <a:defRPr sz="1425" b="0">
                <a:solidFill>
                  <a:srgbClr val="FFFEF9"/>
                </a:solidFill>
                <a:latin typeface="Arial"/>
                <a:ea typeface="Arial"/>
                <a:cs typeface="Arial"/>
              </a:defRPr>
            </a:lvl7pPr>
            <a:lvl8pPr algn="l">
              <a:defRPr sz="1425" b="0">
                <a:solidFill>
                  <a:srgbClr val="FFFEF9"/>
                </a:solidFill>
                <a:latin typeface="Arial"/>
                <a:ea typeface="Arial"/>
                <a:cs typeface="Arial"/>
              </a:defRPr>
            </a:lvl8pPr>
            <a:lvl9pPr algn="l">
              <a:defRPr sz="1425" b="0">
                <a:solidFill>
                  <a:srgbClr val="FFFEF9"/>
                </a:solidFill>
                <a:latin typeface="Arial"/>
                <a:ea typeface="Arial"/>
                <a:cs typeface="Arial"/>
              </a:defRPr>
            </a:lvl9pPr>
          </a:lstStyle>
          <a:p xmlns:a="http://schemas.openxmlformats.org/drawingml/2006/main">
            <a:pPr algn="l">
              <a:defRPr sz="1425" b="0">
                <a:solidFill>
                  <a:srgbClr val="FFFEF9"/>
                </a:solidFill>
                <a:latin typeface="Arial"/>
                <a:ea typeface="Arial"/>
                <a:cs typeface="Arial"/>
              </a:defRPr>
            </a:pPr>
            <a:r>
              <a:rPr sz="1425" b="0">
                <a:solidFill>
                  <a:srgbClr val="FFFEF9"/>
                </a:solidFill>
                <a:latin typeface="Arial"/>
                <a:ea typeface="Arial"/>
                <a:cs typeface="Arial"/>
              </a:rPr>
              <a:t>06 / 10    Evidence before blame</a:t>
            </a:r>
          </a:p>
        </p:txBody>
      </p:sp>
      <p:sp>
        <p:nvSpPr>
          <p:cNvPr id="8" name="">
            <a:extLst xmlns:a="http://schemas.openxmlformats.org/drawingml/2006/main">
              <a:ext uri="{FF2B5EF4-FFF2-40B4-BE49-F238E27FC236}">
                <a16:creationId xmlns:a16="http://schemas.microsoft.com/office/drawing/2014/main" id="{E5439BC4-7638-4B5E-8BC3-CA312DB0D68C}"/>
              </a:ext>
            </a:extLst>
          </p:cNvPr>
          <p:cNvSpPr>
            <a:spLocks xmlns:a="http://schemas.openxmlformats.org/drawingml/2006/main" noGrp="1"/>
          </p:cNvSpPr>
          <p:nvPr/>
        </p:nvSpPr>
        <p:spPr>
          <a:xfrm xmlns:a="http://schemas.openxmlformats.org/drawingml/2006/main">
            <a:off x="10763250" y="781050"/>
            <a:ext cx="1104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425" b="0">
                <a:solidFill>
                  <a:srgbClr val="A6E5C9"/>
                </a:solidFill>
                <a:latin typeface="Arial"/>
                <a:ea typeface="Arial"/>
                <a:cs typeface="Arial"/>
              </a:defRPr>
            </a:defPPr>
            <a:lvl1pPr algn="r">
              <a:defRPr sz="1425" b="0">
                <a:solidFill>
                  <a:srgbClr val="A6E5C9"/>
                </a:solidFill>
                <a:latin typeface="Arial"/>
                <a:ea typeface="Arial"/>
                <a:cs typeface="Arial"/>
              </a:defRPr>
            </a:lvl1pPr>
            <a:lvl2pPr algn="r">
              <a:defRPr sz="1425" b="0">
                <a:solidFill>
                  <a:srgbClr val="A6E5C9"/>
                </a:solidFill>
                <a:latin typeface="Arial"/>
                <a:ea typeface="Arial"/>
                <a:cs typeface="Arial"/>
              </a:defRPr>
            </a:lvl2pPr>
            <a:lvl3pPr algn="r">
              <a:defRPr sz="1425" b="0">
                <a:solidFill>
                  <a:srgbClr val="A6E5C9"/>
                </a:solidFill>
                <a:latin typeface="Arial"/>
                <a:ea typeface="Arial"/>
                <a:cs typeface="Arial"/>
              </a:defRPr>
            </a:lvl3pPr>
            <a:lvl4pPr algn="r">
              <a:defRPr sz="1425" b="0">
                <a:solidFill>
                  <a:srgbClr val="A6E5C9"/>
                </a:solidFill>
                <a:latin typeface="Arial"/>
                <a:ea typeface="Arial"/>
                <a:cs typeface="Arial"/>
              </a:defRPr>
            </a:lvl4pPr>
            <a:lvl5pPr algn="r">
              <a:defRPr sz="1425" b="0">
                <a:solidFill>
                  <a:srgbClr val="A6E5C9"/>
                </a:solidFill>
                <a:latin typeface="Arial"/>
                <a:ea typeface="Arial"/>
                <a:cs typeface="Arial"/>
              </a:defRPr>
            </a:lvl5pPr>
            <a:lvl6pPr algn="r">
              <a:defRPr sz="1425" b="0">
                <a:solidFill>
                  <a:srgbClr val="A6E5C9"/>
                </a:solidFill>
                <a:latin typeface="Arial"/>
                <a:ea typeface="Arial"/>
                <a:cs typeface="Arial"/>
              </a:defRPr>
            </a:lvl6pPr>
            <a:lvl7pPr algn="r">
              <a:defRPr sz="1425" b="0">
                <a:solidFill>
                  <a:srgbClr val="A6E5C9"/>
                </a:solidFill>
                <a:latin typeface="Arial"/>
                <a:ea typeface="Arial"/>
                <a:cs typeface="Arial"/>
              </a:defRPr>
            </a:lvl7pPr>
            <a:lvl8pPr algn="r">
              <a:defRPr sz="1425" b="0">
                <a:solidFill>
                  <a:srgbClr val="A6E5C9"/>
                </a:solidFill>
                <a:latin typeface="Arial"/>
                <a:ea typeface="Arial"/>
                <a:cs typeface="Arial"/>
              </a:defRPr>
            </a:lvl8pPr>
            <a:lvl9pPr algn="r">
              <a:defRPr sz="1425" b="0">
                <a:solidFill>
                  <a:srgbClr val="A6E5C9"/>
                </a:solidFill>
                <a:latin typeface="Arial"/>
                <a:ea typeface="Arial"/>
                <a:cs typeface="Arial"/>
              </a:defRPr>
            </a:lvl9pPr>
          </a:lstStyle>
          <a:p xmlns:a="http://schemas.openxmlformats.org/drawingml/2006/main">
            <a:pPr algn="r">
              <a:defRPr sz="1425" b="0">
                <a:solidFill>
                  <a:srgbClr val="A6E5C9"/>
                </a:solidFill>
                <a:latin typeface="Arial"/>
                <a:ea typeface="Arial"/>
                <a:cs typeface="Arial"/>
              </a:defRPr>
            </a:pPr>
            <a:r>
              <a:rPr sz="1425" b="0">
                <a:solidFill>
                  <a:srgbClr val="A6E5C9"/>
                </a:solidFill>
                <a:latin typeface="Arial"/>
                <a:ea typeface="Arial"/>
                <a:cs typeface="Arial"/>
              </a:rPr>
              <a:t>3 min</a:t>
            </a:r>
          </a:p>
        </p:txBody>
      </p:sp>
      <p:sp>
        <p:nvSpPr>
          <p:cNvPr id="9" name="">
            <a:extLst xmlns:a="http://schemas.openxmlformats.org/drawingml/2006/main">
              <a:ext uri="{FF2B5EF4-FFF2-40B4-BE49-F238E27FC236}">
                <a16:creationId xmlns:a16="http://schemas.microsoft.com/office/drawing/2014/main" id="{778C9BB3-3C6F-476D-8246-F834587E0A17}"/>
              </a:ext>
            </a:extLst>
          </p:cNvPr>
          <p:cNvSpPr>
            <a:spLocks xmlns:a="http://schemas.openxmlformats.org/drawingml/2006/main" noGrp="1"/>
          </p:cNvSpPr>
          <p:nvPr/>
        </p:nvSpPr>
        <p:spPr>
          <a:xfrm xmlns:a="http://schemas.openxmlformats.org/drawingml/2006/main">
            <a:off x="0" y="6467475"/>
            <a:ext cx="12192000" cy="390525"/>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3B36FC1-9D53-4A0E-8EF1-199ABA1B519F}"/>
              </a:ext>
            </a:extLst>
          </p:cNvPr>
          <p:cNvSpPr>
            <a:spLocks xmlns:a="http://schemas.openxmlformats.org/drawingml/2006/main" noGrp="1"/>
          </p:cNvSpPr>
          <p:nvPr/>
        </p:nvSpPr>
        <p:spPr>
          <a:xfrm xmlns:a="http://schemas.openxmlformats.org/drawingml/2006/main">
            <a:off x="304800" y="65246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526074"/>
                </a:solidFill>
                <a:latin typeface="Arial"/>
                <a:ea typeface="Arial"/>
                <a:cs typeface="Arial"/>
              </a:defRPr>
            </a:defPPr>
            <a:lvl1pPr algn="l">
              <a:defRPr sz="1050" b="0">
                <a:solidFill>
                  <a:srgbClr val="526074"/>
                </a:solidFill>
                <a:latin typeface="Arial"/>
                <a:ea typeface="Arial"/>
                <a:cs typeface="Arial"/>
              </a:defRPr>
            </a:lvl1pPr>
            <a:lvl2pPr algn="l">
              <a:defRPr sz="1050" b="0">
                <a:solidFill>
                  <a:srgbClr val="526074"/>
                </a:solidFill>
                <a:latin typeface="Arial"/>
                <a:ea typeface="Arial"/>
                <a:cs typeface="Arial"/>
              </a:defRPr>
            </a:lvl2pPr>
            <a:lvl3pPr algn="l">
              <a:defRPr sz="1050" b="0">
                <a:solidFill>
                  <a:srgbClr val="526074"/>
                </a:solidFill>
                <a:latin typeface="Arial"/>
                <a:ea typeface="Arial"/>
                <a:cs typeface="Arial"/>
              </a:defRPr>
            </a:lvl3pPr>
            <a:lvl4pPr algn="l">
              <a:defRPr sz="1050" b="0">
                <a:solidFill>
                  <a:srgbClr val="526074"/>
                </a:solidFill>
                <a:latin typeface="Arial"/>
                <a:ea typeface="Arial"/>
                <a:cs typeface="Arial"/>
              </a:defRPr>
            </a:lvl4pPr>
            <a:lvl5pPr algn="l">
              <a:defRPr sz="1050" b="0">
                <a:solidFill>
                  <a:srgbClr val="526074"/>
                </a:solidFill>
                <a:latin typeface="Arial"/>
                <a:ea typeface="Arial"/>
                <a:cs typeface="Arial"/>
              </a:defRPr>
            </a:lvl5pPr>
            <a:lvl6pPr algn="l">
              <a:defRPr sz="1050" b="0">
                <a:solidFill>
                  <a:srgbClr val="526074"/>
                </a:solidFill>
                <a:latin typeface="Arial"/>
                <a:ea typeface="Arial"/>
                <a:cs typeface="Arial"/>
              </a:defRPr>
            </a:lvl6pPr>
            <a:lvl7pPr algn="l">
              <a:defRPr sz="1050" b="0">
                <a:solidFill>
                  <a:srgbClr val="526074"/>
                </a:solidFill>
                <a:latin typeface="Arial"/>
                <a:ea typeface="Arial"/>
                <a:cs typeface="Arial"/>
              </a:defRPr>
            </a:lvl7pPr>
            <a:lvl8pPr algn="l">
              <a:defRPr sz="1050" b="0">
                <a:solidFill>
                  <a:srgbClr val="526074"/>
                </a:solidFill>
                <a:latin typeface="Arial"/>
                <a:ea typeface="Arial"/>
                <a:cs typeface="Arial"/>
              </a:defRPr>
            </a:lvl8pPr>
            <a:lvl9pPr algn="l">
              <a:defRPr sz="1050" b="0">
                <a:solidFill>
                  <a:srgbClr val="526074"/>
                </a:solidFill>
                <a:latin typeface="Arial"/>
                <a:ea typeface="Arial"/>
                <a:cs typeface="Arial"/>
              </a:defRPr>
            </a:lvl9pPr>
          </a:lstStyle>
          <a:p xmlns:a="http://schemas.openxmlformats.org/drawingml/2006/main">
            <a:pPr algn="l">
              <a:defRPr sz="1050" b="0">
                <a:solidFill>
                  <a:srgbClr val="526074"/>
                </a:solidFill>
                <a:latin typeface="Arial"/>
                <a:ea typeface="Arial"/>
                <a:cs typeface="Arial"/>
              </a:defRPr>
            </a:pPr>
            <a:r>
              <a:rPr sz="1050" b="0">
                <a:solidFill>
                  <a:srgbClr val="526074"/>
                </a:solidFill>
                <a:latin typeface="Arial"/>
                <a:ea typeface="Arial"/>
                <a:cs typeface="Arial"/>
              </a:rPr>
              <a:t>ASSEMBLY-RULE-OF-LAW</a:t>
            </a:r>
          </a:p>
        </p:txBody>
      </p:sp>
      <p:sp>
        <p:nvSpPr>
          <p:cNvPr id="11" name="">
            <a:extLst xmlns:a="http://schemas.openxmlformats.org/drawingml/2006/main">
              <a:ext uri="{FF2B5EF4-FFF2-40B4-BE49-F238E27FC236}">
                <a16:creationId xmlns:a16="http://schemas.microsoft.com/office/drawing/2014/main" id="{D6F4E29E-F2D2-43CC-91D7-2CEDB8415062}"/>
              </a:ext>
            </a:extLst>
          </p:cNvPr>
          <p:cNvSpPr>
            <a:spLocks xmlns:a="http://schemas.openxmlformats.org/drawingml/2006/main" noGrp="1"/>
          </p:cNvSpPr>
          <p:nvPr/>
        </p:nvSpPr>
        <p:spPr>
          <a:xfrm xmlns:a="http://schemas.openxmlformats.org/drawingml/2006/main">
            <a:off x="7620000" y="6524625"/>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074"/>
                </a:solidFill>
                <a:latin typeface="Arial"/>
                <a:ea typeface="Arial"/>
                <a:cs typeface="Arial"/>
              </a:defRPr>
            </a:defPPr>
            <a:lvl1pPr algn="r">
              <a:defRPr sz="1200" b="0">
                <a:solidFill>
                  <a:srgbClr val="526074"/>
                </a:solidFill>
                <a:latin typeface="Arial"/>
                <a:ea typeface="Arial"/>
                <a:cs typeface="Arial"/>
              </a:defRPr>
            </a:lvl1pPr>
            <a:lvl2pPr algn="r">
              <a:defRPr sz="1200" b="0">
                <a:solidFill>
                  <a:srgbClr val="526074"/>
                </a:solidFill>
                <a:latin typeface="Arial"/>
                <a:ea typeface="Arial"/>
                <a:cs typeface="Arial"/>
              </a:defRPr>
            </a:lvl2pPr>
            <a:lvl3pPr algn="r">
              <a:defRPr sz="1200" b="0">
                <a:solidFill>
                  <a:srgbClr val="526074"/>
                </a:solidFill>
                <a:latin typeface="Arial"/>
                <a:ea typeface="Arial"/>
                <a:cs typeface="Arial"/>
              </a:defRPr>
            </a:lvl3pPr>
            <a:lvl4pPr algn="r">
              <a:defRPr sz="1200" b="0">
                <a:solidFill>
                  <a:srgbClr val="526074"/>
                </a:solidFill>
                <a:latin typeface="Arial"/>
                <a:ea typeface="Arial"/>
                <a:cs typeface="Arial"/>
              </a:defRPr>
            </a:lvl4pPr>
            <a:lvl5pPr algn="r">
              <a:defRPr sz="1200" b="0">
                <a:solidFill>
                  <a:srgbClr val="526074"/>
                </a:solidFill>
                <a:latin typeface="Arial"/>
                <a:ea typeface="Arial"/>
                <a:cs typeface="Arial"/>
              </a:defRPr>
            </a:lvl5pPr>
            <a:lvl6pPr algn="r">
              <a:defRPr sz="1200" b="0">
                <a:solidFill>
                  <a:srgbClr val="526074"/>
                </a:solidFill>
                <a:latin typeface="Arial"/>
                <a:ea typeface="Arial"/>
                <a:cs typeface="Arial"/>
              </a:defRPr>
            </a:lvl6pPr>
            <a:lvl7pPr algn="r">
              <a:defRPr sz="1200" b="0">
                <a:solidFill>
                  <a:srgbClr val="526074"/>
                </a:solidFill>
                <a:latin typeface="Arial"/>
                <a:ea typeface="Arial"/>
                <a:cs typeface="Arial"/>
              </a:defRPr>
            </a:lvl7pPr>
            <a:lvl8pPr algn="r">
              <a:defRPr sz="1200" b="0">
                <a:solidFill>
                  <a:srgbClr val="526074"/>
                </a:solidFill>
                <a:latin typeface="Arial"/>
                <a:ea typeface="Arial"/>
                <a:cs typeface="Arial"/>
              </a:defRPr>
            </a:lvl8pPr>
            <a:lvl9pPr algn="r">
              <a:defRPr sz="1200" b="0">
                <a:solidFill>
                  <a:srgbClr val="526074"/>
                </a:solidFill>
                <a:latin typeface="Arial"/>
                <a:ea typeface="Arial"/>
                <a:cs typeface="Arial"/>
              </a:defRPr>
            </a:lvl9pPr>
          </a:lstStyle>
          <a:p xmlns:a="http://schemas.openxmlformats.org/drawingml/2006/main">
            <a:pPr algn="r">
              <a:defRPr sz="1200" b="0">
                <a:solidFill>
                  <a:srgbClr val="526074"/>
                </a:solidFill>
                <a:latin typeface="Arial"/>
                <a:ea typeface="Arial"/>
                <a:cs typeface="Arial"/>
              </a:defRPr>
            </a:pPr>
            <a:r>
              <a:rPr sz="1200" b="0">
                <a:solidFill>
                  <a:srgbClr val="526074"/>
                </a:solidFill>
                <a:latin typeface="Arial"/>
                <a:ea typeface="Arial"/>
                <a:cs typeface="Arial"/>
              </a:rPr>
              <a:t>Think · point · speak · watch</a:t>
            </a:r>
          </a:p>
        </p:txBody>
      </p:sp>
      <p:sp>
        <p:nvSpPr>
          <p:cNvPr id="12" name="Stage heading">
            <a:extLst xmlns:a="http://schemas.openxmlformats.org/drawingml/2006/main">
              <a:ext uri="{FF2B5EF4-FFF2-40B4-BE49-F238E27FC236}">
                <a16:creationId xmlns:a16="http://schemas.microsoft.com/office/drawing/2014/main" id="{FD786795-C2C3-450A-B890-3CDA8AA817AB}"/>
              </a:ext>
            </a:extLst>
          </p:cNvPr>
          <p:cNvSpPr>
            <a:spLocks xmlns:a="http://schemas.openxmlformats.org/drawingml/2006/main" noGrp="1"/>
          </p:cNvSpPr>
          <p:nvPr/>
        </p:nvSpPr>
        <p:spPr>
          <a:xfrm xmlns:a="http://schemas.openxmlformats.org/drawingml/2006/main">
            <a:off x="495300" y="1352550"/>
            <a:ext cx="11201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1">
                <a:solidFill>
                  <a:srgbClr val="17223B"/>
                </a:solidFill>
                <a:latin typeface="Arial"/>
                <a:ea typeface="Arial"/>
                <a:cs typeface="Arial"/>
              </a:defRPr>
            </a:defPPr>
            <a:lvl1pPr algn="l">
              <a:defRPr sz="3525" b="1">
                <a:solidFill>
                  <a:srgbClr val="17223B"/>
                </a:solidFill>
                <a:latin typeface="Arial"/>
                <a:ea typeface="Arial"/>
                <a:cs typeface="Arial"/>
              </a:defRPr>
            </a:lvl1pPr>
            <a:lvl2pPr algn="l">
              <a:defRPr sz="3525" b="1">
                <a:solidFill>
                  <a:srgbClr val="17223B"/>
                </a:solidFill>
                <a:latin typeface="Arial"/>
                <a:ea typeface="Arial"/>
                <a:cs typeface="Arial"/>
              </a:defRPr>
            </a:lvl2pPr>
            <a:lvl3pPr algn="l">
              <a:defRPr sz="3525" b="1">
                <a:solidFill>
                  <a:srgbClr val="17223B"/>
                </a:solidFill>
                <a:latin typeface="Arial"/>
                <a:ea typeface="Arial"/>
                <a:cs typeface="Arial"/>
              </a:defRPr>
            </a:lvl3pPr>
            <a:lvl4pPr algn="l">
              <a:defRPr sz="3525" b="1">
                <a:solidFill>
                  <a:srgbClr val="17223B"/>
                </a:solidFill>
                <a:latin typeface="Arial"/>
                <a:ea typeface="Arial"/>
                <a:cs typeface="Arial"/>
              </a:defRPr>
            </a:lvl4pPr>
            <a:lvl5pPr algn="l">
              <a:defRPr sz="3525" b="1">
                <a:solidFill>
                  <a:srgbClr val="17223B"/>
                </a:solidFill>
                <a:latin typeface="Arial"/>
                <a:ea typeface="Arial"/>
                <a:cs typeface="Arial"/>
              </a:defRPr>
            </a:lvl5pPr>
            <a:lvl6pPr algn="l">
              <a:defRPr sz="3525" b="1">
                <a:solidFill>
                  <a:srgbClr val="17223B"/>
                </a:solidFill>
                <a:latin typeface="Arial"/>
                <a:ea typeface="Arial"/>
                <a:cs typeface="Arial"/>
              </a:defRPr>
            </a:lvl6pPr>
            <a:lvl7pPr algn="l">
              <a:defRPr sz="3525" b="1">
                <a:solidFill>
                  <a:srgbClr val="17223B"/>
                </a:solidFill>
                <a:latin typeface="Arial"/>
                <a:ea typeface="Arial"/>
                <a:cs typeface="Arial"/>
              </a:defRPr>
            </a:lvl7pPr>
            <a:lvl8pPr algn="l">
              <a:defRPr sz="3525" b="1">
                <a:solidFill>
                  <a:srgbClr val="17223B"/>
                </a:solidFill>
                <a:latin typeface="Arial"/>
                <a:ea typeface="Arial"/>
                <a:cs typeface="Arial"/>
              </a:defRPr>
            </a:lvl8pPr>
            <a:lvl9pPr algn="l">
              <a:defRPr sz="3525" b="1">
                <a:solidFill>
                  <a:srgbClr val="17223B"/>
                </a:solidFill>
                <a:latin typeface="Arial"/>
                <a:ea typeface="Arial"/>
                <a:cs typeface="Arial"/>
              </a:defRPr>
            </a:lvl9pPr>
          </a:lstStyle>
          <a:p xmlns:a="http://schemas.openxmlformats.org/drawingml/2006/main">
            <a:pPr algn="l">
              <a:defRPr sz="3525" b="1">
                <a:solidFill>
                  <a:srgbClr val="17223B"/>
                </a:solidFill>
                <a:latin typeface="Arial"/>
                <a:ea typeface="Arial"/>
                <a:cs typeface="Arial"/>
              </a:defRPr>
            </a:pPr>
            <a:r>
              <a:rPr sz="3525" b="1">
                <a:solidFill>
                  <a:srgbClr val="17223B"/>
                </a:solidFill>
                <a:latin typeface="Arial"/>
                <a:ea typeface="Arial"/>
                <a:cs typeface="Arial"/>
              </a:rPr>
              <a:t>Evidence before blame</a:t>
            </a:r>
          </a:p>
        </p:txBody>
      </p:sp>
      <p:sp>
        <p:nvSpPr>
          <p:cNvPr id="13" name="Discussion prompt">
            <a:extLst xmlns:a="http://schemas.openxmlformats.org/drawingml/2006/main">
              <a:ext uri="{FF2B5EF4-FFF2-40B4-BE49-F238E27FC236}">
                <a16:creationId xmlns:a16="http://schemas.microsoft.com/office/drawing/2014/main" id="{1D4EEA58-0A8D-442E-9BBA-B046F05ECF9A}"/>
              </a:ext>
            </a:extLst>
          </p:cNvPr>
          <p:cNvSpPr>
            <a:spLocks xmlns:a="http://schemas.openxmlformats.org/drawingml/2006/main" noGrp="1"/>
          </p:cNvSpPr>
          <p:nvPr/>
        </p:nvSpPr>
        <p:spPr>
          <a:xfrm xmlns:a="http://schemas.openxmlformats.org/drawingml/2006/main">
            <a:off x="514350" y="2095500"/>
            <a:ext cx="11163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75" b="0">
                <a:solidFill>
                  <a:srgbClr val="17223B"/>
                </a:solidFill>
                <a:latin typeface="Arial"/>
                <a:ea typeface="Arial"/>
                <a:cs typeface="Arial"/>
              </a:defRPr>
            </a:defPPr>
            <a:lvl1pPr algn="l">
              <a:defRPr sz="2475" b="0">
                <a:solidFill>
                  <a:srgbClr val="17223B"/>
                </a:solidFill>
                <a:latin typeface="Arial"/>
                <a:ea typeface="Arial"/>
                <a:cs typeface="Arial"/>
              </a:defRPr>
            </a:lvl1pPr>
            <a:lvl2pPr algn="l">
              <a:defRPr sz="2475" b="0">
                <a:solidFill>
                  <a:srgbClr val="17223B"/>
                </a:solidFill>
                <a:latin typeface="Arial"/>
                <a:ea typeface="Arial"/>
                <a:cs typeface="Arial"/>
              </a:defRPr>
            </a:lvl2pPr>
            <a:lvl3pPr algn="l">
              <a:defRPr sz="2475" b="0">
                <a:solidFill>
                  <a:srgbClr val="17223B"/>
                </a:solidFill>
                <a:latin typeface="Arial"/>
                <a:ea typeface="Arial"/>
                <a:cs typeface="Arial"/>
              </a:defRPr>
            </a:lvl3pPr>
            <a:lvl4pPr algn="l">
              <a:defRPr sz="2475" b="0">
                <a:solidFill>
                  <a:srgbClr val="17223B"/>
                </a:solidFill>
                <a:latin typeface="Arial"/>
                <a:ea typeface="Arial"/>
                <a:cs typeface="Arial"/>
              </a:defRPr>
            </a:lvl4pPr>
            <a:lvl5pPr algn="l">
              <a:defRPr sz="2475" b="0">
                <a:solidFill>
                  <a:srgbClr val="17223B"/>
                </a:solidFill>
                <a:latin typeface="Arial"/>
                <a:ea typeface="Arial"/>
                <a:cs typeface="Arial"/>
              </a:defRPr>
            </a:lvl5pPr>
            <a:lvl6pPr algn="l">
              <a:defRPr sz="2475" b="0">
                <a:solidFill>
                  <a:srgbClr val="17223B"/>
                </a:solidFill>
                <a:latin typeface="Arial"/>
                <a:ea typeface="Arial"/>
                <a:cs typeface="Arial"/>
              </a:defRPr>
            </a:lvl6pPr>
            <a:lvl7pPr algn="l">
              <a:defRPr sz="2475" b="0">
                <a:solidFill>
                  <a:srgbClr val="17223B"/>
                </a:solidFill>
                <a:latin typeface="Arial"/>
                <a:ea typeface="Arial"/>
                <a:cs typeface="Arial"/>
              </a:defRPr>
            </a:lvl7pPr>
            <a:lvl8pPr algn="l">
              <a:defRPr sz="2475" b="0">
                <a:solidFill>
                  <a:srgbClr val="17223B"/>
                </a:solidFill>
                <a:latin typeface="Arial"/>
                <a:ea typeface="Arial"/>
                <a:cs typeface="Arial"/>
              </a:defRPr>
            </a:lvl8pPr>
            <a:lvl9pPr algn="l">
              <a:defRPr sz="2475" b="0">
                <a:solidFill>
                  <a:srgbClr val="17223B"/>
                </a:solidFill>
                <a:latin typeface="Arial"/>
                <a:ea typeface="Arial"/>
                <a:cs typeface="Arial"/>
              </a:defRPr>
            </a:lvl9pPr>
          </a:lstStyle>
          <a:p xmlns:a="http://schemas.openxmlformats.org/drawingml/2006/main">
            <a:pPr algn="l">
              <a:defRPr sz="2475" b="0">
                <a:solidFill>
                  <a:srgbClr val="17223B"/>
                </a:solidFill>
                <a:latin typeface="Arial"/>
                <a:ea typeface="Arial"/>
                <a:cs typeface="Arial"/>
              </a:defRPr>
            </a:pPr>
            <a:r>
              <a:rPr sz="2475" b="0">
                <a:solidFill>
                  <a:srgbClr val="17223B"/>
                </a:solidFill>
                <a:latin typeface="Arial"/>
                <a:ea typeface="Arial"/>
                <a:cs typeface="Arial"/>
              </a:rPr>
              <a:t>A display is broken. What do we actually know?</a:t>
            </a:r>
          </a:p>
        </p:txBody>
      </p:sp>
      <p:sp>
        <p:nvSpPr>
          <p:cNvPr id="14" name="">
            <a:extLst xmlns:a="http://schemas.openxmlformats.org/drawingml/2006/main">
              <a:ext uri="{FF2B5EF4-FFF2-40B4-BE49-F238E27FC236}">
                <a16:creationId xmlns:a16="http://schemas.microsoft.com/office/drawing/2014/main" id="{257A66F1-573D-4F93-A4E6-E870C937E992}"/>
              </a:ext>
            </a:extLst>
          </p:cNvPr>
          <p:cNvSpPr>
            <a:spLocks xmlns:a="http://schemas.openxmlformats.org/drawingml/2006/main" noGrp="1"/>
          </p:cNvSpPr>
          <p:nvPr/>
        </p:nvSpPr>
        <p:spPr>
          <a:xfrm xmlns:a="http://schemas.openxmlformats.org/drawingml/2006/main">
            <a:off x="523875" y="31337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01</a:t>
            </a:r>
          </a:p>
        </p:txBody>
      </p:sp>
      <p:sp>
        <p:nvSpPr>
          <p:cNvPr id="15" name="Option 1">
            <a:extLst xmlns:a="http://schemas.openxmlformats.org/drawingml/2006/main">
              <a:ext uri="{FF2B5EF4-FFF2-40B4-BE49-F238E27FC236}">
                <a16:creationId xmlns:a16="http://schemas.microsoft.com/office/drawing/2014/main" id="{61BF1525-9467-4876-8970-797190DFC5EB}"/>
              </a:ext>
            </a:extLst>
          </p:cNvPr>
          <p:cNvSpPr>
            <a:spLocks xmlns:a="http://schemas.openxmlformats.org/drawingml/2006/main" noGrp="1"/>
          </p:cNvSpPr>
          <p:nvPr/>
        </p:nvSpPr>
        <p:spPr>
          <a:xfrm xmlns:a="http://schemas.openxmlformats.org/drawingml/2006/main">
            <a:off x="1219200" y="31337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“The display is broken.”</a:t>
            </a:r>
          </a:p>
        </p:txBody>
      </p:sp>
      <p:sp>
        <p:nvSpPr>
          <p:cNvPr id="16" name="">
            <a:extLst xmlns:a="http://schemas.openxmlformats.org/drawingml/2006/main">
              <a:ext uri="{FF2B5EF4-FFF2-40B4-BE49-F238E27FC236}">
                <a16:creationId xmlns:a16="http://schemas.microsoft.com/office/drawing/2014/main" id="{6B7921A2-7F83-45C8-B71B-94F73CC3FAB6}"/>
              </a:ext>
            </a:extLst>
          </p:cNvPr>
          <p:cNvSpPr>
            <a:spLocks xmlns:a="http://schemas.openxmlformats.org/drawingml/2006/main" noGrp="1"/>
          </p:cNvSpPr>
          <p:nvPr/>
        </p:nvSpPr>
        <p:spPr>
          <a:xfrm xmlns:a="http://schemas.openxmlformats.org/drawingml/2006/main">
            <a:off x="552450" y="4029075"/>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2823E1A-C9E6-4F10-866B-1066FCD1D7ED}"/>
              </a:ext>
            </a:extLst>
          </p:cNvPr>
          <p:cNvSpPr>
            <a:spLocks xmlns:a="http://schemas.openxmlformats.org/drawingml/2006/main" noGrp="1"/>
          </p:cNvSpPr>
          <p:nvPr/>
        </p:nvSpPr>
        <p:spPr>
          <a:xfrm xmlns:a="http://schemas.openxmlformats.org/drawingml/2006/main">
            <a:off x="523875" y="40481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02</a:t>
            </a:r>
          </a:p>
        </p:txBody>
      </p:sp>
      <p:sp>
        <p:nvSpPr>
          <p:cNvPr id="18" name="Option 2">
            <a:extLst xmlns:a="http://schemas.openxmlformats.org/drawingml/2006/main">
              <a:ext uri="{FF2B5EF4-FFF2-40B4-BE49-F238E27FC236}">
                <a16:creationId xmlns:a16="http://schemas.microsoft.com/office/drawing/2014/main" id="{569D22A7-6588-412F-96F1-D32976CC02D9}"/>
              </a:ext>
            </a:extLst>
          </p:cNvPr>
          <p:cNvSpPr>
            <a:spLocks xmlns:a="http://schemas.openxmlformats.org/drawingml/2006/main" noGrp="1"/>
          </p:cNvSpPr>
          <p:nvPr/>
        </p:nvSpPr>
        <p:spPr>
          <a:xfrm xmlns:a="http://schemas.openxmlformats.org/drawingml/2006/main">
            <a:off x="1219200" y="40481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“A pupil was nearby.”</a:t>
            </a:r>
          </a:p>
        </p:txBody>
      </p:sp>
      <p:sp>
        <p:nvSpPr>
          <p:cNvPr id="19" name="">
            <a:extLst xmlns:a="http://schemas.openxmlformats.org/drawingml/2006/main">
              <a:ext uri="{FF2B5EF4-FFF2-40B4-BE49-F238E27FC236}">
                <a16:creationId xmlns:a16="http://schemas.microsoft.com/office/drawing/2014/main" id="{8F141D6C-8645-46B5-9515-14F781BD4F99}"/>
              </a:ext>
            </a:extLst>
          </p:cNvPr>
          <p:cNvSpPr>
            <a:spLocks xmlns:a="http://schemas.openxmlformats.org/drawingml/2006/main" noGrp="1"/>
          </p:cNvSpPr>
          <p:nvPr/>
        </p:nvSpPr>
        <p:spPr>
          <a:xfrm xmlns:a="http://schemas.openxmlformats.org/drawingml/2006/main">
            <a:off x="552450" y="4943475"/>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F3A287E-CFF0-4434-9C2A-F56E4A3C739D}"/>
              </a:ext>
            </a:extLst>
          </p:cNvPr>
          <p:cNvSpPr>
            <a:spLocks xmlns:a="http://schemas.openxmlformats.org/drawingml/2006/main" noGrp="1"/>
          </p:cNvSpPr>
          <p:nvPr/>
        </p:nvSpPr>
        <p:spPr>
          <a:xfrm xmlns:a="http://schemas.openxmlformats.org/drawingml/2006/main">
            <a:off x="523875" y="49625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03</a:t>
            </a:r>
          </a:p>
        </p:txBody>
      </p:sp>
      <p:sp>
        <p:nvSpPr>
          <p:cNvPr id="21" name="Option 3">
            <a:extLst xmlns:a="http://schemas.openxmlformats.org/drawingml/2006/main">
              <a:ext uri="{FF2B5EF4-FFF2-40B4-BE49-F238E27FC236}">
                <a16:creationId xmlns:a16="http://schemas.microsoft.com/office/drawing/2014/main" id="{E87BE2EA-A9FE-4238-B1F9-C13D66551180}"/>
              </a:ext>
            </a:extLst>
          </p:cNvPr>
          <p:cNvSpPr>
            <a:spLocks xmlns:a="http://schemas.openxmlformats.org/drawingml/2006/main" noGrp="1"/>
          </p:cNvSpPr>
          <p:nvPr/>
        </p:nvSpPr>
        <p:spPr>
          <a:xfrm xmlns:a="http://schemas.openxmlformats.org/drawingml/2006/main">
            <a:off x="1219200" y="49625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“Someone says the pupil did it.”</a:t>
            </a:r>
          </a:p>
        </p:txBody>
      </p:sp>
    </p:spTree>
    <p:extLst>
      <p:ext uri="{BB962C8B-B14F-4D97-AF65-F5344CB8AC3E}">
        <p14:creationId xmlns:p14="http://schemas.microsoft.com/office/powerpoint/2010/main" val="1955583584"/>
      </p:ext>
    </p:extLst>
  </p:cSld>
</p:sld>
</file>

<file path=ppt/slides/slide11.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CB58C1F-1200-46D2-84DD-EB0C4B0EB0BD}"/>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CF860424-066A-473C-9C35-96825C8CDA1F}"/>
              </a:ext>
            </a:extLst>
          </p:cNvPr>
          <p:cNvPicPr>
            <a:picLocks xmlns:a="http://schemas.openxmlformats.org/drawingml/2006/main" noChangeAspect="1"/>
          </p:cNvPicPr>
          <p:nvPr/>
        </p:nvPicPr>
        <p:blipFill>
          <a:blip xmlns:r="http://schemas.openxmlformats.org/officeDocument/2006/relationships" xmlns:a="http://schemas.openxmlformats.org/drawingml/2006/main" r:embed="Rd3ac7f0f7b354a94"/>
          <a:stretch xmlns:a="http://schemas.openxmlformats.org/drawingml/2006/main"/>
        </p:blipFill>
        <p:spPr>
          <a:xfrm xmlns:a="http://schemas.openxmlformats.org/drawingml/2006/main">
            <a:off x="266700" y="114300"/>
            <a:ext cx="514350" cy="514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B191464-A146-42B3-A8E3-0D32932A56F2}"/>
              </a:ext>
            </a:extLst>
          </p:cNvPr>
          <p:cNvSpPr>
            <a:spLocks xmlns:a="http://schemas.openxmlformats.org/drawingml/2006/main" noGrp="1"/>
          </p:cNvSpPr>
          <p:nvPr/>
        </p:nvSpPr>
        <p:spPr>
          <a:xfrm xmlns:a="http://schemas.openxmlformats.org/drawingml/2006/main">
            <a:off x="914400" y="1428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7223B"/>
                </a:solidFill>
                <a:latin typeface="Arial"/>
                <a:ea typeface="Arial"/>
                <a:cs typeface="Arial"/>
              </a:defRPr>
            </a:defPPr>
            <a:lvl1pPr algn="l">
              <a:defRPr sz="1500" b="1">
                <a:solidFill>
                  <a:srgbClr val="17223B"/>
                </a:solidFill>
                <a:latin typeface="Arial"/>
                <a:ea typeface="Arial"/>
                <a:cs typeface="Arial"/>
              </a:defRPr>
            </a:lvl1pPr>
            <a:lvl2pPr algn="l">
              <a:defRPr sz="1500" b="1">
                <a:solidFill>
                  <a:srgbClr val="17223B"/>
                </a:solidFill>
                <a:latin typeface="Arial"/>
                <a:ea typeface="Arial"/>
                <a:cs typeface="Arial"/>
              </a:defRPr>
            </a:lvl2pPr>
            <a:lvl3pPr algn="l">
              <a:defRPr sz="1500" b="1">
                <a:solidFill>
                  <a:srgbClr val="17223B"/>
                </a:solidFill>
                <a:latin typeface="Arial"/>
                <a:ea typeface="Arial"/>
                <a:cs typeface="Arial"/>
              </a:defRPr>
            </a:lvl3pPr>
            <a:lvl4pPr algn="l">
              <a:defRPr sz="1500" b="1">
                <a:solidFill>
                  <a:srgbClr val="17223B"/>
                </a:solidFill>
                <a:latin typeface="Arial"/>
                <a:ea typeface="Arial"/>
                <a:cs typeface="Arial"/>
              </a:defRPr>
            </a:lvl4pPr>
            <a:lvl5pPr algn="l">
              <a:defRPr sz="1500" b="1">
                <a:solidFill>
                  <a:srgbClr val="17223B"/>
                </a:solidFill>
                <a:latin typeface="Arial"/>
                <a:ea typeface="Arial"/>
                <a:cs typeface="Arial"/>
              </a:defRPr>
            </a:lvl5pPr>
            <a:lvl6pPr algn="l">
              <a:defRPr sz="1500" b="1">
                <a:solidFill>
                  <a:srgbClr val="17223B"/>
                </a:solidFill>
                <a:latin typeface="Arial"/>
                <a:ea typeface="Arial"/>
                <a:cs typeface="Arial"/>
              </a:defRPr>
            </a:lvl6pPr>
            <a:lvl7pPr algn="l">
              <a:defRPr sz="1500" b="1">
                <a:solidFill>
                  <a:srgbClr val="17223B"/>
                </a:solidFill>
                <a:latin typeface="Arial"/>
                <a:ea typeface="Arial"/>
                <a:cs typeface="Arial"/>
              </a:defRPr>
            </a:lvl7pPr>
            <a:lvl8pPr algn="l">
              <a:defRPr sz="1500" b="1">
                <a:solidFill>
                  <a:srgbClr val="17223B"/>
                </a:solidFill>
                <a:latin typeface="Arial"/>
                <a:ea typeface="Arial"/>
                <a:cs typeface="Arial"/>
              </a:defRPr>
            </a:lvl8pPr>
            <a:lvl9pPr algn="l">
              <a:defRPr sz="1500" b="1">
                <a:solidFill>
                  <a:srgbClr val="17223B"/>
                </a:solidFill>
                <a:latin typeface="Arial"/>
                <a:ea typeface="Arial"/>
                <a:cs typeface="Arial"/>
              </a:defRPr>
            </a:lvl9pPr>
          </a:lstStyle>
          <a:p xmlns:a="http://schemas.openxmlformats.org/drawingml/2006/main">
            <a:pPr algn="l">
              <a:defRPr sz="1500" b="1">
                <a:solidFill>
                  <a:srgbClr val="17223B"/>
                </a:solidFill>
                <a:latin typeface="Arial"/>
                <a:ea typeface="Arial"/>
                <a:cs typeface="Arial"/>
              </a:defRPr>
            </a:pPr>
            <a:r>
              <a:rPr sz="1500" b="1">
                <a:solidFill>
                  <a:srgbClr val="17223B"/>
                </a:solidFill>
                <a:latin typeface="Arial"/>
                <a:ea typeface="Arial"/>
                <a:cs typeface="Arial"/>
              </a:rPr>
              <a:t>MADE BY MATT</a:t>
            </a:r>
          </a:p>
        </p:txBody>
      </p:sp>
      <p:sp>
        <p:nvSpPr>
          <p:cNvPr id="4" name="">
            <a:extLst xmlns:a="http://schemas.openxmlformats.org/drawingml/2006/main">
              <a:ext uri="{FF2B5EF4-FFF2-40B4-BE49-F238E27FC236}">
                <a16:creationId xmlns:a16="http://schemas.microsoft.com/office/drawing/2014/main" id="{3579D347-5C3A-41A8-ABA8-45EE30D509D3}"/>
              </a:ext>
            </a:extLst>
          </p:cNvPr>
          <p:cNvSpPr>
            <a:spLocks xmlns:a="http://schemas.openxmlformats.org/drawingml/2006/main" noGrp="1"/>
          </p:cNvSpPr>
          <p:nvPr/>
        </p:nvSpPr>
        <p:spPr>
          <a:xfrm xmlns:a="http://schemas.openxmlformats.org/drawingml/2006/main">
            <a:off x="914400" y="39052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26074"/>
                </a:solidFill>
                <a:latin typeface="Arial"/>
                <a:ea typeface="Arial"/>
                <a:cs typeface="Arial"/>
              </a:defRPr>
            </a:defPPr>
            <a:lvl1pPr algn="l">
              <a:defRPr sz="1200" b="0">
                <a:solidFill>
                  <a:srgbClr val="526074"/>
                </a:solidFill>
                <a:latin typeface="Arial"/>
                <a:ea typeface="Arial"/>
                <a:cs typeface="Arial"/>
              </a:defRPr>
            </a:lvl1pPr>
            <a:lvl2pPr algn="l">
              <a:defRPr sz="1200" b="0">
                <a:solidFill>
                  <a:srgbClr val="526074"/>
                </a:solidFill>
                <a:latin typeface="Arial"/>
                <a:ea typeface="Arial"/>
                <a:cs typeface="Arial"/>
              </a:defRPr>
            </a:lvl2pPr>
            <a:lvl3pPr algn="l">
              <a:defRPr sz="1200" b="0">
                <a:solidFill>
                  <a:srgbClr val="526074"/>
                </a:solidFill>
                <a:latin typeface="Arial"/>
                <a:ea typeface="Arial"/>
                <a:cs typeface="Arial"/>
              </a:defRPr>
            </a:lvl3pPr>
            <a:lvl4pPr algn="l">
              <a:defRPr sz="1200" b="0">
                <a:solidFill>
                  <a:srgbClr val="526074"/>
                </a:solidFill>
                <a:latin typeface="Arial"/>
                <a:ea typeface="Arial"/>
                <a:cs typeface="Arial"/>
              </a:defRPr>
            </a:lvl4pPr>
            <a:lvl5pPr algn="l">
              <a:defRPr sz="1200" b="0">
                <a:solidFill>
                  <a:srgbClr val="526074"/>
                </a:solidFill>
                <a:latin typeface="Arial"/>
                <a:ea typeface="Arial"/>
                <a:cs typeface="Arial"/>
              </a:defRPr>
            </a:lvl5pPr>
            <a:lvl6pPr algn="l">
              <a:defRPr sz="1200" b="0">
                <a:solidFill>
                  <a:srgbClr val="526074"/>
                </a:solidFill>
                <a:latin typeface="Arial"/>
                <a:ea typeface="Arial"/>
                <a:cs typeface="Arial"/>
              </a:defRPr>
            </a:lvl6pPr>
            <a:lvl7pPr algn="l">
              <a:defRPr sz="1200" b="0">
                <a:solidFill>
                  <a:srgbClr val="526074"/>
                </a:solidFill>
                <a:latin typeface="Arial"/>
                <a:ea typeface="Arial"/>
                <a:cs typeface="Arial"/>
              </a:defRPr>
            </a:lvl7pPr>
            <a:lvl8pPr algn="l">
              <a:defRPr sz="1200" b="0">
                <a:solidFill>
                  <a:srgbClr val="526074"/>
                </a:solidFill>
                <a:latin typeface="Arial"/>
                <a:ea typeface="Arial"/>
                <a:cs typeface="Arial"/>
              </a:defRPr>
            </a:lvl8pPr>
            <a:lvl9pPr algn="l">
              <a:defRPr sz="1200" b="0">
                <a:solidFill>
                  <a:srgbClr val="526074"/>
                </a:solidFill>
                <a:latin typeface="Arial"/>
                <a:ea typeface="Arial"/>
                <a:cs typeface="Arial"/>
              </a:defRPr>
            </a:lvl9pPr>
          </a:lstStyle>
          <a:p xmlns:a="http://schemas.openxmlformats.org/drawingml/2006/main">
            <a:pPr algn="l">
              <a:defRPr sz="1200" b="0">
                <a:solidFill>
                  <a:srgbClr val="526074"/>
                </a:solidFill>
                <a:latin typeface="Arial"/>
                <a:ea typeface="Arial"/>
                <a:cs typeface="Arial"/>
              </a:defRPr>
            </a:pPr>
            <a:r>
              <a:rPr sz="1200" b="0">
                <a:solidFill>
                  <a:srgbClr val="526074"/>
                </a:solidFill>
                <a:latin typeface="Arial"/>
                <a:ea typeface="Arial"/>
                <a:cs typeface="Arial"/>
              </a:rPr>
              <a:t>Learn • Build • Explore</a:t>
            </a:r>
          </a:p>
        </p:txBody>
      </p:sp>
      <p:sp>
        <p:nvSpPr>
          <p:cNvPr id="5" name="">
            <a:extLst xmlns:a="http://schemas.openxmlformats.org/drawingml/2006/main">
              <a:ext uri="{FF2B5EF4-FFF2-40B4-BE49-F238E27FC236}">
                <a16:creationId xmlns:a16="http://schemas.microsoft.com/office/drawing/2014/main" id="{CA63E5E8-8753-41F5-87CB-AF3B288EF834}"/>
              </a:ext>
            </a:extLst>
          </p:cNvPr>
          <p:cNvSpPr>
            <a:spLocks xmlns:a="http://schemas.openxmlformats.org/drawingml/2006/main" noGrp="1"/>
          </p:cNvSpPr>
          <p:nvPr/>
        </p:nvSpPr>
        <p:spPr>
          <a:xfrm xmlns:a="http://schemas.openxmlformats.org/drawingml/2006/main">
            <a:off x="7905750" y="2286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500" b="1">
                <a:solidFill>
                  <a:srgbClr val="236650"/>
                </a:solidFill>
                <a:latin typeface="Arial"/>
                <a:ea typeface="Arial"/>
                <a:cs typeface="Arial"/>
              </a:defRPr>
            </a:defPPr>
            <a:lvl1pPr algn="r">
              <a:defRPr sz="1500" b="1">
                <a:solidFill>
                  <a:srgbClr val="236650"/>
                </a:solidFill>
                <a:latin typeface="Arial"/>
                <a:ea typeface="Arial"/>
                <a:cs typeface="Arial"/>
              </a:defRPr>
            </a:lvl1pPr>
            <a:lvl2pPr algn="r">
              <a:defRPr sz="1500" b="1">
                <a:solidFill>
                  <a:srgbClr val="236650"/>
                </a:solidFill>
                <a:latin typeface="Arial"/>
                <a:ea typeface="Arial"/>
                <a:cs typeface="Arial"/>
              </a:defRPr>
            </a:lvl2pPr>
            <a:lvl3pPr algn="r">
              <a:defRPr sz="1500" b="1">
                <a:solidFill>
                  <a:srgbClr val="236650"/>
                </a:solidFill>
                <a:latin typeface="Arial"/>
                <a:ea typeface="Arial"/>
                <a:cs typeface="Arial"/>
              </a:defRPr>
            </a:lvl3pPr>
            <a:lvl4pPr algn="r">
              <a:defRPr sz="1500" b="1">
                <a:solidFill>
                  <a:srgbClr val="236650"/>
                </a:solidFill>
                <a:latin typeface="Arial"/>
                <a:ea typeface="Arial"/>
                <a:cs typeface="Arial"/>
              </a:defRPr>
            </a:lvl4pPr>
            <a:lvl5pPr algn="r">
              <a:defRPr sz="1500" b="1">
                <a:solidFill>
                  <a:srgbClr val="236650"/>
                </a:solidFill>
                <a:latin typeface="Arial"/>
                <a:ea typeface="Arial"/>
                <a:cs typeface="Arial"/>
              </a:defRPr>
            </a:lvl5pPr>
            <a:lvl6pPr algn="r">
              <a:defRPr sz="1500" b="1">
                <a:solidFill>
                  <a:srgbClr val="236650"/>
                </a:solidFill>
                <a:latin typeface="Arial"/>
                <a:ea typeface="Arial"/>
                <a:cs typeface="Arial"/>
              </a:defRPr>
            </a:lvl6pPr>
            <a:lvl7pPr algn="r">
              <a:defRPr sz="1500" b="1">
                <a:solidFill>
                  <a:srgbClr val="236650"/>
                </a:solidFill>
                <a:latin typeface="Arial"/>
                <a:ea typeface="Arial"/>
                <a:cs typeface="Arial"/>
              </a:defRPr>
            </a:lvl7pPr>
            <a:lvl8pPr algn="r">
              <a:defRPr sz="1500" b="1">
                <a:solidFill>
                  <a:srgbClr val="236650"/>
                </a:solidFill>
                <a:latin typeface="Arial"/>
                <a:ea typeface="Arial"/>
                <a:cs typeface="Arial"/>
              </a:defRPr>
            </a:lvl8pPr>
            <a:lvl9pPr algn="r">
              <a:defRPr sz="1500" b="1">
                <a:solidFill>
                  <a:srgbClr val="236650"/>
                </a:solidFill>
                <a:latin typeface="Arial"/>
                <a:ea typeface="Arial"/>
                <a:cs typeface="Arial"/>
              </a:defRPr>
            </a:lvl9pPr>
          </a:lstStyle>
          <a:p xmlns:a="http://schemas.openxmlformats.org/drawingml/2006/main">
            <a:pPr algn="r">
              <a:defRPr sz="1500" b="1">
                <a:solidFill>
                  <a:srgbClr val="236650"/>
                </a:solidFill>
                <a:latin typeface="Arial"/>
                <a:ea typeface="Arial"/>
                <a:cs typeface="Arial"/>
              </a:defRPr>
            </a:pPr>
            <a:r>
              <a:rPr sz="1500" b="1">
                <a:solidFill>
                  <a:srgbClr val="236650"/>
                </a:solidFill>
                <a:latin typeface="Arial"/>
                <a:ea typeface="Arial"/>
                <a:cs typeface="Arial"/>
              </a:rPr>
              <a:t>BRITISH VALUES</a:t>
            </a:r>
          </a:p>
        </p:txBody>
      </p:sp>
      <p:sp>
        <p:nvSpPr>
          <p:cNvPr id="6" name="">
            <a:extLst xmlns:a="http://schemas.openxmlformats.org/drawingml/2006/main">
              <a:ext uri="{FF2B5EF4-FFF2-40B4-BE49-F238E27FC236}">
                <a16:creationId xmlns:a16="http://schemas.microsoft.com/office/drawing/2014/main" id="{7C35900F-84B8-4590-A4F1-27074F5F7668}"/>
              </a:ext>
            </a:extLst>
          </p:cNvPr>
          <p:cNvSpPr>
            <a:spLocks xmlns:a="http://schemas.openxmlformats.org/drawingml/2006/main" noGrp="1"/>
          </p:cNvSpPr>
          <p:nvPr/>
        </p:nvSpPr>
        <p:spPr>
          <a:xfrm xmlns:a="http://schemas.openxmlformats.org/drawingml/2006/main">
            <a:off x="0" y="742950"/>
            <a:ext cx="12192000" cy="40005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ECE43F6-BB5B-4033-95A1-3EB2B0223D02}"/>
              </a:ext>
            </a:extLst>
          </p:cNvPr>
          <p:cNvSpPr>
            <a:spLocks xmlns:a="http://schemas.openxmlformats.org/drawingml/2006/main" noGrp="1"/>
          </p:cNvSpPr>
          <p:nvPr/>
        </p:nvSpPr>
        <p:spPr>
          <a:xfrm xmlns:a="http://schemas.openxmlformats.org/drawingml/2006/main">
            <a:off x="304800" y="781050"/>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FFFEF9"/>
                </a:solidFill>
                <a:latin typeface="Arial"/>
                <a:ea typeface="Arial"/>
                <a:cs typeface="Arial"/>
              </a:defRPr>
            </a:defPPr>
            <a:lvl1pPr algn="l">
              <a:defRPr sz="1425" b="0">
                <a:solidFill>
                  <a:srgbClr val="FFFEF9"/>
                </a:solidFill>
                <a:latin typeface="Arial"/>
                <a:ea typeface="Arial"/>
                <a:cs typeface="Arial"/>
              </a:defRPr>
            </a:lvl1pPr>
            <a:lvl2pPr algn="l">
              <a:defRPr sz="1425" b="0">
                <a:solidFill>
                  <a:srgbClr val="FFFEF9"/>
                </a:solidFill>
                <a:latin typeface="Arial"/>
                <a:ea typeface="Arial"/>
                <a:cs typeface="Arial"/>
              </a:defRPr>
            </a:lvl2pPr>
            <a:lvl3pPr algn="l">
              <a:defRPr sz="1425" b="0">
                <a:solidFill>
                  <a:srgbClr val="FFFEF9"/>
                </a:solidFill>
                <a:latin typeface="Arial"/>
                <a:ea typeface="Arial"/>
                <a:cs typeface="Arial"/>
              </a:defRPr>
            </a:lvl3pPr>
            <a:lvl4pPr algn="l">
              <a:defRPr sz="1425" b="0">
                <a:solidFill>
                  <a:srgbClr val="FFFEF9"/>
                </a:solidFill>
                <a:latin typeface="Arial"/>
                <a:ea typeface="Arial"/>
                <a:cs typeface="Arial"/>
              </a:defRPr>
            </a:lvl4pPr>
            <a:lvl5pPr algn="l">
              <a:defRPr sz="1425" b="0">
                <a:solidFill>
                  <a:srgbClr val="FFFEF9"/>
                </a:solidFill>
                <a:latin typeface="Arial"/>
                <a:ea typeface="Arial"/>
                <a:cs typeface="Arial"/>
              </a:defRPr>
            </a:lvl5pPr>
            <a:lvl6pPr algn="l">
              <a:defRPr sz="1425" b="0">
                <a:solidFill>
                  <a:srgbClr val="FFFEF9"/>
                </a:solidFill>
                <a:latin typeface="Arial"/>
                <a:ea typeface="Arial"/>
                <a:cs typeface="Arial"/>
              </a:defRPr>
            </a:lvl6pPr>
            <a:lvl7pPr algn="l">
              <a:defRPr sz="1425" b="0">
                <a:solidFill>
                  <a:srgbClr val="FFFEF9"/>
                </a:solidFill>
                <a:latin typeface="Arial"/>
                <a:ea typeface="Arial"/>
                <a:cs typeface="Arial"/>
              </a:defRPr>
            </a:lvl7pPr>
            <a:lvl8pPr algn="l">
              <a:defRPr sz="1425" b="0">
                <a:solidFill>
                  <a:srgbClr val="FFFEF9"/>
                </a:solidFill>
                <a:latin typeface="Arial"/>
                <a:ea typeface="Arial"/>
                <a:cs typeface="Arial"/>
              </a:defRPr>
            </a:lvl8pPr>
            <a:lvl9pPr algn="l">
              <a:defRPr sz="1425" b="0">
                <a:solidFill>
                  <a:srgbClr val="FFFEF9"/>
                </a:solidFill>
                <a:latin typeface="Arial"/>
                <a:ea typeface="Arial"/>
                <a:cs typeface="Arial"/>
              </a:defRPr>
            </a:lvl9pPr>
          </a:lstStyle>
          <a:p xmlns:a="http://schemas.openxmlformats.org/drawingml/2006/main">
            <a:pPr algn="l">
              <a:defRPr sz="1425" b="0">
                <a:solidFill>
                  <a:srgbClr val="FFFEF9"/>
                </a:solidFill>
                <a:latin typeface="Arial"/>
                <a:ea typeface="Arial"/>
                <a:cs typeface="Arial"/>
              </a:defRPr>
            </a:pPr>
            <a:r>
              <a:rPr sz="1425" b="0">
                <a:solidFill>
                  <a:srgbClr val="FFFEF9"/>
                </a:solidFill>
                <a:latin typeface="Arial"/>
                <a:ea typeface="Arial"/>
                <a:cs typeface="Arial"/>
              </a:rPr>
              <a:t>06 / 10    Evidence before blame</a:t>
            </a:r>
          </a:p>
        </p:txBody>
      </p:sp>
      <p:sp>
        <p:nvSpPr>
          <p:cNvPr id="8" name="">
            <a:extLst xmlns:a="http://schemas.openxmlformats.org/drawingml/2006/main">
              <a:ext uri="{FF2B5EF4-FFF2-40B4-BE49-F238E27FC236}">
                <a16:creationId xmlns:a16="http://schemas.microsoft.com/office/drawing/2014/main" id="{5904C934-70FF-48AF-840A-789443AE837D}"/>
              </a:ext>
            </a:extLst>
          </p:cNvPr>
          <p:cNvSpPr>
            <a:spLocks xmlns:a="http://schemas.openxmlformats.org/drawingml/2006/main" noGrp="1"/>
          </p:cNvSpPr>
          <p:nvPr/>
        </p:nvSpPr>
        <p:spPr>
          <a:xfrm xmlns:a="http://schemas.openxmlformats.org/drawingml/2006/main">
            <a:off x="10763250" y="781050"/>
            <a:ext cx="1104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425" b="0">
                <a:solidFill>
                  <a:srgbClr val="A6E5C9"/>
                </a:solidFill>
                <a:latin typeface="Arial"/>
                <a:ea typeface="Arial"/>
                <a:cs typeface="Arial"/>
              </a:defRPr>
            </a:defPPr>
            <a:lvl1pPr algn="r">
              <a:defRPr sz="1425" b="0">
                <a:solidFill>
                  <a:srgbClr val="A6E5C9"/>
                </a:solidFill>
                <a:latin typeface="Arial"/>
                <a:ea typeface="Arial"/>
                <a:cs typeface="Arial"/>
              </a:defRPr>
            </a:lvl1pPr>
            <a:lvl2pPr algn="r">
              <a:defRPr sz="1425" b="0">
                <a:solidFill>
                  <a:srgbClr val="A6E5C9"/>
                </a:solidFill>
                <a:latin typeface="Arial"/>
                <a:ea typeface="Arial"/>
                <a:cs typeface="Arial"/>
              </a:defRPr>
            </a:lvl2pPr>
            <a:lvl3pPr algn="r">
              <a:defRPr sz="1425" b="0">
                <a:solidFill>
                  <a:srgbClr val="A6E5C9"/>
                </a:solidFill>
                <a:latin typeface="Arial"/>
                <a:ea typeface="Arial"/>
                <a:cs typeface="Arial"/>
              </a:defRPr>
            </a:lvl3pPr>
            <a:lvl4pPr algn="r">
              <a:defRPr sz="1425" b="0">
                <a:solidFill>
                  <a:srgbClr val="A6E5C9"/>
                </a:solidFill>
                <a:latin typeface="Arial"/>
                <a:ea typeface="Arial"/>
                <a:cs typeface="Arial"/>
              </a:defRPr>
            </a:lvl4pPr>
            <a:lvl5pPr algn="r">
              <a:defRPr sz="1425" b="0">
                <a:solidFill>
                  <a:srgbClr val="A6E5C9"/>
                </a:solidFill>
                <a:latin typeface="Arial"/>
                <a:ea typeface="Arial"/>
                <a:cs typeface="Arial"/>
              </a:defRPr>
            </a:lvl5pPr>
            <a:lvl6pPr algn="r">
              <a:defRPr sz="1425" b="0">
                <a:solidFill>
                  <a:srgbClr val="A6E5C9"/>
                </a:solidFill>
                <a:latin typeface="Arial"/>
                <a:ea typeface="Arial"/>
                <a:cs typeface="Arial"/>
              </a:defRPr>
            </a:lvl6pPr>
            <a:lvl7pPr algn="r">
              <a:defRPr sz="1425" b="0">
                <a:solidFill>
                  <a:srgbClr val="A6E5C9"/>
                </a:solidFill>
                <a:latin typeface="Arial"/>
                <a:ea typeface="Arial"/>
                <a:cs typeface="Arial"/>
              </a:defRPr>
            </a:lvl7pPr>
            <a:lvl8pPr algn="r">
              <a:defRPr sz="1425" b="0">
                <a:solidFill>
                  <a:srgbClr val="A6E5C9"/>
                </a:solidFill>
                <a:latin typeface="Arial"/>
                <a:ea typeface="Arial"/>
                <a:cs typeface="Arial"/>
              </a:defRPr>
            </a:lvl8pPr>
            <a:lvl9pPr algn="r">
              <a:defRPr sz="1425" b="0">
                <a:solidFill>
                  <a:srgbClr val="A6E5C9"/>
                </a:solidFill>
                <a:latin typeface="Arial"/>
                <a:ea typeface="Arial"/>
                <a:cs typeface="Arial"/>
              </a:defRPr>
            </a:lvl9pPr>
          </a:lstStyle>
          <a:p xmlns:a="http://schemas.openxmlformats.org/drawingml/2006/main">
            <a:pPr algn="r">
              <a:defRPr sz="1425" b="0">
                <a:solidFill>
                  <a:srgbClr val="A6E5C9"/>
                </a:solidFill>
                <a:latin typeface="Arial"/>
                <a:ea typeface="Arial"/>
                <a:cs typeface="Arial"/>
              </a:defRPr>
            </a:pPr>
            <a:r>
              <a:rPr sz="1425" b="0">
                <a:solidFill>
                  <a:srgbClr val="A6E5C9"/>
                </a:solidFill>
                <a:latin typeface="Arial"/>
                <a:ea typeface="Arial"/>
                <a:cs typeface="Arial"/>
              </a:rPr>
              <a:t>3 min</a:t>
            </a:r>
          </a:p>
        </p:txBody>
      </p:sp>
      <p:sp>
        <p:nvSpPr>
          <p:cNvPr id="9" name="">
            <a:extLst xmlns:a="http://schemas.openxmlformats.org/drawingml/2006/main">
              <a:ext uri="{FF2B5EF4-FFF2-40B4-BE49-F238E27FC236}">
                <a16:creationId xmlns:a16="http://schemas.microsoft.com/office/drawing/2014/main" id="{3B57A4F0-88C5-4AF9-B203-D0961FC2406C}"/>
              </a:ext>
            </a:extLst>
          </p:cNvPr>
          <p:cNvSpPr>
            <a:spLocks xmlns:a="http://schemas.openxmlformats.org/drawingml/2006/main" noGrp="1"/>
          </p:cNvSpPr>
          <p:nvPr/>
        </p:nvSpPr>
        <p:spPr>
          <a:xfrm xmlns:a="http://schemas.openxmlformats.org/drawingml/2006/main">
            <a:off x="0" y="6467475"/>
            <a:ext cx="12192000" cy="390525"/>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AE9113B-A6D3-4CB9-AF82-75C2B684DB65}"/>
              </a:ext>
            </a:extLst>
          </p:cNvPr>
          <p:cNvSpPr>
            <a:spLocks xmlns:a="http://schemas.openxmlformats.org/drawingml/2006/main" noGrp="1"/>
          </p:cNvSpPr>
          <p:nvPr/>
        </p:nvSpPr>
        <p:spPr>
          <a:xfrm xmlns:a="http://schemas.openxmlformats.org/drawingml/2006/main">
            <a:off x="304800" y="65246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526074"/>
                </a:solidFill>
                <a:latin typeface="Arial"/>
                <a:ea typeface="Arial"/>
                <a:cs typeface="Arial"/>
              </a:defRPr>
            </a:defPPr>
            <a:lvl1pPr algn="l">
              <a:defRPr sz="1050" b="0">
                <a:solidFill>
                  <a:srgbClr val="526074"/>
                </a:solidFill>
                <a:latin typeface="Arial"/>
                <a:ea typeface="Arial"/>
                <a:cs typeface="Arial"/>
              </a:defRPr>
            </a:lvl1pPr>
            <a:lvl2pPr algn="l">
              <a:defRPr sz="1050" b="0">
                <a:solidFill>
                  <a:srgbClr val="526074"/>
                </a:solidFill>
                <a:latin typeface="Arial"/>
                <a:ea typeface="Arial"/>
                <a:cs typeface="Arial"/>
              </a:defRPr>
            </a:lvl2pPr>
            <a:lvl3pPr algn="l">
              <a:defRPr sz="1050" b="0">
                <a:solidFill>
                  <a:srgbClr val="526074"/>
                </a:solidFill>
                <a:latin typeface="Arial"/>
                <a:ea typeface="Arial"/>
                <a:cs typeface="Arial"/>
              </a:defRPr>
            </a:lvl3pPr>
            <a:lvl4pPr algn="l">
              <a:defRPr sz="1050" b="0">
                <a:solidFill>
                  <a:srgbClr val="526074"/>
                </a:solidFill>
                <a:latin typeface="Arial"/>
                <a:ea typeface="Arial"/>
                <a:cs typeface="Arial"/>
              </a:defRPr>
            </a:lvl4pPr>
            <a:lvl5pPr algn="l">
              <a:defRPr sz="1050" b="0">
                <a:solidFill>
                  <a:srgbClr val="526074"/>
                </a:solidFill>
                <a:latin typeface="Arial"/>
                <a:ea typeface="Arial"/>
                <a:cs typeface="Arial"/>
              </a:defRPr>
            </a:lvl5pPr>
            <a:lvl6pPr algn="l">
              <a:defRPr sz="1050" b="0">
                <a:solidFill>
                  <a:srgbClr val="526074"/>
                </a:solidFill>
                <a:latin typeface="Arial"/>
                <a:ea typeface="Arial"/>
                <a:cs typeface="Arial"/>
              </a:defRPr>
            </a:lvl6pPr>
            <a:lvl7pPr algn="l">
              <a:defRPr sz="1050" b="0">
                <a:solidFill>
                  <a:srgbClr val="526074"/>
                </a:solidFill>
                <a:latin typeface="Arial"/>
                <a:ea typeface="Arial"/>
                <a:cs typeface="Arial"/>
              </a:defRPr>
            </a:lvl7pPr>
            <a:lvl8pPr algn="l">
              <a:defRPr sz="1050" b="0">
                <a:solidFill>
                  <a:srgbClr val="526074"/>
                </a:solidFill>
                <a:latin typeface="Arial"/>
                <a:ea typeface="Arial"/>
                <a:cs typeface="Arial"/>
              </a:defRPr>
            </a:lvl8pPr>
            <a:lvl9pPr algn="l">
              <a:defRPr sz="1050" b="0">
                <a:solidFill>
                  <a:srgbClr val="526074"/>
                </a:solidFill>
                <a:latin typeface="Arial"/>
                <a:ea typeface="Arial"/>
                <a:cs typeface="Arial"/>
              </a:defRPr>
            </a:lvl9pPr>
          </a:lstStyle>
          <a:p xmlns:a="http://schemas.openxmlformats.org/drawingml/2006/main">
            <a:pPr algn="l">
              <a:defRPr sz="1050" b="0">
                <a:solidFill>
                  <a:srgbClr val="526074"/>
                </a:solidFill>
                <a:latin typeface="Arial"/>
                <a:ea typeface="Arial"/>
                <a:cs typeface="Arial"/>
              </a:defRPr>
            </a:pPr>
            <a:r>
              <a:rPr sz="1050" b="0">
                <a:solidFill>
                  <a:srgbClr val="526074"/>
                </a:solidFill>
                <a:latin typeface="Arial"/>
                <a:ea typeface="Arial"/>
                <a:cs typeface="Arial"/>
              </a:rPr>
              <a:t>ASSEMBLY-RULE-OF-LAW</a:t>
            </a:r>
          </a:p>
        </p:txBody>
      </p:sp>
      <p:sp>
        <p:nvSpPr>
          <p:cNvPr id="11" name="">
            <a:extLst xmlns:a="http://schemas.openxmlformats.org/drawingml/2006/main">
              <a:ext uri="{FF2B5EF4-FFF2-40B4-BE49-F238E27FC236}">
                <a16:creationId xmlns:a16="http://schemas.microsoft.com/office/drawing/2014/main" id="{1685B6E5-DE97-4D31-8DB4-29D4033FD4A5}"/>
              </a:ext>
            </a:extLst>
          </p:cNvPr>
          <p:cNvSpPr>
            <a:spLocks xmlns:a="http://schemas.openxmlformats.org/drawingml/2006/main" noGrp="1"/>
          </p:cNvSpPr>
          <p:nvPr/>
        </p:nvSpPr>
        <p:spPr>
          <a:xfrm xmlns:a="http://schemas.openxmlformats.org/drawingml/2006/main">
            <a:off x="7620000" y="6524625"/>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074"/>
                </a:solidFill>
                <a:latin typeface="Arial"/>
                <a:ea typeface="Arial"/>
                <a:cs typeface="Arial"/>
              </a:defRPr>
            </a:defPPr>
            <a:lvl1pPr algn="r">
              <a:defRPr sz="1200" b="0">
                <a:solidFill>
                  <a:srgbClr val="526074"/>
                </a:solidFill>
                <a:latin typeface="Arial"/>
                <a:ea typeface="Arial"/>
                <a:cs typeface="Arial"/>
              </a:defRPr>
            </a:lvl1pPr>
            <a:lvl2pPr algn="r">
              <a:defRPr sz="1200" b="0">
                <a:solidFill>
                  <a:srgbClr val="526074"/>
                </a:solidFill>
                <a:latin typeface="Arial"/>
                <a:ea typeface="Arial"/>
                <a:cs typeface="Arial"/>
              </a:defRPr>
            </a:lvl2pPr>
            <a:lvl3pPr algn="r">
              <a:defRPr sz="1200" b="0">
                <a:solidFill>
                  <a:srgbClr val="526074"/>
                </a:solidFill>
                <a:latin typeface="Arial"/>
                <a:ea typeface="Arial"/>
                <a:cs typeface="Arial"/>
              </a:defRPr>
            </a:lvl3pPr>
            <a:lvl4pPr algn="r">
              <a:defRPr sz="1200" b="0">
                <a:solidFill>
                  <a:srgbClr val="526074"/>
                </a:solidFill>
                <a:latin typeface="Arial"/>
                <a:ea typeface="Arial"/>
                <a:cs typeface="Arial"/>
              </a:defRPr>
            </a:lvl4pPr>
            <a:lvl5pPr algn="r">
              <a:defRPr sz="1200" b="0">
                <a:solidFill>
                  <a:srgbClr val="526074"/>
                </a:solidFill>
                <a:latin typeface="Arial"/>
                <a:ea typeface="Arial"/>
                <a:cs typeface="Arial"/>
              </a:defRPr>
            </a:lvl5pPr>
            <a:lvl6pPr algn="r">
              <a:defRPr sz="1200" b="0">
                <a:solidFill>
                  <a:srgbClr val="526074"/>
                </a:solidFill>
                <a:latin typeface="Arial"/>
                <a:ea typeface="Arial"/>
                <a:cs typeface="Arial"/>
              </a:defRPr>
            </a:lvl6pPr>
            <a:lvl7pPr algn="r">
              <a:defRPr sz="1200" b="0">
                <a:solidFill>
                  <a:srgbClr val="526074"/>
                </a:solidFill>
                <a:latin typeface="Arial"/>
                <a:ea typeface="Arial"/>
                <a:cs typeface="Arial"/>
              </a:defRPr>
            </a:lvl7pPr>
            <a:lvl8pPr algn="r">
              <a:defRPr sz="1200" b="0">
                <a:solidFill>
                  <a:srgbClr val="526074"/>
                </a:solidFill>
                <a:latin typeface="Arial"/>
                <a:ea typeface="Arial"/>
                <a:cs typeface="Arial"/>
              </a:defRPr>
            </a:lvl8pPr>
            <a:lvl9pPr algn="r">
              <a:defRPr sz="1200" b="0">
                <a:solidFill>
                  <a:srgbClr val="526074"/>
                </a:solidFill>
                <a:latin typeface="Arial"/>
                <a:ea typeface="Arial"/>
                <a:cs typeface="Arial"/>
              </a:defRPr>
            </a:lvl9pPr>
          </a:lstStyle>
          <a:p xmlns:a="http://schemas.openxmlformats.org/drawingml/2006/main">
            <a:pPr algn="r">
              <a:defRPr sz="1200" b="0">
                <a:solidFill>
                  <a:srgbClr val="526074"/>
                </a:solidFill>
                <a:latin typeface="Arial"/>
                <a:ea typeface="Arial"/>
                <a:cs typeface="Arial"/>
              </a:defRPr>
            </a:pPr>
            <a:r>
              <a:rPr sz="1200" b="0">
                <a:solidFill>
                  <a:srgbClr val="526074"/>
                </a:solidFill>
                <a:latin typeface="Arial"/>
                <a:ea typeface="Arial"/>
                <a:cs typeface="Arial"/>
              </a:rPr>
              <a:t>Check and explain</a:t>
            </a:r>
          </a:p>
        </p:txBody>
      </p:sp>
      <p:sp>
        <p:nvSpPr>
          <p:cNvPr id="12" name="Stage heading">
            <a:extLst xmlns:a="http://schemas.openxmlformats.org/drawingml/2006/main">
              <a:ext uri="{FF2B5EF4-FFF2-40B4-BE49-F238E27FC236}">
                <a16:creationId xmlns:a16="http://schemas.microsoft.com/office/drawing/2014/main" id="{64F3EB55-3CEE-4EE6-9F94-81F9F3B5BAB4}"/>
              </a:ext>
            </a:extLst>
          </p:cNvPr>
          <p:cNvSpPr>
            <a:spLocks xmlns:a="http://schemas.openxmlformats.org/drawingml/2006/main" noGrp="1"/>
          </p:cNvSpPr>
          <p:nvPr/>
        </p:nvSpPr>
        <p:spPr>
          <a:xfrm xmlns:a="http://schemas.openxmlformats.org/drawingml/2006/main">
            <a:off x="495300" y="1352550"/>
            <a:ext cx="11201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1">
                <a:solidFill>
                  <a:srgbClr val="17223B"/>
                </a:solidFill>
                <a:latin typeface="Arial"/>
                <a:ea typeface="Arial"/>
                <a:cs typeface="Arial"/>
              </a:defRPr>
            </a:defPPr>
            <a:lvl1pPr algn="l">
              <a:defRPr sz="3525" b="1">
                <a:solidFill>
                  <a:srgbClr val="17223B"/>
                </a:solidFill>
                <a:latin typeface="Arial"/>
                <a:ea typeface="Arial"/>
                <a:cs typeface="Arial"/>
              </a:defRPr>
            </a:lvl1pPr>
            <a:lvl2pPr algn="l">
              <a:defRPr sz="3525" b="1">
                <a:solidFill>
                  <a:srgbClr val="17223B"/>
                </a:solidFill>
                <a:latin typeface="Arial"/>
                <a:ea typeface="Arial"/>
                <a:cs typeface="Arial"/>
              </a:defRPr>
            </a:lvl2pPr>
            <a:lvl3pPr algn="l">
              <a:defRPr sz="3525" b="1">
                <a:solidFill>
                  <a:srgbClr val="17223B"/>
                </a:solidFill>
                <a:latin typeface="Arial"/>
                <a:ea typeface="Arial"/>
                <a:cs typeface="Arial"/>
              </a:defRPr>
            </a:lvl3pPr>
            <a:lvl4pPr algn="l">
              <a:defRPr sz="3525" b="1">
                <a:solidFill>
                  <a:srgbClr val="17223B"/>
                </a:solidFill>
                <a:latin typeface="Arial"/>
                <a:ea typeface="Arial"/>
                <a:cs typeface="Arial"/>
              </a:defRPr>
            </a:lvl4pPr>
            <a:lvl5pPr algn="l">
              <a:defRPr sz="3525" b="1">
                <a:solidFill>
                  <a:srgbClr val="17223B"/>
                </a:solidFill>
                <a:latin typeface="Arial"/>
                <a:ea typeface="Arial"/>
                <a:cs typeface="Arial"/>
              </a:defRPr>
            </a:lvl5pPr>
            <a:lvl6pPr algn="l">
              <a:defRPr sz="3525" b="1">
                <a:solidFill>
                  <a:srgbClr val="17223B"/>
                </a:solidFill>
                <a:latin typeface="Arial"/>
                <a:ea typeface="Arial"/>
                <a:cs typeface="Arial"/>
              </a:defRPr>
            </a:lvl6pPr>
            <a:lvl7pPr algn="l">
              <a:defRPr sz="3525" b="1">
                <a:solidFill>
                  <a:srgbClr val="17223B"/>
                </a:solidFill>
                <a:latin typeface="Arial"/>
                <a:ea typeface="Arial"/>
                <a:cs typeface="Arial"/>
              </a:defRPr>
            </a:lvl7pPr>
            <a:lvl8pPr algn="l">
              <a:defRPr sz="3525" b="1">
                <a:solidFill>
                  <a:srgbClr val="17223B"/>
                </a:solidFill>
                <a:latin typeface="Arial"/>
                <a:ea typeface="Arial"/>
                <a:cs typeface="Arial"/>
              </a:defRPr>
            </a:lvl8pPr>
            <a:lvl9pPr algn="l">
              <a:defRPr sz="3525" b="1">
                <a:solidFill>
                  <a:srgbClr val="17223B"/>
                </a:solidFill>
                <a:latin typeface="Arial"/>
                <a:ea typeface="Arial"/>
                <a:cs typeface="Arial"/>
              </a:defRPr>
            </a:lvl9pPr>
          </a:lstStyle>
          <a:p xmlns:a="http://schemas.openxmlformats.org/drawingml/2006/main">
            <a:pPr algn="l">
              <a:defRPr sz="3525" b="1">
                <a:solidFill>
                  <a:srgbClr val="17223B"/>
                </a:solidFill>
                <a:latin typeface="Arial"/>
                <a:ea typeface="Arial"/>
                <a:cs typeface="Arial"/>
              </a:defRPr>
            </a:pPr>
            <a:r>
              <a:rPr sz="3525" b="1">
                <a:solidFill>
                  <a:srgbClr val="17223B"/>
                </a:solidFill>
                <a:latin typeface="Arial"/>
                <a:ea typeface="Arial"/>
                <a:cs typeface="Arial"/>
              </a:rPr>
              <a:t>Evidence before blame</a:t>
            </a:r>
          </a:p>
        </p:txBody>
      </p:sp>
      <p:sp>
        <p:nvSpPr>
          <p:cNvPr id="13" name="Answer 1">
            <a:extLst xmlns:a="http://schemas.openxmlformats.org/drawingml/2006/main">
              <a:ext uri="{FF2B5EF4-FFF2-40B4-BE49-F238E27FC236}">
                <a16:creationId xmlns:a16="http://schemas.microsoft.com/office/drawing/2014/main" id="{AAA5B267-7305-4EF8-B20B-AB778EE5DD4F}"/>
              </a:ext>
            </a:extLst>
          </p:cNvPr>
          <p:cNvSpPr>
            <a:spLocks xmlns:a="http://schemas.openxmlformats.org/drawingml/2006/main" noGrp="1"/>
          </p:cNvSpPr>
          <p:nvPr/>
        </p:nvSpPr>
        <p:spPr>
          <a:xfrm xmlns:a="http://schemas.openxmlformats.org/drawingml/2006/main">
            <a:off x="552450" y="2266950"/>
            <a:ext cx="1108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236650"/>
                </a:solidFill>
                <a:latin typeface="Arial"/>
                <a:ea typeface="Arial"/>
                <a:cs typeface="Arial"/>
              </a:defRPr>
            </a:defPPr>
            <a:lvl1pPr algn="l">
              <a:defRPr sz="2550" b="1">
                <a:solidFill>
                  <a:srgbClr val="236650"/>
                </a:solidFill>
                <a:latin typeface="Arial"/>
                <a:ea typeface="Arial"/>
                <a:cs typeface="Arial"/>
              </a:defRPr>
            </a:lvl1pPr>
            <a:lvl2pPr algn="l">
              <a:defRPr sz="2550" b="1">
                <a:solidFill>
                  <a:srgbClr val="236650"/>
                </a:solidFill>
                <a:latin typeface="Arial"/>
                <a:ea typeface="Arial"/>
                <a:cs typeface="Arial"/>
              </a:defRPr>
            </a:lvl2pPr>
            <a:lvl3pPr algn="l">
              <a:defRPr sz="2550" b="1">
                <a:solidFill>
                  <a:srgbClr val="236650"/>
                </a:solidFill>
                <a:latin typeface="Arial"/>
                <a:ea typeface="Arial"/>
                <a:cs typeface="Arial"/>
              </a:defRPr>
            </a:lvl3pPr>
            <a:lvl4pPr algn="l">
              <a:defRPr sz="2550" b="1">
                <a:solidFill>
                  <a:srgbClr val="236650"/>
                </a:solidFill>
                <a:latin typeface="Arial"/>
                <a:ea typeface="Arial"/>
                <a:cs typeface="Arial"/>
              </a:defRPr>
            </a:lvl4pPr>
            <a:lvl5pPr algn="l">
              <a:defRPr sz="2550" b="1">
                <a:solidFill>
                  <a:srgbClr val="236650"/>
                </a:solidFill>
                <a:latin typeface="Arial"/>
                <a:ea typeface="Arial"/>
                <a:cs typeface="Arial"/>
              </a:defRPr>
            </a:lvl5pPr>
            <a:lvl6pPr algn="l">
              <a:defRPr sz="2550" b="1">
                <a:solidFill>
                  <a:srgbClr val="236650"/>
                </a:solidFill>
                <a:latin typeface="Arial"/>
                <a:ea typeface="Arial"/>
                <a:cs typeface="Arial"/>
              </a:defRPr>
            </a:lvl6pPr>
            <a:lvl7pPr algn="l">
              <a:defRPr sz="2550" b="1">
                <a:solidFill>
                  <a:srgbClr val="236650"/>
                </a:solidFill>
                <a:latin typeface="Arial"/>
                <a:ea typeface="Arial"/>
                <a:cs typeface="Arial"/>
              </a:defRPr>
            </a:lvl7pPr>
            <a:lvl8pPr algn="l">
              <a:defRPr sz="2550" b="1">
                <a:solidFill>
                  <a:srgbClr val="236650"/>
                </a:solidFill>
                <a:latin typeface="Arial"/>
                <a:ea typeface="Arial"/>
                <a:cs typeface="Arial"/>
              </a:defRPr>
            </a:lvl8pPr>
            <a:lvl9pPr algn="l">
              <a:defRPr sz="2550" b="1">
                <a:solidFill>
                  <a:srgbClr val="236650"/>
                </a:solidFill>
                <a:latin typeface="Arial"/>
                <a:ea typeface="Arial"/>
                <a:cs typeface="Arial"/>
              </a:defRPr>
            </a:lvl9pPr>
          </a:lstStyle>
          <a:p xmlns:a="http://schemas.openxmlformats.org/drawingml/2006/main">
            <a:pPr algn="l">
              <a:defRPr sz="2550" b="1">
                <a:solidFill>
                  <a:srgbClr val="236650"/>
                </a:solidFill>
                <a:latin typeface="Arial"/>
                <a:ea typeface="Arial"/>
                <a:cs typeface="Arial"/>
              </a:defRPr>
            </a:pPr>
            <a:r>
              <a:rPr sz="2550" b="1">
                <a:solidFill>
                  <a:srgbClr val="236650"/>
                </a:solidFill>
                <a:latin typeface="Arial"/>
                <a:ea typeface="Arial"/>
                <a:cs typeface="Arial"/>
              </a:rPr>
              <a:t>A broken display is a fact</a:t>
            </a:r>
          </a:p>
        </p:txBody>
      </p:sp>
      <p:sp>
        <p:nvSpPr>
          <p:cNvPr id="14" name="">
            <a:extLst xmlns:a="http://schemas.openxmlformats.org/drawingml/2006/main">
              <a:ext uri="{FF2B5EF4-FFF2-40B4-BE49-F238E27FC236}">
                <a16:creationId xmlns:a16="http://schemas.microsoft.com/office/drawing/2014/main" id="{CC5E3ECA-3BC0-47C0-8C37-F71A00E0C9D3}"/>
              </a:ext>
            </a:extLst>
          </p:cNvPr>
          <p:cNvSpPr>
            <a:spLocks xmlns:a="http://schemas.openxmlformats.org/drawingml/2006/main" noGrp="1"/>
          </p:cNvSpPr>
          <p:nvPr/>
        </p:nvSpPr>
        <p:spPr>
          <a:xfrm xmlns:a="http://schemas.openxmlformats.org/drawingml/2006/main">
            <a:off x="552450" y="3143250"/>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5" name="Answer 2">
            <a:extLst xmlns:a="http://schemas.openxmlformats.org/drawingml/2006/main">
              <a:ext uri="{FF2B5EF4-FFF2-40B4-BE49-F238E27FC236}">
                <a16:creationId xmlns:a16="http://schemas.microsoft.com/office/drawing/2014/main" id="{9ECFD6EB-677A-48D3-A61E-6FF9A085D84B}"/>
              </a:ext>
            </a:extLst>
          </p:cNvPr>
          <p:cNvSpPr>
            <a:spLocks xmlns:a="http://schemas.openxmlformats.org/drawingml/2006/main" noGrp="1"/>
          </p:cNvSpPr>
          <p:nvPr/>
        </p:nvSpPr>
        <p:spPr>
          <a:xfrm xmlns:a="http://schemas.openxmlformats.org/drawingml/2006/main">
            <a:off x="552450" y="3162300"/>
            <a:ext cx="1108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236650"/>
                </a:solidFill>
                <a:latin typeface="Arial"/>
                <a:ea typeface="Arial"/>
                <a:cs typeface="Arial"/>
              </a:defRPr>
            </a:defPPr>
            <a:lvl1pPr algn="l">
              <a:defRPr sz="2550" b="1">
                <a:solidFill>
                  <a:srgbClr val="236650"/>
                </a:solidFill>
                <a:latin typeface="Arial"/>
                <a:ea typeface="Arial"/>
                <a:cs typeface="Arial"/>
              </a:defRPr>
            </a:lvl1pPr>
            <a:lvl2pPr algn="l">
              <a:defRPr sz="2550" b="1">
                <a:solidFill>
                  <a:srgbClr val="236650"/>
                </a:solidFill>
                <a:latin typeface="Arial"/>
                <a:ea typeface="Arial"/>
                <a:cs typeface="Arial"/>
              </a:defRPr>
            </a:lvl2pPr>
            <a:lvl3pPr algn="l">
              <a:defRPr sz="2550" b="1">
                <a:solidFill>
                  <a:srgbClr val="236650"/>
                </a:solidFill>
                <a:latin typeface="Arial"/>
                <a:ea typeface="Arial"/>
                <a:cs typeface="Arial"/>
              </a:defRPr>
            </a:lvl3pPr>
            <a:lvl4pPr algn="l">
              <a:defRPr sz="2550" b="1">
                <a:solidFill>
                  <a:srgbClr val="236650"/>
                </a:solidFill>
                <a:latin typeface="Arial"/>
                <a:ea typeface="Arial"/>
                <a:cs typeface="Arial"/>
              </a:defRPr>
            </a:lvl4pPr>
            <a:lvl5pPr algn="l">
              <a:defRPr sz="2550" b="1">
                <a:solidFill>
                  <a:srgbClr val="236650"/>
                </a:solidFill>
                <a:latin typeface="Arial"/>
                <a:ea typeface="Arial"/>
                <a:cs typeface="Arial"/>
              </a:defRPr>
            </a:lvl5pPr>
            <a:lvl6pPr algn="l">
              <a:defRPr sz="2550" b="1">
                <a:solidFill>
                  <a:srgbClr val="236650"/>
                </a:solidFill>
                <a:latin typeface="Arial"/>
                <a:ea typeface="Arial"/>
                <a:cs typeface="Arial"/>
              </a:defRPr>
            </a:lvl6pPr>
            <a:lvl7pPr algn="l">
              <a:defRPr sz="2550" b="1">
                <a:solidFill>
                  <a:srgbClr val="236650"/>
                </a:solidFill>
                <a:latin typeface="Arial"/>
                <a:ea typeface="Arial"/>
                <a:cs typeface="Arial"/>
              </a:defRPr>
            </a:lvl7pPr>
            <a:lvl8pPr algn="l">
              <a:defRPr sz="2550" b="1">
                <a:solidFill>
                  <a:srgbClr val="236650"/>
                </a:solidFill>
                <a:latin typeface="Arial"/>
                <a:ea typeface="Arial"/>
                <a:cs typeface="Arial"/>
              </a:defRPr>
            </a:lvl8pPr>
            <a:lvl9pPr algn="l">
              <a:defRPr sz="2550" b="1">
                <a:solidFill>
                  <a:srgbClr val="236650"/>
                </a:solidFill>
                <a:latin typeface="Arial"/>
                <a:ea typeface="Arial"/>
                <a:cs typeface="Arial"/>
              </a:defRPr>
            </a:lvl9pPr>
          </a:lstStyle>
          <a:p xmlns:a="http://schemas.openxmlformats.org/drawingml/2006/main">
            <a:pPr algn="l">
              <a:defRPr sz="2550" b="1">
                <a:solidFill>
                  <a:srgbClr val="236650"/>
                </a:solidFill>
                <a:latin typeface="Arial"/>
                <a:ea typeface="Arial"/>
                <a:cs typeface="Arial"/>
              </a:defRPr>
            </a:pPr>
            <a:r>
              <a:rPr sz="2550" b="1">
                <a:solidFill>
                  <a:srgbClr val="236650"/>
                </a:solidFill>
                <a:latin typeface="Arial"/>
                <a:ea typeface="Arial"/>
                <a:cs typeface="Arial"/>
              </a:rPr>
              <a:t>Being nearby does not show who broke it</a:t>
            </a:r>
          </a:p>
        </p:txBody>
      </p:sp>
      <p:sp>
        <p:nvSpPr>
          <p:cNvPr id="16" name="">
            <a:extLst xmlns:a="http://schemas.openxmlformats.org/drawingml/2006/main">
              <a:ext uri="{FF2B5EF4-FFF2-40B4-BE49-F238E27FC236}">
                <a16:creationId xmlns:a16="http://schemas.microsoft.com/office/drawing/2014/main" id="{AC28D4C3-7572-4AE9-A281-FCC067A5BD8D}"/>
              </a:ext>
            </a:extLst>
          </p:cNvPr>
          <p:cNvSpPr>
            <a:spLocks xmlns:a="http://schemas.openxmlformats.org/drawingml/2006/main" noGrp="1"/>
          </p:cNvSpPr>
          <p:nvPr/>
        </p:nvSpPr>
        <p:spPr>
          <a:xfrm xmlns:a="http://schemas.openxmlformats.org/drawingml/2006/main">
            <a:off x="552450" y="4038600"/>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7" name="Answer 3">
            <a:extLst xmlns:a="http://schemas.openxmlformats.org/drawingml/2006/main">
              <a:ext uri="{FF2B5EF4-FFF2-40B4-BE49-F238E27FC236}">
                <a16:creationId xmlns:a16="http://schemas.microsoft.com/office/drawing/2014/main" id="{13493B08-D216-44D6-B757-53C7B897E6DD}"/>
              </a:ext>
            </a:extLst>
          </p:cNvPr>
          <p:cNvSpPr>
            <a:spLocks xmlns:a="http://schemas.openxmlformats.org/drawingml/2006/main" noGrp="1"/>
          </p:cNvSpPr>
          <p:nvPr/>
        </p:nvSpPr>
        <p:spPr>
          <a:xfrm xmlns:a="http://schemas.openxmlformats.org/drawingml/2006/main">
            <a:off x="552450" y="4057650"/>
            <a:ext cx="1108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236650"/>
                </a:solidFill>
                <a:latin typeface="Arial"/>
                <a:ea typeface="Arial"/>
                <a:cs typeface="Arial"/>
              </a:defRPr>
            </a:defPPr>
            <a:lvl1pPr algn="l">
              <a:defRPr sz="2550" b="1">
                <a:solidFill>
                  <a:srgbClr val="236650"/>
                </a:solidFill>
                <a:latin typeface="Arial"/>
                <a:ea typeface="Arial"/>
                <a:cs typeface="Arial"/>
              </a:defRPr>
            </a:lvl1pPr>
            <a:lvl2pPr algn="l">
              <a:defRPr sz="2550" b="1">
                <a:solidFill>
                  <a:srgbClr val="236650"/>
                </a:solidFill>
                <a:latin typeface="Arial"/>
                <a:ea typeface="Arial"/>
                <a:cs typeface="Arial"/>
              </a:defRPr>
            </a:lvl2pPr>
            <a:lvl3pPr algn="l">
              <a:defRPr sz="2550" b="1">
                <a:solidFill>
                  <a:srgbClr val="236650"/>
                </a:solidFill>
                <a:latin typeface="Arial"/>
                <a:ea typeface="Arial"/>
                <a:cs typeface="Arial"/>
              </a:defRPr>
            </a:lvl3pPr>
            <a:lvl4pPr algn="l">
              <a:defRPr sz="2550" b="1">
                <a:solidFill>
                  <a:srgbClr val="236650"/>
                </a:solidFill>
                <a:latin typeface="Arial"/>
                <a:ea typeface="Arial"/>
                <a:cs typeface="Arial"/>
              </a:defRPr>
            </a:lvl4pPr>
            <a:lvl5pPr algn="l">
              <a:defRPr sz="2550" b="1">
                <a:solidFill>
                  <a:srgbClr val="236650"/>
                </a:solidFill>
                <a:latin typeface="Arial"/>
                <a:ea typeface="Arial"/>
                <a:cs typeface="Arial"/>
              </a:defRPr>
            </a:lvl5pPr>
            <a:lvl6pPr algn="l">
              <a:defRPr sz="2550" b="1">
                <a:solidFill>
                  <a:srgbClr val="236650"/>
                </a:solidFill>
                <a:latin typeface="Arial"/>
                <a:ea typeface="Arial"/>
                <a:cs typeface="Arial"/>
              </a:defRPr>
            </a:lvl6pPr>
            <a:lvl7pPr algn="l">
              <a:defRPr sz="2550" b="1">
                <a:solidFill>
                  <a:srgbClr val="236650"/>
                </a:solidFill>
                <a:latin typeface="Arial"/>
                <a:ea typeface="Arial"/>
                <a:cs typeface="Arial"/>
              </a:defRPr>
            </a:lvl7pPr>
            <a:lvl8pPr algn="l">
              <a:defRPr sz="2550" b="1">
                <a:solidFill>
                  <a:srgbClr val="236650"/>
                </a:solidFill>
                <a:latin typeface="Arial"/>
                <a:ea typeface="Arial"/>
                <a:cs typeface="Arial"/>
              </a:defRPr>
            </a:lvl8pPr>
            <a:lvl9pPr algn="l">
              <a:defRPr sz="2550" b="1">
                <a:solidFill>
                  <a:srgbClr val="236650"/>
                </a:solidFill>
                <a:latin typeface="Arial"/>
                <a:ea typeface="Arial"/>
                <a:cs typeface="Arial"/>
              </a:defRPr>
            </a:lvl9pPr>
          </a:lstStyle>
          <a:p xmlns:a="http://schemas.openxmlformats.org/drawingml/2006/main">
            <a:pPr algn="l">
              <a:defRPr sz="2550" b="1">
                <a:solidFill>
                  <a:srgbClr val="236650"/>
                </a:solidFill>
                <a:latin typeface="Arial"/>
                <a:ea typeface="Arial"/>
                <a:cs typeface="Arial"/>
              </a:defRPr>
            </a:pPr>
            <a:r>
              <a:rPr sz="2550" b="1">
                <a:solidFill>
                  <a:srgbClr val="236650"/>
                </a:solidFill>
                <a:latin typeface="Arial"/>
                <a:ea typeface="Arial"/>
                <a:cs typeface="Arial"/>
              </a:rPr>
              <a:t>An accusation needs checking</a:t>
            </a:r>
          </a:p>
        </p:txBody>
      </p:sp>
      <p:sp>
        <p:nvSpPr>
          <p:cNvPr id="18" name="">
            <a:extLst xmlns:a="http://schemas.openxmlformats.org/drawingml/2006/main">
              <a:ext uri="{FF2B5EF4-FFF2-40B4-BE49-F238E27FC236}">
                <a16:creationId xmlns:a16="http://schemas.microsoft.com/office/drawing/2014/main" id="{0C40740C-1BA3-4CC6-BA4F-4E778350624B}"/>
              </a:ext>
            </a:extLst>
          </p:cNvPr>
          <p:cNvSpPr>
            <a:spLocks xmlns:a="http://schemas.openxmlformats.org/drawingml/2006/main" noGrp="1"/>
          </p:cNvSpPr>
          <p:nvPr/>
        </p:nvSpPr>
        <p:spPr>
          <a:xfrm xmlns:a="http://schemas.openxmlformats.org/drawingml/2006/main">
            <a:off x="495300" y="5381625"/>
            <a:ext cx="11201400" cy="83820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95DFFA4-CE5F-41A6-96B9-28D8750EB56D}"/>
              </a:ext>
            </a:extLst>
          </p:cNvPr>
          <p:cNvSpPr>
            <a:spLocks xmlns:a="http://schemas.openxmlformats.org/drawingml/2006/main" noGrp="1"/>
          </p:cNvSpPr>
          <p:nvPr/>
        </p:nvSpPr>
        <p:spPr>
          <a:xfrm xmlns:a="http://schemas.openxmlformats.org/drawingml/2006/main">
            <a:off x="704850" y="55054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FFFEF9"/>
                </a:solidFill>
                <a:latin typeface="Arial"/>
                <a:ea typeface="Arial"/>
                <a:cs typeface="Arial"/>
              </a:defRPr>
            </a:defPPr>
            <a:lvl1pPr algn="l">
              <a:defRPr sz="1800" b="1">
                <a:solidFill>
                  <a:srgbClr val="FFFEF9"/>
                </a:solidFill>
                <a:latin typeface="Arial"/>
                <a:ea typeface="Arial"/>
                <a:cs typeface="Arial"/>
              </a:defRPr>
            </a:lvl1pPr>
            <a:lvl2pPr algn="l">
              <a:defRPr sz="1800" b="1">
                <a:solidFill>
                  <a:srgbClr val="FFFEF9"/>
                </a:solidFill>
                <a:latin typeface="Arial"/>
                <a:ea typeface="Arial"/>
                <a:cs typeface="Arial"/>
              </a:defRPr>
            </a:lvl2pPr>
            <a:lvl3pPr algn="l">
              <a:defRPr sz="1800" b="1">
                <a:solidFill>
                  <a:srgbClr val="FFFEF9"/>
                </a:solidFill>
                <a:latin typeface="Arial"/>
                <a:ea typeface="Arial"/>
                <a:cs typeface="Arial"/>
              </a:defRPr>
            </a:lvl3pPr>
            <a:lvl4pPr algn="l">
              <a:defRPr sz="1800" b="1">
                <a:solidFill>
                  <a:srgbClr val="FFFEF9"/>
                </a:solidFill>
                <a:latin typeface="Arial"/>
                <a:ea typeface="Arial"/>
                <a:cs typeface="Arial"/>
              </a:defRPr>
            </a:lvl4pPr>
            <a:lvl5pPr algn="l">
              <a:defRPr sz="1800" b="1">
                <a:solidFill>
                  <a:srgbClr val="FFFEF9"/>
                </a:solidFill>
                <a:latin typeface="Arial"/>
                <a:ea typeface="Arial"/>
                <a:cs typeface="Arial"/>
              </a:defRPr>
            </a:lvl5pPr>
            <a:lvl6pPr algn="l">
              <a:defRPr sz="1800" b="1">
                <a:solidFill>
                  <a:srgbClr val="FFFEF9"/>
                </a:solidFill>
                <a:latin typeface="Arial"/>
                <a:ea typeface="Arial"/>
                <a:cs typeface="Arial"/>
              </a:defRPr>
            </a:lvl6pPr>
            <a:lvl7pPr algn="l">
              <a:defRPr sz="1800" b="1">
                <a:solidFill>
                  <a:srgbClr val="FFFEF9"/>
                </a:solidFill>
                <a:latin typeface="Arial"/>
                <a:ea typeface="Arial"/>
                <a:cs typeface="Arial"/>
              </a:defRPr>
            </a:lvl7pPr>
            <a:lvl8pPr algn="l">
              <a:defRPr sz="1800" b="1">
                <a:solidFill>
                  <a:srgbClr val="FFFEF9"/>
                </a:solidFill>
                <a:latin typeface="Arial"/>
                <a:ea typeface="Arial"/>
                <a:cs typeface="Arial"/>
              </a:defRPr>
            </a:lvl8pPr>
            <a:lvl9pPr algn="l">
              <a:defRPr sz="1800" b="1">
                <a:solidFill>
                  <a:srgbClr val="FFFEF9"/>
                </a:solidFill>
                <a:latin typeface="Arial"/>
                <a:ea typeface="Arial"/>
                <a:cs typeface="Arial"/>
              </a:defRPr>
            </a:lvl9pPr>
          </a:lstStyle>
          <a:p xmlns:a="http://schemas.openxmlformats.org/drawingml/2006/main">
            <a:pPr algn="l">
              <a:defRPr sz="1800" b="1">
                <a:solidFill>
                  <a:srgbClr val="FFFEF9"/>
                </a:solidFill>
                <a:latin typeface="Arial"/>
                <a:ea typeface="Arial"/>
                <a:cs typeface="Arial"/>
              </a:defRPr>
            </a:pPr>
            <a:r>
              <a:rPr sz="1800" b="1">
                <a:solidFill>
                  <a:srgbClr val="FFFEF9"/>
                </a:solidFill>
                <a:latin typeface="Arial"/>
                <a:ea typeface="Arial"/>
                <a:cs typeface="Arial"/>
              </a:rPr>
              <a:t>We know the display is broken. Being nearby or being accused does not prove the pupil caused it. Ask what happened and hear the people involved.</a:t>
            </a:r>
          </a:p>
        </p:txBody>
      </p:sp>
    </p:spTree>
    <p:extLst>
      <p:ext uri="{BB962C8B-B14F-4D97-AF65-F5344CB8AC3E}">
        <p14:creationId xmlns:p14="http://schemas.microsoft.com/office/powerpoint/2010/main" val="1553212928"/>
      </p:ext>
    </p:extLst>
  </p:cSld>
</p:sld>
</file>

<file path=ppt/slides/slide12.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562B406-F334-4719-8F1C-F1AB90A324DA}"/>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31443ED2-34BC-4D44-A4C2-C3C8B81CC716}"/>
              </a:ext>
            </a:extLst>
          </p:cNvPr>
          <p:cNvPicPr>
            <a:picLocks xmlns:a="http://schemas.openxmlformats.org/drawingml/2006/main" noChangeAspect="1"/>
          </p:cNvPicPr>
          <p:nvPr/>
        </p:nvPicPr>
        <p:blipFill>
          <a:blip xmlns:r="http://schemas.openxmlformats.org/officeDocument/2006/relationships" xmlns:a="http://schemas.openxmlformats.org/drawingml/2006/main" r:embed="Rbf71c096822643e4"/>
          <a:stretch xmlns:a="http://schemas.openxmlformats.org/drawingml/2006/main"/>
        </p:blipFill>
        <p:spPr>
          <a:xfrm xmlns:a="http://schemas.openxmlformats.org/drawingml/2006/main">
            <a:off x="266700" y="114300"/>
            <a:ext cx="514350" cy="514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4AAB97C-9CE0-4E12-AE7B-196C58B157C1}"/>
              </a:ext>
            </a:extLst>
          </p:cNvPr>
          <p:cNvSpPr>
            <a:spLocks xmlns:a="http://schemas.openxmlformats.org/drawingml/2006/main" noGrp="1"/>
          </p:cNvSpPr>
          <p:nvPr/>
        </p:nvSpPr>
        <p:spPr>
          <a:xfrm xmlns:a="http://schemas.openxmlformats.org/drawingml/2006/main">
            <a:off x="914400" y="1428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7223B"/>
                </a:solidFill>
                <a:latin typeface="Arial"/>
                <a:ea typeface="Arial"/>
                <a:cs typeface="Arial"/>
              </a:defRPr>
            </a:defPPr>
            <a:lvl1pPr algn="l">
              <a:defRPr sz="1500" b="1">
                <a:solidFill>
                  <a:srgbClr val="17223B"/>
                </a:solidFill>
                <a:latin typeface="Arial"/>
                <a:ea typeface="Arial"/>
                <a:cs typeface="Arial"/>
              </a:defRPr>
            </a:lvl1pPr>
            <a:lvl2pPr algn="l">
              <a:defRPr sz="1500" b="1">
                <a:solidFill>
                  <a:srgbClr val="17223B"/>
                </a:solidFill>
                <a:latin typeface="Arial"/>
                <a:ea typeface="Arial"/>
                <a:cs typeface="Arial"/>
              </a:defRPr>
            </a:lvl2pPr>
            <a:lvl3pPr algn="l">
              <a:defRPr sz="1500" b="1">
                <a:solidFill>
                  <a:srgbClr val="17223B"/>
                </a:solidFill>
                <a:latin typeface="Arial"/>
                <a:ea typeface="Arial"/>
                <a:cs typeface="Arial"/>
              </a:defRPr>
            </a:lvl3pPr>
            <a:lvl4pPr algn="l">
              <a:defRPr sz="1500" b="1">
                <a:solidFill>
                  <a:srgbClr val="17223B"/>
                </a:solidFill>
                <a:latin typeface="Arial"/>
                <a:ea typeface="Arial"/>
                <a:cs typeface="Arial"/>
              </a:defRPr>
            </a:lvl4pPr>
            <a:lvl5pPr algn="l">
              <a:defRPr sz="1500" b="1">
                <a:solidFill>
                  <a:srgbClr val="17223B"/>
                </a:solidFill>
                <a:latin typeface="Arial"/>
                <a:ea typeface="Arial"/>
                <a:cs typeface="Arial"/>
              </a:defRPr>
            </a:lvl5pPr>
            <a:lvl6pPr algn="l">
              <a:defRPr sz="1500" b="1">
                <a:solidFill>
                  <a:srgbClr val="17223B"/>
                </a:solidFill>
                <a:latin typeface="Arial"/>
                <a:ea typeface="Arial"/>
                <a:cs typeface="Arial"/>
              </a:defRPr>
            </a:lvl6pPr>
            <a:lvl7pPr algn="l">
              <a:defRPr sz="1500" b="1">
                <a:solidFill>
                  <a:srgbClr val="17223B"/>
                </a:solidFill>
                <a:latin typeface="Arial"/>
                <a:ea typeface="Arial"/>
                <a:cs typeface="Arial"/>
              </a:defRPr>
            </a:lvl7pPr>
            <a:lvl8pPr algn="l">
              <a:defRPr sz="1500" b="1">
                <a:solidFill>
                  <a:srgbClr val="17223B"/>
                </a:solidFill>
                <a:latin typeface="Arial"/>
                <a:ea typeface="Arial"/>
                <a:cs typeface="Arial"/>
              </a:defRPr>
            </a:lvl8pPr>
            <a:lvl9pPr algn="l">
              <a:defRPr sz="1500" b="1">
                <a:solidFill>
                  <a:srgbClr val="17223B"/>
                </a:solidFill>
                <a:latin typeface="Arial"/>
                <a:ea typeface="Arial"/>
                <a:cs typeface="Arial"/>
              </a:defRPr>
            </a:lvl9pPr>
          </a:lstStyle>
          <a:p xmlns:a="http://schemas.openxmlformats.org/drawingml/2006/main">
            <a:pPr algn="l">
              <a:defRPr sz="1500" b="1">
                <a:solidFill>
                  <a:srgbClr val="17223B"/>
                </a:solidFill>
                <a:latin typeface="Arial"/>
                <a:ea typeface="Arial"/>
                <a:cs typeface="Arial"/>
              </a:defRPr>
            </a:pPr>
            <a:r>
              <a:rPr sz="1500" b="1">
                <a:solidFill>
                  <a:srgbClr val="17223B"/>
                </a:solidFill>
                <a:latin typeface="Arial"/>
                <a:ea typeface="Arial"/>
                <a:cs typeface="Arial"/>
              </a:rPr>
              <a:t>MADE BY MATT</a:t>
            </a:r>
          </a:p>
        </p:txBody>
      </p:sp>
      <p:sp>
        <p:nvSpPr>
          <p:cNvPr id="4" name="">
            <a:extLst xmlns:a="http://schemas.openxmlformats.org/drawingml/2006/main">
              <a:ext uri="{FF2B5EF4-FFF2-40B4-BE49-F238E27FC236}">
                <a16:creationId xmlns:a16="http://schemas.microsoft.com/office/drawing/2014/main" id="{71E44D94-E2A8-468B-90A6-8F071F20B311}"/>
              </a:ext>
            </a:extLst>
          </p:cNvPr>
          <p:cNvSpPr>
            <a:spLocks xmlns:a="http://schemas.openxmlformats.org/drawingml/2006/main" noGrp="1"/>
          </p:cNvSpPr>
          <p:nvPr/>
        </p:nvSpPr>
        <p:spPr>
          <a:xfrm xmlns:a="http://schemas.openxmlformats.org/drawingml/2006/main">
            <a:off x="914400" y="39052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26074"/>
                </a:solidFill>
                <a:latin typeface="Arial"/>
                <a:ea typeface="Arial"/>
                <a:cs typeface="Arial"/>
              </a:defRPr>
            </a:defPPr>
            <a:lvl1pPr algn="l">
              <a:defRPr sz="1200" b="0">
                <a:solidFill>
                  <a:srgbClr val="526074"/>
                </a:solidFill>
                <a:latin typeface="Arial"/>
                <a:ea typeface="Arial"/>
                <a:cs typeface="Arial"/>
              </a:defRPr>
            </a:lvl1pPr>
            <a:lvl2pPr algn="l">
              <a:defRPr sz="1200" b="0">
                <a:solidFill>
                  <a:srgbClr val="526074"/>
                </a:solidFill>
                <a:latin typeface="Arial"/>
                <a:ea typeface="Arial"/>
                <a:cs typeface="Arial"/>
              </a:defRPr>
            </a:lvl2pPr>
            <a:lvl3pPr algn="l">
              <a:defRPr sz="1200" b="0">
                <a:solidFill>
                  <a:srgbClr val="526074"/>
                </a:solidFill>
                <a:latin typeface="Arial"/>
                <a:ea typeface="Arial"/>
                <a:cs typeface="Arial"/>
              </a:defRPr>
            </a:lvl3pPr>
            <a:lvl4pPr algn="l">
              <a:defRPr sz="1200" b="0">
                <a:solidFill>
                  <a:srgbClr val="526074"/>
                </a:solidFill>
                <a:latin typeface="Arial"/>
                <a:ea typeface="Arial"/>
                <a:cs typeface="Arial"/>
              </a:defRPr>
            </a:lvl4pPr>
            <a:lvl5pPr algn="l">
              <a:defRPr sz="1200" b="0">
                <a:solidFill>
                  <a:srgbClr val="526074"/>
                </a:solidFill>
                <a:latin typeface="Arial"/>
                <a:ea typeface="Arial"/>
                <a:cs typeface="Arial"/>
              </a:defRPr>
            </a:lvl5pPr>
            <a:lvl6pPr algn="l">
              <a:defRPr sz="1200" b="0">
                <a:solidFill>
                  <a:srgbClr val="526074"/>
                </a:solidFill>
                <a:latin typeface="Arial"/>
                <a:ea typeface="Arial"/>
                <a:cs typeface="Arial"/>
              </a:defRPr>
            </a:lvl6pPr>
            <a:lvl7pPr algn="l">
              <a:defRPr sz="1200" b="0">
                <a:solidFill>
                  <a:srgbClr val="526074"/>
                </a:solidFill>
                <a:latin typeface="Arial"/>
                <a:ea typeface="Arial"/>
                <a:cs typeface="Arial"/>
              </a:defRPr>
            </a:lvl7pPr>
            <a:lvl8pPr algn="l">
              <a:defRPr sz="1200" b="0">
                <a:solidFill>
                  <a:srgbClr val="526074"/>
                </a:solidFill>
                <a:latin typeface="Arial"/>
                <a:ea typeface="Arial"/>
                <a:cs typeface="Arial"/>
              </a:defRPr>
            </a:lvl8pPr>
            <a:lvl9pPr algn="l">
              <a:defRPr sz="1200" b="0">
                <a:solidFill>
                  <a:srgbClr val="526074"/>
                </a:solidFill>
                <a:latin typeface="Arial"/>
                <a:ea typeface="Arial"/>
                <a:cs typeface="Arial"/>
              </a:defRPr>
            </a:lvl9pPr>
          </a:lstStyle>
          <a:p xmlns:a="http://schemas.openxmlformats.org/drawingml/2006/main">
            <a:pPr algn="l">
              <a:defRPr sz="1200" b="0">
                <a:solidFill>
                  <a:srgbClr val="526074"/>
                </a:solidFill>
                <a:latin typeface="Arial"/>
                <a:ea typeface="Arial"/>
                <a:cs typeface="Arial"/>
              </a:defRPr>
            </a:pPr>
            <a:r>
              <a:rPr sz="1200" b="0">
                <a:solidFill>
                  <a:srgbClr val="526074"/>
                </a:solidFill>
                <a:latin typeface="Arial"/>
                <a:ea typeface="Arial"/>
                <a:cs typeface="Arial"/>
              </a:rPr>
              <a:t>Learn • Build • Explore</a:t>
            </a:r>
          </a:p>
        </p:txBody>
      </p:sp>
      <p:sp>
        <p:nvSpPr>
          <p:cNvPr id="5" name="">
            <a:extLst xmlns:a="http://schemas.openxmlformats.org/drawingml/2006/main">
              <a:ext uri="{FF2B5EF4-FFF2-40B4-BE49-F238E27FC236}">
                <a16:creationId xmlns:a16="http://schemas.microsoft.com/office/drawing/2014/main" id="{6B721D34-6ABF-485C-BDC6-C7C3EFECDD53}"/>
              </a:ext>
            </a:extLst>
          </p:cNvPr>
          <p:cNvSpPr>
            <a:spLocks xmlns:a="http://schemas.openxmlformats.org/drawingml/2006/main" noGrp="1"/>
          </p:cNvSpPr>
          <p:nvPr/>
        </p:nvSpPr>
        <p:spPr>
          <a:xfrm xmlns:a="http://schemas.openxmlformats.org/drawingml/2006/main">
            <a:off x="7905750" y="2286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500" b="1">
                <a:solidFill>
                  <a:srgbClr val="236650"/>
                </a:solidFill>
                <a:latin typeface="Arial"/>
                <a:ea typeface="Arial"/>
                <a:cs typeface="Arial"/>
              </a:defRPr>
            </a:defPPr>
            <a:lvl1pPr algn="r">
              <a:defRPr sz="1500" b="1">
                <a:solidFill>
                  <a:srgbClr val="236650"/>
                </a:solidFill>
                <a:latin typeface="Arial"/>
                <a:ea typeface="Arial"/>
                <a:cs typeface="Arial"/>
              </a:defRPr>
            </a:lvl1pPr>
            <a:lvl2pPr algn="r">
              <a:defRPr sz="1500" b="1">
                <a:solidFill>
                  <a:srgbClr val="236650"/>
                </a:solidFill>
                <a:latin typeface="Arial"/>
                <a:ea typeface="Arial"/>
                <a:cs typeface="Arial"/>
              </a:defRPr>
            </a:lvl2pPr>
            <a:lvl3pPr algn="r">
              <a:defRPr sz="1500" b="1">
                <a:solidFill>
                  <a:srgbClr val="236650"/>
                </a:solidFill>
                <a:latin typeface="Arial"/>
                <a:ea typeface="Arial"/>
                <a:cs typeface="Arial"/>
              </a:defRPr>
            </a:lvl3pPr>
            <a:lvl4pPr algn="r">
              <a:defRPr sz="1500" b="1">
                <a:solidFill>
                  <a:srgbClr val="236650"/>
                </a:solidFill>
                <a:latin typeface="Arial"/>
                <a:ea typeface="Arial"/>
                <a:cs typeface="Arial"/>
              </a:defRPr>
            </a:lvl4pPr>
            <a:lvl5pPr algn="r">
              <a:defRPr sz="1500" b="1">
                <a:solidFill>
                  <a:srgbClr val="236650"/>
                </a:solidFill>
                <a:latin typeface="Arial"/>
                <a:ea typeface="Arial"/>
                <a:cs typeface="Arial"/>
              </a:defRPr>
            </a:lvl5pPr>
            <a:lvl6pPr algn="r">
              <a:defRPr sz="1500" b="1">
                <a:solidFill>
                  <a:srgbClr val="236650"/>
                </a:solidFill>
                <a:latin typeface="Arial"/>
                <a:ea typeface="Arial"/>
                <a:cs typeface="Arial"/>
              </a:defRPr>
            </a:lvl6pPr>
            <a:lvl7pPr algn="r">
              <a:defRPr sz="1500" b="1">
                <a:solidFill>
                  <a:srgbClr val="236650"/>
                </a:solidFill>
                <a:latin typeface="Arial"/>
                <a:ea typeface="Arial"/>
                <a:cs typeface="Arial"/>
              </a:defRPr>
            </a:lvl7pPr>
            <a:lvl8pPr algn="r">
              <a:defRPr sz="1500" b="1">
                <a:solidFill>
                  <a:srgbClr val="236650"/>
                </a:solidFill>
                <a:latin typeface="Arial"/>
                <a:ea typeface="Arial"/>
                <a:cs typeface="Arial"/>
              </a:defRPr>
            </a:lvl8pPr>
            <a:lvl9pPr algn="r">
              <a:defRPr sz="1500" b="1">
                <a:solidFill>
                  <a:srgbClr val="236650"/>
                </a:solidFill>
                <a:latin typeface="Arial"/>
                <a:ea typeface="Arial"/>
                <a:cs typeface="Arial"/>
              </a:defRPr>
            </a:lvl9pPr>
          </a:lstStyle>
          <a:p xmlns:a="http://schemas.openxmlformats.org/drawingml/2006/main">
            <a:pPr algn="r">
              <a:defRPr sz="1500" b="1">
                <a:solidFill>
                  <a:srgbClr val="236650"/>
                </a:solidFill>
                <a:latin typeface="Arial"/>
                <a:ea typeface="Arial"/>
                <a:cs typeface="Arial"/>
              </a:defRPr>
            </a:pPr>
            <a:r>
              <a:rPr sz="1500" b="1">
                <a:solidFill>
                  <a:srgbClr val="236650"/>
                </a:solidFill>
                <a:latin typeface="Arial"/>
                <a:ea typeface="Arial"/>
                <a:cs typeface="Arial"/>
              </a:rPr>
              <a:t>BRITISH VALUES</a:t>
            </a:r>
          </a:p>
        </p:txBody>
      </p:sp>
      <p:sp>
        <p:nvSpPr>
          <p:cNvPr id="6" name="">
            <a:extLst xmlns:a="http://schemas.openxmlformats.org/drawingml/2006/main">
              <a:ext uri="{FF2B5EF4-FFF2-40B4-BE49-F238E27FC236}">
                <a16:creationId xmlns:a16="http://schemas.microsoft.com/office/drawing/2014/main" id="{A238F9FB-D93B-470E-818C-3694E5D2F2CE}"/>
              </a:ext>
            </a:extLst>
          </p:cNvPr>
          <p:cNvSpPr>
            <a:spLocks xmlns:a="http://schemas.openxmlformats.org/drawingml/2006/main" noGrp="1"/>
          </p:cNvSpPr>
          <p:nvPr/>
        </p:nvSpPr>
        <p:spPr>
          <a:xfrm xmlns:a="http://schemas.openxmlformats.org/drawingml/2006/main">
            <a:off x="0" y="742950"/>
            <a:ext cx="12192000" cy="40005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6A088E9-5C45-4BAF-B7C5-1C35E8D6594B}"/>
              </a:ext>
            </a:extLst>
          </p:cNvPr>
          <p:cNvSpPr>
            <a:spLocks xmlns:a="http://schemas.openxmlformats.org/drawingml/2006/main" noGrp="1"/>
          </p:cNvSpPr>
          <p:nvPr/>
        </p:nvSpPr>
        <p:spPr>
          <a:xfrm xmlns:a="http://schemas.openxmlformats.org/drawingml/2006/main">
            <a:off x="304800" y="781050"/>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FFFEF9"/>
                </a:solidFill>
                <a:latin typeface="Arial"/>
                <a:ea typeface="Arial"/>
                <a:cs typeface="Arial"/>
              </a:defRPr>
            </a:defPPr>
            <a:lvl1pPr algn="l">
              <a:defRPr sz="1425" b="0">
                <a:solidFill>
                  <a:srgbClr val="FFFEF9"/>
                </a:solidFill>
                <a:latin typeface="Arial"/>
                <a:ea typeface="Arial"/>
                <a:cs typeface="Arial"/>
              </a:defRPr>
            </a:lvl1pPr>
            <a:lvl2pPr algn="l">
              <a:defRPr sz="1425" b="0">
                <a:solidFill>
                  <a:srgbClr val="FFFEF9"/>
                </a:solidFill>
                <a:latin typeface="Arial"/>
                <a:ea typeface="Arial"/>
                <a:cs typeface="Arial"/>
              </a:defRPr>
            </a:lvl2pPr>
            <a:lvl3pPr algn="l">
              <a:defRPr sz="1425" b="0">
                <a:solidFill>
                  <a:srgbClr val="FFFEF9"/>
                </a:solidFill>
                <a:latin typeface="Arial"/>
                <a:ea typeface="Arial"/>
                <a:cs typeface="Arial"/>
              </a:defRPr>
            </a:lvl3pPr>
            <a:lvl4pPr algn="l">
              <a:defRPr sz="1425" b="0">
                <a:solidFill>
                  <a:srgbClr val="FFFEF9"/>
                </a:solidFill>
                <a:latin typeface="Arial"/>
                <a:ea typeface="Arial"/>
                <a:cs typeface="Arial"/>
              </a:defRPr>
            </a:lvl4pPr>
            <a:lvl5pPr algn="l">
              <a:defRPr sz="1425" b="0">
                <a:solidFill>
                  <a:srgbClr val="FFFEF9"/>
                </a:solidFill>
                <a:latin typeface="Arial"/>
                <a:ea typeface="Arial"/>
                <a:cs typeface="Arial"/>
              </a:defRPr>
            </a:lvl5pPr>
            <a:lvl6pPr algn="l">
              <a:defRPr sz="1425" b="0">
                <a:solidFill>
                  <a:srgbClr val="FFFEF9"/>
                </a:solidFill>
                <a:latin typeface="Arial"/>
                <a:ea typeface="Arial"/>
                <a:cs typeface="Arial"/>
              </a:defRPr>
            </a:lvl6pPr>
            <a:lvl7pPr algn="l">
              <a:defRPr sz="1425" b="0">
                <a:solidFill>
                  <a:srgbClr val="FFFEF9"/>
                </a:solidFill>
                <a:latin typeface="Arial"/>
                <a:ea typeface="Arial"/>
                <a:cs typeface="Arial"/>
              </a:defRPr>
            </a:lvl7pPr>
            <a:lvl8pPr algn="l">
              <a:defRPr sz="1425" b="0">
                <a:solidFill>
                  <a:srgbClr val="FFFEF9"/>
                </a:solidFill>
                <a:latin typeface="Arial"/>
                <a:ea typeface="Arial"/>
                <a:cs typeface="Arial"/>
              </a:defRPr>
            </a:lvl8pPr>
            <a:lvl9pPr algn="l">
              <a:defRPr sz="1425" b="0">
                <a:solidFill>
                  <a:srgbClr val="FFFEF9"/>
                </a:solidFill>
                <a:latin typeface="Arial"/>
                <a:ea typeface="Arial"/>
                <a:cs typeface="Arial"/>
              </a:defRPr>
            </a:lvl9pPr>
          </a:lstStyle>
          <a:p xmlns:a="http://schemas.openxmlformats.org/drawingml/2006/main">
            <a:pPr algn="l">
              <a:defRPr sz="1425" b="0">
                <a:solidFill>
                  <a:srgbClr val="FFFEF9"/>
                </a:solidFill>
                <a:latin typeface="Arial"/>
                <a:ea typeface="Arial"/>
                <a:cs typeface="Arial"/>
              </a:defRPr>
            </a:pPr>
            <a:r>
              <a:rPr sz="1425" b="0">
                <a:solidFill>
                  <a:srgbClr val="FFFEF9"/>
                </a:solidFill>
                <a:latin typeface="Arial"/>
                <a:ea typeface="Arial"/>
                <a:cs typeface="Arial"/>
              </a:rPr>
              <a:t>07 / 10    Fair does not always mean identical</a:t>
            </a:r>
          </a:p>
        </p:txBody>
      </p:sp>
      <p:sp>
        <p:nvSpPr>
          <p:cNvPr id="8" name="">
            <a:extLst xmlns:a="http://schemas.openxmlformats.org/drawingml/2006/main">
              <a:ext uri="{FF2B5EF4-FFF2-40B4-BE49-F238E27FC236}">
                <a16:creationId xmlns:a16="http://schemas.microsoft.com/office/drawing/2014/main" id="{6237D13C-3F65-4A1A-8965-B8E30349D19E}"/>
              </a:ext>
            </a:extLst>
          </p:cNvPr>
          <p:cNvSpPr>
            <a:spLocks xmlns:a="http://schemas.openxmlformats.org/drawingml/2006/main" noGrp="1"/>
          </p:cNvSpPr>
          <p:nvPr/>
        </p:nvSpPr>
        <p:spPr>
          <a:xfrm xmlns:a="http://schemas.openxmlformats.org/drawingml/2006/main">
            <a:off x="10763250" y="781050"/>
            <a:ext cx="1104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425" b="0">
                <a:solidFill>
                  <a:srgbClr val="A6E5C9"/>
                </a:solidFill>
                <a:latin typeface="Arial"/>
                <a:ea typeface="Arial"/>
                <a:cs typeface="Arial"/>
              </a:defRPr>
            </a:defPPr>
            <a:lvl1pPr algn="r">
              <a:defRPr sz="1425" b="0">
                <a:solidFill>
                  <a:srgbClr val="A6E5C9"/>
                </a:solidFill>
                <a:latin typeface="Arial"/>
                <a:ea typeface="Arial"/>
                <a:cs typeface="Arial"/>
              </a:defRPr>
            </a:lvl1pPr>
            <a:lvl2pPr algn="r">
              <a:defRPr sz="1425" b="0">
                <a:solidFill>
                  <a:srgbClr val="A6E5C9"/>
                </a:solidFill>
                <a:latin typeface="Arial"/>
                <a:ea typeface="Arial"/>
                <a:cs typeface="Arial"/>
              </a:defRPr>
            </a:lvl2pPr>
            <a:lvl3pPr algn="r">
              <a:defRPr sz="1425" b="0">
                <a:solidFill>
                  <a:srgbClr val="A6E5C9"/>
                </a:solidFill>
                <a:latin typeface="Arial"/>
                <a:ea typeface="Arial"/>
                <a:cs typeface="Arial"/>
              </a:defRPr>
            </a:lvl3pPr>
            <a:lvl4pPr algn="r">
              <a:defRPr sz="1425" b="0">
                <a:solidFill>
                  <a:srgbClr val="A6E5C9"/>
                </a:solidFill>
                <a:latin typeface="Arial"/>
                <a:ea typeface="Arial"/>
                <a:cs typeface="Arial"/>
              </a:defRPr>
            </a:lvl4pPr>
            <a:lvl5pPr algn="r">
              <a:defRPr sz="1425" b="0">
                <a:solidFill>
                  <a:srgbClr val="A6E5C9"/>
                </a:solidFill>
                <a:latin typeface="Arial"/>
                <a:ea typeface="Arial"/>
                <a:cs typeface="Arial"/>
              </a:defRPr>
            </a:lvl5pPr>
            <a:lvl6pPr algn="r">
              <a:defRPr sz="1425" b="0">
                <a:solidFill>
                  <a:srgbClr val="A6E5C9"/>
                </a:solidFill>
                <a:latin typeface="Arial"/>
                <a:ea typeface="Arial"/>
                <a:cs typeface="Arial"/>
              </a:defRPr>
            </a:lvl6pPr>
            <a:lvl7pPr algn="r">
              <a:defRPr sz="1425" b="0">
                <a:solidFill>
                  <a:srgbClr val="A6E5C9"/>
                </a:solidFill>
                <a:latin typeface="Arial"/>
                <a:ea typeface="Arial"/>
                <a:cs typeface="Arial"/>
              </a:defRPr>
            </a:lvl7pPr>
            <a:lvl8pPr algn="r">
              <a:defRPr sz="1425" b="0">
                <a:solidFill>
                  <a:srgbClr val="A6E5C9"/>
                </a:solidFill>
                <a:latin typeface="Arial"/>
                <a:ea typeface="Arial"/>
                <a:cs typeface="Arial"/>
              </a:defRPr>
            </a:lvl8pPr>
            <a:lvl9pPr algn="r">
              <a:defRPr sz="1425" b="0">
                <a:solidFill>
                  <a:srgbClr val="A6E5C9"/>
                </a:solidFill>
                <a:latin typeface="Arial"/>
                <a:ea typeface="Arial"/>
                <a:cs typeface="Arial"/>
              </a:defRPr>
            </a:lvl9pPr>
          </a:lstStyle>
          <a:p xmlns:a="http://schemas.openxmlformats.org/drawingml/2006/main">
            <a:pPr algn="r">
              <a:defRPr sz="1425" b="0">
                <a:solidFill>
                  <a:srgbClr val="A6E5C9"/>
                </a:solidFill>
                <a:latin typeface="Arial"/>
                <a:ea typeface="Arial"/>
                <a:cs typeface="Arial"/>
              </a:defRPr>
            </a:pPr>
            <a:r>
              <a:rPr sz="1425" b="0">
                <a:solidFill>
                  <a:srgbClr val="A6E5C9"/>
                </a:solidFill>
                <a:latin typeface="Arial"/>
                <a:ea typeface="Arial"/>
                <a:cs typeface="Arial"/>
              </a:rPr>
              <a:t>2 min</a:t>
            </a:r>
          </a:p>
        </p:txBody>
      </p:sp>
      <p:sp>
        <p:nvSpPr>
          <p:cNvPr id="9" name="">
            <a:extLst xmlns:a="http://schemas.openxmlformats.org/drawingml/2006/main">
              <a:ext uri="{FF2B5EF4-FFF2-40B4-BE49-F238E27FC236}">
                <a16:creationId xmlns:a16="http://schemas.microsoft.com/office/drawing/2014/main" id="{FEFDF4FE-AF1A-4D84-B6D8-5D9E8C555407}"/>
              </a:ext>
            </a:extLst>
          </p:cNvPr>
          <p:cNvSpPr>
            <a:spLocks xmlns:a="http://schemas.openxmlformats.org/drawingml/2006/main" noGrp="1"/>
          </p:cNvSpPr>
          <p:nvPr/>
        </p:nvSpPr>
        <p:spPr>
          <a:xfrm xmlns:a="http://schemas.openxmlformats.org/drawingml/2006/main">
            <a:off x="0" y="6467475"/>
            <a:ext cx="12192000" cy="390525"/>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AAAAF7E-622B-4ED4-995A-C05265626279}"/>
              </a:ext>
            </a:extLst>
          </p:cNvPr>
          <p:cNvSpPr>
            <a:spLocks xmlns:a="http://schemas.openxmlformats.org/drawingml/2006/main" noGrp="1"/>
          </p:cNvSpPr>
          <p:nvPr/>
        </p:nvSpPr>
        <p:spPr>
          <a:xfrm xmlns:a="http://schemas.openxmlformats.org/drawingml/2006/main">
            <a:off x="304800" y="65246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526074"/>
                </a:solidFill>
                <a:latin typeface="Arial"/>
                <a:ea typeface="Arial"/>
                <a:cs typeface="Arial"/>
              </a:defRPr>
            </a:defPPr>
            <a:lvl1pPr algn="l">
              <a:defRPr sz="1050" b="0">
                <a:solidFill>
                  <a:srgbClr val="526074"/>
                </a:solidFill>
                <a:latin typeface="Arial"/>
                <a:ea typeface="Arial"/>
                <a:cs typeface="Arial"/>
              </a:defRPr>
            </a:lvl1pPr>
            <a:lvl2pPr algn="l">
              <a:defRPr sz="1050" b="0">
                <a:solidFill>
                  <a:srgbClr val="526074"/>
                </a:solidFill>
                <a:latin typeface="Arial"/>
                <a:ea typeface="Arial"/>
                <a:cs typeface="Arial"/>
              </a:defRPr>
            </a:lvl2pPr>
            <a:lvl3pPr algn="l">
              <a:defRPr sz="1050" b="0">
                <a:solidFill>
                  <a:srgbClr val="526074"/>
                </a:solidFill>
                <a:latin typeface="Arial"/>
                <a:ea typeface="Arial"/>
                <a:cs typeface="Arial"/>
              </a:defRPr>
            </a:lvl3pPr>
            <a:lvl4pPr algn="l">
              <a:defRPr sz="1050" b="0">
                <a:solidFill>
                  <a:srgbClr val="526074"/>
                </a:solidFill>
                <a:latin typeface="Arial"/>
                <a:ea typeface="Arial"/>
                <a:cs typeface="Arial"/>
              </a:defRPr>
            </a:lvl4pPr>
            <a:lvl5pPr algn="l">
              <a:defRPr sz="1050" b="0">
                <a:solidFill>
                  <a:srgbClr val="526074"/>
                </a:solidFill>
                <a:latin typeface="Arial"/>
                <a:ea typeface="Arial"/>
                <a:cs typeface="Arial"/>
              </a:defRPr>
            </a:lvl5pPr>
            <a:lvl6pPr algn="l">
              <a:defRPr sz="1050" b="0">
                <a:solidFill>
                  <a:srgbClr val="526074"/>
                </a:solidFill>
                <a:latin typeface="Arial"/>
                <a:ea typeface="Arial"/>
                <a:cs typeface="Arial"/>
              </a:defRPr>
            </a:lvl6pPr>
            <a:lvl7pPr algn="l">
              <a:defRPr sz="1050" b="0">
                <a:solidFill>
                  <a:srgbClr val="526074"/>
                </a:solidFill>
                <a:latin typeface="Arial"/>
                <a:ea typeface="Arial"/>
                <a:cs typeface="Arial"/>
              </a:defRPr>
            </a:lvl7pPr>
            <a:lvl8pPr algn="l">
              <a:defRPr sz="1050" b="0">
                <a:solidFill>
                  <a:srgbClr val="526074"/>
                </a:solidFill>
                <a:latin typeface="Arial"/>
                <a:ea typeface="Arial"/>
                <a:cs typeface="Arial"/>
              </a:defRPr>
            </a:lvl8pPr>
            <a:lvl9pPr algn="l">
              <a:defRPr sz="1050" b="0">
                <a:solidFill>
                  <a:srgbClr val="526074"/>
                </a:solidFill>
                <a:latin typeface="Arial"/>
                <a:ea typeface="Arial"/>
                <a:cs typeface="Arial"/>
              </a:defRPr>
            </a:lvl9pPr>
          </a:lstStyle>
          <a:p xmlns:a="http://schemas.openxmlformats.org/drawingml/2006/main">
            <a:pPr algn="l">
              <a:defRPr sz="1050" b="0">
                <a:solidFill>
                  <a:srgbClr val="526074"/>
                </a:solidFill>
                <a:latin typeface="Arial"/>
                <a:ea typeface="Arial"/>
                <a:cs typeface="Arial"/>
              </a:defRPr>
            </a:pPr>
            <a:r>
              <a:rPr sz="1050" b="0">
                <a:solidFill>
                  <a:srgbClr val="526074"/>
                </a:solidFill>
                <a:latin typeface="Arial"/>
                <a:ea typeface="Arial"/>
                <a:cs typeface="Arial"/>
              </a:rPr>
              <a:t>ASSEMBLY-RULE-OF-LAW</a:t>
            </a:r>
          </a:p>
        </p:txBody>
      </p:sp>
      <p:sp>
        <p:nvSpPr>
          <p:cNvPr id="11" name="">
            <a:extLst xmlns:a="http://schemas.openxmlformats.org/drawingml/2006/main">
              <a:ext uri="{FF2B5EF4-FFF2-40B4-BE49-F238E27FC236}">
                <a16:creationId xmlns:a16="http://schemas.microsoft.com/office/drawing/2014/main" id="{1F688F79-2ACE-441B-A59D-341FDB8A749E}"/>
              </a:ext>
            </a:extLst>
          </p:cNvPr>
          <p:cNvSpPr>
            <a:spLocks xmlns:a="http://schemas.openxmlformats.org/drawingml/2006/main" noGrp="1"/>
          </p:cNvSpPr>
          <p:nvPr/>
        </p:nvSpPr>
        <p:spPr>
          <a:xfrm xmlns:a="http://schemas.openxmlformats.org/drawingml/2006/main">
            <a:off x="7620000" y="6524625"/>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074"/>
                </a:solidFill>
                <a:latin typeface="Arial"/>
                <a:ea typeface="Arial"/>
                <a:cs typeface="Arial"/>
              </a:defRPr>
            </a:defPPr>
            <a:lvl1pPr algn="r">
              <a:defRPr sz="1200" b="0">
                <a:solidFill>
                  <a:srgbClr val="526074"/>
                </a:solidFill>
                <a:latin typeface="Arial"/>
                <a:ea typeface="Arial"/>
                <a:cs typeface="Arial"/>
              </a:defRPr>
            </a:lvl1pPr>
            <a:lvl2pPr algn="r">
              <a:defRPr sz="1200" b="0">
                <a:solidFill>
                  <a:srgbClr val="526074"/>
                </a:solidFill>
                <a:latin typeface="Arial"/>
                <a:ea typeface="Arial"/>
                <a:cs typeface="Arial"/>
              </a:defRPr>
            </a:lvl2pPr>
            <a:lvl3pPr algn="r">
              <a:defRPr sz="1200" b="0">
                <a:solidFill>
                  <a:srgbClr val="526074"/>
                </a:solidFill>
                <a:latin typeface="Arial"/>
                <a:ea typeface="Arial"/>
                <a:cs typeface="Arial"/>
              </a:defRPr>
            </a:lvl3pPr>
            <a:lvl4pPr algn="r">
              <a:defRPr sz="1200" b="0">
                <a:solidFill>
                  <a:srgbClr val="526074"/>
                </a:solidFill>
                <a:latin typeface="Arial"/>
                <a:ea typeface="Arial"/>
                <a:cs typeface="Arial"/>
              </a:defRPr>
            </a:lvl4pPr>
            <a:lvl5pPr algn="r">
              <a:defRPr sz="1200" b="0">
                <a:solidFill>
                  <a:srgbClr val="526074"/>
                </a:solidFill>
                <a:latin typeface="Arial"/>
                <a:ea typeface="Arial"/>
                <a:cs typeface="Arial"/>
              </a:defRPr>
            </a:lvl5pPr>
            <a:lvl6pPr algn="r">
              <a:defRPr sz="1200" b="0">
                <a:solidFill>
                  <a:srgbClr val="526074"/>
                </a:solidFill>
                <a:latin typeface="Arial"/>
                <a:ea typeface="Arial"/>
                <a:cs typeface="Arial"/>
              </a:defRPr>
            </a:lvl6pPr>
            <a:lvl7pPr algn="r">
              <a:defRPr sz="1200" b="0">
                <a:solidFill>
                  <a:srgbClr val="526074"/>
                </a:solidFill>
                <a:latin typeface="Arial"/>
                <a:ea typeface="Arial"/>
                <a:cs typeface="Arial"/>
              </a:defRPr>
            </a:lvl7pPr>
            <a:lvl8pPr algn="r">
              <a:defRPr sz="1200" b="0">
                <a:solidFill>
                  <a:srgbClr val="526074"/>
                </a:solidFill>
                <a:latin typeface="Arial"/>
                <a:ea typeface="Arial"/>
                <a:cs typeface="Arial"/>
              </a:defRPr>
            </a:lvl8pPr>
            <a:lvl9pPr algn="r">
              <a:defRPr sz="1200" b="0">
                <a:solidFill>
                  <a:srgbClr val="526074"/>
                </a:solidFill>
                <a:latin typeface="Arial"/>
                <a:ea typeface="Arial"/>
                <a:cs typeface="Arial"/>
              </a:defRPr>
            </a:lvl9pPr>
          </a:lstStyle>
          <a:p xmlns:a="http://schemas.openxmlformats.org/drawingml/2006/main">
            <a:pPr algn="r">
              <a:defRPr sz="1200" b="0">
                <a:solidFill>
                  <a:srgbClr val="526074"/>
                </a:solidFill>
                <a:latin typeface="Arial"/>
                <a:ea typeface="Arial"/>
                <a:cs typeface="Arial"/>
              </a:defRPr>
            </a:pPr>
            <a:r>
              <a:rPr sz="1200" b="0">
                <a:solidFill>
                  <a:srgbClr val="526074"/>
                </a:solidFill>
                <a:latin typeface="Arial"/>
                <a:ea typeface="Arial"/>
                <a:cs typeface="Arial"/>
              </a:rPr>
              <a:t>Think · point · speak · watch</a:t>
            </a:r>
          </a:p>
        </p:txBody>
      </p:sp>
      <p:sp>
        <p:nvSpPr>
          <p:cNvPr id="12" name="Stage heading">
            <a:extLst xmlns:a="http://schemas.openxmlformats.org/drawingml/2006/main">
              <a:ext uri="{FF2B5EF4-FFF2-40B4-BE49-F238E27FC236}">
                <a16:creationId xmlns:a16="http://schemas.microsoft.com/office/drawing/2014/main" id="{B1BFF902-E447-4EBA-95D5-184AC74EE7C1}"/>
              </a:ext>
            </a:extLst>
          </p:cNvPr>
          <p:cNvSpPr>
            <a:spLocks xmlns:a="http://schemas.openxmlformats.org/drawingml/2006/main" noGrp="1"/>
          </p:cNvSpPr>
          <p:nvPr/>
        </p:nvSpPr>
        <p:spPr>
          <a:xfrm xmlns:a="http://schemas.openxmlformats.org/drawingml/2006/main">
            <a:off x="495300" y="1352550"/>
            <a:ext cx="11201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1">
                <a:solidFill>
                  <a:srgbClr val="17223B"/>
                </a:solidFill>
                <a:latin typeface="Arial"/>
                <a:ea typeface="Arial"/>
                <a:cs typeface="Arial"/>
              </a:defRPr>
            </a:defPPr>
            <a:lvl1pPr algn="l">
              <a:defRPr sz="3525" b="1">
                <a:solidFill>
                  <a:srgbClr val="17223B"/>
                </a:solidFill>
                <a:latin typeface="Arial"/>
                <a:ea typeface="Arial"/>
                <a:cs typeface="Arial"/>
              </a:defRPr>
            </a:lvl1pPr>
            <a:lvl2pPr algn="l">
              <a:defRPr sz="3525" b="1">
                <a:solidFill>
                  <a:srgbClr val="17223B"/>
                </a:solidFill>
                <a:latin typeface="Arial"/>
                <a:ea typeface="Arial"/>
                <a:cs typeface="Arial"/>
              </a:defRPr>
            </a:lvl2pPr>
            <a:lvl3pPr algn="l">
              <a:defRPr sz="3525" b="1">
                <a:solidFill>
                  <a:srgbClr val="17223B"/>
                </a:solidFill>
                <a:latin typeface="Arial"/>
                <a:ea typeface="Arial"/>
                <a:cs typeface="Arial"/>
              </a:defRPr>
            </a:lvl3pPr>
            <a:lvl4pPr algn="l">
              <a:defRPr sz="3525" b="1">
                <a:solidFill>
                  <a:srgbClr val="17223B"/>
                </a:solidFill>
                <a:latin typeface="Arial"/>
                <a:ea typeface="Arial"/>
                <a:cs typeface="Arial"/>
              </a:defRPr>
            </a:lvl4pPr>
            <a:lvl5pPr algn="l">
              <a:defRPr sz="3525" b="1">
                <a:solidFill>
                  <a:srgbClr val="17223B"/>
                </a:solidFill>
                <a:latin typeface="Arial"/>
                <a:ea typeface="Arial"/>
                <a:cs typeface="Arial"/>
              </a:defRPr>
            </a:lvl5pPr>
            <a:lvl6pPr algn="l">
              <a:defRPr sz="3525" b="1">
                <a:solidFill>
                  <a:srgbClr val="17223B"/>
                </a:solidFill>
                <a:latin typeface="Arial"/>
                <a:ea typeface="Arial"/>
                <a:cs typeface="Arial"/>
              </a:defRPr>
            </a:lvl6pPr>
            <a:lvl7pPr algn="l">
              <a:defRPr sz="3525" b="1">
                <a:solidFill>
                  <a:srgbClr val="17223B"/>
                </a:solidFill>
                <a:latin typeface="Arial"/>
                <a:ea typeface="Arial"/>
                <a:cs typeface="Arial"/>
              </a:defRPr>
            </a:lvl7pPr>
            <a:lvl8pPr algn="l">
              <a:defRPr sz="3525" b="1">
                <a:solidFill>
                  <a:srgbClr val="17223B"/>
                </a:solidFill>
                <a:latin typeface="Arial"/>
                <a:ea typeface="Arial"/>
                <a:cs typeface="Arial"/>
              </a:defRPr>
            </a:lvl8pPr>
            <a:lvl9pPr algn="l">
              <a:defRPr sz="3525" b="1">
                <a:solidFill>
                  <a:srgbClr val="17223B"/>
                </a:solidFill>
                <a:latin typeface="Arial"/>
                <a:ea typeface="Arial"/>
                <a:cs typeface="Arial"/>
              </a:defRPr>
            </a:lvl9pPr>
          </a:lstStyle>
          <a:p xmlns:a="http://schemas.openxmlformats.org/drawingml/2006/main">
            <a:pPr algn="l">
              <a:defRPr sz="3525" b="1">
                <a:solidFill>
                  <a:srgbClr val="17223B"/>
                </a:solidFill>
                <a:latin typeface="Arial"/>
                <a:ea typeface="Arial"/>
                <a:cs typeface="Arial"/>
              </a:defRPr>
            </a:pPr>
            <a:r>
              <a:rPr sz="3525" b="1">
                <a:solidFill>
                  <a:srgbClr val="17223B"/>
                </a:solidFill>
                <a:latin typeface="Arial"/>
                <a:ea typeface="Arial"/>
                <a:cs typeface="Arial"/>
              </a:rPr>
              <a:t>Fair does not always mean identical</a:t>
            </a:r>
          </a:p>
        </p:txBody>
      </p:sp>
      <p:sp>
        <p:nvSpPr>
          <p:cNvPr id="13" name="Discussion prompt">
            <a:extLst xmlns:a="http://schemas.openxmlformats.org/drawingml/2006/main">
              <a:ext uri="{FF2B5EF4-FFF2-40B4-BE49-F238E27FC236}">
                <a16:creationId xmlns:a16="http://schemas.microsoft.com/office/drawing/2014/main" id="{E5B2CFC2-358D-44F6-A142-14D738B83283}"/>
              </a:ext>
            </a:extLst>
          </p:cNvPr>
          <p:cNvSpPr>
            <a:spLocks xmlns:a="http://schemas.openxmlformats.org/drawingml/2006/main" noGrp="1"/>
          </p:cNvSpPr>
          <p:nvPr/>
        </p:nvSpPr>
        <p:spPr>
          <a:xfrm xmlns:a="http://schemas.openxmlformats.org/drawingml/2006/main">
            <a:off x="514350" y="2095500"/>
            <a:ext cx="11163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75" b="0">
                <a:solidFill>
                  <a:srgbClr val="17223B"/>
                </a:solidFill>
                <a:latin typeface="Arial"/>
                <a:ea typeface="Arial"/>
                <a:cs typeface="Arial"/>
              </a:defRPr>
            </a:defPPr>
            <a:lvl1pPr algn="l">
              <a:defRPr sz="2475" b="0">
                <a:solidFill>
                  <a:srgbClr val="17223B"/>
                </a:solidFill>
                <a:latin typeface="Arial"/>
                <a:ea typeface="Arial"/>
                <a:cs typeface="Arial"/>
              </a:defRPr>
            </a:lvl1pPr>
            <a:lvl2pPr algn="l">
              <a:defRPr sz="2475" b="0">
                <a:solidFill>
                  <a:srgbClr val="17223B"/>
                </a:solidFill>
                <a:latin typeface="Arial"/>
                <a:ea typeface="Arial"/>
                <a:cs typeface="Arial"/>
              </a:defRPr>
            </a:lvl2pPr>
            <a:lvl3pPr algn="l">
              <a:defRPr sz="2475" b="0">
                <a:solidFill>
                  <a:srgbClr val="17223B"/>
                </a:solidFill>
                <a:latin typeface="Arial"/>
                <a:ea typeface="Arial"/>
                <a:cs typeface="Arial"/>
              </a:defRPr>
            </a:lvl3pPr>
            <a:lvl4pPr algn="l">
              <a:defRPr sz="2475" b="0">
                <a:solidFill>
                  <a:srgbClr val="17223B"/>
                </a:solidFill>
                <a:latin typeface="Arial"/>
                <a:ea typeface="Arial"/>
                <a:cs typeface="Arial"/>
              </a:defRPr>
            </a:lvl4pPr>
            <a:lvl5pPr algn="l">
              <a:defRPr sz="2475" b="0">
                <a:solidFill>
                  <a:srgbClr val="17223B"/>
                </a:solidFill>
                <a:latin typeface="Arial"/>
                <a:ea typeface="Arial"/>
                <a:cs typeface="Arial"/>
              </a:defRPr>
            </a:lvl5pPr>
            <a:lvl6pPr algn="l">
              <a:defRPr sz="2475" b="0">
                <a:solidFill>
                  <a:srgbClr val="17223B"/>
                </a:solidFill>
                <a:latin typeface="Arial"/>
                <a:ea typeface="Arial"/>
                <a:cs typeface="Arial"/>
              </a:defRPr>
            </a:lvl6pPr>
            <a:lvl7pPr algn="l">
              <a:defRPr sz="2475" b="0">
                <a:solidFill>
                  <a:srgbClr val="17223B"/>
                </a:solidFill>
                <a:latin typeface="Arial"/>
                <a:ea typeface="Arial"/>
                <a:cs typeface="Arial"/>
              </a:defRPr>
            </a:lvl7pPr>
            <a:lvl8pPr algn="l">
              <a:defRPr sz="2475" b="0">
                <a:solidFill>
                  <a:srgbClr val="17223B"/>
                </a:solidFill>
                <a:latin typeface="Arial"/>
                <a:ea typeface="Arial"/>
                <a:cs typeface="Arial"/>
              </a:defRPr>
            </a:lvl8pPr>
            <a:lvl9pPr algn="l">
              <a:defRPr sz="2475" b="0">
                <a:solidFill>
                  <a:srgbClr val="17223B"/>
                </a:solidFill>
                <a:latin typeface="Arial"/>
                <a:ea typeface="Arial"/>
                <a:cs typeface="Arial"/>
              </a:defRPr>
            </a:lvl9pPr>
          </a:lstStyle>
          <a:p xmlns:a="http://schemas.openxmlformats.org/drawingml/2006/main">
            <a:pPr algn="l">
              <a:defRPr sz="2475" b="0">
                <a:solidFill>
                  <a:srgbClr val="17223B"/>
                </a:solidFill>
                <a:latin typeface="Arial"/>
                <a:ea typeface="Arial"/>
                <a:cs typeface="Arial"/>
              </a:defRPr>
            </a:pPr>
            <a:r>
              <a:rPr sz="2475" b="0">
                <a:solidFill>
                  <a:srgbClr val="17223B"/>
                </a:solidFill>
                <a:latin typeface="Arial"/>
                <a:ea typeface="Arial"/>
                <a:cs typeface="Arial"/>
              </a:rPr>
              <a:t>Is this useful support or favouritism?</a:t>
            </a:r>
          </a:p>
        </p:txBody>
      </p:sp>
      <p:sp>
        <p:nvSpPr>
          <p:cNvPr id="14" name="">
            <a:extLst xmlns:a="http://schemas.openxmlformats.org/drawingml/2006/main">
              <a:ext uri="{FF2B5EF4-FFF2-40B4-BE49-F238E27FC236}">
                <a16:creationId xmlns:a16="http://schemas.microsoft.com/office/drawing/2014/main" id="{8DCEE161-C83B-47DE-A4C6-183255591ED2}"/>
              </a:ext>
            </a:extLst>
          </p:cNvPr>
          <p:cNvSpPr>
            <a:spLocks xmlns:a="http://schemas.openxmlformats.org/drawingml/2006/main" noGrp="1"/>
          </p:cNvSpPr>
          <p:nvPr/>
        </p:nvSpPr>
        <p:spPr>
          <a:xfrm xmlns:a="http://schemas.openxmlformats.org/drawingml/2006/main">
            <a:off x="523875" y="31337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01</a:t>
            </a:r>
          </a:p>
        </p:txBody>
      </p:sp>
      <p:sp>
        <p:nvSpPr>
          <p:cNvPr id="15" name="Option 1">
            <a:extLst xmlns:a="http://schemas.openxmlformats.org/drawingml/2006/main">
              <a:ext uri="{FF2B5EF4-FFF2-40B4-BE49-F238E27FC236}">
                <a16:creationId xmlns:a16="http://schemas.microsoft.com/office/drawing/2014/main" id="{16635D86-2703-412D-8F2A-114747C3E0CC}"/>
              </a:ext>
            </a:extLst>
          </p:cNvPr>
          <p:cNvSpPr>
            <a:spLocks xmlns:a="http://schemas.openxmlformats.org/drawingml/2006/main" noGrp="1"/>
          </p:cNvSpPr>
          <p:nvPr/>
        </p:nvSpPr>
        <p:spPr>
          <a:xfrm xmlns:a="http://schemas.openxmlformats.org/drawingml/2006/main">
            <a:off x="1219200" y="31337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A pupil gets the instruction written down as well as spoken.</a:t>
            </a:r>
          </a:p>
        </p:txBody>
      </p:sp>
      <p:sp>
        <p:nvSpPr>
          <p:cNvPr id="16" name="">
            <a:extLst xmlns:a="http://schemas.openxmlformats.org/drawingml/2006/main">
              <a:ext uri="{FF2B5EF4-FFF2-40B4-BE49-F238E27FC236}">
                <a16:creationId xmlns:a16="http://schemas.microsoft.com/office/drawing/2014/main" id="{025BD18A-AE81-4A67-99A9-23385432FE5E}"/>
              </a:ext>
            </a:extLst>
          </p:cNvPr>
          <p:cNvSpPr>
            <a:spLocks xmlns:a="http://schemas.openxmlformats.org/drawingml/2006/main" noGrp="1"/>
          </p:cNvSpPr>
          <p:nvPr/>
        </p:nvSpPr>
        <p:spPr>
          <a:xfrm xmlns:a="http://schemas.openxmlformats.org/drawingml/2006/main">
            <a:off x="552450" y="4029075"/>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5A27A22-2F0F-4418-A715-E9B2695B6DA1}"/>
              </a:ext>
            </a:extLst>
          </p:cNvPr>
          <p:cNvSpPr>
            <a:spLocks xmlns:a="http://schemas.openxmlformats.org/drawingml/2006/main" noGrp="1"/>
          </p:cNvSpPr>
          <p:nvPr/>
        </p:nvSpPr>
        <p:spPr>
          <a:xfrm xmlns:a="http://schemas.openxmlformats.org/drawingml/2006/main">
            <a:off x="523875" y="40481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02</a:t>
            </a:r>
          </a:p>
        </p:txBody>
      </p:sp>
      <p:sp>
        <p:nvSpPr>
          <p:cNvPr id="18" name="Option 2">
            <a:extLst xmlns:a="http://schemas.openxmlformats.org/drawingml/2006/main">
              <a:ext uri="{FF2B5EF4-FFF2-40B4-BE49-F238E27FC236}">
                <a16:creationId xmlns:a16="http://schemas.microsoft.com/office/drawing/2014/main" id="{3914EB2D-EC30-4788-B668-D4DF8F25E619}"/>
              </a:ext>
            </a:extLst>
          </p:cNvPr>
          <p:cNvSpPr>
            <a:spLocks xmlns:a="http://schemas.openxmlformats.org/drawingml/2006/main" noGrp="1"/>
          </p:cNvSpPr>
          <p:nvPr/>
        </p:nvSpPr>
        <p:spPr>
          <a:xfrm xmlns:a="http://schemas.openxmlformats.org/drawingml/2006/main">
            <a:off x="1219200" y="40481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A referee lets a favourite team score after time is up.</a:t>
            </a:r>
          </a:p>
        </p:txBody>
      </p:sp>
      <p:sp>
        <p:nvSpPr>
          <p:cNvPr id="19" name="">
            <a:extLst xmlns:a="http://schemas.openxmlformats.org/drawingml/2006/main">
              <a:ext uri="{FF2B5EF4-FFF2-40B4-BE49-F238E27FC236}">
                <a16:creationId xmlns:a16="http://schemas.microsoft.com/office/drawing/2014/main" id="{986EBC69-955F-424F-9FE8-8EE85F618C17}"/>
              </a:ext>
            </a:extLst>
          </p:cNvPr>
          <p:cNvSpPr>
            <a:spLocks xmlns:a="http://schemas.openxmlformats.org/drawingml/2006/main" noGrp="1"/>
          </p:cNvSpPr>
          <p:nvPr/>
        </p:nvSpPr>
        <p:spPr>
          <a:xfrm xmlns:a="http://schemas.openxmlformats.org/drawingml/2006/main">
            <a:off x="552450" y="4943475"/>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23E0488-745C-4274-BE14-8D539D2DCC22}"/>
              </a:ext>
            </a:extLst>
          </p:cNvPr>
          <p:cNvSpPr>
            <a:spLocks xmlns:a="http://schemas.openxmlformats.org/drawingml/2006/main" noGrp="1"/>
          </p:cNvSpPr>
          <p:nvPr/>
        </p:nvSpPr>
        <p:spPr>
          <a:xfrm xmlns:a="http://schemas.openxmlformats.org/drawingml/2006/main">
            <a:off x="523875" y="49625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03</a:t>
            </a:r>
          </a:p>
        </p:txBody>
      </p:sp>
      <p:sp>
        <p:nvSpPr>
          <p:cNvPr id="21" name="Option 3">
            <a:extLst xmlns:a="http://schemas.openxmlformats.org/drawingml/2006/main">
              <a:ext uri="{FF2B5EF4-FFF2-40B4-BE49-F238E27FC236}">
                <a16:creationId xmlns:a16="http://schemas.microsoft.com/office/drawing/2014/main" id="{638E5AF6-C62B-44D8-BBC9-5CBAE36415B4}"/>
              </a:ext>
            </a:extLst>
          </p:cNvPr>
          <p:cNvSpPr>
            <a:spLocks xmlns:a="http://schemas.openxmlformats.org/drawingml/2006/main" noGrp="1"/>
          </p:cNvSpPr>
          <p:nvPr/>
        </p:nvSpPr>
        <p:spPr>
          <a:xfrm xmlns:a="http://schemas.openxmlformats.org/drawingml/2006/main">
            <a:off x="1219200" y="49625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A pupil gets extra reading time to remove a barrier.</a:t>
            </a:r>
          </a:p>
        </p:txBody>
      </p:sp>
      <p:sp>
        <p:nvSpPr>
          <p:cNvPr id="22" name="">
            <a:extLst xmlns:a="http://schemas.openxmlformats.org/drawingml/2006/main">
              <a:ext uri="{FF2B5EF4-FFF2-40B4-BE49-F238E27FC236}">
                <a16:creationId xmlns:a16="http://schemas.microsoft.com/office/drawing/2014/main" id="{9ADF5A5D-FC40-4CFE-B5BA-767C73290CC8}"/>
              </a:ext>
            </a:extLst>
          </p:cNvPr>
          <p:cNvSpPr>
            <a:spLocks xmlns:a="http://schemas.openxmlformats.org/drawingml/2006/main" noGrp="1"/>
          </p:cNvSpPr>
          <p:nvPr/>
        </p:nvSpPr>
        <p:spPr>
          <a:xfrm xmlns:a="http://schemas.openxmlformats.org/drawingml/2006/main">
            <a:off x="533400" y="6029325"/>
            <a:ext cx="1114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1">
                <a:solidFill>
                  <a:srgbClr val="236650"/>
                </a:solidFill>
                <a:latin typeface="Arial"/>
                <a:ea typeface="Arial"/>
                <a:cs typeface="Arial"/>
              </a:defRPr>
            </a:defPPr>
            <a:lvl1pPr algn="l">
              <a:defRPr sz="1575" b="1">
                <a:solidFill>
                  <a:srgbClr val="236650"/>
                </a:solidFill>
                <a:latin typeface="Arial"/>
                <a:ea typeface="Arial"/>
                <a:cs typeface="Arial"/>
              </a:defRPr>
            </a:lvl1pPr>
            <a:lvl2pPr algn="l">
              <a:defRPr sz="1575" b="1">
                <a:solidFill>
                  <a:srgbClr val="236650"/>
                </a:solidFill>
                <a:latin typeface="Arial"/>
                <a:ea typeface="Arial"/>
                <a:cs typeface="Arial"/>
              </a:defRPr>
            </a:lvl2pPr>
            <a:lvl3pPr algn="l">
              <a:defRPr sz="1575" b="1">
                <a:solidFill>
                  <a:srgbClr val="236650"/>
                </a:solidFill>
                <a:latin typeface="Arial"/>
                <a:ea typeface="Arial"/>
                <a:cs typeface="Arial"/>
              </a:defRPr>
            </a:lvl3pPr>
            <a:lvl4pPr algn="l">
              <a:defRPr sz="1575" b="1">
                <a:solidFill>
                  <a:srgbClr val="236650"/>
                </a:solidFill>
                <a:latin typeface="Arial"/>
                <a:ea typeface="Arial"/>
                <a:cs typeface="Arial"/>
              </a:defRPr>
            </a:lvl4pPr>
            <a:lvl5pPr algn="l">
              <a:defRPr sz="1575" b="1">
                <a:solidFill>
                  <a:srgbClr val="236650"/>
                </a:solidFill>
                <a:latin typeface="Arial"/>
                <a:ea typeface="Arial"/>
                <a:cs typeface="Arial"/>
              </a:defRPr>
            </a:lvl5pPr>
            <a:lvl6pPr algn="l">
              <a:defRPr sz="1575" b="1">
                <a:solidFill>
                  <a:srgbClr val="236650"/>
                </a:solidFill>
                <a:latin typeface="Arial"/>
                <a:ea typeface="Arial"/>
                <a:cs typeface="Arial"/>
              </a:defRPr>
            </a:lvl6pPr>
            <a:lvl7pPr algn="l">
              <a:defRPr sz="1575" b="1">
                <a:solidFill>
                  <a:srgbClr val="236650"/>
                </a:solidFill>
                <a:latin typeface="Arial"/>
                <a:ea typeface="Arial"/>
                <a:cs typeface="Arial"/>
              </a:defRPr>
            </a:lvl7pPr>
            <a:lvl8pPr algn="l">
              <a:defRPr sz="1575" b="1">
                <a:solidFill>
                  <a:srgbClr val="236650"/>
                </a:solidFill>
                <a:latin typeface="Arial"/>
                <a:ea typeface="Arial"/>
                <a:cs typeface="Arial"/>
              </a:defRPr>
            </a:lvl8pPr>
            <a:lvl9pPr algn="l">
              <a:defRPr sz="1575" b="1">
                <a:solidFill>
                  <a:srgbClr val="236650"/>
                </a:solidFill>
                <a:latin typeface="Arial"/>
                <a:ea typeface="Arial"/>
                <a:cs typeface="Arial"/>
              </a:defRPr>
            </a:lvl9pPr>
          </a:lstStyle>
          <a:p xmlns:a="http://schemas.openxmlformats.org/drawingml/2006/main">
            <a:pPr algn="l">
              <a:defRPr sz="1575" b="1">
                <a:solidFill>
                  <a:srgbClr val="236650"/>
                </a:solidFill>
                <a:latin typeface="Arial"/>
                <a:ea typeface="Arial"/>
                <a:cs typeface="Arial"/>
              </a:defRPr>
            </a:pPr>
            <a:r>
              <a:rPr sz="1575" b="1">
                <a:solidFill>
                  <a:srgbClr val="236650"/>
                </a:solidFill>
                <a:latin typeface="Arial"/>
                <a:ea typeface="Arial"/>
                <a:cs typeface="Arial"/>
              </a:rPr>
              <a:t>USEFUL SUPPORT  /  FAVOURITISM</a:t>
            </a:r>
          </a:p>
        </p:txBody>
      </p:sp>
    </p:spTree>
    <p:extLst>
      <p:ext uri="{BB962C8B-B14F-4D97-AF65-F5344CB8AC3E}">
        <p14:creationId xmlns:p14="http://schemas.microsoft.com/office/powerpoint/2010/main" val="1244269251"/>
      </p:ext>
    </p:extLst>
  </p:cSld>
</p:sld>
</file>

<file path=ppt/slides/slide13.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F248587-5282-4881-BB5A-38730CF14C54}"/>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67DB020F-2359-4D20-93E4-5FD8E657837D}"/>
              </a:ext>
            </a:extLst>
          </p:cNvPr>
          <p:cNvPicPr>
            <a:picLocks xmlns:a="http://schemas.openxmlformats.org/drawingml/2006/main" noChangeAspect="1"/>
          </p:cNvPicPr>
          <p:nvPr/>
        </p:nvPicPr>
        <p:blipFill>
          <a:blip xmlns:r="http://schemas.openxmlformats.org/officeDocument/2006/relationships" xmlns:a="http://schemas.openxmlformats.org/drawingml/2006/main" r:embed="R1709e9fb8dcd4e30"/>
          <a:stretch xmlns:a="http://schemas.openxmlformats.org/drawingml/2006/main"/>
        </p:blipFill>
        <p:spPr>
          <a:xfrm xmlns:a="http://schemas.openxmlformats.org/drawingml/2006/main">
            <a:off x="266700" y="114300"/>
            <a:ext cx="514350" cy="514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67CFF1F-1A4A-48F6-BEEC-DE137B19D49D}"/>
              </a:ext>
            </a:extLst>
          </p:cNvPr>
          <p:cNvSpPr>
            <a:spLocks xmlns:a="http://schemas.openxmlformats.org/drawingml/2006/main" noGrp="1"/>
          </p:cNvSpPr>
          <p:nvPr/>
        </p:nvSpPr>
        <p:spPr>
          <a:xfrm xmlns:a="http://schemas.openxmlformats.org/drawingml/2006/main">
            <a:off x="914400" y="1428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7223B"/>
                </a:solidFill>
                <a:latin typeface="Arial"/>
                <a:ea typeface="Arial"/>
                <a:cs typeface="Arial"/>
              </a:defRPr>
            </a:defPPr>
            <a:lvl1pPr algn="l">
              <a:defRPr sz="1500" b="1">
                <a:solidFill>
                  <a:srgbClr val="17223B"/>
                </a:solidFill>
                <a:latin typeface="Arial"/>
                <a:ea typeface="Arial"/>
                <a:cs typeface="Arial"/>
              </a:defRPr>
            </a:lvl1pPr>
            <a:lvl2pPr algn="l">
              <a:defRPr sz="1500" b="1">
                <a:solidFill>
                  <a:srgbClr val="17223B"/>
                </a:solidFill>
                <a:latin typeface="Arial"/>
                <a:ea typeface="Arial"/>
                <a:cs typeface="Arial"/>
              </a:defRPr>
            </a:lvl2pPr>
            <a:lvl3pPr algn="l">
              <a:defRPr sz="1500" b="1">
                <a:solidFill>
                  <a:srgbClr val="17223B"/>
                </a:solidFill>
                <a:latin typeface="Arial"/>
                <a:ea typeface="Arial"/>
                <a:cs typeface="Arial"/>
              </a:defRPr>
            </a:lvl3pPr>
            <a:lvl4pPr algn="l">
              <a:defRPr sz="1500" b="1">
                <a:solidFill>
                  <a:srgbClr val="17223B"/>
                </a:solidFill>
                <a:latin typeface="Arial"/>
                <a:ea typeface="Arial"/>
                <a:cs typeface="Arial"/>
              </a:defRPr>
            </a:lvl4pPr>
            <a:lvl5pPr algn="l">
              <a:defRPr sz="1500" b="1">
                <a:solidFill>
                  <a:srgbClr val="17223B"/>
                </a:solidFill>
                <a:latin typeface="Arial"/>
                <a:ea typeface="Arial"/>
                <a:cs typeface="Arial"/>
              </a:defRPr>
            </a:lvl5pPr>
            <a:lvl6pPr algn="l">
              <a:defRPr sz="1500" b="1">
                <a:solidFill>
                  <a:srgbClr val="17223B"/>
                </a:solidFill>
                <a:latin typeface="Arial"/>
                <a:ea typeface="Arial"/>
                <a:cs typeface="Arial"/>
              </a:defRPr>
            </a:lvl6pPr>
            <a:lvl7pPr algn="l">
              <a:defRPr sz="1500" b="1">
                <a:solidFill>
                  <a:srgbClr val="17223B"/>
                </a:solidFill>
                <a:latin typeface="Arial"/>
                <a:ea typeface="Arial"/>
                <a:cs typeface="Arial"/>
              </a:defRPr>
            </a:lvl7pPr>
            <a:lvl8pPr algn="l">
              <a:defRPr sz="1500" b="1">
                <a:solidFill>
                  <a:srgbClr val="17223B"/>
                </a:solidFill>
                <a:latin typeface="Arial"/>
                <a:ea typeface="Arial"/>
                <a:cs typeface="Arial"/>
              </a:defRPr>
            </a:lvl8pPr>
            <a:lvl9pPr algn="l">
              <a:defRPr sz="1500" b="1">
                <a:solidFill>
                  <a:srgbClr val="17223B"/>
                </a:solidFill>
                <a:latin typeface="Arial"/>
                <a:ea typeface="Arial"/>
                <a:cs typeface="Arial"/>
              </a:defRPr>
            </a:lvl9pPr>
          </a:lstStyle>
          <a:p xmlns:a="http://schemas.openxmlformats.org/drawingml/2006/main">
            <a:pPr algn="l">
              <a:defRPr sz="1500" b="1">
                <a:solidFill>
                  <a:srgbClr val="17223B"/>
                </a:solidFill>
                <a:latin typeface="Arial"/>
                <a:ea typeface="Arial"/>
                <a:cs typeface="Arial"/>
              </a:defRPr>
            </a:pPr>
            <a:r>
              <a:rPr sz="1500" b="1">
                <a:solidFill>
                  <a:srgbClr val="17223B"/>
                </a:solidFill>
                <a:latin typeface="Arial"/>
                <a:ea typeface="Arial"/>
                <a:cs typeface="Arial"/>
              </a:rPr>
              <a:t>MADE BY MATT</a:t>
            </a:r>
          </a:p>
        </p:txBody>
      </p:sp>
      <p:sp>
        <p:nvSpPr>
          <p:cNvPr id="4" name="">
            <a:extLst xmlns:a="http://schemas.openxmlformats.org/drawingml/2006/main">
              <a:ext uri="{FF2B5EF4-FFF2-40B4-BE49-F238E27FC236}">
                <a16:creationId xmlns:a16="http://schemas.microsoft.com/office/drawing/2014/main" id="{A072B2F4-2B22-44CF-866F-62614361CD4D}"/>
              </a:ext>
            </a:extLst>
          </p:cNvPr>
          <p:cNvSpPr>
            <a:spLocks xmlns:a="http://schemas.openxmlformats.org/drawingml/2006/main" noGrp="1"/>
          </p:cNvSpPr>
          <p:nvPr/>
        </p:nvSpPr>
        <p:spPr>
          <a:xfrm xmlns:a="http://schemas.openxmlformats.org/drawingml/2006/main">
            <a:off x="914400" y="39052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26074"/>
                </a:solidFill>
                <a:latin typeface="Arial"/>
                <a:ea typeface="Arial"/>
                <a:cs typeface="Arial"/>
              </a:defRPr>
            </a:defPPr>
            <a:lvl1pPr algn="l">
              <a:defRPr sz="1200" b="0">
                <a:solidFill>
                  <a:srgbClr val="526074"/>
                </a:solidFill>
                <a:latin typeface="Arial"/>
                <a:ea typeface="Arial"/>
                <a:cs typeface="Arial"/>
              </a:defRPr>
            </a:lvl1pPr>
            <a:lvl2pPr algn="l">
              <a:defRPr sz="1200" b="0">
                <a:solidFill>
                  <a:srgbClr val="526074"/>
                </a:solidFill>
                <a:latin typeface="Arial"/>
                <a:ea typeface="Arial"/>
                <a:cs typeface="Arial"/>
              </a:defRPr>
            </a:lvl2pPr>
            <a:lvl3pPr algn="l">
              <a:defRPr sz="1200" b="0">
                <a:solidFill>
                  <a:srgbClr val="526074"/>
                </a:solidFill>
                <a:latin typeface="Arial"/>
                <a:ea typeface="Arial"/>
                <a:cs typeface="Arial"/>
              </a:defRPr>
            </a:lvl3pPr>
            <a:lvl4pPr algn="l">
              <a:defRPr sz="1200" b="0">
                <a:solidFill>
                  <a:srgbClr val="526074"/>
                </a:solidFill>
                <a:latin typeface="Arial"/>
                <a:ea typeface="Arial"/>
                <a:cs typeface="Arial"/>
              </a:defRPr>
            </a:lvl4pPr>
            <a:lvl5pPr algn="l">
              <a:defRPr sz="1200" b="0">
                <a:solidFill>
                  <a:srgbClr val="526074"/>
                </a:solidFill>
                <a:latin typeface="Arial"/>
                <a:ea typeface="Arial"/>
                <a:cs typeface="Arial"/>
              </a:defRPr>
            </a:lvl5pPr>
            <a:lvl6pPr algn="l">
              <a:defRPr sz="1200" b="0">
                <a:solidFill>
                  <a:srgbClr val="526074"/>
                </a:solidFill>
                <a:latin typeface="Arial"/>
                <a:ea typeface="Arial"/>
                <a:cs typeface="Arial"/>
              </a:defRPr>
            </a:lvl6pPr>
            <a:lvl7pPr algn="l">
              <a:defRPr sz="1200" b="0">
                <a:solidFill>
                  <a:srgbClr val="526074"/>
                </a:solidFill>
                <a:latin typeface="Arial"/>
                <a:ea typeface="Arial"/>
                <a:cs typeface="Arial"/>
              </a:defRPr>
            </a:lvl7pPr>
            <a:lvl8pPr algn="l">
              <a:defRPr sz="1200" b="0">
                <a:solidFill>
                  <a:srgbClr val="526074"/>
                </a:solidFill>
                <a:latin typeface="Arial"/>
                <a:ea typeface="Arial"/>
                <a:cs typeface="Arial"/>
              </a:defRPr>
            </a:lvl8pPr>
            <a:lvl9pPr algn="l">
              <a:defRPr sz="1200" b="0">
                <a:solidFill>
                  <a:srgbClr val="526074"/>
                </a:solidFill>
                <a:latin typeface="Arial"/>
                <a:ea typeface="Arial"/>
                <a:cs typeface="Arial"/>
              </a:defRPr>
            </a:lvl9pPr>
          </a:lstStyle>
          <a:p xmlns:a="http://schemas.openxmlformats.org/drawingml/2006/main">
            <a:pPr algn="l">
              <a:defRPr sz="1200" b="0">
                <a:solidFill>
                  <a:srgbClr val="526074"/>
                </a:solidFill>
                <a:latin typeface="Arial"/>
                <a:ea typeface="Arial"/>
                <a:cs typeface="Arial"/>
              </a:defRPr>
            </a:pPr>
            <a:r>
              <a:rPr sz="1200" b="0">
                <a:solidFill>
                  <a:srgbClr val="526074"/>
                </a:solidFill>
                <a:latin typeface="Arial"/>
                <a:ea typeface="Arial"/>
                <a:cs typeface="Arial"/>
              </a:rPr>
              <a:t>Learn • Build • Explore</a:t>
            </a:r>
          </a:p>
        </p:txBody>
      </p:sp>
      <p:sp>
        <p:nvSpPr>
          <p:cNvPr id="5" name="">
            <a:extLst xmlns:a="http://schemas.openxmlformats.org/drawingml/2006/main">
              <a:ext uri="{FF2B5EF4-FFF2-40B4-BE49-F238E27FC236}">
                <a16:creationId xmlns:a16="http://schemas.microsoft.com/office/drawing/2014/main" id="{982DC394-2927-4816-8CA3-759E0E9B885C}"/>
              </a:ext>
            </a:extLst>
          </p:cNvPr>
          <p:cNvSpPr>
            <a:spLocks xmlns:a="http://schemas.openxmlformats.org/drawingml/2006/main" noGrp="1"/>
          </p:cNvSpPr>
          <p:nvPr/>
        </p:nvSpPr>
        <p:spPr>
          <a:xfrm xmlns:a="http://schemas.openxmlformats.org/drawingml/2006/main">
            <a:off x="7905750" y="2286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500" b="1">
                <a:solidFill>
                  <a:srgbClr val="236650"/>
                </a:solidFill>
                <a:latin typeface="Arial"/>
                <a:ea typeface="Arial"/>
                <a:cs typeface="Arial"/>
              </a:defRPr>
            </a:defPPr>
            <a:lvl1pPr algn="r">
              <a:defRPr sz="1500" b="1">
                <a:solidFill>
                  <a:srgbClr val="236650"/>
                </a:solidFill>
                <a:latin typeface="Arial"/>
                <a:ea typeface="Arial"/>
                <a:cs typeface="Arial"/>
              </a:defRPr>
            </a:lvl1pPr>
            <a:lvl2pPr algn="r">
              <a:defRPr sz="1500" b="1">
                <a:solidFill>
                  <a:srgbClr val="236650"/>
                </a:solidFill>
                <a:latin typeface="Arial"/>
                <a:ea typeface="Arial"/>
                <a:cs typeface="Arial"/>
              </a:defRPr>
            </a:lvl2pPr>
            <a:lvl3pPr algn="r">
              <a:defRPr sz="1500" b="1">
                <a:solidFill>
                  <a:srgbClr val="236650"/>
                </a:solidFill>
                <a:latin typeface="Arial"/>
                <a:ea typeface="Arial"/>
                <a:cs typeface="Arial"/>
              </a:defRPr>
            </a:lvl3pPr>
            <a:lvl4pPr algn="r">
              <a:defRPr sz="1500" b="1">
                <a:solidFill>
                  <a:srgbClr val="236650"/>
                </a:solidFill>
                <a:latin typeface="Arial"/>
                <a:ea typeface="Arial"/>
                <a:cs typeface="Arial"/>
              </a:defRPr>
            </a:lvl4pPr>
            <a:lvl5pPr algn="r">
              <a:defRPr sz="1500" b="1">
                <a:solidFill>
                  <a:srgbClr val="236650"/>
                </a:solidFill>
                <a:latin typeface="Arial"/>
                <a:ea typeface="Arial"/>
                <a:cs typeface="Arial"/>
              </a:defRPr>
            </a:lvl5pPr>
            <a:lvl6pPr algn="r">
              <a:defRPr sz="1500" b="1">
                <a:solidFill>
                  <a:srgbClr val="236650"/>
                </a:solidFill>
                <a:latin typeface="Arial"/>
                <a:ea typeface="Arial"/>
                <a:cs typeface="Arial"/>
              </a:defRPr>
            </a:lvl6pPr>
            <a:lvl7pPr algn="r">
              <a:defRPr sz="1500" b="1">
                <a:solidFill>
                  <a:srgbClr val="236650"/>
                </a:solidFill>
                <a:latin typeface="Arial"/>
                <a:ea typeface="Arial"/>
                <a:cs typeface="Arial"/>
              </a:defRPr>
            </a:lvl7pPr>
            <a:lvl8pPr algn="r">
              <a:defRPr sz="1500" b="1">
                <a:solidFill>
                  <a:srgbClr val="236650"/>
                </a:solidFill>
                <a:latin typeface="Arial"/>
                <a:ea typeface="Arial"/>
                <a:cs typeface="Arial"/>
              </a:defRPr>
            </a:lvl8pPr>
            <a:lvl9pPr algn="r">
              <a:defRPr sz="1500" b="1">
                <a:solidFill>
                  <a:srgbClr val="236650"/>
                </a:solidFill>
                <a:latin typeface="Arial"/>
                <a:ea typeface="Arial"/>
                <a:cs typeface="Arial"/>
              </a:defRPr>
            </a:lvl9pPr>
          </a:lstStyle>
          <a:p xmlns:a="http://schemas.openxmlformats.org/drawingml/2006/main">
            <a:pPr algn="r">
              <a:defRPr sz="1500" b="1">
                <a:solidFill>
                  <a:srgbClr val="236650"/>
                </a:solidFill>
                <a:latin typeface="Arial"/>
                <a:ea typeface="Arial"/>
                <a:cs typeface="Arial"/>
              </a:defRPr>
            </a:pPr>
            <a:r>
              <a:rPr sz="1500" b="1">
                <a:solidFill>
                  <a:srgbClr val="236650"/>
                </a:solidFill>
                <a:latin typeface="Arial"/>
                <a:ea typeface="Arial"/>
                <a:cs typeface="Arial"/>
              </a:rPr>
              <a:t>BRITISH VALUES</a:t>
            </a:r>
          </a:p>
        </p:txBody>
      </p:sp>
      <p:sp>
        <p:nvSpPr>
          <p:cNvPr id="6" name="">
            <a:extLst xmlns:a="http://schemas.openxmlformats.org/drawingml/2006/main">
              <a:ext uri="{FF2B5EF4-FFF2-40B4-BE49-F238E27FC236}">
                <a16:creationId xmlns:a16="http://schemas.microsoft.com/office/drawing/2014/main" id="{635FBFAD-DEFD-4412-9C52-3BA4C430F491}"/>
              </a:ext>
            </a:extLst>
          </p:cNvPr>
          <p:cNvSpPr>
            <a:spLocks xmlns:a="http://schemas.openxmlformats.org/drawingml/2006/main" noGrp="1"/>
          </p:cNvSpPr>
          <p:nvPr/>
        </p:nvSpPr>
        <p:spPr>
          <a:xfrm xmlns:a="http://schemas.openxmlformats.org/drawingml/2006/main">
            <a:off x="0" y="742950"/>
            <a:ext cx="12192000" cy="40005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A9ACFDB-2FC7-434F-B75D-3F541028EB65}"/>
              </a:ext>
            </a:extLst>
          </p:cNvPr>
          <p:cNvSpPr>
            <a:spLocks xmlns:a="http://schemas.openxmlformats.org/drawingml/2006/main" noGrp="1"/>
          </p:cNvSpPr>
          <p:nvPr/>
        </p:nvSpPr>
        <p:spPr>
          <a:xfrm xmlns:a="http://schemas.openxmlformats.org/drawingml/2006/main">
            <a:off x="304800" y="781050"/>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FFFEF9"/>
                </a:solidFill>
                <a:latin typeface="Arial"/>
                <a:ea typeface="Arial"/>
                <a:cs typeface="Arial"/>
              </a:defRPr>
            </a:defPPr>
            <a:lvl1pPr algn="l">
              <a:defRPr sz="1425" b="0">
                <a:solidFill>
                  <a:srgbClr val="FFFEF9"/>
                </a:solidFill>
                <a:latin typeface="Arial"/>
                <a:ea typeface="Arial"/>
                <a:cs typeface="Arial"/>
              </a:defRPr>
            </a:lvl1pPr>
            <a:lvl2pPr algn="l">
              <a:defRPr sz="1425" b="0">
                <a:solidFill>
                  <a:srgbClr val="FFFEF9"/>
                </a:solidFill>
                <a:latin typeface="Arial"/>
                <a:ea typeface="Arial"/>
                <a:cs typeface="Arial"/>
              </a:defRPr>
            </a:lvl2pPr>
            <a:lvl3pPr algn="l">
              <a:defRPr sz="1425" b="0">
                <a:solidFill>
                  <a:srgbClr val="FFFEF9"/>
                </a:solidFill>
                <a:latin typeface="Arial"/>
                <a:ea typeface="Arial"/>
                <a:cs typeface="Arial"/>
              </a:defRPr>
            </a:lvl3pPr>
            <a:lvl4pPr algn="l">
              <a:defRPr sz="1425" b="0">
                <a:solidFill>
                  <a:srgbClr val="FFFEF9"/>
                </a:solidFill>
                <a:latin typeface="Arial"/>
                <a:ea typeface="Arial"/>
                <a:cs typeface="Arial"/>
              </a:defRPr>
            </a:lvl4pPr>
            <a:lvl5pPr algn="l">
              <a:defRPr sz="1425" b="0">
                <a:solidFill>
                  <a:srgbClr val="FFFEF9"/>
                </a:solidFill>
                <a:latin typeface="Arial"/>
                <a:ea typeface="Arial"/>
                <a:cs typeface="Arial"/>
              </a:defRPr>
            </a:lvl5pPr>
            <a:lvl6pPr algn="l">
              <a:defRPr sz="1425" b="0">
                <a:solidFill>
                  <a:srgbClr val="FFFEF9"/>
                </a:solidFill>
                <a:latin typeface="Arial"/>
                <a:ea typeface="Arial"/>
                <a:cs typeface="Arial"/>
              </a:defRPr>
            </a:lvl6pPr>
            <a:lvl7pPr algn="l">
              <a:defRPr sz="1425" b="0">
                <a:solidFill>
                  <a:srgbClr val="FFFEF9"/>
                </a:solidFill>
                <a:latin typeface="Arial"/>
                <a:ea typeface="Arial"/>
                <a:cs typeface="Arial"/>
              </a:defRPr>
            </a:lvl7pPr>
            <a:lvl8pPr algn="l">
              <a:defRPr sz="1425" b="0">
                <a:solidFill>
                  <a:srgbClr val="FFFEF9"/>
                </a:solidFill>
                <a:latin typeface="Arial"/>
                <a:ea typeface="Arial"/>
                <a:cs typeface="Arial"/>
              </a:defRPr>
            </a:lvl8pPr>
            <a:lvl9pPr algn="l">
              <a:defRPr sz="1425" b="0">
                <a:solidFill>
                  <a:srgbClr val="FFFEF9"/>
                </a:solidFill>
                <a:latin typeface="Arial"/>
                <a:ea typeface="Arial"/>
                <a:cs typeface="Arial"/>
              </a:defRPr>
            </a:lvl9pPr>
          </a:lstStyle>
          <a:p xmlns:a="http://schemas.openxmlformats.org/drawingml/2006/main">
            <a:pPr algn="l">
              <a:defRPr sz="1425" b="0">
                <a:solidFill>
                  <a:srgbClr val="FFFEF9"/>
                </a:solidFill>
                <a:latin typeface="Arial"/>
                <a:ea typeface="Arial"/>
                <a:cs typeface="Arial"/>
              </a:defRPr>
            </a:pPr>
            <a:r>
              <a:rPr sz="1425" b="0">
                <a:solidFill>
                  <a:srgbClr val="FFFEF9"/>
                </a:solidFill>
                <a:latin typeface="Arial"/>
                <a:ea typeface="Arial"/>
                <a:cs typeface="Arial"/>
              </a:rPr>
              <a:t>07 / 10    Fair does not always mean identical</a:t>
            </a:r>
          </a:p>
        </p:txBody>
      </p:sp>
      <p:sp>
        <p:nvSpPr>
          <p:cNvPr id="8" name="">
            <a:extLst xmlns:a="http://schemas.openxmlformats.org/drawingml/2006/main">
              <a:ext uri="{FF2B5EF4-FFF2-40B4-BE49-F238E27FC236}">
                <a16:creationId xmlns:a16="http://schemas.microsoft.com/office/drawing/2014/main" id="{162A055C-9D6D-4F36-AA55-A1CB23700438}"/>
              </a:ext>
            </a:extLst>
          </p:cNvPr>
          <p:cNvSpPr>
            <a:spLocks xmlns:a="http://schemas.openxmlformats.org/drawingml/2006/main" noGrp="1"/>
          </p:cNvSpPr>
          <p:nvPr/>
        </p:nvSpPr>
        <p:spPr>
          <a:xfrm xmlns:a="http://schemas.openxmlformats.org/drawingml/2006/main">
            <a:off x="10763250" y="781050"/>
            <a:ext cx="1104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425" b="0">
                <a:solidFill>
                  <a:srgbClr val="A6E5C9"/>
                </a:solidFill>
                <a:latin typeface="Arial"/>
                <a:ea typeface="Arial"/>
                <a:cs typeface="Arial"/>
              </a:defRPr>
            </a:defPPr>
            <a:lvl1pPr algn="r">
              <a:defRPr sz="1425" b="0">
                <a:solidFill>
                  <a:srgbClr val="A6E5C9"/>
                </a:solidFill>
                <a:latin typeface="Arial"/>
                <a:ea typeface="Arial"/>
                <a:cs typeface="Arial"/>
              </a:defRPr>
            </a:lvl1pPr>
            <a:lvl2pPr algn="r">
              <a:defRPr sz="1425" b="0">
                <a:solidFill>
                  <a:srgbClr val="A6E5C9"/>
                </a:solidFill>
                <a:latin typeface="Arial"/>
                <a:ea typeface="Arial"/>
                <a:cs typeface="Arial"/>
              </a:defRPr>
            </a:lvl2pPr>
            <a:lvl3pPr algn="r">
              <a:defRPr sz="1425" b="0">
                <a:solidFill>
                  <a:srgbClr val="A6E5C9"/>
                </a:solidFill>
                <a:latin typeface="Arial"/>
                <a:ea typeface="Arial"/>
                <a:cs typeface="Arial"/>
              </a:defRPr>
            </a:lvl3pPr>
            <a:lvl4pPr algn="r">
              <a:defRPr sz="1425" b="0">
                <a:solidFill>
                  <a:srgbClr val="A6E5C9"/>
                </a:solidFill>
                <a:latin typeface="Arial"/>
                <a:ea typeface="Arial"/>
                <a:cs typeface="Arial"/>
              </a:defRPr>
            </a:lvl4pPr>
            <a:lvl5pPr algn="r">
              <a:defRPr sz="1425" b="0">
                <a:solidFill>
                  <a:srgbClr val="A6E5C9"/>
                </a:solidFill>
                <a:latin typeface="Arial"/>
                <a:ea typeface="Arial"/>
                <a:cs typeface="Arial"/>
              </a:defRPr>
            </a:lvl5pPr>
            <a:lvl6pPr algn="r">
              <a:defRPr sz="1425" b="0">
                <a:solidFill>
                  <a:srgbClr val="A6E5C9"/>
                </a:solidFill>
                <a:latin typeface="Arial"/>
                <a:ea typeface="Arial"/>
                <a:cs typeface="Arial"/>
              </a:defRPr>
            </a:lvl6pPr>
            <a:lvl7pPr algn="r">
              <a:defRPr sz="1425" b="0">
                <a:solidFill>
                  <a:srgbClr val="A6E5C9"/>
                </a:solidFill>
                <a:latin typeface="Arial"/>
                <a:ea typeface="Arial"/>
                <a:cs typeface="Arial"/>
              </a:defRPr>
            </a:lvl7pPr>
            <a:lvl8pPr algn="r">
              <a:defRPr sz="1425" b="0">
                <a:solidFill>
                  <a:srgbClr val="A6E5C9"/>
                </a:solidFill>
                <a:latin typeface="Arial"/>
                <a:ea typeface="Arial"/>
                <a:cs typeface="Arial"/>
              </a:defRPr>
            </a:lvl8pPr>
            <a:lvl9pPr algn="r">
              <a:defRPr sz="1425" b="0">
                <a:solidFill>
                  <a:srgbClr val="A6E5C9"/>
                </a:solidFill>
                <a:latin typeface="Arial"/>
                <a:ea typeface="Arial"/>
                <a:cs typeface="Arial"/>
              </a:defRPr>
            </a:lvl9pPr>
          </a:lstStyle>
          <a:p xmlns:a="http://schemas.openxmlformats.org/drawingml/2006/main">
            <a:pPr algn="r">
              <a:defRPr sz="1425" b="0">
                <a:solidFill>
                  <a:srgbClr val="A6E5C9"/>
                </a:solidFill>
                <a:latin typeface="Arial"/>
                <a:ea typeface="Arial"/>
                <a:cs typeface="Arial"/>
              </a:defRPr>
            </a:pPr>
            <a:r>
              <a:rPr sz="1425" b="0">
                <a:solidFill>
                  <a:srgbClr val="A6E5C9"/>
                </a:solidFill>
                <a:latin typeface="Arial"/>
                <a:ea typeface="Arial"/>
                <a:cs typeface="Arial"/>
              </a:rPr>
              <a:t>2 min</a:t>
            </a:r>
          </a:p>
        </p:txBody>
      </p:sp>
      <p:sp>
        <p:nvSpPr>
          <p:cNvPr id="9" name="">
            <a:extLst xmlns:a="http://schemas.openxmlformats.org/drawingml/2006/main">
              <a:ext uri="{FF2B5EF4-FFF2-40B4-BE49-F238E27FC236}">
                <a16:creationId xmlns:a16="http://schemas.microsoft.com/office/drawing/2014/main" id="{8BBCB52A-5F0B-471C-A306-A860659216B1}"/>
              </a:ext>
            </a:extLst>
          </p:cNvPr>
          <p:cNvSpPr>
            <a:spLocks xmlns:a="http://schemas.openxmlformats.org/drawingml/2006/main" noGrp="1"/>
          </p:cNvSpPr>
          <p:nvPr/>
        </p:nvSpPr>
        <p:spPr>
          <a:xfrm xmlns:a="http://schemas.openxmlformats.org/drawingml/2006/main">
            <a:off x="0" y="6467475"/>
            <a:ext cx="12192000" cy="390525"/>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CC74B1D-35D2-4CD2-95E4-314C3F279935}"/>
              </a:ext>
            </a:extLst>
          </p:cNvPr>
          <p:cNvSpPr>
            <a:spLocks xmlns:a="http://schemas.openxmlformats.org/drawingml/2006/main" noGrp="1"/>
          </p:cNvSpPr>
          <p:nvPr/>
        </p:nvSpPr>
        <p:spPr>
          <a:xfrm xmlns:a="http://schemas.openxmlformats.org/drawingml/2006/main">
            <a:off x="304800" y="65246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526074"/>
                </a:solidFill>
                <a:latin typeface="Arial"/>
                <a:ea typeface="Arial"/>
                <a:cs typeface="Arial"/>
              </a:defRPr>
            </a:defPPr>
            <a:lvl1pPr algn="l">
              <a:defRPr sz="1050" b="0">
                <a:solidFill>
                  <a:srgbClr val="526074"/>
                </a:solidFill>
                <a:latin typeface="Arial"/>
                <a:ea typeface="Arial"/>
                <a:cs typeface="Arial"/>
              </a:defRPr>
            </a:lvl1pPr>
            <a:lvl2pPr algn="l">
              <a:defRPr sz="1050" b="0">
                <a:solidFill>
                  <a:srgbClr val="526074"/>
                </a:solidFill>
                <a:latin typeface="Arial"/>
                <a:ea typeface="Arial"/>
                <a:cs typeface="Arial"/>
              </a:defRPr>
            </a:lvl2pPr>
            <a:lvl3pPr algn="l">
              <a:defRPr sz="1050" b="0">
                <a:solidFill>
                  <a:srgbClr val="526074"/>
                </a:solidFill>
                <a:latin typeface="Arial"/>
                <a:ea typeface="Arial"/>
                <a:cs typeface="Arial"/>
              </a:defRPr>
            </a:lvl3pPr>
            <a:lvl4pPr algn="l">
              <a:defRPr sz="1050" b="0">
                <a:solidFill>
                  <a:srgbClr val="526074"/>
                </a:solidFill>
                <a:latin typeface="Arial"/>
                <a:ea typeface="Arial"/>
                <a:cs typeface="Arial"/>
              </a:defRPr>
            </a:lvl4pPr>
            <a:lvl5pPr algn="l">
              <a:defRPr sz="1050" b="0">
                <a:solidFill>
                  <a:srgbClr val="526074"/>
                </a:solidFill>
                <a:latin typeface="Arial"/>
                <a:ea typeface="Arial"/>
                <a:cs typeface="Arial"/>
              </a:defRPr>
            </a:lvl5pPr>
            <a:lvl6pPr algn="l">
              <a:defRPr sz="1050" b="0">
                <a:solidFill>
                  <a:srgbClr val="526074"/>
                </a:solidFill>
                <a:latin typeface="Arial"/>
                <a:ea typeface="Arial"/>
                <a:cs typeface="Arial"/>
              </a:defRPr>
            </a:lvl6pPr>
            <a:lvl7pPr algn="l">
              <a:defRPr sz="1050" b="0">
                <a:solidFill>
                  <a:srgbClr val="526074"/>
                </a:solidFill>
                <a:latin typeface="Arial"/>
                <a:ea typeface="Arial"/>
                <a:cs typeface="Arial"/>
              </a:defRPr>
            </a:lvl7pPr>
            <a:lvl8pPr algn="l">
              <a:defRPr sz="1050" b="0">
                <a:solidFill>
                  <a:srgbClr val="526074"/>
                </a:solidFill>
                <a:latin typeface="Arial"/>
                <a:ea typeface="Arial"/>
                <a:cs typeface="Arial"/>
              </a:defRPr>
            </a:lvl8pPr>
            <a:lvl9pPr algn="l">
              <a:defRPr sz="1050" b="0">
                <a:solidFill>
                  <a:srgbClr val="526074"/>
                </a:solidFill>
                <a:latin typeface="Arial"/>
                <a:ea typeface="Arial"/>
                <a:cs typeface="Arial"/>
              </a:defRPr>
            </a:lvl9pPr>
          </a:lstStyle>
          <a:p xmlns:a="http://schemas.openxmlformats.org/drawingml/2006/main">
            <a:pPr algn="l">
              <a:defRPr sz="1050" b="0">
                <a:solidFill>
                  <a:srgbClr val="526074"/>
                </a:solidFill>
                <a:latin typeface="Arial"/>
                <a:ea typeface="Arial"/>
                <a:cs typeface="Arial"/>
              </a:defRPr>
            </a:pPr>
            <a:r>
              <a:rPr sz="1050" b="0">
                <a:solidFill>
                  <a:srgbClr val="526074"/>
                </a:solidFill>
                <a:latin typeface="Arial"/>
                <a:ea typeface="Arial"/>
                <a:cs typeface="Arial"/>
              </a:rPr>
              <a:t>ASSEMBLY-RULE-OF-LAW</a:t>
            </a:r>
          </a:p>
        </p:txBody>
      </p:sp>
      <p:sp>
        <p:nvSpPr>
          <p:cNvPr id="11" name="">
            <a:extLst xmlns:a="http://schemas.openxmlformats.org/drawingml/2006/main">
              <a:ext uri="{FF2B5EF4-FFF2-40B4-BE49-F238E27FC236}">
                <a16:creationId xmlns:a16="http://schemas.microsoft.com/office/drawing/2014/main" id="{5203CB65-AE64-4490-B9DE-FCDF87395E91}"/>
              </a:ext>
            </a:extLst>
          </p:cNvPr>
          <p:cNvSpPr>
            <a:spLocks xmlns:a="http://schemas.openxmlformats.org/drawingml/2006/main" noGrp="1"/>
          </p:cNvSpPr>
          <p:nvPr/>
        </p:nvSpPr>
        <p:spPr>
          <a:xfrm xmlns:a="http://schemas.openxmlformats.org/drawingml/2006/main">
            <a:off x="7620000" y="6524625"/>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074"/>
                </a:solidFill>
                <a:latin typeface="Arial"/>
                <a:ea typeface="Arial"/>
                <a:cs typeface="Arial"/>
              </a:defRPr>
            </a:defPPr>
            <a:lvl1pPr algn="r">
              <a:defRPr sz="1200" b="0">
                <a:solidFill>
                  <a:srgbClr val="526074"/>
                </a:solidFill>
                <a:latin typeface="Arial"/>
                <a:ea typeface="Arial"/>
                <a:cs typeface="Arial"/>
              </a:defRPr>
            </a:lvl1pPr>
            <a:lvl2pPr algn="r">
              <a:defRPr sz="1200" b="0">
                <a:solidFill>
                  <a:srgbClr val="526074"/>
                </a:solidFill>
                <a:latin typeface="Arial"/>
                <a:ea typeface="Arial"/>
                <a:cs typeface="Arial"/>
              </a:defRPr>
            </a:lvl2pPr>
            <a:lvl3pPr algn="r">
              <a:defRPr sz="1200" b="0">
                <a:solidFill>
                  <a:srgbClr val="526074"/>
                </a:solidFill>
                <a:latin typeface="Arial"/>
                <a:ea typeface="Arial"/>
                <a:cs typeface="Arial"/>
              </a:defRPr>
            </a:lvl3pPr>
            <a:lvl4pPr algn="r">
              <a:defRPr sz="1200" b="0">
                <a:solidFill>
                  <a:srgbClr val="526074"/>
                </a:solidFill>
                <a:latin typeface="Arial"/>
                <a:ea typeface="Arial"/>
                <a:cs typeface="Arial"/>
              </a:defRPr>
            </a:lvl4pPr>
            <a:lvl5pPr algn="r">
              <a:defRPr sz="1200" b="0">
                <a:solidFill>
                  <a:srgbClr val="526074"/>
                </a:solidFill>
                <a:latin typeface="Arial"/>
                <a:ea typeface="Arial"/>
                <a:cs typeface="Arial"/>
              </a:defRPr>
            </a:lvl5pPr>
            <a:lvl6pPr algn="r">
              <a:defRPr sz="1200" b="0">
                <a:solidFill>
                  <a:srgbClr val="526074"/>
                </a:solidFill>
                <a:latin typeface="Arial"/>
                <a:ea typeface="Arial"/>
                <a:cs typeface="Arial"/>
              </a:defRPr>
            </a:lvl6pPr>
            <a:lvl7pPr algn="r">
              <a:defRPr sz="1200" b="0">
                <a:solidFill>
                  <a:srgbClr val="526074"/>
                </a:solidFill>
                <a:latin typeface="Arial"/>
                <a:ea typeface="Arial"/>
                <a:cs typeface="Arial"/>
              </a:defRPr>
            </a:lvl7pPr>
            <a:lvl8pPr algn="r">
              <a:defRPr sz="1200" b="0">
                <a:solidFill>
                  <a:srgbClr val="526074"/>
                </a:solidFill>
                <a:latin typeface="Arial"/>
                <a:ea typeface="Arial"/>
                <a:cs typeface="Arial"/>
              </a:defRPr>
            </a:lvl8pPr>
            <a:lvl9pPr algn="r">
              <a:defRPr sz="1200" b="0">
                <a:solidFill>
                  <a:srgbClr val="526074"/>
                </a:solidFill>
                <a:latin typeface="Arial"/>
                <a:ea typeface="Arial"/>
                <a:cs typeface="Arial"/>
              </a:defRPr>
            </a:lvl9pPr>
          </a:lstStyle>
          <a:p xmlns:a="http://schemas.openxmlformats.org/drawingml/2006/main">
            <a:pPr algn="r">
              <a:defRPr sz="1200" b="0">
                <a:solidFill>
                  <a:srgbClr val="526074"/>
                </a:solidFill>
                <a:latin typeface="Arial"/>
                <a:ea typeface="Arial"/>
                <a:cs typeface="Arial"/>
              </a:defRPr>
            </a:pPr>
            <a:r>
              <a:rPr sz="1200" b="0">
                <a:solidFill>
                  <a:srgbClr val="526074"/>
                </a:solidFill>
                <a:latin typeface="Arial"/>
                <a:ea typeface="Arial"/>
                <a:cs typeface="Arial"/>
              </a:rPr>
              <a:t>Check and explain</a:t>
            </a:r>
          </a:p>
        </p:txBody>
      </p:sp>
      <p:sp>
        <p:nvSpPr>
          <p:cNvPr id="12" name="Stage heading">
            <a:extLst xmlns:a="http://schemas.openxmlformats.org/drawingml/2006/main">
              <a:ext uri="{FF2B5EF4-FFF2-40B4-BE49-F238E27FC236}">
                <a16:creationId xmlns:a16="http://schemas.microsoft.com/office/drawing/2014/main" id="{068D4C32-B9C6-4498-9EA7-EFBBF9FE7553}"/>
              </a:ext>
            </a:extLst>
          </p:cNvPr>
          <p:cNvSpPr>
            <a:spLocks xmlns:a="http://schemas.openxmlformats.org/drawingml/2006/main" noGrp="1"/>
          </p:cNvSpPr>
          <p:nvPr/>
        </p:nvSpPr>
        <p:spPr>
          <a:xfrm xmlns:a="http://schemas.openxmlformats.org/drawingml/2006/main">
            <a:off x="495300" y="1352550"/>
            <a:ext cx="11201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1">
                <a:solidFill>
                  <a:srgbClr val="17223B"/>
                </a:solidFill>
                <a:latin typeface="Arial"/>
                <a:ea typeface="Arial"/>
                <a:cs typeface="Arial"/>
              </a:defRPr>
            </a:defPPr>
            <a:lvl1pPr algn="l">
              <a:defRPr sz="3525" b="1">
                <a:solidFill>
                  <a:srgbClr val="17223B"/>
                </a:solidFill>
                <a:latin typeface="Arial"/>
                <a:ea typeface="Arial"/>
                <a:cs typeface="Arial"/>
              </a:defRPr>
            </a:lvl1pPr>
            <a:lvl2pPr algn="l">
              <a:defRPr sz="3525" b="1">
                <a:solidFill>
                  <a:srgbClr val="17223B"/>
                </a:solidFill>
                <a:latin typeface="Arial"/>
                <a:ea typeface="Arial"/>
                <a:cs typeface="Arial"/>
              </a:defRPr>
            </a:lvl2pPr>
            <a:lvl3pPr algn="l">
              <a:defRPr sz="3525" b="1">
                <a:solidFill>
                  <a:srgbClr val="17223B"/>
                </a:solidFill>
                <a:latin typeface="Arial"/>
                <a:ea typeface="Arial"/>
                <a:cs typeface="Arial"/>
              </a:defRPr>
            </a:lvl3pPr>
            <a:lvl4pPr algn="l">
              <a:defRPr sz="3525" b="1">
                <a:solidFill>
                  <a:srgbClr val="17223B"/>
                </a:solidFill>
                <a:latin typeface="Arial"/>
                <a:ea typeface="Arial"/>
                <a:cs typeface="Arial"/>
              </a:defRPr>
            </a:lvl4pPr>
            <a:lvl5pPr algn="l">
              <a:defRPr sz="3525" b="1">
                <a:solidFill>
                  <a:srgbClr val="17223B"/>
                </a:solidFill>
                <a:latin typeface="Arial"/>
                <a:ea typeface="Arial"/>
                <a:cs typeface="Arial"/>
              </a:defRPr>
            </a:lvl5pPr>
            <a:lvl6pPr algn="l">
              <a:defRPr sz="3525" b="1">
                <a:solidFill>
                  <a:srgbClr val="17223B"/>
                </a:solidFill>
                <a:latin typeface="Arial"/>
                <a:ea typeface="Arial"/>
                <a:cs typeface="Arial"/>
              </a:defRPr>
            </a:lvl6pPr>
            <a:lvl7pPr algn="l">
              <a:defRPr sz="3525" b="1">
                <a:solidFill>
                  <a:srgbClr val="17223B"/>
                </a:solidFill>
                <a:latin typeface="Arial"/>
                <a:ea typeface="Arial"/>
                <a:cs typeface="Arial"/>
              </a:defRPr>
            </a:lvl7pPr>
            <a:lvl8pPr algn="l">
              <a:defRPr sz="3525" b="1">
                <a:solidFill>
                  <a:srgbClr val="17223B"/>
                </a:solidFill>
                <a:latin typeface="Arial"/>
                <a:ea typeface="Arial"/>
                <a:cs typeface="Arial"/>
              </a:defRPr>
            </a:lvl8pPr>
            <a:lvl9pPr algn="l">
              <a:defRPr sz="3525" b="1">
                <a:solidFill>
                  <a:srgbClr val="17223B"/>
                </a:solidFill>
                <a:latin typeface="Arial"/>
                <a:ea typeface="Arial"/>
                <a:cs typeface="Arial"/>
              </a:defRPr>
            </a:lvl9pPr>
          </a:lstStyle>
          <a:p xmlns:a="http://schemas.openxmlformats.org/drawingml/2006/main">
            <a:pPr algn="l">
              <a:defRPr sz="3525" b="1">
                <a:solidFill>
                  <a:srgbClr val="17223B"/>
                </a:solidFill>
                <a:latin typeface="Arial"/>
                <a:ea typeface="Arial"/>
                <a:cs typeface="Arial"/>
              </a:defRPr>
            </a:pPr>
            <a:r>
              <a:rPr sz="3525" b="1">
                <a:solidFill>
                  <a:srgbClr val="17223B"/>
                </a:solidFill>
                <a:latin typeface="Arial"/>
                <a:ea typeface="Arial"/>
                <a:cs typeface="Arial"/>
              </a:rPr>
              <a:t>Fair does not always mean identical</a:t>
            </a:r>
          </a:p>
        </p:txBody>
      </p:sp>
      <p:sp>
        <p:nvSpPr>
          <p:cNvPr id="13" name="Answer 1">
            <a:extLst xmlns:a="http://schemas.openxmlformats.org/drawingml/2006/main">
              <a:ext uri="{FF2B5EF4-FFF2-40B4-BE49-F238E27FC236}">
                <a16:creationId xmlns:a16="http://schemas.microsoft.com/office/drawing/2014/main" id="{BEB4F288-437B-4CA7-B246-00F05F0EB846}"/>
              </a:ext>
            </a:extLst>
          </p:cNvPr>
          <p:cNvSpPr>
            <a:spLocks xmlns:a="http://schemas.openxmlformats.org/drawingml/2006/main" noGrp="1"/>
          </p:cNvSpPr>
          <p:nvPr/>
        </p:nvSpPr>
        <p:spPr>
          <a:xfrm xmlns:a="http://schemas.openxmlformats.org/drawingml/2006/main">
            <a:off x="552450" y="2266950"/>
            <a:ext cx="1108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236650"/>
                </a:solidFill>
                <a:latin typeface="Arial"/>
                <a:ea typeface="Arial"/>
                <a:cs typeface="Arial"/>
              </a:defRPr>
            </a:defPPr>
            <a:lvl1pPr algn="l">
              <a:defRPr sz="2550" b="1">
                <a:solidFill>
                  <a:srgbClr val="236650"/>
                </a:solidFill>
                <a:latin typeface="Arial"/>
                <a:ea typeface="Arial"/>
                <a:cs typeface="Arial"/>
              </a:defRPr>
            </a:lvl1pPr>
            <a:lvl2pPr algn="l">
              <a:defRPr sz="2550" b="1">
                <a:solidFill>
                  <a:srgbClr val="236650"/>
                </a:solidFill>
                <a:latin typeface="Arial"/>
                <a:ea typeface="Arial"/>
                <a:cs typeface="Arial"/>
              </a:defRPr>
            </a:lvl2pPr>
            <a:lvl3pPr algn="l">
              <a:defRPr sz="2550" b="1">
                <a:solidFill>
                  <a:srgbClr val="236650"/>
                </a:solidFill>
                <a:latin typeface="Arial"/>
                <a:ea typeface="Arial"/>
                <a:cs typeface="Arial"/>
              </a:defRPr>
            </a:lvl3pPr>
            <a:lvl4pPr algn="l">
              <a:defRPr sz="2550" b="1">
                <a:solidFill>
                  <a:srgbClr val="236650"/>
                </a:solidFill>
                <a:latin typeface="Arial"/>
                <a:ea typeface="Arial"/>
                <a:cs typeface="Arial"/>
              </a:defRPr>
            </a:lvl4pPr>
            <a:lvl5pPr algn="l">
              <a:defRPr sz="2550" b="1">
                <a:solidFill>
                  <a:srgbClr val="236650"/>
                </a:solidFill>
                <a:latin typeface="Arial"/>
                <a:ea typeface="Arial"/>
                <a:cs typeface="Arial"/>
              </a:defRPr>
            </a:lvl5pPr>
            <a:lvl6pPr algn="l">
              <a:defRPr sz="2550" b="1">
                <a:solidFill>
                  <a:srgbClr val="236650"/>
                </a:solidFill>
                <a:latin typeface="Arial"/>
                <a:ea typeface="Arial"/>
                <a:cs typeface="Arial"/>
              </a:defRPr>
            </a:lvl6pPr>
            <a:lvl7pPr algn="l">
              <a:defRPr sz="2550" b="1">
                <a:solidFill>
                  <a:srgbClr val="236650"/>
                </a:solidFill>
                <a:latin typeface="Arial"/>
                <a:ea typeface="Arial"/>
                <a:cs typeface="Arial"/>
              </a:defRPr>
            </a:lvl7pPr>
            <a:lvl8pPr algn="l">
              <a:defRPr sz="2550" b="1">
                <a:solidFill>
                  <a:srgbClr val="236650"/>
                </a:solidFill>
                <a:latin typeface="Arial"/>
                <a:ea typeface="Arial"/>
                <a:cs typeface="Arial"/>
              </a:defRPr>
            </a:lvl8pPr>
            <a:lvl9pPr algn="l">
              <a:defRPr sz="2550" b="1">
                <a:solidFill>
                  <a:srgbClr val="236650"/>
                </a:solidFill>
                <a:latin typeface="Arial"/>
                <a:ea typeface="Arial"/>
                <a:cs typeface="Arial"/>
              </a:defRPr>
            </a:lvl9pPr>
          </a:lstStyle>
          <a:p xmlns:a="http://schemas.openxmlformats.org/drawingml/2006/main">
            <a:pPr algn="l">
              <a:defRPr sz="2550" b="1">
                <a:solidFill>
                  <a:srgbClr val="236650"/>
                </a:solidFill>
                <a:latin typeface="Arial"/>
                <a:ea typeface="Arial"/>
                <a:cs typeface="Arial"/>
              </a:defRPr>
            </a:pPr>
            <a:r>
              <a:rPr sz="2550" b="1">
                <a:solidFill>
                  <a:srgbClr val="236650"/>
                </a:solidFill>
                <a:latin typeface="Arial"/>
                <a:ea typeface="Arial"/>
                <a:cs typeface="Arial"/>
              </a:rPr>
              <a:t>A pupil gets the instruction written down as well as spoken. → USEFUL SUPPORT</a:t>
            </a:r>
          </a:p>
        </p:txBody>
      </p:sp>
      <p:sp>
        <p:nvSpPr>
          <p:cNvPr id="14" name="">
            <a:extLst xmlns:a="http://schemas.openxmlformats.org/drawingml/2006/main">
              <a:ext uri="{FF2B5EF4-FFF2-40B4-BE49-F238E27FC236}">
                <a16:creationId xmlns:a16="http://schemas.microsoft.com/office/drawing/2014/main" id="{07819926-EF86-443D-807D-0A8F2B2BE8C8}"/>
              </a:ext>
            </a:extLst>
          </p:cNvPr>
          <p:cNvSpPr>
            <a:spLocks xmlns:a="http://schemas.openxmlformats.org/drawingml/2006/main" noGrp="1"/>
          </p:cNvSpPr>
          <p:nvPr/>
        </p:nvSpPr>
        <p:spPr>
          <a:xfrm xmlns:a="http://schemas.openxmlformats.org/drawingml/2006/main">
            <a:off x="552450" y="3143250"/>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5" name="Answer 2">
            <a:extLst xmlns:a="http://schemas.openxmlformats.org/drawingml/2006/main">
              <a:ext uri="{FF2B5EF4-FFF2-40B4-BE49-F238E27FC236}">
                <a16:creationId xmlns:a16="http://schemas.microsoft.com/office/drawing/2014/main" id="{FD8B8D4B-DEF0-4B70-A2F9-EDB0AD565E36}"/>
              </a:ext>
            </a:extLst>
          </p:cNvPr>
          <p:cNvSpPr>
            <a:spLocks xmlns:a="http://schemas.openxmlformats.org/drawingml/2006/main" noGrp="1"/>
          </p:cNvSpPr>
          <p:nvPr/>
        </p:nvSpPr>
        <p:spPr>
          <a:xfrm xmlns:a="http://schemas.openxmlformats.org/drawingml/2006/main">
            <a:off x="552450" y="3162300"/>
            <a:ext cx="1108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236650"/>
                </a:solidFill>
                <a:latin typeface="Arial"/>
                <a:ea typeface="Arial"/>
                <a:cs typeface="Arial"/>
              </a:defRPr>
            </a:defPPr>
            <a:lvl1pPr algn="l">
              <a:defRPr sz="2550" b="1">
                <a:solidFill>
                  <a:srgbClr val="236650"/>
                </a:solidFill>
                <a:latin typeface="Arial"/>
                <a:ea typeface="Arial"/>
                <a:cs typeface="Arial"/>
              </a:defRPr>
            </a:lvl1pPr>
            <a:lvl2pPr algn="l">
              <a:defRPr sz="2550" b="1">
                <a:solidFill>
                  <a:srgbClr val="236650"/>
                </a:solidFill>
                <a:latin typeface="Arial"/>
                <a:ea typeface="Arial"/>
                <a:cs typeface="Arial"/>
              </a:defRPr>
            </a:lvl2pPr>
            <a:lvl3pPr algn="l">
              <a:defRPr sz="2550" b="1">
                <a:solidFill>
                  <a:srgbClr val="236650"/>
                </a:solidFill>
                <a:latin typeface="Arial"/>
                <a:ea typeface="Arial"/>
                <a:cs typeface="Arial"/>
              </a:defRPr>
            </a:lvl3pPr>
            <a:lvl4pPr algn="l">
              <a:defRPr sz="2550" b="1">
                <a:solidFill>
                  <a:srgbClr val="236650"/>
                </a:solidFill>
                <a:latin typeface="Arial"/>
                <a:ea typeface="Arial"/>
                <a:cs typeface="Arial"/>
              </a:defRPr>
            </a:lvl4pPr>
            <a:lvl5pPr algn="l">
              <a:defRPr sz="2550" b="1">
                <a:solidFill>
                  <a:srgbClr val="236650"/>
                </a:solidFill>
                <a:latin typeface="Arial"/>
                <a:ea typeface="Arial"/>
                <a:cs typeface="Arial"/>
              </a:defRPr>
            </a:lvl5pPr>
            <a:lvl6pPr algn="l">
              <a:defRPr sz="2550" b="1">
                <a:solidFill>
                  <a:srgbClr val="236650"/>
                </a:solidFill>
                <a:latin typeface="Arial"/>
                <a:ea typeface="Arial"/>
                <a:cs typeface="Arial"/>
              </a:defRPr>
            </a:lvl6pPr>
            <a:lvl7pPr algn="l">
              <a:defRPr sz="2550" b="1">
                <a:solidFill>
                  <a:srgbClr val="236650"/>
                </a:solidFill>
                <a:latin typeface="Arial"/>
                <a:ea typeface="Arial"/>
                <a:cs typeface="Arial"/>
              </a:defRPr>
            </a:lvl7pPr>
            <a:lvl8pPr algn="l">
              <a:defRPr sz="2550" b="1">
                <a:solidFill>
                  <a:srgbClr val="236650"/>
                </a:solidFill>
                <a:latin typeface="Arial"/>
                <a:ea typeface="Arial"/>
                <a:cs typeface="Arial"/>
              </a:defRPr>
            </a:lvl8pPr>
            <a:lvl9pPr algn="l">
              <a:defRPr sz="2550" b="1">
                <a:solidFill>
                  <a:srgbClr val="236650"/>
                </a:solidFill>
                <a:latin typeface="Arial"/>
                <a:ea typeface="Arial"/>
                <a:cs typeface="Arial"/>
              </a:defRPr>
            </a:lvl9pPr>
          </a:lstStyle>
          <a:p xmlns:a="http://schemas.openxmlformats.org/drawingml/2006/main">
            <a:pPr algn="l">
              <a:defRPr sz="2550" b="1">
                <a:solidFill>
                  <a:srgbClr val="236650"/>
                </a:solidFill>
                <a:latin typeface="Arial"/>
                <a:ea typeface="Arial"/>
                <a:cs typeface="Arial"/>
              </a:defRPr>
            </a:pPr>
            <a:r>
              <a:rPr sz="2550" b="1">
                <a:solidFill>
                  <a:srgbClr val="236650"/>
                </a:solidFill>
                <a:latin typeface="Arial"/>
                <a:ea typeface="Arial"/>
                <a:cs typeface="Arial"/>
              </a:rPr>
              <a:t>A referee lets a favourite team score after time is up. → FAVOURITISM</a:t>
            </a:r>
          </a:p>
        </p:txBody>
      </p:sp>
      <p:sp>
        <p:nvSpPr>
          <p:cNvPr id="16" name="">
            <a:extLst xmlns:a="http://schemas.openxmlformats.org/drawingml/2006/main">
              <a:ext uri="{FF2B5EF4-FFF2-40B4-BE49-F238E27FC236}">
                <a16:creationId xmlns:a16="http://schemas.microsoft.com/office/drawing/2014/main" id="{87453DEA-7B13-42AA-A39D-9805B94B4250}"/>
              </a:ext>
            </a:extLst>
          </p:cNvPr>
          <p:cNvSpPr>
            <a:spLocks xmlns:a="http://schemas.openxmlformats.org/drawingml/2006/main" noGrp="1"/>
          </p:cNvSpPr>
          <p:nvPr/>
        </p:nvSpPr>
        <p:spPr>
          <a:xfrm xmlns:a="http://schemas.openxmlformats.org/drawingml/2006/main">
            <a:off x="552450" y="4038600"/>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7" name="Answer 3">
            <a:extLst xmlns:a="http://schemas.openxmlformats.org/drawingml/2006/main">
              <a:ext uri="{FF2B5EF4-FFF2-40B4-BE49-F238E27FC236}">
                <a16:creationId xmlns:a16="http://schemas.microsoft.com/office/drawing/2014/main" id="{6F2E6380-DE7A-4ABC-8811-B7E27AE1F5A9}"/>
              </a:ext>
            </a:extLst>
          </p:cNvPr>
          <p:cNvSpPr>
            <a:spLocks xmlns:a="http://schemas.openxmlformats.org/drawingml/2006/main" noGrp="1"/>
          </p:cNvSpPr>
          <p:nvPr/>
        </p:nvSpPr>
        <p:spPr>
          <a:xfrm xmlns:a="http://schemas.openxmlformats.org/drawingml/2006/main">
            <a:off x="552450" y="4057650"/>
            <a:ext cx="1108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236650"/>
                </a:solidFill>
                <a:latin typeface="Arial"/>
                <a:ea typeface="Arial"/>
                <a:cs typeface="Arial"/>
              </a:defRPr>
            </a:defPPr>
            <a:lvl1pPr algn="l">
              <a:defRPr sz="2550" b="1">
                <a:solidFill>
                  <a:srgbClr val="236650"/>
                </a:solidFill>
                <a:latin typeface="Arial"/>
                <a:ea typeface="Arial"/>
                <a:cs typeface="Arial"/>
              </a:defRPr>
            </a:lvl1pPr>
            <a:lvl2pPr algn="l">
              <a:defRPr sz="2550" b="1">
                <a:solidFill>
                  <a:srgbClr val="236650"/>
                </a:solidFill>
                <a:latin typeface="Arial"/>
                <a:ea typeface="Arial"/>
                <a:cs typeface="Arial"/>
              </a:defRPr>
            </a:lvl2pPr>
            <a:lvl3pPr algn="l">
              <a:defRPr sz="2550" b="1">
                <a:solidFill>
                  <a:srgbClr val="236650"/>
                </a:solidFill>
                <a:latin typeface="Arial"/>
                <a:ea typeface="Arial"/>
                <a:cs typeface="Arial"/>
              </a:defRPr>
            </a:lvl3pPr>
            <a:lvl4pPr algn="l">
              <a:defRPr sz="2550" b="1">
                <a:solidFill>
                  <a:srgbClr val="236650"/>
                </a:solidFill>
                <a:latin typeface="Arial"/>
                <a:ea typeface="Arial"/>
                <a:cs typeface="Arial"/>
              </a:defRPr>
            </a:lvl4pPr>
            <a:lvl5pPr algn="l">
              <a:defRPr sz="2550" b="1">
                <a:solidFill>
                  <a:srgbClr val="236650"/>
                </a:solidFill>
                <a:latin typeface="Arial"/>
                <a:ea typeface="Arial"/>
                <a:cs typeface="Arial"/>
              </a:defRPr>
            </a:lvl5pPr>
            <a:lvl6pPr algn="l">
              <a:defRPr sz="2550" b="1">
                <a:solidFill>
                  <a:srgbClr val="236650"/>
                </a:solidFill>
                <a:latin typeface="Arial"/>
                <a:ea typeface="Arial"/>
                <a:cs typeface="Arial"/>
              </a:defRPr>
            </a:lvl6pPr>
            <a:lvl7pPr algn="l">
              <a:defRPr sz="2550" b="1">
                <a:solidFill>
                  <a:srgbClr val="236650"/>
                </a:solidFill>
                <a:latin typeface="Arial"/>
                <a:ea typeface="Arial"/>
                <a:cs typeface="Arial"/>
              </a:defRPr>
            </a:lvl7pPr>
            <a:lvl8pPr algn="l">
              <a:defRPr sz="2550" b="1">
                <a:solidFill>
                  <a:srgbClr val="236650"/>
                </a:solidFill>
                <a:latin typeface="Arial"/>
                <a:ea typeface="Arial"/>
                <a:cs typeface="Arial"/>
              </a:defRPr>
            </a:lvl8pPr>
            <a:lvl9pPr algn="l">
              <a:defRPr sz="2550" b="1">
                <a:solidFill>
                  <a:srgbClr val="236650"/>
                </a:solidFill>
                <a:latin typeface="Arial"/>
                <a:ea typeface="Arial"/>
                <a:cs typeface="Arial"/>
              </a:defRPr>
            </a:lvl9pPr>
          </a:lstStyle>
          <a:p xmlns:a="http://schemas.openxmlformats.org/drawingml/2006/main">
            <a:pPr algn="l">
              <a:defRPr sz="2550" b="1">
                <a:solidFill>
                  <a:srgbClr val="236650"/>
                </a:solidFill>
                <a:latin typeface="Arial"/>
                <a:ea typeface="Arial"/>
                <a:cs typeface="Arial"/>
              </a:defRPr>
            </a:pPr>
            <a:r>
              <a:rPr sz="2550" b="1">
                <a:solidFill>
                  <a:srgbClr val="236650"/>
                </a:solidFill>
                <a:latin typeface="Arial"/>
                <a:ea typeface="Arial"/>
                <a:cs typeface="Arial"/>
              </a:rPr>
              <a:t>A pupil gets extra reading time to remove a barrier. → USEFUL SUPPORT</a:t>
            </a:r>
          </a:p>
        </p:txBody>
      </p:sp>
      <p:sp>
        <p:nvSpPr>
          <p:cNvPr id="18" name="">
            <a:extLst xmlns:a="http://schemas.openxmlformats.org/drawingml/2006/main">
              <a:ext uri="{FF2B5EF4-FFF2-40B4-BE49-F238E27FC236}">
                <a16:creationId xmlns:a16="http://schemas.microsoft.com/office/drawing/2014/main" id="{AB8E3A47-8DAD-4C5A-A5F9-402D87594586}"/>
              </a:ext>
            </a:extLst>
          </p:cNvPr>
          <p:cNvSpPr>
            <a:spLocks xmlns:a="http://schemas.openxmlformats.org/drawingml/2006/main" noGrp="1"/>
          </p:cNvSpPr>
          <p:nvPr/>
        </p:nvSpPr>
        <p:spPr>
          <a:xfrm xmlns:a="http://schemas.openxmlformats.org/drawingml/2006/main">
            <a:off x="495300" y="5381625"/>
            <a:ext cx="11201400" cy="83820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0BE4D1D-7767-41F2-95D1-85714FA2504B}"/>
              </a:ext>
            </a:extLst>
          </p:cNvPr>
          <p:cNvSpPr>
            <a:spLocks xmlns:a="http://schemas.openxmlformats.org/drawingml/2006/main" noGrp="1"/>
          </p:cNvSpPr>
          <p:nvPr/>
        </p:nvSpPr>
        <p:spPr>
          <a:xfrm xmlns:a="http://schemas.openxmlformats.org/drawingml/2006/main">
            <a:off x="704850" y="55054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1">
                <a:solidFill>
                  <a:srgbClr val="FFFEF9"/>
                </a:solidFill>
                <a:latin typeface="Arial"/>
                <a:ea typeface="Arial"/>
                <a:cs typeface="Arial"/>
              </a:defRPr>
            </a:defPPr>
            <a:lvl1pPr algn="l">
              <a:defRPr sz="2100" b="1">
                <a:solidFill>
                  <a:srgbClr val="FFFEF9"/>
                </a:solidFill>
                <a:latin typeface="Arial"/>
                <a:ea typeface="Arial"/>
                <a:cs typeface="Arial"/>
              </a:defRPr>
            </a:lvl1pPr>
            <a:lvl2pPr algn="l">
              <a:defRPr sz="2100" b="1">
                <a:solidFill>
                  <a:srgbClr val="FFFEF9"/>
                </a:solidFill>
                <a:latin typeface="Arial"/>
                <a:ea typeface="Arial"/>
                <a:cs typeface="Arial"/>
              </a:defRPr>
            </a:lvl2pPr>
            <a:lvl3pPr algn="l">
              <a:defRPr sz="2100" b="1">
                <a:solidFill>
                  <a:srgbClr val="FFFEF9"/>
                </a:solidFill>
                <a:latin typeface="Arial"/>
                <a:ea typeface="Arial"/>
                <a:cs typeface="Arial"/>
              </a:defRPr>
            </a:lvl3pPr>
            <a:lvl4pPr algn="l">
              <a:defRPr sz="2100" b="1">
                <a:solidFill>
                  <a:srgbClr val="FFFEF9"/>
                </a:solidFill>
                <a:latin typeface="Arial"/>
                <a:ea typeface="Arial"/>
                <a:cs typeface="Arial"/>
              </a:defRPr>
            </a:lvl4pPr>
            <a:lvl5pPr algn="l">
              <a:defRPr sz="2100" b="1">
                <a:solidFill>
                  <a:srgbClr val="FFFEF9"/>
                </a:solidFill>
                <a:latin typeface="Arial"/>
                <a:ea typeface="Arial"/>
                <a:cs typeface="Arial"/>
              </a:defRPr>
            </a:lvl5pPr>
            <a:lvl6pPr algn="l">
              <a:defRPr sz="2100" b="1">
                <a:solidFill>
                  <a:srgbClr val="FFFEF9"/>
                </a:solidFill>
                <a:latin typeface="Arial"/>
                <a:ea typeface="Arial"/>
                <a:cs typeface="Arial"/>
              </a:defRPr>
            </a:lvl6pPr>
            <a:lvl7pPr algn="l">
              <a:defRPr sz="2100" b="1">
                <a:solidFill>
                  <a:srgbClr val="FFFEF9"/>
                </a:solidFill>
                <a:latin typeface="Arial"/>
                <a:ea typeface="Arial"/>
                <a:cs typeface="Arial"/>
              </a:defRPr>
            </a:lvl7pPr>
            <a:lvl8pPr algn="l">
              <a:defRPr sz="2100" b="1">
                <a:solidFill>
                  <a:srgbClr val="FFFEF9"/>
                </a:solidFill>
                <a:latin typeface="Arial"/>
                <a:ea typeface="Arial"/>
                <a:cs typeface="Arial"/>
              </a:defRPr>
            </a:lvl8pPr>
            <a:lvl9pPr algn="l">
              <a:defRPr sz="2100" b="1">
                <a:solidFill>
                  <a:srgbClr val="FFFEF9"/>
                </a:solidFill>
                <a:latin typeface="Arial"/>
                <a:ea typeface="Arial"/>
                <a:cs typeface="Arial"/>
              </a:defRPr>
            </a:lvl9pPr>
          </a:lstStyle>
          <a:p xmlns:a="http://schemas.openxmlformats.org/drawingml/2006/main">
            <a:pPr algn="l">
              <a:defRPr sz="2100" b="1">
                <a:solidFill>
                  <a:srgbClr val="FFFEF9"/>
                </a:solidFill>
                <a:latin typeface="Arial"/>
                <a:ea typeface="Arial"/>
                <a:cs typeface="Arial"/>
              </a:defRPr>
            </a:pPr>
            <a:r>
              <a:rPr sz="2100" b="1">
                <a:solidFill>
                  <a:srgbClr val="FFFEF9"/>
                </a:solidFill>
                <a:latin typeface="Arial"/>
                <a:ea typeface="Arial"/>
                <a:cs typeface="Arial"/>
              </a:rPr>
              <a:t>Extra support can help someone meet an expectation. Letting a favourite win gives an unfair advantage.</a:t>
            </a:r>
          </a:p>
        </p:txBody>
      </p:sp>
    </p:spTree>
    <p:extLst>
      <p:ext uri="{BB962C8B-B14F-4D97-AF65-F5344CB8AC3E}">
        <p14:creationId xmlns:p14="http://schemas.microsoft.com/office/powerpoint/2010/main" val="1507565982"/>
      </p:ext>
    </p:extLst>
  </p:cSld>
</p:sld>
</file>

<file path=ppt/slides/slide14.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85414B0-6520-4A92-BBA8-599F03AA09F5}"/>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D2E93508-6214-4533-8BDC-2D9DFCD8F3A6}"/>
              </a:ext>
            </a:extLst>
          </p:cNvPr>
          <p:cNvPicPr>
            <a:picLocks xmlns:a="http://schemas.openxmlformats.org/drawingml/2006/main" noChangeAspect="1"/>
          </p:cNvPicPr>
          <p:nvPr/>
        </p:nvPicPr>
        <p:blipFill>
          <a:blip xmlns:r="http://schemas.openxmlformats.org/officeDocument/2006/relationships" xmlns:a="http://schemas.openxmlformats.org/drawingml/2006/main" r:embed="R4a1349a137164b34"/>
          <a:stretch xmlns:a="http://schemas.openxmlformats.org/drawingml/2006/main"/>
        </p:blipFill>
        <p:spPr>
          <a:xfrm xmlns:a="http://schemas.openxmlformats.org/drawingml/2006/main">
            <a:off x="266700" y="114300"/>
            <a:ext cx="514350" cy="514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B3000C8-2C95-4E37-9510-E09F9CA0D182}"/>
              </a:ext>
            </a:extLst>
          </p:cNvPr>
          <p:cNvSpPr>
            <a:spLocks xmlns:a="http://schemas.openxmlformats.org/drawingml/2006/main" noGrp="1"/>
          </p:cNvSpPr>
          <p:nvPr/>
        </p:nvSpPr>
        <p:spPr>
          <a:xfrm xmlns:a="http://schemas.openxmlformats.org/drawingml/2006/main">
            <a:off x="914400" y="1428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7223B"/>
                </a:solidFill>
                <a:latin typeface="Arial"/>
                <a:ea typeface="Arial"/>
                <a:cs typeface="Arial"/>
              </a:defRPr>
            </a:defPPr>
            <a:lvl1pPr algn="l">
              <a:defRPr sz="1500" b="1">
                <a:solidFill>
                  <a:srgbClr val="17223B"/>
                </a:solidFill>
                <a:latin typeface="Arial"/>
                <a:ea typeface="Arial"/>
                <a:cs typeface="Arial"/>
              </a:defRPr>
            </a:lvl1pPr>
            <a:lvl2pPr algn="l">
              <a:defRPr sz="1500" b="1">
                <a:solidFill>
                  <a:srgbClr val="17223B"/>
                </a:solidFill>
                <a:latin typeface="Arial"/>
                <a:ea typeface="Arial"/>
                <a:cs typeface="Arial"/>
              </a:defRPr>
            </a:lvl2pPr>
            <a:lvl3pPr algn="l">
              <a:defRPr sz="1500" b="1">
                <a:solidFill>
                  <a:srgbClr val="17223B"/>
                </a:solidFill>
                <a:latin typeface="Arial"/>
                <a:ea typeface="Arial"/>
                <a:cs typeface="Arial"/>
              </a:defRPr>
            </a:lvl3pPr>
            <a:lvl4pPr algn="l">
              <a:defRPr sz="1500" b="1">
                <a:solidFill>
                  <a:srgbClr val="17223B"/>
                </a:solidFill>
                <a:latin typeface="Arial"/>
                <a:ea typeface="Arial"/>
                <a:cs typeface="Arial"/>
              </a:defRPr>
            </a:lvl4pPr>
            <a:lvl5pPr algn="l">
              <a:defRPr sz="1500" b="1">
                <a:solidFill>
                  <a:srgbClr val="17223B"/>
                </a:solidFill>
                <a:latin typeface="Arial"/>
                <a:ea typeface="Arial"/>
                <a:cs typeface="Arial"/>
              </a:defRPr>
            </a:lvl5pPr>
            <a:lvl6pPr algn="l">
              <a:defRPr sz="1500" b="1">
                <a:solidFill>
                  <a:srgbClr val="17223B"/>
                </a:solidFill>
                <a:latin typeface="Arial"/>
                <a:ea typeface="Arial"/>
                <a:cs typeface="Arial"/>
              </a:defRPr>
            </a:lvl6pPr>
            <a:lvl7pPr algn="l">
              <a:defRPr sz="1500" b="1">
                <a:solidFill>
                  <a:srgbClr val="17223B"/>
                </a:solidFill>
                <a:latin typeface="Arial"/>
                <a:ea typeface="Arial"/>
                <a:cs typeface="Arial"/>
              </a:defRPr>
            </a:lvl7pPr>
            <a:lvl8pPr algn="l">
              <a:defRPr sz="1500" b="1">
                <a:solidFill>
                  <a:srgbClr val="17223B"/>
                </a:solidFill>
                <a:latin typeface="Arial"/>
                <a:ea typeface="Arial"/>
                <a:cs typeface="Arial"/>
              </a:defRPr>
            </a:lvl8pPr>
            <a:lvl9pPr algn="l">
              <a:defRPr sz="1500" b="1">
                <a:solidFill>
                  <a:srgbClr val="17223B"/>
                </a:solidFill>
                <a:latin typeface="Arial"/>
                <a:ea typeface="Arial"/>
                <a:cs typeface="Arial"/>
              </a:defRPr>
            </a:lvl9pPr>
          </a:lstStyle>
          <a:p xmlns:a="http://schemas.openxmlformats.org/drawingml/2006/main">
            <a:pPr algn="l">
              <a:defRPr sz="1500" b="1">
                <a:solidFill>
                  <a:srgbClr val="17223B"/>
                </a:solidFill>
                <a:latin typeface="Arial"/>
                <a:ea typeface="Arial"/>
                <a:cs typeface="Arial"/>
              </a:defRPr>
            </a:pPr>
            <a:r>
              <a:rPr sz="1500" b="1">
                <a:solidFill>
                  <a:srgbClr val="17223B"/>
                </a:solidFill>
                <a:latin typeface="Arial"/>
                <a:ea typeface="Arial"/>
                <a:cs typeface="Arial"/>
              </a:rPr>
              <a:t>MADE BY MATT</a:t>
            </a:r>
          </a:p>
        </p:txBody>
      </p:sp>
      <p:sp>
        <p:nvSpPr>
          <p:cNvPr id="4" name="">
            <a:extLst xmlns:a="http://schemas.openxmlformats.org/drawingml/2006/main">
              <a:ext uri="{FF2B5EF4-FFF2-40B4-BE49-F238E27FC236}">
                <a16:creationId xmlns:a16="http://schemas.microsoft.com/office/drawing/2014/main" id="{C2D562E9-5A49-43BF-BA44-8D1292607C2E}"/>
              </a:ext>
            </a:extLst>
          </p:cNvPr>
          <p:cNvSpPr>
            <a:spLocks xmlns:a="http://schemas.openxmlformats.org/drawingml/2006/main" noGrp="1"/>
          </p:cNvSpPr>
          <p:nvPr/>
        </p:nvSpPr>
        <p:spPr>
          <a:xfrm xmlns:a="http://schemas.openxmlformats.org/drawingml/2006/main">
            <a:off x="914400" y="39052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26074"/>
                </a:solidFill>
                <a:latin typeface="Arial"/>
                <a:ea typeface="Arial"/>
                <a:cs typeface="Arial"/>
              </a:defRPr>
            </a:defPPr>
            <a:lvl1pPr algn="l">
              <a:defRPr sz="1200" b="0">
                <a:solidFill>
                  <a:srgbClr val="526074"/>
                </a:solidFill>
                <a:latin typeface="Arial"/>
                <a:ea typeface="Arial"/>
                <a:cs typeface="Arial"/>
              </a:defRPr>
            </a:lvl1pPr>
            <a:lvl2pPr algn="l">
              <a:defRPr sz="1200" b="0">
                <a:solidFill>
                  <a:srgbClr val="526074"/>
                </a:solidFill>
                <a:latin typeface="Arial"/>
                <a:ea typeface="Arial"/>
                <a:cs typeface="Arial"/>
              </a:defRPr>
            </a:lvl2pPr>
            <a:lvl3pPr algn="l">
              <a:defRPr sz="1200" b="0">
                <a:solidFill>
                  <a:srgbClr val="526074"/>
                </a:solidFill>
                <a:latin typeface="Arial"/>
                <a:ea typeface="Arial"/>
                <a:cs typeface="Arial"/>
              </a:defRPr>
            </a:lvl3pPr>
            <a:lvl4pPr algn="l">
              <a:defRPr sz="1200" b="0">
                <a:solidFill>
                  <a:srgbClr val="526074"/>
                </a:solidFill>
                <a:latin typeface="Arial"/>
                <a:ea typeface="Arial"/>
                <a:cs typeface="Arial"/>
              </a:defRPr>
            </a:lvl4pPr>
            <a:lvl5pPr algn="l">
              <a:defRPr sz="1200" b="0">
                <a:solidFill>
                  <a:srgbClr val="526074"/>
                </a:solidFill>
                <a:latin typeface="Arial"/>
                <a:ea typeface="Arial"/>
                <a:cs typeface="Arial"/>
              </a:defRPr>
            </a:lvl5pPr>
            <a:lvl6pPr algn="l">
              <a:defRPr sz="1200" b="0">
                <a:solidFill>
                  <a:srgbClr val="526074"/>
                </a:solidFill>
                <a:latin typeface="Arial"/>
                <a:ea typeface="Arial"/>
                <a:cs typeface="Arial"/>
              </a:defRPr>
            </a:lvl6pPr>
            <a:lvl7pPr algn="l">
              <a:defRPr sz="1200" b="0">
                <a:solidFill>
                  <a:srgbClr val="526074"/>
                </a:solidFill>
                <a:latin typeface="Arial"/>
                <a:ea typeface="Arial"/>
                <a:cs typeface="Arial"/>
              </a:defRPr>
            </a:lvl7pPr>
            <a:lvl8pPr algn="l">
              <a:defRPr sz="1200" b="0">
                <a:solidFill>
                  <a:srgbClr val="526074"/>
                </a:solidFill>
                <a:latin typeface="Arial"/>
                <a:ea typeface="Arial"/>
                <a:cs typeface="Arial"/>
              </a:defRPr>
            </a:lvl8pPr>
            <a:lvl9pPr algn="l">
              <a:defRPr sz="1200" b="0">
                <a:solidFill>
                  <a:srgbClr val="526074"/>
                </a:solidFill>
                <a:latin typeface="Arial"/>
                <a:ea typeface="Arial"/>
                <a:cs typeface="Arial"/>
              </a:defRPr>
            </a:lvl9pPr>
          </a:lstStyle>
          <a:p xmlns:a="http://schemas.openxmlformats.org/drawingml/2006/main">
            <a:pPr algn="l">
              <a:defRPr sz="1200" b="0">
                <a:solidFill>
                  <a:srgbClr val="526074"/>
                </a:solidFill>
                <a:latin typeface="Arial"/>
                <a:ea typeface="Arial"/>
                <a:cs typeface="Arial"/>
              </a:defRPr>
            </a:pPr>
            <a:r>
              <a:rPr sz="1200" b="0">
                <a:solidFill>
                  <a:srgbClr val="526074"/>
                </a:solidFill>
                <a:latin typeface="Arial"/>
                <a:ea typeface="Arial"/>
                <a:cs typeface="Arial"/>
              </a:rPr>
              <a:t>Learn • Build • Explore</a:t>
            </a:r>
          </a:p>
        </p:txBody>
      </p:sp>
      <p:sp>
        <p:nvSpPr>
          <p:cNvPr id="5" name="">
            <a:extLst xmlns:a="http://schemas.openxmlformats.org/drawingml/2006/main">
              <a:ext uri="{FF2B5EF4-FFF2-40B4-BE49-F238E27FC236}">
                <a16:creationId xmlns:a16="http://schemas.microsoft.com/office/drawing/2014/main" id="{3955D2FC-49CA-44E3-A438-D5BE9D397749}"/>
              </a:ext>
            </a:extLst>
          </p:cNvPr>
          <p:cNvSpPr>
            <a:spLocks xmlns:a="http://schemas.openxmlformats.org/drawingml/2006/main" noGrp="1"/>
          </p:cNvSpPr>
          <p:nvPr/>
        </p:nvSpPr>
        <p:spPr>
          <a:xfrm xmlns:a="http://schemas.openxmlformats.org/drawingml/2006/main">
            <a:off x="7905750" y="2286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500" b="1">
                <a:solidFill>
                  <a:srgbClr val="236650"/>
                </a:solidFill>
                <a:latin typeface="Arial"/>
                <a:ea typeface="Arial"/>
                <a:cs typeface="Arial"/>
              </a:defRPr>
            </a:defPPr>
            <a:lvl1pPr algn="r">
              <a:defRPr sz="1500" b="1">
                <a:solidFill>
                  <a:srgbClr val="236650"/>
                </a:solidFill>
                <a:latin typeface="Arial"/>
                <a:ea typeface="Arial"/>
                <a:cs typeface="Arial"/>
              </a:defRPr>
            </a:lvl1pPr>
            <a:lvl2pPr algn="r">
              <a:defRPr sz="1500" b="1">
                <a:solidFill>
                  <a:srgbClr val="236650"/>
                </a:solidFill>
                <a:latin typeface="Arial"/>
                <a:ea typeface="Arial"/>
                <a:cs typeface="Arial"/>
              </a:defRPr>
            </a:lvl2pPr>
            <a:lvl3pPr algn="r">
              <a:defRPr sz="1500" b="1">
                <a:solidFill>
                  <a:srgbClr val="236650"/>
                </a:solidFill>
                <a:latin typeface="Arial"/>
                <a:ea typeface="Arial"/>
                <a:cs typeface="Arial"/>
              </a:defRPr>
            </a:lvl3pPr>
            <a:lvl4pPr algn="r">
              <a:defRPr sz="1500" b="1">
                <a:solidFill>
                  <a:srgbClr val="236650"/>
                </a:solidFill>
                <a:latin typeface="Arial"/>
                <a:ea typeface="Arial"/>
                <a:cs typeface="Arial"/>
              </a:defRPr>
            </a:lvl4pPr>
            <a:lvl5pPr algn="r">
              <a:defRPr sz="1500" b="1">
                <a:solidFill>
                  <a:srgbClr val="236650"/>
                </a:solidFill>
                <a:latin typeface="Arial"/>
                <a:ea typeface="Arial"/>
                <a:cs typeface="Arial"/>
              </a:defRPr>
            </a:lvl5pPr>
            <a:lvl6pPr algn="r">
              <a:defRPr sz="1500" b="1">
                <a:solidFill>
                  <a:srgbClr val="236650"/>
                </a:solidFill>
                <a:latin typeface="Arial"/>
                <a:ea typeface="Arial"/>
                <a:cs typeface="Arial"/>
              </a:defRPr>
            </a:lvl6pPr>
            <a:lvl7pPr algn="r">
              <a:defRPr sz="1500" b="1">
                <a:solidFill>
                  <a:srgbClr val="236650"/>
                </a:solidFill>
                <a:latin typeface="Arial"/>
                <a:ea typeface="Arial"/>
                <a:cs typeface="Arial"/>
              </a:defRPr>
            </a:lvl7pPr>
            <a:lvl8pPr algn="r">
              <a:defRPr sz="1500" b="1">
                <a:solidFill>
                  <a:srgbClr val="236650"/>
                </a:solidFill>
                <a:latin typeface="Arial"/>
                <a:ea typeface="Arial"/>
                <a:cs typeface="Arial"/>
              </a:defRPr>
            </a:lvl8pPr>
            <a:lvl9pPr algn="r">
              <a:defRPr sz="1500" b="1">
                <a:solidFill>
                  <a:srgbClr val="236650"/>
                </a:solidFill>
                <a:latin typeface="Arial"/>
                <a:ea typeface="Arial"/>
                <a:cs typeface="Arial"/>
              </a:defRPr>
            </a:lvl9pPr>
          </a:lstStyle>
          <a:p xmlns:a="http://schemas.openxmlformats.org/drawingml/2006/main">
            <a:pPr algn="r">
              <a:defRPr sz="1500" b="1">
                <a:solidFill>
                  <a:srgbClr val="236650"/>
                </a:solidFill>
                <a:latin typeface="Arial"/>
                <a:ea typeface="Arial"/>
                <a:cs typeface="Arial"/>
              </a:defRPr>
            </a:pPr>
            <a:r>
              <a:rPr sz="1500" b="1">
                <a:solidFill>
                  <a:srgbClr val="236650"/>
                </a:solidFill>
                <a:latin typeface="Arial"/>
                <a:ea typeface="Arial"/>
                <a:cs typeface="Arial"/>
              </a:rPr>
              <a:t>BRITISH VALUES</a:t>
            </a:r>
          </a:p>
        </p:txBody>
      </p:sp>
      <p:sp>
        <p:nvSpPr>
          <p:cNvPr id="6" name="">
            <a:extLst xmlns:a="http://schemas.openxmlformats.org/drawingml/2006/main">
              <a:ext uri="{FF2B5EF4-FFF2-40B4-BE49-F238E27FC236}">
                <a16:creationId xmlns:a16="http://schemas.microsoft.com/office/drawing/2014/main" id="{0C4D5028-AFC0-443C-AB4E-876D18EBA7AC}"/>
              </a:ext>
            </a:extLst>
          </p:cNvPr>
          <p:cNvSpPr>
            <a:spLocks xmlns:a="http://schemas.openxmlformats.org/drawingml/2006/main" noGrp="1"/>
          </p:cNvSpPr>
          <p:nvPr/>
        </p:nvSpPr>
        <p:spPr>
          <a:xfrm xmlns:a="http://schemas.openxmlformats.org/drawingml/2006/main">
            <a:off x="0" y="742950"/>
            <a:ext cx="12192000" cy="40005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8A1FE8F-6A28-4C6B-B3CE-5F2C1FD4F36F}"/>
              </a:ext>
            </a:extLst>
          </p:cNvPr>
          <p:cNvSpPr>
            <a:spLocks xmlns:a="http://schemas.openxmlformats.org/drawingml/2006/main" noGrp="1"/>
          </p:cNvSpPr>
          <p:nvPr/>
        </p:nvSpPr>
        <p:spPr>
          <a:xfrm xmlns:a="http://schemas.openxmlformats.org/drawingml/2006/main">
            <a:off x="304800" y="781050"/>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FFFEF9"/>
                </a:solidFill>
                <a:latin typeface="Arial"/>
                <a:ea typeface="Arial"/>
                <a:cs typeface="Arial"/>
              </a:defRPr>
            </a:defPPr>
            <a:lvl1pPr algn="l">
              <a:defRPr sz="1425" b="0">
                <a:solidFill>
                  <a:srgbClr val="FFFEF9"/>
                </a:solidFill>
                <a:latin typeface="Arial"/>
                <a:ea typeface="Arial"/>
                <a:cs typeface="Arial"/>
              </a:defRPr>
            </a:lvl1pPr>
            <a:lvl2pPr algn="l">
              <a:defRPr sz="1425" b="0">
                <a:solidFill>
                  <a:srgbClr val="FFFEF9"/>
                </a:solidFill>
                <a:latin typeface="Arial"/>
                <a:ea typeface="Arial"/>
                <a:cs typeface="Arial"/>
              </a:defRPr>
            </a:lvl2pPr>
            <a:lvl3pPr algn="l">
              <a:defRPr sz="1425" b="0">
                <a:solidFill>
                  <a:srgbClr val="FFFEF9"/>
                </a:solidFill>
                <a:latin typeface="Arial"/>
                <a:ea typeface="Arial"/>
                <a:cs typeface="Arial"/>
              </a:defRPr>
            </a:lvl3pPr>
            <a:lvl4pPr algn="l">
              <a:defRPr sz="1425" b="0">
                <a:solidFill>
                  <a:srgbClr val="FFFEF9"/>
                </a:solidFill>
                <a:latin typeface="Arial"/>
                <a:ea typeface="Arial"/>
                <a:cs typeface="Arial"/>
              </a:defRPr>
            </a:lvl4pPr>
            <a:lvl5pPr algn="l">
              <a:defRPr sz="1425" b="0">
                <a:solidFill>
                  <a:srgbClr val="FFFEF9"/>
                </a:solidFill>
                <a:latin typeface="Arial"/>
                <a:ea typeface="Arial"/>
                <a:cs typeface="Arial"/>
              </a:defRPr>
            </a:lvl5pPr>
            <a:lvl6pPr algn="l">
              <a:defRPr sz="1425" b="0">
                <a:solidFill>
                  <a:srgbClr val="FFFEF9"/>
                </a:solidFill>
                <a:latin typeface="Arial"/>
                <a:ea typeface="Arial"/>
                <a:cs typeface="Arial"/>
              </a:defRPr>
            </a:lvl6pPr>
            <a:lvl7pPr algn="l">
              <a:defRPr sz="1425" b="0">
                <a:solidFill>
                  <a:srgbClr val="FFFEF9"/>
                </a:solidFill>
                <a:latin typeface="Arial"/>
                <a:ea typeface="Arial"/>
                <a:cs typeface="Arial"/>
              </a:defRPr>
            </a:lvl7pPr>
            <a:lvl8pPr algn="l">
              <a:defRPr sz="1425" b="0">
                <a:solidFill>
                  <a:srgbClr val="FFFEF9"/>
                </a:solidFill>
                <a:latin typeface="Arial"/>
                <a:ea typeface="Arial"/>
                <a:cs typeface="Arial"/>
              </a:defRPr>
            </a:lvl8pPr>
            <a:lvl9pPr algn="l">
              <a:defRPr sz="1425" b="0">
                <a:solidFill>
                  <a:srgbClr val="FFFEF9"/>
                </a:solidFill>
                <a:latin typeface="Arial"/>
                <a:ea typeface="Arial"/>
                <a:cs typeface="Arial"/>
              </a:defRPr>
            </a:lvl9pPr>
          </a:lstStyle>
          <a:p xmlns:a="http://schemas.openxmlformats.org/drawingml/2006/main">
            <a:pPr algn="l">
              <a:defRPr sz="1425" b="0">
                <a:solidFill>
                  <a:srgbClr val="FFFEF9"/>
                </a:solidFill>
                <a:latin typeface="Arial"/>
                <a:ea typeface="Arial"/>
                <a:cs typeface="Arial"/>
              </a:defRPr>
            </a:pPr>
            <a:r>
              <a:rPr sz="1425" b="0">
                <a:solidFill>
                  <a:srgbClr val="FFFEF9"/>
                </a:solidFill>
                <a:latin typeface="Arial"/>
                <a:ea typeface="Arial"/>
                <a:cs typeface="Arial"/>
              </a:rPr>
              <a:t>08 / 10    When a rule feels unfair</a:t>
            </a:r>
          </a:p>
        </p:txBody>
      </p:sp>
      <p:sp>
        <p:nvSpPr>
          <p:cNvPr id="8" name="">
            <a:extLst xmlns:a="http://schemas.openxmlformats.org/drawingml/2006/main">
              <a:ext uri="{FF2B5EF4-FFF2-40B4-BE49-F238E27FC236}">
                <a16:creationId xmlns:a16="http://schemas.microsoft.com/office/drawing/2014/main" id="{C1479E90-6E73-4A2B-AD67-B74EF777D72F}"/>
              </a:ext>
            </a:extLst>
          </p:cNvPr>
          <p:cNvSpPr>
            <a:spLocks xmlns:a="http://schemas.openxmlformats.org/drawingml/2006/main" noGrp="1"/>
          </p:cNvSpPr>
          <p:nvPr/>
        </p:nvSpPr>
        <p:spPr>
          <a:xfrm xmlns:a="http://schemas.openxmlformats.org/drawingml/2006/main">
            <a:off x="10763250" y="781050"/>
            <a:ext cx="1104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425" b="0">
                <a:solidFill>
                  <a:srgbClr val="A6E5C9"/>
                </a:solidFill>
                <a:latin typeface="Arial"/>
                <a:ea typeface="Arial"/>
                <a:cs typeface="Arial"/>
              </a:defRPr>
            </a:defPPr>
            <a:lvl1pPr algn="r">
              <a:defRPr sz="1425" b="0">
                <a:solidFill>
                  <a:srgbClr val="A6E5C9"/>
                </a:solidFill>
                <a:latin typeface="Arial"/>
                <a:ea typeface="Arial"/>
                <a:cs typeface="Arial"/>
              </a:defRPr>
            </a:lvl1pPr>
            <a:lvl2pPr algn="r">
              <a:defRPr sz="1425" b="0">
                <a:solidFill>
                  <a:srgbClr val="A6E5C9"/>
                </a:solidFill>
                <a:latin typeface="Arial"/>
                <a:ea typeface="Arial"/>
                <a:cs typeface="Arial"/>
              </a:defRPr>
            </a:lvl2pPr>
            <a:lvl3pPr algn="r">
              <a:defRPr sz="1425" b="0">
                <a:solidFill>
                  <a:srgbClr val="A6E5C9"/>
                </a:solidFill>
                <a:latin typeface="Arial"/>
                <a:ea typeface="Arial"/>
                <a:cs typeface="Arial"/>
              </a:defRPr>
            </a:lvl3pPr>
            <a:lvl4pPr algn="r">
              <a:defRPr sz="1425" b="0">
                <a:solidFill>
                  <a:srgbClr val="A6E5C9"/>
                </a:solidFill>
                <a:latin typeface="Arial"/>
                <a:ea typeface="Arial"/>
                <a:cs typeface="Arial"/>
              </a:defRPr>
            </a:lvl4pPr>
            <a:lvl5pPr algn="r">
              <a:defRPr sz="1425" b="0">
                <a:solidFill>
                  <a:srgbClr val="A6E5C9"/>
                </a:solidFill>
                <a:latin typeface="Arial"/>
                <a:ea typeface="Arial"/>
                <a:cs typeface="Arial"/>
              </a:defRPr>
            </a:lvl5pPr>
            <a:lvl6pPr algn="r">
              <a:defRPr sz="1425" b="0">
                <a:solidFill>
                  <a:srgbClr val="A6E5C9"/>
                </a:solidFill>
                <a:latin typeface="Arial"/>
                <a:ea typeface="Arial"/>
                <a:cs typeface="Arial"/>
              </a:defRPr>
            </a:lvl6pPr>
            <a:lvl7pPr algn="r">
              <a:defRPr sz="1425" b="0">
                <a:solidFill>
                  <a:srgbClr val="A6E5C9"/>
                </a:solidFill>
                <a:latin typeface="Arial"/>
                <a:ea typeface="Arial"/>
                <a:cs typeface="Arial"/>
              </a:defRPr>
            </a:lvl7pPr>
            <a:lvl8pPr algn="r">
              <a:defRPr sz="1425" b="0">
                <a:solidFill>
                  <a:srgbClr val="A6E5C9"/>
                </a:solidFill>
                <a:latin typeface="Arial"/>
                <a:ea typeface="Arial"/>
                <a:cs typeface="Arial"/>
              </a:defRPr>
            </a:lvl8pPr>
            <a:lvl9pPr algn="r">
              <a:defRPr sz="1425" b="0">
                <a:solidFill>
                  <a:srgbClr val="A6E5C9"/>
                </a:solidFill>
                <a:latin typeface="Arial"/>
                <a:ea typeface="Arial"/>
                <a:cs typeface="Arial"/>
              </a:defRPr>
            </a:lvl9pPr>
          </a:lstStyle>
          <a:p xmlns:a="http://schemas.openxmlformats.org/drawingml/2006/main">
            <a:pPr algn="r">
              <a:defRPr sz="1425" b="0">
                <a:solidFill>
                  <a:srgbClr val="A6E5C9"/>
                </a:solidFill>
                <a:latin typeface="Arial"/>
                <a:ea typeface="Arial"/>
                <a:cs typeface="Arial"/>
              </a:defRPr>
            </a:pPr>
            <a:r>
              <a:rPr sz="1425" b="0">
                <a:solidFill>
                  <a:srgbClr val="A6E5C9"/>
                </a:solidFill>
                <a:latin typeface="Arial"/>
                <a:ea typeface="Arial"/>
                <a:cs typeface="Arial"/>
              </a:rPr>
              <a:t>2 min</a:t>
            </a:r>
          </a:p>
        </p:txBody>
      </p:sp>
      <p:sp>
        <p:nvSpPr>
          <p:cNvPr id="9" name="">
            <a:extLst xmlns:a="http://schemas.openxmlformats.org/drawingml/2006/main">
              <a:ext uri="{FF2B5EF4-FFF2-40B4-BE49-F238E27FC236}">
                <a16:creationId xmlns:a16="http://schemas.microsoft.com/office/drawing/2014/main" id="{773666DB-BD8A-4879-8600-B0324CF13815}"/>
              </a:ext>
            </a:extLst>
          </p:cNvPr>
          <p:cNvSpPr>
            <a:spLocks xmlns:a="http://schemas.openxmlformats.org/drawingml/2006/main" noGrp="1"/>
          </p:cNvSpPr>
          <p:nvPr/>
        </p:nvSpPr>
        <p:spPr>
          <a:xfrm xmlns:a="http://schemas.openxmlformats.org/drawingml/2006/main">
            <a:off x="0" y="6467475"/>
            <a:ext cx="12192000" cy="390525"/>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5CAB1D9-2150-4594-95E3-FA5CF1A433D9}"/>
              </a:ext>
            </a:extLst>
          </p:cNvPr>
          <p:cNvSpPr>
            <a:spLocks xmlns:a="http://schemas.openxmlformats.org/drawingml/2006/main" noGrp="1"/>
          </p:cNvSpPr>
          <p:nvPr/>
        </p:nvSpPr>
        <p:spPr>
          <a:xfrm xmlns:a="http://schemas.openxmlformats.org/drawingml/2006/main">
            <a:off x="304800" y="65246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526074"/>
                </a:solidFill>
                <a:latin typeface="Arial"/>
                <a:ea typeface="Arial"/>
                <a:cs typeface="Arial"/>
              </a:defRPr>
            </a:defPPr>
            <a:lvl1pPr algn="l">
              <a:defRPr sz="1050" b="0">
                <a:solidFill>
                  <a:srgbClr val="526074"/>
                </a:solidFill>
                <a:latin typeface="Arial"/>
                <a:ea typeface="Arial"/>
                <a:cs typeface="Arial"/>
              </a:defRPr>
            </a:lvl1pPr>
            <a:lvl2pPr algn="l">
              <a:defRPr sz="1050" b="0">
                <a:solidFill>
                  <a:srgbClr val="526074"/>
                </a:solidFill>
                <a:latin typeface="Arial"/>
                <a:ea typeface="Arial"/>
                <a:cs typeface="Arial"/>
              </a:defRPr>
            </a:lvl2pPr>
            <a:lvl3pPr algn="l">
              <a:defRPr sz="1050" b="0">
                <a:solidFill>
                  <a:srgbClr val="526074"/>
                </a:solidFill>
                <a:latin typeface="Arial"/>
                <a:ea typeface="Arial"/>
                <a:cs typeface="Arial"/>
              </a:defRPr>
            </a:lvl3pPr>
            <a:lvl4pPr algn="l">
              <a:defRPr sz="1050" b="0">
                <a:solidFill>
                  <a:srgbClr val="526074"/>
                </a:solidFill>
                <a:latin typeface="Arial"/>
                <a:ea typeface="Arial"/>
                <a:cs typeface="Arial"/>
              </a:defRPr>
            </a:lvl4pPr>
            <a:lvl5pPr algn="l">
              <a:defRPr sz="1050" b="0">
                <a:solidFill>
                  <a:srgbClr val="526074"/>
                </a:solidFill>
                <a:latin typeface="Arial"/>
                <a:ea typeface="Arial"/>
                <a:cs typeface="Arial"/>
              </a:defRPr>
            </a:lvl5pPr>
            <a:lvl6pPr algn="l">
              <a:defRPr sz="1050" b="0">
                <a:solidFill>
                  <a:srgbClr val="526074"/>
                </a:solidFill>
                <a:latin typeface="Arial"/>
                <a:ea typeface="Arial"/>
                <a:cs typeface="Arial"/>
              </a:defRPr>
            </a:lvl6pPr>
            <a:lvl7pPr algn="l">
              <a:defRPr sz="1050" b="0">
                <a:solidFill>
                  <a:srgbClr val="526074"/>
                </a:solidFill>
                <a:latin typeface="Arial"/>
                <a:ea typeface="Arial"/>
                <a:cs typeface="Arial"/>
              </a:defRPr>
            </a:lvl7pPr>
            <a:lvl8pPr algn="l">
              <a:defRPr sz="1050" b="0">
                <a:solidFill>
                  <a:srgbClr val="526074"/>
                </a:solidFill>
                <a:latin typeface="Arial"/>
                <a:ea typeface="Arial"/>
                <a:cs typeface="Arial"/>
              </a:defRPr>
            </a:lvl8pPr>
            <a:lvl9pPr algn="l">
              <a:defRPr sz="1050" b="0">
                <a:solidFill>
                  <a:srgbClr val="526074"/>
                </a:solidFill>
                <a:latin typeface="Arial"/>
                <a:ea typeface="Arial"/>
                <a:cs typeface="Arial"/>
              </a:defRPr>
            </a:lvl9pPr>
          </a:lstStyle>
          <a:p xmlns:a="http://schemas.openxmlformats.org/drawingml/2006/main">
            <a:pPr algn="l">
              <a:defRPr sz="1050" b="0">
                <a:solidFill>
                  <a:srgbClr val="526074"/>
                </a:solidFill>
                <a:latin typeface="Arial"/>
                <a:ea typeface="Arial"/>
                <a:cs typeface="Arial"/>
              </a:defRPr>
            </a:pPr>
            <a:r>
              <a:rPr sz="1050" b="0">
                <a:solidFill>
                  <a:srgbClr val="526074"/>
                </a:solidFill>
                <a:latin typeface="Arial"/>
                <a:ea typeface="Arial"/>
                <a:cs typeface="Arial"/>
              </a:rPr>
              <a:t>ASSEMBLY-RULE-OF-LAW</a:t>
            </a:r>
          </a:p>
        </p:txBody>
      </p:sp>
      <p:sp>
        <p:nvSpPr>
          <p:cNvPr id="11" name="">
            <a:extLst xmlns:a="http://schemas.openxmlformats.org/drawingml/2006/main">
              <a:ext uri="{FF2B5EF4-FFF2-40B4-BE49-F238E27FC236}">
                <a16:creationId xmlns:a16="http://schemas.microsoft.com/office/drawing/2014/main" id="{67C23C36-175E-4D6E-AD7C-F73B631B8EB2}"/>
              </a:ext>
            </a:extLst>
          </p:cNvPr>
          <p:cNvSpPr>
            <a:spLocks xmlns:a="http://schemas.openxmlformats.org/drawingml/2006/main" noGrp="1"/>
          </p:cNvSpPr>
          <p:nvPr/>
        </p:nvSpPr>
        <p:spPr>
          <a:xfrm xmlns:a="http://schemas.openxmlformats.org/drawingml/2006/main">
            <a:off x="7620000" y="6524625"/>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074"/>
                </a:solidFill>
                <a:latin typeface="Arial"/>
                <a:ea typeface="Arial"/>
                <a:cs typeface="Arial"/>
              </a:defRPr>
            </a:defPPr>
            <a:lvl1pPr algn="r">
              <a:defRPr sz="1200" b="0">
                <a:solidFill>
                  <a:srgbClr val="526074"/>
                </a:solidFill>
                <a:latin typeface="Arial"/>
                <a:ea typeface="Arial"/>
                <a:cs typeface="Arial"/>
              </a:defRPr>
            </a:lvl1pPr>
            <a:lvl2pPr algn="r">
              <a:defRPr sz="1200" b="0">
                <a:solidFill>
                  <a:srgbClr val="526074"/>
                </a:solidFill>
                <a:latin typeface="Arial"/>
                <a:ea typeface="Arial"/>
                <a:cs typeface="Arial"/>
              </a:defRPr>
            </a:lvl2pPr>
            <a:lvl3pPr algn="r">
              <a:defRPr sz="1200" b="0">
                <a:solidFill>
                  <a:srgbClr val="526074"/>
                </a:solidFill>
                <a:latin typeface="Arial"/>
                <a:ea typeface="Arial"/>
                <a:cs typeface="Arial"/>
              </a:defRPr>
            </a:lvl3pPr>
            <a:lvl4pPr algn="r">
              <a:defRPr sz="1200" b="0">
                <a:solidFill>
                  <a:srgbClr val="526074"/>
                </a:solidFill>
                <a:latin typeface="Arial"/>
                <a:ea typeface="Arial"/>
                <a:cs typeface="Arial"/>
              </a:defRPr>
            </a:lvl4pPr>
            <a:lvl5pPr algn="r">
              <a:defRPr sz="1200" b="0">
                <a:solidFill>
                  <a:srgbClr val="526074"/>
                </a:solidFill>
                <a:latin typeface="Arial"/>
                <a:ea typeface="Arial"/>
                <a:cs typeface="Arial"/>
              </a:defRPr>
            </a:lvl5pPr>
            <a:lvl6pPr algn="r">
              <a:defRPr sz="1200" b="0">
                <a:solidFill>
                  <a:srgbClr val="526074"/>
                </a:solidFill>
                <a:latin typeface="Arial"/>
                <a:ea typeface="Arial"/>
                <a:cs typeface="Arial"/>
              </a:defRPr>
            </a:lvl6pPr>
            <a:lvl7pPr algn="r">
              <a:defRPr sz="1200" b="0">
                <a:solidFill>
                  <a:srgbClr val="526074"/>
                </a:solidFill>
                <a:latin typeface="Arial"/>
                <a:ea typeface="Arial"/>
                <a:cs typeface="Arial"/>
              </a:defRPr>
            </a:lvl7pPr>
            <a:lvl8pPr algn="r">
              <a:defRPr sz="1200" b="0">
                <a:solidFill>
                  <a:srgbClr val="526074"/>
                </a:solidFill>
                <a:latin typeface="Arial"/>
                <a:ea typeface="Arial"/>
                <a:cs typeface="Arial"/>
              </a:defRPr>
            </a:lvl8pPr>
            <a:lvl9pPr algn="r">
              <a:defRPr sz="1200" b="0">
                <a:solidFill>
                  <a:srgbClr val="526074"/>
                </a:solidFill>
                <a:latin typeface="Arial"/>
                <a:ea typeface="Arial"/>
                <a:cs typeface="Arial"/>
              </a:defRPr>
            </a:lvl9pPr>
          </a:lstStyle>
          <a:p xmlns:a="http://schemas.openxmlformats.org/drawingml/2006/main">
            <a:pPr algn="r">
              <a:defRPr sz="1200" b="0">
                <a:solidFill>
                  <a:srgbClr val="526074"/>
                </a:solidFill>
                <a:latin typeface="Arial"/>
                <a:ea typeface="Arial"/>
                <a:cs typeface="Arial"/>
              </a:defRPr>
            </a:pPr>
            <a:r>
              <a:rPr sz="1200" b="0">
                <a:solidFill>
                  <a:srgbClr val="526074"/>
                </a:solidFill>
                <a:latin typeface="Arial"/>
                <a:ea typeface="Arial"/>
                <a:cs typeface="Arial"/>
              </a:rPr>
              <a:t>Think · point · speak · watch</a:t>
            </a:r>
          </a:p>
        </p:txBody>
      </p:sp>
      <p:sp>
        <p:nvSpPr>
          <p:cNvPr id="12" name="Stage heading">
            <a:extLst xmlns:a="http://schemas.openxmlformats.org/drawingml/2006/main">
              <a:ext uri="{FF2B5EF4-FFF2-40B4-BE49-F238E27FC236}">
                <a16:creationId xmlns:a16="http://schemas.microsoft.com/office/drawing/2014/main" id="{E6478755-27D8-400A-9142-53C464E3B56F}"/>
              </a:ext>
            </a:extLst>
          </p:cNvPr>
          <p:cNvSpPr>
            <a:spLocks xmlns:a="http://schemas.openxmlformats.org/drawingml/2006/main" noGrp="1"/>
          </p:cNvSpPr>
          <p:nvPr/>
        </p:nvSpPr>
        <p:spPr>
          <a:xfrm xmlns:a="http://schemas.openxmlformats.org/drawingml/2006/main">
            <a:off x="495300" y="1352550"/>
            <a:ext cx="11201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1">
                <a:solidFill>
                  <a:srgbClr val="17223B"/>
                </a:solidFill>
                <a:latin typeface="Arial"/>
                <a:ea typeface="Arial"/>
                <a:cs typeface="Arial"/>
              </a:defRPr>
            </a:defPPr>
            <a:lvl1pPr algn="l">
              <a:defRPr sz="3525" b="1">
                <a:solidFill>
                  <a:srgbClr val="17223B"/>
                </a:solidFill>
                <a:latin typeface="Arial"/>
                <a:ea typeface="Arial"/>
                <a:cs typeface="Arial"/>
              </a:defRPr>
            </a:lvl1pPr>
            <a:lvl2pPr algn="l">
              <a:defRPr sz="3525" b="1">
                <a:solidFill>
                  <a:srgbClr val="17223B"/>
                </a:solidFill>
                <a:latin typeface="Arial"/>
                <a:ea typeface="Arial"/>
                <a:cs typeface="Arial"/>
              </a:defRPr>
            </a:lvl2pPr>
            <a:lvl3pPr algn="l">
              <a:defRPr sz="3525" b="1">
                <a:solidFill>
                  <a:srgbClr val="17223B"/>
                </a:solidFill>
                <a:latin typeface="Arial"/>
                <a:ea typeface="Arial"/>
                <a:cs typeface="Arial"/>
              </a:defRPr>
            </a:lvl3pPr>
            <a:lvl4pPr algn="l">
              <a:defRPr sz="3525" b="1">
                <a:solidFill>
                  <a:srgbClr val="17223B"/>
                </a:solidFill>
                <a:latin typeface="Arial"/>
                <a:ea typeface="Arial"/>
                <a:cs typeface="Arial"/>
              </a:defRPr>
            </a:lvl4pPr>
            <a:lvl5pPr algn="l">
              <a:defRPr sz="3525" b="1">
                <a:solidFill>
                  <a:srgbClr val="17223B"/>
                </a:solidFill>
                <a:latin typeface="Arial"/>
                <a:ea typeface="Arial"/>
                <a:cs typeface="Arial"/>
              </a:defRPr>
            </a:lvl5pPr>
            <a:lvl6pPr algn="l">
              <a:defRPr sz="3525" b="1">
                <a:solidFill>
                  <a:srgbClr val="17223B"/>
                </a:solidFill>
                <a:latin typeface="Arial"/>
                <a:ea typeface="Arial"/>
                <a:cs typeface="Arial"/>
              </a:defRPr>
            </a:lvl6pPr>
            <a:lvl7pPr algn="l">
              <a:defRPr sz="3525" b="1">
                <a:solidFill>
                  <a:srgbClr val="17223B"/>
                </a:solidFill>
                <a:latin typeface="Arial"/>
                <a:ea typeface="Arial"/>
                <a:cs typeface="Arial"/>
              </a:defRPr>
            </a:lvl7pPr>
            <a:lvl8pPr algn="l">
              <a:defRPr sz="3525" b="1">
                <a:solidFill>
                  <a:srgbClr val="17223B"/>
                </a:solidFill>
                <a:latin typeface="Arial"/>
                <a:ea typeface="Arial"/>
                <a:cs typeface="Arial"/>
              </a:defRPr>
            </a:lvl8pPr>
            <a:lvl9pPr algn="l">
              <a:defRPr sz="3525" b="1">
                <a:solidFill>
                  <a:srgbClr val="17223B"/>
                </a:solidFill>
                <a:latin typeface="Arial"/>
                <a:ea typeface="Arial"/>
                <a:cs typeface="Arial"/>
              </a:defRPr>
            </a:lvl9pPr>
          </a:lstStyle>
          <a:p xmlns:a="http://schemas.openxmlformats.org/drawingml/2006/main">
            <a:pPr algn="l">
              <a:defRPr sz="3525" b="1">
                <a:solidFill>
                  <a:srgbClr val="17223B"/>
                </a:solidFill>
                <a:latin typeface="Arial"/>
                <a:ea typeface="Arial"/>
                <a:cs typeface="Arial"/>
              </a:defRPr>
            </a:pPr>
            <a:r>
              <a:rPr sz="3525" b="1">
                <a:solidFill>
                  <a:srgbClr val="17223B"/>
                </a:solidFill>
                <a:latin typeface="Arial"/>
                <a:ea typeface="Arial"/>
                <a:cs typeface="Arial"/>
              </a:rPr>
              <a:t>When a rule feels unfair</a:t>
            </a:r>
          </a:p>
        </p:txBody>
      </p:sp>
      <p:sp>
        <p:nvSpPr>
          <p:cNvPr id="13" name="Discussion prompt">
            <a:extLst xmlns:a="http://schemas.openxmlformats.org/drawingml/2006/main">
              <a:ext uri="{FF2B5EF4-FFF2-40B4-BE49-F238E27FC236}">
                <a16:creationId xmlns:a16="http://schemas.microsoft.com/office/drawing/2014/main" id="{EE7F1C99-752E-425B-88CF-34C9F9F17261}"/>
              </a:ext>
            </a:extLst>
          </p:cNvPr>
          <p:cNvSpPr>
            <a:spLocks xmlns:a="http://schemas.openxmlformats.org/drawingml/2006/main" noGrp="1"/>
          </p:cNvSpPr>
          <p:nvPr/>
        </p:nvSpPr>
        <p:spPr>
          <a:xfrm xmlns:a="http://schemas.openxmlformats.org/drawingml/2006/main">
            <a:off x="514350" y="2095500"/>
            <a:ext cx="11163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75" b="0">
                <a:solidFill>
                  <a:srgbClr val="17223B"/>
                </a:solidFill>
                <a:latin typeface="Arial"/>
                <a:ea typeface="Arial"/>
                <a:cs typeface="Arial"/>
              </a:defRPr>
            </a:defPPr>
            <a:lvl1pPr algn="l">
              <a:defRPr sz="2475" b="0">
                <a:solidFill>
                  <a:srgbClr val="17223B"/>
                </a:solidFill>
                <a:latin typeface="Arial"/>
                <a:ea typeface="Arial"/>
                <a:cs typeface="Arial"/>
              </a:defRPr>
            </a:lvl1pPr>
            <a:lvl2pPr algn="l">
              <a:defRPr sz="2475" b="0">
                <a:solidFill>
                  <a:srgbClr val="17223B"/>
                </a:solidFill>
                <a:latin typeface="Arial"/>
                <a:ea typeface="Arial"/>
                <a:cs typeface="Arial"/>
              </a:defRPr>
            </a:lvl2pPr>
            <a:lvl3pPr algn="l">
              <a:defRPr sz="2475" b="0">
                <a:solidFill>
                  <a:srgbClr val="17223B"/>
                </a:solidFill>
                <a:latin typeface="Arial"/>
                <a:ea typeface="Arial"/>
                <a:cs typeface="Arial"/>
              </a:defRPr>
            </a:lvl3pPr>
            <a:lvl4pPr algn="l">
              <a:defRPr sz="2475" b="0">
                <a:solidFill>
                  <a:srgbClr val="17223B"/>
                </a:solidFill>
                <a:latin typeface="Arial"/>
                <a:ea typeface="Arial"/>
                <a:cs typeface="Arial"/>
              </a:defRPr>
            </a:lvl4pPr>
            <a:lvl5pPr algn="l">
              <a:defRPr sz="2475" b="0">
                <a:solidFill>
                  <a:srgbClr val="17223B"/>
                </a:solidFill>
                <a:latin typeface="Arial"/>
                <a:ea typeface="Arial"/>
                <a:cs typeface="Arial"/>
              </a:defRPr>
            </a:lvl5pPr>
            <a:lvl6pPr algn="l">
              <a:defRPr sz="2475" b="0">
                <a:solidFill>
                  <a:srgbClr val="17223B"/>
                </a:solidFill>
                <a:latin typeface="Arial"/>
                <a:ea typeface="Arial"/>
                <a:cs typeface="Arial"/>
              </a:defRPr>
            </a:lvl6pPr>
            <a:lvl7pPr algn="l">
              <a:defRPr sz="2475" b="0">
                <a:solidFill>
                  <a:srgbClr val="17223B"/>
                </a:solidFill>
                <a:latin typeface="Arial"/>
                <a:ea typeface="Arial"/>
                <a:cs typeface="Arial"/>
              </a:defRPr>
            </a:lvl7pPr>
            <a:lvl8pPr algn="l">
              <a:defRPr sz="2475" b="0">
                <a:solidFill>
                  <a:srgbClr val="17223B"/>
                </a:solidFill>
                <a:latin typeface="Arial"/>
                <a:ea typeface="Arial"/>
                <a:cs typeface="Arial"/>
              </a:defRPr>
            </a:lvl8pPr>
            <a:lvl9pPr algn="l">
              <a:defRPr sz="2475" b="0">
                <a:solidFill>
                  <a:srgbClr val="17223B"/>
                </a:solidFill>
                <a:latin typeface="Arial"/>
                <a:ea typeface="Arial"/>
                <a:cs typeface="Arial"/>
              </a:defRPr>
            </a:lvl9pPr>
          </a:lstStyle>
          <a:p xmlns:a="http://schemas.openxmlformats.org/drawingml/2006/main">
            <a:pPr algn="l">
              <a:defRPr sz="2475" b="0">
                <a:solidFill>
                  <a:srgbClr val="17223B"/>
                </a:solidFill>
                <a:latin typeface="Arial"/>
                <a:ea typeface="Arial"/>
                <a:cs typeface="Arial"/>
              </a:defRPr>
            </a:pPr>
            <a:r>
              <a:rPr sz="2475" b="0">
                <a:solidFill>
                  <a:srgbClr val="17223B"/>
                </a:solidFill>
                <a:latin typeface="Arial"/>
                <a:ea typeface="Arial"/>
                <a:cs typeface="Arial"/>
              </a:rPr>
              <a:t>Choose a useful next move.</a:t>
            </a:r>
          </a:p>
        </p:txBody>
      </p:sp>
      <p:sp>
        <p:nvSpPr>
          <p:cNvPr id="14" name="">
            <a:extLst xmlns:a="http://schemas.openxmlformats.org/drawingml/2006/main">
              <a:ext uri="{FF2B5EF4-FFF2-40B4-BE49-F238E27FC236}">
                <a16:creationId xmlns:a16="http://schemas.microsoft.com/office/drawing/2014/main" id="{A28709E5-48BA-4A16-A62F-36D3D204EBB0}"/>
              </a:ext>
            </a:extLst>
          </p:cNvPr>
          <p:cNvSpPr>
            <a:spLocks xmlns:a="http://schemas.openxmlformats.org/drawingml/2006/main" noGrp="1"/>
          </p:cNvSpPr>
          <p:nvPr/>
        </p:nvSpPr>
        <p:spPr>
          <a:xfrm xmlns:a="http://schemas.openxmlformats.org/drawingml/2006/main">
            <a:off x="523875" y="31337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01</a:t>
            </a:r>
          </a:p>
        </p:txBody>
      </p:sp>
      <p:sp>
        <p:nvSpPr>
          <p:cNvPr id="15" name="Option 1">
            <a:extLst xmlns:a="http://schemas.openxmlformats.org/drawingml/2006/main">
              <a:ext uri="{FF2B5EF4-FFF2-40B4-BE49-F238E27FC236}">
                <a16:creationId xmlns:a16="http://schemas.microsoft.com/office/drawing/2014/main" id="{B75F3F29-D8CE-4A3E-87CD-63FBD962DB46}"/>
              </a:ext>
            </a:extLst>
          </p:cNvPr>
          <p:cNvSpPr>
            <a:spLocks xmlns:a="http://schemas.openxmlformats.org/drawingml/2006/main" noGrp="1"/>
          </p:cNvSpPr>
          <p:nvPr/>
        </p:nvSpPr>
        <p:spPr>
          <a:xfrm xmlns:a="http://schemas.openxmlformats.org/drawingml/2006/main">
            <a:off x="1219200" y="31337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Ask what the rule is for</a:t>
            </a:r>
          </a:p>
        </p:txBody>
      </p:sp>
      <p:sp>
        <p:nvSpPr>
          <p:cNvPr id="16" name="">
            <a:extLst xmlns:a="http://schemas.openxmlformats.org/drawingml/2006/main">
              <a:ext uri="{FF2B5EF4-FFF2-40B4-BE49-F238E27FC236}">
                <a16:creationId xmlns:a16="http://schemas.microsoft.com/office/drawing/2014/main" id="{90A4E3DA-52C4-49AF-84D3-58A63409D5B4}"/>
              </a:ext>
            </a:extLst>
          </p:cNvPr>
          <p:cNvSpPr>
            <a:spLocks xmlns:a="http://schemas.openxmlformats.org/drawingml/2006/main" noGrp="1"/>
          </p:cNvSpPr>
          <p:nvPr/>
        </p:nvSpPr>
        <p:spPr>
          <a:xfrm xmlns:a="http://schemas.openxmlformats.org/drawingml/2006/main">
            <a:off x="552450" y="4029075"/>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E559EEF-C5E0-4D26-9A52-15C36EC4C5FF}"/>
              </a:ext>
            </a:extLst>
          </p:cNvPr>
          <p:cNvSpPr>
            <a:spLocks xmlns:a="http://schemas.openxmlformats.org/drawingml/2006/main" noGrp="1"/>
          </p:cNvSpPr>
          <p:nvPr/>
        </p:nvSpPr>
        <p:spPr>
          <a:xfrm xmlns:a="http://schemas.openxmlformats.org/drawingml/2006/main">
            <a:off x="523875" y="40481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02</a:t>
            </a:r>
          </a:p>
        </p:txBody>
      </p:sp>
      <p:sp>
        <p:nvSpPr>
          <p:cNvPr id="18" name="Option 2">
            <a:extLst xmlns:a="http://schemas.openxmlformats.org/drawingml/2006/main">
              <a:ext uri="{FF2B5EF4-FFF2-40B4-BE49-F238E27FC236}">
                <a16:creationId xmlns:a16="http://schemas.microsoft.com/office/drawing/2014/main" id="{88643858-CA60-4B40-A8AB-6A9775F2EFE8}"/>
              </a:ext>
            </a:extLst>
          </p:cNvPr>
          <p:cNvSpPr>
            <a:spLocks xmlns:a="http://schemas.openxmlformats.org/drawingml/2006/main" noGrp="1"/>
          </p:cNvSpPr>
          <p:nvPr/>
        </p:nvSpPr>
        <p:spPr>
          <a:xfrm xmlns:a="http://schemas.openxmlformats.org/drawingml/2006/main">
            <a:off x="1219200" y="40481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Ask trusted staff for help</a:t>
            </a:r>
          </a:p>
        </p:txBody>
      </p:sp>
      <p:sp>
        <p:nvSpPr>
          <p:cNvPr id="19" name="">
            <a:extLst xmlns:a="http://schemas.openxmlformats.org/drawingml/2006/main">
              <a:ext uri="{FF2B5EF4-FFF2-40B4-BE49-F238E27FC236}">
                <a16:creationId xmlns:a16="http://schemas.microsoft.com/office/drawing/2014/main" id="{D8E3B435-9133-46D9-A490-F73A6CEA82EC}"/>
              </a:ext>
            </a:extLst>
          </p:cNvPr>
          <p:cNvSpPr>
            <a:spLocks xmlns:a="http://schemas.openxmlformats.org/drawingml/2006/main" noGrp="1"/>
          </p:cNvSpPr>
          <p:nvPr/>
        </p:nvSpPr>
        <p:spPr>
          <a:xfrm xmlns:a="http://schemas.openxmlformats.org/drawingml/2006/main">
            <a:off x="552450" y="4943475"/>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6D62A9A-9457-4538-BAE9-330F5CD88E00}"/>
              </a:ext>
            </a:extLst>
          </p:cNvPr>
          <p:cNvSpPr>
            <a:spLocks xmlns:a="http://schemas.openxmlformats.org/drawingml/2006/main" noGrp="1"/>
          </p:cNvSpPr>
          <p:nvPr/>
        </p:nvSpPr>
        <p:spPr>
          <a:xfrm xmlns:a="http://schemas.openxmlformats.org/drawingml/2006/main">
            <a:off x="523875" y="49625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03</a:t>
            </a:r>
          </a:p>
        </p:txBody>
      </p:sp>
      <p:sp>
        <p:nvSpPr>
          <p:cNvPr id="21" name="Option 3">
            <a:extLst xmlns:a="http://schemas.openxmlformats.org/drawingml/2006/main">
              <a:ext uri="{FF2B5EF4-FFF2-40B4-BE49-F238E27FC236}">
                <a16:creationId xmlns:a16="http://schemas.microsoft.com/office/drawing/2014/main" id="{B20AE0CA-A39B-41DF-8708-7D5C3FB39F2B}"/>
              </a:ext>
            </a:extLst>
          </p:cNvPr>
          <p:cNvSpPr>
            <a:spLocks xmlns:a="http://schemas.openxmlformats.org/drawingml/2006/main" noGrp="1"/>
          </p:cNvSpPr>
          <p:nvPr/>
        </p:nvSpPr>
        <p:spPr>
          <a:xfrm xmlns:a="http://schemas.openxmlformats.org/drawingml/2006/main">
            <a:off x="1219200" y="49625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Use pupil voice</a:t>
            </a:r>
          </a:p>
        </p:txBody>
      </p:sp>
    </p:spTree>
    <p:extLst>
      <p:ext uri="{BB962C8B-B14F-4D97-AF65-F5344CB8AC3E}">
        <p14:creationId xmlns:p14="http://schemas.microsoft.com/office/powerpoint/2010/main" val="97989420"/>
      </p:ext>
    </p:extLst>
  </p:cSld>
</p:sld>
</file>

<file path=ppt/slides/slide15.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2F6C86E-13B8-4AA2-B4FE-49D905139FDE}"/>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E1695F17-5FE9-43CD-8426-FE73153F5E18}"/>
              </a:ext>
            </a:extLst>
          </p:cNvPr>
          <p:cNvPicPr>
            <a:picLocks xmlns:a="http://schemas.openxmlformats.org/drawingml/2006/main" noChangeAspect="1"/>
          </p:cNvPicPr>
          <p:nvPr/>
        </p:nvPicPr>
        <p:blipFill>
          <a:blip xmlns:r="http://schemas.openxmlformats.org/officeDocument/2006/relationships" xmlns:a="http://schemas.openxmlformats.org/drawingml/2006/main" r:embed="R66639e5b65044811"/>
          <a:stretch xmlns:a="http://schemas.openxmlformats.org/drawingml/2006/main"/>
        </p:blipFill>
        <p:spPr>
          <a:xfrm xmlns:a="http://schemas.openxmlformats.org/drawingml/2006/main">
            <a:off x="266700" y="114300"/>
            <a:ext cx="514350" cy="514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660EB33-6300-4C6D-AD23-097DA220203D}"/>
              </a:ext>
            </a:extLst>
          </p:cNvPr>
          <p:cNvSpPr>
            <a:spLocks xmlns:a="http://schemas.openxmlformats.org/drawingml/2006/main" noGrp="1"/>
          </p:cNvSpPr>
          <p:nvPr/>
        </p:nvSpPr>
        <p:spPr>
          <a:xfrm xmlns:a="http://schemas.openxmlformats.org/drawingml/2006/main">
            <a:off x="914400" y="1428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7223B"/>
                </a:solidFill>
                <a:latin typeface="Arial"/>
                <a:ea typeface="Arial"/>
                <a:cs typeface="Arial"/>
              </a:defRPr>
            </a:defPPr>
            <a:lvl1pPr algn="l">
              <a:defRPr sz="1500" b="1">
                <a:solidFill>
                  <a:srgbClr val="17223B"/>
                </a:solidFill>
                <a:latin typeface="Arial"/>
                <a:ea typeface="Arial"/>
                <a:cs typeface="Arial"/>
              </a:defRPr>
            </a:lvl1pPr>
            <a:lvl2pPr algn="l">
              <a:defRPr sz="1500" b="1">
                <a:solidFill>
                  <a:srgbClr val="17223B"/>
                </a:solidFill>
                <a:latin typeface="Arial"/>
                <a:ea typeface="Arial"/>
                <a:cs typeface="Arial"/>
              </a:defRPr>
            </a:lvl2pPr>
            <a:lvl3pPr algn="l">
              <a:defRPr sz="1500" b="1">
                <a:solidFill>
                  <a:srgbClr val="17223B"/>
                </a:solidFill>
                <a:latin typeface="Arial"/>
                <a:ea typeface="Arial"/>
                <a:cs typeface="Arial"/>
              </a:defRPr>
            </a:lvl3pPr>
            <a:lvl4pPr algn="l">
              <a:defRPr sz="1500" b="1">
                <a:solidFill>
                  <a:srgbClr val="17223B"/>
                </a:solidFill>
                <a:latin typeface="Arial"/>
                <a:ea typeface="Arial"/>
                <a:cs typeface="Arial"/>
              </a:defRPr>
            </a:lvl4pPr>
            <a:lvl5pPr algn="l">
              <a:defRPr sz="1500" b="1">
                <a:solidFill>
                  <a:srgbClr val="17223B"/>
                </a:solidFill>
                <a:latin typeface="Arial"/>
                <a:ea typeface="Arial"/>
                <a:cs typeface="Arial"/>
              </a:defRPr>
            </a:lvl5pPr>
            <a:lvl6pPr algn="l">
              <a:defRPr sz="1500" b="1">
                <a:solidFill>
                  <a:srgbClr val="17223B"/>
                </a:solidFill>
                <a:latin typeface="Arial"/>
                <a:ea typeface="Arial"/>
                <a:cs typeface="Arial"/>
              </a:defRPr>
            </a:lvl6pPr>
            <a:lvl7pPr algn="l">
              <a:defRPr sz="1500" b="1">
                <a:solidFill>
                  <a:srgbClr val="17223B"/>
                </a:solidFill>
                <a:latin typeface="Arial"/>
                <a:ea typeface="Arial"/>
                <a:cs typeface="Arial"/>
              </a:defRPr>
            </a:lvl7pPr>
            <a:lvl8pPr algn="l">
              <a:defRPr sz="1500" b="1">
                <a:solidFill>
                  <a:srgbClr val="17223B"/>
                </a:solidFill>
                <a:latin typeface="Arial"/>
                <a:ea typeface="Arial"/>
                <a:cs typeface="Arial"/>
              </a:defRPr>
            </a:lvl8pPr>
            <a:lvl9pPr algn="l">
              <a:defRPr sz="1500" b="1">
                <a:solidFill>
                  <a:srgbClr val="17223B"/>
                </a:solidFill>
                <a:latin typeface="Arial"/>
                <a:ea typeface="Arial"/>
                <a:cs typeface="Arial"/>
              </a:defRPr>
            </a:lvl9pPr>
          </a:lstStyle>
          <a:p xmlns:a="http://schemas.openxmlformats.org/drawingml/2006/main">
            <a:pPr algn="l">
              <a:defRPr sz="1500" b="1">
                <a:solidFill>
                  <a:srgbClr val="17223B"/>
                </a:solidFill>
                <a:latin typeface="Arial"/>
                <a:ea typeface="Arial"/>
                <a:cs typeface="Arial"/>
              </a:defRPr>
            </a:pPr>
            <a:r>
              <a:rPr sz="1500" b="1">
                <a:solidFill>
                  <a:srgbClr val="17223B"/>
                </a:solidFill>
                <a:latin typeface="Arial"/>
                <a:ea typeface="Arial"/>
                <a:cs typeface="Arial"/>
              </a:rPr>
              <a:t>MADE BY MATT</a:t>
            </a:r>
          </a:p>
        </p:txBody>
      </p:sp>
      <p:sp>
        <p:nvSpPr>
          <p:cNvPr id="4" name="">
            <a:extLst xmlns:a="http://schemas.openxmlformats.org/drawingml/2006/main">
              <a:ext uri="{FF2B5EF4-FFF2-40B4-BE49-F238E27FC236}">
                <a16:creationId xmlns:a16="http://schemas.microsoft.com/office/drawing/2014/main" id="{70BCAAA1-BAAB-453E-AAAD-78437B5CB785}"/>
              </a:ext>
            </a:extLst>
          </p:cNvPr>
          <p:cNvSpPr>
            <a:spLocks xmlns:a="http://schemas.openxmlformats.org/drawingml/2006/main" noGrp="1"/>
          </p:cNvSpPr>
          <p:nvPr/>
        </p:nvSpPr>
        <p:spPr>
          <a:xfrm xmlns:a="http://schemas.openxmlformats.org/drawingml/2006/main">
            <a:off x="914400" y="39052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26074"/>
                </a:solidFill>
                <a:latin typeface="Arial"/>
                <a:ea typeface="Arial"/>
                <a:cs typeface="Arial"/>
              </a:defRPr>
            </a:defPPr>
            <a:lvl1pPr algn="l">
              <a:defRPr sz="1200" b="0">
                <a:solidFill>
                  <a:srgbClr val="526074"/>
                </a:solidFill>
                <a:latin typeface="Arial"/>
                <a:ea typeface="Arial"/>
                <a:cs typeface="Arial"/>
              </a:defRPr>
            </a:lvl1pPr>
            <a:lvl2pPr algn="l">
              <a:defRPr sz="1200" b="0">
                <a:solidFill>
                  <a:srgbClr val="526074"/>
                </a:solidFill>
                <a:latin typeface="Arial"/>
                <a:ea typeface="Arial"/>
                <a:cs typeface="Arial"/>
              </a:defRPr>
            </a:lvl2pPr>
            <a:lvl3pPr algn="l">
              <a:defRPr sz="1200" b="0">
                <a:solidFill>
                  <a:srgbClr val="526074"/>
                </a:solidFill>
                <a:latin typeface="Arial"/>
                <a:ea typeface="Arial"/>
                <a:cs typeface="Arial"/>
              </a:defRPr>
            </a:lvl3pPr>
            <a:lvl4pPr algn="l">
              <a:defRPr sz="1200" b="0">
                <a:solidFill>
                  <a:srgbClr val="526074"/>
                </a:solidFill>
                <a:latin typeface="Arial"/>
                <a:ea typeface="Arial"/>
                <a:cs typeface="Arial"/>
              </a:defRPr>
            </a:lvl4pPr>
            <a:lvl5pPr algn="l">
              <a:defRPr sz="1200" b="0">
                <a:solidFill>
                  <a:srgbClr val="526074"/>
                </a:solidFill>
                <a:latin typeface="Arial"/>
                <a:ea typeface="Arial"/>
                <a:cs typeface="Arial"/>
              </a:defRPr>
            </a:lvl5pPr>
            <a:lvl6pPr algn="l">
              <a:defRPr sz="1200" b="0">
                <a:solidFill>
                  <a:srgbClr val="526074"/>
                </a:solidFill>
                <a:latin typeface="Arial"/>
                <a:ea typeface="Arial"/>
                <a:cs typeface="Arial"/>
              </a:defRPr>
            </a:lvl6pPr>
            <a:lvl7pPr algn="l">
              <a:defRPr sz="1200" b="0">
                <a:solidFill>
                  <a:srgbClr val="526074"/>
                </a:solidFill>
                <a:latin typeface="Arial"/>
                <a:ea typeface="Arial"/>
                <a:cs typeface="Arial"/>
              </a:defRPr>
            </a:lvl7pPr>
            <a:lvl8pPr algn="l">
              <a:defRPr sz="1200" b="0">
                <a:solidFill>
                  <a:srgbClr val="526074"/>
                </a:solidFill>
                <a:latin typeface="Arial"/>
                <a:ea typeface="Arial"/>
                <a:cs typeface="Arial"/>
              </a:defRPr>
            </a:lvl8pPr>
            <a:lvl9pPr algn="l">
              <a:defRPr sz="1200" b="0">
                <a:solidFill>
                  <a:srgbClr val="526074"/>
                </a:solidFill>
                <a:latin typeface="Arial"/>
                <a:ea typeface="Arial"/>
                <a:cs typeface="Arial"/>
              </a:defRPr>
            </a:lvl9pPr>
          </a:lstStyle>
          <a:p xmlns:a="http://schemas.openxmlformats.org/drawingml/2006/main">
            <a:pPr algn="l">
              <a:defRPr sz="1200" b="0">
                <a:solidFill>
                  <a:srgbClr val="526074"/>
                </a:solidFill>
                <a:latin typeface="Arial"/>
                <a:ea typeface="Arial"/>
                <a:cs typeface="Arial"/>
              </a:defRPr>
            </a:pPr>
            <a:r>
              <a:rPr sz="1200" b="0">
                <a:solidFill>
                  <a:srgbClr val="526074"/>
                </a:solidFill>
                <a:latin typeface="Arial"/>
                <a:ea typeface="Arial"/>
                <a:cs typeface="Arial"/>
              </a:rPr>
              <a:t>Learn • Build • Explore</a:t>
            </a:r>
          </a:p>
        </p:txBody>
      </p:sp>
      <p:sp>
        <p:nvSpPr>
          <p:cNvPr id="5" name="">
            <a:extLst xmlns:a="http://schemas.openxmlformats.org/drawingml/2006/main">
              <a:ext uri="{FF2B5EF4-FFF2-40B4-BE49-F238E27FC236}">
                <a16:creationId xmlns:a16="http://schemas.microsoft.com/office/drawing/2014/main" id="{5341EF50-08BB-438C-9125-25FED3B105ED}"/>
              </a:ext>
            </a:extLst>
          </p:cNvPr>
          <p:cNvSpPr>
            <a:spLocks xmlns:a="http://schemas.openxmlformats.org/drawingml/2006/main" noGrp="1"/>
          </p:cNvSpPr>
          <p:nvPr/>
        </p:nvSpPr>
        <p:spPr>
          <a:xfrm xmlns:a="http://schemas.openxmlformats.org/drawingml/2006/main">
            <a:off x="7905750" y="2286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500" b="1">
                <a:solidFill>
                  <a:srgbClr val="236650"/>
                </a:solidFill>
                <a:latin typeface="Arial"/>
                <a:ea typeface="Arial"/>
                <a:cs typeface="Arial"/>
              </a:defRPr>
            </a:defPPr>
            <a:lvl1pPr algn="r">
              <a:defRPr sz="1500" b="1">
                <a:solidFill>
                  <a:srgbClr val="236650"/>
                </a:solidFill>
                <a:latin typeface="Arial"/>
                <a:ea typeface="Arial"/>
                <a:cs typeface="Arial"/>
              </a:defRPr>
            </a:lvl1pPr>
            <a:lvl2pPr algn="r">
              <a:defRPr sz="1500" b="1">
                <a:solidFill>
                  <a:srgbClr val="236650"/>
                </a:solidFill>
                <a:latin typeface="Arial"/>
                <a:ea typeface="Arial"/>
                <a:cs typeface="Arial"/>
              </a:defRPr>
            </a:lvl2pPr>
            <a:lvl3pPr algn="r">
              <a:defRPr sz="1500" b="1">
                <a:solidFill>
                  <a:srgbClr val="236650"/>
                </a:solidFill>
                <a:latin typeface="Arial"/>
                <a:ea typeface="Arial"/>
                <a:cs typeface="Arial"/>
              </a:defRPr>
            </a:lvl3pPr>
            <a:lvl4pPr algn="r">
              <a:defRPr sz="1500" b="1">
                <a:solidFill>
                  <a:srgbClr val="236650"/>
                </a:solidFill>
                <a:latin typeface="Arial"/>
                <a:ea typeface="Arial"/>
                <a:cs typeface="Arial"/>
              </a:defRPr>
            </a:lvl4pPr>
            <a:lvl5pPr algn="r">
              <a:defRPr sz="1500" b="1">
                <a:solidFill>
                  <a:srgbClr val="236650"/>
                </a:solidFill>
                <a:latin typeface="Arial"/>
                <a:ea typeface="Arial"/>
                <a:cs typeface="Arial"/>
              </a:defRPr>
            </a:lvl5pPr>
            <a:lvl6pPr algn="r">
              <a:defRPr sz="1500" b="1">
                <a:solidFill>
                  <a:srgbClr val="236650"/>
                </a:solidFill>
                <a:latin typeface="Arial"/>
                <a:ea typeface="Arial"/>
                <a:cs typeface="Arial"/>
              </a:defRPr>
            </a:lvl6pPr>
            <a:lvl7pPr algn="r">
              <a:defRPr sz="1500" b="1">
                <a:solidFill>
                  <a:srgbClr val="236650"/>
                </a:solidFill>
                <a:latin typeface="Arial"/>
                <a:ea typeface="Arial"/>
                <a:cs typeface="Arial"/>
              </a:defRPr>
            </a:lvl7pPr>
            <a:lvl8pPr algn="r">
              <a:defRPr sz="1500" b="1">
                <a:solidFill>
                  <a:srgbClr val="236650"/>
                </a:solidFill>
                <a:latin typeface="Arial"/>
                <a:ea typeface="Arial"/>
                <a:cs typeface="Arial"/>
              </a:defRPr>
            </a:lvl8pPr>
            <a:lvl9pPr algn="r">
              <a:defRPr sz="1500" b="1">
                <a:solidFill>
                  <a:srgbClr val="236650"/>
                </a:solidFill>
                <a:latin typeface="Arial"/>
                <a:ea typeface="Arial"/>
                <a:cs typeface="Arial"/>
              </a:defRPr>
            </a:lvl9pPr>
          </a:lstStyle>
          <a:p xmlns:a="http://schemas.openxmlformats.org/drawingml/2006/main">
            <a:pPr algn="r">
              <a:defRPr sz="1500" b="1">
                <a:solidFill>
                  <a:srgbClr val="236650"/>
                </a:solidFill>
                <a:latin typeface="Arial"/>
                <a:ea typeface="Arial"/>
                <a:cs typeface="Arial"/>
              </a:defRPr>
            </a:pPr>
            <a:r>
              <a:rPr sz="1500" b="1">
                <a:solidFill>
                  <a:srgbClr val="236650"/>
                </a:solidFill>
                <a:latin typeface="Arial"/>
                <a:ea typeface="Arial"/>
                <a:cs typeface="Arial"/>
              </a:rPr>
              <a:t>BRITISH VALUES</a:t>
            </a:r>
          </a:p>
        </p:txBody>
      </p:sp>
      <p:sp>
        <p:nvSpPr>
          <p:cNvPr id="6" name="">
            <a:extLst xmlns:a="http://schemas.openxmlformats.org/drawingml/2006/main">
              <a:ext uri="{FF2B5EF4-FFF2-40B4-BE49-F238E27FC236}">
                <a16:creationId xmlns:a16="http://schemas.microsoft.com/office/drawing/2014/main" id="{64864AA6-6BC9-4084-9BC1-654C3F582218}"/>
              </a:ext>
            </a:extLst>
          </p:cNvPr>
          <p:cNvSpPr>
            <a:spLocks xmlns:a="http://schemas.openxmlformats.org/drawingml/2006/main" noGrp="1"/>
          </p:cNvSpPr>
          <p:nvPr/>
        </p:nvSpPr>
        <p:spPr>
          <a:xfrm xmlns:a="http://schemas.openxmlformats.org/drawingml/2006/main">
            <a:off x="0" y="742950"/>
            <a:ext cx="12192000" cy="40005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2C57FF5-C2A3-49EC-8BF7-19EC6967AEEB}"/>
              </a:ext>
            </a:extLst>
          </p:cNvPr>
          <p:cNvSpPr>
            <a:spLocks xmlns:a="http://schemas.openxmlformats.org/drawingml/2006/main" noGrp="1"/>
          </p:cNvSpPr>
          <p:nvPr/>
        </p:nvSpPr>
        <p:spPr>
          <a:xfrm xmlns:a="http://schemas.openxmlformats.org/drawingml/2006/main">
            <a:off x="304800" y="781050"/>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FFFEF9"/>
                </a:solidFill>
                <a:latin typeface="Arial"/>
                <a:ea typeface="Arial"/>
                <a:cs typeface="Arial"/>
              </a:defRPr>
            </a:defPPr>
            <a:lvl1pPr algn="l">
              <a:defRPr sz="1425" b="0">
                <a:solidFill>
                  <a:srgbClr val="FFFEF9"/>
                </a:solidFill>
                <a:latin typeface="Arial"/>
                <a:ea typeface="Arial"/>
                <a:cs typeface="Arial"/>
              </a:defRPr>
            </a:lvl1pPr>
            <a:lvl2pPr algn="l">
              <a:defRPr sz="1425" b="0">
                <a:solidFill>
                  <a:srgbClr val="FFFEF9"/>
                </a:solidFill>
                <a:latin typeface="Arial"/>
                <a:ea typeface="Arial"/>
                <a:cs typeface="Arial"/>
              </a:defRPr>
            </a:lvl2pPr>
            <a:lvl3pPr algn="l">
              <a:defRPr sz="1425" b="0">
                <a:solidFill>
                  <a:srgbClr val="FFFEF9"/>
                </a:solidFill>
                <a:latin typeface="Arial"/>
                <a:ea typeface="Arial"/>
                <a:cs typeface="Arial"/>
              </a:defRPr>
            </a:lvl3pPr>
            <a:lvl4pPr algn="l">
              <a:defRPr sz="1425" b="0">
                <a:solidFill>
                  <a:srgbClr val="FFFEF9"/>
                </a:solidFill>
                <a:latin typeface="Arial"/>
                <a:ea typeface="Arial"/>
                <a:cs typeface="Arial"/>
              </a:defRPr>
            </a:lvl4pPr>
            <a:lvl5pPr algn="l">
              <a:defRPr sz="1425" b="0">
                <a:solidFill>
                  <a:srgbClr val="FFFEF9"/>
                </a:solidFill>
                <a:latin typeface="Arial"/>
                <a:ea typeface="Arial"/>
                <a:cs typeface="Arial"/>
              </a:defRPr>
            </a:lvl5pPr>
            <a:lvl6pPr algn="l">
              <a:defRPr sz="1425" b="0">
                <a:solidFill>
                  <a:srgbClr val="FFFEF9"/>
                </a:solidFill>
                <a:latin typeface="Arial"/>
                <a:ea typeface="Arial"/>
                <a:cs typeface="Arial"/>
              </a:defRPr>
            </a:lvl6pPr>
            <a:lvl7pPr algn="l">
              <a:defRPr sz="1425" b="0">
                <a:solidFill>
                  <a:srgbClr val="FFFEF9"/>
                </a:solidFill>
                <a:latin typeface="Arial"/>
                <a:ea typeface="Arial"/>
                <a:cs typeface="Arial"/>
              </a:defRPr>
            </a:lvl7pPr>
            <a:lvl8pPr algn="l">
              <a:defRPr sz="1425" b="0">
                <a:solidFill>
                  <a:srgbClr val="FFFEF9"/>
                </a:solidFill>
                <a:latin typeface="Arial"/>
                <a:ea typeface="Arial"/>
                <a:cs typeface="Arial"/>
              </a:defRPr>
            </a:lvl8pPr>
            <a:lvl9pPr algn="l">
              <a:defRPr sz="1425" b="0">
                <a:solidFill>
                  <a:srgbClr val="FFFEF9"/>
                </a:solidFill>
                <a:latin typeface="Arial"/>
                <a:ea typeface="Arial"/>
                <a:cs typeface="Arial"/>
              </a:defRPr>
            </a:lvl9pPr>
          </a:lstStyle>
          <a:p xmlns:a="http://schemas.openxmlformats.org/drawingml/2006/main">
            <a:pPr algn="l">
              <a:defRPr sz="1425" b="0">
                <a:solidFill>
                  <a:srgbClr val="FFFEF9"/>
                </a:solidFill>
                <a:latin typeface="Arial"/>
                <a:ea typeface="Arial"/>
                <a:cs typeface="Arial"/>
              </a:defRPr>
            </a:pPr>
            <a:r>
              <a:rPr sz="1425" b="0">
                <a:solidFill>
                  <a:srgbClr val="FFFEF9"/>
                </a:solidFill>
                <a:latin typeface="Arial"/>
                <a:ea typeface="Arial"/>
                <a:cs typeface="Arial"/>
              </a:rPr>
              <a:t>08 / 10    When a rule feels unfair</a:t>
            </a:r>
          </a:p>
        </p:txBody>
      </p:sp>
      <p:sp>
        <p:nvSpPr>
          <p:cNvPr id="8" name="">
            <a:extLst xmlns:a="http://schemas.openxmlformats.org/drawingml/2006/main">
              <a:ext uri="{FF2B5EF4-FFF2-40B4-BE49-F238E27FC236}">
                <a16:creationId xmlns:a16="http://schemas.microsoft.com/office/drawing/2014/main" id="{2099FDE6-57B6-45E4-BA9B-E02C71345402}"/>
              </a:ext>
            </a:extLst>
          </p:cNvPr>
          <p:cNvSpPr>
            <a:spLocks xmlns:a="http://schemas.openxmlformats.org/drawingml/2006/main" noGrp="1"/>
          </p:cNvSpPr>
          <p:nvPr/>
        </p:nvSpPr>
        <p:spPr>
          <a:xfrm xmlns:a="http://schemas.openxmlformats.org/drawingml/2006/main">
            <a:off x="10763250" y="781050"/>
            <a:ext cx="1104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425" b="0">
                <a:solidFill>
                  <a:srgbClr val="A6E5C9"/>
                </a:solidFill>
                <a:latin typeface="Arial"/>
                <a:ea typeface="Arial"/>
                <a:cs typeface="Arial"/>
              </a:defRPr>
            </a:defPPr>
            <a:lvl1pPr algn="r">
              <a:defRPr sz="1425" b="0">
                <a:solidFill>
                  <a:srgbClr val="A6E5C9"/>
                </a:solidFill>
                <a:latin typeface="Arial"/>
                <a:ea typeface="Arial"/>
                <a:cs typeface="Arial"/>
              </a:defRPr>
            </a:lvl1pPr>
            <a:lvl2pPr algn="r">
              <a:defRPr sz="1425" b="0">
                <a:solidFill>
                  <a:srgbClr val="A6E5C9"/>
                </a:solidFill>
                <a:latin typeface="Arial"/>
                <a:ea typeface="Arial"/>
                <a:cs typeface="Arial"/>
              </a:defRPr>
            </a:lvl2pPr>
            <a:lvl3pPr algn="r">
              <a:defRPr sz="1425" b="0">
                <a:solidFill>
                  <a:srgbClr val="A6E5C9"/>
                </a:solidFill>
                <a:latin typeface="Arial"/>
                <a:ea typeface="Arial"/>
                <a:cs typeface="Arial"/>
              </a:defRPr>
            </a:lvl3pPr>
            <a:lvl4pPr algn="r">
              <a:defRPr sz="1425" b="0">
                <a:solidFill>
                  <a:srgbClr val="A6E5C9"/>
                </a:solidFill>
                <a:latin typeface="Arial"/>
                <a:ea typeface="Arial"/>
                <a:cs typeface="Arial"/>
              </a:defRPr>
            </a:lvl4pPr>
            <a:lvl5pPr algn="r">
              <a:defRPr sz="1425" b="0">
                <a:solidFill>
                  <a:srgbClr val="A6E5C9"/>
                </a:solidFill>
                <a:latin typeface="Arial"/>
                <a:ea typeface="Arial"/>
                <a:cs typeface="Arial"/>
              </a:defRPr>
            </a:lvl5pPr>
            <a:lvl6pPr algn="r">
              <a:defRPr sz="1425" b="0">
                <a:solidFill>
                  <a:srgbClr val="A6E5C9"/>
                </a:solidFill>
                <a:latin typeface="Arial"/>
                <a:ea typeface="Arial"/>
                <a:cs typeface="Arial"/>
              </a:defRPr>
            </a:lvl6pPr>
            <a:lvl7pPr algn="r">
              <a:defRPr sz="1425" b="0">
                <a:solidFill>
                  <a:srgbClr val="A6E5C9"/>
                </a:solidFill>
                <a:latin typeface="Arial"/>
                <a:ea typeface="Arial"/>
                <a:cs typeface="Arial"/>
              </a:defRPr>
            </a:lvl7pPr>
            <a:lvl8pPr algn="r">
              <a:defRPr sz="1425" b="0">
                <a:solidFill>
                  <a:srgbClr val="A6E5C9"/>
                </a:solidFill>
                <a:latin typeface="Arial"/>
                <a:ea typeface="Arial"/>
                <a:cs typeface="Arial"/>
              </a:defRPr>
            </a:lvl8pPr>
            <a:lvl9pPr algn="r">
              <a:defRPr sz="1425" b="0">
                <a:solidFill>
                  <a:srgbClr val="A6E5C9"/>
                </a:solidFill>
                <a:latin typeface="Arial"/>
                <a:ea typeface="Arial"/>
                <a:cs typeface="Arial"/>
              </a:defRPr>
            </a:lvl9pPr>
          </a:lstStyle>
          <a:p xmlns:a="http://schemas.openxmlformats.org/drawingml/2006/main">
            <a:pPr algn="r">
              <a:defRPr sz="1425" b="0">
                <a:solidFill>
                  <a:srgbClr val="A6E5C9"/>
                </a:solidFill>
                <a:latin typeface="Arial"/>
                <a:ea typeface="Arial"/>
                <a:cs typeface="Arial"/>
              </a:defRPr>
            </a:pPr>
            <a:r>
              <a:rPr sz="1425" b="0">
                <a:solidFill>
                  <a:srgbClr val="A6E5C9"/>
                </a:solidFill>
                <a:latin typeface="Arial"/>
                <a:ea typeface="Arial"/>
                <a:cs typeface="Arial"/>
              </a:rPr>
              <a:t>2 min</a:t>
            </a:r>
          </a:p>
        </p:txBody>
      </p:sp>
      <p:sp>
        <p:nvSpPr>
          <p:cNvPr id="9" name="">
            <a:extLst xmlns:a="http://schemas.openxmlformats.org/drawingml/2006/main">
              <a:ext uri="{FF2B5EF4-FFF2-40B4-BE49-F238E27FC236}">
                <a16:creationId xmlns:a16="http://schemas.microsoft.com/office/drawing/2014/main" id="{2F45F7F0-F3BF-4B52-91C1-55E9734B6234}"/>
              </a:ext>
            </a:extLst>
          </p:cNvPr>
          <p:cNvSpPr>
            <a:spLocks xmlns:a="http://schemas.openxmlformats.org/drawingml/2006/main" noGrp="1"/>
          </p:cNvSpPr>
          <p:nvPr/>
        </p:nvSpPr>
        <p:spPr>
          <a:xfrm xmlns:a="http://schemas.openxmlformats.org/drawingml/2006/main">
            <a:off x="0" y="6467475"/>
            <a:ext cx="12192000" cy="390525"/>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114F69E-7283-4950-9099-AE8A9668B05B}"/>
              </a:ext>
            </a:extLst>
          </p:cNvPr>
          <p:cNvSpPr>
            <a:spLocks xmlns:a="http://schemas.openxmlformats.org/drawingml/2006/main" noGrp="1"/>
          </p:cNvSpPr>
          <p:nvPr/>
        </p:nvSpPr>
        <p:spPr>
          <a:xfrm xmlns:a="http://schemas.openxmlformats.org/drawingml/2006/main">
            <a:off x="304800" y="65246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526074"/>
                </a:solidFill>
                <a:latin typeface="Arial"/>
                <a:ea typeface="Arial"/>
                <a:cs typeface="Arial"/>
              </a:defRPr>
            </a:defPPr>
            <a:lvl1pPr algn="l">
              <a:defRPr sz="1050" b="0">
                <a:solidFill>
                  <a:srgbClr val="526074"/>
                </a:solidFill>
                <a:latin typeface="Arial"/>
                <a:ea typeface="Arial"/>
                <a:cs typeface="Arial"/>
              </a:defRPr>
            </a:lvl1pPr>
            <a:lvl2pPr algn="l">
              <a:defRPr sz="1050" b="0">
                <a:solidFill>
                  <a:srgbClr val="526074"/>
                </a:solidFill>
                <a:latin typeface="Arial"/>
                <a:ea typeface="Arial"/>
                <a:cs typeface="Arial"/>
              </a:defRPr>
            </a:lvl2pPr>
            <a:lvl3pPr algn="l">
              <a:defRPr sz="1050" b="0">
                <a:solidFill>
                  <a:srgbClr val="526074"/>
                </a:solidFill>
                <a:latin typeface="Arial"/>
                <a:ea typeface="Arial"/>
                <a:cs typeface="Arial"/>
              </a:defRPr>
            </a:lvl3pPr>
            <a:lvl4pPr algn="l">
              <a:defRPr sz="1050" b="0">
                <a:solidFill>
                  <a:srgbClr val="526074"/>
                </a:solidFill>
                <a:latin typeface="Arial"/>
                <a:ea typeface="Arial"/>
                <a:cs typeface="Arial"/>
              </a:defRPr>
            </a:lvl4pPr>
            <a:lvl5pPr algn="l">
              <a:defRPr sz="1050" b="0">
                <a:solidFill>
                  <a:srgbClr val="526074"/>
                </a:solidFill>
                <a:latin typeface="Arial"/>
                <a:ea typeface="Arial"/>
                <a:cs typeface="Arial"/>
              </a:defRPr>
            </a:lvl5pPr>
            <a:lvl6pPr algn="l">
              <a:defRPr sz="1050" b="0">
                <a:solidFill>
                  <a:srgbClr val="526074"/>
                </a:solidFill>
                <a:latin typeface="Arial"/>
                <a:ea typeface="Arial"/>
                <a:cs typeface="Arial"/>
              </a:defRPr>
            </a:lvl6pPr>
            <a:lvl7pPr algn="l">
              <a:defRPr sz="1050" b="0">
                <a:solidFill>
                  <a:srgbClr val="526074"/>
                </a:solidFill>
                <a:latin typeface="Arial"/>
                <a:ea typeface="Arial"/>
                <a:cs typeface="Arial"/>
              </a:defRPr>
            </a:lvl7pPr>
            <a:lvl8pPr algn="l">
              <a:defRPr sz="1050" b="0">
                <a:solidFill>
                  <a:srgbClr val="526074"/>
                </a:solidFill>
                <a:latin typeface="Arial"/>
                <a:ea typeface="Arial"/>
                <a:cs typeface="Arial"/>
              </a:defRPr>
            </a:lvl8pPr>
            <a:lvl9pPr algn="l">
              <a:defRPr sz="1050" b="0">
                <a:solidFill>
                  <a:srgbClr val="526074"/>
                </a:solidFill>
                <a:latin typeface="Arial"/>
                <a:ea typeface="Arial"/>
                <a:cs typeface="Arial"/>
              </a:defRPr>
            </a:lvl9pPr>
          </a:lstStyle>
          <a:p xmlns:a="http://schemas.openxmlformats.org/drawingml/2006/main">
            <a:pPr algn="l">
              <a:defRPr sz="1050" b="0">
                <a:solidFill>
                  <a:srgbClr val="526074"/>
                </a:solidFill>
                <a:latin typeface="Arial"/>
                <a:ea typeface="Arial"/>
                <a:cs typeface="Arial"/>
              </a:defRPr>
            </a:pPr>
            <a:r>
              <a:rPr sz="1050" b="0">
                <a:solidFill>
                  <a:srgbClr val="526074"/>
                </a:solidFill>
                <a:latin typeface="Arial"/>
                <a:ea typeface="Arial"/>
                <a:cs typeface="Arial"/>
              </a:rPr>
              <a:t>ASSEMBLY-RULE-OF-LAW</a:t>
            </a:r>
          </a:p>
        </p:txBody>
      </p:sp>
      <p:sp>
        <p:nvSpPr>
          <p:cNvPr id="11" name="">
            <a:extLst xmlns:a="http://schemas.openxmlformats.org/drawingml/2006/main">
              <a:ext uri="{FF2B5EF4-FFF2-40B4-BE49-F238E27FC236}">
                <a16:creationId xmlns:a16="http://schemas.microsoft.com/office/drawing/2014/main" id="{4974883A-DE76-47A7-92D4-9A657B146652}"/>
              </a:ext>
            </a:extLst>
          </p:cNvPr>
          <p:cNvSpPr>
            <a:spLocks xmlns:a="http://schemas.openxmlformats.org/drawingml/2006/main" noGrp="1"/>
          </p:cNvSpPr>
          <p:nvPr/>
        </p:nvSpPr>
        <p:spPr>
          <a:xfrm xmlns:a="http://schemas.openxmlformats.org/drawingml/2006/main">
            <a:off x="7620000" y="6524625"/>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074"/>
                </a:solidFill>
                <a:latin typeface="Arial"/>
                <a:ea typeface="Arial"/>
                <a:cs typeface="Arial"/>
              </a:defRPr>
            </a:defPPr>
            <a:lvl1pPr algn="r">
              <a:defRPr sz="1200" b="0">
                <a:solidFill>
                  <a:srgbClr val="526074"/>
                </a:solidFill>
                <a:latin typeface="Arial"/>
                <a:ea typeface="Arial"/>
                <a:cs typeface="Arial"/>
              </a:defRPr>
            </a:lvl1pPr>
            <a:lvl2pPr algn="r">
              <a:defRPr sz="1200" b="0">
                <a:solidFill>
                  <a:srgbClr val="526074"/>
                </a:solidFill>
                <a:latin typeface="Arial"/>
                <a:ea typeface="Arial"/>
                <a:cs typeface="Arial"/>
              </a:defRPr>
            </a:lvl2pPr>
            <a:lvl3pPr algn="r">
              <a:defRPr sz="1200" b="0">
                <a:solidFill>
                  <a:srgbClr val="526074"/>
                </a:solidFill>
                <a:latin typeface="Arial"/>
                <a:ea typeface="Arial"/>
                <a:cs typeface="Arial"/>
              </a:defRPr>
            </a:lvl3pPr>
            <a:lvl4pPr algn="r">
              <a:defRPr sz="1200" b="0">
                <a:solidFill>
                  <a:srgbClr val="526074"/>
                </a:solidFill>
                <a:latin typeface="Arial"/>
                <a:ea typeface="Arial"/>
                <a:cs typeface="Arial"/>
              </a:defRPr>
            </a:lvl4pPr>
            <a:lvl5pPr algn="r">
              <a:defRPr sz="1200" b="0">
                <a:solidFill>
                  <a:srgbClr val="526074"/>
                </a:solidFill>
                <a:latin typeface="Arial"/>
                <a:ea typeface="Arial"/>
                <a:cs typeface="Arial"/>
              </a:defRPr>
            </a:lvl5pPr>
            <a:lvl6pPr algn="r">
              <a:defRPr sz="1200" b="0">
                <a:solidFill>
                  <a:srgbClr val="526074"/>
                </a:solidFill>
                <a:latin typeface="Arial"/>
                <a:ea typeface="Arial"/>
                <a:cs typeface="Arial"/>
              </a:defRPr>
            </a:lvl6pPr>
            <a:lvl7pPr algn="r">
              <a:defRPr sz="1200" b="0">
                <a:solidFill>
                  <a:srgbClr val="526074"/>
                </a:solidFill>
                <a:latin typeface="Arial"/>
                <a:ea typeface="Arial"/>
                <a:cs typeface="Arial"/>
              </a:defRPr>
            </a:lvl7pPr>
            <a:lvl8pPr algn="r">
              <a:defRPr sz="1200" b="0">
                <a:solidFill>
                  <a:srgbClr val="526074"/>
                </a:solidFill>
                <a:latin typeface="Arial"/>
                <a:ea typeface="Arial"/>
                <a:cs typeface="Arial"/>
              </a:defRPr>
            </a:lvl8pPr>
            <a:lvl9pPr algn="r">
              <a:defRPr sz="1200" b="0">
                <a:solidFill>
                  <a:srgbClr val="526074"/>
                </a:solidFill>
                <a:latin typeface="Arial"/>
                <a:ea typeface="Arial"/>
                <a:cs typeface="Arial"/>
              </a:defRPr>
            </a:lvl9pPr>
          </a:lstStyle>
          <a:p xmlns:a="http://schemas.openxmlformats.org/drawingml/2006/main">
            <a:pPr algn="r">
              <a:defRPr sz="1200" b="0">
                <a:solidFill>
                  <a:srgbClr val="526074"/>
                </a:solidFill>
                <a:latin typeface="Arial"/>
                <a:ea typeface="Arial"/>
                <a:cs typeface="Arial"/>
              </a:defRPr>
            </a:pPr>
            <a:r>
              <a:rPr sz="1200" b="0">
                <a:solidFill>
                  <a:srgbClr val="526074"/>
                </a:solidFill>
                <a:latin typeface="Arial"/>
                <a:ea typeface="Arial"/>
                <a:cs typeface="Arial"/>
              </a:rPr>
              <a:t>Check and explain</a:t>
            </a:r>
          </a:p>
        </p:txBody>
      </p:sp>
      <p:sp>
        <p:nvSpPr>
          <p:cNvPr id="12" name="Stage heading">
            <a:extLst xmlns:a="http://schemas.openxmlformats.org/drawingml/2006/main">
              <a:ext uri="{FF2B5EF4-FFF2-40B4-BE49-F238E27FC236}">
                <a16:creationId xmlns:a16="http://schemas.microsoft.com/office/drawing/2014/main" id="{1235FDC5-7C40-4753-9D9F-3EA138139493}"/>
              </a:ext>
            </a:extLst>
          </p:cNvPr>
          <p:cNvSpPr>
            <a:spLocks xmlns:a="http://schemas.openxmlformats.org/drawingml/2006/main" noGrp="1"/>
          </p:cNvSpPr>
          <p:nvPr/>
        </p:nvSpPr>
        <p:spPr>
          <a:xfrm xmlns:a="http://schemas.openxmlformats.org/drawingml/2006/main">
            <a:off x="495300" y="1352550"/>
            <a:ext cx="11201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1">
                <a:solidFill>
                  <a:srgbClr val="17223B"/>
                </a:solidFill>
                <a:latin typeface="Arial"/>
                <a:ea typeface="Arial"/>
                <a:cs typeface="Arial"/>
              </a:defRPr>
            </a:defPPr>
            <a:lvl1pPr algn="l">
              <a:defRPr sz="3525" b="1">
                <a:solidFill>
                  <a:srgbClr val="17223B"/>
                </a:solidFill>
                <a:latin typeface="Arial"/>
                <a:ea typeface="Arial"/>
                <a:cs typeface="Arial"/>
              </a:defRPr>
            </a:lvl1pPr>
            <a:lvl2pPr algn="l">
              <a:defRPr sz="3525" b="1">
                <a:solidFill>
                  <a:srgbClr val="17223B"/>
                </a:solidFill>
                <a:latin typeface="Arial"/>
                <a:ea typeface="Arial"/>
                <a:cs typeface="Arial"/>
              </a:defRPr>
            </a:lvl2pPr>
            <a:lvl3pPr algn="l">
              <a:defRPr sz="3525" b="1">
                <a:solidFill>
                  <a:srgbClr val="17223B"/>
                </a:solidFill>
                <a:latin typeface="Arial"/>
                <a:ea typeface="Arial"/>
                <a:cs typeface="Arial"/>
              </a:defRPr>
            </a:lvl3pPr>
            <a:lvl4pPr algn="l">
              <a:defRPr sz="3525" b="1">
                <a:solidFill>
                  <a:srgbClr val="17223B"/>
                </a:solidFill>
                <a:latin typeface="Arial"/>
                <a:ea typeface="Arial"/>
                <a:cs typeface="Arial"/>
              </a:defRPr>
            </a:lvl4pPr>
            <a:lvl5pPr algn="l">
              <a:defRPr sz="3525" b="1">
                <a:solidFill>
                  <a:srgbClr val="17223B"/>
                </a:solidFill>
                <a:latin typeface="Arial"/>
                <a:ea typeface="Arial"/>
                <a:cs typeface="Arial"/>
              </a:defRPr>
            </a:lvl5pPr>
            <a:lvl6pPr algn="l">
              <a:defRPr sz="3525" b="1">
                <a:solidFill>
                  <a:srgbClr val="17223B"/>
                </a:solidFill>
                <a:latin typeface="Arial"/>
                <a:ea typeface="Arial"/>
                <a:cs typeface="Arial"/>
              </a:defRPr>
            </a:lvl6pPr>
            <a:lvl7pPr algn="l">
              <a:defRPr sz="3525" b="1">
                <a:solidFill>
                  <a:srgbClr val="17223B"/>
                </a:solidFill>
                <a:latin typeface="Arial"/>
                <a:ea typeface="Arial"/>
                <a:cs typeface="Arial"/>
              </a:defRPr>
            </a:lvl7pPr>
            <a:lvl8pPr algn="l">
              <a:defRPr sz="3525" b="1">
                <a:solidFill>
                  <a:srgbClr val="17223B"/>
                </a:solidFill>
                <a:latin typeface="Arial"/>
                <a:ea typeface="Arial"/>
                <a:cs typeface="Arial"/>
              </a:defRPr>
            </a:lvl8pPr>
            <a:lvl9pPr algn="l">
              <a:defRPr sz="3525" b="1">
                <a:solidFill>
                  <a:srgbClr val="17223B"/>
                </a:solidFill>
                <a:latin typeface="Arial"/>
                <a:ea typeface="Arial"/>
                <a:cs typeface="Arial"/>
              </a:defRPr>
            </a:lvl9pPr>
          </a:lstStyle>
          <a:p xmlns:a="http://schemas.openxmlformats.org/drawingml/2006/main">
            <a:pPr algn="l">
              <a:defRPr sz="3525" b="1">
                <a:solidFill>
                  <a:srgbClr val="17223B"/>
                </a:solidFill>
                <a:latin typeface="Arial"/>
                <a:ea typeface="Arial"/>
                <a:cs typeface="Arial"/>
              </a:defRPr>
            </a:pPr>
            <a:r>
              <a:rPr sz="3525" b="1">
                <a:solidFill>
                  <a:srgbClr val="17223B"/>
                </a:solidFill>
                <a:latin typeface="Arial"/>
                <a:ea typeface="Arial"/>
                <a:cs typeface="Arial"/>
              </a:rPr>
              <a:t>When a rule feels unfair</a:t>
            </a:r>
          </a:p>
        </p:txBody>
      </p:sp>
      <p:sp>
        <p:nvSpPr>
          <p:cNvPr id="13" name="Option 1">
            <a:extLst xmlns:a="http://schemas.openxmlformats.org/drawingml/2006/main">
              <a:ext uri="{FF2B5EF4-FFF2-40B4-BE49-F238E27FC236}">
                <a16:creationId xmlns:a16="http://schemas.microsoft.com/office/drawing/2014/main" id="{1D3AC4FA-936D-4DF7-9D7A-9AA835C4F1E7}"/>
              </a:ext>
            </a:extLst>
          </p:cNvPr>
          <p:cNvSpPr>
            <a:spLocks xmlns:a="http://schemas.openxmlformats.org/drawingml/2006/main" noGrp="1"/>
          </p:cNvSpPr>
          <p:nvPr/>
        </p:nvSpPr>
        <p:spPr>
          <a:xfrm xmlns:a="http://schemas.openxmlformats.org/drawingml/2006/main">
            <a:off x="552450" y="2266950"/>
            <a:ext cx="1108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“Could you explain what this rule is for?” A clear explanation helps you understand the reason.</a:t>
            </a:r>
          </a:p>
        </p:txBody>
      </p:sp>
      <p:sp>
        <p:nvSpPr>
          <p:cNvPr id="14" name="">
            <a:extLst xmlns:a="http://schemas.openxmlformats.org/drawingml/2006/main">
              <a:ext uri="{FF2B5EF4-FFF2-40B4-BE49-F238E27FC236}">
                <a16:creationId xmlns:a16="http://schemas.microsoft.com/office/drawing/2014/main" id="{617B3F10-C369-4D6E-926C-992B8E9074BC}"/>
              </a:ext>
            </a:extLst>
          </p:cNvPr>
          <p:cNvSpPr>
            <a:spLocks xmlns:a="http://schemas.openxmlformats.org/drawingml/2006/main" noGrp="1"/>
          </p:cNvSpPr>
          <p:nvPr/>
        </p:nvSpPr>
        <p:spPr>
          <a:xfrm xmlns:a="http://schemas.openxmlformats.org/drawingml/2006/main">
            <a:off x="552450" y="3143250"/>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5" name="Option 2">
            <a:extLst xmlns:a="http://schemas.openxmlformats.org/drawingml/2006/main">
              <a:ext uri="{FF2B5EF4-FFF2-40B4-BE49-F238E27FC236}">
                <a16:creationId xmlns:a16="http://schemas.microsoft.com/office/drawing/2014/main" id="{25381C5A-B997-4B00-B70D-3E5024C2D67C}"/>
              </a:ext>
            </a:extLst>
          </p:cNvPr>
          <p:cNvSpPr>
            <a:spLocks xmlns:a="http://schemas.openxmlformats.org/drawingml/2006/main" noGrp="1"/>
          </p:cNvSpPr>
          <p:nvPr/>
        </p:nvSpPr>
        <p:spPr>
          <a:xfrm xmlns:a="http://schemas.openxmlformats.org/drawingml/2006/main">
            <a:off x="552450" y="3162300"/>
            <a:ext cx="1108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“Can you help me raise a concern?” A trusted adult can help you find the right route.</a:t>
            </a:r>
          </a:p>
        </p:txBody>
      </p:sp>
      <p:sp>
        <p:nvSpPr>
          <p:cNvPr id="16" name="">
            <a:extLst xmlns:a="http://schemas.openxmlformats.org/drawingml/2006/main">
              <a:ext uri="{FF2B5EF4-FFF2-40B4-BE49-F238E27FC236}">
                <a16:creationId xmlns:a16="http://schemas.microsoft.com/office/drawing/2014/main" id="{09C956F3-F9C8-49CF-AB0B-F162179D7A46}"/>
              </a:ext>
            </a:extLst>
          </p:cNvPr>
          <p:cNvSpPr>
            <a:spLocks xmlns:a="http://schemas.openxmlformats.org/drawingml/2006/main" noGrp="1"/>
          </p:cNvSpPr>
          <p:nvPr/>
        </p:nvSpPr>
        <p:spPr>
          <a:xfrm xmlns:a="http://schemas.openxmlformats.org/drawingml/2006/main">
            <a:off x="552450" y="4038600"/>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7" name="Option 3">
            <a:extLst xmlns:a="http://schemas.openxmlformats.org/drawingml/2006/main">
              <a:ext uri="{FF2B5EF4-FFF2-40B4-BE49-F238E27FC236}">
                <a16:creationId xmlns:a16="http://schemas.microsoft.com/office/drawing/2014/main" id="{2D1F3229-015F-4084-8AD8-772ACDBAF6FD}"/>
              </a:ext>
            </a:extLst>
          </p:cNvPr>
          <p:cNvSpPr>
            <a:spLocks xmlns:a="http://schemas.openxmlformats.org/drawingml/2006/main" noGrp="1"/>
          </p:cNvSpPr>
          <p:nvPr/>
        </p:nvSpPr>
        <p:spPr>
          <a:xfrm xmlns:a="http://schemas.openxmlformats.org/drawingml/2006/main">
            <a:off x="552450" y="4057650"/>
            <a:ext cx="11087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Give a reason and suggest a practical change. People can consider it; change is not guaranteed.</a:t>
            </a:r>
          </a:p>
        </p:txBody>
      </p:sp>
      <p:sp>
        <p:nvSpPr>
          <p:cNvPr id="18" name="">
            <a:extLst xmlns:a="http://schemas.openxmlformats.org/drawingml/2006/main">
              <a:ext uri="{FF2B5EF4-FFF2-40B4-BE49-F238E27FC236}">
                <a16:creationId xmlns:a16="http://schemas.microsoft.com/office/drawing/2014/main" id="{CE49A7CA-67BF-43A4-ABA7-0056F7F947B6}"/>
              </a:ext>
            </a:extLst>
          </p:cNvPr>
          <p:cNvSpPr>
            <a:spLocks xmlns:a="http://schemas.openxmlformats.org/drawingml/2006/main" noGrp="1"/>
          </p:cNvSpPr>
          <p:nvPr/>
        </p:nvSpPr>
        <p:spPr>
          <a:xfrm xmlns:a="http://schemas.openxmlformats.org/drawingml/2006/main">
            <a:off x="495300" y="5381625"/>
            <a:ext cx="11201400" cy="83820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694ABB4-518E-4351-B81A-C431BA7D93F9}"/>
              </a:ext>
            </a:extLst>
          </p:cNvPr>
          <p:cNvSpPr>
            <a:spLocks xmlns:a="http://schemas.openxmlformats.org/drawingml/2006/main" noGrp="1"/>
          </p:cNvSpPr>
          <p:nvPr/>
        </p:nvSpPr>
        <p:spPr>
          <a:xfrm xmlns:a="http://schemas.openxmlformats.org/drawingml/2006/main">
            <a:off x="704850" y="55054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FFFEF9"/>
                </a:solidFill>
                <a:latin typeface="Arial"/>
                <a:ea typeface="Arial"/>
                <a:cs typeface="Arial"/>
              </a:defRPr>
            </a:defPPr>
            <a:lvl1pPr algn="l">
              <a:defRPr sz="1800" b="1">
                <a:solidFill>
                  <a:srgbClr val="FFFEF9"/>
                </a:solidFill>
                <a:latin typeface="Arial"/>
                <a:ea typeface="Arial"/>
                <a:cs typeface="Arial"/>
              </a:defRPr>
            </a:lvl1pPr>
            <a:lvl2pPr algn="l">
              <a:defRPr sz="1800" b="1">
                <a:solidFill>
                  <a:srgbClr val="FFFEF9"/>
                </a:solidFill>
                <a:latin typeface="Arial"/>
                <a:ea typeface="Arial"/>
                <a:cs typeface="Arial"/>
              </a:defRPr>
            </a:lvl2pPr>
            <a:lvl3pPr algn="l">
              <a:defRPr sz="1800" b="1">
                <a:solidFill>
                  <a:srgbClr val="FFFEF9"/>
                </a:solidFill>
                <a:latin typeface="Arial"/>
                <a:ea typeface="Arial"/>
                <a:cs typeface="Arial"/>
              </a:defRPr>
            </a:lvl3pPr>
            <a:lvl4pPr algn="l">
              <a:defRPr sz="1800" b="1">
                <a:solidFill>
                  <a:srgbClr val="FFFEF9"/>
                </a:solidFill>
                <a:latin typeface="Arial"/>
                <a:ea typeface="Arial"/>
                <a:cs typeface="Arial"/>
              </a:defRPr>
            </a:lvl4pPr>
            <a:lvl5pPr algn="l">
              <a:defRPr sz="1800" b="1">
                <a:solidFill>
                  <a:srgbClr val="FFFEF9"/>
                </a:solidFill>
                <a:latin typeface="Arial"/>
                <a:ea typeface="Arial"/>
                <a:cs typeface="Arial"/>
              </a:defRPr>
            </a:lvl5pPr>
            <a:lvl6pPr algn="l">
              <a:defRPr sz="1800" b="1">
                <a:solidFill>
                  <a:srgbClr val="FFFEF9"/>
                </a:solidFill>
                <a:latin typeface="Arial"/>
                <a:ea typeface="Arial"/>
                <a:cs typeface="Arial"/>
              </a:defRPr>
            </a:lvl6pPr>
            <a:lvl7pPr algn="l">
              <a:defRPr sz="1800" b="1">
                <a:solidFill>
                  <a:srgbClr val="FFFEF9"/>
                </a:solidFill>
                <a:latin typeface="Arial"/>
                <a:ea typeface="Arial"/>
                <a:cs typeface="Arial"/>
              </a:defRPr>
            </a:lvl7pPr>
            <a:lvl8pPr algn="l">
              <a:defRPr sz="1800" b="1">
                <a:solidFill>
                  <a:srgbClr val="FFFEF9"/>
                </a:solidFill>
                <a:latin typeface="Arial"/>
                <a:ea typeface="Arial"/>
                <a:cs typeface="Arial"/>
              </a:defRPr>
            </a:lvl8pPr>
            <a:lvl9pPr algn="l">
              <a:defRPr sz="1800" b="1">
                <a:solidFill>
                  <a:srgbClr val="FFFEF9"/>
                </a:solidFill>
                <a:latin typeface="Arial"/>
                <a:ea typeface="Arial"/>
                <a:cs typeface="Arial"/>
              </a:defRPr>
            </a:lvl9pPr>
          </a:lstStyle>
          <a:p xmlns:a="http://schemas.openxmlformats.org/drawingml/2006/main">
            <a:pPr algn="l">
              <a:defRPr sz="1800" b="1">
                <a:solidFill>
                  <a:srgbClr val="FFFEF9"/>
                </a:solidFill>
                <a:latin typeface="Arial"/>
                <a:ea typeface="Arial"/>
                <a:cs typeface="Arial"/>
              </a:defRPr>
            </a:pPr>
            <a:r>
              <a:rPr sz="1800" b="1">
                <a:solidFill>
                  <a:srgbClr val="FFFEF9"/>
                </a:solidFill>
                <a:latin typeface="Arial"/>
                <a:ea typeface="Arial"/>
                <a:cs typeface="Arial"/>
              </a:rPr>
              <a:t>Ask for an explanation, explain your concern and use the right route to raise it. A change is not guaranteed, but your concern can be heard.</a:t>
            </a:r>
          </a:p>
        </p:txBody>
      </p:sp>
    </p:spTree>
    <p:extLst>
      <p:ext uri="{BB962C8B-B14F-4D97-AF65-F5344CB8AC3E}">
        <p14:creationId xmlns:p14="http://schemas.microsoft.com/office/powerpoint/2010/main" val="1183604788"/>
      </p:ext>
    </p:extLst>
  </p:cSld>
</p:sld>
</file>

<file path=ppt/slides/slide16.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9CC5D29-A8D1-41BA-8AFF-A0D1953B179D}"/>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B1949B57-AC64-411A-B082-17DBDF69A47F}"/>
              </a:ext>
            </a:extLst>
          </p:cNvPr>
          <p:cNvPicPr>
            <a:picLocks xmlns:a="http://schemas.openxmlformats.org/drawingml/2006/main" noChangeAspect="1"/>
          </p:cNvPicPr>
          <p:nvPr/>
        </p:nvPicPr>
        <p:blipFill>
          <a:blip xmlns:r="http://schemas.openxmlformats.org/officeDocument/2006/relationships" xmlns:a="http://schemas.openxmlformats.org/drawingml/2006/main" r:embed="R154d27d559004669"/>
          <a:stretch xmlns:a="http://schemas.openxmlformats.org/drawingml/2006/main"/>
        </p:blipFill>
        <p:spPr>
          <a:xfrm xmlns:a="http://schemas.openxmlformats.org/drawingml/2006/main">
            <a:off x="266700" y="114300"/>
            <a:ext cx="514350" cy="514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A1D2F29-1E96-4771-B771-C410B7AA45D9}"/>
              </a:ext>
            </a:extLst>
          </p:cNvPr>
          <p:cNvSpPr>
            <a:spLocks xmlns:a="http://schemas.openxmlformats.org/drawingml/2006/main" noGrp="1"/>
          </p:cNvSpPr>
          <p:nvPr/>
        </p:nvSpPr>
        <p:spPr>
          <a:xfrm xmlns:a="http://schemas.openxmlformats.org/drawingml/2006/main">
            <a:off x="914400" y="1428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7223B"/>
                </a:solidFill>
                <a:latin typeface="Arial"/>
                <a:ea typeface="Arial"/>
                <a:cs typeface="Arial"/>
              </a:defRPr>
            </a:defPPr>
            <a:lvl1pPr algn="l">
              <a:defRPr sz="1500" b="1">
                <a:solidFill>
                  <a:srgbClr val="17223B"/>
                </a:solidFill>
                <a:latin typeface="Arial"/>
                <a:ea typeface="Arial"/>
                <a:cs typeface="Arial"/>
              </a:defRPr>
            </a:lvl1pPr>
            <a:lvl2pPr algn="l">
              <a:defRPr sz="1500" b="1">
                <a:solidFill>
                  <a:srgbClr val="17223B"/>
                </a:solidFill>
                <a:latin typeface="Arial"/>
                <a:ea typeface="Arial"/>
                <a:cs typeface="Arial"/>
              </a:defRPr>
            </a:lvl2pPr>
            <a:lvl3pPr algn="l">
              <a:defRPr sz="1500" b="1">
                <a:solidFill>
                  <a:srgbClr val="17223B"/>
                </a:solidFill>
                <a:latin typeface="Arial"/>
                <a:ea typeface="Arial"/>
                <a:cs typeface="Arial"/>
              </a:defRPr>
            </a:lvl3pPr>
            <a:lvl4pPr algn="l">
              <a:defRPr sz="1500" b="1">
                <a:solidFill>
                  <a:srgbClr val="17223B"/>
                </a:solidFill>
                <a:latin typeface="Arial"/>
                <a:ea typeface="Arial"/>
                <a:cs typeface="Arial"/>
              </a:defRPr>
            </a:lvl4pPr>
            <a:lvl5pPr algn="l">
              <a:defRPr sz="1500" b="1">
                <a:solidFill>
                  <a:srgbClr val="17223B"/>
                </a:solidFill>
                <a:latin typeface="Arial"/>
                <a:ea typeface="Arial"/>
                <a:cs typeface="Arial"/>
              </a:defRPr>
            </a:lvl5pPr>
            <a:lvl6pPr algn="l">
              <a:defRPr sz="1500" b="1">
                <a:solidFill>
                  <a:srgbClr val="17223B"/>
                </a:solidFill>
                <a:latin typeface="Arial"/>
                <a:ea typeface="Arial"/>
                <a:cs typeface="Arial"/>
              </a:defRPr>
            </a:lvl6pPr>
            <a:lvl7pPr algn="l">
              <a:defRPr sz="1500" b="1">
                <a:solidFill>
                  <a:srgbClr val="17223B"/>
                </a:solidFill>
                <a:latin typeface="Arial"/>
                <a:ea typeface="Arial"/>
                <a:cs typeface="Arial"/>
              </a:defRPr>
            </a:lvl7pPr>
            <a:lvl8pPr algn="l">
              <a:defRPr sz="1500" b="1">
                <a:solidFill>
                  <a:srgbClr val="17223B"/>
                </a:solidFill>
                <a:latin typeface="Arial"/>
                <a:ea typeface="Arial"/>
                <a:cs typeface="Arial"/>
              </a:defRPr>
            </a:lvl8pPr>
            <a:lvl9pPr algn="l">
              <a:defRPr sz="1500" b="1">
                <a:solidFill>
                  <a:srgbClr val="17223B"/>
                </a:solidFill>
                <a:latin typeface="Arial"/>
                <a:ea typeface="Arial"/>
                <a:cs typeface="Arial"/>
              </a:defRPr>
            </a:lvl9pPr>
          </a:lstStyle>
          <a:p xmlns:a="http://schemas.openxmlformats.org/drawingml/2006/main">
            <a:pPr algn="l">
              <a:defRPr sz="1500" b="1">
                <a:solidFill>
                  <a:srgbClr val="17223B"/>
                </a:solidFill>
                <a:latin typeface="Arial"/>
                <a:ea typeface="Arial"/>
                <a:cs typeface="Arial"/>
              </a:defRPr>
            </a:pPr>
            <a:r>
              <a:rPr sz="1500" b="1">
                <a:solidFill>
                  <a:srgbClr val="17223B"/>
                </a:solidFill>
                <a:latin typeface="Arial"/>
                <a:ea typeface="Arial"/>
                <a:cs typeface="Arial"/>
              </a:rPr>
              <a:t>MADE BY MATT</a:t>
            </a:r>
          </a:p>
        </p:txBody>
      </p:sp>
      <p:sp>
        <p:nvSpPr>
          <p:cNvPr id="4" name="">
            <a:extLst xmlns:a="http://schemas.openxmlformats.org/drawingml/2006/main">
              <a:ext uri="{FF2B5EF4-FFF2-40B4-BE49-F238E27FC236}">
                <a16:creationId xmlns:a16="http://schemas.microsoft.com/office/drawing/2014/main" id="{D98C658D-B9EE-45C5-86A9-E361064F6342}"/>
              </a:ext>
            </a:extLst>
          </p:cNvPr>
          <p:cNvSpPr>
            <a:spLocks xmlns:a="http://schemas.openxmlformats.org/drawingml/2006/main" noGrp="1"/>
          </p:cNvSpPr>
          <p:nvPr/>
        </p:nvSpPr>
        <p:spPr>
          <a:xfrm xmlns:a="http://schemas.openxmlformats.org/drawingml/2006/main">
            <a:off x="914400" y="39052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26074"/>
                </a:solidFill>
                <a:latin typeface="Arial"/>
                <a:ea typeface="Arial"/>
                <a:cs typeface="Arial"/>
              </a:defRPr>
            </a:defPPr>
            <a:lvl1pPr algn="l">
              <a:defRPr sz="1200" b="0">
                <a:solidFill>
                  <a:srgbClr val="526074"/>
                </a:solidFill>
                <a:latin typeface="Arial"/>
                <a:ea typeface="Arial"/>
                <a:cs typeface="Arial"/>
              </a:defRPr>
            </a:lvl1pPr>
            <a:lvl2pPr algn="l">
              <a:defRPr sz="1200" b="0">
                <a:solidFill>
                  <a:srgbClr val="526074"/>
                </a:solidFill>
                <a:latin typeface="Arial"/>
                <a:ea typeface="Arial"/>
                <a:cs typeface="Arial"/>
              </a:defRPr>
            </a:lvl2pPr>
            <a:lvl3pPr algn="l">
              <a:defRPr sz="1200" b="0">
                <a:solidFill>
                  <a:srgbClr val="526074"/>
                </a:solidFill>
                <a:latin typeface="Arial"/>
                <a:ea typeface="Arial"/>
                <a:cs typeface="Arial"/>
              </a:defRPr>
            </a:lvl3pPr>
            <a:lvl4pPr algn="l">
              <a:defRPr sz="1200" b="0">
                <a:solidFill>
                  <a:srgbClr val="526074"/>
                </a:solidFill>
                <a:latin typeface="Arial"/>
                <a:ea typeface="Arial"/>
                <a:cs typeface="Arial"/>
              </a:defRPr>
            </a:lvl4pPr>
            <a:lvl5pPr algn="l">
              <a:defRPr sz="1200" b="0">
                <a:solidFill>
                  <a:srgbClr val="526074"/>
                </a:solidFill>
                <a:latin typeface="Arial"/>
                <a:ea typeface="Arial"/>
                <a:cs typeface="Arial"/>
              </a:defRPr>
            </a:lvl5pPr>
            <a:lvl6pPr algn="l">
              <a:defRPr sz="1200" b="0">
                <a:solidFill>
                  <a:srgbClr val="526074"/>
                </a:solidFill>
                <a:latin typeface="Arial"/>
                <a:ea typeface="Arial"/>
                <a:cs typeface="Arial"/>
              </a:defRPr>
            </a:lvl6pPr>
            <a:lvl7pPr algn="l">
              <a:defRPr sz="1200" b="0">
                <a:solidFill>
                  <a:srgbClr val="526074"/>
                </a:solidFill>
                <a:latin typeface="Arial"/>
                <a:ea typeface="Arial"/>
                <a:cs typeface="Arial"/>
              </a:defRPr>
            </a:lvl7pPr>
            <a:lvl8pPr algn="l">
              <a:defRPr sz="1200" b="0">
                <a:solidFill>
                  <a:srgbClr val="526074"/>
                </a:solidFill>
                <a:latin typeface="Arial"/>
                <a:ea typeface="Arial"/>
                <a:cs typeface="Arial"/>
              </a:defRPr>
            </a:lvl8pPr>
            <a:lvl9pPr algn="l">
              <a:defRPr sz="1200" b="0">
                <a:solidFill>
                  <a:srgbClr val="526074"/>
                </a:solidFill>
                <a:latin typeface="Arial"/>
                <a:ea typeface="Arial"/>
                <a:cs typeface="Arial"/>
              </a:defRPr>
            </a:lvl9pPr>
          </a:lstStyle>
          <a:p xmlns:a="http://schemas.openxmlformats.org/drawingml/2006/main">
            <a:pPr algn="l">
              <a:defRPr sz="1200" b="0">
                <a:solidFill>
                  <a:srgbClr val="526074"/>
                </a:solidFill>
                <a:latin typeface="Arial"/>
                <a:ea typeface="Arial"/>
                <a:cs typeface="Arial"/>
              </a:defRPr>
            </a:pPr>
            <a:r>
              <a:rPr sz="1200" b="0">
                <a:solidFill>
                  <a:srgbClr val="526074"/>
                </a:solidFill>
                <a:latin typeface="Arial"/>
                <a:ea typeface="Arial"/>
                <a:cs typeface="Arial"/>
              </a:rPr>
              <a:t>Learn • Build • Explore</a:t>
            </a:r>
          </a:p>
        </p:txBody>
      </p:sp>
      <p:sp>
        <p:nvSpPr>
          <p:cNvPr id="5" name="">
            <a:extLst xmlns:a="http://schemas.openxmlformats.org/drawingml/2006/main">
              <a:ext uri="{FF2B5EF4-FFF2-40B4-BE49-F238E27FC236}">
                <a16:creationId xmlns:a16="http://schemas.microsoft.com/office/drawing/2014/main" id="{09F45F73-F422-44FB-A0F2-80AAC0BF7212}"/>
              </a:ext>
            </a:extLst>
          </p:cNvPr>
          <p:cNvSpPr>
            <a:spLocks xmlns:a="http://schemas.openxmlformats.org/drawingml/2006/main" noGrp="1"/>
          </p:cNvSpPr>
          <p:nvPr/>
        </p:nvSpPr>
        <p:spPr>
          <a:xfrm xmlns:a="http://schemas.openxmlformats.org/drawingml/2006/main">
            <a:off x="7905750" y="2286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500" b="1">
                <a:solidFill>
                  <a:srgbClr val="236650"/>
                </a:solidFill>
                <a:latin typeface="Arial"/>
                <a:ea typeface="Arial"/>
                <a:cs typeface="Arial"/>
              </a:defRPr>
            </a:defPPr>
            <a:lvl1pPr algn="r">
              <a:defRPr sz="1500" b="1">
                <a:solidFill>
                  <a:srgbClr val="236650"/>
                </a:solidFill>
                <a:latin typeface="Arial"/>
                <a:ea typeface="Arial"/>
                <a:cs typeface="Arial"/>
              </a:defRPr>
            </a:lvl1pPr>
            <a:lvl2pPr algn="r">
              <a:defRPr sz="1500" b="1">
                <a:solidFill>
                  <a:srgbClr val="236650"/>
                </a:solidFill>
                <a:latin typeface="Arial"/>
                <a:ea typeface="Arial"/>
                <a:cs typeface="Arial"/>
              </a:defRPr>
            </a:lvl2pPr>
            <a:lvl3pPr algn="r">
              <a:defRPr sz="1500" b="1">
                <a:solidFill>
                  <a:srgbClr val="236650"/>
                </a:solidFill>
                <a:latin typeface="Arial"/>
                <a:ea typeface="Arial"/>
                <a:cs typeface="Arial"/>
              </a:defRPr>
            </a:lvl3pPr>
            <a:lvl4pPr algn="r">
              <a:defRPr sz="1500" b="1">
                <a:solidFill>
                  <a:srgbClr val="236650"/>
                </a:solidFill>
                <a:latin typeface="Arial"/>
                <a:ea typeface="Arial"/>
                <a:cs typeface="Arial"/>
              </a:defRPr>
            </a:lvl4pPr>
            <a:lvl5pPr algn="r">
              <a:defRPr sz="1500" b="1">
                <a:solidFill>
                  <a:srgbClr val="236650"/>
                </a:solidFill>
                <a:latin typeface="Arial"/>
                <a:ea typeface="Arial"/>
                <a:cs typeface="Arial"/>
              </a:defRPr>
            </a:lvl5pPr>
            <a:lvl6pPr algn="r">
              <a:defRPr sz="1500" b="1">
                <a:solidFill>
                  <a:srgbClr val="236650"/>
                </a:solidFill>
                <a:latin typeface="Arial"/>
                <a:ea typeface="Arial"/>
                <a:cs typeface="Arial"/>
              </a:defRPr>
            </a:lvl6pPr>
            <a:lvl7pPr algn="r">
              <a:defRPr sz="1500" b="1">
                <a:solidFill>
                  <a:srgbClr val="236650"/>
                </a:solidFill>
                <a:latin typeface="Arial"/>
                <a:ea typeface="Arial"/>
                <a:cs typeface="Arial"/>
              </a:defRPr>
            </a:lvl7pPr>
            <a:lvl8pPr algn="r">
              <a:defRPr sz="1500" b="1">
                <a:solidFill>
                  <a:srgbClr val="236650"/>
                </a:solidFill>
                <a:latin typeface="Arial"/>
                <a:ea typeface="Arial"/>
                <a:cs typeface="Arial"/>
              </a:defRPr>
            </a:lvl8pPr>
            <a:lvl9pPr algn="r">
              <a:defRPr sz="1500" b="1">
                <a:solidFill>
                  <a:srgbClr val="236650"/>
                </a:solidFill>
                <a:latin typeface="Arial"/>
                <a:ea typeface="Arial"/>
                <a:cs typeface="Arial"/>
              </a:defRPr>
            </a:lvl9pPr>
          </a:lstStyle>
          <a:p xmlns:a="http://schemas.openxmlformats.org/drawingml/2006/main">
            <a:pPr algn="r">
              <a:defRPr sz="1500" b="1">
                <a:solidFill>
                  <a:srgbClr val="236650"/>
                </a:solidFill>
                <a:latin typeface="Arial"/>
                <a:ea typeface="Arial"/>
                <a:cs typeface="Arial"/>
              </a:defRPr>
            </a:pPr>
            <a:r>
              <a:rPr sz="1500" b="1">
                <a:solidFill>
                  <a:srgbClr val="236650"/>
                </a:solidFill>
                <a:latin typeface="Arial"/>
                <a:ea typeface="Arial"/>
                <a:cs typeface="Arial"/>
              </a:rPr>
              <a:t>BRITISH VALUES</a:t>
            </a:r>
          </a:p>
        </p:txBody>
      </p:sp>
      <p:sp>
        <p:nvSpPr>
          <p:cNvPr id="6" name="">
            <a:extLst xmlns:a="http://schemas.openxmlformats.org/drawingml/2006/main">
              <a:ext uri="{FF2B5EF4-FFF2-40B4-BE49-F238E27FC236}">
                <a16:creationId xmlns:a16="http://schemas.microsoft.com/office/drawing/2014/main" id="{C962834B-C7C7-4229-9911-2AA62813F821}"/>
              </a:ext>
            </a:extLst>
          </p:cNvPr>
          <p:cNvSpPr>
            <a:spLocks xmlns:a="http://schemas.openxmlformats.org/drawingml/2006/main" noGrp="1"/>
          </p:cNvSpPr>
          <p:nvPr/>
        </p:nvSpPr>
        <p:spPr>
          <a:xfrm xmlns:a="http://schemas.openxmlformats.org/drawingml/2006/main">
            <a:off x="0" y="742950"/>
            <a:ext cx="12192000" cy="40005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3696256-C490-45ED-96CB-6BDBCF423C5E}"/>
              </a:ext>
            </a:extLst>
          </p:cNvPr>
          <p:cNvSpPr>
            <a:spLocks xmlns:a="http://schemas.openxmlformats.org/drawingml/2006/main" noGrp="1"/>
          </p:cNvSpPr>
          <p:nvPr/>
        </p:nvSpPr>
        <p:spPr>
          <a:xfrm xmlns:a="http://schemas.openxmlformats.org/drawingml/2006/main">
            <a:off x="304800" y="781050"/>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FFFEF9"/>
                </a:solidFill>
                <a:latin typeface="Arial"/>
                <a:ea typeface="Arial"/>
                <a:cs typeface="Arial"/>
              </a:defRPr>
            </a:defPPr>
            <a:lvl1pPr algn="l">
              <a:defRPr sz="1425" b="0">
                <a:solidFill>
                  <a:srgbClr val="FFFEF9"/>
                </a:solidFill>
                <a:latin typeface="Arial"/>
                <a:ea typeface="Arial"/>
                <a:cs typeface="Arial"/>
              </a:defRPr>
            </a:lvl1pPr>
            <a:lvl2pPr algn="l">
              <a:defRPr sz="1425" b="0">
                <a:solidFill>
                  <a:srgbClr val="FFFEF9"/>
                </a:solidFill>
                <a:latin typeface="Arial"/>
                <a:ea typeface="Arial"/>
                <a:cs typeface="Arial"/>
              </a:defRPr>
            </a:lvl2pPr>
            <a:lvl3pPr algn="l">
              <a:defRPr sz="1425" b="0">
                <a:solidFill>
                  <a:srgbClr val="FFFEF9"/>
                </a:solidFill>
                <a:latin typeface="Arial"/>
                <a:ea typeface="Arial"/>
                <a:cs typeface="Arial"/>
              </a:defRPr>
            </a:lvl3pPr>
            <a:lvl4pPr algn="l">
              <a:defRPr sz="1425" b="0">
                <a:solidFill>
                  <a:srgbClr val="FFFEF9"/>
                </a:solidFill>
                <a:latin typeface="Arial"/>
                <a:ea typeface="Arial"/>
                <a:cs typeface="Arial"/>
              </a:defRPr>
            </a:lvl4pPr>
            <a:lvl5pPr algn="l">
              <a:defRPr sz="1425" b="0">
                <a:solidFill>
                  <a:srgbClr val="FFFEF9"/>
                </a:solidFill>
                <a:latin typeface="Arial"/>
                <a:ea typeface="Arial"/>
                <a:cs typeface="Arial"/>
              </a:defRPr>
            </a:lvl5pPr>
            <a:lvl6pPr algn="l">
              <a:defRPr sz="1425" b="0">
                <a:solidFill>
                  <a:srgbClr val="FFFEF9"/>
                </a:solidFill>
                <a:latin typeface="Arial"/>
                <a:ea typeface="Arial"/>
                <a:cs typeface="Arial"/>
              </a:defRPr>
            </a:lvl6pPr>
            <a:lvl7pPr algn="l">
              <a:defRPr sz="1425" b="0">
                <a:solidFill>
                  <a:srgbClr val="FFFEF9"/>
                </a:solidFill>
                <a:latin typeface="Arial"/>
                <a:ea typeface="Arial"/>
                <a:cs typeface="Arial"/>
              </a:defRPr>
            </a:lvl7pPr>
            <a:lvl8pPr algn="l">
              <a:defRPr sz="1425" b="0">
                <a:solidFill>
                  <a:srgbClr val="FFFEF9"/>
                </a:solidFill>
                <a:latin typeface="Arial"/>
                <a:ea typeface="Arial"/>
                <a:cs typeface="Arial"/>
              </a:defRPr>
            </a:lvl8pPr>
            <a:lvl9pPr algn="l">
              <a:defRPr sz="1425" b="0">
                <a:solidFill>
                  <a:srgbClr val="FFFEF9"/>
                </a:solidFill>
                <a:latin typeface="Arial"/>
                <a:ea typeface="Arial"/>
                <a:cs typeface="Arial"/>
              </a:defRPr>
            </a:lvl9pPr>
          </a:lstStyle>
          <a:p xmlns:a="http://schemas.openxmlformats.org/drawingml/2006/main">
            <a:pPr algn="l">
              <a:defRPr sz="1425" b="0">
                <a:solidFill>
                  <a:srgbClr val="FFFEF9"/>
                </a:solidFill>
                <a:latin typeface="Arial"/>
                <a:ea typeface="Arial"/>
                <a:cs typeface="Arial"/>
              </a:defRPr>
            </a:pPr>
            <a:r>
              <a:rPr sz="1425" b="0">
                <a:solidFill>
                  <a:srgbClr val="FFFEF9"/>
                </a:solidFill>
                <a:latin typeface="Arial"/>
                <a:ea typeface="Arial"/>
                <a:cs typeface="Arial"/>
              </a:rPr>
              <a:t>09 / 10    Build a calm challenge</a:t>
            </a:r>
          </a:p>
        </p:txBody>
      </p:sp>
      <p:sp>
        <p:nvSpPr>
          <p:cNvPr id="8" name="">
            <a:extLst xmlns:a="http://schemas.openxmlformats.org/drawingml/2006/main">
              <a:ext uri="{FF2B5EF4-FFF2-40B4-BE49-F238E27FC236}">
                <a16:creationId xmlns:a16="http://schemas.microsoft.com/office/drawing/2014/main" id="{1F48CB3C-3D30-45B8-B8B0-7E79873CF210}"/>
              </a:ext>
            </a:extLst>
          </p:cNvPr>
          <p:cNvSpPr>
            <a:spLocks xmlns:a="http://schemas.openxmlformats.org/drawingml/2006/main" noGrp="1"/>
          </p:cNvSpPr>
          <p:nvPr/>
        </p:nvSpPr>
        <p:spPr>
          <a:xfrm xmlns:a="http://schemas.openxmlformats.org/drawingml/2006/main">
            <a:off x="10763250" y="781050"/>
            <a:ext cx="1104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425" b="0">
                <a:solidFill>
                  <a:srgbClr val="A6E5C9"/>
                </a:solidFill>
                <a:latin typeface="Arial"/>
                <a:ea typeface="Arial"/>
                <a:cs typeface="Arial"/>
              </a:defRPr>
            </a:defPPr>
            <a:lvl1pPr algn="r">
              <a:defRPr sz="1425" b="0">
                <a:solidFill>
                  <a:srgbClr val="A6E5C9"/>
                </a:solidFill>
                <a:latin typeface="Arial"/>
                <a:ea typeface="Arial"/>
                <a:cs typeface="Arial"/>
              </a:defRPr>
            </a:lvl1pPr>
            <a:lvl2pPr algn="r">
              <a:defRPr sz="1425" b="0">
                <a:solidFill>
                  <a:srgbClr val="A6E5C9"/>
                </a:solidFill>
                <a:latin typeface="Arial"/>
                <a:ea typeface="Arial"/>
                <a:cs typeface="Arial"/>
              </a:defRPr>
            </a:lvl2pPr>
            <a:lvl3pPr algn="r">
              <a:defRPr sz="1425" b="0">
                <a:solidFill>
                  <a:srgbClr val="A6E5C9"/>
                </a:solidFill>
                <a:latin typeface="Arial"/>
                <a:ea typeface="Arial"/>
                <a:cs typeface="Arial"/>
              </a:defRPr>
            </a:lvl3pPr>
            <a:lvl4pPr algn="r">
              <a:defRPr sz="1425" b="0">
                <a:solidFill>
                  <a:srgbClr val="A6E5C9"/>
                </a:solidFill>
                <a:latin typeface="Arial"/>
                <a:ea typeface="Arial"/>
                <a:cs typeface="Arial"/>
              </a:defRPr>
            </a:lvl4pPr>
            <a:lvl5pPr algn="r">
              <a:defRPr sz="1425" b="0">
                <a:solidFill>
                  <a:srgbClr val="A6E5C9"/>
                </a:solidFill>
                <a:latin typeface="Arial"/>
                <a:ea typeface="Arial"/>
                <a:cs typeface="Arial"/>
              </a:defRPr>
            </a:lvl5pPr>
            <a:lvl6pPr algn="r">
              <a:defRPr sz="1425" b="0">
                <a:solidFill>
                  <a:srgbClr val="A6E5C9"/>
                </a:solidFill>
                <a:latin typeface="Arial"/>
                <a:ea typeface="Arial"/>
                <a:cs typeface="Arial"/>
              </a:defRPr>
            </a:lvl6pPr>
            <a:lvl7pPr algn="r">
              <a:defRPr sz="1425" b="0">
                <a:solidFill>
                  <a:srgbClr val="A6E5C9"/>
                </a:solidFill>
                <a:latin typeface="Arial"/>
                <a:ea typeface="Arial"/>
                <a:cs typeface="Arial"/>
              </a:defRPr>
            </a:lvl7pPr>
            <a:lvl8pPr algn="r">
              <a:defRPr sz="1425" b="0">
                <a:solidFill>
                  <a:srgbClr val="A6E5C9"/>
                </a:solidFill>
                <a:latin typeface="Arial"/>
                <a:ea typeface="Arial"/>
                <a:cs typeface="Arial"/>
              </a:defRPr>
            </a:lvl8pPr>
            <a:lvl9pPr algn="r">
              <a:defRPr sz="1425" b="0">
                <a:solidFill>
                  <a:srgbClr val="A6E5C9"/>
                </a:solidFill>
                <a:latin typeface="Arial"/>
                <a:ea typeface="Arial"/>
                <a:cs typeface="Arial"/>
              </a:defRPr>
            </a:lvl9pPr>
          </a:lstStyle>
          <a:p xmlns:a="http://schemas.openxmlformats.org/drawingml/2006/main">
            <a:pPr algn="r">
              <a:defRPr sz="1425" b="0">
                <a:solidFill>
                  <a:srgbClr val="A6E5C9"/>
                </a:solidFill>
                <a:latin typeface="Arial"/>
                <a:ea typeface="Arial"/>
                <a:cs typeface="Arial"/>
              </a:defRPr>
            </a:pPr>
            <a:r>
              <a:rPr sz="1425" b="0">
                <a:solidFill>
                  <a:srgbClr val="A6E5C9"/>
                </a:solidFill>
                <a:latin typeface="Arial"/>
                <a:ea typeface="Arial"/>
                <a:cs typeface="Arial"/>
              </a:rPr>
              <a:t>2 min</a:t>
            </a:r>
          </a:p>
        </p:txBody>
      </p:sp>
      <p:sp>
        <p:nvSpPr>
          <p:cNvPr id="9" name="">
            <a:extLst xmlns:a="http://schemas.openxmlformats.org/drawingml/2006/main">
              <a:ext uri="{FF2B5EF4-FFF2-40B4-BE49-F238E27FC236}">
                <a16:creationId xmlns:a16="http://schemas.microsoft.com/office/drawing/2014/main" id="{7909735F-3F1A-4450-803D-946D7CF33328}"/>
              </a:ext>
            </a:extLst>
          </p:cNvPr>
          <p:cNvSpPr>
            <a:spLocks xmlns:a="http://schemas.openxmlformats.org/drawingml/2006/main" noGrp="1"/>
          </p:cNvSpPr>
          <p:nvPr/>
        </p:nvSpPr>
        <p:spPr>
          <a:xfrm xmlns:a="http://schemas.openxmlformats.org/drawingml/2006/main">
            <a:off x="0" y="6467475"/>
            <a:ext cx="12192000" cy="390525"/>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977DA16-65EE-4E52-B4F4-5D9813F22A15}"/>
              </a:ext>
            </a:extLst>
          </p:cNvPr>
          <p:cNvSpPr>
            <a:spLocks xmlns:a="http://schemas.openxmlformats.org/drawingml/2006/main" noGrp="1"/>
          </p:cNvSpPr>
          <p:nvPr/>
        </p:nvSpPr>
        <p:spPr>
          <a:xfrm xmlns:a="http://schemas.openxmlformats.org/drawingml/2006/main">
            <a:off x="304800" y="65246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526074"/>
                </a:solidFill>
                <a:latin typeface="Arial"/>
                <a:ea typeface="Arial"/>
                <a:cs typeface="Arial"/>
              </a:defRPr>
            </a:defPPr>
            <a:lvl1pPr algn="l">
              <a:defRPr sz="1050" b="0">
                <a:solidFill>
                  <a:srgbClr val="526074"/>
                </a:solidFill>
                <a:latin typeface="Arial"/>
                <a:ea typeface="Arial"/>
                <a:cs typeface="Arial"/>
              </a:defRPr>
            </a:lvl1pPr>
            <a:lvl2pPr algn="l">
              <a:defRPr sz="1050" b="0">
                <a:solidFill>
                  <a:srgbClr val="526074"/>
                </a:solidFill>
                <a:latin typeface="Arial"/>
                <a:ea typeface="Arial"/>
                <a:cs typeface="Arial"/>
              </a:defRPr>
            </a:lvl2pPr>
            <a:lvl3pPr algn="l">
              <a:defRPr sz="1050" b="0">
                <a:solidFill>
                  <a:srgbClr val="526074"/>
                </a:solidFill>
                <a:latin typeface="Arial"/>
                <a:ea typeface="Arial"/>
                <a:cs typeface="Arial"/>
              </a:defRPr>
            </a:lvl3pPr>
            <a:lvl4pPr algn="l">
              <a:defRPr sz="1050" b="0">
                <a:solidFill>
                  <a:srgbClr val="526074"/>
                </a:solidFill>
                <a:latin typeface="Arial"/>
                <a:ea typeface="Arial"/>
                <a:cs typeface="Arial"/>
              </a:defRPr>
            </a:lvl4pPr>
            <a:lvl5pPr algn="l">
              <a:defRPr sz="1050" b="0">
                <a:solidFill>
                  <a:srgbClr val="526074"/>
                </a:solidFill>
                <a:latin typeface="Arial"/>
                <a:ea typeface="Arial"/>
                <a:cs typeface="Arial"/>
              </a:defRPr>
            </a:lvl5pPr>
            <a:lvl6pPr algn="l">
              <a:defRPr sz="1050" b="0">
                <a:solidFill>
                  <a:srgbClr val="526074"/>
                </a:solidFill>
                <a:latin typeface="Arial"/>
                <a:ea typeface="Arial"/>
                <a:cs typeface="Arial"/>
              </a:defRPr>
            </a:lvl6pPr>
            <a:lvl7pPr algn="l">
              <a:defRPr sz="1050" b="0">
                <a:solidFill>
                  <a:srgbClr val="526074"/>
                </a:solidFill>
                <a:latin typeface="Arial"/>
                <a:ea typeface="Arial"/>
                <a:cs typeface="Arial"/>
              </a:defRPr>
            </a:lvl7pPr>
            <a:lvl8pPr algn="l">
              <a:defRPr sz="1050" b="0">
                <a:solidFill>
                  <a:srgbClr val="526074"/>
                </a:solidFill>
                <a:latin typeface="Arial"/>
                <a:ea typeface="Arial"/>
                <a:cs typeface="Arial"/>
              </a:defRPr>
            </a:lvl8pPr>
            <a:lvl9pPr algn="l">
              <a:defRPr sz="1050" b="0">
                <a:solidFill>
                  <a:srgbClr val="526074"/>
                </a:solidFill>
                <a:latin typeface="Arial"/>
                <a:ea typeface="Arial"/>
                <a:cs typeface="Arial"/>
              </a:defRPr>
            </a:lvl9pPr>
          </a:lstStyle>
          <a:p xmlns:a="http://schemas.openxmlformats.org/drawingml/2006/main">
            <a:pPr algn="l">
              <a:defRPr sz="1050" b="0">
                <a:solidFill>
                  <a:srgbClr val="526074"/>
                </a:solidFill>
                <a:latin typeface="Arial"/>
                <a:ea typeface="Arial"/>
                <a:cs typeface="Arial"/>
              </a:defRPr>
            </a:pPr>
            <a:r>
              <a:rPr sz="1050" b="0">
                <a:solidFill>
                  <a:srgbClr val="526074"/>
                </a:solidFill>
                <a:latin typeface="Arial"/>
                <a:ea typeface="Arial"/>
                <a:cs typeface="Arial"/>
              </a:rPr>
              <a:t>ASSEMBLY-RULE-OF-LAW</a:t>
            </a:r>
          </a:p>
        </p:txBody>
      </p:sp>
      <p:sp>
        <p:nvSpPr>
          <p:cNvPr id="11" name="">
            <a:extLst xmlns:a="http://schemas.openxmlformats.org/drawingml/2006/main">
              <a:ext uri="{FF2B5EF4-FFF2-40B4-BE49-F238E27FC236}">
                <a16:creationId xmlns:a16="http://schemas.microsoft.com/office/drawing/2014/main" id="{DB41E340-BA2A-457E-8CBC-C545F4F1FDB2}"/>
              </a:ext>
            </a:extLst>
          </p:cNvPr>
          <p:cNvSpPr>
            <a:spLocks xmlns:a="http://schemas.openxmlformats.org/drawingml/2006/main" noGrp="1"/>
          </p:cNvSpPr>
          <p:nvPr/>
        </p:nvSpPr>
        <p:spPr>
          <a:xfrm xmlns:a="http://schemas.openxmlformats.org/drawingml/2006/main">
            <a:off x="7620000" y="6524625"/>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074"/>
                </a:solidFill>
                <a:latin typeface="Arial"/>
                <a:ea typeface="Arial"/>
                <a:cs typeface="Arial"/>
              </a:defRPr>
            </a:defPPr>
            <a:lvl1pPr algn="r">
              <a:defRPr sz="1200" b="0">
                <a:solidFill>
                  <a:srgbClr val="526074"/>
                </a:solidFill>
                <a:latin typeface="Arial"/>
                <a:ea typeface="Arial"/>
                <a:cs typeface="Arial"/>
              </a:defRPr>
            </a:lvl1pPr>
            <a:lvl2pPr algn="r">
              <a:defRPr sz="1200" b="0">
                <a:solidFill>
                  <a:srgbClr val="526074"/>
                </a:solidFill>
                <a:latin typeface="Arial"/>
                <a:ea typeface="Arial"/>
                <a:cs typeface="Arial"/>
              </a:defRPr>
            </a:lvl2pPr>
            <a:lvl3pPr algn="r">
              <a:defRPr sz="1200" b="0">
                <a:solidFill>
                  <a:srgbClr val="526074"/>
                </a:solidFill>
                <a:latin typeface="Arial"/>
                <a:ea typeface="Arial"/>
                <a:cs typeface="Arial"/>
              </a:defRPr>
            </a:lvl3pPr>
            <a:lvl4pPr algn="r">
              <a:defRPr sz="1200" b="0">
                <a:solidFill>
                  <a:srgbClr val="526074"/>
                </a:solidFill>
                <a:latin typeface="Arial"/>
                <a:ea typeface="Arial"/>
                <a:cs typeface="Arial"/>
              </a:defRPr>
            </a:lvl4pPr>
            <a:lvl5pPr algn="r">
              <a:defRPr sz="1200" b="0">
                <a:solidFill>
                  <a:srgbClr val="526074"/>
                </a:solidFill>
                <a:latin typeface="Arial"/>
                <a:ea typeface="Arial"/>
                <a:cs typeface="Arial"/>
              </a:defRPr>
            </a:lvl5pPr>
            <a:lvl6pPr algn="r">
              <a:defRPr sz="1200" b="0">
                <a:solidFill>
                  <a:srgbClr val="526074"/>
                </a:solidFill>
                <a:latin typeface="Arial"/>
                <a:ea typeface="Arial"/>
                <a:cs typeface="Arial"/>
              </a:defRPr>
            </a:lvl6pPr>
            <a:lvl7pPr algn="r">
              <a:defRPr sz="1200" b="0">
                <a:solidFill>
                  <a:srgbClr val="526074"/>
                </a:solidFill>
                <a:latin typeface="Arial"/>
                <a:ea typeface="Arial"/>
                <a:cs typeface="Arial"/>
              </a:defRPr>
            </a:lvl7pPr>
            <a:lvl8pPr algn="r">
              <a:defRPr sz="1200" b="0">
                <a:solidFill>
                  <a:srgbClr val="526074"/>
                </a:solidFill>
                <a:latin typeface="Arial"/>
                <a:ea typeface="Arial"/>
                <a:cs typeface="Arial"/>
              </a:defRPr>
            </a:lvl8pPr>
            <a:lvl9pPr algn="r">
              <a:defRPr sz="1200" b="0">
                <a:solidFill>
                  <a:srgbClr val="526074"/>
                </a:solidFill>
                <a:latin typeface="Arial"/>
                <a:ea typeface="Arial"/>
                <a:cs typeface="Arial"/>
              </a:defRPr>
            </a:lvl9pPr>
          </a:lstStyle>
          <a:p xmlns:a="http://schemas.openxmlformats.org/drawingml/2006/main">
            <a:pPr algn="r">
              <a:defRPr sz="1200" b="0">
                <a:solidFill>
                  <a:srgbClr val="526074"/>
                </a:solidFill>
                <a:latin typeface="Arial"/>
                <a:ea typeface="Arial"/>
                <a:cs typeface="Arial"/>
              </a:defRPr>
            </a:pPr>
            <a:r>
              <a:rPr sz="1200" b="0">
                <a:solidFill>
                  <a:srgbClr val="526074"/>
                </a:solidFill>
                <a:latin typeface="Arial"/>
                <a:ea typeface="Arial"/>
                <a:cs typeface="Arial"/>
              </a:rPr>
              <a:t>Think · point · speak · watch</a:t>
            </a:r>
          </a:p>
        </p:txBody>
      </p:sp>
      <p:sp>
        <p:nvSpPr>
          <p:cNvPr id="12" name="Stage heading">
            <a:extLst xmlns:a="http://schemas.openxmlformats.org/drawingml/2006/main">
              <a:ext uri="{FF2B5EF4-FFF2-40B4-BE49-F238E27FC236}">
                <a16:creationId xmlns:a16="http://schemas.microsoft.com/office/drawing/2014/main" id="{097F9FBF-A467-437A-8234-D57D53347CA1}"/>
              </a:ext>
            </a:extLst>
          </p:cNvPr>
          <p:cNvSpPr>
            <a:spLocks xmlns:a="http://schemas.openxmlformats.org/drawingml/2006/main" noGrp="1"/>
          </p:cNvSpPr>
          <p:nvPr/>
        </p:nvSpPr>
        <p:spPr>
          <a:xfrm xmlns:a="http://schemas.openxmlformats.org/drawingml/2006/main">
            <a:off x="495300" y="1352550"/>
            <a:ext cx="11201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1">
                <a:solidFill>
                  <a:srgbClr val="17223B"/>
                </a:solidFill>
                <a:latin typeface="Arial"/>
                <a:ea typeface="Arial"/>
                <a:cs typeface="Arial"/>
              </a:defRPr>
            </a:defPPr>
            <a:lvl1pPr algn="l">
              <a:defRPr sz="3525" b="1">
                <a:solidFill>
                  <a:srgbClr val="17223B"/>
                </a:solidFill>
                <a:latin typeface="Arial"/>
                <a:ea typeface="Arial"/>
                <a:cs typeface="Arial"/>
              </a:defRPr>
            </a:lvl1pPr>
            <a:lvl2pPr algn="l">
              <a:defRPr sz="3525" b="1">
                <a:solidFill>
                  <a:srgbClr val="17223B"/>
                </a:solidFill>
                <a:latin typeface="Arial"/>
                <a:ea typeface="Arial"/>
                <a:cs typeface="Arial"/>
              </a:defRPr>
            </a:lvl2pPr>
            <a:lvl3pPr algn="l">
              <a:defRPr sz="3525" b="1">
                <a:solidFill>
                  <a:srgbClr val="17223B"/>
                </a:solidFill>
                <a:latin typeface="Arial"/>
                <a:ea typeface="Arial"/>
                <a:cs typeface="Arial"/>
              </a:defRPr>
            </a:lvl3pPr>
            <a:lvl4pPr algn="l">
              <a:defRPr sz="3525" b="1">
                <a:solidFill>
                  <a:srgbClr val="17223B"/>
                </a:solidFill>
                <a:latin typeface="Arial"/>
                <a:ea typeface="Arial"/>
                <a:cs typeface="Arial"/>
              </a:defRPr>
            </a:lvl4pPr>
            <a:lvl5pPr algn="l">
              <a:defRPr sz="3525" b="1">
                <a:solidFill>
                  <a:srgbClr val="17223B"/>
                </a:solidFill>
                <a:latin typeface="Arial"/>
                <a:ea typeface="Arial"/>
                <a:cs typeface="Arial"/>
              </a:defRPr>
            </a:lvl5pPr>
            <a:lvl6pPr algn="l">
              <a:defRPr sz="3525" b="1">
                <a:solidFill>
                  <a:srgbClr val="17223B"/>
                </a:solidFill>
                <a:latin typeface="Arial"/>
                <a:ea typeface="Arial"/>
                <a:cs typeface="Arial"/>
              </a:defRPr>
            </a:lvl6pPr>
            <a:lvl7pPr algn="l">
              <a:defRPr sz="3525" b="1">
                <a:solidFill>
                  <a:srgbClr val="17223B"/>
                </a:solidFill>
                <a:latin typeface="Arial"/>
                <a:ea typeface="Arial"/>
                <a:cs typeface="Arial"/>
              </a:defRPr>
            </a:lvl7pPr>
            <a:lvl8pPr algn="l">
              <a:defRPr sz="3525" b="1">
                <a:solidFill>
                  <a:srgbClr val="17223B"/>
                </a:solidFill>
                <a:latin typeface="Arial"/>
                <a:ea typeface="Arial"/>
                <a:cs typeface="Arial"/>
              </a:defRPr>
            </a:lvl8pPr>
            <a:lvl9pPr algn="l">
              <a:defRPr sz="3525" b="1">
                <a:solidFill>
                  <a:srgbClr val="17223B"/>
                </a:solidFill>
                <a:latin typeface="Arial"/>
                <a:ea typeface="Arial"/>
                <a:cs typeface="Arial"/>
              </a:defRPr>
            </a:lvl9pPr>
          </a:lstStyle>
          <a:p xmlns:a="http://schemas.openxmlformats.org/drawingml/2006/main">
            <a:pPr algn="l">
              <a:defRPr sz="3525" b="1">
                <a:solidFill>
                  <a:srgbClr val="17223B"/>
                </a:solidFill>
                <a:latin typeface="Arial"/>
                <a:ea typeface="Arial"/>
                <a:cs typeface="Arial"/>
              </a:defRPr>
            </a:pPr>
            <a:r>
              <a:rPr sz="3525" b="1">
                <a:solidFill>
                  <a:srgbClr val="17223B"/>
                </a:solidFill>
                <a:latin typeface="Arial"/>
                <a:ea typeface="Arial"/>
                <a:cs typeface="Arial"/>
              </a:rPr>
              <a:t>Build a calm challenge</a:t>
            </a:r>
          </a:p>
        </p:txBody>
      </p:sp>
      <p:sp>
        <p:nvSpPr>
          <p:cNvPr id="13" name="Discussion prompt">
            <a:extLst xmlns:a="http://schemas.openxmlformats.org/drawingml/2006/main">
              <a:ext uri="{FF2B5EF4-FFF2-40B4-BE49-F238E27FC236}">
                <a16:creationId xmlns:a16="http://schemas.microsoft.com/office/drawing/2014/main" id="{D4236A25-F616-4669-B07D-8B6909DB1160}"/>
              </a:ext>
            </a:extLst>
          </p:cNvPr>
          <p:cNvSpPr>
            <a:spLocks xmlns:a="http://schemas.openxmlformats.org/drawingml/2006/main" noGrp="1"/>
          </p:cNvSpPr>
          <p:nvPr/>
        </p:nvSpPr>
        <p:spPr>
          <a:xfrm xmlns:a="http://schemas.openxmlformats.org/drawingml/2006/main">
            <a:off x="514350" y="2095500"/>
            <a:ext cx="11163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75" b="0">
                <a:solidFill>
                  <a:srgbClr val="17223B"/>
                </a:solidFill>
                <a:latin typeface="Arial"/>
                <a:ea typeface="Arial"/>
                <a:cs typeface="Arial"/>
              </a:defRPr>
            </a:defPPr>
            <a:lvl1pPr algn="l">
              <a:defRPr sz="2475" b="0">
                <a:solidFill>
                  <a:srgbClr val="17223B"/>
                </a:solidFill>
                <a:latin typeface="Arial"/>
                <a:ea typeface="Arial"/>
                <a:cs typeface="Arial"/>
              </a:defRPr>
            </a:lvl1pPr>
            <a:lvl2pPr algn="l">
              <a:defRPr sz="2475" b="0">
                <a:solidFill>
                  <a:srgbClr val="17223B"/>
                </a:solidFill>
                <a:latin typeface="Arial"/>
                <a:ea typeface="Arial"/>
                <a:cs typeface="Arial"/>
              </a:defRPr>
            </a:lvl2pPr>
            <a:lvl3pPr algn="l">
              <a:defRPr sz="2475" b="0">
                <a:solidFill>
                  <a:srgbClr val="17223B"/>
                </a:solidFill>
                <a:latin typeface="Arial"/>
                <a:ea typeface="Arial"/>
                <a:cs typeface="Arial"/>
              </a:defRPr>
            </a:lvl3pPr>
            <a:lvl4pPr algn="l">
              <a:defRPr sz="2475" b="0">
                <a:solidFill>
                  <a:srgbClr val="17223B"/>
                </a:solidFill>
                <a:latin typeface="Arial"/>
                <a:ea typeface="Arial"/>
                <a:cs typeface="Arial"/>
              </a:defRPr>
            </a:lvl4pPr>
            <a:lvl5pPr algn="l">
              <a:defRPr sz="2475" b="0">
                <a:solidFill>
                  <a:srgbClr val="17223B"/>
                </a:solidFill>
                <a:latin typeface="Arial"/>
                <a:ea typeface="Arial"/>
                <a:cs typeface="Arial"/>
              </a:defRPr>
            </a:lvl5pPr>
            <a:lvl6pPr algn="l">
              <a:defRPr sz="2475" b="0">
                <a:solidFill>
                  <a:srgbClr val="17223B"/>
                </a:solidFill>
                <a:latin typeface="Arial"/>
                <a:ea typeface="Arial"/>
                <a:cs typeface="Arial"/>
              </a:defRPr>
            </a:lvl6pPr>
            <a:lvl7pPr algn="l">
              <a:defRPr sz="2475" b="0">
                <a:solidFill>
                  <a:srgbClr val="17223B"/>
                </a:solidFill>
                <a:latin typeface="Arial"/>
                <a:ea typeface="Arial"/>
                <a:cs typeface="Arial"/>
              </a:defRPr>
            </a:lvl7pPr>
            <a:lvl8pPr algn="l">
              <a:defRPr sz="2475" b="0">
                <a:solidFill>
                  <a:srgbClr val="17223B"/>
                </a:solidFill>
                <a:latin typeface="Arial"/>
                <a:ea typeface="Arial"/>
                <a:cs typeface="Arial"/>
              </a:defRPr>
            </a:lvl8pPr>
            <a:lvl9pPr algn="l">
              <a:defRPr sz="2475" b="0">
                <a:solidFill>
                  <a:srgbClr val="17223B"/>
                </a:solidFill>
                <a:latin typeface="Arial"/>
                <a:ea typeface="Arial"/>
                <a:cs typeface="Arial"/>
              </a:defRPr>
            </a:lvl9pPr>
          </a:lstStyle>
          <a:p xmlns:a="http://schemas.openxmlformats.org/drawingml/2006/main">
            <a:pPr algn="l">
              <a:defRPr sz="2475" b="0">
                <a:solidFill>
                  <a:srgbClr val="17223B"/>
                </a:solidFill>
                <a:latin typeface="Arial"/>
                <a:ea typeface="Arial"/>
                <a:cs typeface="Arial"/>
              </a:defRPr>
            </a:pPr>
            <a:r>
              <a:rPr sz="2475" b="0">
                <a:solidFill>
                  <a:srgbClr val="17223B"/>
                </a:solidFill>
                <a:latin typeface="Arial"/>
                <a:ea typeface="Arial"/>
                <a:cs typeface="Arial"/>
              </a:rPr>
              <a:t>Put the sentence parts in a useful order.</a:t>
            </a:r>
          </a:p>
        </p:txBody>
      </p:sp>
      <p:sp>
        <p:nvSpPr>
          <p:cNvPr id="14" name="">
            <a:extLst xmlns:a="http://schemas.openxmlformats.org/drawingml/2006/main">
              <a:ext uri="{FF2B5EF4-FFF2-40B4-BE49-F238E27FC236}">
                <a16:creationId xmlns:a16="http://schemas.microsoft.com/office/drawing/2014/main" id="{A5B0DB8A-A820-4735-8E76-65D1049AB754}"/>
              </a:ext>
            </a:extLst>
          </p:cNvPr>
          <p:cNvSpPr>
            <a:spLocks xmlns:a="http://schemas.openxmlformats.org/drawingml/2006/main" noGrp="1"/>
          </p:cNvSpPr>
          <p:nvPr/>
        </p:nvSpPr>
        <p:spPr>
          <a:xfrm xmlns:a="http://schemas.openxmlformats.org/drawingml/2006/main">
            <a:off x="523875" y="31337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01</a:t>
            </a:r>
          </a:p>
        </p:txBody>
      </p:sp>
      <p:sp>
        <p:nvSpPr>
          <p:cNvPr id="15" name="Option 1">
            <a:extLst xmlns:a="http://schemas.openxmlformats.org/drawingml/2006/main">
              <a:ext uri="{FF2B5EF4-FFF2-40B4-BE49-F238E27FC236}">
                <a16:creationId xmlns:a16="http://schemas.microsoft.com/office/drawing/2014/main" id="{4827B51A-2A62-40C9-89CB-3B5BDCD2B4D0}"/>
              </a:ext>
            </a:extLst>
          </p:cNvPr>
          <p:cNvSpPr>
            <a:spLocks xmlns:a="http://schemas.openxmlformats.org/drawingml/2006/main" noGrp="1"/>
          </p:cNvSpPr>
          <p:nvPr/>
        </p:nvSpPr>
        <p:spPr>
          <a:xfrm xmlns:a="http://schemas.openxmlformats.org/drawingml/2006/main">
            <a:off x="1219200" y="31337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0">
                <a:solidFill>
                  <a:srgbClr val="17223B"/>
                </a:solidFill>
                <a:latin typeface="Arial"/>
                <a:ea typeface="Arial"/>
                <a:cs typeface="Arial"/>
              </a:defRPr>
            </a:defPPr>
            <a:lvl1pPr algn="l">
              <a:defRPr sz="2700" b="0">
                <a:solidFill>
                  <a:srgbClr val="17223B"/>
                </a:solidFill>
                <a:latin typeface="Arial"/>
                <a:ea typeface="Arial"/>
                <a:cs typeface="Arial"/>
              </a:defRPr>
            </a:lvl1pPr>
            <a:lvl2pPr algn="l">
              <a:defRPr sz="2700" b="0">
                <a:solidFill>
                  <a:srgbClr val="17223B"/>
                </a:solidFill>
                <a:latin typeface="Arial"/>
                <a:ea typeface="Arial"/>
                <a:cs typeface="Arial"/>
              </a:defRPr>
            </a:lvl2pPr>
            <a:lvl3pPr algn="l">
              <a:defRPr sz="2700" b="0">
                <a:solidFill>
                  <a:srgbClr val="17223B"/>
                </a:solidFill>
                <a:latin typeface="Arial"/>
                <a:ea typeface="Arial"/>
                <a:cs typeface="Arial"/>
              </a:defRPr>
            </a:lvl3pPr>
            <a:lvl4pPr algn="l">
              <a:defRPr sz="2700" b="0">
                <a:solidFill>
                  <a:srgbClr val="17223B"/>
                </a:solidFill>
                <a:latin typeface="Arial"/>
                <a:ea typeface="Arial"/>
                <a:cs typeface="Arial"/>
              </a:defRPr>
            </a:lvl4pPr>
            <a:lvl5pPr algn="l">
              <a:defRPr sz="2700" b="0">
                <a:solidFill>
                  <a:srgbClr val="17223B"/>
                </a:solidFill>
                <a:latin typeface="Arial"/>
                <a:ea typeface="Arial"/>
                <a:cs typeface="Arial"/>
              </a:defRPr>
            </a:lvl5pPr>
            <a:lvl6pPr algn="l">
              <a:defRPr sz="2700" b="0">
                <a:solidFill>
                  <a:srgbClr val="17223B"/>
                </a:solidFill>
                <a:latin typeface="Arial"/>
                <a:ea typeface="Arial"/>
                <a:cs typeface="Arial"/>
              </a:defRPr>
            </a:lvl6pPr>
            <a:lvl7pPr algn="l">
              <a:defRPr sz="2700" b="0">
                <a:solidFill>
                  <a:srgbClr val="17223B"/>
                </a:solidFill>
                <a:latin typeface="Arial"/>
                <a:ea typeface="Arial"/>
                <a:cs typeface="Arial"/>
              </a:defRPr>
            </a:lvl7pPr>
            <a:lvl8pPr algn="l">
              <a:defRPr sz="2700" b="0">
                <a:solidFill>
                  <a:srgbClr val="17223B"/>
                </a:solidFill>
                <a:latin typeface="Arial"/>
                <a:ea typeface="Arial"/>
                <a:cs typeface="Arial"/>
              </a:defRPr>
            </a:lvl8pPr>
            <a:lvl9pPr algn="l">
              <a:defRPr sz="2700" b="0">
                <a:solidFill>
                  <a:srgbClr val="17223B"/>
                </a:solidFill>
                <a:latin typeface="Arial"/>
                <a:ea typeface="Arial"/>
                <a:cs typeface="Arial"/>
              </a:defRPr>
            </a:lvl9pPr>
          </a:lstStyle>
          <a:p xmlns:a="http://schemas.openxmlformats.org/drawingml/2006/main">
            <a:pPr algn="l">
              <a:defRPr sz="2700" b="0">
                <a:solidFill>
                  <a:srgbClr val="17223B"/>
                </a:solidFill>
                <a:latin typeface="Arial"/>
                <a:ea typeface="Arial"/>
                <a:cs typeface="Arial"/>
              </a:defRPr>
            </a:pPr>
            <a:r>
              <a:rPr sz="2700" b="0">
                <a:solidFill>
                  <a:srgbClr val="17223B"/>
                </a:solidFill>
                <a:latin typeface="Arial"/>
                <a:ea typeface="Arial"/>
                <a:cs typeface="Arial"/>
              </a:rPr>
              <a:t>Could we…?</a:t>
            </a:r>
          </a:p>
        </p:txBody>
      </p:sp>
      <p:sp>
        <p:nvSpPr>
          <p:cNvPr id="16" name="">
            <a:extLst xmlns:a="http://schemas.openxmlformats.org/drawingml/2006/main">
              <a:ext uri="{FF2B5EF4-FFF2-40B4-BE49-F238E27FC236}">
                <a16:creationId xmlns:a16="http://schemas.microsoft.com/office/drawing/2014/main" id="{1673B07A-F630-4E57-B9A5-53FE960DE27D}"/>
              </a:ext>
            </a:extLst>
          </p:cNvPr>
          <p:cNvSpPr>
            <a:spLocks xmlns:a="http://schemas.openxmlformats.org/drawingml/2006/main" noGrp="1"/>
          </p:cNvSpPr>
          <p:nvPr/>
        </p:nvSpPr>
        <p:spPr>
          <a:xfrm xmlns:a="http://schemas.openxmlformats.org/drawingml/2006/main">
            <a:off x="552450" y="4029075"/>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11AB1CE-5060-4109-BCB6-61EE2F69A0EC}"/>
              </a:ext>
            </a:extLst>
          </p:cNvPr>
          <p:cNvSpPr>
            <a:spLocks xmlns:a="http://schemas.openxmlformats.org/drawingml/2006/main" noGrp="1"/>
          </p:cNvSpPr>
          <p:nvPr/>
        </p:nvSpPr>
        <p:spPr>
          <a:xfrm xmlns:a="http://schemas.openxmlformats.org/drawingml/2006/main">
            <a:off x="523875" y="40481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02</a:t>
            </a:r>
          </a:p>
        </p:txBody>
      </p:sp>
      <p:sp>
        <p:nvSpPr>
          <p:cNvPr id="18" name="Option 2">
            <a:extLst xmlns:a="http://schemas.openxmlformats.org/drawingml/2006/main">
              <a:ext uri="{FF2B5EF4-FFF2-40B4-BE49-F238E27FC236}">
                <a16:creationId xmlns:a16="http://schemas.microsoft.com/office/drawing/2014/main" id="{F27934AF-D16E-4EC0-980E-83056468FEBF}"/>
              </a:ext>
            </a:extLst>
          </p:cNvPr>
          <p:cNvSpPr>
            <a:spLocks xmlns:a="http://schemas.openxmlformats.org/drawingml/2006/main" noGrp="1"/>
          </p:cNvSpPr>
          <p:nvPr/>
        </p:nvSpPr>
        <p:spPr>
          <a:xfrm xmlns:a="http://schemas.openxmlformats.org/drawingml/2006/main">
            <a:off x="1219200" y="40481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0">
                <a:solidFill>
                  <a:srgbClr val="17223B"/>
                </a:solidFill>
                <a:latin typeface="Arial"/>
                <a:ea typeface="Arial"/>
                <a:cs typeface="Arial"/>
              </a:defRPr>
            </a:defPPr>
            <a:lvl1pPr algn="l">
              <a:defRPr sz="2700" b="0">
                <a:solidFill>
                  <a:srgbClr val="17223B"/>
                </a:solidFill>
                <a:latin typeface="Arial"/>
                <a:ea typeface="Arial"/>
                <a:cs typeface="Arial"/>
              </a:defRPr>
            </a:lvl1pPr>
            <a:lvl2pPr algn="l">
              <a:defRPr sz="2700" b="0">
                <a:solidFill>
                  <a:srgbClr val="17223B"/>
                </a:solidFill>
                <a:latin typeface="Arial"/>
                <a:ea typeface="Arial"/>
                <a:cs typeface="Arial"/>
              </a:defRPr>
            </a:lvl2pPr>
            <a:lvl3pPr algn="l">
              <a:defRPr sz="2700" b="0">
                <a:solidFill>
                  <a:srgbClr val="17223B"/>
                </a:solidFill>
                <a:latin typeface="Arial"/>
                <a:ea typeface="Arial"/>
                <a:cs typeface="Arial"/>
              </a:defRPr>
            </a:lvl3pPr>
            <a:lvl4pPr algn="l">
              <a:defRPr sz="2700" b="0">
                <a:solidFill>
                  <a:srgbClr val="17223B"/>
                </a:solidFill>
                <a:latin typeface="Arial"/>
                <a:ea typeface="Arial"/>
                <a:cs typeface="Arial"/>
              </a:defRPr>
            </a:lvl4pPr>
            <a:lvl5pPr algn="l">
              <a:defRPr sz="2700" b="0">
                <a:solidFill>
                  <a:srgbClr val="17223B"/>
                </a:solidFill>
                <a:latin typeface="Arial"/>
                <a:ea typeface="Arial"/>
                <a:cs typeface="Arial"/>
              </a:defRPr>
            </a:lvl5pPr>
            <a:lvl6pPr algn="l">
              <a:defRPr sz="2700" b="0">
                <a:solidFill>
                  <a:srgbClr val="17223B"/>
                </a:solidFill>
                <a:latin typeface="Arial"/>
                <a:ea typeface="Arial"/>
                <a:cs typeface="Arial"/>
              </a:defRPr>
            </a:lvl6pPr>
            <a:lvl7pPr algn="l">
              <a:defRPr sz="2700" b="0">
                <a:solidFill>
                  <a:srgbClr val="17223B"/>
                </a:solidFill>
                <a:latin typeface="Arial"/>
                <a:ea typeface="Arial"/>
                <a:cs typeface="Arial"/>
              </a:defRPr>
            </a:lvl7pPr>
            <a:lvl8pPr algn="l">
              <a:defRPr sz="2700" b="0">
                <a:solidFill>
                  <a:srgbClr val="17223B"/>
                </a:solidFill>
                <a:latin typeface="Arial"/>
                <a:ea typeface="Arial"/>
                <a:cs typeface="Arial"/>
              </a:defRPr>
            </a:lvl8pPr>
            <a:lvl9pPr algn="l">
              <a:defRPr sz="2700" b="0">
                <a:solidFill>
                  <a:srgbClr val="17223B"/>
                </a:solidFill>
                <a:latin typeface="Arial"/>
                <a:ea typeface="Arial"/>
                <a:cs typeface="Arial"/>
              </a:defRPr>
            </a:lvl9pPr>
          </a:lstStyle>
          <a:p xmlns:a="http://schemas.openxmlformats.org/drawingml/2006/main">
            <a:pPr algn="l">
              <a:defRPr sz="2700" b="0">
                <a:solidFill>
                  <a:srgbClr val="17223B"/>
                </a:solidFill>
                <a:latin typeface="Arial"/>
                <a:ea typeface="Arial"/>
                <a:cs typeface="Arial"/>
              </a:defRPr>
            </a:pPr>
            <a:r>
              <a:rPr sz="2700" b="0">
                <a:solidFill>
                  <a:srgbClr val="17223B"/>
                </a:solidFill>
                <a:latin typeface="Arial"/>
                <a:ea typeface="Arial"/>
                <a:cs typeface="Arial"/>
              </a:rPr>
              <a:t>I think…</a:t>
            </a:r>
          </a:p>
        </p:txBody>
      </p:sp>
      <p:sp>
        <p:nvSpPr>
          <p:cNvPr id="19" name="">
            <a:extLst xmlns:a="http://schemas.openxmlformats.org/drawingml/2006/main">
              <a:ext uri="{FF2B5EF4-FFF2-40B4-BE49-F238E27FC236}">
                <a16:creationId xmlns:a16="http://schemas.microsoft.com/office/drawing/2014/main" id="{07493DC3-76CB-4BB8-B096-037A1AA196F5}"/>
              </a:ext>
            </a:extLst>
          </p:cNvPr>
          <p:cNvSpPr>
            <a:spLocks xmlns:a="http://schemas.openxmlformats.org/drawingml/2006/main" noGrp="1"/>
          </p:cNvSpPr>
          <p:nvPr/>
        </p:nvSpPr>
        <p:spPr>
          <a:xfrm xmlns:a="http://schemas.openxmlformats.org/drawingml/2006/main">
            <a:off x="552450" y="4943475"/>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CDD520A-8E61-4E2F-ABCF-3050176BEC8D}"/>
              </a:ext>
            </a:extLst>
          </p:cNvPr>
          <p:cNvSpPr>
            <a:spLocks xmlns:a="http://schemas.openxmlformats.org/drawingml/2006/main" noGrp="1"/>
          </p:cNvSpPr>
          <p:nvPr/>
        </p:nvSpPr>
        <p:spPr>
          <a:xfrm xmlns:a="http://schemas.openxmlformats.org/drawingml/2006/main">
            <a:off x="523875" y="49625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03</a:t>
            </a:r>
          </a:p>
        </p:txBody>
      </p:sp>
      <p:sp>
        <p:nvSpPr>
          <p:cNvPr id="21" name="Option 3">
            <a:extLst xmlns:a="http://schemas.openxmlformats.org/drawingml/2006/main">
              <a:ext uri="{FF2B5EF4-FFF2-40B4-BE49-F238E27FC236}">
                <a16:creationId xmlns:a16="http://schemas.microsoft.com/office/drawing/2014/main" id="{CA865C3E-7F12-4B44-B757-4C69F0D238C8}"/>
              </a:ext>
            </a:extLst>
          </p:cNvPr>
          <p:cNvSpPr>
            <a:spLocks xmlns:a="http://schemas.openxmlformats.org/drawingml/2006/main" noGrp="1"/>
          </p:cNvSpPr>
          <p:nvPr/>
        </p:nvSpPr>
        <p:spPr>
          <a:xfrm xmlns:a="http://schemas.openxmlformats.org/drawingml/2006/main">
            <a:off x="1219200" y="49625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0">
                <a:solidFill>
                  <a:srgbClr val="17223B"/>
                </a:solidFill>
                <a:latin typeface="Arial"/>
                <a:ea typeface="Arial"/>
                <a:cs typeface="Arial"/>
              </a:defRPr>
            </a:defPPr>
            <a:lvl1pPr algn="l">
              <a:defRPr sz="2700" b="0">
                <a:solidFill>
                  <a:srgbClr val="17223B"/>
                </a:solidFill>
                <a:latin typeface="Arial"/>
                <a:ea typeface="Arial"/>
                <a:cs typeface="Arial"/>
              </a:defRPr>
            </a:lvl1pPr>
            <a:lvl2pPr algn="l">
              <a:defRPr sz="2700" b="0">
                <a:solidFill>
                  <a:srgbClr val="17223B"/>
                </a:solidFill>
                <a:latin typeface="Arial"/>
                <a:ea typeface="Arial"/>
                <a:cs typeface="Arial"/>
              </a:defRPr>
            </a:lvl2pPr>
            <a:lvl3pPr algn="l">
              <a:defRPr sz="2700" b="0">
                <a:solidFill>
                  <a:srgbClr val="17223B"/>
                </a:solidFill>
                <a:latin typeface="Arial"/>
                <a:ea typeface="Arial"/>
                <a:cs typeface="Arial"/>
              </a:defRPr>
            </a:lvl3pPr>
            <a:lvl4pPr algn="l">
              <a:defRPr sz="2700" b="0">
                <a:solidFill>
                  <a:srgbClr val="17223B"/>
                </a:solidFill>
                <a:latin typeface="Arial"/>
                <a:ea typeface="Arial"/>
                <a:cs typeface="Arial"/>
              </a:defRPr>
            </a:lvl4pPr>
            <a:lvl5pPr algn="l">
              <a:defRPr sz="2700" b="0">
                <a:solidFill>
                  <a:srgbClr val="17223B"/>
                </a:solidFill>
                <a:latin typeface="Arial"/>
                <a:ea typeface="Arial"/>
                <a:cs typeface="Arial"/>
              </a:defRPr>
            </a:lvl5pPr>
            <a:lvl6pPr algn="l">
              <a:defRPr sz="2700" b="0">
                <a:solidFill>
                  <a:srgbClr val="17223B"/>
                </a:solidFill>
                <a:latin typeface="Arial"/>
                <a:ea typeface="Arial"/>
                <a:cs typeface="Arial"/>
              </a:defRPr>
            </a:lvl6pPr>
            <a:lvl7pPr algn="l">
              <a:defRPr sz="2700" b="0">
                <a:solidFill>
                  <a:srgbClr val="17223B"/>
                </a:solidFill>
                <a:latin typeface="Arial"/>
                <a:ea typeface="Arial"/>
                <a:cs typeface="Arial"/>
              </a:defRPr>
            </a:lvl7pPr>
            <a:lvl8pPr algn="l">
              <a:defRPr sz="2700" b="0">
                <a:solidFill>
                  <a:srgbClr val="17223B"/>
                </a:solidFill>
                <a:latin typeface="Arial"/>
                <a:ea typeface="Arial"/>
                <a:cs typeface="Arial"/>
              </a:defRPr>
            </a:lvl8pPr>
            <a:lvl9pPr algn="l">
              <a:defRPr sz="2700" b="0">
                <a:solidFill>
                  <a:srgbClr val="17223B"/>
                </a:solidFill>
                <a:latin typeface="Arial"/>
                <a:ea typeface="Arial"/>
                <a:cs typeface="Arial"/>
              </a:defRPr>
            </a:lvl9pPr>
          </a:lstStyle>
          <a:p xmlns:a="http://schemas.openxmlformats.org/drawingml/2006/main">
            <a:pPr algn="l">
              <a:defRPr sz="2700" b="0">
                <a:solidFill>
                  <a:srgbClr val="17223B"/>
                </a:solidFill>
                <a:latin typeface="Arial"/>
                <a:ea typeface="Arial"/>
                <a:cs typeface="Arial"/>
              </a:defRPr>
            </a:pPr>
            <a:r>
              <a:rPr sz="2700" b="0">
                <a:solidFill>
                  <a:srgbClr val="17223B"/>
                </a:solidFill>
                <a:latin typeface="Arial"/>
                <a:ea typeface="Arial"/>
                <a:cs typeface="Arial"/>
              </a:rPr>
              <a:t>because…</a:t>
            </a:r>
          </a:p>
        </p:txBody>
      </p:sp>
    </p:spTree>
    <p:extLst>
      <p:ext uri="{BB962C8B-B14F-4D97-AF65-F5344CB8AC3E}">
        <p14:creationId xmlns:p14="http://schemas.microsoft.com/office/powerpoint/2010/main" val="873282286"/>
      </p:ext>
    </p:extLst>
  </p:cSld>
</p:sld>
</file>

<file path=ppt/slides/slide17.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D8B6DAC-1EE3-43DC-9467-D06FC9E897D4}"/>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0F782E66-072A-44E8-BAE0-FD6B89CC51A6}"/>
              </a:ext>
            </a:extLst>
          </p:cNvPr>
          <p:cNvPicPr>
            <a:picLocks xmlns:a="http://schemas.openxmlformats.org/drawingml/2006/main" noChangeAspect="1"/>
          </p:cNvPicPr>
          <p:nvPr/>
        </p:nvPicPr>
        <p:blipFill>
          <a:blip xmlns:r="http://schemas.openxmlformats.org/officeDocument/2006/relationships" xmlns:a="http://schemas.openxmlformats.org/drawingml/2006/main" r:embed="R61421184a7d34555"/>
          <a:stretch xmlns:a="http://schemas.openxmlformats.org/drawingml/2006/main"/>
        </p:blipFill>
        <p:spPr>
          <a:xfrm xmlns:a="http://schemas.openxmlformats.org/drawingml/2006/main">
            <a:off x="266700" y="114300"/>
            <a:ext cx="514350" cy="514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DACF843-3A30-41C5-B98E-53AA9C9CE3D5}"/>
              </a:ext>
            </a:extLst>
          </p:cNvPr>
          <p:cNvSpPr>
            <a:spLocks xmlns:a="http://schemas.openxmlformats.org/drawingml/2006/main" noGrp="1"/>
          </p:cNvSpPr>
          <p:nvPr/>
        </p:nvSpPr>
        <p:spPr>
          <a:xfrm xmlns:a="http://schemas.openxmlformats.org/drawingml/2006/main">
            <a:off x="914400" y="1428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7223B"/>
                </a:solidFill>
                <a:latin typeface="Arial"/>
                <a:ea typeface="Arial"/>
                <a:cs typeface="Arial"/>
              </a:defRPr>
            </a:defPPr>
            <a:lvl1pPr algn="l">
              <a:defRPr sz="1500" b="1">
                <a:solidFill>
                  <a:srgbClr val="17223B"/>
                </a:solidFill>
                <a:latin typeface="Arial"/>
                <a:ea typeface="Arial"/>
                <a:cs typeface="Arial"/>
              </a:defRPr>
            </a:lvl1pPr>
            <a:lvl2pPr algn="l">
              <a:defRPr sz="1500" b="1">
                <a:solidFill>
                  <a:srgbClr val="17223B"/>
                </a:solidFill>
                <a:latin typeface="Arial"/>
                <a:ea typeface="Arial"/>
                <a:cs typeface="Arial"/>
              </a:defRPr>
            </a:lvl2pPr>
            <a:lvl3pPr algn="l">
              <a:defRPr sz="1500" b="1">
                <a:solidFill>
                  <a:srgbClr val="17223B"/>
                </a:solidFill>
                <a:latin typeface="Arial"/>
                <a:ea typeface="Arial"/>
                <a:cs typeface="Arial"/>
              </a:defRPr>
            </a:lvl3pPr>
            <a:lvl4pPr algn="l">
              <a:defRPr sz="1500" b="1">
                <a:solidFill>
                  <a:srgbClr val="17223B"/>
                </a:solidFill>
                <a:latin typeface="Arial"/>
                <a:ea typeface="Arial"/>
                <a:cs typeface="Arial"/>
              </a:defRPr>
            </a:lvl4pPr>
            <a:lvl5pPr algn="l">
              <a:defRPr sz="1500" b="1">
                <a:solidFill>
                  <a:srgbClr val="17223B"/>
                </a:solidFill>
                <a:latin typeface="Arial"/>
                <a:ea typeface="Arial"/>
                <a:cs typeface="Arial"/>
              </a:defRPr>
            </a:lvl5pPr>
            <a:lvl6pPr algn="l">
              <a:defRPr sz="1500" b="1">
                <a:solidFill>
                  <a:srgbClr val="17223B"/>
                </a:solidFill>
                <a:latin typeface="Arial"/>
                <a:ea typeface="Arial"/>
                <a:cs typeface="Arial"/>
              </a:defRPr>
            </a:lvl6pPr>
            <a:lvl7pPr algn="l">
              <a:defRPr sz="1500" b="1">
                <a:solidFill>
                  <a:srgbClr val="17223B"/>
                </a:solidFill>
                <a:latin typeface="Arial"/>
                <a:ea typeface="Arial"/>
                <a:cs typeface="Arial"/>
              </a:defRPr>
            </a:lvl7pPr>
            <a:lvl8pPr algn="l">
              <a:defRPr sz="1500" b="1">
                <a:solidFill>
                  <a:srgbClr val="17223B"/>
                </a:solidFill>
                <a:latin typeface="Arial"/>
                <a:ea typeface="Arial"/>
                <a:cs typeface="Arial"/>
              </a:defRPr>
            </a:lvl8pPr>
            <a:lvl9pPr algn="l">
              <a:defRPr sz="1500" b="1">
                <a:solidFill>
                  <a:srgbClr val="17223B"/>
                </a:solidFill>
                <a:latin typeface="Arial"/>
                <a:ea typeface="Arial"/>
                <a:cs typeface="Arial"/>
              </a:defRPr>
            </a:lvl9pPr>
          </a:lstStyle>
          <a:p xmlns:a="http://schemas.openxmlformats.org/drawingml/2006/main">
            <a:pPr algn="l">
              <a:defRPr sz="1500" b="1">
                <a:solidFill>
                  <a:srgbClr val="17223B"/>
                </a:solidFill>
                <a:latin typeface="Arial"/>
                <a:ea typeface="Arial"/>
                <a:cs typeface="Arial"/>
              </a:defRPr>
            </a:pPr>
            <a:r>
              <a:rPr sz="1500" b="1">
                <a:solidFill>
                  <a:srgbClr val="17223B"/>
                </a:solidFill>
                <a:latin typeface="Arial"/>
                <a:ea typeface="Arial"/>
                <a:cs typeface="Arial"/>
              </a:rPr>
              <a:t>MADE BY MATT</a:t>
            </a:r>
          </a:p>
        </p:txBody>
      </p:sp>
      <p:sp>
        <p:nvSpPr>
          <p:cNvPr id="4" name="">
            <a:extLst xmlns:a="http://schemas.openxmlformats.org/drawingml/2006/main">
              <a:ext uri="{FF2B5EF4-FFF2-40B4-BE49-F238E27FC236}">
                <a16:creationId xmlns:a16="http://schemas.microsoft.com/office/drawing/2014/main" id="{BD3D5063-4A39-474E-95E4-C33D55D88327}"/>
              </a:ext>
            </a:extLst>
          </p:cNvPr>
          <p:cNvSpPr>
            <a:spLocks xmlns:a="http://schemas.openxmlformats.org/drawingml/2006/main" noGrp="1"/>
          </p:cNvSpPr>
          <p:nvPr/>
        </p:nvSpPr>
        <p:spPr>
          <a:xfrm xmlns:a="http://schemas.openxmlformats.org/drawingml/2006/main">
            <a:off x="914400" y="39052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26074"/>
                </a:solidFill>
                <a:latin typeface="Arial"/>
                <a:ea typeface="Arial"/>
                <a:cs typeface="Arial"/>
              </a:defRPr>
            </a:defPPr>
            <a:lvl1pPr algn="l">
              <a:defRPr sz="1200" b="0">
                <a:solidFill>
                  <a:srgbClr val="526074"/>
                </a:solidFill>
                <a:latin typeface="Arial"/>
                <a:ea typeface="Arial"/>
                <a:cs typeface="Arial"/>
              </a:defRPr>
            </a:lvl1pPr>
            <a:lvl2pPr algn="l">
              <a:defRPr sz="1200" b="0">
                <a:solidFill>
                  <a:srgbClr val="526074"/>
                </a:solidFill>
                <a:latin typeface="Arial"/>
                <a:ea typeface="Arial"/>
                <a:cs typeface="Arial"/>
              </a:defRPr>
            </a:lvl2pPr>
            <a:lvl3pPr algn="l">
              <a:defRPr sz="1200" b="0">
                <a:solidFill>
                  <a:srgbClr val="526074"/>
                </a:solidFill>
                <a:latin typeface="Arial"/>
                <a:ea typeface="Arial"/>
                <a:cs typeface="Arial"/>
              </a:defRPr>
            </a:lvl3pPr>
            <a:lvl4pPr algn="l">
              <a:defRPr sz="1200" b="0">
                <a:solidFill>
                  <a:srgbClr val="526074"/>
                </a:solidFill>
                <a:latin typeface="Arial"/>
                <a:ea typeface="Arial"/>
                <a:cs typeface="Arial"/>
              </a:defRPr>
            </a:lvl4pPr>
            <a:lvl5pPr algn="l">
              <a:defRPr sz="1200" b="0">
                <a:solidFill>
                  <a:srgbClr val="526074"/>
                </a:solidFill>
                <a:latin typeface="Arial"/>
                <a:ea typeface="Arial"/>
                <a:cs typeface="Arial"/>
              </a:defRPr>
            </a:lvl5pPr>
            <a:lvl6pPr algn="l">
              <a:defRPr sz="1200" b="0">
                <a:solidFill>
                  <a:srgbClr val="526074"/>
                </a:solidFill>
                <a:latin typeface="Arial"/>
                <a:ea typeface="Arial"/>
                <a:cs typeface="Arial"/>
              </a:defRPr>
            </a:lvl6pPr>
            <a:lvl7pPr algn="l">
              <a:defRPr sz="1200" b="0">
                <a:solidFill>
                  <a:srgbClr val="526074"/>
                </a:solidFill>
                <a:latin typeface="Arial"/>
                <a:ea typeface="Arial"/>
                <a:cs typeface="Arial"/>
              </a:defRPr>
            </a:lvl7pPr>
            <a:lvl8pPr algn="l">
              <a:defRPr sz="1200" b="0">
                <a:solidFill>
                  <a:srgbClr val="526074"/>
                </a:solidFill>
                <a:latin typeface="Arial"/>
                <a:ea typeface="Arial"/>
                <a:cs typeface="Arial"/>
              </a:defRPr>
            </a:lvl8pPr>
            <a:lvl9pPr algn="l">
              <a:defRPr sz="1200" b="0">
                <a:solidFill>
                  <a:srgbClr val="526074"/>
                </a:solidFill>
                <a:latin typeface="Arial"/>
                <a:ea typeface="Arial"/>
                <a:cs typeface="Arial"/>
              </a:defRPr>
            </a:lvl9pPr>
          </a:lstStyle>
          <a:p xmlns:a="http://schemas.openxmlformats.org/drawingml/2006/main">
            <a:pPr algn="l">
              <a:defRPr sz="1200" b="0">
                <a:solidFill>
                  <a:srgbClr val="526074"/>
                </a:solidFill>
                <a:latin typeface="Arial"/>
                <a:ea typeface="Arial"/>
                <a:cs typeface="Arial"/>
              </a:defRPr>
            </a:pPr>
            <a:r>
              <a:rPr sz="1200" b="0">
                <a:solidFill>
                  <a:srgbClr val="526074"/>
                </a:solidFill>
                <a:latin typeface="Arial"/>
                <a:ea typeface="Arial"/>
                <a:cs typeface="Arial"/>
              </a:rPr>
              <a:t>Learn • Build • Explore</a:t>
            </a:r>
          </a:p>
        </p:txBody>
      </p:sp>
      <p:sp>
        <p:nvSpPr>
          <p:cNvPr id="5" name="">
            <a:extLst xmlns:a="http://schemas.openxmlformats.org/drawingml/2006/main">
              <a:ext uri="{FF2B5EF4-FFF2-40B4-BE49-F238E27FC236}">
                <a16:creationId xmlns:a16="http://schemas.microsoft.com/office/drawing/2014/main" id="{001AFB78-3805-401B-9823-FC88AF9EA0DE}"/>
              </a:ext>
            </a:extLst>
          </p:cNvPr>
          <p:cNvSpPr>
            <a:spLocks xmlns:a="http://schemas.openxmlformats.org/drawingml/2006/main" noGrp="1"/>
          </p:cNvSpPr>
          <p:nvPr/>
        </p:nvSpPr>
        <p:spPr>
          <a:xfrm xmlns:a="http://schemas.openxmlformats.org/drawingml/2006/main">
            <a:off x="7905750" y="2286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500" b="1">
                <a:solidFill>
                  <a:srgbClr val="236650"/>
                </a:solidFill>
                <a:latin typeface="Arial"/>
                <a:ea typeface="Arial"/>
                <a:cs typeface="Arial"/>
              </a:defRPr>
            </a:defPPr>
            <a:lvl1pPr algn="r">
              <a:defRPr sz="1500" b="1">
                <a:solidFill>
                  <a:srgbClr val="236650"/>
                </a:solidFill>
                <a:latin typeface="Arial"/>
                <a:ea typeface="Arial"/>
                <a:cs typeface="Arial"/>
              </a:defRPr>
            </a:lvl1pPr>
            <a:lvl2pPr algn="r">
              <a:defRPr sz="1500" b="1">
                <a:solidFill>
                  <a:srgbClr val="236650"/>
                </a:solidFill>
                <a:latin typeface="Arial"/>
                <a:ea typeface="Arial"/>
                <a:cs typeface="Arial"/>
              </a:defRPr>
            </a:lvl2pPr>
            <a:lvl3pPr algn="r">
              <a:defRPr sz="1500" b="1">
                <a:solidFill>
                  <a:srgbClr val="236650"/>
                </a:solidFill>
                <a:latin typeface="Arial"/>
                <a:ea typeface="Arial"/>
                <a:cs typeface="Arial"/>
              </a:defRPr>
            </a:lvl3pPr>
            <a:lvl4pPr algn="r">
              <a:defRPr sz="1500" b="1">
                <a:solidFill>
                  <a:srgbClr val="236650"/>
                </a:solidFill>
                <a:latin typeface="Arial"/>
                <a:ea typeface="Arial"/>
                <a:cs typeface="Arial"/>
              </a:defRPr>
            </a:lvl4pPr>
            <a:lvl5pPr algn="r">
              <a:defRPr sz="1500" b="1">
                <a:solidFill>
                  <a:srgbClr val="236650"/>
                </a:solidFill>
                <a:latin typeface="Arial"/>
                <a:ea typeface="Arial"/>
                <a:cs typeface="Arial"/>
              </a:defRPr>
            </a:lvl5pPr>
            <a:lvl6pPr algn="r">
              <a:defRPr sz="1500" b="1">
                <a:solidFill>
                  <a:srgbClr val="236650"/>
                </a:solidFill>
                <a:latin typeface="Arial"/>
                <a:ea typeface="Arial"/>
                <a:cs typeface="Arial"/>
              </a:defRPr>
            </a:lvl6pPr>
            <a:lvl7pPr algn="r">
              <a:defRPr sz="1500" b="1">
                <a:solidFill>
                  <a:srgbClr val="236650"/>
                </a:solidFill>
                <a:latin typeface="Arial"/>
                <a:ea typeface="Arial"/>
                <a:cs typeface="Arial"/>
              </a:defRPr>
            </a:lvl7pPr>
            <a:lvl8pPr algn="r">
              <a:defRPr sz="1500" b="1">
                <a:solidFill>
                  <a:srgbClr val="236650"/>
                </a:solidFill>
                <a:latin typeface="Arial"/>
                <a:ea typeface="Arial"/>
                <a:cs typeface="Arial"/>
              </a:defRPr>
            </a:lvl8pPr>
            <a:lvl9pPr algn="r">
              <a:defRPr sz="1500" b="1">
                <a:solidFill>
                  <a:srgbClr val="236650"/>
                </a:solidFill>
                <a:latin typeface="Arial"/>
                <a:ea typeface="Arial"/>
                <a:cs typeface="Arial"/>
              </a:defRPr>
            </a:lvl9pPr>
          </a:lstStyle>
          <a:p xmlns:a="http://schemas.openxmlformats.org/drawingml/2006/main">
            <a:pPr algn="r">
              <a:defRPr sz="1500" b="1">
                <a:solidFill>
                  <a:srgbClr val="236650"/>
                </a:solidFill>
                <a:latin typeface="Arial"/>
                <a:ea typeface="Arial"/>
                <a:cs typeface="Arial"/>
              </a:defRPr>
            </a:pPr>
            <a:r>
              <a:rPr sz="1500" b="1">
                <a:solidFill>
                  <a:srgbClr val="236650"/>
                </a:solidFill>
                <a:latin typeface="Arial"/>
                <a:ea typeface="Arial"/>
                <a:cs typeface="Arial"/>
              </a:rPr>
              <a:t>BRITISH VALUES</a:t>
            </a:r>
          </a:p>
        </p:txBody>
      </p:sp>
      <p:sp>
        <p:nvSpPr>
          <p:cNvPr id="6" name="">
            <a:extLst xmlns:a="http://schemas.openxmlformats.org/drawingml/2006/main">
              <a:ext uri="{FF2B5EF4-FFF2-40B4-BE49-F238E27FC236}">
                <a16:creationId xmlns:a16="http://schemas.microsoft.com/office/drawing/2014/main" id="{5FDF4884-3135-46ED-8350-45897446F029}"/>
              </a:ext>
            </a:extLst>
          </p:cNvPr>
          <p:cNvSpPr>
            <a:spLocks xmlns:a="http://schemas.openxmlformats.org/drawingml/2006/main" noGrp="1"/>
          </p:cNvSpPr>
          <p:nvPr/>
        </p:nvSpPr>
        <p:spPr>
          <a:xfrm xmlns:a="http://schemas.openxmlformats.org/drawingml/2006/main">
            <a:off x="0" y="742950"/>
            <a:ext cx="12192000" cy="40005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F61F0D6-657E-452E-B1C7-7ADD4B423D87}"/>
              </a:ext>
            </a:extLst>
          </p:cNvPr>
          <p:cNvSpPr>
            <a:spLocks xmlns:a="http://schemas.openxmlformats.org/drawingml/2006/main" noGrp="1"/>
          </p:cNvSpPr>
          <p:nvPr/>
        </p:nvSpPr>
        <p:spPr>
          <a:xfrm xmlns:a="http://schemas.openxmlformats.org/drawingml/2006/main">
            <a:off x="304800" y="781050"/>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FFFEF9"/>
                </a:solidFill>
                <a:latin typeface="Arial"/>
                <a:ea typeface="Arial"/>
                <a:cs typeface="Arial"/>
              </a:defRPr>
            </a:defPPr>
            <a:lvl1pPr algn="l">
              <a:defRPr sz="1425" b="0">
                <a:solidFill>
                  <a:srgbClr val="FFFEF9"/>
                </a:solidFill>
                <a:latin typeface="Arial"/>
                <a:ea typeface="Arial"/>
                <a:cs typeface="Arial"/>
              </a:defRPr>
            </a:lvl1pPr>
            <a:lvl2pPr algn="l">
              <a:defRPr sz="1425" b="0">
                <a:solidFill>
                  <a:srgbClr val="FFFEF9"/>
                </a:solidFill>
                <a:latin typeface="Arial"/>
                <a:ea typeface="Arial"/>
                <a:cs typeface="Arial"/>
              </a:defRPr>
            </a:lvl2pPr>
            <a:lvl3pPr algn="l">
              <a:defRPr sz="1425" b="0">
                <a:solidFill>
                  <a:srgbClr val="FFFEF9"/>
                </a:solidFill>
                <a:latin typeface="Arial"/>
                <a:ea typeface="Arial"/>
                <a:cs typeface="Arial"/>
              </a:defRPr>
            </a:lvl3pPr>
            <a:lvl4pPr algn="l">
              <a:defRPr sz="1425" b="0">
                <a:solidFill>
                  <a:srgbClr val="FFFEF9"/>
                </a:solidFill>
                <a:latin typeface="Arial"/>
                <a:ea typeface="Arial"/>
                <a:cs typeface="Arial"/>
              </a:defRPr>
            </a:lvl4pPr>
            <a:lvl5pPr algn="l">
              <a:defRPr sz="1425" b="0">
                <a:solidFill>
                  <a:srgbClr val="FFFEF9"/>
                </a:solidFill>
                <a:latin typeface="Arial"/>
                <a:ea typeface="Arial"/>
                <a:cs typeface="Arial"/>
              </a:defRPr>
            </a:lvl5pPr>
            <a:lvl6pPr algn="l">
              <a:defRPr sz="1425" b="0">
                <a:solidFill>
                  <a:srgbClr val="FFFEF9"/>
                </a:solidFill>
                <a:latin typeface="Arial"/>
                <a:ea typeface="Arial"/>
                <a:cs typeface="Arial"/>
              </a:defRPr>
            </a:lvl6pPr>
            <a:lvl7pPr algn="l">
              <a:defRPr sz="1425" b="0">
                <a:solidFill>
                  <a:srgbClr val="FFFEF9"/>
                </a:solidFill>
                <a:latin typeface="Arial"/>
                <a:ea typeface="Arial"/>
                <a:cs typeface="Arial"/>
              </a:defRPr>
            </a:lvl7pPr>
            <a:lvl8pPr algn="l">
              <a:defRPr sz="1425" b="0">
                <a:solidFill>
                  <a:srgbClr val="FFFEF9"/>
                </a:solidFill>
                <a:latin typeface="Arial"/>
                <a:ea typeface="Arial"/>
                <a:cs typeface="Arial"/>
              </a:defRPr>
            </a:lvl8pPr>
            <a:lvl9pPr algn="l">
              <a:defRPr sz="1425" b="0">
                <a:solidFill>
                  <a:srgbClr val="FFFEF9"/>
                </a:solidFill>
                <a:latin typeface="Arial"/>
                <a:ea typeface="Arial"/>
                <a:cs typeface="Arial"/>
              </a:defRPr>
            </a:lvl9pPr>
          </a:lstStyle>
          <a:p xmlns:a="http://schemas.openxmlformats.org/drawingml/2006/main">
            <a:pPr algn="l">
              <a:defRPr sz="1425" b="0">
                <a:solidFill>
                  <a:srgbClr val="FFFEF9"/>
                </a:solidFill>
                <a:latin typeface="Arial"/>
                <a:ea typeface="Arial"/>
                <a:cs typeface="Arial"/>
              </a:defRPr>
            </a:pPr>
            <a:r>
              <a:rPr sz="1425" b="0">
                <a:solidFill>
                  <a:srgbClr val="FFFEF9"/>
                </a:solidFill>
                <a:latin typeface="Arial"/>
                <a:ea typeface="Arial"/>
                <a:cs typeface="Arial"/>
              </a:rPr>
              <a:t>09 / 10    Build a calm challenge</a:t>
            </a:r>
          </a:p>
        </p:txBody>
      </p:sp>
      <p:sp>
        <p:nvSpPr>
          <p:cNvPr id="8" name="">
            <a:extLst xmlns:a="http://schemas.openxmlformats.org/drawingml/2006/main">
              <a:ext uri="{FF2B5EF4-FFF2-40B4-BE49-F238E27FC236}">
                <a16:creationId xmlns:a16="http://schemas.microsoft.com/office/drawing/2014/main" id="{0ACE3428-BB89-4ABD-A3EA-557968E6FF79}"/>
              </a:ext>
            </a:extLst>
          </p:cNvPr>
          <p:cNvSpPr>
            <a:spLocks xmlns:a="http://schemas.openxmlformats.org/drawingml/2006/main" noGrp="1"/>
          </p:cNvSpPr>
          <p:nvPr/>
        </p:nvSpPr>
        <p:spPr>
          <a:xfrm xmlns:a="http://schemas.openxmlformats.org/drawingml/2006/main">
            <a:off x="10763250" y="781050"/>
            <a:ext cx="1104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425" b="0">
                <a:solidFill>
                  <a:srgbClr val="A6E5C9"/>
                </a:solidFill>
                <a:latin typeface="Arial"/>
                <a:ea typeface="Arial"/>
                <a:cs typeface="Arial"/>
              </a:defRPr>
            </a:defPPr>
            <a:lvl1pPr algn="r">
              <a:defRPr sz="1425" b="0">
                <a:solidFill>
                  <a:srgbClr val="A6E5C9"/>
                </a:solidFill>
                <a:latin typeface="Arial"/>
                <a:ea typeface="Arial"/>
                <a:cs typeface="Arial"/>
              </a:defRPr>
            </a:lvl1pPr>
            <a:lvl2pPr algn="r">
              <a:defRPr sz="1425" b="0">
                <a:solidFill>
                  <a:srgbClr val="A6E5C9"/>
                </a:solidFill>
                <a:latin typeface="Arial"/>
                <a:ea typeface="Arial"/>
                <a:cs typeface="Arial"/>
              </a:defRPr>
            </a:lvl2pPr>
            <a:lvl3pPr algn="r">
              <a:defRPr sz="1425" b="0">
                <a:solidFill>
                  <a:srgbClr val="A6E5C9"/>
                </a:solidFill>
                <a:latin typeface="Arial"/>
                <a:ea typeface="Arial"/>
                <a:cs typeface="Arial"/>
              </a:defRPr>
            </a:lvl3pPr>
            <a:lvl4pPr algn="r">
              <a:defRPr sz="1425" b="0">
                <a:solidFill>
                  <a:srgbClr val="A6E5C9"/>
                </a:solidFill>
                <a:latin typeface="Arial"/>
                <a:ea typeface="Arial"/>
                <a:cs typeface="Arial"/>
              </a:defRPr>
            </a:lvl4pPr>
            <a:lvl5pPr algn="r">
              <a:defRPr sz="1425" b="0">
                <a:solidFill>
                  <a:srgbClr val="A6E5C9"/>
                </a:solidFill>
                <a:latin typeface="Arial"/>
                <a:ea typeface="Arial"/>
                <a:cs typeface="Arial"/>
              </a:defRPr>
            </a:lvl5pPr>
            <a:lvl6pPr algn="r">
              <a:defRPr sz="1425" b="0">
                <a:solidFill>
                  <a:srgbClr val="A6E5C9"/>
                </a:solidFill>
                <a:latin typeface="Arial"/>
                <a:ea typeface="Arial"/>
                <a:cs typeface="Arial"/>
              </a:defRPr>
            </a:lvl6pPr>
            <a:lvl7pPr algn="r">
              <a:defRPr sz="1425" b="0">
                <a:solidFill>
                  <a:srgbClr val="A6E5C9"/>
                </a:solidFill>
                <a:latin typeface="Arial"/>
                <a:ea typeface="Arial"/>
                <a:cs typeface="Arial"/>
              </a:defRPr>
            </a:lvl7pPr>
            <a:lvl8pPr algn="r">
              <a:defRPr sz="1425" b="0">
                <a:solidFill>
                  <a:srgbClr val="A6E5C9"/>
                </a:solidFill>
                <a:latin typeface="Arial"/>
                <a:ea typeface="Arial"/>
                <a:cs typeface="Arial"/>
              </a:defRPr>
            </a:lvl8pPr>
            <a:lvl9pPr algn="r">
              <a:defRPr sz="1425" b="0">
                <a:solidFill>
                  <a:srgbClr val="A6E5C9"/>
                </a:solidFill>
                <a:latin typeface="Arial"/>
                <a:ea typeface="Arial"/>
                <a:cs typeface="Arial"/>
              </a:defRPr>
            </a:lvl9pPr>
          </a:lstStyle>
          <a:p xmlns:a="http://schemas.openxmlformats.org/drawingml/2006/main">
            <a:pPr algn="r">
              <a:defRPr sz="1425" b="0">
                <a:solidFill>
                  <a:srgbClr val="A6E5C9"/>
                </a:solidFill>
                <a:latin typeface="Arial"/>
                <a:ea typeface="Arial"/>
                <a:cs typeface="Arial"/>
              </a:defRPr>
            </a:pPr>
            <a:r>
              <a:rPr sz="1425" b="0">
                <a:solidFill>
                  <a:srgbClr val="A6E5C9"/>
                </a:solidFill>
                <a:latin typeface="Arial"/>
                <a:ea typeface="Arial"/>
                <a:cs typeface="Arial"/>
              </a:rPr>
              <a:t>2 min</a:t>
            </a:r>
          </a:p>
        </p:txBody>
      </p:sp>
      <p:sp>
        <p:nvSpPr>
          <p:cNvPr id="9" name="">
            <a:extLst xmlns:a="http://schemas.openxmlformats.org/drawingml/2006/main">
              <a:ext uri="{FF2B5EF4-FFF2-40B4-BE49-F238E27FC236}">
                <a16:creationId xmlns:a16="http://schemas.microsoft.com/office/drawing/2014/main" id="{2EFB23D6-E0E9-42CC-8336-791DD972FBF3}"/>
              </a:ext>
            </a:extLst>
          </p:cNvPr>
          <p:cNvSpPr>
            <a:spLocks xmlns:a="http://schemas.openxmlformats.org/drawingml/2006/main" noGrp="1"/>
          </p:cNvSpPr>
          <p:nvPr/>
        </p:nvSpPr>
        <p:spPr>
          <a:xfrm xmlns:a="http://schemas.openxmlformats.org/drawingml/2006/main">
            <a:off x="0" y="6467475"/>
            <a:ext cx="12192000" cy="390525"/>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1B3BEC9-DD8E-42C3-AA4F-24AB83002A5F}"/>
              </a:ext>
            </a:extLst>
          </p:cNvPr>
          <p:cNvSpPr>
            <a:spLocks xmlns:a="http://schemas.openxmlformats.org/drawingml/2006/main" noGrp="1"/>
          </p:cNvSpPr>
          <p:nvPr/>
        </p:nvSpPr>
        <p:spPr>
          <a:xfrm xmlns:a="http://schemas.openxmlformats.org/drawingml/2006/main">
            <a:off x="304800" y="65246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526074"/>
                </a:solidFill>
                <a:latin typeface="Arial"/>
                <a:ea typeface="Arial"/>
                <a:cs typeface="Arial"/>
              </a:defRPr>
            </a:defPPr>
            <a:lvl1pPr algn="l">
              <a:defRPr sz="1050" b="0">
                <a:solidFill>
                  <a:srgbClr val="526074"/>
                </a:solidFill>
                <a:latin typeface="Arial"/>
                <a:ea typeface="Arial"/>
                <a:cs typeface="Arial"/>
              </a:defRPr>
            </a:lvl1pPr>
            <a:lvl2pPr algn="l">
              <a:defRPr sz="1050" b="0">
                <a:solidFill>
                  <a:srgbClr val="526074"/>
                </a:solidFill>
                <a:latin typeface="Arial"/>
                <a:ea typeface="Arial"/>
                <a:cs typeface="Arial"/>
              </a:defRPr>
            </a:lvl2pPr>
            <a:lvl3pPr algn="l">
              <a:defRPr sz="1050" b="0">
                <a:solidFill>
                  <a:srgbClr val="526074"/>
                </a:solidFill>
                <a:latin typeface="Arial"/>
                <a:ea typeface="Arial"/>
                <a:cs typeface="Arial"/>
              </a:defRPr>
            </a:lvl3pPr>
            <a:lvl4pPr algn="l">
              <a:defRPr sz="1050" b="0">
                <a:solidFill>
                  <a:srgbClr val="526074"/>
                </a:solidFill>
                <a:latin typeface="Arial"/>
                <a:ea typeface="Arial"/>
                <a:cs typeface="Arial"/>
              </a:defRPr>
            </a:lvl4pPr>
            <a:lvl5pPr algn="l">
              <a:defRPr sz="1050" b="0">
                <a:solidFill>
                  <a:srgbClr val="526074"/>
                </a:solidFill>
                <a:latin typeface="Arial"/>
                <a:ea typeface="Arial"/>
                <a:cs typeface="Arial"/>
              </a:defRPr>
            </a:lvl5pPr>
            <a:lvl6pPr algn="l">
              <a:defRPr sz="1050" b="0">
                <a:solidFill>
                  <a:srgbClr val="526074"/>
                </a:solidFill>
                <a:latin typeface="Arial"/>
                <a:ea typeface="Arial"/>
                <a:cs typeface="Arial"/>
              </a:defRPr>
            </a:lvl6pPr>
            <a:lvl7pPr algn="l">
              <a:defRPr sz="1050" b="0">
                <a:solidFill>
                  <a:srgbClr val="526074"/>
                </a:solidFill>
                <a:latin typeface="Arial"/>
                <a:ea typeface="Arial"/>
                <a:cs typeface="Arial"/>
              </a:defRPr>
            </a:lvl7pPr>
            <a:lvl8pPr algn="l">
              <a:defRPr sz="1050" b="0">
                <a:solidFill>
                  <a:srgbClr val="526074"/>
                </a:solidFill>
                <a:latin typeface="Arial"/>
                <a:ea typeface="Arial"/>
                <a:cs typeface="Arial"/>
              </a:defRPr>
            </a:lvl8pPr>
            <a:lvl9pPr algn="l">
              <a:defRPr sz="1050" b="0">
                <a:solidFill>
                  <a:srgbClr val="526074"/>
                </a:solidFill>
                <a:latin typeface="Arial"/>
                <a:ea typeface="Arial"/>
                <a:cs typeface="Arial"/>
              </a:defRPr>
            </a:lvl9pPr>
          </a:lstStyle>
          <a:p xmlns:a="http://schemas.openxmlformats.org/drawingml/2006/main">
            <a:pPr algn="l">
              <a:defRPr sz="1050" b="0">
                <a:solidFill>
                  <a:srgbClr val="526074"/>
                </a:solidFill>
                <a:latin typeface="Arial"/>
                <a:ea typeface="Arial"/>
                <a:cs typeface="Arial"/>
              </a:defRPr>
            </a:pPr>
            <a:r>
              <a:rPr sz="1050" b="0">
                <a:solidFill>
                  <a:srgbClr val="526074"/>
                </a:solidFill>
                <a:latin typeface="Arial"/>
                <a:ea typeface="Arial"/>
                <a:cs typeface="Arial"/>
              </a:rPr>
              <a:t>ASSEMBLY-RULE-OF-LAW</a:t>
            </a:r>
          </a:p>
        </p:txBody>
      </p:sp>
      <p:sp>
        <p:nvSpPr>
          <p:cNvPr id="11" name="">
            <a:extLst xmlns:a="http://schemas.openxmlformats.org/drawingml/2006/main">
              <a:ext uri="{FF2B5EF4-FFF2-40B4-BE49-F238E27FC236}">
                <a16:creationId xmlns:a16="http://schemas.microsoft.com/office/drawing/2014/main" id="{51FDAED0-B417-4D74-BDF4-48266D63AA1F}"/>
              </a:ext>
            </a:extLst>
          </p:cNvPr>
          <p:cNvSpPr>
            <a:spLocks xmlns:a="http://schemas.openxmlformats.org/drawingml/2006/main" noGrp="1"/>
          </p:cNvSpPr>
          <p:nvPr/>
        </p:nvSpPr>
        <p:spPr>
          <a:xfrm xmlns:a="http://schemas.openxmlformats.org/drawingml/2006/main">
            <a:off x="7620000" y="6524625"/>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074"/>
                </a:solidFill>
                <a:latin typeface="Arial"/>
                <a:ea typeface="Arial"/>
                <a:cs typeface="Arial"/>
              </a:defRPr>
            </a:defPPr>
            <a:lvl1pPr algn="r">
              <a:defRPr sz="1200" b="0">
                <a:solidFill>
                  <a:srgbClr val="526074"/>
                </a:solidFill>
                <a:latin typeface="Arial"/>
                <a:ea typeface="Arial"/>
                <a:cs typeface="Arial"/>
              </a:defRPr>
            </a:lvl1pPr>
            <a:lvl2pPr algn="r">
              <a:defRPr sz="1200" b="0">
                <a:solidFill>
                  <a:srgbClr val="526074"/>
                </a:solidFill>
                <a:latin typeface="Arial"/>
                <a:ea typeface="Arial"/>
                <a:cs typeface="Arial"/>
              </a:defRPr>
            </a:lvl2pPr>
            <a:lvl3pPr algn="r">
              <a:defRPr sz="1200" b="0">
                <a:solidFill>
                  <a:srgbClr val="526074"/>
                </a:solidFill>
                <a:latin typeface="Arial"/>
                <a:ea typeface="Arial"/>
                <a:cs typeface="Arial"/>
              </a:defRPr>
            </a:lvl3pPr>
            <a:lvl4pPr algn="r">
              <a:defRPr sz="1200" b="0">
                <a:solidFill>
                  <a:srgbClr val="526074"/>
                </a:solidFill>
                <a:latin typeface="Arial"/>
                <a:ea typeface="Arial"/>
                <a:cs typeface="Arial"/>
              </a:defRPr>
            </a:lvl4pPr>
            <a:lvl5pPr algn="r">
              <a:defRPr sz="1200" b="0">
                <a:solidFill>
                  <a:srgbClr val="526074"/>
                </a:solidFill>
                <a:latin typeface="Arial"/>
                <a:ea typeface="Arial"/>
                <a:cs typeface="Arial"/>
              </a:defRPr>
            </a:lvl5pPr>
            <a:lvl6pPr algn="r">
              <a:defRPr sz="1200" b="0">
                <a:solidFill>
                  <a:srgbClr val="526074"/>
                </a:solidFill>
                <a:latin typeface="Arial"/>
                <a:ea typeface="Arial"/>
                <a:cs typeface="Arial"/>
              </a:defRPr>
            </a:lvl6pPr>
            <a:lvl7pPr algn="r">
              <a:defRPr sz="1200" b="0">
                <a:solidFill>
                  <a:srgbClr val="526074"/>
                </a:solidFill>
                <a:latin typeface="Arial"/>
                <a:ea typeface="Arial"/>
                <a:cs typeface="Arial"/>
              </a:defRPr>
            </a:lvl7pPr>
            <a:lvl8pPr algn="r">
              <a:defRPr sz="1200" b="0">
                <a:solidFill>
                  <a:srgbClr val="526074"/>
                </a:solidFill>
                <a:latin typeface="Arial"/>
                <a:ea typeface="Arial"/>
                <a:cs typeface="Arial"/>
              </a:defRPr>
            </a:lvl8pPr>
            <a:lvl9pPr algn="r">
              <a:defRPr sz="1200" b="0">
                <a:solidFill>
                  <a:srgbClr val="526074"/>
                </a:solidFill>
                <a:latin typeface="Arial"/>
                <a:ea typeface="Arial"/>
                <a:cs typeface="Arial"/>
              </a:defRPr>
            </a:lvl9pPr>
          </a:lstStyle>
          <a:p xmlns:a="http://schemas.openxmlformats.org/drawingml/2006/main">
            <a:pPr algn="r">
              <a:defRPr sz="1200" b="0">
                <a:solidFill>
                  <a:srgbClr val="526074"/>
                </a:solidFill>
                <a:latin typeface="Arial"/>
                <a:ea typeface="Arial"/>
                <a:cs typeface="Arial"/>
              </a:defRPr>
            </a:pPr>
            <a:r>
              <a:rPr sz="1200" b="0">
                <a:solidFill>
                  <a:srgbClr val="526074"/>
                </a:solidFill>
                <a:latin typeface="Arial"/>
                <a:ea typeface="Arial"/>
                <a:cs typeface="Arial"/>
              </a:rPr>
              <a:t>Check and explain</a:t>
            </a:r>
          </a:p>
        </p:txBody>
      </p:sp>
      <p:sp>
        <p:nvSpPr>
          <p:cNvPr id="12" name="Stage heading">
            <a:extLst xmlns:a="http://schemas.openxmlformats.org/drawingml/2006/main">
              <a:ext uri="{FF2B5EF4-FFF2-40B4-BE49-F238E27FC236}">
                <a16:creationId xmlns:a16="http://schemas.microsoft.com/office/drawing/2014/main" id="{AA13375D-77ED-4BA3-91A1-3B939AB403F4}"/>
              </a:ext>
            </a:extLst>
          </p:cNvPr>
          <p:cNvSpPr>
            <a:spLocks xmlns:a="http://schemas.openxmlformats.org/drawingml/2006/main" noGrp="1"/>
          </p:cNvSpPr>
          <p:nvPr/>
        </p:nvSpPr>
        <p:spPr>
          <a:xfrm xmlns:a="http://schemas.openxmlformats.org/drawingml/2006/main">
            <a:off x="495300" y="1352550"/>
            <a:ext cx="11201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1">
                <a:solidFill>
                  <a:srgbClr val="17223B"/>
                </a:solidFill>
                <a:latin typeface="Arial"/>
                <a:ea typeface="Arial"/>
                <a:cs typeface="Arial"/>
              </a:defRPr>
            </a:defPPr>
            <a:lvl1pPr algn="l">
              <a:defRPr sz="3525" b="1">
                <a:solidFill>
                  <a:srgbClr val="17223B"/>
                </a:solidFill>
                <a:latin typeface="Arial"/>
                <a:ea typeface="Arial"/>
                <a:cs typeface="Arial"/>
              </a:defRPr>
            </a:lvl1pPr>
            <a:lvl2pPr algn="l">
              <a:defRPr sz="3525" b="1">
                <a:solidFill>
                  <a:srgbClr val="17223B"/>
                </a:solidFill>
                <a:latin typeface="Arial"/>
                <a:ea typeface="Arial"/>
                <a:cs typeface="Arial"/>
              </a:defRPr>
            </a:lvl2pPr>
            <a:lvl3pPr algn="l">
              <a:defRPr sz="3525" b="1">
                <a:solidFill>
                  <a:srgbClr val="17223B"/>
                </a:solidFill>
                <a:latin typeface="Arial"/>
                <a:ea typeface="Arial"/>
                <a:cs typeface="Arial"/>
              </a:defRPr>
            </a:lvl3pPr>
            <a:lvl4pPr algn="l">
              <a:defRPr sz="3525" b="1">
                <a:solidFill>
                  <a:srgbClr val="17223B"/>
                </a:solidFill>
                <a:latin typeface="Arial"/>
                <a:ea typeface="Arial"/>
                <a:cs typeface="Arial"/>
              </a:defRPr>
            </a:lvl4pPr>
            <a:lvl5pPr algn="l">
              <a:defRPr sz="3525" b="1">
                <a:solidFill>
                  <a:srgbClr val="17223B"/>
                </a:solidFill>
                <a:latin typeface="Arial"/>
                <a:ea typeface="Arial"/>
                <a:cs typeface="Arial"/>
              </a:defRPr>
            </a:lvl5pPr>
            <a:lvl6pPr algn="l">
              <a:defRPr sz="3525" b="1">
                <a:solidFill>
                  <a:srgbClr val="17223B"/>
                </a:solidFill>
                <a:latin typeface="Arial"/>
                <a:ea typeface="Arial"/>
                <a:cs typeface="Arial"/>
              </a:defRPr>
            </a:lvl6pPr>
            <a:lvl7pPr algn="l">
              <a:defRPr sz="3525" b="1">
                <a:solidFill>
                  <a:srgbClr val="17223B"/>
                </a:solidFill>
                <a:latin typeface="Arial"/>
                <a:ea typeface="Arial"/>
                <a:cs typeface="Arial"/>
              </a:defRPr>
            </a:lvl7pPr>
            <a:lvl8pPr algn="l">
              <a:defRPr sz="3525" b="1">
                <a:solidFill>
                  <a:srgbClr val="17223B"/>
                </a:solidFill>
                <a:latin typeface="Arial"/>
                <a:ea typeface="Arial"/>
                <a:cs typeface="Arial"/>
              </a:defRPr>
            </a:lvl8pPr>
            <a:lvl9pPr algn="l">
              <a:defRPr sz="3525" b="1">
                <a:solidFill>
                  <a:srgbClr val="17223B"/>
                </a:solidFill>
                <a:latin typeface="Arial"/>
                <a:ea typeface="Arial"/>
                <a:cs typeface="Arial"/>
              </a:defRPr>
            </a:lvl9pPr>
          </a:lstStyle>
          <a:p xmlns:a="http://schemas.openxmlformats.org/drawingml/2006/main">
            <a:pPr algn="l">
              <a:defRPr sz="3525" b="1">
                <a:solidFill>
                  <a:srgbClr val="17223B"/>
                </a:solidFill>
                <a:latin typeface="Arial"/>
                <a:ea typeface="Arial"/>
                <a:cs typeface="Arial"/>
              </a:defRPr>
            </a:pPr>
            <a:r>
              <a:rPr sz="3525" b="1">
                <a:solidFill>
                  <a:srgbClr val="17223B"/>
                </a:solidFill>
                <a:latin typeface="Arial"/>
                <a:ea typeface="Arial"/>
                <a:cs typeface="Arial"/>
              </a:rPr>
              <a:t>Build a calm challenge</a:t>
            </a:r>
          </a:p>
        </p:txBody>
      </p:sp>
      <p:sp>
        <p:nvSpPr>
          <p:cNvPr id="13" name="">
            <a:extLst xmlns:a="http://schemas.openxmlformats.org/drawingml/2006/main">
              <a:ext uri="{FF2B5EF4-FFF2-40B4-BE49-F238E27FC236}">
                <a16:creationId xmlns:a16="http://schemas.microsoft.com/office/drawing/2014/main" id="{633B8268-09D3-42AE-A71E-83D2A947F3AD}"/>
              </a:ext>
            </a:extLst>
          </p:cNvPr>
          <p:cNvSpPr>
            <a:spLocks xmlns:a="http://schemas.openxmlformats.org/drawingml/2006/main" noGrp="1"/>
          </p:cNvSpPr>
          <p:nvPr/>
        </p:nvSpPr>
        <p:spPr>
          <a:xfrm xmlns:a="http://schemas.openxmlformats.org/drawingml/2006/main">
            <a:off x="523875" y="2266950"/>
            <a:ext cx="5238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01</a:t>
            </a:r>
          </a:p>
        </p:txBody>
      </p:sp>
      <p:sp>
        <p:nvSpPr>
          <p:cNvPr id="14" name="Answer 1">
            <a:extLst xmlns:a="http://schemas.openxmlformats.org/drawingml/2006/main">
              <a:ext uri="{FF2B5EF4-FFF2-40B4-BE49-F238E27FC236}">
                <a16:creationId xmlns:a16="http://schemas.microsoft.com/office/drawing/2014/main" id="{E435DEB7-BA13-4E4A-A69F-069B38F3A6EA}"/>
              </a:ext>
            </a:extLst>
          </p:cNvPr>
          <p:cNvSpPr>
            <a:spLocks xmlns:a="http://schemas.openxmlformats.org/drawingml/2006/main" noGrp="1"/>
          </p:cNvSpPr>
          <p:nvPr/>
        </p:nvSpPr>
        <p:spPr>
          <a:xfrm xmlns:a="http://schemas.openxmlformats.org/drawingml/2006/main">
            <a:off x="1219200" y="2266950"/>
            <a:ext cx="10420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236650"/>
                </a:solidFill>
                <a:latin typeface="Arial"/>
                <a:ea typeface="Arial"/>
                <a:cs typeface="Arial"/>
              </a:defRPr>
            </a:defPPr>
            <a:lvl1pPr algn="l">
              <a:defRPr sz="2550" b="1">
                <a:solidFill>
                  <a:srgbClr val="236650"/>
                </a:solidFill>
                <a:latin typeface="Arial"/>
                <a:ea typeface="Arial"/>
                <a:cs typeface="Arial"/>
              </a:defRPr>
            </a:lvl1pPr>
            <a:lvl2pPr algn="l">
              <a:defRPr sz="2550" b="1">
                <a:solidFill>
                  <a:srgbClr val="236650"/>
                </a:solidFill>
                <a:latin typeface="Arial"/>
                <a:ea typeface="Arial"/>
                <a:cs typeface="Arial"/>
              </a:defRPr>
            </a:lvl2pPr>
            <a:lvl3pPr algn="l">
              <a:defRPr sz="2550" b="1">
                <a:solidFill>
                  <a:srgbClr val="236650"/>
                </a:solidFill>
                <a:latin typeface="Arial"/>
                <a:ea typeface="Arial"/>
                <a:cs typeface="Arial"/>
              </a:defRPr>
            </a:lvl3pPr>
            <a:lvl4pPr algn="l">
              <a:defRPr sz="2550" b="1">
                <a:solidFill>
                  <a:srgbClr val="236650"/>
                </a:solidFill>
                <a:latin typeface="Arial"/>
                <a:ea typeface="Arial"/>
                <a:cs typeface="Arial"/>
              </a:defRPr>
            </a:lvl4pPr>
            <a:lvl5pPr algn="l">
              <a:defRPr sz="2550" b="1">
                <a:solidFill>
                  <a:srgbClr val="236650"/>
                </a:solidFill>
                <a:latin typeface="Arial"/>
                <a:ea typeface="Arial"/>
                <a:cs typeface="Arial"/>
              </a:defRPr>
            </a:lvl5pPr>
            <a:lvl6pPr algn="l">
              <a:defRPr sz="2550" b="1">
                <a:solidFill>
                  <a:srgbClr val="236650"/>
                </a:solidFill>
                <a:latin typeface="Arial"/>
                <a:ea typeface="Arial"/>
                <a:cs typeface="Arial"/>
              </a:defRPr>
            </a:lvl6pPr>
            <a:lvl7pPr algn="l">
              <a:defRPr sz="2550" b="1">
                <a:solidFill>
                  <a:srgbClr val="236650"/>
                </a:solidFill>
                <a:latin typeface="Arial"/>
                <a:ea typeface="Arial"/>
                <a:cs typeface="Arial"/>
              </a:defRPr>
            </a:lvl7pPr>
            <a:lvl8pPr algn="l">
              <a:defRPr sz="2550" b="1">
                <a:solidFill>
                  <a:srgbClr val="236650"/>
                </a:solidFill>
                <a:latin typeface="Arial"/>
                <a:ea typeface="Arial"/>
                <a:cs typeface="Arial"/>
              </a:defRPr>
            </a:lvl8pPr>
            <a:lvl9pPr algn="l">
              <a:defRPr sz="2550" b="1">
                <a:solidFill>
                  <a:srgbClr val="236650"/>
                </a:solidFill>
                <a:latin typeface="Arial"/>
                <a:ea typeface="Arial"/>
                <a:cs typeface="Arial"/>
              </a:defRPr>
            </a:lvl9pPr>
          </a:lstStyle>
          <a:p xmlns:a="http://schemas.openxmlformats.org/drawingml/2006/main">
            <a:pPr algn="l">
              <a:defRPr sz="2550" b="1">
                <a:solidFill>
                  <a:srgbClr val="236650"/>
                </a:solidFill>
                <a:latin typeface="Arial"/>
                <a:ea typeface="Arial"/>
                <a:cs typeface="Arial"/>
              </a:defRPr>
            </a:pPr>
            <a:r>
              <a:rPr sz="2550" b="1">
                <a:solidFill>
                  <a:srgbClr val="236650"/>
                </a:solidFill>
                <a:latin typeface="Arial"/>
                <a:ea typeface="Arial"/>
                <a:cs typeface="Arial"/>
              </a:rPr>
              <a:t>I think…</a:t>
            </a:r>
          </a:p>
        </p:txBody>
      </p:sp>
      <p:sp>
        <p:nvSpPr>
          <p:cNvPr id="15" name="">
            <a:extLst xmlns:a="http://schemas.openxmlformats.org/drawingml/2006/main">
              <a:ext uri="{FF2B5EF4-FFF2-40B4-BE49-F238E27FC236}">
                <a16:creationId xmlns:a16="http://schemas.microsoft.com/office/drawing/2014/main" id="{F48E5B26-5257-4F26-A263-877779096F84}"/>
              </a:ext>
            </a:extLst>
          </p:cNvPr>
          <p:cNvSpPr>
            <a:spLocks xmlns:a="http://schemas.openxmlformats.org/drawingml/2006/main" noGrp="1"/>
          </p:cNvSpPr>
          <p:nvPr/>
        </p:nvSpPr>
        <p:spPr>
          <a:xfrm xmlns:a="http://schemas.openxmlformats.org/drawingml/2006/main">
            <a:off x="552450" y="3143250"/>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67C13B5-EAED-449F-B0A0-3D04A6CAFEBC}"/>
              </a:ext>
            </a:extLst>
          </p:cNvPr>
          <p:cNvSpPr>
            <a:spLocks xmlns:a="http://schemas.openxmlformats.org/drawingml/2006/main" noGrp="1"/>
          </p:cNvSpPr>
          <p:nvPr/>
        </p:nvSpPr>
        <p:spPr>
          <a:xfrm xmlns:a="http://schemas.openxmlformats.org/drawingml/2006/main">
            <a:off x="523875" y="3162300"/>
            <a:ext cx="5238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02</a:t>
            </a:r>
          </a:p>
        </p:txBody>
      </p:sp>
      <p:sp>
        <p:nvSpPr>
          <p:cNvPr id="17" name="Answer 2">
            <a:extLst xmlns:a="http://schemas.openxmlformats.org/drawingml/2006/main">
              <a:ext uri="{FF2B5EF4-FFF2-40B4-BE49-F238E27FC236}">
                <a16:creationId xmlns:a16="http://schemas.microsoft.com/office/drawing/2014/main" id="{74B186DD-A445-45BD-A614-03C419B99A86}"/>
              </a:ext>
            </a:extLst>
          </p:cNvPr>
          <p:cNvSpPr>
            <a:spLocks xmlns:a="http://schemas.openxmlformats.org/drawingml/2006/main" noGrp="1"/>
          </p:cNvSpPr>
          <p:nvPr/>
        </p:nvSpPr>
        <p:spPr>
          <a:xfrm xmlns:a="http://schemas.openxmlformats.org/drawingml/2006/main">
            <a:off x="1219200" y="3162300"/>
            <a:ext cx="10420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236650"/>
                </a:solidFill>
                <a:latin typeface="Arial"/>
                <a:ea typeface="Arial"/>
                <a:cs typeface="Arial"/>
              </a:defRPr>
            </a:defPPr>
            <a:lvl1pPr algn="l">
              <a:defRPr sz="2550" b="1">
                <a:solidFill>
                  <a:srgbClr val="236650"/>
                </a:solidFill>
                <a:latin typeface="Arial"/>
                <a:ea typeface="Arial"/>
                <a:cs typeface="Arial"/>
              </a:defRPr>
            </a:lvl1pPr>
            <a:lvl2pPr algn="l">
              <a:defRPr sz="2550" b="1">
                <a:solidFill>
                  <a:srgbClr val="236650"/>
                </a:solidFill>
                <a:latin typeface="Arial"/>
                <a:ea typeface="Arial"/>
                <a:cs typeface="Arial"/>
              </a:defRPr>
            </a:lvl2pPr>
            <a:lvl3pPr algn="l">
              <a:defRPr sz="2550" b="1">
                <a:solidFill>
                  <a:srgbClr val="236650"/>
                </a:solidFill>
                <a:latin typeface="Arial"/>
                <a:ea typeface="Arial"/>
                <a:cs typeface="Arial"/>
              </a:defRPr>
            </a:lvl3pPr>
            <a:lvl4pPr algn="l">
              <a:defRPr sz="2550" b="1">
                <a:solidFill>
                  <a:srgbClr val="236650"/>
                </a:solidFill>
                <a:latin typeface="Arial"/>
                <a:ea typeface="Arial"/>
                <a:cs typeface="Arial"/>
              </a:defRPr>
            </a:lvl4pPr>
            <a:lvl5pPr algn="l">
              <a:defRPr sz="2550" b="1">
                <a:solidFill>
                  <a:srgbClr val="236650"/>
                </a:solidFill>
                <a:latin typeface="Arial"/>
                <a:ea typeface="Arial"/>
                <a:cs typeface="Arial"/>
              </a:defRPr>
            </a:lvl5pPr>
            <a:lvl6pPr algn="l">
              <a:defRPr sz="2550" b="1">
                <a:solidFill>
                  <a:srgbClr val="236650"/>
                </a:solidFill>
                <a:latin typeface="Arial"/>
                <a:ea typeface="Arial"/>
                <a:cs typeface="Arial"/>
              </a:defRPr>
            </a:lvl6pPr>
            <a:lvl7pPr algn="l">
              <a:defRPr sz="2550" b="1">
                <a:solidFill>
                  <a:srgbClr val="236650"/>
                </a:solidFill>
                <a:latin typeface="Arial"/>
                <a:ea typeface="Arial"/>
                <a:cs typeface="Arial"/>
              </a:defRPr>
            </a:lvl7pPr>
            <a:lvl8pPr algn="l">
              <a:defRPr sz="2550" b="1">
                <a:solidFill>
                  <a:srgbClr val="236650"/>
                </a:solidFill>
                <a:latin typeface="Arial"/>
                <a:ea typeface="Arial"/>
                <a:cs typeface="Arial"/>
              </a:defRPr>
            </a:lvl8pPr>
            <a:lvl9pPr algn="l">
              <a:defRPr sz="2550" b="1">
                <a:solidFill>
                  <a:srgbClr val="236650"/>
                </a:solidFill>
                <a:latin typeface="Arial"/>
                <a:ea typeface="Arial"/>
                <a:cs typeface="Arial"/>
              </a:defRPr>
            </a:lvl9pPr>
          </a:lstStyle>
          <a:p xmlns:a="http://schemas.openxmlformats.org/drawingml/2006/main">
            <a:pPr algn="l">
              <a:defRPr sz="2550" b="1">
                <a:solidFill>
                  <a:srgbClr val="236650"/>
                </a:solidFill>
                <a:latin typeface="Arial"/>
                <a:ea typeface="Arial"/>
                <a:cs typeface="Arial"/>
              </a:defRPr>
            </a:pPr>
            <a:r>
              <a:rPr sz="2550" b="1">
                <a:solidFill>
                  <a:srgbClr val="236650"/>
                </a:solidFill>
                <a:latin typeface="Arial"/>
                <a:ea typeface="Arial"/>
                <a:cs typeface="Arial"/>
              </a:rPr>
              <a:t>because…</a:t>
            </a:r>
          </a:p>
        </p:txBody>
      </p:sp>
      <p:sp>
        <p:nvSpPr>
          <p:cNvPr id="18" name="">
            <a:extLst xmlns:a="http://schemas.openxmlformats.org/drawingml/2006/main">
              <a:ext uri="{FF2B5EF4-FFF2-40B4-BE49-F238E27FC236}">
                <a16:creationId xmlns:a16="http://schemas.microsoft.com/office/drawing/2014/main" id="{70925D13-E69E-46E9-B5DE-D8F37B394E49}"/>
              </a:ext>
            </a:extLst>
          </p:cNvPr>
          <p:cNvSpPr>
            <a:spLocks xmlns:a="http://schemas.openxmlformats.org/drawingml/2006/main" noGrp="1"/>
          </p:cNvSpPr>
          <p:nvPr/>
        </p:nvSpPr>
        <p:spPr>
          <a:xfrm xmlns:a="http://schemas.openxmlformats.org/drawingml/2006/main">
            <a:off x="552450" y="4038600"/>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9E66A29-27DC-490A-AF2E-DA0AA378AB64}"/>
              </a:ext>
            </a:extLst>
          </p:cNvPr>
          <p:cNvSpPr>
            <a:spLocks xmlns:a="http://schemas.openxmlformats.org/drawingml/2006/main" noGrp="1"/>
          </p:cNvSpPr>
          <p:nvPr/>
        </p:nvSpPr>
        <p:spPr>
          <a:xfrm xmlns:a="http://schemas.openxmlformats.org/drawingml/2006/main">
            <a:off x="523875" y="4057650"/>
            <a:ext cx="5238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03</a:t>
            </a:r>
          </a:p>
        </p:txBody>
      </p:sp>
      <p:sp>
        <p:nvSpPr>
          <p:cNvPr id="20" name="Answer 3">
            <a:extLst xmlns:a="http://schemas.openxmlformats.org/drawingml/2006/main">
              <a:ext uri="{FF2B5EF4-FFF2-40B4-BE49-F238E27FC236}">
                <a16:creationId xmlns:a16="http://schemas.microsoft.com/office/drawing/2014/main" id="{15D61431-1FB7-4EC7-BAA8-A8BD4E2902D4}"/>
              </a:ext>
            </a:extLst>
          </p:cNvPr>
          <p:cNvSpPr>
            <a:spLocks xmlns:a="http://schemas.openxmlformats.org/drawingml/2006/main" noGrp="1"/>
          </p:cNvSpPr>
          <p:nvPr/>
        </p:nvSpPr>
        <p:spPr>
          <a:xfrm xmlns:a="http://schemas.openxmlformats.org/drawingml/2006/main">
            <a:off x="1219200" y="4057650"/>
            <a:ext cx="10420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236650"/>
                </a:solidFill>
                <a:latin typeface="Arial"/>
                <a:ea typeface="Arial"/>
                <a:cs typeface="Arial"/>
              </a:defRPr>
            </a:defPPr>
            <a:lvl1pPr algn="l">
              <a:defRPr sz="2550" b="1">
                <a:solidFill>
                  <a:srgbClr val="236650"/>
                </a:solidFill>
                <a:latin typeface="Arial"/>
                <a:ea typeface="Arial"/>
                <a:cs typeface="Arial"/>
              </a:defRPr>
            </a:lvl1pPr>
            <a:lvl2pPr algn="l">
              <a:defRPr sz="2550" b="1">
                <a:solidFill>
                  <a:srgbClr val="236650"/>
                </a:solidFill>
                <a:latin typeface="Arial"/>
                <a:ea typeface="Arial"/>
                <a:cs typeface="Arial"/>
              </a:defRPr>
            </a:lvl2pPr>
            <a:lvl3pPr algn="l">
              <a:defRPr sz="2550" b="1">
                <a:solidFill>
                  <a:srgbClr val="236650"/>
                </a:solidFill>
                <a:latin typeface="Arial"/>
                <a:ea typeface="Arial"/>
                <a:cs typeface="Arial"/>
              </a:defRPr>
            </a:lvl3pPr>
            <a:lvl4pPr algn="l">
              <a:defRPr sz="2550" b="1">
                <a:solidFill>
                  <a:srgbClr val="236650"/>
                </a:solidFill>
                <a:latin typeface="Arial"/>
                <a:ea typeface="Arial"/>
                <a:cs typeface="Arial"/>
              </a:defRPr>
            </a:lvl4pPr>
            <a:lvl5pPr algn="l">
              <a:defRPr sz="2550" b="1">
                <a:solidFill>
                  <a:srgbClr val="236650"/>
                </a:solidFill>
                <a:latin typeface="Arial"/>
                <a:ea typeface="Arial"/>
                <a:cs typeface="Arial"/>
              </a:defRPr>
            </a:lvl5pPr>
            <a:lvl6pPr algn="l">
              <a:defRPr sz="2550" b="1">
                <a:solidFill>
                  <a:srgbClr val="236650"/>
                </a:solidFill>
                <a:latin typeface="Arial"/>
                <a:ea typeface="Arial"/>
                <a:cs typeface="Arial"/>
              </a:defRPr>
            </a:lvl6pPr>
            <a:lvl7pPr algn="l">
              <a:defRPr sz="2550" b="1">
                <a:solidFill>
                  <a:srgbClr val="236650"/>
                </a:solidFill>
                <a:latin typeface="Arial"/>
                <a:ea typeface="Arial"/>
                <a:cs typeface="Arial"/>
              </a:defRPr>
            </a:lvl7pPr>
            <a:lvl8pPr algn="l">
              <a:defRPr sz="2550" b="1">
                <a:solidFill>
                  <a:srgbClr val="236650"/>
                </a:solidFill>
                <a:latin typeface="Arial"/>
                <a:ea typeface="Arial"/>
                <a:cs typeface="Arial"/>
              </a:defRPr>
            </a:lvl8pPr>
            <a:lvl9pPr algn="l">
              <a:defRPr sz="2550" b="1">
                <a:solidFill>
                  <a:srgbClr val="236650"/>
                </a:solidFill>
                <a:latin typeface="Arial"/>
                <a:ea typeface="Arial"/>
                <a:cs typeface="Arial"/>
              </a:defRPr>
            </a:lvl9pPr>
          </a:lstStyle>
          <a:p xmlns:a="http://schemas.openxmlformats.org/drawingml/2006/main">
            <a:pPr algn="l">
              <a:defRPr sz="2550" b="1">
                <a:solidFill>
                  <a:srgbClr val="236650"/>
                </a:solidFill>
                <a:latin typeface="Arial"/>
                <a:ea typeface="Arial"/>
                <a:cs typeface="Arial"/>
              </a:defRPr>
            </a:pPr>
            <a:r>
              <a:rPr sz="2550" b="1">
                <a:solidFill>
                  <a:srgbClr val="236650"/>
                </a:solidFill>
                <a:latin typeface="Arial"/>
                <a:ea typeface="Arial"/>
                <a:cs typeface="Arial"/>
              </a:rPr>
              <a:t>Could we…?</a:t>
            </a:r>
          </a:p>
        </p:txBody>
      </p:sp>
    </p:spTree>
    <p:extLst>
      <p:ext uri="{BB962C8B-B14F-4D97-AF65-F5344CB8AC3E}">
        <p14:creationId xmlns:p14="http://schemas.microsoft.com/office/powerpoint/2010/main" val="825939335"/>
      </p:ext>
    </p:extLst>
  </p:cSld>
</p:sld>
</file>

<file path=ppt/slides/slide18.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90EE34E-3E4C-4F9B-9977-607DF3AEA7AF}"/>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709E1E91-D0B7-4A91-8228-B177E0D77C27}"/>
              </a:ext>
            </a:extLst>
          </p:cNvPr>
          <p:cNvPicPr>
            <a:picLocks xmlns:a="http://schemas.openxmlformats.org/drawingml/2006/main" noChangeAspect="1"/>
          </p:cNvPicPr>
          <p:nvPr/>
        </p:nvPicPr>
        <p:blipFill>
          <a:blip xmlns:r="http://schemas.openxmlformats.org/officeDocument/2006/relationships" xmlns:a="http://schemas.openxmlformats.org/drawingml/2006/main" r:embed="Rc13ccc41641b4ca3"/>
          <a:stretch xmlns:a="http://schemas.openxmlformats.org/drawingml/2006/main"/>
        </p:blipFill>
        <p:spPr>
          <a:xfrm xmlns:a="http://schemas.openxmlformats.org/drawingml/2006/main">
            <a:off x="266700" y="114300"/>
            <a:ext cx="514350" cy="514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962C21C-6BB2-4943-A483-5C4FF263B652}"/>
              </a:ext>
            </a:extLst>
          </p:cNvPr>
          <p:cNvSpPr>
            <a:spLocks xmlns:a="http://schemas.openxmlformats.org/drawingml/2006/main" noGrp="1"/>
          </p:cNvSpPr>
          <p:nvPr/>
        </p:nvSpPr>
        <p:spPr>
          <a:xfrm xmlns:a="http://schemas.openxmlformats.org/drawingml/2006/main">
            <a:off x="914400" y="1428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7223B"/>
                </a:solidFill>
                <a:latin typeface="Arial"/>
                <a:ea typeface="Arial"/>
                <a:cs typeface="Arial"/>
              </a:defRPr>
            </a:defPPr>
            <a:lvl1pPr algn="l">
              <a:defRPr sz="1500" b="1">
                <a:solidFill>
                  <a:srgbClr val="17223B"/>
                </a:solidFill>
                <a:latin typeface="Arial"/>
                <a:ea typeface="Arial"/>
                <a:cs typeface="Arial"/>
              </a:defRPr>
            </a:lvl1pPr>
            <a:lvl2pPr algn="l">
              <a:defRPr sz="1500" b="1">
                <a:solidFill>
                  <a:srgbClr val="17223B"/>
                </a:solidFill>
                <a:latin typeface="Arial"/>
                <a:ea typeface="Arial"/>
                <a:cs typeface="Arial"/>
              </a:defRPr>
            </a:lvl2pPr>
            <a:lvl3pPr algn="l">
              <a:defRPr sz="1500" b="1">
                <a:solidFill>
                  <a:srgbClr val="17223B"/>
                </a:solidFill>
                <a:latin typeface="Arial"/>
                <a:ea typeface="Arial"/>
                <a:cs typeface="Arial"/>
              </a:defRPr>
            </a:lvl3pPr>
            <a:lvl4pPr algn="l">
              <a:defRPr sz="1500" b="1">
                <a:solidFill>
                  <a:srgbClr val="17223B"/>
                </a:solidFill>
                <a:latin typeface="Arial"/>
                <a:ea typeface="Arial"/>
                <a:cs typeface="Arial"/>
              </a:defRPr>
            </a:lvl4pPr>
            <a:lvl5pPr algn="l">
              <a:defRPr sz="1500" b="1">
                <a:solidFill>
                  <a:srgbClr val="17223B"/>
                </a:solidFill>
                <a:latin typeface="Arial"/>
                <a:ea typeface="Arial"/>
                <a:cs typeface="Arial"/>
              </a:defRPr>
            </a:lvl5pPr>
            <a:lvl6pPr algn="l">
              <a:defRPr sz="1500" b="1">
                <a:solidFill>
                  <a:srgbClr val="17223B"/>
                </a:solidFill>
                <a:latin typeface="Arial"/>
                <a:ea typeface="Arial"/>
                <a:cs typeface="Arial"/>
              </a:defRPr>
            </a:lvl6pPr>
            <a:lvl7pPr algn="l">
              <a:defRPr sz="1500" b="1">
                <a:solidFill>
                  <a:srgbClr val="17223B"/>
                </a:solidFill>
                <a:latin typeface="Arial"/>
                <a:ea typeface="Arial"/>
                <a:cs typeface="Arial"/>
              </a:defRPr>
            </a:lvl7pPr>
            <a:lvl8pPr algn="l">
              <a:defRPr sz="1500" b="1">
                <a:solidFill>
                  <a:srgbClr val="17223B"/>
                </a:solidFill>
                <a:latin typeface="Arial"/>
                <a:ea typeface="Arial"/>
                <a:cs typeface="Arial"/>
              </a:defRPr>
            </a:lvl8pPr>
            <a:lvl9pPr algn="l">
              <a:defRPr sz="1500" b="1">
                <a:solidFill>
                  <a:srgbClr val="17223B"/>
                </a:solidFill>
                <a:latin typeface="Arial"/>
                <a:ea typeface="Arial"/>
                <a:cs typeface="Arial"/>
              </a:defRPr>
            </a:lvl9pPr>
          </a:lstStyle>
          <a:p xmlns:a="http://schemas.openxmlformats.org/drawingml/2006/main">
            <a:pPr algn="l">
              <a:defRPr sz="1500" b="1">
                <a:solidFill>
                  <a:srgbClr val="17223B"/>
                </a:solidFill>
                <a:latin typeface="Arial"/>
                <a:ea typeface="Arial"/>
                <a:cs typeface="Arial"/>
              </a:defRPr>
            </a:pPr>
            <a:r>
              <a:rPr sz="1500" b="1">
                <a:solidFill>
                  <a:srgbClr val="17223B"/>
                </a:solidFill>
                <a:latin typeface="Arial"/>
                <a:ea typeface="Arial"/>
                <a:cs typeface="Arial"/>
              </a:rPr>
              <a:t>MADE BY MATT</a:t>
            </a:r>
          </a:p>
        </p:txBody>
      </p:sp>
      <p:sp>
        <p:nvSpPr>
          <p:cNvPr id="4" name="">
            <a:extLst xmlns:a="http://schemas.openxmlformats.org/drawingml/2006/main">
              <a:ext uri="{FF2B5EF4-FFF2-40B4-BE49-F238E27FC236}">
                <a16:creationId xmlns:a16="http://schemas.microsoft.com/office/drawing/2014/main" id="{3EC35919-CB28-45C8-8031-4EEE64EE307C}"/>
              </a:ext>
            </a:extLst>
          </p:cNvPr>
          <p:cNvSpPr>
            <a:spLocks xmlns:a="http://schemas.openxmlformats.org/drawingml/2006/main" noGrp="1"/>
          </p:cNvSpPr>
          <p:nvPr/>
        </p:nvSpPr>
        <p:spPr>
          <a:xfrm xmlns:a="http://schemas.openxmlformats.org/drawingml/2006/main">
            <a:off x="914400" y="39052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26074"/>
                </a:solidFill>
                <a:latin typeface="Arial"/>
                <a:ea typeface="Arial"/>
                <a:cs typeface="Arial"/>
              </a:defRPr>
            </a:defPPr>
            <a:lvl1pPr algn="l">
              <a:defRPr sz="1200" b="0">
                <a:solidFill>
                  <a:srgbClr val="526074"/>
                </a:solidFill>
                <a:latin typeface="Arial"/>
                <a:ea typeface="Arial"/>
                <a:cs typeface="Arial"/>
              </a:defRPr>
            </a:lvl1pPr>
            <a:lvl2pPr algn="l">
              <a:defRPr sz="1200" b="0">
                <a:solidFill>
                  <a:srgbClr val="526074"/>
                </a:solidFill>
                <a:latin typeface="Arial"/>
                <a:ea typeface="Arial"/>
                <a:cs typeface="Arial"/>
              </a:defRPr>
            </a:lvl2pPr>
            <a:lvl3pPr algn="l">
              <a:defRPr sz="1200" b="0">
                <a:solidFill>
                  <a:srgbClr val="526074"/>
                </a:solidFill>
                <a:latin typeface="Arial"/>
                <a:ea typeface="Arial"/>
                <a:cs typeface="Arial"/>
              </a:defRPr>
            </a:lvl3pPr>
            <a:lvl4pPr algn="l">
              <a:defRPr sz="1200" b="0">
                <a:solidFill>
                  <a:srgbClr val="526074"/>
                </a:solidFill>
                <a:latin typeface="Arial"/>
                <a:ea typeface="Arial"/>
                <a:cs typeface="Arial"/>
              </a:defRPr>
            </a:lvl4pPr>
            <a:lvl5pPr algn="l">
              <a:defRPr sz="1200" b="0">
                <a:solidFill>
                  <a:srgbClr val="526074"/>
                </a:solidFill>
                <a:latin typeface="Arial"/>
                <a:ea typeface="Arial"/>
                <a:cs typeface="Arial"/>
              </a:defRPr>
            </a:lvl5pPr>
            <a:lvl6pPr algn="l">
              <a:defRPr sz="1200" b="0">
                <a:solidFill>
                  <a:srgbClr val="526074"/>
                </a:solidFill>
                <a:latin typeface="Arial"/>
                <a:ea typeface="Arial"/>
                <a:cs typeface="Arial"/>
              </a:defRPr>
            </a:lvl6pPr>
            <a:lvl7pPr algn="l">
              <a:defRPr sz="1200" b="0">
                <a:solidFill>
                  <a:srgbClr val="526074"/>
                </a:solidFill>
                <a:latin typeface="Arial"/>
                <a:ea typeface="Arial"/>
                <a:cs typeface="Arial"/>
              </a:defRPr>
            </a:lvl7pPr>
            <a:lvl8pPr algn="l">
              <a:defRPr sz="1200" b="0">
                <a:solidFill>
                  <a:srgbClr val="526074"/>
                </a:solidFill>
                <a:latin typeface="Arial"/>
                <a:ea typeface="Arial"/>
                <a:cs typeface="Arial"/>
              </a:defRPr>
            </a:lvl8pPr>
            <a:lvl9pPr algn="l">
              <a:defRPr sz="1200" b="0">
                <a:solidFill>
                  <a:srgbClr val="526074"/>
                </a:solidFill>
                <a:latin typeface="Arial"/>
                <a:ea typeface="Arial"/>
                <a:cs typeface="Arial"/>
              </a:defRPr>
            </a:lvl9pPr>
          </a:lstStyle>
          <a:p xmlns:a="http://schemas.openxmlformats.org/drawingml/2006/main">
            <a:pPr algn="l">
              <a:defRPr sz="1200" b="0">
                <a:solidFill>
                  <a:srgbClr val="526074"/>
                </a:solidFill>
                <a:latin typeface="Arial"/>
                <a:ea typeface="Arial"/>
                <a:cs typeface="Arial"/>
              </a:defRPr>
            </a:pPr>
            <a:r>
              <a:rPr sz="1200" b="0">
                <a:solidFill>
                  <a:srgbClr val="526074"/>
                </a:solidFill>
                <a:latin typeface="Arial"/>
                <a:ea typeface="Arial"/>
                <a:cs typeface="Arial"/>
              </a:rPr>
              <a:t>Learn • Build • Explore</a:t>
            </a:r>
          </a:p>
        </p:txBody>
      </p:sp>
      <p:sp>
        <p:nvSpPr>
          <p:cNvPr id="5" name="">
            <a:extLst xmlns:a="http://schemas.openxmlformats.org/drawingml/2006/main">
              <a:ext uri="{FF2B5EF4-FFF2-40B4-BE49-F238E27FC236}">
                <a16:creationId xmlns:a16="http://schemas.microsoft.com/office/drawing/2014/main" id="{DF0972AB-389A-463A-B779-7B7826855E34}"/>
              </a:ext>
            </a:extLst>
          </p:cNvPr>
          <p:cNvSpPr>
            <a:spLocks xmlns:a="http://schemas.openxmlformats.org/drawingml/2006/main" noGrp="1"/>
          </p:cNvSpPr>
          <p:nvPr/>
        </p:nvSpPr>
        <p:spPr>
          <a:xfrm xmlns:a="http://schemas.openxmlformats.org/drawingml/2006/main">
            <a:off x="7905750" y="2286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500" b="1">
                <a:solidFill>
                  <a:srgbClr val="236650"/>
                </a:solidFill>
                <a:latin typeface="Arial"/>
                <a:ea typeface="Arial"/>
                <a:cs typeface="Arial"/>
              </a:defRPr>
            </a:defPPr>
            <a:lvl1pPr algn="r">
              <a:defRPr sz="1500" b="1">
                <a:solidFill>
                  <a:srgbClr val="236650"/>
                </a:solidFill>
                <a:latin typeface="Arial"/>
                <a:ea typeface="Arial"/>
                <a:cs typeface="Arial"/>
              </a:defRPr>
            </a:lvl1pPr>
            <a:lvl2pPr algn="r">
              <a:defRPr sz="1500" b="1">
                <a:solidFill>
                  <a:srgbClr val="236650"/>
                </a:solidFill>
                <a:latin typeface="Arial"/>
                <a:ea typeface="Arial"/>
                <a:cs typeface="Arial"/>
              </a:defRPr>
            </a:lvl2pPr>
            <a:lvl3pPr algn="r">
              <a:defRPr sz="1500" b="1">
                <a:solidFill>
                  <a:srgbClr val="236650"/>
                </a:solidFill>
                <a:latin typeface="Arial"/>
                <a:ea typeface="Arial"/>
                <a:cs typeface="Arial"/>
              </a:defRPr>
            </a:lvl3pPr>
            <a:lvl4pPr algn="r">
              <a:defRPr sz="1500" b="1">
                <a:solidFill>
                  <a:srgbClr val="236650"/>
                </a:solidFill>
                <a:latin typeface="Arial"/>
                <a:ea typeface="Arial"/>
                <a:cs typeface="Arial"/>
              </a:defRPr>
            </a:lvl4pPr>
            <a:lvl5pPr algn="r">
              <a:defRPr sz="1500" b="1">
                <a:solidFill>
                  <a:srgbClr val="236650"/>
                </a:solidFill>
                <a:latin typeface="Arial"/>
                <a:ea typeface="Arial"/>
                <a:cs typeface="Arial"/>
              </a:defRPr>
            </a:lvl5pPr>
            <a:lvl6pPr algn="r">
              <a:defRPr sz="1500" b="1">
                <a:solidFill>
                  <a:srgbClr val="236650"/>
                </a:solidFill>
                <a:latin typeface="Arial"/>
                <a:ea typeface="Arial"/>
                <a:cs typeface="Arial"/>
              </a:defRPr>
            </a:lvl6pPr>
            <a:lvl7pPr algn="r">
              <a:defRPr sz="1500" b="1">
                <a:solidFill>
                  <a:srgbClr val="236650"/>
                </a:solidFill>
                <a:latin typeface="Arial"/>
                <a:ea typeface="Arial"/>
                <a:cs typeface="Arial"/>
              </a:defRPr>
            </a:lvl7pPr>
            <a:lvl8pPr algn="r">
              <a:defRPr sz="1500" b="1">
                <a:solidFill>
                  <a:srgbClr val="236650"/>
                </a:solidFill>
                <a:latin typeface="Arial"/>
                <a:ea typeface="Arial"/>
                <a:cs typeface="Arial"/>
              </a:defRPr>
            </a:lvl8pPr>
            <a:lvl9pPr algn="r">
              <a:defRPr sz="1500" b="1">
                <a:solidFill>
                  <a:srgbClr val="236650"/>
                </a:solidFill>
                <a:latin typeface="Arial"/>
                <a:ea typeface="Arial"/>
                <a:cs typeface="Arial"/>
              </a:defRPr>
            </a:lvl9pPr>
          </a:lstStyle>
          <a:p xmlns:a="http://schemas.openxmlformats.org/drawingml/2006/main">
            <a:pPr algn="r">
              <a:defRPr sz="1500" b="1">
                <a:solidFill>
                  <a:srgbClr val="236650"/>
                </a:solidFill>
                <a:latin typeface="Arial"/>
                <a:ea typeface="Arial"/>
                <a:cs typeface="Arial"/>
              </a:defRPr>
            </a:pPr>
            <a:r>
              <a:rPr sz="1500" b="1">
                <a:solidFill>
                  <a:srgbClr val="236650"/>
                </a:solidFill>
                <a:latin typeface="Arial"/>
                <a:ea typeface="Arial"/>
                <a:cs typeface="Arial"/>
              </a:rPr>
              <a:t>BRITISH VALUES</a:t>
            </a:r>
          </a:p>
        </p:txBody>
      </p:sp>
      <p:sp>
        <p:nvSpPr>
          <p:cNvPr id="6" name="">
            <a:extLst xmlns:a="http://schemas.openxmlformats.org/drawingml/2006/main">
              <a:ext uri="{FF2B5EF4-FFF2-40B4-BE49-F238E27FC236}">
                <a16:creationId xmlns:a16="http://schemas.microsoft.com/office/drawing/2014/main" id="{8978C345-9A0A-4335-AF66-9D1B9BDEF523}"/>
              </a:ext>
            </a:extLst>
          </p:cNvPr>
          <p:cNvSpPr>
            <a:spLocks xmlns:a="http://schemas.openxmlformats.org/drawingml/2006/main" noGrp="1"/>
          </p:cNvSpPr>
          <p:nvPr/>
        </p:nvSpPr>
        <p:spPr>
          <a:xfrm xmlns:a="http://schemas.openxmlformats.org/drawingml/2006/main">
            <a:off x="0" y="742950"/>
            <a:ext cx="12192000" cy="40005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E732CB7-FB66-46FE-9CBA-C4A1E8BA2FDF}"/>
              </a:ext>
            </a:extLst>
          </p:cNvPr>
          <p:cNvSpPr>
            <a:spLocks xmlns:a="http://schemas.openxmlformats.org/drawingml/2006/main" noGrp="1"/>
          </p:cNvSpPr>
          <p:nvPr/>
        </p:nvSpPr>
        <p:spPr>
          <a:xfrm xmlns:a="http://schemas.openxmlformats.org/drawingml/2006/main">
            <a:off x="304800" y="781050"/>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FFFEF9"/>
                </a:solidFill>
                <a:latin typeface="Arial"/>
                <a:ea typeface="Arial"/>
                <a:cs typeface="Arial"/>
              </a:defRPr>
            </a:defPPr>
            <a:lvl1pPr algn="l">
              <a:defRPr sz="1425" b="0">
                <a:solidFill>
                  <a:srgbClr val="FFFEF9"/>
                </a:solidFill>
                <a:latin typeface="Arial"/>
                <a:ea typeface="Arial"/>
                <a:cs typeface="Arial"/>
              </a:defRPr>
            </a:lvl1pPr>
            <a:lvl2pPr algn="l">
              <a:defRPr sz="1425" b="0">
                <a:solidFill>
                  <a:srgbClr val="FFFEF9"/>
                </a:solidFill>
                <a:latin typeface="Arial"/>
                <a:ea typeface="Arial"/>
                <a:cs typeface="Arial"/>
              </a:defRPr>
            </a:lvl2pPr>
            <a:lvl3pPr algn="l">
              <a:defRPr sz="1425" b="0">
                <a:solidFill>
                  <a:srgbClr val="FFFEF9"/>
                </a:solidFill>
                <a:latin typeface="Arial"/>
                <a:ea typeface="Arial"/>
                <a:cs typeface="Arial"/>
              </a:defRPr>
            </a:lvl3pPr>
            <a:lvl4pPr algn="l">
              <a:defRPr sz="1425" b="0">
                <a:solidFill>
                  <a:srgbClr val="FFFEF9"/>
                </a:solidFill>
                <a:latin typeface="Arial"/>
                <a:ea typeface="Arial"/>
                <a:cs typeface="Arial"/>
              </a:defRPr>
            </a:lvl4pPr>
            <a:lvl5pPr algn="l">
              <a:defRPr sz="1425" b="0">
                <a:solidFill>
                  <a:srgbClr val="FFFEF9"/>
                </a:solidFill>
                <a:latin typeface="Arial"/>
                <a:ea typeface="Arial"/>
                <a:cs typeface="Arial"/>
              </a:defRPr>
            </a:lvl5pPr>
            <a:lvl6pPr algn="l">
              <a:defRPr sz="1425" b="0">
                <a:solidFill>
                  <a:srgbClr val="FFFEF9"/>
                </a:solidFill>
                <a:latin typeface="Arial"/>
                <a:ea typeface="Arial"/>
                <a:cs typeface="Arial"/>
              </a:defRPr>
            </a:lvl6pPr>
            <a:lvl7pPr algn="l">
              <a:defRPr sz="1425" b="0">
                <a:solidFill>
                  <a:srgbClr val="FFFEF9"/>
                </a:solidFill>
                <a:latin typeface="Arial"/>
                <a:ea typeface="Arial"/>
                <a:cs typeface="Arial"/>
              </a:defRPr>
            </a:lvl7pPr>
            <a:lvl8pPr algn="l">
              <a:defRPr sz="1425" b="0">
                <a:solidFill>
                  <a:srgbClr val="FFFEF9"/>
                </a:solidFill>
                <a:latin typeface="Arial"/>
                <a:ea typeface="Arial"/>
                <a:cs typeface="Arial"/>
              </a:defRPr>
            </a:lvl8pPr>
            <a:lvl9pPr algn="l">
              <a:defRPr sz="1425" b="0">
                <a:solidFill>
                  <a:srgbClr val="FFFEF9"/>
                </a:solidFill>
                <a:latin typeface="Arial"/>
                <a:ea typeface="Arial"/>
                <a:cs typeface="Arial"/>
              </a:defRPr>
            </a:lvl9pPr>
          </a:lstStyle>
          <a:p xmlns:a="http://schemas.openxmlformats.org/drawingml/2006/main">
            <a:pPr algn="l">
              <a:defRPr sz="1425" b="0">
                <a:solidFill>
                  <a:srgbClr val="FFFEF9"/>
                </a:solidFill>
                <a:latin typeface="Arial"/>
                <a:ea typeface="Arial"/>
                <a:cs typeface="Arial"/>
              </a:defRPr>
            </a:pPr>
            <a:r>
              <a:rPr sz="1425" b="0">
                <a:solidFill>
                  <a:srgbClr val="FFFEF9"/>
                </a:solidFill>
                <a:latin typeface="Arial"/>
                <a:ea typeface="Arial"/>
                <a:cs typeface="Arial"/>
              </a:rPr>
              <a:t>10 / 10    A fair decision needs…</a:t>
            </a:r>
          </a:p>
        </p:txBody>
      </p:sp>
      <p:sp>
        <p:nvSpPr>
          <p:cNvPr id="8" name="">
            <a:extLst xmlns:a="http://schemas.openxmlformats.org/drawingml/2006/main">
              <a:ext uri="{FF2B5EF4-FFF2-40B4-BE49-F238E27FC236}">
                <a16:creationId xmlns:a16="http://schemas.microsoft.com/office/drawing/2014/main" id="{E4D95D86-92BF-4E48-8C84-B3BD58400D96}"/>
              </a:ext>
            </a:extLst>
          </p:cNvPr>
          <p:cNvSpPr>
            <a:spLocks xmlns:a="http://schemas.openxmlformats.org/drawingml/2006/main" noGrp="1"/>
          </p:cNvSpPr>
          <p:nvPr/>
        </p:nvSpPr>
        <p:spPr>
          <a:xfrm xmlns:a="http://schemas.openxmlformats.org/drawingml/2006/main">
            <a:off x="10763250" y="781050"/>
            <a:ext cx="1104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425" b="0">
                <a:solidFill>
                  <a:srgbClr val="A6E5C9"/>
                </a:solidFill>
                <a:latin typeface="Arial"/>
                <a:ea typeface="Arial"/>
                <a:cs typeface="Arial"/>
              </a:defRPr>
            </a:defPPr>
            <a:lvl1pPr algn="r">
              <a:defRPr sz="1425" b="0">
                <a:solidFill>
                  <a:srgbClr val="A6E5C9"/>
                </a:solidFill>
                <a:latin typeface="Arial"/>
                <a:ea typeface="Arial"/>
                <a:cs typeface="Arial"/>
              </a:defRPr>
            </a:lvl1pPr>
            <a:lvl2pPr algn="r">
              <a:defRPr sz="1425" b="0">
                <a:solidFill>
                  <a:srgbClr val="A6E5C9"/>
                </a:solidFill>
                <a:latin typeface="Arial"/>
                <a:ea typeface="Arial"/>
                <a:cs typeface="Arial"/>
              </a:defRPr>
            </a:lvl2pPr>
            <a:lvl3pPr algn="r">
              <a:defRPr sz="1425" b="0">
                <a:solidFill>
                  <a:srgbClr val="A6E5C9"/>
                </a:solidFill>
                <a:latin typeface="Arial"/>
                <a:ea typeface="Arial"/>
                <a:cs typeface="Arial"/>
              </a:defRPr>
            </a:lvl3pPr>
            <a:lvl4pPr algn="r">
              <a:defRPr sz="1425" b="0">
                <a:solidFill>
                  <a:srgbClr val="A6E5C9"/>
                </a:solidFill>
                <a:latin typeface="Arial"/>
                <a:ea typeface="Arial"/>
                <a:cs typeface="Arial"/>
              </a:defRPr>
            </a:lvl4pPr>
            <a:lvl5pPr algn="r">
              <a:defRPr sz="1425" b="0">
                <a:solidFill>
                  <a:srgbClr val="A6E5C9"/>
                </a:solidFill>
                <a:latin typeface="Arial"/>
                <a:ea typeface="Arial"/>
                <a:cs typeface="Arial"/>
              </a:defRPr>
            </a:lvl5pPr>
            <a:lvl6pPr algn="r">
              <a:defRPr sz="1425" b="0">
                <a:solidFill>
                  <a:srgbClr val="A6E5C9"/>
                </a:solidFill>
                <a:latin typeface="Arial"/>
                <a:ea typeface="Arial"/>
                <a:cs typeface="Arial"/>
              </a:defRPr>
            </a:lvl6pPr>
            <a:lvl7pPr algn="r">
              <a:defRPr sz="1425" b="0">
                <a:solidFill>
                  <a:srgbClr val="A6E5C9"/>
                </a:solidFill>
                <a:latin typeface="Arial"/>
                <a:ea typeface="Arial"/>
                <a:cs typeface="Arial"/>
              </a:defRPr>
            </a:lvl7pPr>
            <a:lvl8pPr algn="r">
              <a:defRPr sz="1425" b="0">
                <a:solidFill>
                  <a:srgbClr val="A6E5C9"/>
                </a:solidFill>
                <a:latin typeface="Arial"/>
                <a:ea typeface="Arial"/>
                <a:cs typeface="Arial"/>
              </a:defRPr>
            </a:lvl8pPr>
            <a:lvl9pPr algn="r">
              <a:defRPr sz="1425" b="0">
                <a:solidFill>
                  <a:srgbClr val="A6E5C9"/>
                </a:solidFill>
                <a:latin typeface="Arial"/>
                <a:ea typeface="Arial"/>
                <a:cs typeface="Arial"/>
              </a:defRPr>
            </a:lvl9pPr>
          </a:lstStyle>
          <a:p xmlns:a="http://schemas.openxmlformats.org/drawingml/2006/main">
            <a:pPr algn="r">
              <a:defRPr sz="1425" b="0">
                <a:solidFill>
                  <a:srgbClr val="A6E5C9"/>
                </a:solidFill>
                <a:latin typeface="Arial"/>
                <a:ea typeface="Arial"/>
                <a:cs typeface="Arial"/>
              </a:defRPr>
            </a:pPr>
            <a:r>
              <a:rPr sz="1425" b="0">
                <a:solidFill>
                  <a:srgbClr val="A6E5C9"/>
                </a:solidFill>
                <a:latin typeface="Arial"/>
                <a:ea typeface="Arial"/>
                <a:cs typeface="Arial"/>
              </a:rPr>
              <a:t>2 min</a:t>
            </a:r>
          </a:p>
        </p:txBody>
      </p:sp>
      <p:sp>
        <p:nvSpPr>
          <p:cNvPr id="9" name="">
            <a:extLst xmlns:a="http://schemas.openxmlformats.org/drawingml/2006/main">
              <a:ext uri="{FF2B5EF4-FFF2-40B4-BE49-F238E27FC236}">
                <a16:creationId xmlns:a16="http://schemas.microsoft.com/office/drawing/2014/main" id="{71855059-7FC0-4789-96F8-31F07F651A0F}"/>
              </a:ext>
            </a:extLst>
          </p:cNvPr>
          <p:cNvSpPr>
            <a:spLocks xmlns:a="http://schemas.openxmlformats.org/drawingml/2006/main" noGrp="1"/>
          </p:cNvSpPr>
          <p:nvPr/>
        </p:nvSpPr>
        <p:spPr>
          <a:xfrm xmlns:a="http://schemas.openxmlformats.org/drawingml/2006/main">
            <a:off x="0" y="6467475"/>
            <a:ext cx="12192000" cy="390525"/>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440BC1D-700D-4568-8687-9E0405BF22E9}"/>
              </a:ext>
            </a:extLst>
          </p:cNvPr>
          <p:cNvSpPr>
            <a:spLocks xmlns:a="http://schemas.openxmlformats.org/drawingml/2006/main" noGrp="1"/>
          </p:cNvSpPr>
          <p:nvPr/>
        </p:nvSpPr>
        <p:spPr>
          <a:xfrm xmlns:a="http://schemas.openxmlformats.org/drawingml/2006/main">
            <a:off x="304800" y="65246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526074"/>
                </a:solidFill>
                <a:latin typeface="Arial"/>
                <a:ea typeface="Arial"/>
                <a:cs typeface="Arial"/>
              </a:defRPr>
            </a:defPPr>
            <a:lvl1pPr algn="l">
              <a:defRPr sz="1050" b="0">
                <a:solidFill>
                  <a:srgbClr val="526074"/>
                </a:solidFill>
                <a:latin typeface="Arial"/>
                <a:ea typeface="Arial"/>
                <a:cs typeface="Arial"/>
              </a:defRPr>
            </a:lvl1pPr>
            <a:lvl2pPr algn="l">
              <a:defRPr sz="1050" b="0">
                <a:solidFill>
                  <a:srgbClr val="526074"/>
                </a:solidFill>
                <a:latin typeface="Arial"/>
                <a:ea typeface="Arial"/>
                <a:cs typeface="Arial"/>
              </a:defRPr>
            </a:lvl2pPr>
            <a:lvl3pPr algn="l">
              <a:defRPr sz="1050" b="0">
                <a:solidFill>
                  <a:srgbClr val="526074"/>
                </a:solidFill>
                <a:latin typeface="Arial"/>
                <a:ea typeface="Arial"/>
                <a:cs typeface="Arial"/>
              </a:defRPr>
            </a:lvl3pPr>
            <a:lvl4pPr algn="l">
              <a:defRPr sz="1050" b="0">
                <a:solidFill>
                  <a:srgbClr val="526074"/>
                </a:solidFill>
                <a:latin typeface="Arial"/>
                <a:ea typeface="Arial"/>
                <a:cs typeface="Arial"/>
              </a:defRPr>
            </a:lvl4pPr>
            <a:lvl5pPr algn="l">
              <a:defRPr sz="1050" b="0">
                <a:solidFill>
                  <a:srgbClr val="526074"/>
                </a:solidFill>
                <a:latin typeface="Arial"/>
                <a:ea typeface="Arial"/>
                <a:cs typeface="Arial"/>
              </a:defRPr>
            </a:lvl5pPr>
            <a:lvl6pPr algn="l">
              <a:defRPr sz="1050" b="0">
                <a:solidFill>
                  <a:srgbClr val="526074"/>
                </a:solidFill>
                <a:latin typeface="Arial"/>
                <a:ea typeface="Arial"/>
                <a:cs typeface="Arial"/>
              </a:defRPr>
            </a:lvl6pPr>
            <a:lvl7pPr algn="l">
              <a:defRPr sz="1050" b="0">
                <a:solidFill>
                  <a:srgbClr val="526074"/>
                </a:solidFill>
                <a:latin typeface="Arial"/>
                <a:ea typeface="Arial"/>
                <a:cs typeface="Arial"/>
              </a:defRPr>
            </a:lvl7pPr>
            <a:lvl8pPr algn="l">
              <a:defRPr sz="1050" b="0">
                <a:solidFill>
                  <a:srgbClr val="526074"/>
                </a:solidFill>
                <a:latin typeface="Arial"/>
                <a:ea typeface="Arial"/>
                <a:cs typeface="Arial"/>
              </a:defRPr>
            </a:lvl8pPr>
            <a:lvl9pPr algn="l">
              <a:defRPr sz="1050" b="0">
                <a:solidFill>
                  <a:srgbClr val="526074"/>
                </a:solidFill>
                <a:latin typeface="Arial"/>
                <a:ea typeface="Arial"/>
                <a:cs typeface="Arial"/>
              </a:defRPr>
            </a:lvl9pPr>
          </a:lstStyle>
          <a:p xmlns:a="http://schemas.openxmlformats.org/drawingml/2006/main">
            <a:pPr algn="l">
              <a:defRPr sz="1050" b="0">
                <a:solidFill>
                  <a:srgbClr val="526074"/>
                </a:solidFill>
                <a:latin typeface="Arial"/>
                <a:ea typeface="Arial"/>
                <a:cs typeface="Arial"/>
              </a:defRPr>
            </a:pPr>
            <a:r>
              <a:rPr sz="1050" b="0">
                <a:solidFill>
                  <a:srgbClr val="526074"/>
                </a:solidFill>
                <a:latin typeface="Arial"/>
                <a:ea typeface="Arial"/>
                <a:cs typeface="Arial"/>
              </a:rPr>
              <a:t>ASSEMBLY-RULE-OF-LAW</a:t>
            </a:r>
          </a:p>
        </p:txBody>
      </p:sp>
      <p:sp>
        <p:nvSpPr>
          <p:cNvPr id="11" name="">
            <a:extLst xmlns:a="http://schemas.openxmlformats.org/drawingml/2006/main">
              <a:ext uri="{FF2B5EF4-FFF2-40B4-BE49-F238E27FC236}">
                <a16:creationId xmlns:a16="http://schemas.microsoft.com/office/drawing/2014/main" id="{54453EFF-C134-4476-BBBF-B000604B812F}"/>
              </a:ext>
            </a:extLst>
          </p:cNvPr>
          <p:cNvSpPr>
            <a:spLocks xmlns:a="http://schemas.openxmlformats.org/drawingml/2006/main" noGrp="1"/>
          </p:cNvSpPr>
          <p:nvPr/>
        </p:nvSpPr>
        <p:spPr>
          <a:xfrm xmlns:a="http://schemas.openxmlformats.org/drawingml/2006/main">
            <a:off x="7620000" y="6524625"/>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074"/>
                </a:solidFill>
                <a:latin typeface="Arial"/>
                <a:ea typeface="Arial"/>
                <a:cs typeface="Arial"/>
              </a:defRPr>
            </a:defPPr>
            <a:lvl1pPr algn="r">
              <a:defRPr sz="1200" b="0">
                <a:solidFill>
                  <a:srgbClr val="526074"/>
                </a:solidFill>
                <a:latin typeface="Arial"/>
                <a:ea typeface="Arial"/>
                <a:cs typeface="Arial"/>
              </a:defRPr>
            </a:lvl1pPr>
            <a:lvl2pPr algn="r">
              <a:defRPr sz="1200" b="0">
                <a:solidFill>
                  <a:srgbClr val="526074"/>
                </a:solidFill>
                <a:latin typeface="Arial"/>
                <a:ea typeface="Arial"/>
                <a:cs typeface="Arial"/>
              </a:defRPr>
            </a:lvl2pPr>
            <a:lvl3pPr algn="r">
              <a:defRPr sz="1200" b="0">
                <a:solidFill>
                  <a:srgbClr val="526074"/>
                </a:solidFill>
                <a:latin typeface="Arial"/>
                <a:ea typeface="Arial"/>
                <a:cs typeface="Arial"/>
              </a:defRPr>
            </a:lvl3pPr>
            <a:lvl4pPr algn="r">
              <a:defRPr sz="1200" b="0">
                <a:solidFill>
                  <a:srgbClr val="526074"/>
                </a:solidFill>
                <a:latin typeface="Arial"/>
                <a:ea typeface="Arial"/>
                <a:cs typeface="Arial"/>
              </a:defRPr>
            </a:lvl4pPr>
            <a:lvl5pPr algn="r">
              <a:defRPr sz="1200" b="0">
                <a:solidFill>
                  <a:srgbClr val="526074"/>
                </a:solidFill>
                <a:latin typeface="Arial"/>
                <a:ea typeface="Arial"/>
                <a:cs typeface="Arial"/>
              </a:defRPr>
            </a:lvl5pPr>
            <a:lvl6pPr algn="r">
              <a:defRPr sz="1200" b="0">
                <a:solidFill>
                  <a:srgbClr val="526074"/>
                </a:solidFill>
                <a:latin typeface="Arial"/>
                <a:ea typeface="Arial"/>
                <a:cs typeface="Arial"/>
              </a:defRPr>
            </a:lvl6pPr>
            <a:lvl7pPr algn="r">
              <a:defRPr sz="1200" b="0">
                <a:solidFill>
                  <a:srgbClr val="526074"/>
                </a:solidFill>
                <a:latin typeface="Arial"/>
                <a:ea typeface="Arial"/>
                <a:cs typeface="Arial"/>
              </a:defRPr>
            </a:lvl7pPr>
            <a:lvl8pPr algn="r">
              <a:defRPr sz="1200" b="0">
                <a:solidFill>
                  <a:srgbClr val="526074"/>
                </a:solidFill>
                <a:latin typeface="Arial"/>
                <a:ea typeface="Arial"/>
                <a:cs typeface="Arial"/>
              </a:defRPr>
            </a:lvl8pPr>
            <a:lvl9pPr algn="r">
              <a:defRPr sz="1200" b="0">
                <a:solidFill>
                  <a:srgbClr val="526074"/>
                </a:solidFill>
                <a:latin typeface="Arial"/>
                <a:ea typeface="Arial"/>
                <a:cs typeface="Arial"/>
              </a:defRPr>
            </a:lvl9pPr>
          </a:lstStyle>
          <a:p xmlns:a="http://schemas.openxmlformats.org/drawingml/2006/main">
            <a:pPr algn="r">
              <a:defRPr sz="1200" b="0">
                <a:solidFill>
                  <a:srgbClr val="526074"/>
                </a:solidFill>
                <a:latin typeface="Arial"/>
                <a:ea typeface="Arial"/>
                <a:cs typeface="Arial"/>
              </a:defRPr>
            </a:pPr>
            <a:r>
              <a:rPr sz="1200" b="0">
                <a:solidFill>
                  <a:srgbClr val="526074"/>
                </a:solidFill>
                <a:latin typeface="Arial"/>
                <a:ea typeface="Arial"/>
                <a:cs typeface="Arial"/>
              </a:rPr>
              <a:t>Think · point · speak · watch</a:t>
            </a:r>
          </a:p>
        </p:txBody>
      </p:sp>
      <p:sp>
        <p:nvSpPr>
          <p:cNvPr id="12" name="Stage heading">
            <a:extLst xmlns:a="http://schemas.openxmlformats.org/drawingml/2006/main">
              <a:ext uri="{FF2B5EF4-FFF2-40B4-BE49-F238E27FC236}">
                <a16:creationId xmlns:a16="http://schemas.microsoft.com/office/drawing/2014/main" id="{0787AEA0-0896-475A-8860-806CA4C191F6}"/>
              </a:ext>
            </a:extLst>
          </p:cNvPr>
          <p:cNvSpPr>
            <a:spLocks xmlns:a="http://schemas.openxmlformats.org/drawingml/2006/main" noGrp="1"/>
          </p:cNvSpPr>
          <p:nvPr/>
        </p:nvSpPr>
        <p:spPr>
          <a:xfrm xmlns:a="http://schemas.openxmlformats.org/drawingml/2006/main">
            <a:off x="495300" y="1352550"/>
            <a:ext cx="11201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1">
                <a:solidFill>
                  <a:srgbClr val="17223B"/>
                </a:solidFill>
                <a:latin typeface="Arial"/>
                <a:ea typeface="Arial"/>
                <a:cs typeface="Arial"/>
              </a:defRPr>
            </a:defPPr>
            <a:lvl1pPr algn="l">
              <a:defRPr sz="3525" b="1">
                <a:solidFill>
                  <a:srgbClr val="17223B"/>
                </a:solidFill>
                <a:latin typeface="Arial"/>
                <a:ea typeface="Arial"/>
                <a:cs typeface="Arial"/>
              </a:defRPr>
            </a:lvl1pPr>
            <a:lvl2pPr algn="l">
              <a:defRPr sz="3525" b="1">
                <a:solidFill>
                  <a:srgbClr val="17223B"/>
                </a:solidFill>
                <a:latin typeface="Arial"/>
                <a:ea typeface="Arial"/>
                <a:cs typeface="Arial"/>
              </a:defRPr>
            </a:lvl2pPr>
            <a:lvl3pPr algn="l">
              <a:defRPr sz="3525" b="1">
                <a:solidFill>
                  <a:srgbClr val="17223B"/>
                </a:solidFill>
                <a:latin typeface="Arial"/>
                <a:ea typeface="Arial"/>
                <a:cs typeface="Arial"/>
              </a:defRPr>
            </a:lvl3pPr>
            <a:lvl4pPr algn="l">
              <a:defRPr sz="3525" b="1">
                <a:solidFill>
                  <a:srgbClr val="17223B"/>
                </a:solidFill>
                <a:latin typeface="Arial"/>
                <a:ea typeface="Arial"/>
                <a:cs typeface="Arial"/>
              </a:defRPr>
            </a:lvl4pPr>
            <a:lvl5pPr algn="l">
              <a:defRPr sz="3525" b="1">
                <a:solidFill>
                  <a:srgbClr val="17223B"/>
                </a:solidFill>
                <a:latin typeface="Arial"/>
                <a:ea typeface="Arial"/>
                <a:cs typeface="Arial"/>
              </a:defRPr>
            </a:lvl5pPr>
            <a:lvl6pPr algn="l">
              <a:defRPr sz="3525" b="1">
                <a:solidFill>
                  <a:srgbClr val="17223B"/>
                </a:solidFill>
                <a:latin typeface="Arial"/>
                <a:ea typeface="Arial"/>
                <a:cs typeface="Arial"/>
              </a:defRPr>
            </a:lvl6pPr>
            <a:lvl7pPr algn="l">
              <a:defRPr sz="3525" b="1">
                <a:solidFill>
                  <a:srgbClr val="17223B"/>
                </a:solidFill>
                <a:latin typeface="Arial"/>
                <a:ea typeface="Arial"/>
                <a:cs typeface="Arial"/>
              </a:defRPr>
            </a:lvl7pPr>
            <a:lvl8pPr algn="l">
              <a:defRPr sz="3525" b="1">
                <a:solidFill>
                  <a:srgbClr val="17223B"/>
                </a:solidFill>
                <a:latin typeface="Arial"/>
                <a:ea typeface="Arial"/>
                <a:cs typeface="Arial"/>
              </a:defRPr>
            </a:lvl8pPr>
            <a:lvl9pPr algn="l">
              <a:defRPr sz="3525" b="1">
                <a:solidFill>
                  <a:srgbClr val="17223B"/>
                </a:solidFill>
                <a:latin typeface="Arial"/>
                <a:ea typeface="Arial"/>
                <a:cs typeface="Arial"/>
              </a:defRPr>
            </a:lvl9pPr>
          </a:lstStyle>
          <a:p xmlns:a="http://schemas.openxmlformats.org/drawingml/2006/main">
            <a:pPr algn="l">
              <a:defRPr sz="3525" b="1">
                <a:solidFill>
                  <a:srgbClr val="17223B"/>
                </a:solidFill>
                <a:latin typeface="Arial"/>
                <a:ea typeface="Arial"/>
                <a:cs typeface="Arial"/>
              </a:defRPr>
            </a:pPr>
            <a:r>
              <a:rPr sz="3525" b="1">
                <a:solidFill>
                  <a:srgbClr val="17223B"/>
                </a:solidFill>
                <a:latin typeface="Arial"/>
                <a:ea typeface="Arial"/>
                <a:cs typeface="Arial"/>
              </a:rPr>
              <a:t>A fair decision needs…</a:t>
            </a:r>
          </a:p>
        </p:txBody>
      </p:sp>
      <p:sp>
        <p:nvSpPr>
          <p:cNvPr id="13" name="Discussion prompt">
            <a:extLst xmlns:a="http://schemas.openxmlformats.org/drawingml/2006/main">
              <a:ext uri="{FF2B5EF4-FFF2-40B4-BE49-F238E27FC236}">
                <a16:creationId xmlns:a16="http://schemas.microsoft.com/office/drawing/2014/main" id="{7658A169-7EAD-4ECA-9AA2-C3B7FD9E34B4}"/>
              </a:ext>
            </a:extLst>
          </p:cNvPr>
          <p:cNvSpPr>
            <a:spLocks xmlns:a="http://schemas.openxmlformats.org/drawingml/2006/main" noGrp="1"/>
          </p:cNvSpPr>
          <p:nvPr/>
        </p:nvSpPr>
        <p:spPr>
          <a:xfrm xmlns:a="http://schemas.openxmlformats.org/drawingml/2006/main">
            <a:off x="514350" y="2095500"/>
            <a:ext cx="11163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75" b="0">
                <a:solidFill>
                  <a:srgbClr val="17223B"/>
                </a:solidFill>
                <a:latin typeface="Arial"/>
                <a:ea typeface="Arial"/>
                <a:cs typeface="Arial"/>
              </a:defRPr>
            </a:defPPr>
            <a:lvl1pPr algn="l">
              <a:defRPr sz="2475" b="0">
                <a:solidFill>
                  <a:srgbClr val="17223B"/>
                </a:solidFill>
                <a:latin typeface="Arial"/>
                <a:ea typeface="Arial"/>
                <a:cs typeface="Arial"/>
              </a:defRPr>
            </a:lvl1pPr>
            <a:lvl2pPr algn="l">
              <a:defRPr sz="2475" b="0">
                <a:solidFill>
                  <a:srgbClr val="17223B"/>
                </a:solidFill>
                <a:latin typeface="Arial"/>
                <a:ea typeface="Arial"/>
                <a:cs typeface="Arial"/>
              </a:defRPr>
            </a:lvl2pPr>
            <a:lvl3pPr algn="l">
              <a:defRPr sz="2475" b="0">
                <a:solidFill>
                  <a:srgbClr val="17223B"/>
                </a:solidFill>
                <a:latin typeface="Arial"/>
                <a:ea typeface="Arial"/>
                <a:cs typeface="Arial"/>
              </a:defRPr>
            </a:lvl3pPr>
            <a:lvl4pPr algn="l">
              <a:defRPr sz="2475" b="0">
                <a:solidFill>
                  <a:srgbClr val="17223B"/>
                </a:solidFill>
                <a:latin typeface="Arial"/>
                <a:ea typeface="Arial"/>
                <a:cs typeface="Arial"/>
              </a:defRPr>
            </a:lvl4pPr>
            <a:lvl5pPr algn="l">
              <a:defRPr sz="2475" b="0">
                <a:solidFill>
                  <a:srgbClr val="17223B"/>
                </a:solidFill>
                <a:latin typeface="Arial"/>
                <a:ea typeface="Arial"/>
                <a:cs typeface="Arial"/>
              </a:defRPr>
            </a:lvl5pPr>
            <a:lvl6pPr algn="l">
              <a:defRPr sz="2475" b="0">
                <a:solidFill>
                  <a:srgbClr val="17223B"/>
                </a:solidFill>
                <a:latin typeface="Arial"/>
                <a:ea typeface="Arial"/>
                <a:cs typeface="Arial"/>
              </a:defRPr>
            </a:lvl6pPr>
            <a:lvl7pPr algn="l">
              <a:defRPr sz="2475" b="0">
                <a:solidFill>
                  <a:srgbClr val="17223B"/>
                </a:solidFill>
                <a:latin typeface="Arial"/>
                <a:ea typeface="Arial"/>
                <a:cs typeface="Arial"/>
              </a:defRPr>
            </a:lvl7pPr>
            <a:lvl8pPr algn="l">
              <a:defRPr sz="2475" b="0">
                <a:solidFill>
                  <a:srgbClr val="17223B"/>
                </a:solidFill>
                <a:latin typeface="Arial"/>
                <a:ea typeface="Arial"/>
                <a:cs typeface="Arial"/>
              </a:defRPr>
            </a:lvl8pPr>
            <a:lvl9pPr algn="l">
              <a:defRPr sz="2475" b="0">
                <a:solidFill>
                  <a:srgbClr val="17223B"/>
                </a:solidFill>
                <a:latin typeface="Arial"/>
                <a:ea typeface="Arial"/>
                <a:cs typeface="Arial"/>
              </a:defRPr>
            </a:lvl9pPr>
          </a:lstStyle>
          <a:p xmlns:a="http://schemas.openxmlformats.org/drawingml/2006/main">
            <a:pPr algn="l">
              <a:defRPr sz="2475" b="0">
                <a:solidFill>
                  <a:srgbClr val="17223B"/>
                </a:solidFill>
                <a:latin typeface="Arial"/>
                <a:ea typeface="Arial"/>
                <a:cs typeface="Arial"/>
              </a:defRPr>
            </a:pPr>
            <a:r>
              <a:rPr sz="2475" b="0">
                <a:solidFill>
                  <a:srgbClr val="17223B"/>
                </a:solidFill>
                <a:latin typeface="Arial"/>
                <a:ea typeface="Arial"/>
                <a:cs typeface="Arial"/>
              </a:rPr>
              <a:t>Choose the two useful ideas.</a:t>
            </a:r>
          </a:p>
        </p:txBody>
      </p:sp>
      <p:sp>
        <p:nvSpPr>
          <p:cNvPr id="14" name="">
            <a:extLst xmlns:a="http://schemas.openxmlformats.org/drawingml/2006/main">
              <a:ext uri="{FF2B5EF4-FFF2-40B4-BE49-F238E27FC236}">
                <a16:creationId xmlns:a16="http://schemas.microsoft.com/office/drawing/2014/main" id="{60A1F69E-2FC5-464E-8E48-CB9683C65623}"/>
              </a:ext>
            </a:extLst>
          </p:cNvPr>
          <p:cNvSpPr>
            <a:spLocks xmlns:a="http://schemas.openxmlformats.org/drawingml/2006/main" noGrp="1"/>
          </p:cNvSpPr>
          <p:nvPr/>
        </p:nvSpPr>
        <p:spPr>
          <a:xfrm xmlns:a="http://schemas.openxmlformats.org/drawingml/2006/main">
            <a:off x="523875" y="31337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01</a:t>
            </a:r>
          </a:p>
        </p:txBody>
      </p:sp>
      <p:sp>
        <p:nvSpPr>
          <p:cNvPr id="15" name="Option 1">
            <a:extLst xmlns:a="http://schemas.openxmlformats.org/drawingml/2006/main">
              <a:ext uri="{FF2B5EF4-FFF2-40B4-BE49-F238E27FC236}">
                <a16:creationId xmlns:a16="http://schemas.microsoft.com/office/drawing/2014/main" id="{E93C9C99-AAD8-4613-AE4F-CEAB270AEC48}"/>
              </a:ext>
            </a:extLst>
          </p:cNvPr>
          <p:cNvSpPr>
            <a:spLocks xmlns:a="http://schemas.openxmlformats.org/drawingml/2006/main" noGrp="1"/>
          </p:cNvSpPr>
          <p:nvPr/>
        </p:nvSpPr>
        <p:spPr>
          <a:xfrm xmlns:a="http://schemas.openxmlformats.org/drawingml/2006/main">
            <a:off x="1219200" y="31337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Evidence</a:t>
            </a:r>
          </a:p>
        </p:txBody>
      </p:sp>
      <p:sp>
        <p:nvSpPr>
          <p:cNvPr id="16" name="">
            <a:extLst xmlns:a="http://schemas.openxmlformats.org/drawingml/2006/main">
              <a:ext uri="{FF2B5EF4-FFF2-40B4-BE49-F238E27FC236}">
                <a16:creationId xmlns:a16="http://schemas.microsoft.com/office/drawing/2014/main" id="{222CF084-3F69-451E-BEE9-9EC23BF0EB3F}"/>
              </a:ext>
            </a:extLst>
          </p:cNvPr>
          <p:cNvSpPr>
            <a:spLocks xmlns:a="http://schemas.openxmlformats.org/drawingml/2006/main" noGrp="1"/>
          </p:cNvSpPr>
          <p:nvPr/>
        </p:nvSpPr>
        <p:spPr>
          <a:xfrm xmlns:a="http://schemas.openxmlformats.org/drawingml/2006/main">
            <a:off x="552450" y="4029075"/>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2A99ECC-22DA-44C2-847E-FC55591B76AE}"/>
              </a:ext>
            </a:extLst>
          </p:cNvPr>
          <p:cNvSpPr>
            <a:spLocks xmlns:a="http://schemas.openxmlformats.org/drawingml/2006/main" noGrp="1"/>
          </p:cNvSpPr>
          <p:nvPr/>
        </p:nvSpPr>
        <p:spPr>
          <a:xfrm xmlns:a="http://schemas.openxmlformats.org/drawingml/2006/main">
            <a:off x="523875" y="40481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02</a:t>
            </a:r>
          </a:p>
        </p:txBody>
      </p:sp>
      <p:sp>
        <p:nvSpPr>
          <p:cNvPr id="18" name="Option 2">
            <a:extLst xmlns:a="http://schemas.openxmlformats.org/drawingml/2006/main">
              <a:ext uri="{FF2B5EF4-FFF2-40B4-BE49-F238E27FC236}">
                <a16:creationId xmlns:a16="http://schemas.microsoft.com/office/drawing/2014/main" id="{40A4B36E-5A35-4C92-AFE4-EBEB0B9A9A81}"/>
              </a:ext>
            </a:extLst>
          </p:cNvPr>
          <p:cNvSpPr>
            <a:spLocks xmlns:a="http://schemas.openxmlformats.org/drawingml/2006/main" noGrp="1"/>
          </p:cNvSpPr>
          <p:nvPr/>
        </p:nvSpPr>
        <p:spPr>
          <a:xfrm xmlns:a="http://schemas.openxmlformats.org/drawingml/2006/main">
            <a:off x="1219200" y="40481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Being popular</a:t>
            </a:r>
          </a:p>
        </p:txBody>
      </p:sp>
      <p:sp>
        <p:nvSpPr>
          <p:cNvPr id="19" name="">
            <a:extLst xmlns:a="http://schemas.openxmlformats.org/drawingml/2006/main">
              <a:ext uri="{FF2B5EF4-FFF2-40B4-BE49-F238E27FC236}">
                <a16:creationId xmlns:a16="http://schemas.microsoft.com/office/drawing/2014/main" id="{C1C6979E-C311-43C9-B168-E9E2E438EE54}"/>
              </a:ext>
            </a:extLst>
          </p:cNvPr>
          <p:cNvSpPr>
            <a:spLocks xmlns:a="http://schemas.openxmlformats.org/drawingml/2006/main" noGrp="1"/>
          </p:cNvSpPr>
          <p:nvPr/>
        </p:nvSpPr>
        <p:spPr>
          <a:xfrm xmlns:a="http://schemas.openxmlformats.org/drawingml/2006/main">
            <a:off x="552450" y="4943475"/>
            <a:ext cx="10953750" cy="9525"/>
          </a:xfrm>
          <a:prstGeom xmlns:a="http://schemas.openxmlformats.org/drawingml/2006/main" prst="rect">
            <a:avLst/>
          </a:prstGeom>
          <a:solidFill xmlns:a="http://schemas.openxmlformats.org/drawingml/2006/main">
            <a:srgbClr val="D5D9D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ECCE263-6D36-4F54-930C-D9955E6FF6EB}"/>
              </a:ext>
            </a:extLst>
          </p:cNvPr>
          <p:cNvSpPr>
            <a:spLocks xmlns:a="http://schemas.openxmlformats.org/drawingml/2006/main" noGrp="1"/>
          </p:cNvSpPr>
          <p:nvPr/>
        </p:nvSpPr>
        <p:spPr>
          <a:xfrm xmlns:a="http://schemas.openxmlformats.org/drawingml/2006/main">
            <a:off x="523875" y="4962525"/>
            <a:ext cx="52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36650"/>
                </a:solidFill>
                <a:latin typeface="Arial"/>
                <a:ea typeface="Arial"/>
                <a:cs typeface="Arial"/>
              </a:defRPr>
            </a:defPPr>
            <a:lvl1pPr algn="l">
              <a:defRPr sz="1875" b="1">
                <a:solidFill>
                  <a:srgbClr val="236650"/>
                </a:solidFill>
                <a:latin typeface="Arial"/>
                <a:ea typeface="Arial"/>
                <a:cs typeface="Arial"/>
              </a:defRPr>
            </a:lvl1pPr>
            <a:lvl2pPr algn="l">
              <a:defRPr sz="1875" b="1">
                <a:solidFill>
                  <a:srgbClr val="236650"/>
                </a:solidFill>
                <a:latin typeface="Arial"/>
                <a:ea typeface="Arial"/>
                <a:cs typeface="Arial"/>
              </a:defRPr>
            </a:lvl2pPr>
            <a:lvl3pPr algn="l">
              <a:defRPr sz="1875" b="1">
                <a:solidFill>
                  <a:srgbClr val="236650"/>
                </a:solidFill>
                <a:latin typeface="Arial"/>
                <a:ea typeface="Arial"/>
                <a:cs typeface="Arial"/>
              </a:defRPr>
            </a:lvl3pPr>
            <a:lvl4pPr algn="l">
              <a:defRPr sz="1875" b="1">
                <a:solidFill>
                  <a:srgbClr val="236650"/>
                </a:solidFill>
                <a:latin typeface="Arial"/>
                <a:ea typeface="Arial"/>
                <a:cs typeface="Arial"/>
              </a:defRPr>
            </a:lvl4pPr>
            <a:lvl5pPr algn="l">
              <a:defRPr sz="1875" b="1">
                <a:solidFill>
                  <a:srgbClr val="236650"/>
                </a:solidFill>
                <a:latin typeface="Arial"/>
                <a:ea typeface="Arial"/>
                <a:cs typeface="Arial"/>
              </a:defRPr>
            </a:lvl5pPr>
            <a:lvl6pPr algn="l">
              <a:defRPr sz="1875" b="1">
                <a:solidFill>
                  <a:srgbClr val="236650"/>
                </a:solidFill>
                <a:latin typeface="Arial"/>
                <a:ea typeface="Arial"/>
                <a:cs typeface="Arial"/>
              </a:defRPr>
            </a:lvl6pPr>
            <a:lvl7pPr algn="l">
              <a:defRPr sz="1875" b="1">
                <a:solidFill>
                  <a:srgbClr val="236650"/>
                </a:solidFill>
                <a:latin typeface="Arial"/>
                <a:ea typeface="Arial"/>
                <a:cs typeface="Arial"/>
              </a:defRPr>
            </a:lvl7pPr>
            <a:lvl8pPr algn="l">
              <a:defRPr sz="1875" b="1">
                <a:solidFill>
                  <a:srgbClr val="236650"/>
                </a:solidFill>
                <a:latin typeface="Arial"/>
                <a:ea typeface="Arial"/>
                <a:cs typeface="Arial"/>
              </a:defRPr>
            </a:lvl8pPr>
            <a:lvl9pPr algn="l">
              <a:defRPr sz="1875" b="1">
                <a:solidFill>
                  <a:srgbClr val="236650"/>
                </a:solidFill>
                <a:latin typeface="Arial"/>
                <a:ea typeface="Arial"/>
                <a:cs typeface="Arial"/>
              </a:defRPr>
            </a:lvl9pPr>
          </a:lstStyle>
          <a:p xmlns:a="http://schemas.openxmlformats.org/drawingml/2006/main">
            <a:pPr algn="l">
              <a:defRPr sz="1875" b="1">
                <a:solidFill>
                  <a:srgbClr val="236650"/>
                </a:solidFill>
                <a:latin typeface="Arial"/>
                <a:ea typeface="Arial"/>
                <a:cs typeface="Arial"/>
              </a:defRPr>
            </a:pPr>
            <a:r>
              <a:rPr sz="1875" b="1">
                <a:solidFill>
                  <a:srgbClr val="236650"/>
                </a:solidFill>
                <a:latin typeface="Arial"/>
                <a:ea typeface="Arial"/>
                <a:cs typeface="Arial"/>
              </a:rPr>
              <a:t>03</a:t>
            </a:r>
          </a:p>
        </p:txBody>
      </p:sp>
      <p:sp>
        <p:nvSpPr>
          <p:cNvPr id="21" name="Option 3">
            <a:extLst xmlns:a="http://schemas.openxmlformats.org/drawingml/2006/main">
              <a:ext uri="{FF2B5EF4-FFF2-40B4-BE49-F238E27FC236}">
                <a16:creationId xmlns:a16="http://schemas.microsoft.com/office/drawing/2014/main" id="{285D1338-D120-4B10-B85D-8A149EA6A091}"/>
              </a:ext>
            </a:extLst>
          </p:cNvPr>
          <p:cNvSpPr>
            <a:spLocks xmlns:a="http://schemas.openxmlformats.org/drawingml/2006/main" noGrp="1"/>
          </p:cNvSpPr>
          <p:nvPr/>
        </p:nvSpPr>
        <p:spPr>
          <a:xfrm xmlns:a="http://schemas.openxmlformats.org/drawingml/2006/main">
            <a:off x="1219200" y="4962525"/>
            <a:ext cx="1042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17223B"/>
                </a:solidFill>
                <a:latin typeface="Arial"/>
                <a:ea typeface="Arial"/>
                <a:cs typeface="Arial"/>
              </a:defRPr>
            </a:defPPr>
            <a:lvl1pPr algn="l">
              <a:defRPr sz="2550" b="0">
                <a:solidFill>
                  <a:srgbClr val="17223B"/>
                </a:solidFill>
                <a:latin typeface="Arial"/>
                <a:ea typeface="Arial"/>
                <a:cs typeface="Arial"/>
              </a:defRPr>
            </a:lvl1pPr>
            <a:lvl2pPr algn="l">
              <a:defRPr sz="2550" b="0">
                <a:solidFill>
                  <a:srgbClr val="17223B"/>
                </a:solidFill>
                <a:latin typeface="Arial"/>
                <a:ea typeface="Arial"/>
                <a:cs typeface="Arial"/>
              </a:defRPr>
            </a:lvl2pPr>
            <a:lvl3pPr algn="l">
              <a:defRPr sz="2550" b="0">
                <a:solidFill>
                  <a:srgbClr val="17223B"/>
                </a:solidFill>
                <a:latin typeface="Arial"/>
                <a:ea typeface="Arial"/>
                <a:cs typeface="Arial"/>
              </a:defRPr>
            </a:lvl3pPr>
            <a:lvl4pPr algn="l">
              <a:defRPr sz="2550" b="0">
                <a:solidFill>
                  <a:srgbClr val="17223B"/>
                </a:solidFill>
                <a:latin typeface="Arial"/>
                <a:ea typeface="Arial"/>
                <a:cs typeface="Arial"/>
              </a:defRPr>
            </a:lvl4pPr>
            <a:lvl5pPr algn="l">
              <a:defRPr sz="2550" b="0">
                <a:solidFill>
                  <a:srgbClr val="17223B"/>
                </a:solidFill>
                <a:latin typeface="Arial"/>
                <a:ea typeface="Arial"/>
                <a:cs typeface="Arial"/>
              </a:defRPr>
            </a:lvl5pPr>
            <a:lvl6pPr algn="l">
              <a:defRPr sz="2550" b="0">
                <a:solidFill>
                  <a:srgbClr val="17223B"/>
                </a:solidFill>
                <a:latin typeface="Arial"/>
                <a:ea typeface="Arial"/>
                <a:cs typeface="Arial"/>
              </a:defRPr>
            </a:lvl6pPr>
            <a:lvl7pPr algn="l">
              <a:defRPr sz="2550" b="0">
                <a:solidFill>
                  <a:srgbClr val="17223B"/>
                </a:solidFill>
                <a:latin typeface="Arial"/>
                <a:ea typeface="Arial"/>
                <a:cs typeface="Arial"/>
              </a:defRPr>
            </a:lvl7pPr>
            <a:lvl8pPr algn="l">
              <a:defRPr sz="2550" b="0">
                <a:solidFill>
                  <a:srgbClr val="17223B"/>
                </a:solidFill>
                <a:latin typeface="Arial"/>
                <a:ea typeface="Arial"/>
                <a:cs typeface="Arial"/>
              </a:defRPr>
            </a:lvl8pPr>
            <a:lvl9pPr algn="l">
              <a:defRPr sz="2550" b="0">
                <a:solidFill>
                  <a:srgbClr val="17223B"/>
                </a:solidFill>
                <a:latin typeface="Arial"/>
                <a:ea typeface="Arial"/>
                <a:cs typeface="Arial"/>
              </a:defRPr>
            </a:lvl9pPr>
          </a:lstStyle>
          <a:p xmlns:a="http://schemas.openxmlformats.org/drawingml/2006/main">
            <a:pPr algn="l">
              <a:defRPr sz="2550" b="0">
                <a:solidFill>
                  <a:srgbClr val="17223B"/>
                </a:solidFill>
                <a:latin typeface="Arial"/>
                <a:ea typeface="Arial"/>
                <a:cs typeface="Arial"/>
              </a:defRPr>
            </a:pPr>
            <a:r>
              <a:rPr sz="2550" b="0">
                <a:solidFill>
                  <a:srgbClr val="17223B"/>
                </a:solidFill>
                <a:latin typeface="Arial"/>
                <a:ea typeface="Arial"/>
                <a:cs typeface="Arial"/>
              </a:rPr>
              <a:t>A chance to be heard</a:t>
            </a:r>
          </a:p>
        </p:txBody>
      </p:sp>
    </p:spTree>
    <p:extLst>
      <p:ext uri="{BB962C8B-B14F-4D97-AF65-F5344CB8AC3E}">
        <p14:creationId xmlns:p14="http://schemas.microsoft.com/office/powerpoint/2010/main" val="1129240204"/>
      </p:ext>
    </p:extLst>
  </p:cSld>
</p:sld>
</file>

<file path=ppt/slides/slide19.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C56F615-8468-4AF0-95B7-354D4F039466}"/>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4E99CBB7-B341-479A-85D3-AF1E0A25BA04}"/>
              </a:ext>
            </a:extLst>
          </p:cNvPr>
          <p:cNvPicPr>
            <a:picLocks xmlns:a="http://schemas.openxmlformats.org/drawingml/2006/main" noChangeAspect="1"/>
          </p:cNvPicPr>
          <p:nvPr/>
        </p:nvPicPr>
        <p:blipFill>
          <a:blip xmlns:r="http://schemas.openxmlformats.org/officeDocument/2006/relationships" xmlns:a="http://schemas.openxmlformats.org/drawingml/2006/main" r:embed="R54a5663a8bc64306"/>
          <a:stretch xmlns:a="http://schemas.openxmlformats.org/drawingml/2006/main"/>
        </p:blipFill>
        <p:spPr>
          <a:xfrm xmlns:a="http://schemas.openxmlformats.org/drawingml/2006/main">
            <a:off x="266700" y="114300"/>
            <a:ext cx="514350" cy="514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DC69B0C-68AF-43B4-986B-B46C61839A86}"/>
              </a:ext>
            </a:extLst>
          </p:cNvPr>
          <p:cNvSpPr>
            <a:spLocks xmlns:a="http://schemas.openxmlformats.org/drawingml/2006/main" noGrp="1"/>
          </p:cNvSpPr>
          <p:nvPr/>
        </p:nvSpPr>
        <p:spPr>
          <a:xfrm xmlns:a="http://schemas.openxmlformats.org/drawingml/2006/main">
            <a:off x="914400" y="1428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7223B"/>
                </a:solidFill>
                <a:latin typeface="Arial"/>
                <a:ea typeface="Arial"/>
                <a:cs typeface="Arial"/>
              </a:defRPr>
            </a:defPPr>
            <a:lvl1pPr algn="l">
              <a:defRPr sz="1500" b="1">
                <a:solidFill>
                  <a:srgbClr val="17223B"/>
                </a:solidFill>
                <a:latin typeface="Arial"/>
                <a:ea typeface="Arial"/>
                <a:cs typeface="Arial"/>
              </a:defRPr>
            </a:lvl1pPr>
            <a:lvl2pPr algn="l">
              <a:defRPr sz="1500" b="1">
                <a:solidFill>
                  <a:srgbClr val="17223B"/>
                </a:solidFill>
                <a:latin typeface="Arial"/>
                <a:ea typeface="Arial"/>
                <a:cs typeface="Arial"/>
              </a:defRPr>
            </a:lvl2pPr>
            <a:lvl3pPr algn="l">
              <a:defRPr sz="1500" b="1">
                <a:solidFill>
                  <a:srgbClr val="17223B"/>
                </a:solidFill>
                <a:latin typeface="Arial"/>
                <a:ea typeface="Arial"/>
                <a:cs typeface="Arial"/>
              </a:defRPr>
            </a:lvl3pPr>
            <a:lvl4pPr algn="l">
              <a:defRPr sz="1500" b="1">
                <a:solidFill>
                  <a:srgbClr val="17223B"/>
                </a:solidFill>
                <a:latin typeface="Arial"/>
                <a:ea typeface="Arial"/>
                <a:cs typeface="Arial"/>
              </a:defRPr>
            </a:lvl4pPr>
            <a:lvl5pPr algn="l">
              <a:defRPr sz="1500" b="1">
                <a:solidFill>
                  <a:srgbClr val="17223B"/>
                </a:solidFill>
                <a:latin typeface="Arial"/>
                <a:ea typeface="Arial"/>
                <a:cs typeface="Arial"/>
              </a:defRPr>
            </a:lvl5pPr>
            <a:lvl6pPr algn="l">
              <a:defRPr sz="1500" b="1">
                <a:solidFill>
                  <a:srgbClr val="17223B"/>
                </a:solidFill>
                <a:latin typeface="Arial"/>
                <a:ea typeface="Arial"/>
                <a:cs typeface="Arial"/>
              </a:defRPr>
            </a:lvl6pPr>
            <a:lvl7pPr algn="l">
              <a:defRPr sz="1500" b="1">
                <a:solidFill>
                  <a:srgbClr val="17223B"/>
                </a:solidFill>
                <a:latin typeface="Arial"/>
                <a:ea typeface="Arial"/>
                <a:cs typeface="Arial"/>
              </a:defRPr>
            </a:lvl7pPr>
            <a:lvl8pPr algn="l">
              <a:defRPr sz="1500" b="1">
                <a:solidFill>
                  <a:srgbClr val="17223B"/>
                </a:solidFill>
                <a:latin typeface="Arial"/>
                <a:ea typeface="Arial"/>
                <a:cs typeface="Arial"/>
              </a:defRPr>
            </a:lvl8pPr>
            <a:lvl9pPr algn="l">
              <a:defRPr sz="1500" b="1">
                <a:solidFill>
                  <a:srgbClr val="17223B"/>
                </a:solidFill>
                <a:latin typeface="Arial"/>
                <a:ea typeface="Arial"/>
                <a:cs typeface="Arial"/>
              </a:defRPr>
            </a:lvl9pPr>
          </a:lstStyle>
          <a:p xmlns:a="http://schemas.openxmlformats.org/drawingml/2006/main">
            <a:pPr algn="l">
              <a:defRPr sz="1500" b="1">
                <a:solidFill>
                  <a:srgbClr val="17223B"/>
                </a:solidFill>
                <a:latin typeface="Arial"/>
                <a:ea typeface="Arial"/>
                <a:cs typeface="Arial"/>
              </a:defRPr>
            </a:pPr>
            <a:r>
              <a:rPr sz="1500" b="1">
                <a:solidFill>
                  <a:srgbClr val="17223B"/>
                </a:solidFill>
                <a:latin typeface="Arial"/>
                <a:ea typeface="Arial"/>
                <a:cs typeface="Arial"/>
              </a:rPr>
              <a:t>MADE BY MATT</a:t>
            </a:r>
          </a:p>
        </p:txBody>
      </p:sp>
      <p:sp>
        <p:nvSpPr>
          <p:cNvPr id="4" name="">
            <a:extLst xmlns:a="http://schemas.openxmlformats.org/drawingml/2006/main">
              <a:ext uri="{FF2B5EF4-FFF2-40B4-BE49-F238E27FC236}">
                <a16:creationId xmlns:a16="http://schemas.microsoft.com/office/drawing/2014/main" id="{58C30C91-3E9F-4FB2-86A2-37AA450C72F3}"/>
              </a:ext>
            </a:extLst>
          </p:cNvPr>
          <p:cNvSpPr>
            <a:spLocks xmlns:a="http://schemas.openxmlformats.org/drawingml/2006/main" noGrp="1"/>
          </p:cNvSpPr>
          <p:nvPr/>
        </p:nvSpPr>
        <p:spPr>
          <a:xfrm xmlns:a="http://schemas.openxmlformats.org/drawingml/2006/main">
            <a:off x="914400" y="39052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0">
                <a:solidFill>
                  <a:srgbClr val="526074"/>
                </a:solidFill>
                <a:latin typeface="Arial"/>
                <a:ea typeface="Arial"/>
                <a:cs typeface="Arial"/>
              </a:defRPr>
            </a:defPPr>
            <a:lvl1pPr algn="l">
              <a:defRPr sz="1200" b="0">
                <a:solidFill>
                  <a:srgbClr val="526074"/>
                </a:solidFill>
                <a:latin typeface="Arial"/>
                <a:ea typeface="Arial"/>
                <a:cs typeface="Arial"/>
              </a:defRPr>
            </a:lvl1pPr>
            <a:lvl2pPr algn="l">
              <a:defRPr sz="1200" b="0">
                <a:solidFill>
                  <a:srgbClr val="526074"/>
                </a:solidFill>
                <a:latin typeface="Arial"/>
                <a:ea typeface="Arial"/>
                <a:cs typeface="Arial"/>
              </a:defRPr>
            </a:lvl2pPr>
            <a:lvl3pPr algn="l">
              <a:defRPr sz="1200" b="0">
                <a:solidFill>
                  <a:srgbClr val="526074"/>
                </a:solidFill>
                <a:latin typeface="Arial"/>
                <a:ea typeface="Arial"/>
                <a:cs typeface="Arial"/>
              </a:defRPr>
            </a:lvl3pPr>
            <a:lvl4pPr algn="l">
              <a:defRPr sz="1200" b="0">
                <a:solidFill>
                  <a:srgbClr val="526074"/>
                </a:solidFill>
                <a:latin typeface="Arial"/>
                <a:ea typeface="Arial"/>
                <a:cs typeface="Arial"/>
              </a:defRPr>
            </a:lvl4pPr>
            <a:lvl5pPr algn="l">
              <a:defRPr sz="1200" b="0">
                <a:solidFill>
                  <a:srgbClr val="526074"/>
                </a:solidFill>
                <a:latin typeface="Arial"/>
                <a:ea typeface="Arial"/>
                <a:cs typeface="Arial"/>
              </a:defRPr>
            </a:lvl5pPr>
            <a:lvl6pPr algn="l">
              <a:defRPr sz="1200" b="0">
                <a:solidFill>
                  <a:srgbClr val="526074"/>
                </a:solidFill>
                <a:latin typeface="Arial"/>
                <a:ea typeface="Arial"/>
                <a:cs typeface="Arial"/>
              </a:defRPr>
            </a:lvl6pPr>
            <a:lvl7pPr algn="l">
              <a:defRPr sz="1200" b="0">
                <a:solidFill>
                  <a:srgbClr val="526074"/>
                </a:solidFill>
                <a:latin typeface="Arial"/>
                <a:ea typeface="Arial"/>
                <a:cs typeface="Arial"/>
              </a:defRPr>
            </a:lvl7pPr>
            <a:lvl8pPr algn="l">
              <a:defRPr sz="1200" b="0">
                <a:solidFill>
                  <a:srgbClr val="526074"/>
                </a:solidFill>
                <a:latin typeface="Arial"/>
                <a:ea typeface="Arial"/>
                <a:cs typeface="Arial"/>
              </a:defRPr>
            </a:lvl8pPr>
            <a:lvl9pPr algn="l">
              <a:defRPr sz="1200" b="0">
                <a:solidFill>
                  <a:srgbClr val="526074"/>
                </a:solidFill>
                <a:latin typeface="Arial"/>
                <a:ea typeface="Arial"/>
                <a:cs typeface="Arial"/>
              </a:defRPr>
            </a:lvl9pPr>
          </a:lstStyle>
          <a:p xmlns:a="http://schemas.openxmlformats.org/drawingml/2006/main">
            <a:pPr algn="l">
              <a:defRPr sz="1200" b="0">
                <a:solidFill>
                  <a:srgbClr val="526074"/>
                </a:solidFill>
                <a:latin typeface="Arial"/>
                <a:ea typeface="Arial"/>
                <a:cs typeface="Arial"/>
              </a:defRPr>
            </a:pPr>
            <a:r>
              <a:rPr sz="1200" b="0">
                <a:solidFill>
                  <a:srgbClr val="526074"/>
                </a:solidFill>
                <a:latin typeface="Arial"/>
                <a:ea typeface="Arial"/>
                <a:cs typeface="Arial"/>
              </a:rPr>
              <a:t>Learn • Build • Explore</a:t>
            </a:r>
          </a:p>
        </p:txBody>
      </p:sp>
      <p:sp>
        <p:nvSpPr>
          <p:cNvPr id="5" name="">
            <a:extLst xmlns:a="http://schemas.openxmlformats.org/drawingml/2006/main">
              <a:ext uri="{FF2B5EF4-FFF2-40B4-BE49-F238E27FC236}">
                <a16:creationId xmlns:a16="http://schemas.microsoft.com/office/drawing/2014/main" id="{EADAC3A4-2728-4CBF-B080-D5D50F54E166}"/>
              </a:ext>
            </a:extLst>
          </p:cNvPr>
          <p:cNvSpPr>
            <a:spLocks xmlns:a="http://schemas.openxmlformats.org/drawingml/2006/main" noGrp="1"/>
          </p:cNvSpPr>
          <p:nvPr/>
        </p:nvSpPr>
        <p:spPr>
          <a:xfrm xmlns:a="http://schemas.openxmlformats.org/drawingml/2006/main">
            <a:off x="7905750" y="2286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500" b="1">
                <a:solidFill>
                  <a:srgbClr val="236650"/>
                </a:solidFill>
                <a:latin typeface="Arial"/>
                <a:ea typeface="Arial"/>
                <a:cs typeface="Arial"/>
              </a:defRPr>
            </a:defPPr>
            <a:lvl1pPr algn="r">
              <a:defRPr sz="1500" b="1">
                <a:solidFill>
                  <a:srgbClr val="236650"/>
                </a:solidFill>
                <a:latin typeface="Arial"/>
                <a:ea typeface="Arial"/>
                <a:cs typeface="Arial"/>
              </a:defRPr>
            </a:lvl1pPr>
            <a:lvl2pPr algn="r">
              <a:defRPr sz="1500" b="1">
                <a:solidFill>
                  <a:srgbClr val="236650"/>
                </a:solidFill>
                <a:latin typeface="Arial"/>
                <a:ea typeface="Arial"/>
                <a:cs typeface="Arial"/>
              </a:defRPr>
            </a:lvl2pPr>
            <a:lvl3pPr algn="r">
              <a:defRPr sz="1500" b="1">
                <a:solidFill>
                  <a:srgbClr val="236650"/>
                </a:solidFill>
                <a:latin typeface="Arial"/>
                <a:ea typeface="Arial"/>
                <a:cs typeface="Arial"/>
              </a:defRPr>
            </a:lvl3pPr>
            <a:lvl4pPr algn="r">
              <a:defRPr sz="1500" b="1">
                <a:solidFill>
                  <a:srgbClr val="236650"/>
                </a:solidFill>
                <a:latin typeface="Arial"/>
                <a:ea typeface="Arial"/>
                <a:cs typeface="Arial"/>
              </a:defRPr>
            </a:lvl4pPr>
            <a:lvl5pPr algn="r">
              <a:defRPr sz="1500" b="1">
                <a:solidFill>
                  <a:srgbClr val="236650"/>
                </a:solidFill>
                <a:latin typeface="Arial"/>
                <a:ea typeface="Arial"/>
                <a:cs typeface="Arial"/>
              </a:defRPr>
            </a:lvl5pPr>
            <a:lvl6pPr algn="r">
              <a:defRPr sz="1500" b="1">
                <a:solidFill>
                  <a:srgbClr val="236650"/>
                </a:solidFill>
                <a:latin typeface="Arial"/>
                <a:ea typeface="Arial"/>
                <a:cs typeface="Arial"/>
              </a:defRPr>
            </a:lvl6pPr>
            <a:lvl7pPr algn="r">
              <a:defRPr sz="1500" b="1">
                <a:solidFill>
                  <a:srgbClr val="236650"/>
                </a:solidFill>
                <a:latin typeface="Arial"/>
                <a:ea typeface="Arial"/>
                <a:cs typeface="Arial"/>
              </a:defRPr>
            </a:lvl7pPr>
            <a:lvl8pPr algn="r">
              <a:defRPr sz="1500" b="1">
                <a:solidFill>
                  <a:srgbClr val="236650"/>
                </a:solidFill>
                <a:latin typeface="Arial"/>
                <a:ea typeface="Arial"/>
                <a:cs typeface="Arial"/>
              </a:defRPr>
            </a:lvl8pPr>
            <a:lvl9pPr algn="r">
              <a:defRPr sz="1500" b="1">
                <a:solidFill>
                  <a:srgbClr val="236650"/>
                </a:solidFill>
                <a:latin typeface="Arial"/>
                <a:ea typeface="Arial"/>
                <a:cs typeface="Arial"/>
              </a:defRPr>
            </a:lvl9pPr>
          </a:lstStyle>
          <a:p xmlns:a="http://schemas.openxmlformats.org/drawingml/2006/main">
            <a:pPr algn="r">
              <a:defRPr sz="1500" b="1">
                <a:solidFill>
                  <a:srgbClr val="236650"/>
                </a:solidFill>
                <a:latin typeface="Arial"/>
                <a:ea typeface="Arial"/>
                <a:cs typeface="Arial"/>
              </a:defRPr>
            </a:pPr>
            <a:r>
              <a:rPr sz="1500" b="1">
                <a:solidFill>
                  <a:srgbClr val="236650"/>
                </a:solidFill>
                <a:latin typeface="Arial"/>
                <a:ea typeface="Arial"/>
                <a:cs typeface="Arial"/>
              </a:rPr>
              <a:t>BRITISH VALUES</a:t>
            </a:r>
          </a:p>
        </p:txBody>
      </p:sp>
      <p:sp>
        <p:nvSpPr>
          <p:cNvPr id="6" name="">
            <a:extLst xmlns:a="http://schemas.openxmlformats.org/drawingml/2006/main">
              <a:ext uri="{FF2B5EF4-FFF2-40B4-BE49-F238E27FC236}">
                <a16:creationId xmlns:a16="http://schemas.microsoft.com/office/drawing/2014/main" id="{681EF525-6AAF-4CAD-BA47-F8DCD05F51C8}"/>
              </a:ext>
            </a:extLst>
          </p:cNvPr>
          <p:cNvSpPr>
            <a:spLocks xmlns:a="http://schemas.openxmlformats.org/drawingml/2006/main" noGrp="1"/>
          </p:cNvSpPr>
          <p:nvPr/>
        </p:nvSpPr>
        <p:spPr>
          <a:xfrm xmlns:a="http://schemas.openxmlformats.org/drawingml/2006/main">
            <a:off x="0" y="742950"/>
            <a:ext cx="12192000" cy="400050"/>
          </a:xfrm>
          <a:prstGeom xmlns:a="http://schemas.openxmlformats.org/drawingml/2006/main" prst="rect">
            <a:avLst/>
          </a:prstGeom>
          <a:solidFill xmlns:a="http://schemas.openxmlformats.org/drawingml/2006/main">
            <a:srgbClr val="161D3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A8E8A28-92AE-46B0-995D-1BE8CB6EDF5E}"/>
              </a:ext>
            </a:extLst>
          </p:cNvPr>
          <p:cNvSpPr>
            <a:spLocks xmlns:a="http://schemas.openxmlformats.org/drawingml/2006/main" noGrp="1"/>
          </p:cNvSpPr>
          <p:nvPr/>
        </p:nvSpPr>
        <p:spPr>
          <a:xfrm xmlns:a="http://schemas.openxmlformats.org/drawingml/2006/main">
            <a:off x="304800" y="781050"/>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0">
                <a:solidFill>
                  <a:srgbClr val="FFFEF9"/>
                </a:solidFill>
                <a:latin typeface="Arial"/>
                <a:ea typeface="Arial"/>
                <a:cs typeface="Arial"/>
              </a:defRPr>
            </a:defPPr>
            <a:lvl1pPr algn="l">
              <a:defRPr sz="1425" b="0">
                <a:solidFill>
                  <a:srgbClr val="FFFEF9"/>
                </a:solidFill>
                <a:latin typeface="Arial"/>
                <a:ea typeface="Arial"/>
                <a:cs typeface="Arial"/>
              </a:defRPr>
            </a:lvl1pPr>
            <a:lvl2pPr algn="l">
              <a:defRPr sz="1425" b="0">
                <a:solidFill>
                  <a:srgbClr val="FFFEF9"/>
                </a:solidFill>
                <a:latin typeface="Arial"/>
                <a:ea typeface="Arial"/>
                <a:cs typeface="Arial"/>
              </a:defRPr>
            </a:lvl2pPr>
            <a:lvl3pPr algn="l">
              <a:defRPr sz="1425" b="0">
                <a:solidFill>
                  <a:srgbClr val="FFFEF9"/>
                </a:solidFill>
                <a:latin typeface="Arial"/>
                <a:ea typeface="Arial"/>
                <a:cs typeface="Arial"/>
              </a:defRPr>
            </a:lvl3pPr>
            <a:lvl4pPr algn="l">
              <a:defRPr sz="1425" b="0">
                <a:solidFill>
                  <a:srgbClr val="FFFEF9"/>
                </a:solidFill>
                <a:latin typeface="Arial"/>
                <a:ea typeface="Arial"/>
                <a:cs typeface="Arial"/>
              </a:defRPr>
            </a:lvl4pPr>
            <a:lvl5pPr algn="l">
              <a:defRPr sz="1425" b="0">
                <a:solidFill>
                  <a:srgbClr val="FFFEF9"/>
                </a:solidFill>
                <a:latin typeface="Arial"/>
                <a:ea typeface="Arial"/>
                <a:cs typeface="Arial"/>
              </a:defRPr>
            </a:lvl5pPr>
            <a:lvl6pPr algn="l">
              <a:defRPr sz="1425" b="0">
                <a:solidFill>
                  <a:srgbClr val="FFFEF9"/>
                </a:solidFill>
                <a:latin typeface="Arial"/>
                <a:ea typeface="Arial"/>
                <a:cs typeface="Arial"/>
              </a:defRPr>
            </a:lvl6pPr>
            <a:lvl7pPr algn="l">
              <a:defRPr sz="1425" b="0">
                <a:solidFill>
                  <a:srgbClr val="FFFEF9"/>
                </a:solidFill>
                <a:latin typeface="Arial"/>
                <a:ea typeface="Arial"/>
                <a:cs typeface="Arial"/>
              </a:defRPr>
            </a:lvl7pPr>
            <a:lvl8pPr algn="l">
              <a:defRPr sz="1425" b="0">
                <a:solidFill>
                  <a:srgbClr val="FFFEF9"/>
                </a:solidFill>
                <a:latin typeface="Arial"/>
                <a:ea typeface="Arial"/>
                <a:cs typeface="Arial"/>
              </a:defRPr>
            </a:lvl8pPr>
            <a:lvl9pPr algn="l">
              <a:defRPr sz="1425" b="0">
                <a:solidFill>
                  <a:srgbClr val="FFFEF9"/>
                </a:solidFill>
                <a:latin typeface="Arial"/>
                <a:ea typeface="Arial"/>
                <a:cs typeface="Arial"/>
              </a:defRPr>
            </a:lvl9pPr>
          </a:lstStyle>
          <a:p xmlns:a="http://schemas.openxmlformats.org/drawingml/2006/main">
            <a:pPr algn="l">
              <a:defRPr sz="1425" b="0">
                <a:solidFill>
                  <a:srgbClr val="FFFEF9"/>
                </a:solidFill>
                <a:latin typeface="Arial"/>
                <a:ea typeface="Arial"/>
                <a:cs typeface="Arial"/>
              </a:defRPr>
            </a:pPr>
            <a:r>
              <a:rPr sz="1425" b="0">
                <a:solidFill>
                  <a:srgbClr val="FFFEF9"/>
                </a:solidFill>
                <a:latin typeface="Arial"/>
                <a:ea typeface="Arial"/>
                <a:cs typeface="Arial"/>
              </a:rPr>
              <a:t>10 / 10    A fair decision needs…</a:t>
            </a:r>
          </a:p>
        </p:txBody>
      </p:sp>
      <p:sp>
        <p:nvSpPr>
          <p:cNvPr id="8" name="">
            <a:extLst xmlns:a="http://schemas.openxmlformats.org/drawingml/2006/main">
              <a:ext uri="{FF2B5EF4-FFF2-40B4-BE49-F238E27FC236}">
                <a16:creationId xmlns:a16="http://schemas.microsoft.com/office/drawing/2014/main" id="{B9D181CF-60D0-4FC7-ABA2-4ACF1B4CDE3C}"/>
              </a:ext>
            </a:extLst>
          </p:cNvPr>
          <p:cNvSpPr>
            <a:spLocks xmlns:a="http://schemas.openxmlformats.org/drawingml/2006/main" noGrp="1"/>
          </p:cNvSpPr>
          <p:nvPr/>
        </p:nvSpPr>
        <p:spPr>
          <a:xfrm xmlns:a="http://schemas.openxmlformats.org/drawingml/2006/main">
            <a:off x="10763250" y="781050"/>
            <a:ext cx="1104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425" b="0">
                <a:solidFill>
                  <a:srgbClr val="A6E5C9"/>
                </a:solidFill>
                <a:latin typeface="Arial"/>
                <a:ea typeface="Arial"/>
                <a:cs typeface="Arial"/>
              </a:defRPr>
            </a:defPPr>
            <a:lvl1pPr algn="r">
              <a:defRPr sz="1425" b="0">
                <a:solidFill>
                  <a:srgbClr val="A6E5C9"/>
                </a:solidFill>
                <a:latin typeface="Arial"/>
                <a:ea typeface="Arial"/>
                <a:cs typeface="Arial"/>
              </a:defRPr>
            </a:lvl1pPr>
            <a:lvl2pPr algn="r">
              <a:defRPr sz="1425" b="0">
                <a:solidFill>
                  <a:srgbClr val="A6E5C9"/>
                </a:solidFill>
                <a:latin typeface="Arial"/>
                <a:ea typeface="Arial"/>
                <a:cs typeface="Arial"/>
              </a:defRPr>
            </a:lvl2pPr>
            <a:lvl3pPr algn="r">
              <a:defRPr sz="1425" b="0">
                <a:solidFill>
                  <a:srgbClr val="A6E5C9"/>
                </a:solidFill>
                <a:latin typeface="Arial"/>
                <a:ea typeface="Arial"/>
                <a:cs typeface="Arial"/>
              </a:defRPr>
            </a:lvl3pPr>
            <a:lvl4pPr algn="r">
              <a:defRPr sz="1425" b="0">
                <a:solidFill>
                  <a:srgbClr val="A6E5C9"/>
                </a:solidFill>
                <a:latin typeface="Arial"/>
                <a:ea typeface="Arial"/>
                <a:cs typeface="Arial"/>
              </a:defRPr>
            </a:lvl4pPr>
            <a:lvl5pPr algn="r">
              <a:defRPr sz="1425" b="0">
                <a:solidFill>
                  <a:srgbClr val="A6E5C9"/>
                </a:solidFill>
                <a:latin typeface="Arial"/>
                <a:ea typeface="Arial"/>
                <a:cs typeface="Arial"/>
              </a:defRPr>
            </a:lvl5pPr>
            <a:lvl6pPr algn="r">
              <a:defRPr sz="1425" b="0">
                <a:solidFill>
                  <a:srgbClr val="A6E5C9"/>
                </a:solidFill>
                <a:latin typeface="Arial"/>
                <a:ea typeface="Arial"/>
                <a:cs typeface="Arial"/>
              </a:defRPr>
            </a:lvl6pPr>
            <a:lvl7pPr algn="r">
              <a:defRPr sz="1425" b="0">
                <a:solidFill>
                  <a:srgbClr val="A6E5C9"/>
                </a:solidFill>
                <a:latin typeface="Arial"/>
                <a:ea typeface="Arial"/>
                <a:cs typeface="Arial"/>
              </a:defRPr>
            </a:lvl7pPr>
            <a:lvl8pPr algn="r">
              <a:defRPr sz="1425" b="0">
                <a:solidFill>
                  <a:srgbClr val="A6E5C9"/>
                </a:solidFill>
                <a:latin typeface="Arial"/>
                <a:ea typeface="Arial"/>
                <a:cs typeface="Arial"/>
              </a:defRPr>
            </a:lvl8pPr>
            <a:lvl9pPr algn="r">
              <a:defRPr sz="1425" b="0">
                <a:solidFill>
                  <a:srgbClr val="A6E5C9"/>
                </a:solidFill>
                <a:latin typeface="Arial"/>
                <a:ea typeface="Arial"/>
                <a:cs typeface="Arial"/>
              </a:defRPr>
            </a:lvl9pPr>
          </a:lstStyle>
          <a:p xmlns:a="http://schemas.openxmlformats.org/drawingml/2006/main">
            <a:pPr algn="r">
              <a:defRPr sz="1425" b="0">
                <a:solidFill>
                  <a:srgbClr val="A6E5C9"/>
                </a:solidFill>
                <a:latin typeface="Arial"/>
                <a:ea typeface="Arial"/>
                <a:cs typeface="Arial"/>
              </a:defRPr>
            </a:pPr>
            <a:r>
              <a:rPr sz="1425" b="0">
                <a:solidFill>
                  <a:srgbClr val="A6E5C9"/>
                </a:solidFill>
                <a:latin typeface="Arial"/>
                <a:ea typeface="Arial"/>
                <a:cs typeface="Arial"/>
              </a:rPr>
              <a:t>2 min</a:t>
            </a:r>
          </a:p>
        </p:txBody>
      </p:sp>
      <p:sp>
        <p:nvSpPr>
          <p:cNvPr id="9" name="">
            <a:extLst xmlns:a="http://schemas.openxmlformats.org/drawingml/2006/main">
              <a:ext uri="{FF2B5EF4-FFF2-40B4-BE49-F238E27FC236}">
                <a16:creationId xmlns:a16="http://schemas.microsoft.com/office/drawing/2014/main" id="{FD199574-8BEE-4F86-B6A8-A6DDAC9A1C76}"/>
              </a:ext>
            </a:extLst>
          </p:cNvPr>
          <p:cNvSpPr>
            <a:spLocks xmlns:a="http://schemas.openxmlformats.org/drawingml/2006/main" noGrp="1"/>
          </p:cNvSpPr>
          <p:nvPr/>
        </p:nvSpPr>
        <p:spPr>
          <a:xfrm xmlns:a="http://schemas.openxmlformats.org/drawingml/2006/main">
            <a:off x="0" y="6467475"/>
            <a:ext cx="12192000" cy="390525"/>
          </a:xfrm>
          <a:prstGeom xmlns:a="http://schemas.openxmlformats.org/drawingml/2006/main" prst="rect">
            <a:avLst/>
          </a:prstGeom>
          <a:solidFill xmlns:a="http://schemas.openxmlformats.org/drawingml/2006/main">
            <a:srgbClr val="FFFEF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3BD0AB7-DA11-4DED-AE04-DB1D7C9B59F5}"/>
              </a:ext>
            </a:extLst>
          </p:cNvPr>
          <p:cNvSpPr>
            <a:spLocks xmlns:a="http://schemas.openxmlformats.org/drawingml/2006/main" noGrp="1"/>
          </p:cNvSpPr>
          <p:nvPr/>
        </p:nvSpPr>
        <p:spPr>
          <a:xfrm xmlns:a="http://schemas.openxmlformats.org/drawingml/2006/main">
            <a:off x="304800" y="65246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0">
                <a:solidFill>
                  <a:srgbClr val="526074"/>
                </a:solidFill>
                <a:latin typeface="Arial"/>
                <a:ea typeface="Arial"/>
                <a:cs typeface="Arial"/>
              </a:defRPr>
            </a:defPPr>
            <a:lvl1pPr algn="l">
              <a:defRPr sz="1050" b="0">
                <a:solidFill>
                  <a:srgbClr val="526074"/>
                </a:solidFill>
                <a:latin typeface="Arial"/>
                <a:ea typeface="Arial"/>
                <a:cs typeface="Arial"/>
              </a:defRPr>
            </a:lvl1pPr>
            <a:lvl2pPr algn="l">
              <a:defRPr sz="1050" b="0">
                <a:solidFill>
                  <a:srgbClr val="526074"/>
                </a:solidFill>
                <a:latin typeface="Arial"/>
                <a:ea typeface="Arial"/>
                <a:cs typeface="Arial"/>
              </a:defRPr>
            </a:lvl2pPr>
            <a:lvl3pPr algn="l">
              <a:defRPr sz="1050" b="0">
                <a:solidFill>
                  <a:srgbClr val="526074"/>
                </a:solidFill>
                <a:latin typeface="Arial"/>
                <a:ea typeface="Arial"/>
                <a:cs typeface="Arial"/>
              </a:defRPr>
            </a:lvl3pPr>
            <a:lvl4pPr algn="l">
              <a:defRPr sz="1050" b="0">
                <a:solidFill>
                  <a:srgbClr val="526074"/>
                </a:solidFill>
                <a:latin typeface="Arial"/>
                <a:ea typeface="Arial"/>
                <a:cs typeface="Arial"/>
              </a:defRPr>
            </a:lvl4pPr>
            <a:lvl5pPr algn="l">
              <a:defRPr sz="1050" b="0">
                <a:solidFill>
                  <a:srgbClr val="526074"/>
                </a:solidFill>
                <a:latin typeface="Arial"/>
                <a:ea typeface="Arial"/>
                <a:cs typeface="Arial"/>
              </a:defRPr>
            </a:lvl5pPr>
            <a:lvl6pPr algn="l">
              <a:defRPr sz="1050" b="0">
                <a:solidFill>
                  <a:srgbClr val="526074"/>
                </a:solidFill>
                <a:latin typeface="Arial"/>
                <a:ea typeface="Arial"/>
                <a:cs typeface="Arial"/>
              </a:defRPr>
            </a:lvl6pPr>
            <a:lvl7pPr algn="l">
              <a:defRPr sz="1050" b="0">
                <a:solidFill>
                  <a:srgbClr val="526074"/>
                </a:solidFill>
                <a:latin typeface="Arial"/>
                <a:ea typeface="Arial"/>
                <a:cs typeface="Arial"/>
              </a:defRPr>
            </a:lvl7pPr>
            <a:lvl8pPr algn="l">
              <a:defRPr sz="1050" b="0">
                <a:solidFill>
                  <a:srgbClr val="526074"/>
                </a:solidFill>
                <a:latin typeface="Arial"/>
                <a:ea typeface="Arial"/>
                <a:cs typeface="Arial"/>
              </a:defRPr>
            </a:lvl8pPr>
            <a:lvl9pPr algn="l">
              <a:defRPr sz="1050" b="0">
                <a:solidFill>
                  <a:srgbClr val="526074"/>
                </a:solidFill>
                <a:latin typeface="Arial"/>
                <a:ea typeface="Arial"/>
                <a:cs typeface="Arial"/>
              </a:defRPr>
            </a:lvl9pPr>
          </a:lstStyle>
          <a:p xmlns:a="http://schemas.openxmlformats.org/drawingml/2006/main">
            <a:pPr algn="l">
              <a:defRPr sz="1050" b="0">
                <a:solidFill>
                  <a:srgbClr val="526074"/>
                </a:solidFill>
                <a:latin typeface="Arial"/>
                <a:ea typeface="Arial"/>
                <a:cs typeface="Arial"/>
              </a:defRPr>
            </a:pPr>
            <a:r>
              <a:rPr sz="1050" b="0">
                <a:solidFill>
                  <a:srgbClr val="526074"/>
                </a:solidFill>
                <a:latin typeface="Arial"/>
                <a:ea typeface="Arial"/>
                <a:cs typeface="Arial"/>
              </a:rPr>
              <a:t>ASSEMBLY-RULE-OF-LAW</a:t>
            </a:r>
          </a:p>
        </p:txBody>
      </p:sp>
      <p:sp>
        <p:nvSpPr>
          <p:cNvPr id="11" name="">
            <a:extLst xmlns:a="http://schemas.openxmlformats.org/drawingml/2006/main">
              <a:ext uri="{FF2B5EF4-FFF2-40B4-BE49-F238E27FC236}">
                <a16:creationId xmlns:a16="http://schemas.microsoft.com/office/drawing/2014/main" id="{B9A55608-40E0-469A-A448-50613F5316D0}"/>
              </a:ext>
            </a:extLst>
          </p:cNvPr>
          <p:cNvSpPr>
            <a:spLocks xmlns:a="http://schemas.openxmlformats.org/drawingml/2006/main" noGrp="1"/>
          </p:cNvSpPr>
          <p:nvPr/>
        </p:nvSpPr>
        <p:spPr>
          <a:xfrm xmlns:a="http://schemas.openxmlformats.org/drawingml/2006/main">
            <a:off x="7620000" y="6524625"/>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074"/>
                </a:solidFill>
                <a:latin typeface="Arial"/>
                <a:ea typeface="Arial"/>
                <a:cs typeface="Arial"/>
              </a:defRPr>
            </a:defPPr>
            <a:lvl1pPr algn="r">
              <a:defRPr sz="1200" b="0">
                <a:solidFill>
                  <a:srgbClr val="526074"/>
                </a:solidFill>
                <a:latin typeface="Arial"/>
                <a:ea typeface="Arial"/>
                <a:cs typeface="Arial"/>
              </a:defRPr>
            </a:lvl1pPr>
            <a:lvl2pPr algn="r">
              <a:defRPr sz="1200" b="0">
                <a:solidFill>
                  <a:srgbClr val="526074"/>
                </a:solidFill>
                <a:latin typeface="Arial"/>
                <a:ea typeface="Arial"/>
                <a:cs typeface="Arial"/>
              </a:defRPr>
            </a:lvl2pPr>
            <a:lvl3pPr algn="r">
              <a:defRPr sz="1200" b="0">
                <a:solidFill>
                  <a:srgbClr val="526074"/>
                </a:solidFill>
                <a:latin typeface="Arial"/>
                <a:ea typeface="Arial"/>
                <a:cs typeface="Arial"/>
              </a:defRPr>
            </a:lvl3pPr>
            <a:lvl4pPr algn="r">
              <a:defRPr sz="1200" b="0">
                <a:solidFill>
                  <a:srgbClr val="526074"/>
                </a:solidFill>
                <a:latin typeface="Arial"/>
                <a:ea typeface="Arial"/>
                <a:cs typeface="Arial"/>
              </a:defRPr>
            </a:lvl4pPr>
            <a:lvl5pPr algn="r">
              <a:defRPr sz="1200" b="0">
                <a:solidFill>
                  <a:srgbClr val="526074"/>
                </a:solidFill>
                <a:latin typeface="Arial"/>
                <a:ea typeface="Arial"/>
                <a:cs typeface="Arial"/>
              </a:defRPr>
            </a:lvl5pPr>
            <a:lvl6pPr algn="r">
              <a:defRPr sz="1200" b="0">
                <a:solidFill>
                  <a:srgbClr val="526074"/>
                </a:solidFill>
                <a:latin typeface="Arial"/>
                <a:ea typeface="Arial"/>
                <a:cs typeface="Arial"/>
              </a:defRPr>
            </a:lvl6pPr>
            <a:lvl7pPr algn="r">
              <a:defRPr sz="1200" b="0">
                <a:solidFill>
                  <a:srgbClr val="526074"/>
                </a:solidFill>
                <a:latin typeface="Arial"/>
                <a:ea typeface="Arial"/>
                <a:cs typeface="Arial"/>
              </a:defRPr>
            </a:lvl7pPr>
            <a:lvl8pPr algn="r">
              <a:defRPr sz="1200" b="0">
                <a:solidFill>
                  <a:srgbClr val="526074"/>
                </a:solidFill>
                <a:latin typeface="Arial"/>
                <a:ea typeface="Arial"/>
                <a:cs typeface="Arial"/>
              </a:defRPr>
            </a:lvl8pPr>
            <a:lvl9pPr algn="r">
              <a:defRPr sz="1200" b="0">
                <a:solidFill>
                  <a:srgbClr val="526074"/>
                </a:solidFill>
                <a:latin typeface="Arial"/>
                <a:ea typeface="Arial"/>
                <a:cs typeface="Arial"/>
              </a:defRPr>
            </a:lvl9pPr>
          </a:lstStyle>
          <a:p xmlns:a="http://schemas.openxmlformats.org/drawingml/2006/main">
            <a:pPr algn="r">
              <a:defRPr sz="1200" b="0">
                <a:solidFill>
                  <a:srgbClr val="526074"/>
                </a:solidFill>
                <a:latin typeface="Arial"/>
                <a:ea typeface="Arial"/>
                <a:cs typeface="Arial"/>
              </a:defRPr>
            </a:pPr>
            <a:r>
              <a:rPr sz="1200" b="0">
                <a:solidFill>
                  <a:srgbClr val="526074"/>
                </a:solidFill>
                <a:latin typeface="Arial"/>
                <a:ea typeface="Arial"/>
                <a:cs typeface="Arial"/>
              </a:rPr>
              <a:t>Check and explain</a:t>
            </a:r>
          </a:p>
        </p:txBody>
      </p:sp>
      <p:sp>
        <p:nvSpPr>
          <p:cNvPr id="12" name="Stage heading">
            <a:extLst xmlns:a="http://schemas.openxmlformats.org/drawingml/2006/main">
              <a:ext uri="{FF2B5EF4-FFF2-40B4-BE49-F238E27FC236}">
                <a16:creationId xmlns:a16="http://schemas.microsoft.com/office/drawing/2014/main" id="{8166E407-92AD-40AC-B071-5F8D9CC37A08}"/>
              </a:ext>
            </a:extLst>
          </p:cNvPr>
          <p:cNvSpPr>
            <a:spLocks xmlns:a="http://schemas.openxmlformats.org/drawingml/2006/main" noGrp="1"/>
          </p:cNvSpPr>
          <p:nvPr/>
        </p:nvSpPr>
        <p:spPr>
          <a:xfrm xmlns:a="http://schemas.openxmlformats.org/drawingml/2006/main">
            <a:off x="495300" y="1352550"/>
            <a:ext cx="11201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525" b="1">
                <a:solidFill>
                  <a:srgbClr val="17223B"/>
                </a:solidFill>
                <a:latin typeface="Arial"/>
                <a:ea typeface="Arial"/>
                <a:cs typeface="Arial"/>
              </a:defRPr>
            </a:defPPr>
            <a:lvl1pPr algn="l">
              <a:defRPr sz="3525" b="1">
                <a:solidFill>
                  <a:srgbClr val="17223B"/>
                </a:solidFill>
                <a:latin typeface="Arial"/>
                <a:ea typeface="Arial"/>
                <a:cs typeface="Arial"/>
              </a:defRPr>
            </a:lvl1pPr>
            <a:lvl2pPr algn="l">
              <a:defRPr sz="3525" b="1">
                <a:solidFill>
                  <a:srgbClr val="17223B"/>
                </a:solidFill>
                <a:latin typeface="Arial"/>
                <a:ea typeface="Arial"/>
                <a:cs typeface="Arial"/>
              </a:defRPr>
            </a:lvl2pPr>
            <a:lvl3pPr algn="l">
              <a:defRPr sz="3525" b="1">
                <a:solidFill>
                  <a:srgbClr val="17223B"/>
                </a:solidFill>
                <a:latin typeface="Arial"/>
                <a:ea typeface="Arial"/>
                <a:cs typeface="Arial"/>
              </a:defRPr>
            </a:lvl3pPr>
            <a:lvl4pPr algn="l">
              <a:defRPr sz="3525" b="1">
                <a:solidFill>
                  <a:srgbClr val="17223B"/>
                </a:solidFill>
                <a:latin typeface="Arial"/>
                <a:ea typeface="Arial"/>
                <a:cs typeface="Arial"/>
              </a:defRPr>
            </a:lvl4pPr>
            <a:lvl5pPr algn="l">
              <a:defRPr sz="3525" b="1">
                <a:solidFill>
                  <a:srgbClr val="17223B"/>
                </a:solidFill>
                <a:latin typeface="Arial"/>
                <a:ea typeface="Arial"/>
                <a:cs typeface="Arial"/>
              </a:defRPr>
            </a:lvl5pPr>
            <a:lvl6pPr algn="l">
              <a:defRPr sz="3525" b="1">
                <a:solidFill>
                  <a:srgbClr val="17223B"/>
                </a:solidFill>
                <a:latin typeface="Arial"/>
                <a:ea typeface="Arial"/>
                <a:cs typeface="Arial"/>
              </a:defRPr>
            </a:lvl6pPr>
            <a:lvl7pPr algn="l">
              <a:defRPr sz="3525" b="1">
                <a:solidFill>
                  <a:srgbClr val="17223B"/>
                </a:solidFill>
                <a:latin typeface="Arial"/>
                <a:ea typeface="Arial"/>
                <a:cs typeface="Arial"/>
              </a:defRPr>
            </a:lvl7pPr>
            <a:lvl8pPr algn="l">
              <a:defRPr sz="3525" b="1">
                <a:solidFill>
                  <a:srgbClr val="17223B"/>
                </a:solidFill>
                <a:latin typeface="Arial"/>
                <a:ea typeface="Arial"/>
                <a:cs typeface="Arial"/>
              </a:defRPr>
            </a:lvl8pPr>
            <a:lvl9pPr algn="l">
              <a:defRPr sz="3525" b="1">
                <a:solidFill>
                  <a:srgbClr val="17223B"/>
                </a:solidFill>
                <a:latin typeface="Arial"/>
                <a:ea typeface="Arial"/>
                <a:cs typeface="Arial"/>
              </a:defRPr>
            </a:lvl9pPr>
          </a:lstStyle>
          <a:p xmlns:a="http://schemas.openxmlformats.org/drawingml/2006/main">
            <a:pPr algn="l">
              <a:defRPr sz="3525" b="1">
                <a:solidFill>
                  <a:srgbClr val="17223B"/>
                </a:solidFill>
                <a:latin typeface="Arial"/>
                <a:ea typeface="Arial"/>
                <a:cs typeface="Arial"/>
              </a:defRPr>
            </a:pPr>
            <a:r>
              <a:rPr sz="3525" b="1">
                <a:solidFill>
                  <a:srgbClr val="17223B"/>
                </a:solidFill>
                <a:latin typeface="Arial"/>
                <a:ea typeface="Arial"/>
                <a:cs typeface="Arial"/>
              </a:rPr>
              <a:t>A fair decision needs…</a:t>
            </a:r>
          </a:p>
        </p:txBody>
      </p:sp>
      <p:sp>
        <p:nvSpPr>
          <p:cNvPr id="13" name="">
            <a:extLst xmlns:a="http://schemas.openxmlformats.org/drawingml/2006/main">
              <a:ext uri="{FF2B5EF4-FFF2-40B4-BE49-F238E27FC236}">
                <a16:creationId xmlns:a16="http://schemas.microsoft.com/office/drawing/2014/main" id="{3ECA0685-F0DB-4A42-B87F-7440DA7734D7}"/>
              </a:ext>
            </a:extLst>
          </p:cNvPr>
          <p:cNvSpPr>
            <a:spLocks xmlns:a="http://schemas.openxmlformats.org/drawingml/2006/main" noGrp="1"/>
          </p:cNvSpPr>
          <p:nvPr/>
        </p:nvSpPr>
        <p:spPr>
          <a:xfrm xmlns:a="http://schemas.openxmlformats.org/drawingml/2006/main">
            <a:off x="571500" y="2514600"/>
            <a:ext cx="109537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225" b="1">
                <a:solidFill>
                  <a:srgbClr val="236650"/>
                </a:solidFill>
                <a:latin typeface="Arial"/>
                <a:ea typeface="Arial"/>
                <a:cs typeface="Arial"/>
              </a:defRPr>
            </a:defPPr>
            <a:lvl1pPr algn="l">
              <a:defRPr sz="3225" b="1">
                <a:solidFill>
                  <a:srgbClr val="236650"/>
                </a:solidFill>
                <a:latin typeface="Arial"/>
                <a:ea typeface="Arial"/>
                <a:cs typeface="Arial"/>
              </a:defRPr>
            </a:lvl1pPr>
            <a:lvl2pPr algn="l">
              <a:defRPr sz="3225" b="1">
                <a:solidFill>
                  <a:srgbClr val="236650"/>
                </a:solidFill>
                <a:latin typeface="Arial"/>
                <a:ea typeface="Arial"/>
                <a:cs typeface="Arial"/>
              </a:defRPr>
            </a:lvl2pPr>
            <a:lvl3pPr algn="l">
              <a:defRPr sz="3225" b="1">
                <a:solidFill>
                  <a:srgbClr val="236650"/>
                </a:solidFill>
                <a:latin typeface="Arial"/>
                <a:ea typeface="Arial"/>
                <a:cs typeface="Arial"/>
              </a:defRPr>
            </a:lvl3pPr>
            <a:lvl4pPr algn="l">
              <a:defRPr sz="3225" b="1">
                <a:solidFill>
                  <a:srgbClr val="236650"/>
                </a:solidFill>
                <a:latin typeface="Arial"/>
                <a:ea typeface="Arial"/>
                <a:cs typeface="Arial"/>
              </a:defRPr>
            </a:lvl4pPr>
            <a:lvl5pPr algn="l">
              <a:defRPr sz="3225" b="1">
                <a:solidFill>
                  <a:srgbClr val="236650"/>
                </a:solidFill>
                <a:latin typeface="Arial"/>
                <a:ea typeface="Arial"/>
                <a:cs typeface="Arial"/>
              </a:defRPr>
            </a:lvl5pPr>
            <a:lvl6pPr algn="l">
              <a:defRPr sz="3225" b="1">
                <a:solidFill>
                  <a:srgbClr val="236650"/>
                </a:solidFill>
                <a:latin typeface="Arial"/>
                <a:ea typeface="Arial"/>
                <a:cs typeface="Arial"/>
              </a:defRPr>
            </a:lvl6pPr>
            <a:lvl7pPr algn="l">
              <a:defRPr sz="3225" b="1">
                <a:solidFill>
                  <a:srgbClr val="236650"/>
                </a:solidFill>
                <a:latin typeface="Arial"/>
                <a:ea typeface="Arial"/>
                <a:cs typeface="Arial"/>
              </a:defRPr>
            </a:lvl7pPr>
            <a:lvl8pPr algn="l">
              <a:defRPr sz="3225" b="1">
                <a:solidFill>
                  <a:srgbClr val="236650"/>
                </a:solidFill>
                <a:latin typeface="Arial"/>
                <a:ea typeface="Arial"/>
                <a:cs typeface="Arial"/>
              </a:defRPr>
            </a:lvl8pPr>
            <a:lvl9pPr algn="l">
              <a:defRPr sz="3225" b="1">
                <a:solidFill>
                  <a:srgbClr val="236650"/>
                </a:solidFill>
                <a:latin typeface="Arial"/>
                <a:ea typeface="Arial"/>
                <a:cs typeface="Arial"/>
              </a:defRPr>
            </a:lvl9pPr>
          </a:lstStyle>
          <a:p xmlns:a="http://schemas.openxmlformats.org/drawingml/2006/main">
            <a:pPr algn="l">
              <a:defRPr sz="3225" b="1">
                <a:solidFill>
                  <a:srgbClr val="236650"/>
                </a:solidFill>
                <a:latin typeface="Arial"/>
                <a:ea typeface="Arial"/>
                <a:cs typeface="Arial"/>
              </a:defRPr>
            </a:pPr>
            <a:r>
              <a:rPr sz="3225" b="1">
                <a:solidFill>
                  <a:srgbClr val="236650"/>
                </a:solidFill>
                <a:latin typeface="Arial"/>
                <a:ea typeface="Arial"/>
                <a:cs typeface="Arial"/>
              </a:rPr>
              <a:t>Evidence + a chance to be heard. Fair rules and fair process protect people.</a:t>
            </a:r>
          </a:p>
        </p:txBody>
      </p:sp>
      <p:sp>
        <p:nvSpPr>
          <p:cNvPr id="14" name="">
            <a:extLst xmlns:a="http://schemas.openxmlformats.org/drawingml/2006/main">
              <a:ext uri="{FF2B5EF4-FFF2-40B4-BE49-F238E27FC236}">
                <a16:creationId xmlns:a16="http://schemas.microsoft.com/office/drawing/2014/main" id="{895783C8-1576-47C1-8473-241E3740B3A9}"/>
              </a:ext>
            </a:extLst>
          </p:cNvPr>
          <p:cNvSpPr>
            <a:spLocks xmlns:a="http://schemas.openxmlformats.org/drawingml/2006/main" noGrp="1"/>
          </p:cNvSpPr>
          <p:nvPr/>
        </p:nvSpPr>
        <p:spPr>
          <a:xfrm xmlns:a="http://schemas.openxmlformats.org/drawingml/2006/main">
            <a:off x="571500" y="4676775"/>
            <a:ext cx="10953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0">
                <a:solidFill>
                  <a:srgbClr val="17223B"/>
                </a:solidFill>
                <a:latin typeface="Arial"/>
                <a:ea typeface="Arial"/>
                <a:cs typeface="Arial"/>
              </a:defRPr>
            </a:defPPr>
            <a:lvl1pPr algn="l">
              <a:defRPr sz="2400" b="0">
                <a:solidFill>
                  <a:srgbClr val="17223B"/>
                </a:solidFill>
                <a:latin typeface="Arial"/>
                <a:ea typeface="Arial"/>
                <a:cs typeface="Arial"/>
              </a:defRPr>
            </a:lvl1pPr>
            <a:lvl2pPr algn="l">
              <a:defRPr sz="2400" b="0">
                <a:solidFill>
                  <a:srgbClr val="17223B"/>
                </a:solidFill>
                <a:latin typeface="Arial"/>
                <a:ea typeface="Arial"/>
                <a:cs typeface="Arial"/>
              </a:defRPr>
            </a:lvl2pPr>
            <a:lvl3pPr algn="l">
              <a:defRPr sz="2400" b="0">
                <a:solidFill>
                  <a:srgbClr val="17223B"/>
                </a:solidFill>
                <a:latin typeface="Arial"/>
                <a:ea typeface="Arial"/>
                <a:cs typeface="Arial"/>
              </a:defRPr>
            </a:lvl3pPr>
            <a:lvl4pPr algn="l">
              <a:defRPr sz="2400" b="0">
                <a:solidFill>
                  <a:srgbClr val="17223B"/>
                </a:solidFill>
                <a:latin typeface="Arial"/>
                <a:ea typeface="Arial"/>
                <a:cs typeface="Arial"/>
              </a:defRPr>
            </a:lvl4pPr>
            <a:lvl5pPr algn="l">
              <a:defRPr sz="2400" b="0">
                <a:solidFill>
                  <a:srgbClr val="17223B"/>
                </a:solidFill>
                <a:latin typeface="Arial"/>
                <a:ea typeface="Arial"/>
                <a:cs typeface="Arial"/>
              </a:defRPr>
            </a:lvl5pPr>
            <a:lvl6pPr algn="l">
              <a:defRPr sz="2400" b="0">
                <a:solidFill>
                  <a:srgbClr val="17223B"/>
                </a:solidFill>
                <a:latin typeface="Arial"/>
                <a:ea typeface="Arial"/>
                <a:cs typeface="Arial"/>
              </a:defRPr>
            </a:lvl6pPr>
            <a:lvl7pPr algn="l">
              <a:defRPr sz="2400" b="0">
                <a:solidFill>
                  <a:srgbClr val="17223B"/>
                </a:solidFill>
                <a:latin typeface="Arial"/>
                <a:ea typeface="Arial"/>
                <a:cs typeface="Arial"/>
              </a:defRPr>
            </a:lvl7pPr>
            <a:lvl8pPr algn="l">
              <a:defRPr sz="2400" b="0">
                <a:solidFill>
                  <a:srgbClr val="17223B"/>
                </a:solidFill>
                <a:latin typeface="Arial"/>
                <a:ea typeface="Arial"/>
                <a:cs typeface="Arial"/>
              </a:defRPr>
            </a:lvl8pPr>
            <a:lvl9pPr algn="l">
              <a:defRPr sz="2400" b="0">
                <a:solidFill>
                  <a:srgbClr val="17223B"/>
                </a:solidFill>
                <a:latin typeface="Arial"/>
                <a:ea typeface="Arial"/>
                <a:cs typeface="Arial"/>
              </a:defRPr>
            </a:lvl9pPr>
          </a:lstStyle>
          <a:p xmlns:a="http://schemas.openxmlformats.org/drawingml/2006/main">
            <a:pPr algn="l">
              <a:defRPr sz="2400" b="0">
                <a:solidFill>
                  <a:srgbClr val="17223B"/>
                </a:solidFill>
                <a:latin typeface="Arial"/>
                <a:ea typeface="Arial"/>
                <a:cs typeface="Arial"/>
              </a:defRPr>
            </a:pPr>
            <a:r>
              <a:rPr sz="2400" b="0">
                <a:solidFill>
                  <a:srgbClr val="17223B"/>
                </a:solidFill>
                <a:latin typeface="Arial"/>
                <a:ea typeface="Arial"/>
                <a:cs typeface="Arial"/>
              </a:rPr>
              <a:t>Fair rules. Fair process. A voice for everyone.</a:t>
            </a:r>
          </a:p>
        </p:txBody>
      </p:sp>
    </p:spTree>
    <p:extLst>
      <p:ext uri="{BB962C8B-B14F-4D97-AF65-F5344CB8AC3E}">
        <p14:creationId xmlns:p14="http://schemas.microsoft.com/office/powerpoint/2010/main" val="3117971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dc:subject>ASSEMBLY-RULE-OF-LAW</dc:subject>
  <lastModifiedBy>Walnut Exporter</lastModifiedBy>
  <dc:title>Presentation</dc:title>
  <dcterms:created xsi:type="dcterms:W3CDTF">2026-10-22T16:19:34.1840000Z</dcterms:created>
  <dcterms:modified xsi:type="dcterms:W3CDTF">2026-10-22T16:19:34.1840000Z</dcterms:modified>
</coreProperties>
</file>