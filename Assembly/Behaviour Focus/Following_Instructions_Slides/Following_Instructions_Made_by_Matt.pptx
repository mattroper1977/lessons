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189feca67646af" /><Relationship Type="http://schemas.openxmlformats.org/officeDocument/2006/relationships/extended-properties" Target="/docProps/app.xml" Id="R3b65e9116dee4d9c" /><Relationship Type="http://schemas.openxmlformats.org/officeDocument/2006/relationships/officeDocument" Target="/ppt/presentation.xml" Id="Rdefee778a4c246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7add9444cf40fc"/>
  </p:sldMasterIdLst>
  <p:notesMasterIdLst>
    <p:notesMasterId xmlns:r="http://schemas.openxmlformats.org/officeDocument/2006/relationships" r:id="Rcd96a137ac694ec0"/>
  </p:notesMasterIdLst>
  <p:sldIdLst>
    <p:sldId xmlns:r="http://schemas.openxmlformats.org/officeDocument/2006/relationships" id="256" r:id="R20489438c89b464f"/>
    <p:sldId xmlns:r="http://schemas.openxmlformats.org/officeDocument/2006/relationships" id="257" r:id="Re8bef85461bc4050"/>
    <p:sldId xmlns:r="http://schemas.openxmlformats.org/officeDocument/2006/relationships" id="258" r:id="Ra602ed88193e40d7"/>
    <p:sldId xmlns:r="http://schemas.openxmlformats.org/officeDocument/2006/relationships" id="259" r:id="R5f7510753271405d"/>
    <p:sldId xmlns:r="http://schemas.openxmlformats.org/officeDocument/2006/relationships" id="260" r:id="Rcbe4c441fa274396"/>
    <p:sldId xmlns:r="http://schemas.openxmlformats.org/officeDocument/2006/relationships" id="261" r:id="R20f0950c87d24d55"/>
    <p:sldId xmlns:r="http://schemas.openxmlformats.org/officeDocument/2006/relationships" id="262" r:id="R8eed309d9c8546b4"/>
    <p:sldId xmlns:r="http://schemas.openxmlformats.org/officeDocument/2006/relationships" id="263" r:id="Ra5863b2277c5439a"/>
    <p:sldId xmlns:r="http://schemas.openxmlformats.org/officeDocument/2006/relationships" id="264" r:id="Radfb8b9c7b2d4727"/>
    <p:sldId xmlns:r="http://schemas.openxmlformats.org/officeDocument/2006/relationships" id="265" r:id="R2a64d3cd8e804a2a"/>
    <p:sldId xmlns:r="http://schemas.openxmlformats.org/officeDocument/2006/relationships" id="266" r:id="Rd5aeea14b41a4004"/>
    <p:sldId xmlns:r="http://schemas.openxmlformats.org/officeDocument/2006/relationships" id="267" r:id="Rf0c07e3aa47249c4"/>
    <p:sldId xmlns:r="http://schemas.openxmlformats.org/officeDocument/2006/relationships" id="268" r:id="Ra82214a5c8c94dbf"/>
    <p:sldId xmlns:r="http://schemas.openxmlformats.org/officeDocument/2006/relationships" id="269" r:id="Reed96c6739454d0e"/>
    <p:sldId xmlns:r="http://schemas.openxmlformats.org/officeDocument/2006/relationships" id="270" r:id="R8f998cdb2754435f"/>
    <p:sldId xmlns:r="http://schemas.openxmlformats.org/officeDocument/2006/relationships" id="271" r:id="R3f073de9314d43b7"/>
    <p:sldId xmlns:r="http://schemas.openxmlformats.org/officeDocument/2006/relationships" id="272" r:id="R8648f99a8ed04fd8"/>
    <p:sldId xmlns:r="http://schemas.openxmlformats.org/officeDocument/2006/relationships" id="273" r:id="R50a0392c8c1341f4"/>
    <p:sldId xmlns:r="http://schemas.openxmlformats.org/officeDocument/2006/relationships" id="274" r:id="R85c9352bbeb542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56f857358a4d1b" /><Relationship Type="http://schemas.openxmlformats.org/officeDocument/2006/relationships/slideMaster" Target="/ppt/slideMasters/slideMaster1.xml" Id="R5c7add9444cf40fc" /><Relationship Type="http://schemas.openxmlformats.org/officeDocument/2006/relationships/notesMaster" Target="/ppt/notesMasters/notesMaster1.xml" Id="Rcd96a137ac694ec0" /><Relationship Type="http://schemas.openxmlformats.org/officeDocument/2006/relationships/presProps" Target="/ppt/presProps.xml" Id="R7809a261751c47b5" /><Relationship Type="http://schemas.openxmlformats.org/officeDocument/2006/relationships/tableStyles" Target="/ppt/tableStyles.xml" Id="R20b7ec636d8145db" /><Relationship Type="http://schemas.openxmlformats.org/officeDocument/2006/relationships/slide" Target="/ppt/slides/slide1.xml" Id="R20489438c89b464f" /><Relationship Type="http://schemas.openxmlformats.org/officeDocument/2006/relationships/slide" Target="/ppt/slides/slide2.xml" Id="Re8bef85461bc4050" /><Relationship Type="http://schemas.openxmlformats.org/officeDocument/2006/relationships/slide" Target="/ppt/slides/slide3.xml" Id="Ra602ed88193e40d7" /><Relationship Type="http://schemas.openxmlformats.org/officeDocument/2006/relationships/slide" Target="/ppt/slides/slide4.xml" Id="R5f7510753271405d" /><Relationship Type="http://schemas.openxmlformats.org/officeDocument/2006/relationships/slide" Target="/ppt/slides/slide5.xml" Id="Rcbe4c441fa274396" /><Relationship Type="http://schemas.openxmlformats.org/officeDocument/2006/relationships/slide" Target="/ppt/slides/slide6.xml" Id="R20f0950c87d24d55" /><Relationship Type="http://schemas.openxmlformats.org/officeDocument/2006/relationships/slide" Target="/ppt/slides/slide7.xml" Id="R8eed309d9c8546b4" /><Relationship Type="http://schemas.openxmlformats.org/officeDocument/2006/relationships/slide" Target="/ppt/slides/slide8.xml" Id="Ra5863b2277c5439a" /><Relationship Type="http://schemas.openxmlformats.org/officeDocument/2006/relationships/slide" Target="/ppt/slides/slide9.xml" Id="Radfb8b9c7b2d4727" /><Relationship Type="http://schemas.openxmlformats.org/officeDocument/2006/relationships/slide" Target="/ppt/slides/slide10.xml" Id="R2a64d3cd8e804a2a" /><Relationship Type="http://schemas.openxmlformats.org/officeDocument/2006/relationships/slide" Target="/ppt/slides/slide11.xml" Id="Rd5aeea14b41a4004" /><Relationship Type="http://schemas.openxmlformats.org/officeDocument/2006/relationships/slide" Target="/ppt/slides/slide12.xml" Id="Rf0c07e3aa47249c4" /><Relationship Type="http://schemas.openxmlformats.org/officeDocument/2006/relationships/slide" Target="/ppt/slides/slide13.xml" Id="Ra82214a5c8c94dbf" /><Relationship Type="http://schemas.openxmlformats.org/officeDocument/2006/relationships/slide" Target="/ppt/slides/slide14.xml" Id="Reed96c6739454d0e" /><Relationship Type="http://schemas.openxmlformats.org/officeDocument/2006/relationships/slide" Target="/ppt/slides/slide15.xml" Id="R8f998cdb2754435f" /><Relationship Type="http://schemas.openxmlformats.org/officeDocument/2006/relationships/slide" Target="/ppt/slides/slide16.xml" Id="R3f073de9314d43b7" /><Relationship Type="http://schemas.openxmlformats.org/officeDocument/2006/relationships/slide" Target="/ppt/slides/slide17.xml" Id="R8648f99a8ed04fd8" /><Relationship Type="http://schemas.openxmlformats.org/officeDocument/2006/relationships/slide" Target="/ppt/slides/slide18.xml" Id="R50a0392c8c1341f4" /><Relationship Type="http://schemas.openxmlformats.org/officeDocument/2006/relationships/slide" Target="/ppt/slides/slide19.xml" Id="R85c9352bbeb5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495ce23e34b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ba74522cd4a2b" /><Relationship Type="http://schemas.openxmlformats.org/officeDocument/2006/relationships/notesMaster" Target="/ppt/notesMasters/notesMaster1.xml" Id="Re4ed7623a5f34e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cfa9514a79412d" /><Relationship Type="http://schemas.openxmlformats.org/officeDocument/2006/relationships/notesMaster" Target="/ppt/notesMasters/notesMaster1.xml" Id="R7b8d9b05effe44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23ef16cfa4617" /><Relationship Type="http://schemas.openxmlformats.org/officeDocument/2006/relationships/notesMaster" Target="/ppt/notesMasters/notesMaster1.xml" Id="Ref03b45a229a4a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1cbdbe4324f17" /><Relationship Type="http://schemas.openxmlformats.org/officeDocument/2006/relationships/notesMaster" Target="/ppt/notesMasters/notesMaster1.xml" Id="R2ade7849d63949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f7383aec204188" /><Relationship Type="http://schemas.openxmlformats.org/officeDocument/2006/relationships/notesMaster" Target="/ppt/notesMasters/notesMaster1.xml" Id="R027acf529cb9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b45b675df4438e" /><Relationship Type="http://schemas.openxmlformats.org/officeDocument/2006/relationships/notesMaster" Target="/ppt/notesMasters/notesMaster1.xml" Id="Rb240a801e4b848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42e3b407084855" /><Relationship Type="http://schemas.openxmlformats.org/officeDocument/2006/relationships/notesMaster" Target="/ppt/notesMasters/notesMaster1.xml" Id="R88b5ff194eda48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b66ab729ec4d6c" /><Relationship Type="http://schemas.openxmlformats.org/officeDocument/2006/relationships/notesMaster" Target="/ppt/notesMasters/notesMaster1.xml" Id="Rc40c2215ea644c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66334447374eff" /><Relationship Type="http://schemas.openxmlformats.org/officeDocument/2006/relationships/notesMaster" Target="/ppt/notesMasters/notesMaster1.xml" Id="R02b47febcfa443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cc29ce7eb44995" /><Relationship Type="http://schemas.openxmlformats.org/officeDocument/2006/relationships/notesMaster" Target="/ppt/notesMasters/notesMaster1.xml" Id="R7772197703634b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42e401471540db" /><Relationship Type="http://schemas.openxmlformats.org/officeDocument/2006/relationships/notesMaster" Target="/ppt/notesMasters/notesMaster1.xml" Id="Rf6b9081f233b44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e2ce93bace4fe0" /><Relationship Type="http://schemas.openxmlformats.org/officeDocument/2006/relationships/notesMaster" Target="/ppt/notesMasters/notesMaster1.xml" Id="R40f6a7a7fa0643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2ac112ebc4495d" /><Relationship Type="http://schemas.openxmlformats.org/officeDocument/2006/relationships/notesMaster" Target="/ppt/notesMasters/notesMaster1.xml" Id="Rceb47e224f424e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b794d5f42b44df" /><Relationship Type="http://schemas.openxmlformats.org/officeDocument/2006/relationships/notesMaster" Target="/ppt/notesMasters/notesMaster1.xml" Id="Re6c8b49836d840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6d2035fbf04072" /><Relationship Type="http://schemas.openxmlformats.org/officeDocument/2006/relationships/notesMaster" Target="/ppt/notesMasters/notesMaster1.xml" Id="R0c34459c73a54d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9a770029c44c34" /><Relationship Type="http://schemas.openxmlformats.org/officeDocument/2006/relationships/notesMaster" Target="/ppt/notesMasters/notesMaster1.xml" Id="R5fd39869136f4e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19a9f1ffd44030" /><Relationship Type="http://schemas.openxmlformats.org/officeDocument/2006/relationships/notesMaster" Target="/ppt/notesMasters/notesMaster1.xml" Id="R2a13d2135efe44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648198a3204e40" /><Relationship Type="http://schemas.openxmlformats.org/officeDocument/2006/relationships/notesMaster" Target="/ppt/notesMasters/notesMaster1.xml" Id="Rc523803a7e6349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eca12c5a5a4b6f" /><Relationship Type="http://schemas.openxmlformats.org/officeDocument/2006/relationships/notesMaster" Target="/ppt/notesMasters/notesMaster1.xml" Id="R838071df08e84e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1 of 10. Planned 0–1 minutes (1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 Say: following instructions helps us learn, work together and stay safe. This is practice, not a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2 of 10. Planned 1–2.5 minutes (1.5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 one or two ideas, then reveal all three. Link to an ordinary classroom task. Keep the focus on useful directions, not obedience without 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2 of 10. Planned 1–2.5 minutes (1.5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 one or two ideas, then reveal all three. Link to an ordinary classroom task. Keep the focus on useful directions, not obedience without 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All three matter. A useful instruction tells us what to do, and makes the next step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3 of 10. Planned 2.5–5 minutes (2.5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 the original animation. Pause at the prediction point; ask what information is missing. Replay if helpful. Ask: what changed in the clearer version? Do not interpret the scene as a test of intelligence or listening 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the picture in Slide Show view to play the embedded 50-second silent clip. Captions carry the story. Manually pause at 20 seconds for the prediction; resume when ready. A matching standalone MP4 is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3 of 10. Planned 2.5–5 minutes (2.5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 the original animation. Pause at the prediction point; ask what information is missing. Replay if helpful. Ask: what changed in the clearer version? Do not interpret the scene as a test of intelligence or listening 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Clear words + a check + a first step help the team get the job 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the picture in Slide Show view to play the embedded 50-second silent clip. Captions carry the story. Manually pause at 20 seconds for the prediction; resume when ready. A matching standalone MP4 is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4 of 10. Planned 5–7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order: PAUSE, LISTEN, CHECK, START. Explain: pause what you are doing when safe; hear the whole instruction; check the first step; make a start. Processing time is part of this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4 of 10. Planned 5–7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order: PAUSE, LISTEN, CHECK, START. Explain: pause what you are doing when safe; hear the whole instruction; check the first step; make a start. Processing time is part of this routine.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PAUSE → LISTEN → CHECK → 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5 of 10. Planned 7–9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whole instruction once. Tap each useful detail. Ask how the message would change if we left that detail out. Explain that instructions should be short and manageable.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5 of 10. Planned 7–9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whole instruction once. Tap each useful detail. Ask how the message would change if we left that detail out. Explain that instructions should be short and manageable.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WHAT: blue folder. WHERE: tray A. ORDER: folder first, then sit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6 of 10. Planned 9–12 minutes (3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all options without acting them out or imitating pupils. Each choice has an explanation. Use “Try another route” to compare. If a pupil raises a real concern, acknowledge it and offer a private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6 of 10. Planned 9–12 minutes (3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all options without acting them out or imitating pupils. Each choice has an explanation. Use “Try another route” to compare. If a pupil raises a real concern, acknowledge it and offer a private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Pause and listen. You can ask a question when you have heard the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7 of 10. Planned 12–14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hypothetical examples; do not ask pupils to identify their own difficulty publicly. Adults should repeat or rephrase calmly, reduce the number of steps and allow processing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7 of 10. Planned 12–14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hypothetical examples; do not ask pupils to identify their own difficulty publicly. Adults should repeat or rephrase calmly, reduce the number of steps and allow processing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Asking for help is part of following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8 of 10. Planned 14–16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pupils should not follow an unsafe request or keep a harmful secret. Choose trusted school staff for help. No pupil should be asked to share an experience. Correct sequence: START, CHECK, GET HELP.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8 of 10. Planned 14–16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pupils should not follow an unsafe request or keep a harmful secret. Choose trusted school staff for help. No pupil should be asked to share an experience. Correct sequence: START, CHECK, GET HELP.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Start a clear, safe task. Check an unclear instruction. Get help with something unsafe.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9 of 10. Planned 16–18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exactly: “Point to the word START.” Wait quietly, without counting down or requiring participation. Looking or watching is acceptable. Then ask: what helped? Model calm volume, one clear step and a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9 of 10. Planned 16–18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exactly: “Point to the word START.” Wait quietly, without counting down or requiring participation. Looking or watching is acceptable. Then ask: what helped? Model calm volume, one clear step and a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A clear direction, time to process, and a check can help everyone begin.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10 of 10. Planned 18–20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public pledge or repetition required. Accept any useful choice. End calmly and remind staff to give one manageable instruction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gestures, spoken answers or quiet thinking. Then advance to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Following instructions — stage 10 of 10. Planned 18–20 minutes (2 minutes shared across question and reveal).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every prompt and option aloud. Pupils may answer by pointing, thumbs, speaking, or simply watching. Staff operate the board; nobody needs to type. Allow processing time. Do not require eye contact or invite personal disclosures.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public pledge or repetition required. Accept any useful choice. End calmly and remind staff to give one manageable instruction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REVEAL: Pause. Listen. Check. Start. If it is unclear or unsafe, ask for help.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Illustrated scenes: original AI-generated illustrations, not photographs of real pupils.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77a9aa6a44f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c85785e0446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f83034c1240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f276105564b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b241a763b41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a989b379444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3B78B0-D67A-4D80-B785-BB4871268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D191A4-C52E-4EA4-B6AF-1CB73148B9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F89762-9914-4E4E-BF24-5978284405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7CAA79-2F3A-4439-B73B-01A746EAF3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5824D0-DCE9-4364-A20B-91F1D334E9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F9B60A-9C20-4521-8E1B-184E384A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9F3EA8-A28E-48D0-BE49-A6EE77D75F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5AEB3A-FF08-4778-821E-8CE53663DA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E7850-D2E0-46D0-B7D6-7C38A0A61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9FCAC3-2BCD-426C-9270-92BF2A5D61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27a26f8a0d4ea6" /><Relationship Type="http://schemas.openxmlformats.org/officeDocument/2006/relationships/slideLayout" Target="/ppt/slideLayouts/slideLayout1.xml" Id="R7b4be67750b043f3" /><Relationship Type="http://schemas.openxmlformats.org/officeDocument/2006/relationships/slideLayout" Target="/ppt/slideLayouts/slideLayout2.xml" Id="Rc0bb4f6c7f8b4bb3" /><Relationship Type="http://schemas.openxmlformats.org/officeDocument/2006/relationships/slideLayout" Target="/ppt/slideLayouts/slideLayout3.xml" Id="R35f65d81a90f40c4" /><Relationship Type="http://schemas.openxmlformats.org/officeDocument/2006/relationships/slideLayout" Target="/ppt/slideLayouts/slideLayout4.xml" Id="R3b40a009a40f4cc4" /><Relationship Type="http://schemas.openxmlformats.org/officeDocument/2006/relationships/slideLayout" Target="/ppt/slideLayouts/slideLayout5.xml" Id="R4c7f8c82e65a4e7f" /><Relationship Type="http://schemas.openxmlformats.org/officeDocument/2006/relationships/slideLayout" Target="/ppt/slideLayouts/slideLayout6.xml" Id="Rd0f1161722f04c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4be67750b043f3"/>
    <p:sldLayoutId xmlns:r="http://schemas.openxmlformats.org/officeDocument/2006/relationships" id="2147483650" r:id="Rc0bb4f6c7f8b4bb3"/>
    <p:sldLayoutId xmlns:r="http://schemas.openxmlformats.org/officeDocument/2006/relationships" id="2147483651" r:id="R35f65d81a90f40c4"/>
    <p:sldLayoutId xmlns:r="http://schemas.openxmlformats.org/officeDocument/2006/relationships" id="2147483652" r:id="R3b40a009a40f4cc4"/>
    <p:sldLayoutId xmlns:r="http://schemas.openxmlformats.org/officeDocument/2006/relationships" id="2147483653" r:id="R4c7f8c82e65a4e7f"/>
    <p:sldLayoutId xmlns:r="http://schemas.openxmlformats.org/officeDocument/2006/relationships" id="2147483654" r:id="Rd0f1161722f04c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30427ec514f91" /><Relationship Type="http://schemas.openxmlformats.org/officeDocument/2006/relationships/image" Target="/ppt/media/image.jpeg" Id="R5b607724e96743e0" /><Relationship Type="http://schemas.openxmlformats.org/officeDocument/2006/relationships/image" Target="/ppt/media/image.png" Id="R4f4e2ba7396d4840" /><Relationship Type="http://schemas.openxmlformats.org/officeDocument/2006/relationships/notesSlide" Target="/ppt/notesSlides/notesSlide1.xml" Id="Rd75f0079612e48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d331d44c94a76" /><Relationship Type="http://schemas.openxmlformats.org/officeDocument/2006/relationships/image" Target="/ppt/media/image2.jpeg" Id="R766e58563c8c4153" /><Relationship Type="http://schemas.openxmlformats.org/officeDocument/2006/relationships/notesSlide" Target="/ppt/notesSlides/notesSlide2.xml" Id="Rf12431fdceae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d7a6863c74913" /><Relationship Type="http://schemas.openxmlformats.org/officeDocument/2006/relationships/image" Target="/ppt/media/image3.jpeg" Id="R283c94eeebbe4b6f" /><Relationship Type="http://schemas.openxmlformats.org/officeDocument/2006/relationships/notesSlide" Target="/ppt/notesSlides/notesSlide3.xml" Id="Ra0e7fd1a031c4a89" /></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9a863cdb660470d" /><ns0:Relationship Type="http://schemas.openxmlformats.org/officeDocument/2006/relationships/image" Target="/ppt/media/image4.jpeg" Id="Rc7571de420854397" /><ns0:Relationship Type="http://schemas.openxmlformats.org/officeDocument/2006/relationships/image" Target="/ppt/media/image5.jpeg" Id="R7d7f1ad21d164841" /><ns0:Relationship Type="http://schemas.openxmlformats.org/officeDocument/2006/relationships/notesSlide" Target="/ppt/notesSlides/notesSlide4.xml" Id="R97f9c211f68448c3" /><ns0:Relationship Id="rId1" Type="http://schemas.openxmlformats.org/officeDocument/2006/relationships/video" Target="../media/assembly_clip.mp4" /><ns0:Relationship Id="rId2" Type="http://schemas.microsoft.com/office/2007/relationships/media" Target="../media/assembly_clip.mp4" /></ns0: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0a398b80d4fa0" /><Relationship Type="http://schemas.openxmlformats.org/officeDocument/2006/relationships/image" Target="/ppt/media/image6.jpeg" Id="Ra138481671d44f9b" /><Relationship Type="http://schemas.openxmlformats.org/officeDocument/2006/relationships/notesSlide" Target="/ppt/notesSlides/notesSlide5.xml" Id="R54495656535748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8e8edec334e1c" /><Relationship Type="http://schemas.openxmlformats.org/officeDocument/2006/relationships/image" Target="/ppt/media/image7.jpeg" Id="R8c7e0fdd13fb4833" /><Relationship Type="http://schemas.openxmlformats.org/officeDocument/2006/relationships/notesSlide" Target="/ppt/notesSlides/notesSlide6.xml" Id="Rfd7f29ad13b943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5e3217f914c4d" /><Relationship Type="http://schemas.openxmlformats.org/officeDocument/2006/relationships/image" Target="/ppt/media/image8.jpeg" Id="R6668831549204324" /><Relationship Type="http://schemas.openxmlformats.org/officeDocument/2006/relationships/notesSlide" Target="/ppt/notesSlides/notesSlide7.xml" Id="R2044ad8fd5a948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fd19570634cfd" /><Relationship Type="http://schemas.openxmlformats.org/officeDocument/2006/relationships/image" Target="/ppt/media/image9.jpeg" Id="R0433cbbb6b854737" /><Relationship Type="http://schemas.openxmlformats.org/officeDocument/2006/relationships/notesSlide" Target="/ppt/notesSlides/notesSlide8.xml" Id="R80376baa7b28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dede9ef9a4206" /><Relationship Type="http://schemas.openxmlformats.org/officeDocument/2006/relationships/image" Target="/ppt/media/image10.jpeg" Id="R390e85723d284abd" /><Relationship Type="http://schemas.openxmlformats.org/officeDocument/2006/relationships/notesSlide" Target="/ppt/notesSlides/notesSlide9.xml" Id="R01918e9f9a5b42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465f8f3634749" /><Relationship Type="http://schemas.openxmlformats.org/officeDocument/2006/relationships/image" Target="/ppt/media/image11.jpeg" Id="R307714e432094f4f" /><Relationship Type="http://schemas.openxmlformats.org/officeDocument/2006/relationships/notesSlide" Target="/ppt/notesSlides/notesSlide10.xml" Id="Rbbb8418cba254a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3d38d1dd24346" /><Relationship Type="http://schemas.openxmlformats.org/officeDocument/2006/relationships/image" Target="/ppt/media/image12.jpeg" Id="R34a28c61410b4644" /><Relationship Type="http://schemas.openxmlformats.org/officeDocument/2006/relationships/notesSlide" Target="/ppt/notesSlides/notesSlide11.xml" Id="Rc2916356bc3845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2caedda804c81" /><Relationship Type="http://schemas.openxmlformats.org/officeDocument/2006/relationships/image" Target="/ppt/media/image13.jpeg" Id="R8e9b0a8342594583" /><Relationship Type="http://schemas.openxmlformats.org/officeDocument/2006/relationships/notesSlide" Target="/ppt/notesSlides/notesSlide12.xml" Id="R50db2228efee49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78fbba5ea4827" /><Relationship Type="http://schemas.openxmlformats.org/officeDocument/2006/relationships/image" Target="/ppt/media/image14.jpeg" Id="Rad8535242f8c4f73" /><Relationship Type="http://schemas.openxmlformats.org/officeDocument/2006/relationships/notesSlide" Target="/ppt/notesSlides/notesSlide13.xml" Id="R2294b683555047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383b6be0d4260" /><Relationship Type="http://schemas.openxmlformats.org/officeDocument/2006/relationships/image" Target="/ppt/media/image15.jpeg" Id="R6f303a05eefb408d" /><Relationship Type="http://schemas.openxmlformats.org/officeDocument/2006/relationships/notesSlide" Target="/ppt/notesSlides/notesSlide14.xml" Id="R90949f28ab2642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e261e6082437c" /><Relationship Type="http://schemas.openxmlformats.org/officeDocument/2006/relationships/image" Target="/ppt/media/image16.jpeg" Id="Refc32d2c44574278" /><Relationship Type="http://schemas.openxmlformats.org/officeDocument/2006/relationships/notesSlide" Target="/ppt/notesSlides/notesSlide15.xml" Id="Rea0ee2eb444a47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bb8fb6fd6424d" /><Relationship Type="http://schemas.openxmlformats.org/officeDocument/2006/relationships/image" Target="/ppt/media/image17.jpeg" Id="R797db3d1d316449d" /><Relationship Type="http://schemas.openxmlformats.org/officeDocument/2006/relationships/notesSlide" Target="/ppt/notesSlides/notesSlide16.xml" Id="R10b8eda1dcae4f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0a8f4b71bf4048" /><Relationship Type="http://schemas.openxmlformats.org/officeDocument/2006/relationships/image" Target="/ppt/media/image18.jpeg" Id="R6d459fd368664e1e" /><Relationship Type="http://schemas.openxmlformats.org/officeDocument/2006/relationships/notesSlide" Target="/ppt/notesSlides/notesSlide17.xml" Id="R8ecac13b8cf946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a29ca0a994e88" /><Relationship Type="http://schemas.openxmlformats.org/officeDocument/2006/relationships/image" Target="/ppt/media/image19.jpeg" Id="R2a6bfa4ae8ba4cc1" /><Relationship Type="http://schemas.openxmlformats.org/officeDocument/2006/relationships/notesSlide" Target="/ppt/notesSlides/notesSlide18.xml" Id="R7638612ef72246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9d4a58a544c08" /><Relationship Type="http://schemas.openxmlformats.org/officeDocument/2006/relationships/image" Target="/ppt/media/image20.jpeg" Id="Rdd7962370de1481f" /><Relationship Type="http://schemas.openxmlformats.org/officeDocument/2006/relationships/notesSlide" Target="/ppt/notesSlides/notesSlide19.xml" Id="R50c4d580f44a4f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945EB-BB02-4EF9-9C5A-223E4A1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A7C97-B368-41C3-B808-824E633FE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07724e96743e0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9069D-0E04-4090-8D3A-D8CA9F12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A339C-7071-40D8-A210-B025B2D2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6131-2120-4942-AFAB-DB3F850D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D5962-638B-4060-BE72-79669EEC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1D5E0-0EEE-4DDD-BD7D-5C07E577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01 / 10    Following instructions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280FE-1615-474E-BF9E-8ED1D51B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D9F9A-B7B1-4754-87C5-2E8EAA1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00C3E-B73A-495E-9ABC-7AFCCA11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B1D16-B76E-480F-B63F-66DA214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53119-3729-4E17-9098-4AE0F057B5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e2ba7396d4840"/>
          <a:srcRect xmlns:a="http://schemas.openxmlformats.org/drawingml/2006/main" l="0" t="11201" r="0" b="11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143000"/>
            <a:ext cx="12192000" cy="53244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26E1D-6836-486D-B034-F98E539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5524500" cy="532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28A29-F1DA-4D89-94D5-C25E82C7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4810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Following instructions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AA70-3037-4A9A-A4F6-82CF8164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4619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Pause. Listen. Check. Start.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4C008-4C61-455E-95B8-4DFE313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815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20 minutes · whole-school assembly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43A0D-9B1B-43BE-AEDF-D430126F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864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</p:spTree>
    <p:extLst>
      <p:ext uri="{BB962C8B-B14F-4D97-AF65-F5344CB8AC3E}">
        <p14:creationId xmlns:p14="http://schemas.microsoft.com/office/powerpoint/2010/main" val="1339093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98E0C-5415-4876-81E7-EB78B399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9C4BF-99D8-4FAC-847F-D6CDEC2647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e58563c8c4153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0531B-F594-428C-A449-832F001E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DEC3D-7B37-4CD9-9BC4-36F74912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6F558-A995-43E3-8E05-066A3DE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D2D8B-1E54-41A7-9D50-FCEBCCA2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96C61-BCAC-4156-8380-E142279A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02 / 10    What do instructions help us do?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D4F3D-814E-4C50-B407-C859ACD2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1.5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FAA63-04D0-49B1-AB5C-B6E1BEAE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B42CE-747F-4D80-A39D-E16E4464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EC68D-7377-41CC-82F2-14C7BBC2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C54C2205-3388-45F0-AFA2-9199C876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What do instructions help us do?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63B7EBB6-EA90-4905-B6F5-76870145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Choose an idea. Explain why it matters.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4390D-162F-4F76-A1F3-7ABAF188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Option 1">
            <a:extLst xmlns:a="http://schemas.openxmlformats.org/drawingml/2006/main">
              <a:ext uri="{FF2B5EF4-FFF2-40B4-BE49-F238E27FC236}">
                <a16:creationId xmlns:a16="http://schemas.microsoft.com/office/drawing/2014/main" id="{5E57FD83-5D18-4C2F-A911-03A18DB7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Stay safe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088C1-5BDC-4777-BEA6-5627761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29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5644F-D89E-47D0-A4E9-8CCB91B9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Option 2">
            <a:extLst xmlns:a="http://schemas.openxmlformats.org/drawingml/2006/main">
              <a:ext uri="{FF2B5EF4-FFF2-40B4-BE49-F238E27FC236}">
                <a16:creationId xmlns:a16="http://schemas.microsoft.com/office/drawing/2014/main" id="{ADC2D33B-5ACB-43D0-B5C1-F282C467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E3F55-3334-4B67-99B4-AA1BC90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7D0A2-CE9C-4927-B656-C0F4801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625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Option 3">
            <a:extLst xmlns:a="http://schemas.openxmlformats.org/drawingml/2006/main">
              <a:ext uri="{FF2B5EF4-FFF2-40B4-BE49-F238E27FC236}">
                <a16:creationId xmlns:a16="http://schemas.microsoft.com/office/drawing/2014/main" id="{6A59E6CB-559B-4856-9D2A-E8339DA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Get started</a:t>
            </a:r>
          </a:p>
        </p:txBody>
      </p:sp>
    </p:spTree>
    <p:extLst>
      <p:ext uri="{BB962C8B-B14F-4D97-AF65-F5344CB8AC3E}">
        <p14:creationId xmlns:p14="http://schemas.microsoft.com/office/powerpoint/2010/main" val="2003647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3B1D3-41BB-4301-BDA1-2A142E9D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B0DCD-943F-4091-8840-213380C8D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c94eeebbe4b6f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F9712-3B76-49CD-AF24-18B9FA4B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55E5A-C1A2-44B1-9FC0-E8F27C6E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F9C82-AE46-4A30-BCA8-9959845A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63B7E-5B5B-4404-832A-6F8C673D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C5789-62F0-4163-93A9-0C9404FB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02 / 10    What do instructions help us do?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147FD-1208-486F-BD3E-95E63F19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1.5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B34A5-2B5D-415D-AF92-53FEE589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3E35B-F953-4380-A8CF-65B4980F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FC2CC-01E7-429D-B5CA-D0E3047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883BE060-3C66-4120-B450-A8FA3FA6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What do instructions help us do?</a:t>
            </a:r>
          </a:p>
        </p:txBody>
      </p:sp>
      <p:sp>
        <p:nvSpPr>
          <p:cNvPr id="13" name="Answer 1">
            <a:extLst xmlns:a="http://schemas.openxmlformats.org/drawingml/2006/main">
              <a:ext uri="{FF2B5EF4-FFF2-40B4-BE49-F238E27FC236}">
                <a16:creationId xmlns:a16="http://schemas.microsoft.com/office/drawing/2014/main" id="{09D318C0-7BA8-4B65-AE0D-0768D1CA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Stay safe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1214E-12D7-4521-93B4-22EABA8F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swer 2">
            <a:extLst xmlns:a="http://schemas.openxmlformats.org/drawingml/2006/main">
              <a:ext uri="{FF2B5EF4-FFF2-40B4-BE49-F238E27FC236}">
                <a16:creationId xmlns:a16="http://schemas.microsoft.com/office/drawing/2014/main" id="{C290A450-3293-4C87-944C-CBBD96E5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6AACD-99EC-4921-A753-8C356564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 3">
            <a:extLst xmlns:a="http://schemas.openxmlformats.org/drawingml/2006/main">
              <a:ext uri="{FF2B5EF4-FFF2-40B4-BE49-F238E27FC236}">
                <a16:creationId xmlns:a16="http://schemas.microsoft.com/office/drawing/2014/main" id="{BE33D3EF-1121-4DEC-A040-A1F7973E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Get started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B564E-8261-4385-AFA9-0CEEA6A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1201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9D129-9936-4DBE-9AB0-A8E9828D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9"/>
                </a:solidFill>
                <a:latin typeface="Arial"/>
                <a:ea typeface="Arial"/>
                <a:cs typeface="Arial"/>
              </a:rPr>
              <a:t>All three matter. A useful instruction tells us what to do, and makes the next step clear.</a:t>
            </a:r>
          </a:p>
        </p:txBody>
      </p:sp>
    </p:spTree>
    <p:extLst>
      <p:ext uri="{BB962C8B-B14F-4D97-AF65-F5344CB8AC3E}">
        <p14:creationId xmlns:p14="http://schemas.microsoft.com/office/powerpoint/2010/main" val="207046183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55381ACB-E2BF-41C4-9F28-09A89B5A77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FFFEF9"/>
          </a:solidFill>
          <a:ln w="0">
            <a:noFill/>
            <a:prstDash val="solid"/>
          </a:ln>
        </p:spPr>
      </p:sp>
      <p:pic>
        <p:nvPicPr>
          <p:cNvPr id="2" name="">
            <a:extLst>
              <a:ext uri="{FF2B5EF4-FFF2-40B4-BE49-F238E27FC236}">
                <ns2:creationId id="{24376E63-D173-4B3B-98E6-D4ADE5B60A55}"/>
              </a:ext>
            </a:extLst>
          </p:cNvPr>
          <p:cNvPicPr>
            <a:picLocks noChangeAspect="1"/>
          </p:cNvPicPr>
          <p:nvPr/>
        </p:nvPicPr>
        <p:blipFill>
          <a:blip r:embed="Rc7571de420854397"/>
          <a:stretch/>
        </p:blipFill>
        <p:spPr>
          <a:xfrm>
            <a:off x="266700" y="114300"/>
            <a:ext cx="514350" cy="514350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8795DE67-7DA2-4EC6-9332-CE52FEA44615}"/>
              </a:ext>
            </a:extLst>
          </p:cNvPr>
          <p:cNvSpPr>
            <a:spLocks noGrp="1"/>
          </p:cNvSpPr>
          <p:nvPr/>
        </p:nvSpPr>
        <p:spPr>
          <a:xfrm>
            <a:off x="914400" y="14287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>
              <a:ext uri="{FF2B5EF4-FFF2-40B4-BE49-F238E27FC236}">
                <ns2:creationId id="{A4F7E38C-B49A-4303-A934-BA4A0715D61D}"/>
              </a:ext>
            </a:extLst>
          </p:cNvPr>
          <p:cNvSpPr>
            <a:spLocks noGrp="1"/>
          </p:cNvSpPr>
          <p:nvPr/>
        </p:nvSpPr>
        <p:spPr>
          <a:xfrm>
            <a:off x="914400" y="3905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>
              <a:ext uri="{FF2B5EF4-FFF2-40B4-BE49-F238E27FC236}">
                <ns2:creationId id="{3ACD73D2-8EAB-49B7-A558-CA22FBA2A5EF}"/>
              </a:ext>
            </a:extLst>
          </p:cNvPr>
          <p:cNvSpPr>
            <a:spLocks noGrp="1"/>
          </p:cNvSpPr>
          <p:nvPr/>
        </p:nvSpPr>
        <p:spPr>
          <a:xfrm>
            <a:off x="79057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>
              <a:ext uri="{FF2B5EF4-FFF2-40B4-BE49-F238E27FC236}">
                <ns2:creationId id="{CDFB5951-D6FF-4E66-AA8B-7E651491F026}"/>
              </a:ext>
            </a:extLst>
          </p:cNvPr>
          <p:cNvSpPr>
            <a:spLocks noGrp="1"/>
          </p:cNvSpPr>
          <p:nvPr/>
        </p:nvSpPr>
        <p:spPr>
          <a:xfrm>
            <a:off x="0" y="742950"/>
            <a:ext cx="12192000" cy="400050"/>
          </a:xfrm>
          <a:prstGeom prst="rect">
            <a:avLst/>
          </a:prstGeom>
          <a:solidFill>
            <a:srgbClr val="161D3D"/>
          </a:solidFill>
          <a:ln w="0">
            <a:noFill/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12339C11-D570-4284-9D9A-C62A71381E86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0477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03 / 10    The delivery desk</a:t>
            </a:r>
          </a:p>
        </p:txBody>
      </p:sp>
      <p:sp>
        <p:nvSpPr>
          <p:cNvPr id="8" name="">
            <a:extLst>
              <a:ext uri="{FF2B5EF4-FFF2-40B4-BE49-F238E27FC236}">
                <ns2:creationId id="{849EBC84-C99D-4EE1-94EA-1404CA1E4A26}"/>
              </a:ext>
            </a:extLst>
          </p:cNvPr>
          <p:cNvSpPr>
            <a:spLocks noGrp="1"/>
          </p:cNvSpPr>
          <p:nvPr/>
        </p:nvSpPr>
        <p:spPr>
          <a:xfrm>
            <a:off x="10763250" y="78105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2.5 min</a:t>
            </a:r>
          </a:p>
        </p:txBody>
      </p:sp>
      <p:sp>
        <p:nvSpPr>
          <p:cNvPr id="9" name="">
            <a:extLst>
              <a:ext uri="{FF2B5EF4-FFF2-40B4-BE49-F238E27FC236}">
                <ns2:creationId id="{7700F832-212A-49AC-89B8-E26100C7B616}"/>
              </a:ext>
            </a:extLst>
          </p:cNvPr>
          <p:cNvSpPr>
            <a:spLocks noGrp="1"/>
          </p:cNvSpPr>
          <p:nvPr/>
        </p:nvSpPr>
        <p:spPr>
          <a:xfrm>
            <a:off x="0" y="6467475"/>
            <a:ext cx="12192000" cy="390525"/>
          </a:xfrm>
          <a:prstGeom prst="rect">
            <a:avLst/>
          </a:prstGeom>
          <a:solidFill>
            <a:srgbClr val="FFFEF9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30DE0EB4-B3E1-4373-BC32-2E22973CE4F4}"/>
              </a:ext>
            </a:extLst>
          </p:cNvPr>
          <p:cNvSpPr>
            <a:spLocks noGrp="1"/>
          </p:cNvSpPr>
          <p:nvPr/>
        </p:nvSpPr>
        <p:spPr>
          <a:xfrm>
            <a:off x="304800" y="65246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>
              <a:ext uri="{FF2B5EF4-FFF2-40B4-BE49-F238E27FC236}">
                <ns2:creationId id="{1A4A5169-E67C-408C-BD7C-31C8D440FC1C}"/>
              </a:ext>
            </a:extLst>
          </p:cNvPr>
          <p:cNvSpPr>
            <a:spLocks noGrp="1"/>
          </p:cNvSpPr>
          <p:nvPr/>
        </p:nvSpPr>
        <p:spPr>
          <a:xfrm>
            <a:off x="7620000" y="6524625"/>
            <a:ext cx="426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">
            <a:extLst>
              <a:ext uri="{FF2B5EF4-FFF2-40B4-BE49-F238E27FC236}">
                <ns2:creationId id="{16BF00EF-7A44-4794-9E1B-B45024DAFEC6}"/>
              </a:ext>
            </a:extLst>
          </p:cNvPr>
          <p:cNvSpPr>
            <a:spLocks noGrp="1"/>
          </p:cNvSpPr>
          <p:nvPr/>
        </p:nvSpPr>
        <p:spPr>
          <a:xfrm>
            <a:off x="495300" y="1295400"/>
            <a:ext cx="11191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The delivery desk</a:t>
            </a:r>
          </a:p>
        </p:txBody>
      </p:sp>
      <p:pic>
        <p:nvPicPr>
          <p:cNvPr id="13" name="Assembly animation — click to play" descr="Original 50-second captioned assembly clip. Click to play; pause at 20 seconds for a prediction.">
            <a:hlinkClick action="ppaction://media"/>
            <a:extLst>
              <a:ext uri="{FF2B5EF4-FFF2-40B4-BE49-F238E27FC236}">
                <ns2:creationId id="{FDAC5548-818A-43A4-A690-6ADC9F5DE38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41B9-4C3F-8B51-CB68043C48CE}">
                <p14:media r:embed="rId2"/>
              </p:ext>
            </p:extLst>
          </p:nvPr>
        </p:nvPicPr>
        <p:blipFill>
          <a:blip r:embed="R7d7f1ad21d164841"/>
          <a:stretch/>
        </p:blipFill>
        <p:spPr>
          <a:xfrm>
            <a:off x="495300" y="2057400"/>
            <a:ext cx="7620000" cy="4286250"/>
          </a:xfrm>
          <a:prstGeom prst="rect">
            <a:avLst/>
          </a:prstGeom>
        </p:spPr>
      </p:pic>
      <p:sp>
        <p:nvSpPr>
          <p:cNvPr id="14" name="">
            <a:extLst>
              <a:ext uri="{FF2B5EF4-FFF2-40B4-BE49-F238E27FC236}">
                <ns2:creationId id="{21082340-A01D-4231-8909-75EF7480CB2F}"/>
              </a:ext>
            </a:extLst>
          </p:cNvPr>
          <p:cNvSpPr>
            <a:spLocks noGrp="1"/>
          </p:cNvSpPr>
          <p:nvPr/>
        </p:nvSpPr>
        <p:spPr>
          <a:xfrm>
            <a:off x="8515350" y="2143125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Watch, then predict</a:t>
            </a:r>
          </a:p>
        </p:txBody>
      </p:sp>
      <p:sp>
        <p:nvSpPr>
          <p:cNvPr id="15" name="">
            <a:extLst>
              <a:ext uri="{FF2B5EF4-FFF2-40B4-BE49-F238E27FC236}">
                <ns2:creationId id="{E79602BF-94E3-4CEF-8A67-9AA038672B20}"/>
              </a:ext>
            </a:extLst>
          </p:cNvPr>
          <p:cNvSpPr>
            <a:spLocks noGrp="1"/>
          </p:cNvSpPr>
          <p:nvPr/>
        </p:nvSpPr>
        <p:spPr>
          <a:xfrm>
            <a:off x="8524875" y="3009900"/>
            <a:ext cx="30956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What is missing from “put it there”?</a:t>
            </a:r>
          </a:p>
          <a:p>
            <a:r>
              <a:t/>
            </a:r>
          </a:p>
          <a:p>
            <a:pPr algn="l">
              <a:defRPr sz="21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What makes the next instruction useful?</a:t>
            </a:r>
          </a:p>
        </p:txBody>
      </p:sp>
      <p:sp>
        <p:nvSpPr>
          <p:cNvPr id="16" name="">
            <a:extLst>
              <a:ext uri="{FF2B5EF4-FFF2-40B4-BE49-F238E27FC236}">
                <ns2:creationId id="{35B9D0F5-C9D1-4D71-8DB1-A919930F39FA}"/>
              </a:ext>
            </a:extLst>
          </p:cNvPr>
          <p:cNvSpPr>
            <a:spLocks noGrp="1"/>
          </p:cNvSpPr>
          <p:nvPr/>
        </p:nvSpPr>
        <p:spPr>
          <a:xfrm>
            <a:off x="8524875" y="5305425"/>
            <a:ext cx="3095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Click the picture to play</a:t>
            </a:r>
          </a:p>
          <a:p>
            <a: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Pause at 20 seconds</a:t>
            </a:r>
          </a:p>
          <a:p>
            <a:pPr algn="l">
              <a:defRPr sz="1575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Silent · captions included</a:t>
            </a:r>
          </a:p>
        </p:txBody>
      </p:sp>
    </p:spTree>
    <p:extLst>
      <p:ext uri="{BB962C8B-B14F-4D97-AF65-F5344CB8AC3E}">
        <p14:creationId val="1818576831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41DDE-C7BF-473D-8B4F-362C784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270A8-9E28-4826-B578-CF10C9A5A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8481671d44f9b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109B1-E47A-4352-AE4F-CCE40FD2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F5B49-5287-446A-A0CB-2E006C1C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572EF-98C8-42DF-B398-791B53FC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2CD83-CF51-42F4-BDC3-EC5E6177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4A225-1148-46CF-8B0F-4DC432EA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03 / 10    The delivery desk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EDC9D-92FB-4459-A5E7-1F6EB884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2.5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98A9C-FE2F-408E-BC63-7CA513A3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03605-0C0B-4C92-8D51-9CB1C9B3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B3D52-6CA8-4BAC-ABBE-C5F0CFEB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16FB639B-7A11-4FB2-8D47-5CC756C9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The delivery desk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D2386-5F28-4D51-8BF2-79F1C459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10953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Clear words + a check + a first step help the team get the job done.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F80FF-CD00-4509-A5D7-8FED709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What could the adult say more clearly?</a:t>
            </a:r>
          </a:p>
        </p:txBody>
      </p:sp>
    </p:spTree>
    <p:extLst>
      <p:ext uri="{BB962C8B-B14F-4D97-AF65-F5344CB8AC3E}">
        <p14:creationId xmlns:p14="http://schemas.microsoft.com/office/powerpoint/2010/main" val="195535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8FC8C-A8CF-42A8-A912-0CDC5AA7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01216-D1FC-4373-858B-D950201A8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e0fdd13fb4833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AB5A2-62FB-4C29-8027-2ED645F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B6DA8-A950-47B5-BA2E-B03C8EF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2DC86-2976-4481-95EE-353CDF8B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67FAD-9E5F-417A-99F1-68EE302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F6554-540E-4239-9A83-F83C8AD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04 / 10    Build the routine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966A4-F288-4B8F-9588-0FD0363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81551-673A-4BAF-A1EC-7A777326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942EB-3246-4A68-B4AA-FC09FC04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884A0-4BEF-41EF-9694-373DB96D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76866B6F-2D5B-44E6-9DAA-C30A9596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Build the routine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BD84B431-0243-4977-BB0E-012344D7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Put the steps in the order you would use them.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19CC8-9573-45E5-8592-16E242A7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Option 1">
            <a:extLst xmlns:a="http://schemas.openxmlformats.org/drawingml/2006/main">
              <a:ext uri="{FF2B5EF4-FFF2-40B4-BE49-F238E27FC236}">
                <a16:creationId xmlns:a16="http://schemas.microsoft.com/office/drawing/2014/main" id="{964F2F40-167B-4755-BB65-78686159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F9FD8-1A92-494B-A2D1-34561AC4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24AA6-8F25-4AA6-9157-2E9307BB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Option 2">
            <a:extLst xmlns:a="http://schemas.openxmlformats.org/drawingml/2006/main">
              <a:ext uri="{FF2B5EF4-FFF2-40B4-BE49-F238E27FC236}">
                <a16:creationId xmlns:a16="http://schemas.microsoft.com/office/drawing/2014/main" id="{69C6BCF5-6400-4BE2-A70B-52D0EFB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8CEC5-7D7F-4A14-9506-3861CC98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3B2DA-670F-4167-850B-FC833B87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Option 3">
            <a:extLst xmlns:a="http://schemas.openxmlformats.org/drawingml/2006/main">
              <a:ext uri="{FF2B5EF4-FFF2-40B4-BE49-F238E27FC236}">
                <a16:creationId xmlns:a16="http://schemas.microsoft.com/office/drawing/2014/main" id="{82050035-2D61-44F1-AC45-F55815E7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24375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PAUSE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67E6E-0AD6-4DAA-82E2-158816D1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C5D96-4F43-497C-B433-30D96BEB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Option 4">
            <a:extLst xmlns:a="http://schemas.openxmlformats.org/drawingml/2006/main">
              <a:ext uri="{FF2B5EF4-FFF2-40B4-BE49-F238E27FC236}">
                <a16:creationId xmlns:a16="http://schemas.microsoft.com/office/drawing/2014/main" id="{76302669-23C3-469A-978E-86CAD4A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LISTEN</a:t>
            </a:r>
          </a:p>
        </p:txBody>
      </p:sp>
    </p:spTree>
    <p:extLst>
      <p:ext uri="{BB962C8B-B14F-4D97-AF65-F5344CB8AC3E}">
        <p14:creationId xmlns:p14="http://schemas.microsoft.com/office/powerpoint/2010/main" val="894924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AF0B4-228C-41FF-9D6B-6E86105C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7DD3B-4DAC-4945-94A4-1F729B909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8831549204324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2192F-D968-490C-880C-3B9F75E1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77974-3847-4621-9E88-F482B76F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92A23-8170-4EDD-B4BA-E2D83C55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479CF-B34C-4F2E-B63A-EDE094F3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8FE3C-9C1E-4622-9228-FF137EDF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04 / 10    Build the routine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4D001-2E2E-4557-A478-330E2CC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AC1E9-6ADE-49FE-8B2A-136F4C0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8048A-AF28-4F80-982C-4E6D4529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A6E4A-1D37-4619-A417-287CB3D1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8DA2B738-E590-4CC3-B3CB-EBE05596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Build the routine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74F48-D33E-4EC0-8AE3-245E1177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523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Answer 1">
            <a:extLst xmlns:a="http://schemas.openxmlformats.org/drawingml/2006/main">
              <a:ext uri="{FF2B5EF4-FFF2-40B4-BE49-F238E27FC236}">
                <a16:creationId xmlns:a16="http://schemas.microsoft.com/office/drawing/2014/main" id="{B2D2E2C5-BFEC-46D0-B4CC-EAEBEBA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1042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PAUSE: stop what you are doing when safe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348EB-4620-42C6-8A7D-C1209721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0FC5E-1519-44EE-952A-59E02CC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523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Answer 2">
            <a:extLst xmlns:a="http://schemas.openxmlformats.org/drawingml/2006/main">
              <a:ext uri="{FF2B5EF4-FFF2-40B4-BE49-F238E27FC236}">
                <a16:creationId xmlns:a16="http://schemas.microsoft.com/office/drawing/2014/main" id="{252ABFF7-CFDC-492F-AD8A-75127E35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042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LISTEN: hear the whole instruction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08C8D-9E38-4E2B-A385-7F73597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EF12C-239C-4DB3-B012-1D904D7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523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Answer 3">
            <a:extLst xmlns:a="http://schemas.openxmlformats.org/drawingml/2006/main">
              <a:ext uri="{FF2B5EF4-FFF2-40B4-BE49-F238E27FC236}">
                <a16:creationId xmlns:a16="http://schemas.microsoft.com/office/drawing/2014/main" id="{4A720DF3-E6AA-475E-BDFA-7D46EC4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042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CHECK: be clear about the first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6E34B-431B-4506-9CC5-28A66C5C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044CA-8BB4-4C39-95EA-E95065A2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523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Answer 4">
            <a:extLst xmlns:a="http://schemas.openxmlformats.org/drawingml/2006/main">
              <a:ext uri="{FF2B5EF4-FFF2-40B4-BE49-F238E27FC236}">
                <a16:creationId xmlns:a16="http://schemas.microsoft.com/office/drawing/2014/main" id="{4DA86CAC-DC51-4CA9-89D3-007C86D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1042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START: make a start</a:t>
            </a:r>
          </a:p>
        </p:txBody>
      </p:sp>
    </p:spTree>
    <p:extLst>
      <p:ext uri="{BB962C8B-B14F-4D97-AF65-F5344CB8AC3E}">
        <p14:creationId xmlns:p14="http://schemas.microsoft.com/office/powerpoint/2010/main" val="933039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EC9E5-CA32-49C9-9B1B-A5CC7F1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4E03F-4313-4F98-9367-5DB0AC2EB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3cbbb6b854737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D8BBE-F7CB-45F1-83C2-70C4FE6A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87F93-0BD7-4E60-A3D4-684DFA99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010C8-AFD3-4C3C-AD15-7DF1C2F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59ED3-B245-41F7-B833-93D83705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C5DED-C313-41CC-8EAA-82A56A4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05 / 10    Spot the useful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E9500-5AC2-4A4F-B2A8-0B77131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B2519-A42B-4D94-8E5F-CD5F1420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06E72-CC35-4799-BBB1-F95D9F76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40EDD-9D18-412D-8617-7C7B14C7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4F21E360-7ECE-4DF8-8A1E-00AE76AA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Spot the useful details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69ECD326-3A67-4799-8CFD-26BDB1CD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“Put the blue folder in tray A, then sit down.”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CED24-EA07-419A-9339-29662C1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Option 1">
            <a:extLst xmlns:a="http://schemas.openxmlformats.org/drawingml/2006/main">
              <a:ext uri="{FF2B5EF4-FFF2-40B4-BE49-F238E27FC236}">
                <a16:creationId xmlns:a16="http://schemas.microsoft.com/office/drawing/2014/main" id="{8E41D185-88E5-4CCE-AFCB-2BC5865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WHAT is the item?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D2085-4770-4352-B9AF-4B5A8723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29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FA8DF-2BFB-417F-AE63-B4E828E9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Option 2">
            <a:extLst xmlns:a="http://schemas.openxmlformats.org/drawingml/2006/main">
              <a:ext uri="{FF2B5EF4-FFF2-40B4-BE49-F238E27FC236}">
                <a16:creationId xmlns:a16="http://schemas.microsoft.com/office/drawing/2014/main" id="{E2EF4FD8-8698-4DCD-A712-F661A8C8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WHERE does it go?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EB210-D317-4CE5-95BB-22CEA571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8410B-6E56-4B81-B2D7-EDEE8A99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625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Option 3">
            <a:extLst xmlns:a="http://schemas.openxmlformats.org/drawingml/2006/main">
              <a:ext uri="{FF2B5EF4-FFF2-40B4-BE49-F238E27FC236}">
                <a16:creationId xmlns:a16="http://schemas.microsoft.com/office/drawing/2014/main" id="{D1B6AC28-C27D-4875-8B1F-5686AD4C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In what ORDER?</a:t>
            </a:r>
          </a:p>
        </p:txBody>
      </p:sp>
    </p:spTree>
    <p:extLst>
      <p:ext uri="{BB962C8B-B14F-4D97-AF65-F5344CB8AC3E}">
        <p14:creationId xmlns:p14="http://schemas.microsoft.com/office/powerpoint/2010/main" val="1803209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EF6D5-AC35-47F6-99D3-AD0FBEF2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2FC97-A59E-4E11-A9B8-862CCCE42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e85723d284abd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7D062-3A0D-4E55-827E-235B945C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549C3-E297-4246-B81D-2050E238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ADA6C-5468-49D4-92B3-3AB235B4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E91D7-6191-4A21-8A8D-B8579AD7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65C1B-0A47-475E-B02F-F276BEF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05 / 10    Spot the useful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B2B11-DD8F-4F9E-8C97-362CB5FB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B1B2E-85FC-4551-B1C1-05FA7BAD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AB1F3-77F5-495C-AC5A-D03DB899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0C55A-D8A2-4BBD-8F44-A757B4C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7FE4D638-6E82-4162-8C5E-2831D98E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Spot the useful details</a:t>
            </a:r>
          </a:p>
        </p:txBody>
      </p:sp>
      <p:sp>
        <p:nvSpPr>
          <p:cNvPr id="13" name="Answer 1">
            <a:extLst xmlns:a="http://schemas.openxmlformats.org/drawingml/2006/main">
              <a:ext uri="{FF2B5EF4-FFF2-40B4-BE49-F238E27FC236}">
                <a16:creationId xmlns:a16="http://schemas.microsoft.com/office/drawing/2014/main" id="{77B81F2F-5D4D-4227-8595-3E55048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WHAT: the blue folder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8F098-823E-4ED1-8559-E8F352A1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swer 2">
            <a:extLst xmlns:a="http://schemas.openxmlformats.org/drawingml/2006/main">
              <a:ext uri="{FF2B5EF4-FFF2-40B4-BE49-F238E27FC236}">
                <a16:creationId xmlns:a16="http://schemas.microsoft.com/office/drawing/2014/main" id="{685FD82B-578D-4E38-8022-4DB19A53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WHERE: tray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1A97A-91A8-4102-8EF1-64C3B7A4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 3">
            <a:extLst xmlns:a="http://schemas.openxmlformats.org/drawingml/2006/main">
              <a:ext uri="{FF2B5EF4-FFF2-40B4-BE49-F238E27FC236}">
                <a16:creationId xmlns:a16="http://schemas.microsoft.com/office/drawing/2014/main" id="{88B79DA4-BDC1-43BF-9144-CAC12BF2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ORDER: put the folder away first; then sit 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8978B-2F87-4CDD-85C2-0423428E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1201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75134-D85D-4AB2-AA1D-F1306DCB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9"/>
                </a:solidFill>
                <a:latin typeface="Arial"/>
                <a:ea typeface="Arial"/>
                <a:cs typeface="Arial"/>
              </a:rPr>
              <a:t>WHAT: blue folder. WHERE: tray A. ORDER: folder first, then sit down.</a:t>
            </a:r>
          </a:p>
        </p:txBody>
      </p:sp>
    </p:spTree>
    <p:extLst>
      <p:ext uri="{BB962C8B-B14F-4D97-AF65-F5344CB8AC3E}">
        <p14:creationId xmlns:p14="http://schemas.microsoft.com/office/powerpoint/2010/main" val="15502656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DD7C8-1987-4357-B9ED-B246FD1C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AF7D8-A554-4DA6-A0B7-C8765E27F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714e432094f4f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D57C7-AFCB-43E1-A8A7-0F281A19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0A8CB-D560-4602-92D3-BE1D1DA9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2F15C-4999-4FFD-BE69-6049E2A5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1F39D-BC31-409E-9737-F15ED37B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DC962-E18D-42F8-BEBD-9BCE1F5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06 / 10    Choose the next move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DC9FA-02F4-47EA-90B6-56496A1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480CF-E2A3-4F21-80A1-C4D913D3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DBD7C-84BB-41F2-9A7E-509EC4E1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5BA06-3150-4018-BB4A-356FE5D1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77B41B10-15ED-4103-93DE-461BEEA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Choose the next move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674657CA-20F3-4652-B14A-2619EFAD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You are talking. Staff say: “Put the pen down and listen.”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82FF1-CE84-4F83-85EF-B3A03208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Option 1">
            <a:extLst xmlns:a="http://schemas.openxmlformats.org/drawingml/2006/main">
              <a:ext uri="{FF2B5EF4-FFF2-40B4-BE49-F238E27FC236}">
                <a16:creationId xmlns:a16="http://schemas.microsoft.com/office/drawing/2014/main" id="{21ECDEEC-9BC0-4EBE-BA0B-C9A16623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Keep talking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313F5-DF40-4A77-AC56-345951F0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29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241BA-7920-40D9-9824-058FDB97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Option 2">
            <a:extLst xmlns:a="http://schemas.openxmlformats.org/drawingml/2006/main">
              <a:ext uri="{FF2B5EF4-FFF2-40B4-BE49-F238E27FC236}">
                <a16:creationId xmlns:a16="http://schemas.microsoft.com/office/drawing/2014/main" id="{04FA2A66-2A57-477B-876E-53BDA1A8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Argue about the 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DC936-13B1-481B-8A89-4ED9C0D9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92D09-0F1F-493B-8261-0FA0A44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625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Option 3">
            <a:extLst xmlns:a="http://schemas.openxmlformats.org/drawingml/2006/main">
              <a:ext uri="{FF2B5EF4-FFF2-40B4-BE49-F238E27FC236}">
                <a16:creationId xmlns:a16="http://schemas.microsoft.com/office/drawing/2014/main" id="{23200F30-03AF-48E9-87BF-64BF2783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Pause and listen</a:t>
            </a:r>
          </a:p>
        </p:txBody>
      </p:sp>
    </p:spTree>
    <p:extLst>
      <p:ext uri="{BB962C8B-B14F-4D97-AF65-F5344CB8AC3E}">
        <p14:creationId xmlns:p14="http://schemas.microsoft.com/office/powerpoint/2010/main" val="16244980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F33B9-FB9F-48F5-AC2D-8891BE1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7C53-19CA-4A10-BFEF-1ADEEFB26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28c61410b4644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EE9F0-DE85-44B1-9E5E-43584B6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3CC77-5060-4485-A9FA-0A2C25BD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FCEFF-FEC8-4682-A7CB-AD319994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5C83E-39F1-470C-A23F-7CE05553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A8064-E6F5-4489-8422-16AB84B9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06 / 10    Choose the next move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1C8EA-98C2-4CCF-A04F-332BB0C8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C2A7A-A601-43DE-891C-D8E8C73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B770C-9965-472B-B03C-098FB884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5B2C8-4125-4BE7-BE84-EAFE641C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CE4E0B9A-CF0C-4C4A-B213-378FA16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Choose the next move</a:t>
            </a:r>
          </a:p>
        </p:txBody>
      </p:sp>
      <p:sp>
        <p:nvSpPr>
          <p:cNvPr id="13" name="Option 1">
            <a:extLst xmlns:a="http://schemas.openxmlformats.org/drawingml/2006/main">
              <a:ext uri="{FF2B5EF4-FFF2-40B4-BE49-F238E27FC236}">
                <a16:creationId xmlns:a16="http://schemas.microsoft.com/office/drawing/2014/main" id="{5DA49464-60DE-4334-B87C-A12ADC89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You may miss the next step. Try pausing so you can hear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F08B7-FC3C-4263-8008-B7E8447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ption 2">
            <a:extLst xmlns:a="http://schemas.openxmlformats.org/drawingml/2006/main">
              <a:ext uri="{FF2B5EF4-FFF2-40B4-BE49-F238E27FC236}">
                <a16:creationId xmlns:a16="http://schemas.microsoft.com/office/drawing/2014/main" id="{17D77157-0A48-44D8-B792-4229338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The first step can get lost in the argument. Pause, then ask your question.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A977F-5C25-400C-9F2F-CA0A3AF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tion 3">
            <a:extLst xmlns:a="http://schemas.openxmlformats.org/drawingml/2006/main">
              <a:ext uri="{FF2B5EF4-FFF2-40B4-BE49-F238E27FC236}">
                <a16:creationId xmlns:a16="http://schemas.microsoft.com/office/drawing/2014/main" id="{EA331A39-5787-48C0-8FF2-FC0AA7BF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You hear what comes next. If you are unsure, ask: “Which step first?”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14808-94ED-49CA-9CDC-AE35B193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1201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7C5FD-144D-482D-A20E-DD491D7E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9"/>
                </a:solidFill>
                <a:latin typeface="Arial"/>
                <a:ea typeface="Arial"/>
                <a:cs typeface="Arial"/>
              </a:rPr>
              <a:t>Pause and listen. You can ask a question when you have heard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2190403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6C72C-F147-4E41-8CD9-411CC11B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4E24C-FB26-4A08-B48A-FD529B956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b0a8342594583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F68C8-0FD3-4486-9D89-3FD1A34E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C4469-2018-48CF-ADCB-C3616C2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59321-FD64-4BF3-8A77-02C1EA69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7700-1833-4984-BA87-0766F47F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5C89B-5EE4-4E78-8421-651818A7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07 / 10    When it is hard to 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9CC4E-5554-4A70-B826-A96C18E2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1517A-9FB6-4AE7-9948-2FF29D99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0C137-DC13-4397-9874-7E970FC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8C809-70D1-40DC-A4B5-8DB9F443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07615609-CB39-4598-8E06-E8082C19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When it is hard to start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FCEAD179-6D94-428C-B127-12352ED9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Pick a barrier. Find a useful phrase.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6EB6C-2142-430C-82CE-BD52E606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Option 1">
            <a:extLst xmlns:a="http://schemas.openxmlformats.org/drawingml/2006/main">
              <a:ext uri="{FF2B5EF4-FFF2-40B4-BE49-F238E27FC236}">
                <a16:creationId xmlns:a16="http://schemas.microsoft.com/office/drawing/2014/main" id="{5FDCF1C4-4057-428E-A96B-35A2921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I did not hear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02310-F009-451D-9D80-61875B08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1F9B4-5140-4729-81DF-57E612F0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Option 2">
            <a:extLst xmlns:a="http://schemas.openxmlformats.org/drawingml/2006/main">
              <a:ext uri="{FF2B5EF4-FFF2-40B4-BE49-F238E27FC236}">
                <a16:creationId xmlns:a16="http://schemas.microsoft.com/office/drawing/2014/main" id="{7CDA215A-CB72-4C69-9176-21AB13B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Too many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78824-200E-42B0-B6C0-88088685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BB16E-8D90-41FA-88C5-0AFCFA4A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Option 3">
            <a:extLst xmlns:a="http://schemas.openxmlformats.org/drawingml/2006/main">
              <a:ext uri="{FF2B5EF4-FFF2-40B4-BE49-F238E27FC236}">
                <a16:creationId xmlns:a16="http://schemas.microsoft.com/office/drawing/2014/main" id="{3F0058D6-AF9B-45AF-9081-8FF0367B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24375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I feel wound 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9DA47-134A-4273-A7AE-CFE222C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C0B70-9213-41A6-A6B4-DB106B0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523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Option 4">
            <a:extLst xmlns:a="http://schemas.openxmlformats.org/drawingml/2006/main">
              <a:ext uri="{FF2B5EF4-FFF2-40B4-BE49-F238E27FC236}">
                <a16:creationId xmlns:a16="http://schemas.microsoft.com/office/drawing/2014/main" id="{C3BBD699-A353-4816-8728-42402D6B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104203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I do not understand</a:t>
            </a:r>
          </a:p>
        </p:txBody>
      </p:sp>
    </p:spTree>
    <p:extLst>
      <p:ext uri="{BB962C8B-B14F-4D97-AF65-F5344CB8AC3E}">
        <p14:creationId xmlns:p14="http://schemas.microsoft.com/office/powerpoint/2010/main" val="11061673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F6DCA-B82D-4CCA-9F85-5BB1639D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9511F-3C35-4612-AA65-82F5CFBC9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535242f8c4f73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AA401-5620-48A9-93FA-DDE9BF6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22DE0-7BE1-4095-BD2A-A6D92CE0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D954-7D29-49F8-A44F-19F72E9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50E1B-5A36-41F9-B651-A92C4A48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B9258-6705-4C66-B214-6DBD8E6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07 / 10    When it is hard to 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BEC0F-E63F-456A-BC71-4A5F15BE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81873-2975-4021-AB36-EC7394AF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10901-D7C4-458E-8243-BDEB48A8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62208-35D2-4F94-97F8-9B35DE4E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045E2F4B-B1CE-431C-A73E-AAF27E88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When it is hard to start</a:t>
            </a:r>
          </a:p>
        </p:txBody>
      </p:sp>
      <p:sp>
        <p:nvSpPr>
          <p:cNvPr id="13" name="Answer 1">
            <a:extLst xmlns:a="http://schemas.openxmlformats.org/drawingml/2006/main">
              <a:ext uri="{FF2B5EF4-FFF2-40B4-BE49-F238E27FC236}">
                <a16:creationId xmlns:a16="http://schemas.microsoft.com/office/drawing/2014/main" id="{9D0154E7-B345-4DB8-AF36-24EEE00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“Can you say that again?”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B32E6-3F7A-416D-93DF-8B2C81F7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swer 2">
            <a:extLst xmlns:a="http://schemas.openxmlformats.org/drawingml/2006/main">
              <a:ext uri="{FF2B5EF4-FFF2-40B4-BE49-F238E27FC236}">
                <a16:creationId xmlns:a16="http://schemas.microsoft.com/office/drawing/2014/main" id="{926195D0-F36E-45E4-B971-411D8C11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“Which step first?”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F1DAD-9742-4C26-9FFA-C083A22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 3">
            <a:extLst xmlns:a="http://schemas.openxmlformats.org/drawingml/2006/main">
              <a:ext uri="{FF2B5EF4-FFF2-40B4-BE49-F238E27FC236}">
                <a16:creationId xmlns:a16="http://schemas.microsoft.com/office/drawing/2014/main" id="{14229130-B0DD-4679-8DE7-21620F1C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“I need a moment, then help to start.”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2B185-8293-4D56-AEBC-46921A3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nswer 4">
            <a:extLst xmlns:a="http://schemas.openxmlformats.org/drawingml/2006/main">
              <a:ext uri="{FF2B5EF4-FFF2-40B4-BE49-F238E27FC236}">
                <a16:creationId xmlns:a16="http://schemas.microsoft.com/office/drawing/2014/main" id="{235CB3D8-4256-441A-A30B-2F129A66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“Can you show me?”</a:t>
            </a:r>
          </a:p>
        </p:txBody>
      </p:sp>
    </p:spTree>
    <p:extLst>
      <p:ext uri="{BB962C8B-B14F-4D97-AF65-F5344CB8AC3E}">
        <p14:creationId xmlns:p14="http://schemas.microsoft.com/office/powerpoint/2010/main" val="4027042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6B716-C5CB-441F-8919-70B65499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8B152-0BFB-48CD-86B8-97CD6E496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03a05eefb408d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8C443-21CA-4E30-B293-6E5D8CD5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6C42F-1D2D-431D-80CD-74FB416E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B0292-1BF0-428F-9EAE-9C7D347D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53C6A-72FE-4CD4-85C6-DD8A8FB0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EE2E9-CC06-4B23-A0FF-A8D0FE6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08 / 10    Start, check or get help?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D04AD-7D6D-429B-998A-1615F93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FFF7F-3516-46E7-8A08-F076520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42DC1-492A-48C4-AAF9-4AF1A7C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E258B-63FC-4AD9-8856-1006CF1D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20160817-30BB-4669-869B-152F21F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Start, check or get help?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49075455-70AE-4002-BB23-2E00FCAF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Read the request. Choose the useful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6A30B-95C3-4C40-9657-92E3AE1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Option 1">
            <a:extLst xmlns:a="http://schemas.openxmlformats.org/drawingml/2006/main">
              <a:ext uri="{FF2B5EF4-FFF2-40B4-BE49-F238E27FC236}">
                <a16:creationId xmlns:a16="http://schemas.microsoft.com/office/drawing/2014/main" id="{9618C7B2-A7D7-4626-B217-EC9E90F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Staff say: “Put your book on the clear desk.” You know which desk.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2F861-E8E9-4FF8-8F73-BB2E0B3B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29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9875D-8281-4C13-948C-8DBB285A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Option 2">
            <a:extLst xmlns:a="http://schemas.openxmlformats.org/drawingml/2006/main">
              <a:ext uri="{FF2B5EF4-FFF2-40B4-BE49-F238E27FC236}">
                <a16:creationId xmlns:a16="http://schemas.microsoft.com/office/drawing/2014/main" id="{141DD0D7-75D6-43F6-B674-637BB837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Staff say: “Put it over there.” You do not know where.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0388E-4DF2-47FA-A0D7-326800D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094F6-DBCE-4355-BC37-903AE59A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625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Option 3">
            <a:extLst xmlns:a="http://schemas.openxmlformats.org/drawingml/2006/main">
              <a:ext uri="{FF2B5EF4-FFF2-40B4-BE49-F238E27FC236}">
                <a16:creationId xmlns:a16="http://schemas.microsoft.com/office/drawing/2014/main" id="{B64A2ADF-468B-4632-BAE6-3257918C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Someone asks you to do something dangerous and keep it secret.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0B199-CE5D-470F-A5E4-A8E0CF57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293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START  /  CHECK  /  GET HELP</a:t>
            </a:r>
          </a:p>
        </p:txBody>
      </p:sp>
    </p:spTree>
    <p:extLst>
      <p:ext uri="{BB962C8B-B14F-4D97-AF65-F5344CB8AC3E}">
        <p14:creationId xmlns:p14="http://schemas.microsoft.com/office/powerpoint/2010/main" val="18925806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A40CE-B924-4530-859E-08ECB8B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603F3-75B3-44E6-9074-FA48C05CAD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32d2c44574278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0CE9E-200E-4B3F-B791-7319BDA9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FDA81-502C-4F87-B3B3-46132CA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8DF5B-327C-44D3-BF2F-0A88154D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300B2-3193-4E26-B6C8-9C8D84AA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F1EAA-1E88-4476-B07F-95A748CF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08 / 10    Start, check or get help?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9DA6B-03DA-4414-BA44-8FC36A7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401EA-064F-4467-9A95-D925BA8A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AAA08-4D4A-49ED-9E55-01E3DEE5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61043-20D7-4E57-A1B3-08C5C5B4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8DE5789F-9828-402C-A8FA-A3BCE70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Start, check or get help?</a:t>
            </a:r>
          </a:p>
        </p:txBody>
      </p:sp>
      <p:sp>
        <p:nvSpPr>
          <p:cNvPr id="13" name="Answer 1">
            <a:extLst xmlns:a="http://schemas.openxmlformats.org/drawingml/2006/main">
              <a:ext uri="{FF2B5EF4-FFF2-40B4-BE49-F238E27FC236}">
                <a16:creationId xmlns:a16="http://schemas.microsoft.com/office/drawing/2014/main" id="{0D19CBB6-67F1-419D-ABC6-C1F5D23E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Staff say: Put your book on the clear desk. You know which desk. → 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84735-889D-44CA-AC89-DDCC73BB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swer 2">
            <a:extLst xmlns:a="http://schemas.openxmlformats.org/drawingml/2006/main">
              <a:ext uri="{FF2B5EF4-FFF2-40B4-BE49-F238E27FC236}">
                <a16:creationId xmlns:a16="http://schemas.microsoft.com/office/drawing/2014/main" id="{28712AC3-3ECE-47F6-8597-869308D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Staff say: Put it over there. You do not know where. →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C561F-C5F6-46D8-AA3C-2FEF309C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 3">
            <a:extLst xmlns:a="http://schemas.openxmlformats.org/drawingml/2006/main">
              <a:ext uri="{FF2B5EF4-FFF2-40B4-BE49-F238E27FC236}">
                <a16:creationId xmlns:a16="http://schemas.microsoft.com/office/drawing/2014/main" id="{CF139DD3-7802-462F-B973-806B10C0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Someone asks you to do something dangerous and keep it secret. → GET HELP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E8374-5D49-4D32-8088-E7288FF6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1201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97195-47B4-4DAE-9550-440C2FF8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9"/>
                </a:solidFill>
                <a:latin typeface="Arial"/>
                <a:ea typeface="Arial"/>
                <a:cs typeface="Arial"/>
              </a:rPr>
              <a:t>Start a clear, safe task. Check an unclear instruction. Get help with something unsafe.</a:t>
            </a:r>
          </a:p>
        </p:txBody>
      </p:sp>
    </p:spTree>
    <p:extLst>
      <p:ext uri="{BB962C8B-B14F-4D97-AF65-F5344CB8AC3E}">
        <p14:creationId xmlns:p14="http://schemas.microsoft.com/office/powerpoint/2010/main" val="8558173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7F070-89DB-46AF-B8B4-041E2A6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1A860-219C-49C6-8849-B7B0166A66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db3d1d316449d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93CD4-21F1-47C4-8577-CA6F620F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FBCFD-BFB8-4454-8FCF-C206BEF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61F76-2494-45CA-A098-BB3ACC07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E6218-74B6-41AB-897A-A3A91CDB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52FA3-0D1A-4B2E-BEC4-E5834AB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09 / 10    Practise one clear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BC19C-C15C-42A5-B8D4-BB70746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A32C0-A828-4B9B-94A0-D3F01FB0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DF3A4-068B-4EE2-8EC9-CC1A63CC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5153A-EB6B-4DE5-9BA2-FD7273AD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4164F075-97B6-4E08-B684-537ABEB5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Practise one clear step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8EC2B623-F057-4E2F-942F-50289350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Listen to one instruction. Give it time.</a:t>
            </a:r>
          </a:p>
        </p:txBody>
      </p:sp>
      <p:sp>
        <p:nvSpPr>
          <p:cNvPr id="14" name="Option 1">
            <a:extLst xmlns:a="http://schemas.openxmlformats.org/drawingml/2006/main">
              <a:ext uri="{FF2B5EF4-FFF2-40B4-BE49-F238E27FC236}">
                <a16:creationId xmlns:a16="http://schemas.microsoft.com/office/drawing/2014/main" id="{343A1806-3FF8-417E-A387-68ECC8F0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1087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57893-3E62-4FC3-A15E-F955A849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29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tion 2">
            <a:extLst xmlns:a="http://schemas.openxmlformats.org/drawingml/2006/main">
              <a:ext uri="{FF2B5EF4-FFF2-40B4-BE49-F238E27FC236}">
                <a16:creationId xmlns:a16="http://schemas.microsoft.com/office/drawing/2014/main" id="{DEEF2793-51CE-4841-B625-A57EAF4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11087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What helped make the instruction clear?</a:t>
            </a:r>
          </a:p>
        </p:txBody>
      </p:sp>
    </p:spTree>
    <p:extLst>
      <p:ext uri="{BB962C8B-B14F-4D97-AF65-F5344CB8AC3E}">
        <p14:creationId xmlns:p14="http://schemas.microsoft.com/office/powerpoint/2010/main" val="8811658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85B27-687F-4E44-81CD-19CEFB9C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E83A8-BC49-4F55-8731-1266633DB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59fd368664e1e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CF65-42E5-4427-B223-29E087D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B2D9B-AF73-447A-9F88-0DA74460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29C62-1433-4897-9C88-8C48BBE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7E1F6-9756-4608-B42E-1FB4A0B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3CDE2-F2D6-4A39-923F-D2203726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09 / 10    Practise one clear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9C8B7-C4B4-41B6-806D-884ADBA7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6EF4D-1903-4460-B6B0-9E8672FE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A445A-8577-4A3A-AE9B-A0E6B33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096E8-B1D2-4F98-A9D0-9DBCAB45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8B001E96-D5A8-4474-961E-ED4DF451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Practise one clear step</a:t>
            </a:r>
          </a:p>
        </p:txBody>
      </p:sp>
      <p:sp>
        <p:nvSpPr>
          <p:cNvPr id="13" name="Answer 1">
            <a:extLst xmlns:a="http://schemas.openxmlformats.org/drawingml/2006/main">
              <a:ext uri="{FF2B5EF4-FFF2-40B4-BE49-F238E27FC236}">
                <a16:creationId xmlns:a16="http://schemas.microsoft.com/office/drawing/2014/main" id="{50A9549D-DC07-4053-BAD5-77F424D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One clear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7D72E-3A7A-4EA1-A81C-2D1B69FC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swer 2">
            <a:extLst xmlns:a="http://schemas.openxmlformats.org/drawingml/2006/main">
              <a:ext uri="{FF2B5EF4-FFF2-40B4-BE49-F238E27FC236}">
                <a16:creationId xmlns:a16="http://schemas.microsoft.com/office/drawing/2014/main" id="{BD344D13-5210-40B2-822C-5F5600E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Time to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5B0F5-AB9B-4B3B-80B5-5C1E699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 3">
            <a:extLst xmlns:a="http://schemas.openxmlformats.org/drawingml/2006/main">
              <a:ext uri="{FF2B5EF4-FFF2-40B4-BE49-F238E27FC236}">
                <a16:creationId xmlns:a16="http://schemas.microsoft.com/office/drawing/2014/main" id="{1808ED67-AB6C-4784-8526-96ADBC2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Help to check the first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7AE89-050F-4468-A143-A2A2447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1201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3870C-94E0-4D96-B37A-92A64475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EF9"/>
                </a:solidFill>
                <a:latin typeface="Arial"/>
                <a:ea typeface="Arial"/>
                <a:cs typeface="Arial"/>
              </a:rPr>
              <a:t>A clear direction, time to process, and a check can help everyone begin.</a:t>
            </a:r>
          </a:p>
        </p:txBody>
      </p:sp>
    </p:spTree>
    <p:extLst>
      <p:ext uri="{BB962C8B-B14F-4D97-AF65-F5344CB8AC3E}">
        <p14:creationId xmlns:p14="http://schemas.microsoft.com/office/powerpoint/2010/main" val="10421873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8F30A-1751-4A31-8773-4911F0C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C1231-C9C7-4BAD-A845-6F1C68D1C0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bfa4ae8ba4cc1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0D866-5377-48A8-8C25-D29A7A7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D51A4-1780-4047-B8BF-14836697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F9353-D699-4039-848D-CC3AFC7D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917ED-B820-421E-997D-C4A2D61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790E8-79C4-4283-A2D5-189B5AA5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10 / 10    Your next useful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4EFE0-2898-4B49-919E-BE61CD81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6E97B-5E87-4A45-A02B-C4C5D7B3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1A50D-F9A8-4365-AE0B-36687A26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5774A-0A51-42E8-8317-8CF88A4C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Think · point · speak · watch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5B20DFC2-AF8B-4F53-8B13-D99D23C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Your next useful step</a:t>
            </a:r>
          </a:p>
        </p:txBody>
      </p:sp>
      <p:sp>
        <p:nvSpPr>
          <p:cNvPr id="13" name="Discussion prompt">
            <a:extLst xmlns:a="http://schemas.openxmlformats.org/drawingml/2006/main">
              <a:ext uri="{FF2B5EF4-FFF2-40B4-BE49-F238E27FC236}">
                <a16:creationId xmlns:a16="http://schemas.microsoft.com/office/drawing/2014/main" id="{5D28229E-760D-4395-AC30-10B02CA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116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Choose one thing you could try.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FCCE5-9912-4690-9A7D-E462119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Option 1">
            <a:extLst xmlns:a="http://schemas.openxmlformats.org/drawingml/2006/main">
              <a:ext uri="{FF2B5EF4-FFF2-40B4-BE49-F238E27FC236}">
                <a16:creationId xmlns:a16="http://schemas.microsoft.com/office/drawing/2014/main" id="{8A8E8189-9909-4BD5-8C6A-EDB52EA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Pause to hear the instruction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5FC34-744A-424F-ADF0-9F8CB3D1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290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0F0E6-0D25-442F-8BDD-9FDB84DB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Option 2">
            <a:extLst xmlns:a="http://schemas.openxmlformats.org/drawingml/2006/main">
              <a:ext uri="{FF2B5EF4-FFF2-40B4-BE49-F238E27FC236}">
                <a16:creationId xmlns:a16="http://schemas.microsoft.com/office/drawing/2014/main" id="{D34106DE-C3B1-4070-AE89-E47F31D6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Ask “Which step first?”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0720A-29C7-4CAB-BAA9-993CC2AA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36888-038C-4066-9BD2-C43DF70A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62525"/>
            <a:ext cx="52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Option 3">
            <a:extLst xmlns:a="http://schemas.openxmlformats.org/drawingml/2006/main">
              <a:ext uri="{FF2B5EF4-FFF2-40B4-BE49-F238E27FC236}">
                <a16:creationId xmlns:a16="http://schemas.microsoft.com/office/drawing/2014/main" id="{20F73194-7F59-49DC-8C4F-FC48896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1042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Start one clear step</a:t>
            </a:r>
          </a:p>
        </p:txBody>
      </p:sp>
    </p:spTree>
    <p:extLst>
      <p:ext uri="{BB962C8B-B14F-4D97-AF65-F5344CB8AC3E}">
        <p14:creationId xmlns:p14="http://schemas.microsoft.com/office/powerpoint/2010/main" val="6431483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79507-1B26-44E8-9BAF-30475DF4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EB027-CF91-4214-8B7C-087DFF746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962370de1481f"/>
          <a:stretch xmlns:a="http://schemas.openxmlformats.org/drawingml/2006/main"/>
        </p:blipFill>
        <p:spPr>
          <a:xfrm xmlns:a="http://schemas.openxmlformats.org/drawingml/2006/main">
            <a:off x="266700" y="1143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BC283-B139-4328-9AA2-ED73F9CF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MADE BY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2F234-EB6A-42FD-A8F7-9F2631F7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Learn • Build • Explore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5B170-6586-4EFF-B6EE-4F2079AE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BEHAVIOUR 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2B865-7BE4-4ECC-9C87-2E427B3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4BB5C-E3A9-4D38-BC58-3D5AC6A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810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EF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EF9"/>
                </a:solidFill>
                <a:latin typeface="Arial"/>
                <a:ea typeface="Arial"/>
                <a:cs typeface="Arial"/>
              </a:rPr>
              <a:t>10 / 10    Your next useful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7D973-83F7-446B-AF77-99700C2A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defPPr>
            <a:lvl1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1pPr>
            <a:lvl2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2pPr>
            <a:lvl3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3pPr>
            <a:lvl4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4pPr>
            <a:lvl5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5pPr>
            <a:lvl6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6pPr>
            <a:lvl7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7pPr>
            <a:lvl8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8pPr>
            <a:lvl9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A6E5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E5C9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111DE-A670-4391-A90B-E489B2D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7475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7B8C9-F87B-425F-B3DB-273F34F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2462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ASSEMBLY-FOLLOWING-INSTRUCTIONS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FEF5-9246-4599-8BC1-102C4769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60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12" name="Stage heading">
            <a:extLst xmlns:a="http://schemas.openxmlformats.org/drawingml/2006/main">
              <a:ext uri="{FF2B5EF4-FFF2-40B4-BE49-F238E27FC236}">
                <a16:creationId xmlns:a16="http://schemas.microsoft.com/office/drawing/2014/main" id="{9DD30249-F072-4FBB-A9A3-8FFF2729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23B"/>
                </a:solidFill>
                <a:latin typeface="Arial"/>
                <a:ea typeface="Arial"/>
                <a:cs typeface="Arial"/>
              </a:rPr>
              <a:t>Your next useful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3B30D-3ADA-4188-A281-71D1E682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10953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3665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6650"/>
                </a:solidFill>
                <a:latin typeface="Arial"/>
                <a:ea typeface="Arial"/>
                <a:cs typeface="Arial"/>
              </a:rPr>
              <a:t>Pause. Listen. Check. Start. If it is unclear or unsafe, ask for help.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8B674-4C9C-4578-85CB-FA6D3D92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722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23B"/>
                </a:solidFill>
                <a:latin typeface="Arial"/>
                <a:ea typeface="Arial"/>
                <a:cs typeface="Arial"/>
              </a:rPr>
              <a:t>One clear step is a useful place to start.</a:t>
            </a:r>
          </a:p>
        </p:txBody>
      </p:sp>
    </p:spTree>
    <p:extLst>
      <p:ext uri="{BB962C8B-B14F-4D97-AF65-F5344CB8AC3E}">
        <p14:creationId xmlns:p14="http://schemas.microsoft.com/office/powerpoint/2010/main" val="1987926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dc:subject>ASSEMBLY-FOLLOWING-INSTRUCTIONS</dc:subject>
  <lastModifiedBy>Walnut Exporter</lastModifiedBy>
  <dc:title>Presentation</dc:title>
  <dcterms:created xsi:type="dcterms:W3CDTF">2026-10-22T16:19:26.2850000Z</dcterms:created>
  <dcterms:modified xsi:type="dcterms:W3CDTF">2026-10-22T16:19:26.2850000Z</dcterms:modified>
</coreProperties>
</file>