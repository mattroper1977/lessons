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Record the learner’s own words or signs, the adult’s real practice reply and a workable next step. Ordinary task help may wait for an agreed time; a safety concern needs prompt support. A scripted example is not evidence that an actual safeguarding event occurred.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Ask for a clear next step or time. A hides the unmet need; C shares private information too widely. If the case is a safety concern, seek help promptly; immediate danger needs emergency help, not a delayed appointment. Reteach with “Please show me what to do next.”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Model a vague reply with case A, then a helpful clarification. Each pupil makes a request and receives a real classroom reply. The adult records the response without supplying the learner’s reason.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Record the learner’s own words or signs, the adult’s real practice reply and a workable next step. Ordinary task help may wait for an agreed time; a safety concern needs prompt support. A scripted example is not evidence that an actual safeguarding event occurred.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PSHE-GROW-A2-W06 · Monday 7–Friday 11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Fictional cases only in group discussion. No acted threats, disclosure demand or live emergency call. Keep any real concern in the separate safeguarding process.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GROW-PSHE-W6-E1; A scenario-based help request, actual classroom adult reply, clarification or backup, and the learner’s next step with mode/support recorded.</ns4:t>
            </ns4:r>
          </ns4:p>
          <ns5:p xmlns:ns5="http://schemas.openxmlformats.org/drawingml/2006/main">
            <ns5:r>
              <ns5:t>Scheme: GROW Weekly - Autumn!C86; GROW - Autumn!D13, I13, J13; revision 9ed44bdf.</ns5:t>
            </ns5:r>
          </ns5:p>
          <ns6:p xmlns:ns6="http://schemas.openxmlformats.org/drawingml/2006/main">
            <ns6:r>
              <ns6:t>Source objective: Practise help-seeking through scenarios.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Help that gets heard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6 · 7–11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I make a clear request and check the reply?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 help request receives a vague reply; the learner asks for a clear time and step, then checks or uses a backup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Kit has asked for help.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reply is not clear.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could Kit ask next?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 clear reply gives a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Practise help-seeking through scenarios.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choose who, how and when to ask.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practise a clear help request.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check the reply or use a backup.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Kit cannot read a task instruction.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Kit points to the line and asks for help.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The adult says they will help soon.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Kit asks: When can we do the first step?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The adult gives a clear time and step.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Kit checks the step or asks another adult.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Ask, listen, check the next step. Keep trying if needed.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The reply is unclear. What could Kit do?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Pretend to understand and give up.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Ask when and what the next step is.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Post the private worry to a public group.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a made-up case to practise asking.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point to a help phrase.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choose who, how and when.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check a vague reply or a delay.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Keep the actual reply from your practice.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the case and your own request.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Record who you asked and their reply.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Show the next step or backup you chose.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How can you make a request clear?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can you ask after a vague reply?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When must a safety worry get help?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Request: Ask for help.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Reply: A response.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Clarify: Make it clear.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Promptly: Without needless delay.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Private: For those who need to know.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Backup: Another route.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Practise: Try a skill.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Help that gets heard</dc:title>
  <dc:subject>PSHE-GROW-A2-W06</dc:subject>
  <cp:lastModifiedBy/>
  <dc:description>PSHE Autumn 2 Week 6</dc:description>
  <cp:keywords/>
</cp:coreProperties>
</file>