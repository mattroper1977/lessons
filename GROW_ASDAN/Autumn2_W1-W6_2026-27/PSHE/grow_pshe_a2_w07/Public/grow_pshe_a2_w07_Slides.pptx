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PSHE-GROW-A2-W07 · Monday 14–Friday 18 December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GROW-PSHE-W7-E1; Individual December keeping-safe/wellbeing task: core A–C decisions with reasons, updated trusted-role network/access routes, wellbeing step and checked evidence references.</ns4:t>
            </ns4:r>
          </ns4:p>
          <ns5:p xmlns:ns5="http://schemas.openxmlformats.org/drawingml/2006/main">
            <ns5:r>
              <ns5:t>Scheme: GROW Weekly - Autumn!C87; GROW - Autumn!D13, I13, J13; revision 9ed44bdf.</ns5:t>
            </ns5:r>
          </ns5:p>
          <ns6:p xmlns:ns6="http://schemas.openxmlformats.org/drawingml/2006/main">
            <ns6:r>
              <ns6:t>Source objective: Keeping-safe &amp; wellbeing task; bank evidence.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PSHE-GROW-A2-W07 · Monday 14–Friday 18 December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GROW-PSHE-W7-E1; Individual December keeping-safe/wellbeing task: core A–C decisions with reasons, updated trusted-role network/access routes, wellbeing step and checked evidence references.</ns4:t>
            </ns4:r>
          </ns4:p>
          <ns5:p xmlns:ns5="http://schemas.openxmlformats.org/drawingml/2006/main">
            <ns5:r>
              <ns5:t>Scheme: GROW Weekly - Autumn!C87; GROW - Autumn!D13, I13, J13; revision 9ed44bdf.</ns5:t>
            </ns5:r>
          </ns5:p>
          <ns6:p xmlns:ns6="http://schemas.openxmlformats.org/drawingml/2006/main">
            <ns6:r>
              <ns6:t>Source objective: Keeping-safe &amp; wellbeing task; bank evidence.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PSHE-GROW-A2-W07 · Monday 14–Friday 18 December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Read all diagram labels aloud. Accept a pointed clue. Diagrams are authored examples, not learner evidence or measuring templates.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GROW-PSHE-W7-E1; Individual December keeping-safe/wellbeing task: core A–C decisions with reasons, updated trusted-role network/access routes, wellbeing step and checked evidence references.</ns4:t>
            </ns4:r>
          </ns4:p>
          <ns5:p xmlns:ns5="http://schemas.openxmlformats.org/drawingml/2006/main">
            <ns5:r>
              <ns5:t>Scheme: GROW Weekly - Autumn!C87; GROW - Autumn!D13, I13, J13; revision 9ed44bdf.</ns5:t>
            </ns5:r>
          </ns5:p>
          <ns6:p xmlns:ns6="http://schemas.openxmlformats.org/drawingml/2006/main">
            <ns6:r>
              <ns6:t>Source objective: Keeping-safe &amp; wellbeing task; bank evidence.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PSHE-GROW-A2-W07 · Monday 14–Friday 18 December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GROW-PSHE-W7-E1; Individual December keeping-safe/wellbeing task: core A–C decisions with reasons, updated trusted-role network/access routes, wellbeing step and checked evidence references.</ns4:t>
            </ns4:r>
          </ns4:p>
          <ns5:p xmlns:ns5="http://schemas.openxmlformats.org/drawingml/2006/main">
            <ns5:r>
              <ns5:t>Scheme: GROW Weekly - Autumn!C87; GROW - Autumn!D13, I13, J13; revision 9ed44bdf.</ns5:t>
            </ns5:r>
          </ns5:p>
          <ns6:p xmlns:ns6="http://schemas.openxmlformats.org/drawingml/2006/main">
            <ns6:r>
              <ns6:t>Source objective: Keeping-safe &amp; wellbeing task; bank evidence.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PSHE-GROW-A2-W07 · Monday 14–Friday 18 December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Require each core case A–C, a first adult and backup with access routes, and one wellbeing step/reason. Accept accessible response modes and record prompts. Reuse authentic W3/W5 work only after checking it remains current and adding the review. Label fictional network practice accurately. Bank actual work; leave gaps visible.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GROW-PSHE-W7-E1; Individual December keeping-safe/wellbeing task: core A–C decisions with reasons, updated trusted-role network/access routes, wellbeing step and checked evidence references.</ns4:t>
            </ns4:r>
          </ns4:p>
          <ns5:p xmlns:ns5="http://schemas.openxmlformats.org/drawingml/2006/main">
            <ns5:r>
              <ns5:t>Scheme: GROW Weekly - Autumn!C87; GROW - Autumn!D13, I13, J13; revision 9ed44bdf.</ns5:t>
            </ns5:r>
          </ns5:p>
          <ns6:p xmlns:ns6="http://schemas.openxmlformats.org/drawingml/2006/main">
            <ns6:r>
              <ns6:t>Source objective: Keeping-safe &amp; wellbeing task; bank evidence.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PSHE-GROW-A2-W07 · Monday 14–Friday 18 December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C. A blank form does not show a learner response. Retain real choices, reasons, help routes and the support given. Reteach using an adult example clearly labelled as a model, then collect a new learner-owned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GROW-PSHE-W7-E1; Individual December keeping-safe/wellbeing task: core A–C decisions with reasons, updated trusted-role network/access routes, wellbeing step and checked evidence references.</ns4:t>
            </ns4:r>
          </ns4:p>
          <ns5:p xmlns:ns5="http://schemas.openxmlformats.org/drawingml/2006/main">
            <ns5:r>
              <ns5:t>Scheme: GROW Weekly - Autumn!C87; GROW - Autumn!D13, I13, J13; revision 9ed44bdf.</ns5:t>
            </ns5:r>
          </ns5:p>
          <ns6:p xmlns:ns6="http://schemas.openxmlformats.org/drawingml/2006/main">
            <ns6:r>
              <ns6:t>Source objective: Keeping-safe &amp; wellbeing task; bank evidence.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PSHE-GROW-A2-W07 · Monday 14–Friday 18 December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Use A–C as the core assessment. Read aloud or scribe without giving the answer; record support. Offer D–F only after core work. Review the network and wellbeing step, then identify the exact work to bank.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GROW-PSHE-W7-E1; Individual December keeping-safe/wellbeing task: core A–C decisions with reasons, updated trusted-role network/access routes, wellbeing step and checked evidence references.</ns4:t>
            </ns4:r>
          </ns4:p>
          <ns5:p xmlns:ns5="http://schemas.openxmlformats.org/drawingml/2006/main">
            <ns5:r>
              <ns5:t>Scheme: GROW Weekly - Autumn!C87; GROW - Autumn!D13, I13, J13; revision 9ed44bdf.</ns5:t>
            </ns5:r>
          </ns5:p>
          <ns6:p xmlns:ns6="http://schemas.openxmlformats.org/drawingml/2006/main">
            <ns6:r>
              <ns6:t>Source objective: Keeping-safe &amp; wellbeing task; bank evidence.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PSHE-GROW-A2-W07 · Monday 14–Friday 18 December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Require each core case A–C, a first adult and backup with access routes, and one wellbeing step/reason. Accept accessible response modes and record prompts. Reuse authentic W3/W5 work only after checking it remains current and adding the review. Label fictional network practice accurately. Bank actual work; leave gaps visible.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GROW-PSHE-W7-E1; Individual December keeping-safe/wellbeing task: core A–C decisions with reasons, updated trusted-role network/access routes, wellbeing step and checked evidence references.</ns4:t>
            </ns4:r>
          </ns4:p>
          <ns5:p xmlns:ns5="http://schemas.openxmlformats.org/drawingml/2006/main">
            <ns5:r>
              <ns5:t>Scheme: GROW Weekly - Autumn!C87; GROW - Autumn!D13, I13, J13; revision 9ed44bdf.</ns5:t>
            </ns5:r>
          </ns5:p>
          <ns6:p xmlns:ns6="http://schemas.openxmlformats.org/drawingml/2006/main">
            <ns6:r>
              <ns6:t>Source objective: Keeping-safe &amp; wellbeing task; bank evidence.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PSHE-GROW-A2-W07 · Monday 14–Friday 18 December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GROW-PSHE-W7-E1; Individual December keeping-safe/wellbeing task: core A–C decisions with reasons, updated trusted-role network/access routes, wellbeing step and checked evidence references.</ns4:t>
            </ns4:r>
          </ns4:p>
          <ns5:p xmlns:ns5="http://schemas.openxmlformats.org/drawingml/2006/main">
            <ns5:r>
              <ns5:t>Scheme: GROW Weekly - Autumn!C87; GROW - Autumn!D13, I13, J13; revision 9ed44bdf.</ns5:t>
            </ns5:r>
          </ns5:p>
          <ns6:p xmlns:ns6="http://schemas.openxmlformats.org/drawingml/2006/main">
            <ns6:r>
              <ns6:t>Source objective: Keeping-safe &amp; wellbeing task; bank evidence.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PSHE-GROW-A2-W07 · Monday 14–Friday 18 December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GROW-PSHE-W7-E1; Individual December keeping-safe/wellbeing task: core A–C decisions with reasons, updated trusted-role network/access routes, wellbeing step and checked evidence references.</ns4:t>
            </ns4:r>
          </ns4:p>
          <ns5:p xmlns:ns5="http://schemas.openxmlformats.org/drawingml/2006/main">
            <ns5:r>
              <ns5:t>Scheme: GROW Weekly - Autumn!C87; GROW - Autumn!D13, I13, J13; revision 9ed44bdf.</ns5:t>
            </ns5:r>
          </ns5:p>
          <ns6:p xmlns:ns6="http://schemas.openxmlformats.org/drawingml/2006/main">
            <ns6:r>
              <ns6:t>Source objective: Keeping-safe &amp; wellbeing task; bank evidence.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PSHE-GROW-A2-W07 · Monday 14–Friday 18 December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GROW-PSHE-W7-E1; Individual December keeping-safe/wellbeing task: core A–C decisions with reasons, updated trusted-role network/access routes, wellbeing step and checked evidence references.</ns4:t>
            </ns4:r>
          </ns4:p>
          <ns5:p xmlns:ns5="http://schemas.openxmlformats.org/drawingml/2006/main">
            <ns5:r>
              <ns5:t>Scheme: GROW Weekly - Autumn!C87; GROW - Autumn!D13, I13, J13; revision 9ed44bdf.</ns5:t>
            </ns5:r>
          </ns5:p>
          <ns6:p xmlns:ns6="http://schemas.openxmlformats.org/drawingml/2006/main">
            <ns6:r>
              <ns6:t>Source objective: Keeping-safe &amp; wellbeing task; bank evidence.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PSHE-GROW-A2-W07 · Monday 14–Friday 18 December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No forced disclosure. Personal networks use roles and are checked privately. Assess choices and reasoning, not personal experiences. Separate safeguarding information from learning evidence.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GROW-PSHE-W7-E1; Individual December keeping-safe/wellbeing task: core A–C decisions with reasons, updated trusted-role network/access routes, wellbeing step and checked evidence references.</ns4:t>
            </ns4:r>
          </ns4:p>
          <ns5:p xmlns:ns5="http://schemas.openxmlformats.org/drawingml/2006/main">
            <ns5:r>
              <ns5:t>Scheme: GROW Weekly - Autumn!C87; GROW - Autumn!D13, I13, J13; revision 9ed44bdf.</ns5:t>
            </ns5:r>
          </ns5:p>
          <ns6:p xmlns:ns6="http://schemas.openxmlformats.org/drawingml/2006/main">
            <ns6:r>
              <ns6:t>Source objective: Keeping-safe &amp; wellbeing task; bank evidence.</ns6:t>
            </ns6:r>
          </ns6:p>
          <ns7:p xmlns:ns7="http://schemas.openxmlformats.org/drawingml/2006/main">
            <ns7:r>
              <ns7:t>Calendar: No teaching day or clock slot is inferred.</ns7:t>
            </ns7:r>
          </ns7:p>
          <ns8:p xmlns:ns8="http://schemas.openxmlformats.org/drawingml/2006/main">
            <ns8:r>
              <ns8:t>Unit: Keeping safe, healthy &amp; well</ns8:t>
            </ns8:r>
          </ns8:p>
          <ns9:p xmlns:ns9="http://schemas.openxmlformats.org/drawingml/2006/main">
            <ns9:r>
              <ns9:t>Accreditation: PSHE Association programme of study; [AWARD] [QUAL], '[QUAL]', '[QUAL]'.</ns9:t>
            </ns9:r>
          </ns9:p>
          <ns10:p xmlns:ns10="http://schemas.openxmlformats.org/drawingml/2006/main">
            <ns10:r>
              <ns10:t>Assessment: F: scenario sorting.  S: 'my trusted network' + safe/unsafe task (Dec).</ns10:t>
            </ns10:r>
          </ns10:p>
          <ns11:p xmlns:ns11="http://schemas.openxmlformats.org/drawingml/2006/main">
            <ns11:r>
              <ns11:t>Sources: https://www.childline.org.uk/info-advice/bullying-abuse-safety/getting-help/asking-adult-help/; https://pshe-association.org.uk/guidance/ks1-5/handling-complex-issues-safely-classroom</ns11:t>
            </ns11:r>
          </ns11:p>
          <ns12:p xmlns:ns12="http://schemas.openxmlformats.org/drawingml/2006/main">
            <ns12:r>
              <ns12:t>Made by Matt · © Matt Roper · CC BY-NC-SA 4.0: free for classroom use, share and adapt with credit, no resale</ns12:t>
            </ns12:r>
          </ns1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Show how I keep safe and well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7 · 14–18 December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PSHE-GROW-A2-W07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evidence shows my safe choices and help routes?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We use made-up cases. You can pass.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PSHE-GROW-A2-W07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diagram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PSHE-GROW-A2-W07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An evidence check moves from real learner work to reasons, help routes and a next step, then staff confirm storage. A blank sheet is not completed evidence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folder has a blank sheet.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Another has the learner’s own work.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Which one can show a skill?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We check the work and help used.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PSHE-GROW-A2-W07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Keeping-safe &amp; wellbeing task; bank evidence.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explain a safe choice using a clue.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show a first help route and backup.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keep my own wellbeing evidence.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PSHE-GROW-A2-W07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In our made-up case, Kit gets a prize link.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The sender says: click now and keep it secret.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Kit spots pressure and does not click the link.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Kit tells the class adult; the office is a backup.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Kit asks for a quiet pause, then checks the next step.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Kit keeps a choice and reason as their own work.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Your own choices and reasons are the evidence.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PSHE-GROW-A2-W07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blank sheet is in a folder. Is it evidence?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Yes, because it has a lesson title.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Yes, because an adult printed it.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No; keep the learner’s actual work.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PSHE-GROW-A2-W07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Complete core cases A, B and C.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hear the cases and point or speak.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explain a clue and a safe step.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apply the skill to D, E or F.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Update your role map and wellbeing step.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PSHE-GROW-A2-W07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Keep your own choices and reasons.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Check your first adult and backup route.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Record support and any missing evidence.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Respond to feedback before staff bank work.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PSHE-GROW-A2-W07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PSHE-GROW-A2-W07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Which piece of work is yours?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could you do if help is not there?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is one next step for you?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PSHE-GROW-A2-W07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Evidence: Work that shows a skill.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Clue: A useful fact.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Safe: Risks checked and reduced.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Network: Routes to help.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Wellbeing: How we feel and manage.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Review: Check and plan next.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Next step: What to try next.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PSHE-GROW-A2-W07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Show how I keep safe and well</dc:title>
  <dc:subject>PSHE-GROW-A2-W07</dc:subject>
  <cp:lastModifiedBy/>
  <dc:description>PSHE Autumn 2 Week 7</dc:description>
  <cp:keywords/>
</cp:coreProperties>
</file>