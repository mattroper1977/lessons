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displayed pupil objective and success checks. The exact scheme wording remains in the planner/source record; explain the authorised hook or neutral display wording.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Credit a specific barrier, a feasible helpful change and a reason linked to participation or wellbeing. Ask the person what helps; do not diagnose. A fictional plan is valid practice and must be labelled as such. Staff check the actual help route privately.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Listen to Jo and adapt the task so Jo can take part. Different support can give fair access. A ignores the barrier; C removes Jo’s voice. Reteach with a short instruction shown as a picture and words, then ask the learner which version helps.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Read A–F and model A. Pupils choose a case, match a support and explain why. Invite a small wellbeing step and check whether the learner wants it. Keep personal requests private.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Credit a specific barrier, a feasible helpful change and a reason linked to participation or wellbeing. Ask the person what helps; do not diagnose. A fictional plan is valid practice and must be labelled as such. Staff check the actual help route privately.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PSHE-GROW-A2-W05 · Monday 30 November–Friday 4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fictional cases, role labels and a pass. No pupil must disclose health needs or family circumstances. Do not imply disability is a problem to fix; address barriers and respect choice. Follow the local safeguarding route for real concerns.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GROW-PSHE-W5-E1; An individual barrier/support match, a wellbeing step with reason, an available help route and a check of the learner’s chosen support.</ns4:t>
            </ns4:r>
          </ns4:p>
          <ns5:p xmlns:ns5="http://schemas.openxmlformats.org/drawingml/2006/main">
            <ns5:r>
              <ns5:t>Scheme: GROW Weekly - Autumn!C85; GROW - Autumn!D13, I13, J13; revision 9ed44bdf.</ns5:t>
            </ns5:r>
          </ns5:p>
          <ns6:p xmlns:ns6="http://schemas.openxmlformats.org/drawingml/2006/main">
            <ns6:r>
              <ns6:t>Source objective: World Mental Health Day, looking after my wellbeing.</ns6:t>
            </ns6:r>
          </ns6:p>
          <ns7:p xmlns:ns7="http://schemas.openxmlformats.org/drawingml/2006/main">
            <ns7:r>
              <ns7:t>Calendar: Owner correction: the original World Mental Health Day hook (10 October) is outside Autumn 2. The teaching hook is International Day of Persons with Disabilities, 3 December, within Week 5. Keep the exact source objective, unit, accreditation and assessment in the source record. Disability and mental ill health are not synonyms; teach wellbeing and inclusive access without diagnosis or simulation.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https://pshe-association.org.uk/guidance/ks1-5/handling-complex-issues-safely-classroom; https://www.un.org/en/observances/day-of-persons-with-disabilities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Wellbeing and taking part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5 · 30 November–4 December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could help me feel well and join in?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Jo meets a long spoken task; the group asks Jo and offers one visual step at a time, then checks whether this helps. Inclusion hook dated 3 December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Jo wants to join the task.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instructions are hard to use.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could the group change?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Jo what would help.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Looking after my wellbeing.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spot a barrier to taking part.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choose a helpful change or support.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explain one wellbeing step.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Jo cannot follow a long spoken task.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adult asks what would help.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Jo asks to see one step at a time.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The adult gives a short visual guide.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Jo can ask for a pause or more help.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They check if the change helped Jo join in.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Listen to the person. Change the barrier. Check again.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Jo asks for a visual guide. What helps?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Say everyone must use the same way.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Ask what helps and provide clear steps.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Guess what Jo needs without asking.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Match each barrier to a helpful step.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choose from two support cards.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explain a change and why.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check if the person finds it useful.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Jo or a private example of your own.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one barrier, change and reason.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small wellbeing step.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Name an adult or route for more help.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What can make it hard to take part?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Why should we ask what helps?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Who can help if a worry stays?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Wellbeing: How we feel and manage.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Barrier: What gets in the way.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Access: A way to use or join.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Support: Help with a need.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Choice: An option we select.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Include: Help people take part.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Review: Check what helped.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PSHE-GROW-A2-W05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Wellbeing and taking part</dc:title>
  <dc:subject>PSHE-GROW-A2-W05</dc:subject>
  <cp:lastModifiedBy/>
  <dc:description>PSHE Autumn 2 Week 5</dc:description>
  <cp:keywords/>
</cp:coreProperties>
</file>