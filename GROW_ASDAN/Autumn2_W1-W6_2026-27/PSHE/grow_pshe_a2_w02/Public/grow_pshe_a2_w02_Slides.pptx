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Show the title and week range. Enter the actual teaching date in the planner. Open the big question without asking for personal experiences.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Take a private check-in. Offer a quiet start, water, a seated stretch or adult support. Identify where a learner can seek private help and explain the right to pass.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fictional picture aloud. Read the prompt without inviting disclosure. Accept a pointed clue or a quiet spoken answer. The pupil need not decode the image independently.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scheme objective verbatim. Explain each I can check in plain words. The evidence is a local formative response, not completed award assessment.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aloud. Distinguish an observed clue from a guess. Ask what changed when the person paused. Keep the unsafe action hypothetical.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and offer A/B/C response cards, pointing or a quiet response. Ask for a reason. C. A password is private. Pause and ask a trusted adult without replying or opening links. A shares private details; B puts someone else at risk. Re-model and use a fresh case if the risk is missed.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Use Support Cards page 1 and labels on page 2. Supported learners start with two cases; independent and aspire routes use six. Allow more than one defensible judgement when explained. Keep the assessed choice with the learner.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Use the Evidence Sheet. Record the chosen case, clue, reason, next step and response after feedback. Read or scribe exact words without giving the reason. A model answer does not count as the learner’s own evidence.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ownership and actual support. Keep completed work under local practice. Return cards and hear one next step. No safeguarding account belongs on the evidence form.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Use the exit prompts for a private or spoken, drawn, written or pointed response. Record what remains unclear and plan another fictional example. Do not make participation in a public performance a condition of success.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mat available throughout. Read key words aloud, connect them to the fictional cases and accept a home-language first response where helpful.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PSHE-GROW-A2-W02 · Monday 9–Friday 13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adult reference. Use the planner, case key and local safeguarding route. Record the learner’s voice, the audience, the reply and the next action. No forced disclosure or cold calling.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GROW-PSHE-W2-E1; retain actual learner response and a next step.</ns4:t>
            </ns4:r>
          </ns4:p>
          <ns5:p xmlns:ns5="http://schemas.openxmlformats.org/drawingml/2006/main">
            <ns5:r>
              <ns5:t>Scheme: GROW Weekly - Autumn!C82;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https://pshe-association.org.uk/guidance/ks1-5/handling-complex-issues-safely-classroom; https://www.ceopeducation.co.uk/11_18/lets-talk-about/online-safety/reporting-and-blocking/; https://www.ceopeducation.co.uk/11_18/lets-talk-about/online-safety/staying_private_online/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Safe choices offline and online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2 · 9–13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clue helps us choose a safer step?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 or write.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Water or a seated stretch may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We use made-up cases, not personal stories.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You can pass and try another case.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 clue in the picture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Fictional phone message with a gift and lock picture. A pupil pauses before replying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message offers a prize.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It asks for a password.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is the risk?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What could Jo do next?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Recognise safe and unsafe situations, offline and online.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spot a clue offline or online.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explain why a choice may be unsafe.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choose a safer step and ask for help.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 safer step in a made-up case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Jo sees a message about a free prize.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It asks Jo to share a password.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Clue: it asks for private details.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Jo pauses and does not reply.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Jo shows a trusted adult.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They check the next step together.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 gift or lock picture does not prove who sent a message.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reduces the risk?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message asks for your password.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Send it to get the prize.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Ask a friend to send theirs.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Do not reply. Ask a trusted adult.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case sort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Sort the case cards. Give a reason.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start with two cases.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sort all six cases.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name a fact that could change a choice.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Point, say, draw or write your own view.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clue and safer step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Choose one case for your own sheet.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Record a clue and your reason.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Choose a safer next step.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Check your work with the adult.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date.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own clue, reason and next step.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the help you used.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Put cards away. Tell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clue would make you pause?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could you do before you reply?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ask __ for help in private.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Offline: Away from the internet.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Online: Using the internet.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Unsafe: Could cause harm.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Private: For you or people you choose.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Permission: Saying yes to something.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Trusted adult: An adult you can ask for help.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Report: Tell someone who can help.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PSHE-GROW-A2-W02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fictional cases and a right to pass.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Check the private-help route before teaching.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read or scribe the learner’s own words.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Record the reason, next step and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Safe choices offline and online</dc:title>
  <dc:subject>PSHE-GROW-A2-W02</dc:subject>
  <cp:lastModifiedBy/>
  <dc:description>GROW PSHE Autumn 2 Week 2</dc:description>
  <cp:keywords/>
</cp:coreProperties>
</file>