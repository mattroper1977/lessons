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PSHE-GROW-A2-W03 · Monday 16–Friday 20 November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GROW-PSHE-W3-E1; A learner-owned network map using roles, with a first adult, backup, access route and reason; record whether it is personal or fictional practice.</ns4:t>
            </ns4:r>
          </ns4:p>
          <ns5:p xmlns:ns5="http://schemas.openxmlformats.org/drawingml/2006/main">
            <ns5:r>
              <ns5:t>Scheme: GROW Weekly - Autumn!C83;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PSHE-GROW-A2-W03 · Monday 16–Friday 20 November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GROW-PSHE-W3-E1; A learner-owned network map using roles, with a first adult, backup, access route and reason; record whether it is personal or fictional practice.</ns4:t>
            </ns4:r>
          </ns4:p>
          <ns5:p xmlns:ns5="http://schemas.openxmlformats.org/drawingml/2006/main">
            <ns5:r>
              <ns5:t>Scheme: GROW Weekly - Autumn!C83;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PSHE-GROW-A2-W03 · Monday 16–Friday 20 November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Read all diagram labels aloud. Accept a pointed clue. Diagrams are authored examples, not learner evidence or measuring templates.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GROW-PSHE-W3-E1; A learner-owned network map using roles, with a first adult, backup, access route and reason; record whether it is personal or fictional practice.</ns4:t>
            </ns4:r>
          </ns4:p>
          <ns5:p xmlns:ns5="http://schemas.openxmlformats.org/drawingml/2006/main">
            <ns5:r>
              <ns5:t>Scheme: GROW Weekly - Autumn!C83;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PSHE-GROW-A2-W03 · Monday 16–Friday 20 November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GROW-PSHE-W3-E1; A learner-owned network map using roles, with a first adult, backup, access route and reason; record whether it is personal or fictional practice.</ns4:t>
            </ns4:r>
          </ns4:p>
          <ns5:p xmlns:ns5="http://schemas.openxmlformats.org/drawingml/2006/main">
            <ns5:r>
              <ns5:t>Scheme: GROW Weekly - Autumn!C83;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PSHE-GROW-A2-W03 · Monday 16–Friday 20 November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Accept accessible adult roles and a workable way to reach them, with a reason based on listening, boundaries and helpful action. A role alone does not guarantee trust. A fictional map shows the mapping skill; do not label it a confirmed personal network. Staff check a real help route privately without demanding names or personal histories.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GROW-PSHE-W3-E1; A learner-owned network map using roles, with a first adult, backup, access route and reason; record whether it is personal or fictional practice.</ns4:t>
            </ns4:r>
          </ns4:p>
          <ns5:p xmlns:ns5="http://schemas.openxmlformats.org/drawingml/2006/main">
            <ns5:r>
              <ns5:t>Scheme: GROW Weekly - Autumn!C83;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PSHE-GROW-A2-W03 · Monday 16–Friday 20 November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B. A backup adult gives another route to help. A leaves Sam without support; C shares private information with unknown people. Ask how Sam could reach the backup. Reteach using a school adult who is busy, then a different available staff member.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GROW-PSHE-W3-E1; A learner-owned network map using roles, with a first adult, backup, access route and reason; record whether it is personal or fictional practice.</ns4:t>
            </ns4:r>
          </ns4:p>
          <ns5:p xmlns:ns5="http://schemas.openxmlformats.org/drawingml/2006/main">
            <ns5:r>
              <ns5:t>Scheme: GROW Weekly - Autumn!C83;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PSHE-GROW-A2-W03 · Monday 16–Friday 20 November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Model Sam’s map, sort A–F, then invite a role-only personal map or fictional practice. Complete the first adult, backup and access-route fields. Staff discreetly help anyone with no safe route rather than requiring a public explanation.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GROW-PSHE-W3-E1; A learner-owned network map using roles, with a first adult, backup, access route and reason; record whether it is personal or fictional practice.</ns4:t>
            </ns4:r>
          </ns4:p>
          <ns5:p xmlns:ns5="http://schemas.openxmlformats.org/drawingml/2006/main">
            <ns5:r>
              <ns5:t>Scheme: GROW Weekly - Autumn!C83;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PSHE-GROW-A2-W03 · Monday 16–Friday 20 November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Accept accessible adult roles and a workable way to reach them, with a reason based on listening, boundaries and helpful action. A role alone does not guarantee trust. A fictional map shows the mapping skill; do not label it a confirmed personal network. Staff check a real help route privately without demanding names or personal histories.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GROW-PSHE-W3-E1; A learner-owned network map using roles, with a first adult, backup, access route and reason; record whether it is personal or fictional practice.</ns4:t>
            </ns4:r>
          </ns4:p>
          <ns5:p xmlns:ns5="http://schemas.openxmlformats.org/drawingml/2006/main">
            <ns5:r>
              <ns5:t>Scheme: GROW Weekly - Autumn!C83;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PSHE-GROW-A2-W03 · Monday 16–Friday 20 November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GROW-PSHE-W3-E1; A learner-owned network map using roles, with a first adult, backup, access route and reason; record whether it is personal or fictional practice.</ns4:t>
            </ns4:r>
          </ns4:p>
          <ns5:p xmlns:ns5="http://schemas.openxmlformats.org/drawingml/2006/main">
            <ns5:r>
              <ns5:t>Scheme: GROW Weekly - Autumn!C83;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PSHE-GROW-A2-W03 · Monday 16–Friday 20 November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GROW-PSHE-W3-E1; A learner-owned network map using roles, with a first adult, backup, access route and reason; record whether it is personal or fictional practice.</ns4:t>
            </ns4:r>
          </ns4:p>
          <ns5:p xmlns:ns5="http://schemas.openxmlformats.org/drawingml/2006/main">
            <ns5:r>
              <ns5:t>Scheme: GROW Weekly - Autumn!C83;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PSHE-GROW-A2-W03 · Monday 16–Friday 20 November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GROW-PSHE-W3-E1; A learner-owned network map using roles, with a first adult, backup, access route and reason; record whether it is personal or fictional practice.</ns4:t>
            </ns4:r>
          </ns4:p>
          <ns5:p xmlns:ns5="http://schemas.openxmlformats.org/drawingml/2006/main">
            <ns5:r>
              <ns5:t>Scheme: GROW Weekly - Autumn!C83;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PSHE-GROW-A2-W03 · Monday 16–Friday 20 November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Use Sam or role labels. Do not display or collect addresses, phone numbers, family histories or personal network names in a public pack. Offer a private alternative and a pass. If a concern is shared, listen without investigating, follow local safeguarding procedures and keep that record separate from learning evidence.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GROW-PSHE-W3-E1; A learner-owned network map using roles, with a first adult, backup, access route and reason; record whether it is personal or fictional practice.</ns4:t>
            </ns4:r>
          </ns4:p>
          <ns5:p xmlns:ns5="http://schemas.openxmlformats.org/drawingml/2006/main">
            <ns5:r>
              <ns5:t>Scheme: GROW Weekly - Autumn!C83;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trusted adult network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3 · 16–20 November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PSHE-GROW-A2-W03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Who can help me feel heard and safe?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We use made-up cases. You can pass.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PSHE-GROW-A2-W03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diagram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PSHE-GROW-A2-W03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Fictional Sam at the centre of a network with school adult, club adult, healthcare adult and a backup route. No real names or contacts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Sam needs some help.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Who could Sam ask?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makes an adult trusted?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Use roles, not private names.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PSHE-GROW-A2-W03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Map my network of trusted adults.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name signs of a trusted adult.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map a first adult and a backup.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show how to reach help.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PSHE-GROW-A2-W03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Sam picks a school adult who listens.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Sam can ask at the school office.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A club leader is another option.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If one adult is away, Sam asks another.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A trusted adult takes concerns seriously.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They may share a concern to get safe help.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A network gives us more than one route to help.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PSHE-GROW-A2-W03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Sam’s first adult is away. What next?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Keep the worry secret for good.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Ask another trusted adult.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Post the worry to strangers online.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PSHE-GROW-A2-W03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Sort the adult-action cards.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choose two adult roles.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map roles and how to reach them.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explain a backup for a closed setting.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Sam’s map or a private map of your own.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PSHE-GROW-A2-W03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Keep your map and one reason.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Show a first adult and a backup.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Say how you could reach each one.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Use your own colour to respond to feedback.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PSHE-GROW-A2-W03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PSHE-GROW-A2-W03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Name one sign of a trusted adult.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if your first adult is away?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How can you ask for a private talk?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PSHE-GROW-A2-W03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Trusted: Safe and helpful actions.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Adult: A grown-up person.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Network: People we can turn to.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Backup: Another option.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Private: For those who need to know.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Concern: A worry.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Support: Help with a need.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PSHE-GROW-A2-W03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My trusted adult network</dc:title>
  <dc:subject>PSHE-GROW-A2-W03</dc:subject>
  <cp:lastModifiedBy/>
  <dc:description>PSHE Autumn 2 Week 3</dc:description>
  <cp:keywords/>
</cp:coreProperties>
</file>