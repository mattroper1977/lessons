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cd84540b0db64b64"/><Relationship Type="http://schemas.openxmlformats.org/officeDocument/2006/relationships/extended-properties" Target="/docProps/app.xml" Id="R1f2d96c58c55440c"/><Relationship Type="http://schemas.openxmlformats.org/officeDocument/2006/relationships/officeDocument" Target="/ppt/presentation.xml" Id="Re464253634f44380"/></Relationships>
</file>

<file path=ppt/presentation.xml><?xml version="1.0" encoding="utf-8"?>
<p:presentation xmlns:p="http://schemas.openxmlformats.org/presentationml/2006/main">
  <p:sldMasterIdLst>
    <p:sldMasterId xmlns:r="http://schemas.openxmlformats.org/officeDocument/2006/relationships" id="2147483648" r:id="R04aaa18b736b4bdf"/>
  </p:sldMasterIdLst>
  <p:notesMasterIdLst>
    <p:notesMasterId xmlns:r="http://schemas.openxmlformats.org/officeDocument/2006/relationships" r:id="R96d94d15dc974a5e"/>
  </p:notesMasterIdLst>
  <p:sldIdLst>
    <p:sldId xmlns:r="http://schemas.openxmlformats.org/officeDocument/2006/relationships" id="256" r:id="Rcde81a43be7f4cfc"/>
    <p:sldId xmlns:r="http://schemas.openxmlformats.org/officeDocument/2006/relationships" id="257" r:id="Rb591ceb67cfe4dfa"/>
    <p:sldId xmlns:r="http://schemas.openxmlformats.org/officeDocument/2006/relationships" id="258" r:id="Red634db161304007"/>
    <p:sldId xmlns:r="http://schemas.openxmlformats.org/officeDocument/2006/relationships" id="259" r:id="R744bcab443ee4f0a"/>
    <p:sldId xmlns:r="http://schemas.openxmlformats.org/officeDocument/2006/relationships" id="260" r:id="R17730be55cce4d1b"/>
    <p:sldId xmlns:r="http://schemas.openxmlformats.org/officeDocument/2006/relationships" id="261" r:id="Rd958332fc9254de4"/>
    <p:sldId xmlns:r="http://schemas.openxmlformats.org/officeDocument/2006/relationships" id="262" r:id="Ra4f0238fed2e4cfb"/>
    <p:sldId xmlns:r="http://schemas.openxmlformats.org/officeDocument/2006/relationships" id="263" r:id="R14e01cba9d774edd"/>
    <p:sldId xmlns:r="http://schemas.openxmlformats.org/officeDocument/2006/relationships" id="264" r:id="Raa862df73e584e4f"/>
    <p:sldId xmlns:r="http://schemas.openxmlformats.org/officeDocument/2006/relationships" id="265" r:id="R182d2d16699f4c93"/>
    <p:sldId xmlns:r="http://schemas.openxmlformats.org/officeDocument/2006/relationships" id="266" r:id="R2d67950fd6c940a8"/>
    <p:sldId xmlns:r="http://schemas.openxmlformats.org/officeDocument/2006/relationships" id="267" r:id="R3e87ee2e624c4c6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9de9f492bc644b8" /><Relationship Type="http://schemas.openxmlformats.org/officeDocument/2006/relationships/slideMaster" Target="/ppt/slideMasters/slideMaster1.xml" Id="R04aaa18b736b4bdf" /><Relationship Type="http://schemas.openxmlformats.org/officeDocument/2006/relationships/notesMaster" Target="/ppt/notesMasters/notesMaster1.xml" Id="R96d94d15dc974a5e" /><Relationship Type="http://schemas.openxmlformats.org/officeDocument/2006/relationships/presProps" Target="/ppt/presProps.xml" Id="R1eb803d0e5634d51" /><Relationship Type="http://schemas.openxmlformats.org/officeDocument/2006/relationships/tableStyles" Target="/ppt/tableStyles.xml" Id="R046ca296d2e6404a" /><Relationship Type="http://schemas.openxmlformats.org/officeDocument/2006/relationships/slide" Target="/ppt/slides/slide1.xml" Id="Rcde81a43be7f4cfc" /><Relationship Type="http://schemas.openxmlformats.org/officeDocument/2006/relationships/slide" Target="/ppt/slides/slide2.xml" Id="Rb591ceb67cfe4dfa" /><Relationship Type="http://schemas.openxmlformats.org/officeDocument/2006/relationships/slide" Target="/ppt/slides/slide3.xml" Id="Red634db161304007" /><Relationship Type="http://schemas.openxmlformats.org/officeDocument/2006/relationships/slide" Target="/ppt/slides/slide4.xml" Id="R744bcab443ee4f0a" /><Relationship Type="http://schemas.openxmlformats.org/officeDocument/2006/relationships/slide" Target="/ppt/slides/slide5.xml" Id="R17730be55cce4d1b" /><Relationship Type="http://schemas.openxmlformats.org/officeDocument/2006/relationships/slide" Target="/ppt/slides/slide6.xml" Id="Rd958332fc9254de4" /><Relationship Type="http://schemas.openxmlformats.org/officeDocument/2006/relationships/slide" Target="/ppt/slides/slide7.xml" Id="Ra4f0238fed2e4cfb" /><Relationship Type="http://schemas.openxmlformats.org/officeDocument/2006/relationships/slide" Target="/ppt/slides/slide8.xml" Id="R14e01cba9d774edd" /><Relationship Type="http://schemas.openxmlformats.org/officeDocument/2006/relationships/slide" Target="/ppt/slides/slide9.xml" Id="Raa862df73e584e4f" /><Relationship Type="http://schemas.openxmlformats.org/officeDocument/2006/relationships/slide" Target="/ppt/slides/slide10.xml" Id="R182d2d16699f4c93" /><Relationship Type="http://schemas.openxmlformats.org/officeDocument/2006/relationships/slide" Target="/ppt/slides/slide11.xml" Id="R2d67950fd6c940a8" /><Relationship Type="http://schemas.openxmlformats.org/officeDocument/2006/relationships/slide" Target="/ppt/slides/slide12.xml" Id="R3e87ee2e624c4c6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a91b5938c134aa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b28eab85e384bc2" /><Relationship Type="http://schemas.openxmlformats.org/officeDocument/2006/relationships/notesMaster" Target="/ppt/notesMasters/notesMaster1.xml" Id="R6519dbe39c884c29" /></Relationships>
</file>

<file path=ppt/notesSlides/_rels/notesSlide2.xml.rels>&#65279;<?xml version="1.0" encoding="utf-8"?><Relationships xmlns="http://schemas.openxmlformats.org/package/2006/relationships"><Relationship Type="http://schemas.openxmlformats.org/officeDocument/2006/relationships/slide" Target="/ppt/slides/slide2.xml" Id="R01077e838a5c4944" /><Relationship Type="http://schemas.openxmlformats.org/officeDocument/2006/relationships/notesMaster" Target="/ppt/notesMasters/notesMaster1.xml" Id="R52c26794846f4f40" /></Relationships>
</file>

<file path=ppt/notesSlides/_rels/notesSlide3.xml.rels>&#65279;<?xml version="1.0" encoding="utf-8"?><Relationships xmlns="http://schemas.openxmlformats.org/package/2006/relationships"><Relationship Type="http://schemas.openxmlformats.org/officeDocument/2006/relationships/slide" Target="/ppt/slides/slide3.xml" Id="R97f676e893194b3c" /><Relationship Type="http://schemas.openxmlformats.org/officeDocument/2006/relationships/notesMaster" Target="/ppt/notesMasters/notesMaster1.xml" Id="R6884c9b99857407b" /></Relationships>
</file>

<file path=ppt/notesSlides/_rels/notesSlide4.xml.rels>&#65279;<?xml version="1.0" encoding="utf-8"?><Relationships xmlns="http://schemas.openxmlformats.org/package/2006/relationships"><Relationship Type="http://schemas.openxmlformats.org/officeDocument/2006/relationships/slide" Target="/ppt/slides/slide4.xml" Id="R57d560b550134841" /><Relationship Type="http://schemas.openxmlformats.org/officeDocument/2006/relationships/notesMaster" Target="/ppt/notesMasters/notesMaster1.xml" Id="R097e1584cc63467c" /></Relationships>
</file>

<file path=ppt/notesSlides/_rels/notesSlide5.xml.rels>&#65279;<?xml version="1.0" encoding="utf-8"?><Relationships xmlns="http://schemas.openxmlformats.org/package/2006/relationships"><Relationship Type="http://schemas.openxmlformats.org/officeDocument/2006/relationships/slide" Target="/ppt/slides/slide5.xml" Id="R06e3e15a17c646e7" /><Relationship Type="http://schemas.openxmlformats.org/officeDocument/2006/relationships/notesMaster" Target="/ppt/notesMasters/notesMaster1.xml" Id="Rab609d8c57ba4bc9" /></Relationships>
</file>

<file path=ppt/notesSlides/_rels/notesSlide6.xml.rels>&#65279;<?xml version="1.0" encoding="utf-8"?><Relationships xmlns="http://schemas.openxmlformats.org/package/2006/relationships"><Relationship Type="http://schemas.openxmlformats.org/officeDocument/2006/relationships/slide" Target="/ppt/slides/slide6.xml" Id="R94f5752b038c48f6" /><Relationship Type="http://schemas.openxmlformats.org/officeDocument/2006/relationships/notesMaster" Target="/ppt/notesMasters/notesMaster1.xml" Id="Rf64862cd19b04dff" /></Relationships>
</file>

<file path=ppt/notesSlides/_rels/notesSlide7.xml.rels>&#65279;<?xml version="1.0" encoding="utf-8"?><Relationships xmlns="http://schemas.openxmlformats.org/package/2006/relationships"><Relationship Type="http://schemas.openxmlformats.org/officeDocument/2006/relationships/slide" Target="/ppt/slides/slide7.xml" Id="R8b6bde8c8f5341ce" /><Relationship Type="http://schemas.openxmlformats.org/officeDocument/2006/relationships/notesMaster" Target="/ppt/notesMasters/notesMaster1.xml" Id="R2ea49e5f1e0a4abb" /></Relationships>
</file>

<file path=ppt/notesSlides/_rels/notesSlide8.xml.rels>&#65279;<?xml version="1.0" encoding="utf-8"?><Relationships xmlns="http://schemas.openxmlformats.org/package/2006/relationships"><Relationship Type="http://schemas.openxmlformats.org/officeDocument/2006/relationships/slide" Target="/ppt/slides/slide8.xml" Id="R65c9c359fd184d05" /><Relationship Type="http://schemas.openxmlformats.org/officeDocument/2006/relationships/notesMaster" Target="/ppt/notesMasters/notesMaster1.xml" Id="R91cd519756d84ead" /></Relationships>
</file>

<file path=ppt/notesSlides/_rels/notesSlide9.xml.rels>&#65279;<?xml version="1.0" encoding="utf-8"?><Relationships xmlns="http://schemas.openxmlformats.org/package/2006/relationships"><Relationship Type="http://schemas.openxmlformats.org/officeDocument/2006/relationships/slide" Target="/ppt/slides/slide9.xml" Id="Rabc2881931df42c5" /><Relationship Type="http://schemas.openxmlformats.org/officeDocument/2006/relationships/notesMaster" Target="/ppt/notesMasters/notesMaster1.xml" Id="R7bb907761a5942c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aa83bf25a424bc5" /><Relationship Type="http://schemas.openxmlformats.org/officeDocument/2006/relationships/notesMaster" Target="/ppt/notesMasters/notesMaster1.xml" Id="R9535c48bda2f418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023137aec23409a" /><Relationship Type="http://schemas.openxmlformats.org/officeDocument/2006/relationships/notesMaster" Target="/ppt/notesMasters/notesMaster1.xml" Id="R60b2a3f282fa4ef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59abdd08cc745e5" /><Relationship Type="http://schemas.openxmlformats.org/officeDocument/2006/relationships/notesMaster" Target="/ppt/notesMasters/notesMaster1.xml" Id="Rf09ce24b8e97460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PSHE-GROW-A2-W04 · Monday 23–Friday 27 November 2026</ns0:t>
            </ns0:r>
          </ns0:p>
          <ns1:p xmlns:ns1="http://schemas.openxmlformats.org/drawingml/2006/main">
            <ns1:r>
              <ns1:t>Title and big question: 0 minutes.</ns1:t>
            </ns1:r>
          </ns1:p>
          <ns2:p xmlns:ns2="http://schemas.openxmlformats.org/drawingml/2006/main">
            <ns2:r>
              <ns2:t>Teacher: Open the big question without requiring personal disclosure. Staff enter the actual date in the planner.</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GROW-PSHE-W4-E1; An individual case-based help request naming who, how and when, with a backup route, actual adult reply and learner response.</ns4:t>
            </ns4:r>
          </ns4:p>
          <ns5:p xmlns:ns5="http://schemas.openxmlformats.org/drawingml/2006/main">
            <ns5:r>
              <ns5:t>Scheme: GROW Weekly - Autumn!C84; GROW - Autumn!D13, I13, J13; revision 9ed44bdf.</ns5:t>
            </ns5:r>
          </ns5:p>
          <ns6:p xmlns:ns6="http://schemas.openxmlformats.org/drawingml/2006/main">
            <ns6:r>
              <ns6:t>Unit: Keeping safe, healthy &amp; well</ns6:t>
            </ns6:r>
          </ns6:p>
          <ns7:p xmlns:ns7="http://schemas.openxmlformats.org/drawingml/2006/main">
            <ns7:r>
              <ns7:t>Accreditation: PSHE Association programme of study; [AWARD] [QUAL], '[QUAL]', '[QUAL]'.</ns7:t>
            </ns7:r>
          </ns7:p>
          <ns8:p xmlns:ns8="http://schemas.openxmlformats.org/drawingml/2006/main">
            <ns8:r>
              <ns8:t>Assessment: F: scenario sorting.  S: 'my trusted network' + safe/unsafe task (Dec).</ns8:t>
            </ns8:r>
          </ns8:p>
          <ns9:p xmlns:ns9="http://schemas.openxmlformats.org/drawingml/2006/main">
            <ns9:r>
              <ns9:t>Sources: https://www.childline.org.uk/info-advice/bullying-abuse-safety/getting-help/asking-adult-help/; https://pshe-association.org.uk/guidance/ks1-5/handling-complex-issues-safely-classroom; https://www.nhs.uk/conditions/poisoning/</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PSHE-GROW-A2-W04 · Monday 23–Friday 27 November 2026</ns0:t>
            </ns0:r>
          </ns0:p>
          <ns1:p xmlns:ns1="http://schemas.openxmlformats.org/drawingml/2006/main">
            <ns1:r>
              <ns1:t>Arrival and regulation: 4 minutes.</ns1:t>
            </ns1:r>
          </ns1:p>
          <ns2:p xmlns:ns2="http://schemas.openxmlformats.org/drawingml/2006/main">
            <ns2:r>
              <ns2:t>Teacher: Use a private check-in, quiet start and processing time. Identify the available adult and backup support route.</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GROW-PSHE-W4-E1; An individual case-based help request naming who, how and when, with a backup route, actual adult reply and learner response.</ns4:t>
            </ns4:r>
          </ns4:p>
          <ns5:p xmlns:ns5="http://schemas.openxmlformats.org/drawingml/2006/main">
            <ns5:r>
              <ns5:t>Scheme: GROW Weekly - Autumn!C84; GROW - Autumn!D13, I13, J13; revision 9ed44bdf.</ns5:t>
            </ns5:r>
          </ns5:p>
          <ns6:p xmlns:ns6="http://schemas.openxmlformats.org/drawingml/2006/main">
            <ns6:r>
              <ns6:t>Unit: Keeping safe, healthy &amp; well</ns6:t>
            </ns6:r>
          </ns6:p>
          <ns7:p xmlns:ns7="http://schemas.openxmlformats.org/drawingml/2006/main">
            <ns7:r>
              <ns7:t>Accreditation: PSHE Association programme of study; [AWARD] [QUAL], '[QUAL]', '[QUAL]'.</ns7:t>
            </ns7:r>
          </ns7:p>
          <ns8:p xmlns:ns8="http://schemas.openxmlformats.org/drawingml/2006/main">
            <ns8:r>
              <ns8:t>Assessment: F: scenario sorting.  S: 'my trusted network' + safe/unsafe task (Dec).</ns8:t>
            </ns8:r>
          </ns8:p>
          <ns9:p xmlns:ns9="http://schemas.openxmlformats.org/drawingml/2006/main">
            <ns9:r>
              <ns9:t>Sources: https://www.childline.org.uk/info-advice/bullying-abuse-safety/getting-help/asking-adult-help/; https://pshe-association.org.uk/guidance/ks1-5/handling-complex-issues-safely-classroom; https://www.nhs.uk/conditions/poisoning/</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PSHE-GROW-A2-W04 · Monday 23–Friday 27 November 2026</ns0:t>
            </ns0:r>
          </ns0:p>
          <ns1:p xmlns:ns1="http://schemas.openxmlformats.org/drawingml/2006/main">
            <ns1:r>
              <ns1:t>Starter: 2 minutes.</ns1:t>
            </ns1:r>
          </ns1:p>
          <ns2:p xmlns:ns2="http://schemas.openxmlformats.org/drawingml/2006/main">
            <ns2:r>
              <ns2:t>Teacher: Read all diagram labels aloud. Accept a pointed clue. Diagrams are authored examples, not learner evidence or measuring templates.</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GROW-PSHE-W4-E1; An individual case-based help request naming who, how and when, with a backup route, actual adult reply and learner response.</ns4:t>
            </ns4:r>
          </ns4:p>
          <ns5:p xmlns:ns5="http://schemas.openxmlformats.org/drawingml/2006/main">
            <ns5:r>
              <ns5:t>Scheme: GROW Weekly - Autumn!C84; GROW - Autumn!D13, I13, J13; revision 9ed44bdf.</ns5:t>
            </ns5:r>
          </ns5:p>
          <ns6:p xmlns:ns6="http://schemas.openxmlformats.org/drawingml/2006/main">
            <ns6:r>
              <ns6:t>Unit: Keeping safe, healthy &amp; well</ns6:t>
            </ns6:r>
          </ns6:p>
          <ns7:p xmlns:ns7="http://schemas.openxmlformats.org/drawingml/2006/main">
            <ns7:r>
              <ns7:t>Accreditation: PSHE Association programme of study; [AWARD] [QUAL], '[QUAL]', '[QUAL]'.</ns7:t>
            </ns7:r>
          </ns7:p>
          <ns8:p xmlns:ns8="http://schemas.openxmlformats.org/drawingml/2006/main">
            <ns8:r>
              <ns8:t>Assessment: F: scenario sorting.  S: 'my trusted network' + safe/unsafe task (Dec).</ns8:t>
            </ns8:r>
          </ns8:p>
          <ns9:p xmlns:ns9="http://schemas.openxmlformats.org/drawingml/2006/main">
            <ns9:r>
              <ns9:t>Sources: https://www.childline.org.uk/info-advice/bullying-abuse-safety/getting-help/asking-adult-help/; https://pshe-association.org.uk/guidance/ks1-5/handling-complex-issues-safely-classroom; https://www.nhs.uk/conditions/poisoning/</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PSHE-GROW-A2-W04 · Monday 23–Friday 27 November 2026</ns0:t>
            </ns0:r>
          </ns0:p>
          <ns1:p xmlns:ns1="http://schemas.openxmlformats.org/drawingml/2006/main">
            <ns1:r>
              <ns1:t>Today: 0 minutes.</ns1:t>
            </ns1:r>
          </ns1:p>
          <ns2:p xmlns:ns2="http://schemas.openxmlformats.org/drawingml/2006/main">
            <ns2:r>
              <ns2:t>Teacher: Read the exact scheme objective and the success checks. Explain today’s contribution without claiming award completion.</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GROW-PSHE-W4-E1; An individual case-based help request naming who, how and when, with a backup route, actual adult reply and learner response.</ns4:t>
            </ns4:r>
          </ns4:p>
          <ns5:p xmlns:ns5="http://schemas.openxmlformats.org/drawingml/2006/main">
            <ns5:r>
              <ns5:t>Scheme: GROW Weekly - Autumn!C84; GROW - Autumn!D13, I13, J13; revision 9ed44bdf.</ns5:t>
            </ns5:r>
          </ns5:p>
          <ns6:p xmlns:ns6="http://schemas.openxmlformats.org/drawingml/2006/main">
            <ns6:r>
              <ns6:t>Unit: Keeping safe, healthy &amp; well</ns6:t>
            </ns6:r>
          </ns6:p>
          <ns7:p xmlns:ns7="http://schemas.openxmlformats.org/drawingml/2006/main">
            <ns7:r>
              <ns7:t>Accreditation: PSHE Association programme of study; [AWARD] [QUAL], '[QUAL]', '[QUAL]'.</ns7:t>
            </ns7:r>
          </ns7:p>
          <ns8:p xmlns:ns8="http://schemas.openxmlformats.org/drawingml/2006/main">
            <ns8:r>
              <ns8:t>Assessment: F: scenario sorting.  S: 'my trusted network' + safe/unsafe task (Dec).</ns8:t>
            </ns8:r>
          </ns8:p>
          <ns9:p xmlns:ns9="http://schemas.openxmlformats.org/drawingml/2006/main">
            <ns9:r>
              <ns9:t>Sources: https://www.childline.org.uk/info-advice/bullying-abuse-safety/getting-help/asking-adult-help/; https://pshe-association.org.uk/guidance/ks1-5/handling-complex-issues-safely-classroom; https://www.nhs.uk/conditions/poisoning/</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PSHE-GROW-A2-W04 · Monday 23–Friday 27 November 2026</ns0:t>
            </ns0:r>
          </ns0:p>
          <ns1:p xmlns:ns1="http://schemas.openxmlformats.org/drawingml/2006/main">
            <ns1:r>
              <ns1:t>I Do: 5 minutes.</ns1:t>
            </ns1:r>
          </ns1:p>
          <ns2:p xmlns:ns2="http://schemas.openxmlformats.org/drawingml/2006/main">
            <ns2:r>
              <ns2:t>Teacher: Model each line aloud and make the reasoning explicit. Task help: ask for the unclear step. Safety concern: tell a trusted adult promptly and privately. Unconscious person: emergency help/999 now. Accept speaking, a note, pointing or AAC. Retain the learner’s request and the real adult reply in the classroom practice, without claiming that a fictional emergency occurred.</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GROW-PSHE-W4-E1; An individual case-based help request naming who, how and when, with a backup route, actual adult reply and learner response.</ns4:t>
            </ns4:r>
          </ns4:p>
          <ns5:p xmlns:ns5="http://schemas.openxmlformats.org/drawingml/2006/main">
            <ns5:r>
              <ns5:t>Scheme: GROW Weekly - Autumn!C84; GROW - Autumn!D13, I13, J13; revision 9ed44bdf.</ns5:t>
            </ns5:r>
          </ns5:p>
          <ns6:p xmlns:ns6="http://schemas.openxmlformats.org/drawingml/2006/main">
            <ns6:r>
              <ns6:t>Unit: Keeping safe, healthy &amp; well</ns6:t>
            </ns6:r>
          </ns6:p>
          <ns7:p xmlns:ns7="http://schemas.openxmlformats.org/drawingml/2006/main">
            <ns7:r>
              <ns7:t>Accreditation: PSHE Association programme of study; [AWARD] [QUAL], '[QUAL]', '[QUAL]'.</ns7:t>
            </ns7:r>
          </ns7:p>
          <ns8:p xmlns:ns8="http://schemas.openxmlformats.org/drawingml/2006/main">
            <ns8:r>
              <ns8:t>Assessment: F: scenario sorting.  S: 'my trusted network' + safe/unsafe task (Dec).</ns8:t>
            </ns8:r>
          </ns8:p>
          <ns9:p xmlns:ns9="http://schemas.openxmlformats.org/drawingml/2006/main">
            <ns9:r>
              <ns9:t>Sources: https://www.childline.org.uk/info-advice/bullying-abuse-safety/getting-help/asking-adult-help/; https://pshe-association.org.uk/guidance/ks1-5/handling-complex-issues-safely-classroom; https://www.nhs.uk/conditions/poisoning/</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PSHE-GROW-A2-W04 · Monday 23–Friday 27 November 2026</ns0:t>
            </ns0:r>
          </ns0:p>
          <ns1:p xmlns:ns1="http://schemas.openxmlformats.org/drawingml/2006/main">
            <ns1:r>
              <ns1:t>We Do: 5 minutes.</ns1:t>
            </ns1:r>
          </ns1:p>
          <ns2:p xmlns:ns2="http://schemas.openxmlformats.org/drawingml/2006/main">
            <ns2:r>
              <ns2:t>Teacher: Read the hinge aloud, ask for a choice and a reason. C. Ask another trusted adult, particularly if the need is urgent. For an ordinary task query, agree a short time to return; a danger or safety worry must not wait for an appointment. Rehearse the words “I need help now” or a pointed help card.</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GROW-PSHE-W4-E1; An individual case-based help request naming who, how and when, with a backup route, actual adult reply and learner response.</ns4:t>
            </ns4:r>
          </ns4:p>
          <ns5:p xmlns:ns5="http://schemas.openxmlformats.org/drawingml/2006/main">
            <ns5:r>
              <ns5:t>Scheme: GROW Weekly - Autumn!C84; GROW - Autumn!D13, I13, J13; revision 9ed44bdf.</ns5:t>
            </ns5:r>
          </ns5:p>
          <ns6:p xmlns:ns6="http://schemas.openxmlformats.org/drawingml/2006/main">
            <ns6:r>
              <ns6:t>Unit: Keeping safe, healthy &amp; well</ns6:t>
            </ns6:r>
          </ns6:p>
          <ns7:p xmlns:ns7="http://schemas.openxmlformats.org/drawingml/2006/main">
            <ns7:r>
              <ns7:t>Accreditation: PSHE Association programme of study; [AWARD] [QUAL], '[QUAL]', '[QUAL]'.</ns7:t>
            </ns7:r>
          </ns7:p>
          <ns8:p xmlns:ns8="http://schemas.openxmlformats.org/drawingml/2006/main">
            <ns8:r>
              <ns8:t>Assessment: F: scenario sorting.  S: 'my trusted network' + safe/unsafe task (Dec).</ns8:t>
            </ns8:r>
          </ns8:p>
          <ns9:p xmlns:ns9="http://schemas.openxmlformats.org/drawingml/2006/main">
            <ns9:r>
              <ns9:t>Sources: https://www.childline.org.uk/info-advice/bullying-abuse-safety/getting-help/asking-adult-help/; https://pshe-association.org.uk/guidance/ks1-5/handling-complex-issues-safely-classroom; https://www.nhs.uk/conditions/poisoning/</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PSHE-GROW-A2-W04 · Monday 23–Friday 27 November 2026</ns0:t>
            </ns0:r>
          </ns0:p>
          <ns1:p xmlns:ns1="http://schemas.openxmlformats.org/drawingml/2006/main">
            <ns1:r>
              <ns1:t>You Do practice: 12 minutes.</ns1:t>
            </ns1:r>
          </ns1:p>
          <ns2:p xmlns:ns2="http://schemas.openxmlformats.org/drawingml/2006/main">
            <ns2:r>
              <ns2:t>Teacher: Sort A–F by task help, private safety help, alternative communication, backup or emergency. Rehearse one request with an adult or alongside a peer. The adult replies to the request; the learner checks or tries the next step.</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GROW-PSHE-W4-E1; An individual case-based help request naming who, how and when, with a backup route, actual adult reply and learner response.</ns4:t>
            </ns4:r>
          </ns4:p>
          <ns5:p xmlns:ns5="http://schemas.openxmlformats.org/drawingml/2006/main">
            <ns5:r>
              <ns5:t>Scheme: GROW Weekly - Autumn!C84; GROW - Autumn!D13, I13, J13; revision 9ed44bdf.</ns5:t>
            </ns5:r>
          </ns5:p>
          <ns6:p xmlns:ns6="http://schemas.openxmlformats.org/drawingml/2006/main">
            <ns6:r>
              <ns6:t>Unit: Keeping safe, healthy &amp; well</ns6:t>
            </ns6:r>
          </ns6:p>
          <ns7:p xmlns:ns7="http://schemas.openxmlformats.org/drawingml/2006/main">
            <ns7:r>
              <ns7:t>Accreditation: PSHE Association programme of study; [AWARD] [QUAL], '[QUAL]', '[QUAL]'.</ns7:t>
            </ns7:r>
          </ns7:p>
          <ns8:p xmlns:ns8="http://schemas.openxmlformats.org/drawingml/2006/main">
            <ns8:r>
              <ns8:t>Assessment: F: scenario sorting.  S: 'my trusted network' + safe/unsafe task (Dec).</ns8:t>
            </ns8:r>
          </ns8:p>
          <ns9:p xmlns:ns9="http://schemas.openxmlformats.org/drawingml/2006/main">
            <ns9:r>
              <ns9:t>Sources: https://www.childline.org.uk/info-advice/bullying-abuse-safety/getting-help/asking-adult-help/; https://pshe-association.org.uk/guidance/ks1-5/handling-complex-issues-safely-classroom; https://www.nhs.uk/conditions/poisoning/</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PSHE-GROW-A2-W04 · Monday 23–Friday 27 November 2026</ns0:t>
            </ns0:r>
          </ns0:p>
          <ns1:p xmlns:ns1="http://schemas.openxmlformats.org/drawingml/2006/main">
            <ns1:r>
              <ns1:t>You Do evidence: 6 minutes.</ns1:t>
            </ns1:r>
          </ns1:p>
          <ns2:p xmlns:ns2="http://schemas.openxmlformats.org/drawingml/2006/main">
            <ns2:r>
              <ns2:t>Teacher: Complete both Evidence Sheet pages. Task help: ask for the unclear step. Safety concern: tell a trusted adult promptly and privately. Unconscious person: emergency help/999 now. Accept speaking, a note, pointing or AAC. Retain the learner’s request and the real adult reply in the classroom practice, without claiming that a fictional emergency occurred.</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GROW-PSHE-W4-E1; An individual case-based help request naming who, how and when, with a backup route, actual adult reply and learner response.</ns4:t>
            </ns4:r>
          </ns4:p>
          <ns5:p xmlns:ns5="http://schemas.openxmlformats.org/drawingml/2006/main">
            <ns5:r>
              <ns5:t>Scheme: GROW Weekly - Autumn!C84; GROW - Autumn!D13, I13, J13; revision 9ed44bdf.</ns5:t>
            </ns5:r>
          </ns5:p>
          <ns6:p xmlns:ns6="http://schemas.openxmlformats.org/drawingml/2006/main">
            <ns6:r>
              <ns6:t>Unit: Keeping safe, healthy &amp; well</ns6:t>
            </ns6:r>
          </ns6:p>
          <ns7:p xmlns:ns7="http://schemas.openxmlformats.org/drawingml/2006/main">
            <ns7:r>
              <ns7:t>Accreditation: PSHE Association programme of study; [AWARD] [QUAL], '[QUAL]', '[QUAL]'.</ns7:t>
            </ns7:r>
          </ns7:p>
          <ns8:p xmlns:ns8="http://schemas.openxmlformats.org/drawingml/2006/main">
            <ns8:r>
              <ns8:t>Assessment: F: scenario sorting.  S: 'my trusted network' + safe/unsafe task (Dec).</ns8:t>
            </ns8:r>
          </ns8:p>
          <ns9:p xmlns:ns9="http://schemas.openxmlformats.org/drawingml/2006/main">
            <ns9:r>
              <ns9:t>Sources: https://www.childline.org.uk/info-advice/bullying-abuse-safety/getting-help/asking-adult-help/; https://pshe-association.org.uk/guidance/ks1-5/handling-complex-issues-safely-classroom; https://www.nhs.uk/conditions/poisoning/</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PSHE-GROW-A2-W04 · Monday 23–Friday 27 November 2026</ns0:t>
            </ns0:r>
          </ns0:p>
          <ns1:p xmlns:ns1="http://schemas.openxmlformats.org/drawingml/2006/main">
            <ns1:r>
              <ns1:t>Tidy and evidence check: 4 minutes.</ns1:t>
            </ns1:r>
          </ns1:p>
          <ns2:p xmlns:ns2="http://schemas.openxmlformats.org/drawingml/2006/main">
            <ns2:r>
              <ns2:t>Teacher: Check actual support, ownership and response. Use VF, WS, I, NS+, //, ?, R and E appropriately. R needs Voice, Audience, NS+ and a response in the learner’s own colour. E requires actual banking.</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GROW-PSHE-W4-E1; An individual case-based help request naming who, how and when, with a backup route, actual adult reply and learner response.</ns4:t>
            </ns4:r>
          </ns4:p>
          <ns5:p xmlns:ns5="http://schemas.openxmlformats.org/drawingml/2006/main">
            <ns5:r>
              <ns5:t>Scheme: GROW Weekly - Autumn!C84; GROW - Autumn!D13, I13, J13; revision 9ed44bdf.</ns5:t>
            </ns5:r>
          </ns5:p>
          <ns6:p xmlns:ns6="http://schemas.openxmlformats.org/drawingml/2006/main">
            <ns6:r>
              <ns6:t>Unit: Keeping safe, healthy &amp; well</ns6:t>
            </ns6:r>
          </ns6:p>
          <ns7:p xmlns:ns7="http://schemas.openxmlformats.org/drawingml/2006/main">
            <ns7:r>
              <ns7:t>Accreditation: PSHE Association programme of study; [AWARD] [QUAL], '[QUAL]', '[QUAL]'.</ns7:t>
            </ns7:r>
          </ns7:p>
          <ns8:p xmlns:ns8="http://schemas.openxmlformats.org/drawingml/2006/main">
            <ns8:r>
              <ns8:t>Assessment: F: scenario sorting.  S: 'my trusted network' + safe/unsafe task (Dec).</ns8:t>
            </ns8:r>
          </ns8:p>
          <ns9:p xmlns:ns9="http://schemas.openxmlformats.org/drawingml/2006/main">
            <ns9:r>
              <ns9:t>Sources: https://www.childline.org.uk/info-advice/bullying-abuse-safety/getting-help/asking-adult-help/; https://pshe-association.org.uk/guidance/ks1-5/handling-complex-issues-safely-classroom; https://www.nhs.uk/conditions/poisoning/</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PSHE-GROW-A2-W04 · Monday 23–Friday 27 November 2026</ns0:t>
            </ns0:r>
          </ns0:p>
          <ns1:p xmlns:ns1="http://schemas.openxmlformats.org/drawingml/2006/main">
            <ns1:r>
              <ns1:t>Exit ticket: 2 minutes.</ns1:t>
            </ns1:r>
          </ns1:p>
          <ns2:p xmlns:ns2="http://schemas.openxmlformats.org/drawingml/2006/main">
            <ns2:r>
              <ns2:t>Teacher: Take a quiet exit response and note the next teaching need. Use the Staff Answers to assess the reason rather than just a letter.</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GROW-PSHE-W4-E1; An individual case-based help request naming who, how and when, with a backup route, actual adult reply and learner response.</ns4:t>
            </ns4:r>
          </ns4:p>
          <ns5:p xmlns:ns5="http://schemas.openxmlformats.org/drawingml/2006/main">
            <ns5:r>
              <ns5:t>Scheme: GROW Weekly - Autumn!C84; GROW - Autumn!D13, I13, J13; revision 9ed44bdf.</ns5:t>
            </ns5:r>
          </ns5:p>
          <ns6:p xmlns:ns6="http://schemas.openxmlformats.org/drawingml/2006/main">
            <ns6:r>
              <ns6:t>Unit: Keeping safe, healthy &amp; well</ns6:t>
            </ns6:r>
          </ns6:p>
          <ns7:p xmlns:ns7="http://schemas.openxmlformats.org/drawingml/2006/main">
            <ns7:r>
              <ns7:t>Accreditation: PSHE Association programme of study; [AWARD] [QUAL], '[QUAL]', '[QUAL]'.</ns7:t>
            </ns7:r>
          </ns7:p>
          <ns8:p xmlns:ns8="http://schemas.openxmlformats.org/drawingml/2006/main">
            <ns8:r>
              <ns8:t>Assessment: F: scenario sorting.  S: 'my trusted network' + safe/unsafe task (Dec).</ns8:t>
            </ns8:r>
          </ns8:p>
          <ns9:p xmlns:ns9="http://schemas.openxmlformats.org/drawingml/2006/main">
            <ns9:r>
              <ns9:t>Sources: https://www.childline.org.uk/info-advice/bullying-abuse-safety/getting-help/asking-adult-help/; https://pshe-association.org.uk/guidance/ks1-5/handling-complex-issues-safely-classroom; https://www.nhs.uk/conditions/poisoning/</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PSHE-GROW-A2-W04 · Monday 23–Friday 27 November 2026</ns0:t>
            </ns0:r>
          </ns0:p>
          <ns1:p xmlns:ns1="http://schemas.openxmlformats.org/drawingml/2006/main">
            <ns1:r>
              <ns1:t>Vocabulary: 0 minutes.</ns1:t>
            </ns1:r>
          </ns1:p>
          <ns2:p xmlns:ns2="http://schemas.openxmlformats.org/drawingml/2006/main">
            <ns2:r>
              <ns2:t>Teacher: Keep the Vocabulary Mat available. Link each word to a case or actual task. Allow a home-language first response.</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GROW-PSHE-W4-E1; An individual case-based help request naming who, how and when, with a backup route, actual adult reply and learner response.</ns4:t>
            </ns4:r>
          </ns4:p>
          <ns5:p xmlns:ns5="http://schemas.openxmlformats.org/drawingml/2006/main">
            <ns5:r>
              <ns5:t>Scheme: GROW Weekly - Autumn!C84; GROW - Autumn!D13, I13, J13; revision 9ed44bdf.</ns5:t>
            </ns5:r>
          </ns5:p>
          <ns6:p xmlns:ns6="http://schemas.openxmlformats.org/drawingml/2006/main">
            <ns6:r>
              <ns6:t>Unit: Keeping safe, healthy &amp; well</ns6:t>
            </ns6:r>
          </ns6:p>
          <ns7:p xmlns:ns7="http://schemas.openxmlformats.org/drawingml/2006/main">
            <ns7:r>
              <ns7:t>Accreditation: PSHE Association programme of study; [AWARD] [QUAL], '[QUAL]', '[QUAL]'.</ns7:t>
            </ns7:r>
          </ns7:p>
          <ns8:p xmlns:ns8="http://schemas.openxmlformats.org/drawingml/2006/main">
            <ns8:r>
              <ns8:t>Assessment: F: scenario sorting.  S: 'my trusted network' + safe/unsafe task (Dec).</ns8:t>
            </ns8:r>
          </ns8:p>
          <ns9:p xmlns:ns9="http://schemas.openxmlformats.org/drawingml/2006/main">
            <ns9:r>
              <ns9:t>Sources: https://www.childline.org.uk/info-advice/bullying-abuse-safety/getting-help/asking-adult-help/; https://pshe-association.org.uk/guidance/ks1-5/handling-complex-issues-safely-classroom; https://www.nhs.uk/conditions/poisoning/</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PSHE-GROW-A2-W04 · Monday 23–Friday 27 November 2026</ns0:t>
            </ns0:r>
          </ns0:p>
          <ns1:p xmlns:ns1="http://schemas.openxmlformats.org/drawingml/2006/main">
            <ns1:r>
              <ns1:t>Staff brief: 0 minutes.</ns1:t>
            </ns1:r>
          </ns1:p>
          <ns2:p xmlns:ns2="http://schemas.openxmlformats.org/drawingml/2006/main">
            <ns2:r>
              <ns2:t>Teacher: Hidden staff reference. Use fictional cases and the right to pass. Do not ask pupils to disclose abuse, private messages or family concerns in class. Follow local safeguarding procedures for any real concern. No acted collapse, physical first-aid practice or live emergency call forms part of this lesson.</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GROW-PSHE-W4-E1; An individual case-based help request naming who, how and when, with a backup route, actual adult reply and learner response.</ns4:t>
            </ns4:r>
          </ns4:p>
          <ns5:p xmlns:ns5="http://schemas.openxmlformats.org/drawingml/2006/main">
            <ns5:r>
              <ns5:t>Scheme: GROW Weekly - Autumn!C84; GROW - Autumn!D13, I13, J13; revision 9ed44bdf.</ns5:t>
            </ns5:r>
          </ns5:p>
          <ns6:p xmlns:ns6="http://schemas.openxmlformats.org/drawingml/2006/main">
            <ns6:r>
              <ns6:t>Unit: Keeping safe, healthy &amp; well</ns6:t>
            </ns6:r>
          </ns6:p>
          <ns7:p xmlns:ns7="http://schemas.openxmlformats.org/drawingml/2006/main">
            <ns7:r>
              <ns7:t>Accreditation: PSHE Association programme of study; [AWARD] [QUAL], '[QUAL]', '[QUAL]'.</ns7:t>
            </ns7:r>
          </ns7:p>
          <ns8:p xmlns:ns8="http://schemas.openxmlformats.org/drawingml/2006/main">
            <ns8:r>
              <ns8:t>Assessment: F: scenario sorting.  S: 'my trusted network' + safe/unsafe task (Dec).</ns8:t>
            </ns8:r>
          </ns8:p>
          <ns9:p xmlns:ns9="http://schemas.openxmlformats.org/drawingml/2006/main">
            <ns9:r>
              <ns9:t>Sources: https://www.childline.org.uk/info-advice/bullying-abuse-safety/getting-help/asking-adult-help/; https://pshe-association.org.uk/guidance/ks1-5/handling-complex-issues-safely-classroom; https://www.nhs.uk/conditions/poisoning/</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67bd2734f39498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9a05ae6f99d4a7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ed3726fc20d48a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16e64f518564ec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d55cf5d6a9747a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511bbc7b7d54a5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97F803-DEEC-43CA-A5E2-5BC22B8B986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Arial"/>
                <a:ea typeface="Arial"/>
                <a:cs typeface="Arial"/>
              </a:defRPr>
            </a:defPPr>
            <a:lvl1pPr marL="0" indent="0" algn="ctr">
              <a:lnSpc>
                <a:spcPct val="110000"/>
              </a:lnSpc>
              <a:spcBef>
                <a:spcPts val="0"/>
              </a:spcBef>
              <a:spcAft>
                <a:spcPts val="0"/>
              </a:spcAft>
              <a:buNone/>
              <a:defRPr sz="4800" b="1">
                <a:solidFill>
                  <a:schemeClr val="tx1"/>
                </a:solidFill>
                <a:latin typeface="Arial"/>
                <a:ea typeface="Arial"/>
                <a:cs typeface="Arial"/>
              </a:defRPr>
            </a:lvl1pPr>
            <a:lvl2pPr marL="0" indent="0" algn="ctr">
              <a:lnSpc>
                <a:spcPct val="110000"/>
              </a:lnSpc>
              <a:spcBef>
                <a:spcPts val="0"/>
              </a:spcBef>
              <a:spcAft>
                <a:spcPts val="0"/>
              </a:spcAft>
              <a:buNone/>
              <a:defRPr sz="4800" b="1">
                <a:solidFill>
                  <a:schemeClr val="tx1"/>
                </a:solidFill>
                <a:latin typeface="Arial"/>
                <a:ea typeface="Arial"/>
                <a:cs typeface="Arial"/>
              </a:defRPr>
            </a:lvl2pPr>
            <a:lvl3pPr marL="0" indent="0" algn="ctr">
              <a:lnSpc>
                <a:spcPct val="110000"/>
              </a:lnSpc>
              <a:spcBef>
                <a:spcPts val="0"/>
              </a:spcBef>
              <a:spcAft>
                <a:spcPts val="0"/>
              </a:spcAft>
              <a:buNone/>
              <a:defRPr sz="4800" b="1">
                <a:solidFill>
                  <a:schemeClr val="tx1"/>
                </a:solidFill>
                <a:latin typeface="Arial"/>
                <a:ea typeface="Arial"/>
                <a:cs typeface="Arial"/>
              </a:defRPr>
            </a:lvl3pPr>
            <a:lvl4pPr marL="0" indent="0" algn="ctr">
              <a:lnSpc>
                <a:spcPct val="110000"/>
              </a:lnSpc>
              <a:spcBef>
                <a:spcPts val="0"/>
              </a:spcBef>
              <a:spcAft>
                <a:spcPts val="0"/>
              </a:spcAft>
              <a:buNone/>
              <a:defRPr sz="4800" b="1">
                <a:solidFill>
                  <a:schemeClr val="tx1"/>
                </a:solidFill>
                <a:latin typeface="Arial"/>
                <a:ea typeface="Arial"/>
                <a:cs typeface="Arial"/>
              </a:defRPr>
            </a:lvl4pPr>
            <a:lvl5pPr marL="0" indent="0" algn="ctr">
              <a:lnSpc>
                <a:spcPct val="110000"/>
              </a:lnSpc>
              <a:spcBef>
                <a:spcPts val="0"/>
              </a:spcBef>
              <a:spcAft>
                <a:spcPts val="0"/>
              </a:spcAft>
              <a:buNone/>
              <a:defRPr sz="4800" b="1">
                <a:solidFill>
                  <a:schemeClr val="tx1"/>
                </a:solidFill>
                <a:latin typeface="Arial"/>
                <a:ea typeface="Arial"/>
                <a:cs typeface="Arial"/>
              </a:defRPr>
            </a:lvl5pPr>
            <a:lvl6pPr marL="0" indent="0" algn="ctr">
              <a:lnSpc>
                <a:spcPct val="110000"/>
              </a:lnSpc>
              <a:spcBef>
                <a:spcPts val="0"/>
              </a:spcBef>
              <a:spcAft>
                <a:spcPts val="0"/>
              </a:spcAft>
              <a:buNone/>
              <a:defRPr sz="4800" b="1">
                <a:solidFill>
                  <a:schemeClr val="tx1"/>
                </a:solidFill>
                <a:latin typeface="Arial"/>
                <a:ea typeface="Arial"/>
                <a:cs typeface="Arial"/>
              </a:defRPr>
            </a:lvl6pPr>
            <a:lvl7pPr marL="0" indent="0" algn="ctr">
              <a:lnSpc>
                <a:spcPct val="110000"/>
              </a:lnSpc>
              <a:spcBef>
                <a:spcPts val="0"/>
              </a:spcBef>
              <a:spcAft>
                <a:spcPts val="0"/>
              </a:spcAft>
              <a:buNone/>
              <a:defRPr sz="4800" b="1">
                <a:solidFill>
                  <a:schemeClr val="tx1"/>
                </a:solidFill>
                <a:latin typeface="Arial"/>
                <a:ea typeface="Arial"/>
                <a:cs typeface="Arial"/>
              </a:defRPr>
            </a:lvl7pPr>
            <a:lvl8pPr marL="0" indent="0" algn="ctr">
              <a:lnSpc>
                <a:spcPct val="110000"/>
              </a:lnSpc>
              <a:spcBef>
                <a:spcPts val="0"/>
              </a:spcBef>
              <a:spcAft>
                <a:spcPts val="0"/>
              </a:spcAft>
              <a:buNone/>
              <a:defRPr sz="4800" b="1">
                <a:solidFill>
                  <a:schemeClr val="tx1"/>
                </a:solidFill>
                <a:latin typeface="Arial"/>
                <a:ea typeface="Arial"/>
                <a:cs typeface="Arial"/>
              </a:defRPr>
            </a:lvl8pPr>
            <a:lvl9pPr marL="0" indent="0" algn="ctr">
              <a:lnSpc>
                <a:spcPct val="110000"/>
              </a:lnSpc>
              <a:spcBef>
                <a:spcPts val="0"/>
              </a:spcBef>
              <a:spcAft>
                <a:spcPts val="0"/>
              </a:spcAft>
              <a:buNone/>
              <a:defRPr sz="4800" b="1">
                <a:solidFill>
                  <a:schemeClr val="tx1"/>
                </a:solidFill>
                <a:latin typeface="Arial"/>
                <a:ea typeface="Arial"/>
                <a:cs typeface="Arial"/>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F6CE16B-3214-426C-9E08-EEDDFC8B694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Arial"/>
                <a:ea typeface="Arial"/>
                <a:cs typeface="Arial"/>
              </a:defRPr>
            </a:defPPr>
            <a:lvl1pPr marL="0" indent="0" algn="ctr">
              <a:lnSpc>
                <a:spcPct val="110000"/>
              </a:lnSpc>
              <a:spcBef>
                <a:spcPts val="0"/>
              </a:spcBef>
              <a:spcAft>
                <a:spcPts val="0"/>
              </a:spcAft>
              <a:buNone/>
              <a:defRPr sz="2100" b="0">
                <a:solidFill>
                  <a:schemeClr val="tx1"/>
                </a:solidFill>
                <a:latin typeface="Arial"/>
                <a:ea typeface="Arial"/>
                <a:cs typeface="Arial"/>
              </a:defRPr>
            </a:lvl1pPr>
            <a:lvl2pPr marL="0" indent="0" algn="ctr">
              <a:lnSpc>
                <a:spcPct val="110000"/>
              </a:lnSpc>
              <a:spcBef>
                <a:spcPts val="0"/>
              </a:spcBef>
              <a:spcAft>
                <a:spcPts val="0"/>
              </a:spcAft>
              <a:buNone/>
              <a:defRPr sz="2100" b="0">
                <a:solidFill>
                  <a:schemeClr val="tx1"/>
                </a:solidFill>
                <a:latin typeface="Arial"/>
                <a:ea typeface="Arial"/>
                <a:cs typeface="Arial"/>
              </a:defRPr>
            </a:lvl2pPr>
            <a:lvl3pPr marL="0" indent="0" algn="ctr">
              <a:lnSpc>
                <a:spcPct val="110000"/>
              </a:lnSpc>
              <a:spcBef>
                <a:spcPts val="0"/>
              </a:spcBef>
              <a:spcAft>
                <a:spcPts val="0"/>
              </a:spcAft>
              <a:buNone/>
              <a:defRPr sz="2100" b="0">
                <a:solidFill>
                  <a:schemeClr val="tx1"/>
                </a:solidFill>
                <a:latin typeface="Arial"/>
                <a:ea typeface="Arial"/>
                <a:cs typeface="Arial"/>
              </a:defRPr>
            </a:lvl3pPr>
            <a:lvl4pPr marL="0" indent="0" algn="ctr">
              <a:lnSpc>
                <a:spcPct val="110000"/>
              </a:lnSpc>
              <a:spcBef>
                <a:spcPts val="0"/>
              </a:spcBef>
              <a:spcAft>
                <a:spcPts val="0"/>
              </a:spcAft>
              <a:buNone/>
              <a:defRPr sz="2100" b="0">
                <a:solidFill>
                  <a:schemeClr val="tx1"/>
                </a:solidFill>
                <a:latin typeface="Arial"/>
                <a:ea typeface="Arial"/>
                <a:cs typeface="Arial"/>
              </a:defRPr>
            </a:lvl4pPr>
            <a:lvl5pPr marL="0" indent="0" algn="ctr">
              <a:lnSpc>
                <a:spcPct val="110000"/>
              </a:lnSpc>
              <a:spcBef>
                <a:spcPts val="0"/>
              </a:spcBef>
              <a:spcAft>
                <a:spcPts val="0"/>
              </a:spcAft>
              <a:buNone/>
              <a:defRPr sz="2100" b="0">
                <a:solidFill>
                  <a:schemeClr val="tx1"/>
                </a:solidFill>
                <a:latin typeface="Arial"/>
                <a:ea typeface="Arial"/>
                <a:cs typeface="Arial"/>
              </a:defRPr>
            </a:lvl5pPr>
            <a:lvl6pPr marL="0" indent="0" algn="ctr">
              <a:lnSpc>
                <a:spcPct val="110000"/>
              </a:lnSpc>
              <a:spcBef>
                <a:spcPts val="0"/>
              </a:spcBef>
              <a:spcAft>
                <a:spcPts val="0"/>
              </a:spcAft>
              <a:buNone/>
              <a:defRPr sz="2100" b="0">
                <a:solidFill>
                  <a:schemeClr val="tx1"/>
                </a:solidFill>
                <a:latin typeface="Arial"/>
                <a:ea typeface="Arial"/>
                <a:cs typeface="Arial"/>
              </a:defRPr>
            </a:lvl6pPr>
            <a:lvl7pPr marL="0" indent="0" algn="ctr">
              <a:lnSpc>
                <a:spcPct val="110000"/>
              </a:lnSpc>
              <a:spcBef>
                <a:spcPts val="0"/>
              </a:spcBef>
              <a:spcAft>
                <a:spcPts val="0"/>
              </a:spcAft>
              <a:buNone/>
              <a:defRPr sz="2100" b="0">
                <a:solidFill>
                  <a:schemeClr val="tx1"/>
                </a:solidFill>
                <a:latin typeface="Arial"/>
                <a:ea typeface="Arial"/>
                <a:cs typeface="Arial"/>
              </a:defRPr>
            </a:lvl7pPr>
            <a:lvl8pPr marL="0" indent="0" algn="ctr">
              <a:lnSpc>
                <a:spcPct val="110000"/>
              </a:lnSpc>
              <a:spcBef>
                <a:spcPts val="0"/>
              </a:spcBef>
              <a:spcAft>
                <a:spcPts val="0"/>
              </a:spcAft>
              <a:buNone/>
              <a:defRPr sz="2100" b="0">
                <a:solidFill>
                  <a:schemeClr val="tx1"/>
                </a:solidFill>
                <a:latin typeface="Arial"/>
                <a:ea typeface="Arial"/>
                <a:cs typeface="Arial"/>
              </a:defRPr>
            </a:lvl8pPr>
            <a:lvl9pPr marL="0" indent="0" algn="ctr">
              <a:lnSpc>
                <a:spcPct val="110000"/>
              </a:lnSpc>
              <a:spcBef>
                <a:spcPts val="0"/>
              </a:spcBef>
              <a:spcAft>
                <a:spcPts val="0"/>
              </a:spcAft>
              <a:buNone/>
              <a:defRPr sz="2100" b="0">
                <a:solidFill>
                  <a:schemeClr val="tx1"/>
                </a:solidFill>
                <a:latin typeface="Arial"/>
                <a:ea typeface="Arial"/>
                <a:cs typeface="Arial"/>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21A1369-C2BF-482F-AFB7-6600F6B2099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Arial"/>
                <a:ea typeface="Arial"/>
                <a:cs typeface="Arial"/>
              </a:defRPr>
            </a:defPPr>
            <a:lvl1pPr marL="0" indent="0" algn="ctr">
              <a:lnSpc>
                <a:spcPct val="110000"/>
              </a:lnSpc>
              <a:spcBef>
                <a:spcPts val="0"/>
              </a:spcBef>
              <a:spcAft>
                <a:spcPts val="0"/>
              </a:spcAft>
              <a:buNone/>
              <a:defRPr sz="4200" b="1">
                <a:solidFill>
                  <a:schemeClr val="tx1"/>
                </a:solidFill>
                <a:latin typeface="Arial"/>
                <a:ea typeface="Arial"/>
                <a:cs typeface="Arial"/>
              </a:defRPr>
            </a:lvl1pPr>
            <a:lvl2pPr marL="0" indent="0" algn="ctr">
              <a:lnSpc>
                <a:spcPct val="110000"/>
              </a:lnSpc>
              <a:spcBef>
                <a:spcPts val="0"/>
              </a:spcBef>
              <a:spcAft>
                <a:spcPts val="0"/>
              </a:spcAft>
              <a:buNone/>
              <a:defRPr sz="4200" b="1">
                <a:solidFill>
                  <a:schemeClr val="tx1"/>
                </a:solidFill>
                <a:latin typeface="Arial"/>
                <a:ea typeface="Arial"/>
                <a:cs typeface="Arial"/>
              </a:defRPr>
            </a:lvl2pPr>
            <a:lvl3pPr marL="0" indent="0" algn="ctr">
              <a:lnSpc>
                <a:spcPct val="110000"/>
              </a:lnSpc>
              <a:spcBef>
                <a:spcPts val="0"/>
              </a:spcBef>
              <a:spcAft>
                <a:spcPts val="0"/>
              </a:spcAft>
              <a:buNone/>
              <a:defRPr sz="4200" b="1">
                <a:solidFill>
                  <a:schemeClr val="tx1"/>
                </a:solidFill>
                <a:latin typeface="Arial"/>
                <a:ea typeface="Arial"/>
                <a:cs typeface="Arial"/>
              </a:defRPr>
            </a:lvl3pPr>
            <a:lvl4pPr marL="0" indent="0" algn="ctr">
              <a:lnSpc>
                <a:spcPct val="110000"/>
              </a:lnSpc>
              <a:spcBef>
                <a:spcPts val="0"/>
              </a:spcBef>
              <a:spcAft>
                <a:spcPts val="0"/>
              </a:spcAft>
              <a:buNone/>
              <a:defRPr sz="4200" b="1">
                <a:solidFill>
                  <a:schemeClr val="tx1"/>
                </a:solidFill>
                <a:latin typeface="Arial"/>
                <a:ea typeface="Arial"/>
                <a:cs typeface="Arial"/>
              </a:defRPr>
            </a:lvl4pPr>
            <a:lvl5pPr marL="0" indent="0" algn="ctr">
              <a:lnSpc>
                <a:spcPct val="110000"/>
              </a:lnSpc>
              <a:spcBef>
                <a:spcPts val="0"/>
              </a:spcBef>
              <a:spcAft>
                <a:spcPts val="0"/>
              </a:spcAft>
              <a:buNone/>
              <a:defRPr sz="4200" b="1">
                <a:solidFill>
                  <a:schemeClr val="tx1"/>
                </a:solidFill>
                <a:latin typeface="Arial"/>
                <a:ea typeface="Arial"/>
                <a:cs typeface="Arial"/>
              </a:defRPr>
            </a:lvl5pPr>
            <a:lvl6pPr marL="0" indent="0" algn="ctr">
              <a:lnSpc>
                <a:spcPct val="110000"/>
              </a:lnSpc>
              <a:spcBef>
                <a:spcPts val="0"/>
              </a:spcBef>
              <a:spcAft>
                <a:spcPts val="0"/>
              </a:spcAft>
              <a:buNone/>
              <a:defRPr sz="4200" b="1">
                <a:solidFill>
                  <a:schemeClr val="tx1"/>
                </a:solidFill>
                <a:latin typeface="Arial"/>
                <a:ea typeface="Arial"/>
                <a:cs typeface="Arial"/>
              </a:defRPr>
            </a:lvl6pPr>
            <a:lvl7pPr marL="0" indent="0" algn="ctr">
              <a:lnSpc>
                <a:spcPct val="110000"/>
              </a:lnSpc>
              <a:spcBef>
                <a:spcPts val="0"/>
              </a:spcBef>
              <a:spcAft>
                <a:spcPts val="0"/>
              </a:spcAft>
              <a:buNone/>
              <a:defRPr sz="4200" b="1">
                <a:solidFill>
                  <a:schemeClr val="tx1"/>
                </a:solidFill>
                <a:latin typeface="Arial"/>
                <a:ea typeface="Arial"/>
                <a:cs typeface="Arial"/>
              </a:defRPr>
            </a:lvl7pPr>
            <a:lvl8pPr marL="0" indent="0" algn="ctr">
              <a:lnSpc>
                <a:spcPct val="110000"/>
              </a:lnSpc>
              <a:spcBef>
                <a:spcPts val="0"/>
              </a:spcBef>
              <a:spcAft>
                <a:spcPts val="0"/>
              </a:spcAft>
              <a:buNone/>
              <a:defRPr sz="4200" b="1">
                <a:solidFill>
                  <a:schemeClr val="tx1"/>
                </a:solidFill>
                <a:latin typeface="Arial"/>
                <a:ea typeface="Arial"/>
                <a:cs typeface="Arial"/>
              </a:defRPr>
            </a:lvl8pPr>
            <a:lvl9pPr marL="0" indent="0" algn="ctr">
              <a:lnSpc>
                <a:spcPct val="110000"/>
              </a:lnSpc>
              <a:spcBef>
                <a:spcPts val="0"/>
              </a:spcBef>
              <a:spcAft>
                <a:spcPts val="0"/>
              </a:spcAft>
              <a:buNone/>
              <a:defRPr sz="4200" b="1">
                <a:solidFill>
                  <a:schemeClr val="tx1"/>
                </a:solidFill>
                <a:latin typeface="Arial"/>
                <a:ea typeface="Arial"/>
                <a:cs typeface="Arial"/>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53B8F1F-0C21-4D89-9AA0-7FC120957C0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40A3C49-7B2D-4FF2-BFD5-2E8F3F3FD65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D19B6FF-36F5-4292-9FAB-D404CD0E301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F0CC938-0B77-488A-B095-995EDA0A301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832CFE4-C8A9-4518-9235-758C4667C16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56DCB1-8188-4B3A-9144-B492CA0B55A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323B529-5BDC-4D03-A6E7-0375064ADED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95fc6a297904e7d" /><Relationship Type="http://schemas.openxmlformats.org/officeDocument/2006/relationships/slideLayout" Target="/ppt/slideLayouts/slideLayout1.xml" Id="R12242226f6ae4fb8" /><Relationship Type="http://schemas.openxmlformats.org/officeDocument/2006/relationships/slideLayout" Target="/ppt/slideLayouts/slideLayout2.xml" Id="R4c9041799c814233" /><Relationship Type="http://schemas.openxmlformats.org/officeDocument/2006/relationships/slideLayout" Target="/ppt/slideLayouts/slideLayout3.xml" Id="Rf92f518c139547f2" /><Relationship Type="http://schemas.openxmlformats.org/officeDocument/2006/relationships/slideLayout" Target="/ppt/slideLayouts/slideLayout4.xml" Id="R17b0f0872a6c4012" /><Relationship Type="http://schemas.openxmlformats.org/officeDocument/2006/relationships/slideLayout" Target="/ppt/slideLayouts/slideLayout5.xml" Id="R95089bedba364c20" /><Relationship Type="http://schemas.openxmlformats.org/officeDocument/2006/relationships/slideLayout" Target="/ppt/slideLayouts/slideLayout6.xml" Id="R5d9c146d3d6f4e2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2242226f6ae4fb8"/>
    <p:sldLayoutId xmlns:r="http://schemas.openxmlformats.org/officeDocument/2006/relationships" id="2147483650" r:id="R4c9041799c814233"/>
    <p:sldLayoutId xmlns:r="http://schemas.openxmlformats.org/officeDocument/2006/relationships" id="2147483651" r:id="Rf92f518c139547f2"/>
    <p:sldLayoutId xmlns:r="http://schemas.openxmlformats.org/officeDocument/2006/relationships" id="2147483652" r:id="R17b0f0872a6c4012"/>
    <p:sldLayoutId xmlns:r="http://schemas.openxmlformats.org/officeDocument/2006/relationships" id="2147483653" r:id="R95089bedba364c20"/>
    <p:sldLayoutId xmlns:r="http://schemas.openxmlformats.org/officeDocument/2006/relationships" id="2147483654" r:id="R5d9c146d3d6f4e29"/>
  </p:sldLayoutIdLst>
  <p:txStyles>
    <p:titleStyle>
      <a:lvl1pPr xmlns:a="http://schemas.openxmlformats.org/drawingml/2006/main" algn="l">
        <a:lnSpc>
          <a:spcPct val="90000"/>
        </a:lnSpc>
        <a:spcBef>
          <a:spcPts val="0"/>
        </a:spcBef>
        <a:buNone/>
        <a:defRPr sz="4400">
          <a:solidFill>
            <a:schemeClr val="tx1"/>
          </a:solidFill>
          <a:latin typeface="Arial"/>
          <a:ea typeface="Arial"/>
          <a:cs typeface="Arial"/>
        </a:defRPr>
      </a:lvl1pPr>
    </p:titleStyle>
    <p:bodyStyle>
      <a:lvl1pPr xmlns:a="http://schemas.openxmlformats.org/drawingml/2006/main" marL="228600" indent="-228600" algn="l">
        <a:lnSpc>
          <a:spcPct val="90000"/>
        </a:lnSpc>
        <a:spcBef>
          <a:spcPts val="1000"/>
        </a:spcBef>
        <a:buChar char="•"/>
        <a:defRPr sz="2800">
          <a:solidFill>
            <a:schemeClr val="tx1"/>
          </a:solidFill>
          <a:latin typeface="Arial"/>
          <a:ea typeface="Arial"/>
          <a:cs typeface="Arial"/>
        </a:defRPr>
      </a:lvl1pPr>
      <a:lvl2pPr xmlns:a="http://schemas.openxmlformats.org/drawingml/2006/main" marL="685800" indent="-228600" algn="l">
        <a:lnSpc>
          <a:spcPct val="90000"/>
        </a:lnSpc>
        <a:spcBef>
          <a:spcPts val="500"/>
        </a:spcBef>
        <a:buChar char="•"/>
        <a:defRPr sz="2400">
          <a:solidFill>
            <a:schemeClr val="tx1"/>
          </a:solidFill>
          <a:latin typeface="Arial"/>
          <a:ea typeface="Arial"/>
          <a:cs typeface="Arial"/>
        </a:defRPr>
      </a:lvl2pPr>
      <a:lvl3pPr xmlns:a="http://schemas.openxmlformats.org/drawingml/2006/main" marL="1143000" indent="-228600" algn="l">
        <a:lnSpc>
          <a:spcPct val="90000"/>
        </a:lnSpc>
        <a:spcBef>
          <a:spcPts val="500"/>
        </a:spcBef>
        <a:buChar char="•"/>
        <a:defRPr sz="2000">
          <a:solidFill>
            <a:schemeClr val="tx1"/>
          </a:solidFill>
          <a:latin typeface="Arial"/>
          <a:ea typeface="Arial"/>
          <a:cs typeface="Arial"/>
        </a:defRPr>
      </a:lvl3pPr>
      <a:lvl4pPr xmlns:a="http://schemas.openxmlformats.org/drawingml/2006/main" marL="1600200" indent="-228600" algn="l">
        <a:lnSpc>
          <a:spcPct val="90000"/>
        </a:lnSpc>
        <a:spcBef>
          <a:spcPts val="500"/>
        </a:spcBef>
        <a:buChar char="•"/>
        <a:defRPr sz="1800">
          <a:solidFill>
            <a:schemeClr val="tx1"/>
          </a:solidFill>
          <a:latin typeface="Arial"/>
          <a:ea typeface="Arial"/>
          <a:cs typeface="Arial"/>
        </a:defRPr>
      </a:lvl4pPr>
      <a:lvl5pPr xmlns:a="http://schemas.openxmlformats.org/drawingml/2006/main" marL="2057400" indent="-228600" algn="l">
        <a:lnSpc>
          <a:spcPct val="90000"/>
        </a:lnSpc>
        <a:spcBef>
          <a:spcPts val="500"/>
        </a:spcBef>
        <a:buChar char="•"/>
        <a:defRPr sz="1800">
          <a:solidFill>
            <a:schemeClr val="tx1"/>
          </a:solidFill>
          <a:latin typeface="Arial"/>
          <a:ea typeface="Arial"/>
          <a:cs typeface="Arial"/>
        </a:defRPr>
      </a:lvl5pPr>
      <a:lvl6pPr xmlns:a="http://schemas.openxmlformats.org/drawingml/2006/main" marL="2514600" indent="-228600" algn="l">
        <a:lnSpc>
          <a:spcPct val="90000"/>
        </a:lnSpc>
        <a:spcBef>
          <a:spcPts val="500"/>
        </a:spcBef>
        <a:buChar char="•"/>
        <a:defRPr sz="1800">
          <a:solidFill>
            <a:schemeClr val="tx1"/>
          </a:solidFill>
          <a:latin typeface="Arial"/>
          <a:ea typeface="Arial"/>
          <a:cs typeface="Arial"/>
        </a:defRPr>
      </a:lvl6pPr>
      <a:lvl7pPr xmlns:a="http://schemas.openxmlformats.org/drawingml/2006/main" marL="2971800" indent="-228600" algn="l">
        <a:lnSpc>
          <a:spcPct val="90000"/>
        </a:lnSpc>
        <a:spcBef>
          <a:spcPts val="500"/>
        </a:spcBef>
        <a:buChar char="•"/>
        <a:defRPr sz="1800">
          <a:solidFill>
            <a:schemeClr val="tx1"/>
          </a:solidFill>
          <a:latin typeface="Arial"/>
          <a:ea typeface="Arial"/>
          <a:cs typeface="Arial"/>
        </a:defRPr>
      </a:lvl7pPr>
      <a:lvl8pPr xmlns:a="http://schemas.openxmlformats.org/drawingml/2006/main" marL="3429000" indent="-228600" algn="l">
        <a:lnSpc>
          <a:spcPct val="90000"/>
        </a:lnSpc>
        <a:spcBef>
          <a:spcPts val="500"/>
        </a:spcBef>
        <a:buChar char="•"/>
        <a:defRPr sz="1800">
          <a:solidFill>
            <a:schemeClr val="tx1"/>
          </a:solidFill>
          <a:latin typeface="Arial"/>
          <a:ea typeface="Arial"/>
          <a:cs typeface="Arial"/>
        </a:defRPr>
      </a:lvl8pPr>
      <a:lvl9pPr xmlns:a="http://schemas.openxmlformats.org/drawingml/2006/main" marL="3886200" indent="-228600" algn="l">
        <a:lnSpc>
          <a:spcPct val="90000"/>
        </a:lnSpc>
        <a:spcBef>
          <a:spcPts val="500"/>
        </a:spcBef>
        <a:buChar char="•"/>
        <a:defRPr sz="1800">
          <a:solidFill>
            <a:schemeClr val="tx1"/>
          </a:solidFill>
          <a:latin typeface="Arial"/>
          <a:ea typeface="Arial"/>
          <a:cs typeface="Arial"/>
        </a:defRPr>
      </a:lvl9pPr>
    </p:bodyStyle>
    <p:otherStyle>
      <a:lvl1pPr xmlns:a="http://schemas.openxmlformats.org/drawingml/2006/main" marL="0" algn="l">
        <a:buNone/>
        <a:defRPr sz="1800">
          <a:solidFill>
            <a:schemeClr val="tx1"/>
          </a:solidFill>
          <a:latin typeface="Arial"/>
          <a:ea typeface="Arial"/>
          <a:cs typeface="Arial"/>
        </a:defRPr>
      </a:lvl1pPr>
      <a:lvl2pPr xmlns:a="http://schemas.openxmlformats.org/drawingml/2006/main" marL="457200" algn="l">
        <a:buNone/>
        <a:defRPr sz="1800">
          <a:solidFill>
            <a:schemeClr val="tx1"/>
          </a:solidFill>
          <a:latin typeface="Arial"/>
          <a:ea typeface="Arial"/>
          <a:cs typeface="Arial"/>
        </a:defRPr>
      </a:lvl2pPr>
      <a:lvl3pPr xmlns:a="http://schemas.openxmlformats.org/drawingml/2006/main" marL="914400" algn="l">
        <a:buNone/>
        <a:defRPr sz="1800">
          <a:solidFill>
            <a:schemeClr val="tx1"/>
          </a:solidFill>
          <a:latin typeface="Arial"/>
          <a:ea typeface="Arial"/>
          <a:cs typeface="Arial"/>
        </a:defRPr>
      </a:lvl3pPr>
      <a:lvl4pPr xmlns:a="http://schemas.openxmlformats.org/drawingml/2006/main" marL="1371600" algn="l">
        <a:buNone/>
        <a:defRPr sz="1800">
          <a:solidFill>
            <a:schemeClr val="tx1"/>
          </a:solidFill>
          <a:latin typeface="Arial"/>
          <a:ea typeface="Arial"/>
          <a:cs typeface="Arial"/>
        </a:defRPr>
      </a:lvl4pPr>
      <a:lvl5pPr xmlns:a="http://schemas.openxmlformats.org/drawingml/2006/main" marL="1828800" algn="l">
        <a:buNone/>
        <a:defRPr sz="1800">
          <a:solidFill>
            <a:schemeClr val="tx1"/>
          </a:solidFill>
          <a:latin typeface="Arial"/>
          <a:ea typeface="Arial"/>
          <a:cs typeface="Arial"/>
        </a:defRPr>
      </a:lvl5pPr>
      <a:lvl6pPr xmlns:a="http://schemas.openxmlformats.org/drawingml/2006/main" marL="2286000" algn="l">
        <a:buNone/>
        <a:defRPr sz="1800">
          <a:solidFill>
            <a:schemeClr val="tx1"/>
          </a:solidFill>
          <a:latin typeface="Arial"/>
          <a:ea typeface="Arial"/>
          <a:cs typeface="Arial"/>
        </a:defRPr>
      </a:lvl6pPr>
      <a:lvl7pPr xmlns:a="http://schemas.openxmlformats.org/drawingml/2006/main" marL="2743200" algn="l">
        <a:buNone/>
        <a:defRPr sz="1800">
          <a:solidFill>
            <a:schemeClr val="tx1"/>
          </a:solidFill>
          <a:latin typeface="Arial"/>
          <a:ea typeface="Arial"/>
          <a:cs typeface="Arial"/>
        </a:defRPr>
      </a:lvl7pPr>
      <a:lvl8pPr xmlns:a="http://schemas.openxmlformats.org/drawingml/2006/main" marL="3200400" algn="l">
        <a:buNone/>
        <a:defRPr sz="1800">
          <a:solidFill>
            <a:schemeClr val="tx1"/>
          </a:solidFill>
          <a:latin typeface="Arial"/>
          <a:ea typeface="Arial"/>
          <a:cs typeface="Arial"/>
        </a:defRPr>
      </a:lvl8pPr>
      <a:lvl9pPr xmlns:a="http://schemas.openxmlformats.org/drawingml/2006/main" marL="3657600" algn="l">
        <a:buNone/>
        <a:defRPr sz="1800">
          <a:solidFill>
            <a:schemeClr val="tx1"/>
          </a:solidFill>
          <a:latin typeface="Arial"/>
          <a:ea typeface="Arial"/>
          <a:cs typeface="Arial"/>
        </a:defRPr>
      </a:lvl9pPr>
    </p:otherStyle>
  </p:txStyles>
</p:sldMaster>
</file>

<file path=ppt/slideMasters/theme/theme2.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3815d58e22544e7" /><Relationship Type="http://schemas.openxmlformats.org/officeDocument/2006/relationships/notesSlide" Target="/ppt/notesSlides/notesSlide1.xml" Id="Ra9f77fbe70c34ab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9019643cce24813" /><Relationship Type="http://schemas.openxmlformats.org/officeDocument/2006/relationships/notesSlide" Target="/ppt/notesSlides/notesSlide2.xml" Id="Rda26f811207e40c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fd95255ebee4187" /><Relationship Type="http://schemas.openxmlformats.org/officeDocument/2006/relationships/image" Target="/ppt/media/image.jpeg" Id="R87ca9eec94ea4c42" /><Relationship Type="http://schemas.openxmlformats.org/officeDocument/2006/relationships/notesSlide" Target="/ppt/notesSlides/notesSlide3.xml" Id="Rd30cd001fdc34f3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376fcaae6fe4ecd" /><Relationship Type="http://schemas.openxmlformats.org/officeDocument/2006/relationships/notesSlide" Target="/ppt/notesSlides/notesSlide4.xml" Id="Rbbc722ce6ceb46e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db6e66bd9414474" /><Relationship Type="http://schemas.openxmlformats.org/officeDocument/2006/relationships/notesSlide" Target="/ppt/notesSlides/notesSlide5.xml" Id="R535d1e722e4449c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d63b74467bd414f" /><Relationship Type="http://schemas.openxmlformats.org/officeDocument/2006/relationships/notesSlide" Target="/ppt/notesSlides/notesSlide6.xml" Id="Ra090871d48514e3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d07b38b06f34c92" /><Relationship Type="http://schemas.openxmlformats.org/officeDocument/2006/relationships/notesSlide" Target="/ppt/notesSlides/notesSlide7.xml" Id="R34b183ae9bcf4ac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69d5890359a4567" /><Relationship Type="http://schemas.openxmlformats.org/officeDocument/2006/relationships/notesSlide" Target="/ppt/notesSlides/notesSlide8.xml" Id="R941c20f52dc64dc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dd75ed5fc584fd5" /><Relationship Type="http://schemas.openxmlformats.org/officeDocument/2006/relationships/notesSlide" Target="/ppt/notesSlides/notesSlide9.xml" Id="R5ad80cf219c8436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96b6f0679454feb" /><Relationship Type="http://schemas.openxmlformats.org/officeDocument/2006/relationships/notesSlide" Target="/ppt/notesSlides/notesSlide10.xml" Id="Rce1092717fb445f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35a86e9943249be" /><Relationship Type="http://schemas.openxmlformats.org/officeDocument/2006/relationships/notesSlide" Target="/ppt/notesSlides/notesSlide11.xml" Id="Raadf6de2a4cc4b1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1d48de1450c45eb" /><Relationship Type="http://schemas.openxmlformats.org/officeDocument/2006/relationships/notesSlide" Target="/ppt/notesSlides/notesSlide12.xml" Id="R2030fa05042a48a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ide-rule">
            <a:extLst xmlns:a="http://schemas.openxmlformats.org/drawingml/2006/main">
              <a:ext uri="{FF2B5EF4-FFF2-40B4-BE49-F238E27FC236}">
                <a16:creationId xmlns:a16="http://schemas.microsoft.com/office/drawing/2014/main" id="{21FA00E8-6C9D-4555-9239-D720E2F96FB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800A5EBA-9C7A-4929-AF50-65DE54E734CC}"/>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TITLE AND BIG QUESTION</ns0:t>
            </ns0:r>
          </ns0:p>
        </p:txBody>
      </p:sp>
      <p:sp>
        <p:nvSpPr>
          <p:cNvPr id="3" name="slide-number-time">
            <a:extLst xmlns:a="http://schemas.openxmlformats.org/drawingml/2006/main">
              <a:ext uri="{FF2B5EF4-FFF2-40B4-BE49-F238E27FC236}">
                <a16:creationId xmlns:a16="http://schemas.microsoft.com/office/drawing/2014/main" id="{B5553090-10DF-4876-B620-4580F7D74DE3}"/>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1 / 12</ns1:t>
            </ns1:r>
          </ns1:p>
        </p:txBody>
      </p:sp>
      <p:sp>
        <p:nvSpPr>
          <p:cNvPr id="4" name="lesson-title">
            <a:extLst xmlns:a="http://schemas.openxmlformats.org/drawingml/2006/main">
              <a:ext uri="{FF2B5EF4-FFF2-40B4-BE49-F238E27FC236}">
                <a16:creationId xmlns:a16="http://schemas.microsoft.com/office/drawing/2014/main" id="{95CCE6A2-A359-43CF-A30F-F808B5954B3D}"/>
              </a:ext>
            </a:extLst>
          </p:cNvPr>
          <p:cNvSpPr>
            <a:spLocks xmlns:a="http://schemas.openxmlformats.org/drawingml/2006/main" noGrp="1"/>
          </p:cNvSpPr>
          <p:nvPr/>
        </p:nvSpPr>
        <p:spPr>
          <a:xfrm xmlns:a="http://schemas.openxmlformats.org/drawingml/2006/main">
            <a:off x="609600" y="1238250"/>
            <a:ext cx="10906125"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00" b="1">
                <a:solidFill>
                  <a:srgbClr val="17384A"/>
                </a:solidFill>
                <a:latin typeface="Arial"/>
                <a:ea typeface="Arial"/>
                <a:cs typeface="Arial"/>
              </a:defRPr>
            </a:defPPr>
            <a:lvl1pPr algn="l">
              <a:buNone/>
              <a:defRPr sz="4200" b="1">
                <a:solidFill>
                  <a:srgbClr val="17384A"/>
                </a:solidFill>
                <a:latin typeface="Arial"/>
                <a:ea typeface="Arial"/>
                <a:cs typeface="Arial"/>
              </a:defRPr>
            </a:lvl1pPr>
            <a:lvl2pPr algn="l">
              <a:buNone/>
              <a:defRPr sz="4200" b="1">
                <a:solidFill>
                  <a:srgbClr val="17384A"/>
                </a:solidFill>
                <a:latin typeface="Arial"/>
                <a:ea typeface="Arial"/>
                <a:cs typeface="Arial"/>
              </a:defRPr>
            </a:lvl2pPr>
            <a:lvl3pPr algn="l">
              <a:buNone/>
              <a:defRPr sz="4200" b="1">
                <a:solidFill>
                  <a:srgbClr val="17384A"/>
                </a:solidFill>
                <a:latin typeface="Arial"/>
                <a:ea typeface="Arial"/>
                <a:cs typeface="Arial"/>
              </a:defRPr>
            </a:lvl3pPr>
            <a:lvl4pPr algn="l">
              <a:buNone/>
              <a:defRPr sz="4200" b="1">
                <a:solidFill>
                  <a:srgbClr val="17384A"/>
                </a:solidFill>
                <a:latin typeface="Arial"/>
                <a:ea typeface="Arial"/>
                <a:cs typeface="Arial"/>
              </a:defRPr>
            </a:lvl4pPr>
            <a:lvl5pPr algn="l">
              <a:buNone/>
              <a:defRPr sz="4200" b="1">
                <a:solidFill>
                  <a:srgbClr val="17384A"/>
                </a:solidFill>
                <a:latin typeface="Arial"/>
                <a:ea typeface="Arial"/>
                <a:cs typeface="Arial"/>
              </a:defRPr>
            </a:lvl5pPr>
            <a:lvl6pPr algn="l">
              <a:buNone/>
              <a:defRPr sz="4200" b="1">
                <a:solidFill>
                  <a:srgbClr val="17384A"/>
                </a:solidFill>
                <a:latin typeface="Arial"/>
                <a:ea typeface="Arial"/>
                <a:cs typeface="Arial"/>
              </a:defRPr>
            </a:lvl6pPr>
            <a:lvl7pPr algn="l">
              <a:buNone/>
              <a:defRPr sz="4200" b="1">
                <a:solidFill>
                  <a:srgbClr val="17384A"/>
                </a:solidFill>
                <a:latin typeface="Arial"/>
                <a:ea typeface="Arial"/>
                <a:cs typeface="Arial"/>
              </a:defRPr>
            </a:lvl7pPr>
            <a:lvl8pPr algn="l">
              <a:buNone/>
              <a:defRPr sz="4200" b="1">
                <a:solidFill>
                  <a:srgbClr val="17384A"/>
                </a:solidFill>
                <a:latin typeface="Arial"/>
                <a:ea typeface="Arial"/>
                <a:cs typeface="Arial"/>
              </a:defRPr>
            </a:lvl8pPr>
            <a:lvl9pPr algn="l">
              <a:buNone/>
              <a:defRPr sz="4200" b="1">
                <a:solidFill>
                  <a:srgbClr val="17384A"/>
                </a:solidFill>
                <a:latin typeface="Arial"/>
                <a:ea typeface="Arial"/>
                <a:cs typeface="Arial"/>
              </a:defRPr>
            </a:lvl9pPr>
          </a:lstStyle>
          <ns5:p xmlns:ns5="http://schemas.openxmlformats.org/drawingml/2006/main">
            <ns5:pPr algn="l">
              <ns5:buNone/>
              <ns5:defRPr sz="4200" b="1">
                <ns5:solidFill>
                  <ns5:srgbClr val="17384A"/>
                </ns5:solidFill>
                <ns5:latin typeface="Arial"/>
                <ns5:ea typeface="Arial"/>
                <ns5:cs typeface="Arial"/>
              </ns5:defRPr>
            </ns5:pPr>
            <ns5:r>
              <ns5:rPr sz="4200" b="1">
                <ns5:solidFill>
                  <ns5:srgbClr val="17384A"/>
                </ns5:solidFill>
                <ns5:latin typeface="Arial"/>
                <ns5:ea typeface="Arial"/>
                <ns5:cs typeface="Arial"/>
              </ns5:rPr>
              <ns5:t>Ask for help and keep trying</ns5:t>
            </ns5:r>
          </ns5:p>
        </p:txBody>
      </p:sp>
      <p:sp>
        <p:nvSpPr>
          <p:cNvPr id="5" name="lesson-subtitle">
            <a:extLst xmlns:a="http://schemas.openxmlformats.org/drawingml/2006/main">
              <a:ext uri="{FF2B5EF4-FFF2-40B4-BE49-F238E27FC236}">
                <a16:creationId xmlns:a16="http://schemas.microsoft.com/office/drawing/2014/main" id="{27188317-831F-4A26-ABD0-28EBF336460B}"/>
              </a:ext>
            </a:extLst>
          </p:cNvPr>
          <p:cNvSpPr>
            <a:spLocks xmlns:a="http://schemas.openxmlformats.org/drawingml/2006/main" noGrp="1"/>
          </p:cNvSpPr>
          <p:nvPr/>
        </p:nvSpPr>
        <p:spPr>
          <a:xfrm xmlns:a="http://schemas.openxmlformats.org/drawingml/2006/main">
            <a:off x="609600" y="2905125"/>
            <a:ext cx="10715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46B68"/>
                </a:solidFill>
                <a:latin typeface="Arial"/>
                <a:ea typeface="Arial"/>
                <a:cs typeface="Arial"/>
              </a:defRPr>
            </a:defPPr>
            <a:lvl1pPr algn="l">
              <a:buNone/>
              <a:defRPr sz="2250" b="0">
                <a:solidFill>
                  <a:srgbClr val="146B68"/>
                </a:solidFill>
                <a:latin typeface="Arial"/>
                <a:ea typeface="Arial"/>
                <a:cs typeface="Arial"/>
              </a:defRPr>
            </a:lvl1pPr>
            <a:lvl2pPr algn="l">
              <a:buNone/>
              <a:defRPr sz="2250" b="0">
                <a:solidFill>
                  <a:srgbClr val="146B68"/>
                </a:solidFill>
                <a:latin typeface="Arial"/>
                <a:ea typeface="Arial"/>
                <a:cs typeface="Arial"/>
              </a:defRPr>
            </a:lvl2pPr>
            <a:lvl3pPr algn="l">
              <a:buNone/>
              <a:defRPr sz="2250" b="0">
                <a:solidFill>
                  <a:srgbClr val="146B68"/>
                </a:solidFill>
                <a:latin typeface="Arial"/>
                <a:ea typeface="Arial"/>
                <a:cs typeface="Arial"/>
              </a:defRPr>
            </a:lvl3pPr>
            <a:lvl4pPr algn="l">
              <a:buNone/>
              <a:defRPr sz="2250" b="0">
                <a:solidFill>
                  <a:srgbClr val="146B68"/>
                </a:solidFill>
                <a:latin typeface="Arial"/>
                <a:ea typeface="Arial"/>
                <a:cs typeface="Arial"/>
              </a:defRPr>
            </a:lvl4pPr>
            <a:lvl5pPr algn="l">
              <a:buNone/>
              <a:defRPr sz="2250" b="0">
                <a:solidFill>
                  <a:srgbClr val="146B68"/>
                </a:solidFill>
                <a:latin typeface="Arial"/>
                <a:ea typeface="Arial"/>
                <a:cs typeface="Arial"/>
              </a:defRPr>
            </a:lvl5pPr>
            <a:lvl6pPr algn="l">
              <a:buNone/>
              <a:defRPr sz="2250" b="0">
                <a:solidFill>
                  <a:srgbClr val="146B68"/>
                </a:solidFill>
                <a:latin typeface="Arial"/>
                <a:ea typeface="Arial"/>
                <a:cs typeface="Arial"/>
              </a:defRPr>
            </a:lvl6pPr>
            <a:lvl7pPr algn="l">
              <a:buNone/>
              <a:defRPr sz="2250" b="0">
                <a:solidFill>
                  <a:srgbClr val="146B68"/>
                </a:solidFill>
                <a:latin typeface="Arial"/>
                <a:ea typeface="Arial"/>
                <a:cs typeface="Arial"/>
              </a:defRPr>
            </a:lvl7pPr>
            <a:lvl8pPr algn="l">
              <a:buNone/>
              <a:defRPr sz="2250" b="0">
                <a:solidFill>
                  <a:srgbClr val="146B68"/>
                </a:solidFill>
                <a:latin typeface="Arial"/>
                <a:ea typeface="Arial"/>
                <a:cs typeface="Arial"/>
              </a:defRPr>
            </a:lvl8pPr>
            <a:lvl9pPr algn="l">
              <a:buNone/>
              <a:defRPr sz="2250" b="0">
                <a:solidFill>
                  <a:srgbClr val="146B68"/>
                </a:solidFill>
                <a:latin typeface="Arial"/>
                <a:ea typeface="Arial"/>
                <a:cs typeface="Arial"/>
              </a:defRPr>
            </a:lvl9pPr>
          </a:lstStyle>
          <ns6:p xmlns:ns6="http://schemas.openxmlformats.org/drawingml/2006/main">
            <ns6:pPr algn="l">
              <ns6:buNone/>
              <ns6:defRPr sz="2250" b="0">
                <ns6:solidFill>
                  <ns6:srgbClr val="146B68"/>
                </ns6:solidFill>
                <ns6:latin typeface="Arial"/>
                <ns6:ea typeface="Arial"/>
                <ns6:cs typeface="Arial"/>
              </ns6:defRPr>
            </ns6:pPr>
            <ns6:r>
              <ns6:rPr sz="2250" b="0">
                <ns6:solidFill>
                  <ns6:srgbClr val="146B68"/>
                </ns6:solidFill>
                <ns6:latin typeface="Arial"/>
                <ns6:ea typeface="Arial"/>
                <ns6:cs typeface="Arial"/>
              </ns6:rPr>
              <ns6:t>Week 4 · 23–27 November 2026 · 40 minutes</ns6:t>
            </ns6:r>
          </ns6:p>
        </p:txBody>
      </p:sp>
      <p:sp>
        <p:nvSpPr>
          <p:cNvPr id="8" name="printed-id">
            <a:extLst xmlns:a="http://schemas.openxmlformats.org/drawingml/2006/main">
              <a:ext uri="{FF2B5EF4-FFF2-40B4-BE49-F238E27FC236}">
                <a16:creationId xmlns:a16="http://schemas.microsoft.com/office/drawing/2014/main" id="{D1DE9CD0-0274-4F6F-865F-DD0F553DDF8E}"/>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PSHE-GROW-A2-W04</ns2:t>
            </ns2:r>
          </ns2:p>
        </p:txBody>
      </p:sp>
      <p:sp>
        <p:nvSpPr>
          <p:cNvPr id="9" name="edition-label">
            <a:extLst xmlns:a="http://schemas.openxmlformats.org/drawingml/2006/main">
              <a:ext uri="{FF2B5EF4-FFF2-40B4-BE49-F238E27FC236}">
                <a16:creationId xmlns:a16="http://schemas.microsoft.com/office/drawing/2014/main" id="{9DB788D1-307B-450E-8E75-3DE957BCA329}"/>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0" name="licence-credit">
            <a:extLst xmlns:a="http://schemas.openxmlformats.org/drawingml/2006/main">
              <a:ext uri="{FF2B5EF4-FFF2-40B4-BE49-F238E27FC236}">
                <a16:creationId xmlns:a16="http://schemas.microsoft.com/office/drawing/2014/main" id="{CFFACCED-9803-4150-B478-B2D5E21D8DE7}"/>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2" name="body-0">
            <a:extLst xmlns:a="http://schemas.openxmlformats.org/drawingml/2006/main">
              <a:ext uri="{FF2B5EF4-FFF2-40B4-BE49-F238E27FC236}">
                <a16:creationId xmlns:a16="http://schemas.microsoft.com/office/drawing/2014/main" id="{4179850A-9B57-4A81-B9D3-E88349FC8B24}"/>
              </a:ext>
            </a:extLst>
          </p:cNvPr>
          <p:cNvSpPr>
            <a:spLocks xmlns:a="http://schemas.openxmlformats.org/drawingml/2006/main" noGrp="1"/>
          </p:cNvSpPr>
          <p:nvPr/>
        </p:nvSpPr>
        <p:spPr>
          <a:xfrm xmlns:a="http://schemas.openxmlformats.org/drawingml/2006/main">
            <a:off x="609600" y="371475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How can I ask for the help I need?</ns7:t>
            </ns7:r>
          </ns7:p>
        </p:txBody>
      </p:sp>
      <p:sp>
        <p:nvSpPr>
          <p:cNvPr id="13" name="body-1">
            <a:extLst xmlns:a="http://schemas.openxmlformats.org/drawingml/2006/main">
              <a:ext uri="{FF2B5EF4-FFF2-40B4-BE49-F238E27FC236}">
                <a16:creationId xmlns:a16="http://schemas.microsoft.com/office/drawing/2014/main" id="{B3B79DBF-9AF8-427F-9EF2-D9D9BA7081D1}"/>
              </a:ext>
            </a:extLst>
          </p:cNvPr>
          <p:cNvSpPr>
            <a:spLocks xmlns:a="http://schemas.openxmlformats.org/drawingml/2006/main" noGrp="1"/>
          </p:cNvSpPr>
          <p:nvPr/>
        </p:nvSpPr>
        <p:spPr>
          <a:xfrm xmlns:a="http://schemas.openxmlformats.org/drawingml/2006/main">
            <a:off x="609600" y="423481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We use made-up cases. You can pass.</ns8:t>
            </ns8:r>
          </ns8:p>
        </p:txBody>
      </p:sp>
      <p:sp>
        <p:nvSpPr>
          <p:cNvPr id="14" name="body-2">
            <a:extLst xmlns:a="http://schemas.openxmlformats.org/drawingml/2006/main">
              <a:ext uri="{FF2B5EF4-FFF2-40B4-BE49-F238E27FC236}">
                <a16:creationId xmlns:a16="http://schemas.microsoft.com/office/drawing/2014/main" id="{6137EF2D-887A-4596-9565-C03031165296}"/>
              </a:ext>
            </a:extLst>
          </p:cNvPr>
          <p:cNvSpPr>
            <a:spLocks xmlns:a="http://schemas.openxmlformats.org/drawingml/2006/main" noGrp="1"/>
          </p:cNvSpPr>
          <p:nvPr/>
        </p:nvSpPr>
        <p:spPr>
          <a:xfrm xmlns:a="http://schemas.openxmlformats.org/drawingml/2006/main">
            <a:off x="609600" y="475488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9:p xmlns:ns9="http://schemas.openxmlformats.org/drawingml/2006/main">
            <ns9:pPr algn="l">
              <ns9:defRPr sz="2250" b="0">
                <ns9:solidFill>
                  <ns9:srgbClr val="17384A"/>
                </ns9:solidFill>
                <ns9:latin typeface="Arial"/>
                <ns9:ea typeface="Arial"/>
                <ns9:cs typeface="Arial"/>
              </ns9:defRPr>
            </ns9:pPr>
            <ns9:r>
              <ns9:rPr sz="2250" b="0">
                <ns9:solidFill>
                  <ns9:srgbClr val="17384A"/>
                </ns9:solidFill>
                <ns9:latin typeface="Arial"/>
                <ns9:ea typeface="Arial"/>
                <ns9:cs typeface="Arial"/>
              </ns9:rPr>
              <ns9:t>Point, say, draw, write or show.</ns9:t>
            </ns9:r>
          </ns9:p>
        </p:txBody>
      </p:sp>
    </p:spTree>
    <p:extLst>
      <p:ext uri="{BB962C8B-B14F-4D97-AF65-F5344CB8AC3E}">
        <p14:creationId xmlns:p14="http://schemas.microsoft.com/office/powerpoint/2010/main" val="208895043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4FD94499-3EA1-421F-BBBF-AAAEC9FCB9F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B38B1A31-272E-4B53-A986-999EB0AE8AE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ARRIVAL AND REGULATION</ns0:t>
            </ns0:r>
          </ns0:p>
        </p:txBody>
      </p:sp>
      <p:sp>
        <p:nvSpPr>
          <p:cNvPr id="3" name="slide-number-time">
            <a:extLst xmlns:a="http://schemas.openxmlformats.org/drawingml/2006/main">
              <a:ext uri="{FF2B5EF4-FFF2-40B4-BE49-F238E27FC236}">
                <a16:creationId xmlns:a16="http://schemas.microsoft.com/office/drawing/2014/main" id="{D71FC1CA-AC2B-48A1-B1E2-5C96A8A8B754}"/>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2 / 12  ·  4 min</ns1:t>
            </ns1:r>
          </ns1:p>
        </p:txBody>
      </p:sp>
      <p:sp>
        <p:nvSpPr>
          <p:cNvPr id="4" name="slide-title">
            <a:extLst xmlns:a="http://schemas.openxmlformats.org/drawingml/2006/main">
              <a:ext uri="{FF2B5EF4-FFF2-40B4-BE49-F238E27FC236}">
                <a16:creationId xmlns:a16="http://schemas.microsoft.com/office/drawing/2014/main" id="{4FF2732D-8D8A-4A14-B7EC-4427BF844FBE}"/>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Ready for a calm start</ns5:t>
            </ns5:r>
          </ns5:p>
        </p:txBody>
      </p:sp>
      <p:sp>
        <p:nvSpPr>
          <p:cNvPr id="5" name="heading-rule">
            <a:extLst xmlns:a="http://schemas.openxmlformats.org/drawingml/2006/main">
              <a:ext uri="{FF2B5EF4-FFF2-40B4-BE49-F238E27FC236}">
                <a16:creationId xmlns:a16="http://schemas.microsoft.com/office/drawing/2014/main" id="{39B5AC7B-925A-427E-B6D5-FF7155BB2EE0}"/>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95424F63-FAC6-49BB-A26B-FF4C752FA217}"/>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PSHE-GROW-A2-W04</ns2:t>
            </ns2:r>
          </ns2:p>
        </p:txBody>
      </p:sp>
      <p:sp>
        <p:nvSpPr>
          <p:cNvPr id="12" name="edition-label">
            <a:extLst xmlns:a="http://schemas.openxmlformats.org/drawingml/2006/main">
              <a:ext uri="{FF2B5EF4-FFF2-40B4-BE49-F238E27FC236}">
                <a16:creationId xmlns:a16="http://schemas.microsoft.com/office/drawing/2014/main" id="{2CC72B9C-1296-4C4A-886A-5E292D7620CA}"/>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3" name="licence-credit">
            <a:extLst xmlns:a="http://schemas.openxmlformats.org/drawingml/2006/main">
              <a:ext uri="{FF2B5EF4-FFF2-40B4-BE49-F238E27FC236}">
                <a16:creationId xmlns:a16="http://schemas.microsoft.com/office/drawing/2014/main" id="{1E89A079-9FE1-4E2E-A35B-157CE58B947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5" name="body-0">
            <a:extLst xmlns:a="http://schemas.openxmlformats.org/drawingml/2006/main">
              <a:ext uri="{FF2B5EF4-FFF2-40B4-BE49-F238E27FC236}">
                <a16:creationId xmlns:a16="http://schemas.microsoft.com/office/drawing/2014/main" id="{5EC01B38-2E63-4243-9769-79C2B925393E}"/>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Check how you feel in private.</ns6:t>
            </ns6:r>
          </ns6:p>
        </p:txBody>
      </p:sp>
      <p:sp>
        <p:nvSpPr>
          <p:cNvPr id="16" name="body-1">
            <a:extLst xmlns:a="http://schemas.openxmlformats.org/drawingml/2006/main">
              <a:ext uri="{FF2B5EF4-FFF2-40B4-BE49-F238E27FC236}">
                <a16:creationId xmlns:a16="http://schemas.microsoft.com/office/drawing/2014/main" id="{F28DA917-CB7A-4C83-99B1-B17867E53C84}"/>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Choose a quiet seat or a short pause.</ns7:t>
            </ns7:r>
          </ns7:p>
        </p:txBody>
      </p:sp>
      <p:sp>
        <p:nvSpPr>
          <p:cNvPr id="17" name="body-2">
            <a:extLst xmlns:a="http://schemas.openxmlformats.org/drawingml/2006/main">
              <a:ext uri="{FF2B5EF4-FFF2-40B4-BE49-F238E27FC236}">
                <a16:creationId xmlns:a16="http://schemas.microsoft.com/office/drawing/2014/main" id="{7B45F856-07DA-4CDC-9EDC-8416662C59FC}"/>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Keep your work space clear.</ns8:t>
            </ns8:r>
          </ns8:p>
        </p:txBody>
      </p:sp>
      <p:sp>
        <p:nvSpPr>
          <p:cNvPr id="18" name="body-3">
            <a:extLst xmlns:a="http://schemas.openxmlformats.org/drawingml/2006/main">
              <a:ext uri="{FF2B5EF4-FFF2-40B4-BE49-F238E27FC236}">
                <a16:creationId xmlns:a16="http://schemas.microsoft.com/office/drawing/2014/main" id="{B8616F4F-E875-4A93-9A52-ADD9BB19CF1A}"/>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Ask the adult if you need support.</ns9:t>
            </ns9:r>
          </ns9:p>
        </p:txBody>
      </p:sp>
      <p:sp>
        <p:nvSpPr>
          <p:cNvPr id="19" name="body-4">
            <a:extLst xmlns:a="http://schemas.openxmlformats.org/drawingml/2006/main">
              <a:ext uri="{FF2B5EF4-FFF2-40B4-BE49-F238E27FC236}">
                <a16:creationId xmlns:a16="http://schemas.microsoft.com/office/drawing/2014/main" id="{CD67554F-3D83-433B-84B1-03812733B190}"/>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0:p xmlns:ns10="http://schemas.openxmlformats.org/drawingml/2006/main">
            <ns10:pPr algn="l">
              <ns10:defRPr sz="2025" b="0">
                <ns10:solidFill>
                  <ns10:srgbClr val="17384A"/>
                </ns10:solidFill>
                <ns10:latin typeface="Arial"/>
                <ns10:ea typeface="Arial"/>
                <ns10:cs typeface="Arial"/>
              </ns10:defRPr>
            </ns10:pPr>
            <ns10:r>
              <ns10:rPr sz="2025" b="0">
                <ns10:solidFill>
                  <ns10:srgbClr val="17384A"/>
                </ns10:solidFill>
                <ns10:latin typeface="Arial"/>
                <ns10:ea typeface="Arial"/>
                <ns10:cs typeface="Arial"/>
              </ns10:rPr>
              <ns10:t>Use the agreed help route.</ns10:t>
            </ns10:r>
          </ns10:p>
        </p:txBody>
      </p:sp>
      <p:sp>
        <p:nvSpPr>
          <p:cNvPr id="20" name="body-5">
            <a:extLst xmlns:a="http://schemas.openxmlformats.org/drawingml/2006/main">
              <a:ext uri="{FF2B5EF4-FFF2-40B4-BE49-F238E27FC236}">
                <a16:creationId xmlns:a16="http://schemas.microsoft.com/office/drawing/2014/main" id="{60C96764-4A82-4924-8CFD-49EE15FAA4D7}"/>
              </a:ext>
            </a:extLst>
          </p:cNvPr>
          <p:cNvSpPr>
            <a:spLocks xmlns:a="http://schemas.openxmlformats.org/drawingml/2006/main" noGrp="1"/>
          </p:cNvSpPr>
          <p:nvPr/>
        </p:nvSpPr>
        <p:spPr>
          <a:xfrm xmlns:a="http://schemas.openxmlformats.org/drawingml/2006/main">
            <a:off x="609600" y="3911918"/>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1:p xmlns:ns11="http://schemas.openxmlformats.org/drawingml/2006/main">
            <ns11:pPr algn="l">
              <ns11:defRPr sz="2025" b="0">
                <ns11:solidFill>
                  <ns11:srgbClr val="17384A"/>
                </ns11:solidFill>
                <ns11:latin typeface="Arial"/>
                <ns11:ea typeface="Arial"/>
                <ns11:cs typeface="Arial"/>
              </ns11:defRPr>
            </ns11:pPr>
            <ns11:r>
              <ns11:rPr sz="2025" b="0">
                <ns11:solidFill>
                  <ns11:srgbClr val="17384A"/>
                </ns11:solidFill>
                <ns11:latin typeface="Arial"/>
                <ns11:ea typeface="Arial"/>
                <ns11:cs typeface="Arial"/>
              </ns11:rPr>
              <ns11:t>We listen without judging each other.</ns11:t>
            </ns11:r>
          </ns11:p>
        </p:txBody>
      </p:sp>
    </p:spTree>
    <p:extLst>
      <p:ext uri="{BB962C8B-B14F-4D97-AF65-F5344CB8AC3E}">
        <p14:creationId xmlns:p14="http://schemas.microsoft.com/office/powerpoint/2010/main" val="136918818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62CA9BFC-91D6-4E1F-A868-FA6417B8D8D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5184B3EE-1B83-4D3F-A35F-80E82823E3D4}"/>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STARTER</ns0:t>
            </ns0:r>
          </ns0:p>
        </p:txBody>
      </p:sp>
      <p:sp>
        <p:nvSpPr>
          <p:cNvPr id="3" name="slide-number-time">
            <a:extLst xmlns:a="http://schemas.openxmlformats.org/drawingml/2006/main">
              <a:ext uri="{FF2B5EF4-FFF2-40B4-BE49-F238E27FC236}">
                <a16:creationId xmlns:a16="http://schemas.microsoft.com/office/drawing/2014/main" id="{897C6A8C-70A1-47AD-A2FE-4C00764616ED}"/>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3 / 12  ·  2 min</ns1:t>
            </ns1:r>
          </ns1:p>
        </p:txBody>
      </p:sp>
      <p:sp>
        <p:nvSpPr>
          <p:cNvPr id="4" name="slide-title">
            <a:extLst xmlns:a="http://schemas.openxmlformats.org/drawingml/2006/main">
              <a:ext uri="{FF2B5EF4-FFF2-40B4-BE49-F238E27FC236}">
                <a16:creationId xmlns:a16="http://schemas.microsoft.com/office/drawing/2014/main" id="{31C5F347-218C-4DE9-8526-D8AC97478EAA}"/>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Look at the diagram</ns5:t>
            </ns5:r>
          </ns5:p>
        </p:txBody>
      </p:sp>
      <p:sp>
        <p:nvSpPr>
          <p:cNvPr id="5" name="heading-rule">
            <a:extLst xmlns:a="http://schemas.openxmlformats.org/drawingml/2006/main">
              <a:ext uri="{FF2B5EF4-FFF2-40B4-BE49-F238E27FC236}">
                <a16:creationId xmlns:a16="http://schemas.microsoft.com/office/drawing/2014/main" id="{564A5958-580E-4CAC-B2D5-2942577B8537}"/>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4" name="printed-id">
            <a:extLst xmlns:a="http://schemas.openxmlformats.org/drawingml/2006/main">
              <a:ext uri="{FF2B5EF4-FFF2-40B4-BE49-F238E27FC236}">
                <a16:creationId xmlns:a16="http://schemas.microsoft.com/office/drawing/2014/main" id="{331A60C7-DF6A-4D09-8443-EAE28857AAD5}"/>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PSHE-GROW-A2-W04</ns2:t>
            </ns2:r>
          </ns2:p>
        </p:txBody>
      </p:sp>
      <p:sp>
        <p:nvSpPr>
          <p:cNvPr id="15" name="edition-label">
            <a:extLst xmlns:a="http://schemas.openxmlformats.org/drawingml/2006/main">
              <a:ext uri="{FF2B5EF4-FFF2-40B4-BE49-F238E27FC236}">
                <a16:creationId xmlns:a16="http://schemas.microsoft.com/office/drawing/2014/main" id="{E9C4646B-A2DB-47CD-9B88-8366B5301301}"/>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6" name="licence-credit">
            <a:extLst xmlns:a="http://schemas.openxmlformats.org/drawingml/2006/main">
              <a:ext uri="{FF2B5EF4-FFF2-40B4-BE49-F238E27FC236}">
                <a16:creationId xmlns:a16="http://schemas.microsoft.com/office/drawing/2014/main" id="{C34D29D3-4466-4904-88F0-BAEAD505EE38}"/>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pic>
        <p:nvPicPr>
          <p:cNvPr id="18" name="" descr="Three help routes shown as speak, write or point, followed by an adult reply and a backup route. Fictional example only.">
            <a:extLst xmlns:a="http://schemas.openxmlformats.org/drawingml/2006/main">
              <a:ext uri="{FF2B5EF4-FFF2-40B4-BE49-F238E27FC236}">
                <a16:creationId xmlns:a16="http://schemas.microsoft.com/office/drawing/2014/main" id="{028D2357-EB6C-424E-A2E6-DBD8B5691975}"/>
              </a:ext>
            </a:extLst>
          </p:cNvPr>
          <p:cNvPicPr>
            <a:picLocks xmlns:a="http://schemas.openxmlformats.org/drawingml/2006/main" noChangeAspect="1"/>
          </p:cNvPicPr>
          <p:nvPr/>
        </p:nvPicPr>
        <p:blipFill>
          <a:blip xmlns:r="http://schemas.openxmlformats.org/officeDocument/2006/relationships" xmlns:a="http://schemas.openxmlformats.org/drawingml/2006/main" r:embed="R87ca9eec94ea4c42"/>
          <a:stretch xmlns:a="http://schemas.openxmlformats.org/drawingml/2006/main"/>
        </p:blipFill>
        <p:spPr>
          <a:xfrm xmlns:a="http://schemas.openxmlformats.org/drawingml/2006/main">
            <a:off x="609600" y="1638300"/>
            <a:ext cx="6343650" cy="4229100"/>
          </a:xfrm>
          <a:prstGeom xmlns:a="http://schemas.openxmlformats.org/drawingml/2006/main" prst="rect">
            <a:avLst/>
          </a:prstGeom>
        </p:spPr>
      </p:pic>
      <p:sp>
        <p:nvSpPr>
          <p:cNvPr id="19" name="body-0">
            <a:extLst xmlns:a="http://schemas.openxmlformats.org/drawingml/2006/main">
              <a:ext uri="{FF2B5EF4-FFF2-40B4-BE49-F238E27FC236}">
                <a16:creationId xmlns:a16="http://schemas.microsoft.com/office/drawing/2014/main" id="{57DE7B14-03C6-44A4-ADEF-A389F9D699EE}"/>
              </a:ext>
            </a:extLst>
          </p:cNvPr>
          <p:cNvSpPr>
            <a:spLocks xmlns:a="http://schemas.openxmlformats.org/drawingml/2006/main" noGrp="1"/>
          </p:cNvSpPr>
          <p:nvPr/>
        </p:nvSpPr>
        <p:spPr>
          <a:xfrm xmlns:a="http://schemas.openxmlformats.org/drawingml/2006/main">
            <a:off x="7381875" y="1714500"/>
            <a:ext cx="4200525"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Jo has a worry.</ns6:t>
            </ns6:r>
          </ns6:p>
        </p:txBody>
      </p:sp>
      <p:sp>
        <p:nvSpPr>
          <p:cNvPr id="20" name="body-1">
            <a:extLst xmlns:a="http://schemas.openxmlformats.org/drawingml/2006/main">
              <a:ext uri="{FF2B5EF4-FFF2-40B4-BE49-F238E27FC236}">
                <a16:creationId xmlns:a16="http://schemas.microsoft.com/office/drawing/2014/main" id="{6C49FD1E-082C-46ED-BD65-5869357FEFFF}"/>
              </a:ext>
            </a:extLst>
          </p:cNvPr>
          <p:cNvSpPr>
            <a:spLocks xmlns:a="http://schemas.openxmlformats.org/drawingml/2006/main" noGrp="1"/>
          </p:cNvSpPr>
          <p:nvPr/>
        </p:nvSpPr>
        <p:spPr>
          <a:xfrm xmlns:a="http://schemas.openxmlformats.org/drawingml/2006/main">
            <a:off x="7381875" y="2199704"/>
            <a:ext cx="4200525"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Words feel hard to say.</ns7:t>
            </ns7:r>
          </ns7:p>
        </p:txBody>
      </p:sp>
      <p:sp>
        <p:nvSpPr>
          <p:cNvPr id="21" name="body-2">
            <a:extLst xmlns:a="http://schemas.openxmlformats.org/drawingml/2006/main">
              <a:ext uri="{FF2B5EF4-FFF2-40B4-BE49-F238E27FC236}">
                <a16:creationId xmlns:a16="http://schemas.microsoft.com/office/drawing/2014/main" id="{7BE34822-C512-4BD5-AF44-30090BF31A92}"/>
              </a:ext>
            </a:extLst>
          </p:cNvPr>
          <p:cNvSpPr>
            <a:spLocks xmlns:a="http://schemas.openxmlformats.org/drawingml/2006/main" noGrp="1"/>
          </p:cNvSpPr>
          <p:nvPr/>
        </p:nvSpPr>
        <p:spPr>
          <a:xfrm xmlns:a="http://schemas.openxmlformats.org/drawingml/2006/main">
            <a:off x="7381875" y="2684907"/>
            <a:ext cx="4200525"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What could Jo show instead?</ns8:t>
            </ns8:r>
          </ns8:p>
        </p:txBody>
      </p:sp>
      <p:sp>
        <p:nvSpPr>
          <p:cNvPr id="22" name="body-3">
            <a:extLst xmlns:a="http://schemas.openxmlformats.org/drawingml/2006/main">
              <a:ext uri="{FF2B5EF4-FFF2-40B4-BE49-F238E27FC236}">
                <a16:creationId xmlns:a16="http://schemas.microsoft.com/office/drawing/2014/main" id="{C2000FD8-BBA3-4430-B7E7-17C5B6E48BBE}"/>
              </a:ext>
            </a:extLst>
          </p:cNvPr>
          <p:cNvSpPr>
            <a:spLocks xmlns:a="http://schemas.openxmlformats.org/drawingml/2006/main" noGrp="1"/>
          </p:cNvSpPr>
          <p:nvPr/>
        </p:nvSpPr>
        <p:spPr>
          <a:xfrm xmlns:a="http://schemas.openxmlformats.org/drawingml/2006/main">
            <a:off x="7381875" y="3483864"/>
            <a:ext cx="4200525"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A quiet note can start a talk.</ns9:t>
            </ns9:r>
          </ns9:p>
        </p:txBody>
      </p:sp>
    </p:spTree>
    <p:extLst>
      <p:ext uri="{BB962C8B-B14F-4D97-AF65-F5344CB8AC3E}">
        <p14:creationId xmlns:p14="http://schemas.microsoft.com/office/powerpoint/2010/main" val="188504005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50AFFD45-DDE8-4E13-AB19-AB490C4DC44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F695C907-FAF0-40C0-94DA-EDA6AF2AFFBB}"/>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TODAY</ns0:t>
            </ns0:r>
          </ns0:p>
        </p:txBody>
      </p:sp>
      <p:sp>
        <p:nvSpPr>
          <p:cNvPr id="3" name="slide-number-time">
            <a:extLst xmlns:a="http://schemas.openxmlformats.org/drawingml/2006/main">
              <a:ext uri="{FF2B5EF4-FFF2-40B4-BE49-F238E27FC236}">
                <a16:creationId xmlns:a16="http://schemas.microsoft.com/office/drawing/2014/main" id="{B24D514A-FB80-4477-B77A-6CBF40FE34F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4 / 12</ns1:t>
            </ns1:r>
          </ns1:p>
        </p:txBody>
      </p:sp>
      <p:sp>
        <p:nvSpPr>
          <p:cNvPr id="4" name="slide-title">
            <a:extLst xmlns:a="http://schemas.openxmlformats.org/drawingml/2006/main">
              <a:ext uri="{FF2B5EF4-FFF2-40B4-BE49-F238E27FC236}">
                <a16:creationId xmlns:a16="http://schemas.microsoft.com/office/drawing/2014/main" id="{AC662DEC-F343-4B80-A316-EA02E40AB20A}"/>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Today</ns5:t>
            </ns5:r>
          </ns5:p>
        </p:txBody>
      </p:sp>
      <p:sp>
        <p:nvSpPr>
          <p:cNvPr id="5" name="heading-rule">
            <a:extLst xmlns:a="http://schemas.openxmlformats.org/drawingml/2006/main">
              <a:ext uri="{FF2B5EF4-FFF2-40B4-BE49-F238E27FC236}">
                <a16:creationId xmlns:a16="http://schemas.microsoft.com/office/drawing/2014/main" id="{0AF1810E-209D-49EB-A790-135B09335F7F}"/>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0" name="printed-id">
            <a:extLst xmlns:a="http://schemas.openxmlformats.org/drawingml/2006/main">
              <a:ext uri="{FF2B5EF4-FFF2-40B4-BE49-F238E27FC236}">
                <a16:creationId xmlns:a16="http://schemas.microsoft.com/office/drawing/2014/main" id="{66F008D0-268A-4ECE-A855-21B57ADC8F18}"/>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PSHE-GROW-A2-W04</ns2:t>
            </ns2:r>
          </ns2:p>
        </p:txBody>
      </p:sp>
      <p:sp>
        <p:nvSpPr>
          <p:cNvPr id="11" name="edition-label">
            <a:extLst xmlns:a="http://schemas.openxmlformats.org/drawingml/2006/main">
              <a:ext uri="{FF2B5EF4-FFF2-40B4-BE49-F238E27FC236}">
                <a16:creationId xmlns:a16="http://schemas.microsoft.com/office/drawing/2014/main" id="{788CFB30-7CBE-4014-B032-8DC2ACFD8008}"/>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2" name="licence-credit">
            <a:extLst xmlns:a="http://schemas.openxmlformats.org/drawingml/2006/main">
              <a:ext uri="{FF2B5EF4-FFF2-40B4-BE49-F238E27FC236}">
                <a16:creationId xmlns:a16="http://schemas.microsoft.com/office/drawing/2014/main" id="{EA904A03-002E-4189-A0F8-88FF05C4DD22}"/>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4" name="body-0">
            <a:extLst xmlns:a="http://schemas.openxmlformats.org/drawingml/2006/main">
              <a:ext uri="{FF2B5EF4-FFF2-40B4-BE49-F238E27FC236}">
                <a16:creationId xmlns:a16="http://schemas.microsoft.com/office/drawing/2014/main" id="{5CA1100B-3C12-4D22-8B3A-5D390927669E}"/>
              </a:ext>
            </a:extLst>
          </p:cNvPr>
          <p:cNvSpPr>
            <a:spLocks xmlns:a="http://schemas.openxmlformats.org/drawingml/2006/main" noGrp="1"/>
          </p:cNvSpPr>
          <p:nvPr/>
        </p:nvSpPr>
        <p:spPr>
          <a:xfrm xmlns:a="http://schemas.openxmlformats.org/drawingml/2006/main">
            <a:off x="609600" y="1676400"/>
            <a:ext cx="10972800" cy="74485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6:p xmlns:ns6="http://schemas.openxmlformats.org/drawingml/2006/main">
            <ns6:pPr algn="l">
              <ns6:defRPr sz="2250" b="0">
                <ns6:solidFill>
                  <ns6:srgbClr val="17384A"/>
                </ns6:solidFill>
                <ns6:latin typeface="Arial"/>
                <ns6:ea typeface="Arial"/>
                <ns6:cs typeface="Arial"/>
              </ns6:defRPr>
            </ns6:pPr>
            <ns6:r>
              <ns6:rPr sz="2250" b="0">
                <ns6:solidFill>
                  <ns6:srgbClr val="17384A"/>
                </ns6:solidFill>
                <ns6:latin typeface="Arial"/>
                <ns6:ea typeface="Arial"/>
                <ns6:cs typeface="Arial"/>
              </ns6:rPr>
              <ns6:t>Know how and when to ask for help.</ns6:t>
            </ns6:r>
          </ns6:p>
        </p:txBody>
      </p:sp>
      <p:sp>
        <p:nvSpPr>
          <p:cNvPr id="15" name="body-1">
            <a:extLst xmlns:a="http://schemas.openxmlformats.org/drawingml/2006/main">
              <a:ext uri="{FF2B5EF4-FFF2-40B4-BE49-F238E27FC236}">
                <a16:creationId xmlns:a16="http://schemas.microsoft.com/office/drawing/2014/main" id="{44CA7D53-579D-445D-8E02-81F7AEA5022B}"/>
              </a:ext>
            </a:extLst>
          </p:cNvPr>
          <p:cNvSpPr>
            <a:spLocks xmlns:a="http://schemas.openxmlformats.org/drawingml/2006/main" noGrp="1"/>
          </p:cNvSpPr>
          <p:nvPr/>
        </p:nvSpPr>
        <p:spPr>
          <a:xfrm xmlns:a="http://schemas.openxmlformats.org/drawingml/2006/main">
            <a:off x="609600" y="254508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I can spot when help is needed.</ns7:t>
            </ns7:r>
          </ns7:p>
        </p:txBody>
      </p:sp>
      <p:sp>
        <p:nvSpPr>
          <p:cNvPr id="16" name="body-2">
            <a:extLst xmlns:a="http://schemas.openxmlformats.org/drawingml/2006/main">
              <a:ext uri="{FF2B5EF4-FFF2-40B4-BE49-F238E27FC236}">
                <a16:creationId xmlns:a16="http://schemas.microsoft.com/office/drawing/2014/main" id="{1113C604-9484-434B-9EF8-CE13B7D2E0F0}"/>
              </a:ext>
            </a:extLst>
          </p:cNvPr>
          <p:cNvSpPr>
            <a:spLocks xmlns:a="http://schemas.openxmlformats.org/drawingml/2006/main" noGrp="1"/>
          </p:cNvSpPr>
          <p:nvPr/>
        </p:nvSpPr>
        <p:spPr>
          <a:xfrm xmlns:a="http://schemas.openxmlformats.org/drawingml/2006/main">
            <a:off x="609600" y="306514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I can say or show a clear help request.</ns8:t>
            </ns8:r>
          </ns8:p>
        </p:txBody>
      </p:sp>
      <p:sp>
        <p:nvSpPr>
          <p:cNvPr id="17" name="body-3">
            <a:extLst xmlns:a="http://schemas.openxmlformats.org/drawingml/2006/main">
              <a:ext uri="{FF2B5EF4-FFF2-40B4-BE49-F238E27FC236}">
                <a16:creationId xmlns:a16="http://schemas.microsoft.com/office/drawing/2014/main" id="{FC9F5832-1797-4743-9AE3-CA75FD494CDE}"/>
              </a:ext>
            </a:extLst>
          </p:cNvPr>
          <p:cNvSpPr>
            <a:spLocks xmlns:a="http://schemas.openxmlformats.org/drawingml/2006/main" noGrp="1"/>
          </p:cNvSpPr>
          <p:nvPr/>
        </p:nvSpPr>
        <p:spPr>
          <a:xfrm xmlns:a="http://schemas.openxmlformats.org/drawingml/2006/main">
            <a:off x="609600" y="358521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9:p xmlns:ns9="http://schemas.openxmlformats.org/drawingml/2006/main">
            <ns9:pPr algn="l">
              <ns9:defRPr sz="2250" b="0">
                <ns9:solidFill>
                  <ns9:srgbClr val="17384A"/>
                </ns9:solidFill>
                <ns9:latin typeface="Arial"/>
                <ns9:ea typeface="Arial"/>
                <ns9:cs typeface="Arial"/>
              </ns9:defRPr>
            </ns9:pPr>
            <ns9:r>
              <ns9:rPr sz="2250" b="0">
                <ns9:solidFill>
                  <ns9:srgbClr val="17384A"/>
                </ns9:solidFill>
                <ns9:latin typeface="Arial"/>
                <ns9:ea typeface="Arial"/>
                <ns9:cs typeface="Arial"/>
              </ns9:rPr>
              <ns9:t>I can choose a backup if help is delayed.</ns9:t>
            </ns9:r>
          </ns9:p>
        </p:txBody>
      </p:sp>
    </p:spTree>
    <p:extLst>
      <p:ext uri="{BB962C8B-B14F-4D97-AF65-F5344CB8AC3E}">
        <p14:creationId xmlns:p14="http://schemas.microsoft.com/office/powerpoint/2010/main" val="92800055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ide-rule">
            <a:extLst xmlns:a="http://schemas.openxmlformats.org/drawingml/2006/main">
              <a:ext uri="{FF2B5EF4-FFF2-40B4-BE49-F238E27FC236}">
                <a16:creationId xmlns:a16="http://schemas.microsoft.com/office/drawing/2014/main" id="{097687FC-1C0B-47D1-B37A-D2F6A8DD65A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E9EB332C-2485-4323-A5CE-5069692938C9}"/>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I DO</ns0:t>
            </ns0:r>
          </ns0:p>
        </p:txBody>
      </p:sp>
      <p:sp>
        <p:nvSpPr>
          <p:cNvPr id="3" name="slide-number-time">
            <a:extLst xmlns:a="http://schemas.openxmlformats.org/drawingml/2006/main">
              <a:ext uri="{FF2B5EF4-FFF2-40B4-BE49-F238E27FC236}">
                <a16:creationId xmlns:a16="http://schemas.microsoft.com/office/drawing/2014/main" id="{F99A3BF5-5E64-4EB6-9FBC-4AA41BF50F0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5 / 12  ·  5 min</ns1:t>
            </ns1:r>
          </ns1:p>
        </p:txBody>
      </p:sp>
      <p:sp>
        <p:nvSpPr>
          <p:cNvPr id="4" name="slide-title">
            <a:extLst xmlns:a="http://schemas.openxmlformats.org/drawingml/2006/main">
              <a:ext uri="{FF2B5EF4-FFF2-40B4-BE49-F238E27FC236}">
                <a16:creationId xmlns:a16="http://schemas.microsoft.com/office/drawing/2014/main" id="{1183019A-C132-4E6A-B158-7B8FDB025494}"/>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Watch the model</ns5:t>
            </ns5:r>
          </ns5:p>
        </p:txBody>
      </p:sp>
      <p:sp>
        <p:nvSpPr>
          <p:cNvPr id="5" name="heading-rule">
            <a:extLst xmlns:a="http://schemas.openxmlformats.org/drawingml/2006/main">
              <a:ext uri="{FF2B5EF4-FFF2-40B4-BE49-F238E27FC236}">
                <a16:creationId xmlns:a16="http://schemas.microsoft.com/office/drawing/2014/main" id="{D292F269-A0C9-4A49-A3BF-57410DADE0EC}"/>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20" name="printed-id">
            <a:extLst xmlns:a="http://schemas.openxmlformats.org/drawingml/2006/main">
              <a:ext uri="{FF2B5EF4-FFF2-40B4-BE49-F238E27FC236}">
                <a16:creationId xmlns:a16="http://schemas.microsoft.com/office/drawing/2014/main" id="{C5B7F60E-A73C-489D-BD0E-0061649220CC}"/>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PSHE-GROW-A2-W04</ns2:t>
            </ns2:r>
          </ns2:p>
        </p:txBody>
      </p:sp>
      <p:sp>
        <p:nvSpPr>
          <p:cNvPr id="21" name="edition-label">
            <a:extLst xmlns:a="http://schemas.openxmlformats.org/drawingml/2006/main">
              <a:ext uri="{FF2B5EF4-FFF2-40B4-BE49-F238E27FC236}">
                <a16:creationId xmlns:a16="http://schemas.microsoft.com/office/drawing/2014/main" id="{84C3B745-B6CB-42D8-BB95-E58551E7CEB7}"/>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22" name="licence-credit">
            <a:extLst xmlns:a="http://schemas.openxmlformats.org/drawingml/2006/main">
              <a:ext uri="{FF2B5EF4-FFF2-40B4-BE49-F238E27FC236}">
                <a16:creationId xmlns:a16="http://schemas.microsoft.com/office/drawing/2014/main" id="{851A0815-45F4-4C47-AE5E-BEE6F0B0CA9D}"/>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24" name="body-0">
            <a:extLst xmlns:a="http://schemas.openxmlformats.org/drawingml/2006/main">
              <a:ext uri="{FF2B5EF4-FFF2-40B4-BE49-F238E27FC236}">
                <a16:creationId xmlns:a16="http://schemas.microsoft.com/office/drawing/2014/main" id="{F23E615D-633F-4AEC-85FC-97572F0B3E53}"/>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6:p xmlns:ns6="http://schemas.openxmlformats.org/drawingml/2006/main">
            <ns6:pPr algn="l">
              <ns6:defRPr sz="2250" b="0">
                <ns6:solidFill>
                  <ns6:srgbClr val="17384A"/>
                </ns6:solidFill>
                <ns6:latin typeface="Arial"/>
                <ns6:ea typeface="Arial"/>
                <ns6:cs typeface="Arial"/>
              </ns6:defRPr>
            </ns6:pPr>
            <ns6:r>
              <ns6:rPr sz="2250" b="0">
                <ns6:solidFill>
                  <ns6:srgbClr val="17384A"/>
                </ns6:solidFill>
                <ns6:latin typeface="Arial"/>
                <ns6:ea typeface="Arial"/>
                <ns6:cs typeface="Arial"/>
              </ns6:rPr>
              <ns6:t>Jo is stuck with a task.</ns6:t>
            </ns6:r>
          </ns6:p>
        </p:txBody>
      </p:sp>
      <p:sp>
        <p:nvSpPr>
          <p:cNvPr id="25" name="body-1">
            <a:extLst xmlns:a="http://schemas.openxmlformats.org/drawingml/2006/main">
              <a:ext uri="{FF2B5EF4-FFF2-40B4-BE49-F238E27FC236}">
                <a16:creationId xmlns:a16="http://schemas.microsoft.com/office/drawing/2014/main" id="{9FE963E1-470E-447B-8A4E-BE5AEE8E9EA6}"/>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Jo chooses a trusted staff member.</ns7:t>
            </ns7:r>
          </ns7:p>
        </p:txBody>
      </p:sp>
      <p:sp>
        <p:nvSpPr>
          <p:cNvPr id="26" name="body-2">
            <a:extLst xmlns:a="http://schemas.openxmlformats.org/drawingml/2006/main">
              <a:ext uri="{FF2B5EF4-FFF2-40B4-BE49-F238E27FC236}">
                <a16:creationId xmlns:a16="http://schemas.microsoft.com/office/drawing/2014/main" id="{B51B5736-01AE-4595-93E5-5529AD4EAD6E}"/>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Jo says: Please show me the first step.</ns8:t>
            </ns8:r>
          </ns8:p>
        </p:txBody>
      </p:sp>
      <p:sp>
        <p:nvSpPr>
          <p:cNvPr id="27" name="body-3">
            <a:extLst xmlns:a="http://schemas.openxmlformats.org/drawingml/2006/main">
              <a:ext uri="{FF2B5EF4-FFF2-40B4-BE49-F238E27FC236}">
                <a16:creationId xmlns:a16="http://schemas.microsoft.com/office/drawing/2014/main" id="{E04D50D9-8148-4E80-8B08-F30F8F17746D}"/>
              </a:ext>
            </a:extLst>
          </p:cNvPr>
          <p:cNvSpPr>
            <a:spLocks xmlns:a="http://schemas.openxmlformats.org/drawingml/2006/main" noGrp="1"/>
          </p:cNvSpPr>
          <p:nvPr/>
        </p:nvSpPr>
        <p:spPr>
          <a:xfrm xmlns:a="http://schemas.openxmlformats.org/drawingml/2006/main">
            <a:off x="609600" y="323659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9:p xmlns:ns9="http://schemas.openxmlformats.org/drawingml/2006/main">
            <ns9:pPr algn="l">
              <ns9:defRPr sz="2250" b="0">
                <ns9:solidFill>
                  <ns9:srgbClr val="17384A"/>
                </ns9:solidFill>
                <ns9:latin typeface="Arial"/>
                <ns9:ea typeface="Arial"/>
                <ns9:cs typeface="Arial"/>
              </ns9:defRPr>
            </ns9:pPr>
            <ns9:r>
              <ns9:rPr sz="2250" b="0">
                <ns9:solidFill>
                  <ns9:srgbClr val="17384A"/>
                </ns9:solidFill>
                <ns9:latin typeface="Arial"/>
                <ns9:ea typeface="Arial"/>
                <ns9:cs typeface="Arial"/>
              </ns9:rPr>
              <ns9:t>For a private worry, Jo asks for a quiet talk.</ns9:t>
            </ns9:r>
          </ns9:p>
        </p:txBody>
      </p:sp>
      <p:sp>
        <p:nvSpPr>
          <p:cNvPr id="28" name="body-4">
            <a:extLst xmlns:a="http://schemas.openxmlformats.org/drawingml/2006/main">
              <a:ext uri="{FF2B5EF4-FFF2-40B4-BE49-F238E27FC236}">
                <a16:creationId xmlns:a16="http://schemas.microsoft.com/office/drawing/2014/main" id="{20BB9364-E18A-45E5-BE54-5B9C6D4D9A5E}"/>
              </a:ext>
            </a:extLst>
          </p:cNvPr>
          <p:cNvSpPr>
            <a:spLocks xmlns:a="http://schemas.openxmlformats.org/drawingml/2006/main" noGrp="1"/>
          </p:cNvSpPr>
          <p:nvPr/>
        </p:nvSpPr>
        <p:spPr>
          <a:xfrm xmlns:a="http://schemas.openxmlformats.org/drawingml/2006/main">
            <a:off x="609600" y="375666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10:p xmlns:ns10="http://schemas.openxmlformats.org/drawingml/2006/main">
            <ns10:pPr algn="l">
              <ns10:defRPr sz="2250" b="0">
                <ns10:solidFill>
                  <ns10:srgbClr val="17384A"/>
                </ns10:solidFill>
                <ns10:latin typeface="Arial"/>
                <ns10:ea typeface="Arial"/>
                <ns10:cs typeface="Arial"/>
              </ns10:defRPr>
            </ns10:pPr>
            <ns10:r>
              <ns10:rPr sz="2250" b="0">
                <ns10:solidFill>
                  <ns10:srgbClr val="17384A"/>
                </ns10:solidFill>
                <ns10:latin typeface="Arial"/>
                <ns10:ea typeface="Arial"/>
                <ns10:cs typeface="Arial"/>
              </ns10:rPr>
              <ns10:t>If that adult is busy, Jo asks who can help.</ns10:t>
            </ns10:r>
          </ns10:p>
        </p:txBody>
      </p:sp>
      <p:sp>
        <p:nvSpPr>
          <p:cNvPr id="29" name="body-5">
            <a:extLst xmlns:a="http://schemas.openxmlformats.org/drawingml/2006/main">
              <a:ext uri="{FF2B5EF4-FFF2-40B4-BE49-F238E27FC236}">
                <a16:creationId xmlns:a16="http://schemas.microsoft.com/office/drawing/2014/main" id="{11C7B658-634C-4EEA-9854-0DDACA4BD16F}"/>
              </a:ext>
            </a:extLst>
          </p:cNvPr>
          <p:cNvSpPr>
            <a:spLocks xmlns:a="http://schemas.openxmlformats.org/drawingml/2006/main" noGrp="1"/>
          </p:cNvSpPr>
          <p:nvPr/>
        </p:nvSpPr>
        <p:spPr>
          <a:xfrm xmlns:a="http://schemas.openxmlformats.org/drawingml/2006/main">
            <a:off x="609600" y="427672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11:p xmlns:ns11="http://schemas.openxmlformats.org/drawingml/2006/main">
            <ns11:pPr algn="l">
              <ns11:defRPr sz="2250" b="0">
                <ns11:solidFill>
                  <ns11:srgbClr val="17384A"/>
                </ns11:solidFill>
                <ns11:latin typeface="Arial"/>
                <ns11:ea typeface="Arial"/>
                <ns11:cs typeface="Arial"/>
              </ns11:defRPr>
            </ns11:pPr>
            <ns11:r>
              <ns11:rPr sz="2250" b="0">
                <ns11:solidFill>
                  <ns11:srgbClr val="17384A"/>
                </ns11:solidFill>
                <ns11:latin typeface="Arial"/>
                <ns11:ea typeface="Arial"/>
                <ns11:cs typeface="Arial"/>
              </ns11:rPr>
              <ns11:t>If someone is in danger, Jo gets help now.</ns11:t>
            </ns11:r>
          </ns11:p>
        </p:txBody>
      </p:sp>
      <p:sp>
        <p:nvSpPr>
          <p:cNvPr id="30" name="diagram-caption">
            <a:extLst xmlns:a="http://schemas.openxmlformats.org/drawingml/2006/main">
              <a:ext uri="{FF2B5EF4-FFF2-40B4-BE49-F238E27FC236}">
                <a16:creationId xmlns:a16="http://schemas.microsoft.com/office/drawing/2014/main" id="{FC71C855-EBF2-403A-A84C-6E763A685DA1}"/>
              </a:ext>
            </a:extLst>
          </p:cNvPr>
          <p:cNvSpPr>
            <a:spLocks xmlns:a="http://schemas.openxmlformats.org/drawingml/2006/main" noGrp="1"/>
          </p:cNvSpPr>
          <p:nvPr/>
        </p:nvSpPr>
        <p:spPr>
          <a:xfrm xmlns:a="http://schemas.openxmlformats.org/drawingml/2006/main">
            <a:off x="609600" y="5372100"/>
            <a:ext cx="10972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46B68"/>
                </a:solidFill>
                <a:latin typeface="Arial"/>
                <a:ea typeface="Arial"/>
                <a:cs typeface="Arial"/>
              </a:defRPr>
            </a:defPPr>
            <a:lvl1pPr algn="l">
              <a:defRPr sz="2025" b="0">
                <a:solidFill>
                  <a:srgbClr val="146B68"/>
                </a:solidFill>
                <a:latin typeface="Arial"/>
                <a:ea typeface="Arial"/>
                <a:cs typeface="Arial"/>
              </a:defRPr>
            </a:lvl1pPr>
            <a:lvl2pPr algn="l">
              <a:defRPr sz="2025" b="0">
                <a:solidFill>
                  <a:srgbClr val="146B68"/>
                </a:solidFill>
                <a:latin typeface="Arial"/>
                <a:ea typeface="Arial"/>
                <a:cs typeface="Arial"/>
              </a:defRPr>
            </a:lvl2pPr>
            <a:lvl3pPr algn="l">
              <a:defRPr sz="2025" b="0">
                <a:solidFill>
                  <a:srgbClr val="146B68"/>
                </a:solidFill>
                <a:latin typeface="Arial"/>
                <a:ea typeface="Arial"/>
                <a:cs typeface="Arial"/>
              </a:defRPr>
            </a:lvl3pPr>
            <a:lvl4pPr algn="l">
              <a:defRPr sz="2025" b="0">
                <a:solidFill>
                  <a:srgbClr val="146B68"/>
                </a:solidFill>
                <a:latin typeface="Arial"/>
                <a:ea typeface="Arial"/>
                <a:cs typeface="Arial"/>
              </a:defRPr>
            </a:lvl4pPr>
            <a:lvl5pPr algn="l">
              <a:defRPr sz="2025" b="0">
                <a:solidFill>
                  <a:srgbClr val="146B68"/>
                </a:solidFill>
                <a:latin typeface="Arial"/>
                <a:ea typeface="Arial"/>
                <a:cs typeface="Arial"/>
              </a:defRPr>
            </a:lvl5pPr>
            <a:lvl6pPr algn="l">
              <a:defRPr sz="2025" b="0">
                <a:solidFill>
                  <a:srgbClr val="146B68"/>
                </a:solidFill>
                <a:latin typeface="Arial"/>
                <a:ea typeface="Arial"/>
                <a:cs typeface="Arial"/>
              </a:defRPr>
            </a:lvl6pPr>
            <a:lvl7pPr algn="l">
              <a:defRPr sz="2025" b="0">
                <a:solidFill>
                  <a:srgbClr val="146B68"/>
                </a:solidFill>
                <a:latin typeface="Arial"/>
                <a:ea typeface="Arial"/>
                <a:cs typeface="Arial"/>
              </a:defRPr>
            </a:lvl7pPr>
            <a:lvl8pPr algn="l">
              <a:defRPr sz="2025" b="0">
                <a:solidFill>
                  <a:srgbClr val="146B68"/>
                </a:solidFill>
                <a:latin typeface="Arial"/>
                <a:ea typeface="Arial"/>
                <a:cs typeface="Arial"/>
              </a:defRPr>
            </a:lvl8pPr>
            <a:lvl9pPr algn="l">
              <a:defRPr sz="2025" b="0">
                <a:solidFill>
                  <a:srgbClr val="146B68"/>
                </a:solidFill>
                <a:latin typeface="Arial"/>
                <a:ea typeface="Arial"/>
                <a:cs typeface="Arial"/>
              </a:defRPr>
            </a:lvl9pPr>
          </a:lstStyle>
          <ns12:p xmlns:ns12="http://schemas.openxmlformats.org/drawingml/2006/main">
            <ns12:pPr algn="l">
              <ns12:defRPr sz="2025" b="0">
                <ns12:solidFill>
                  <ns12:srgbClr val="146B68"/>
                </ns12:solidFill>
                <ns12:latin typeface="Arial"/>
                <ns12:ea typeface="Arial"/>
                <ns12:cs typeface="Arial"/>
              </ns12:defRPr>
            </ns12:pPr>
            <ns12:r>
              <ns12:rPr sz="2025" b="0">
                <ns12:solidFill>
                  <ns12:srgbClr val="146B68"/>
                </ns12:solidFill>
                <ns12:latin typeface="Arial"/>
                <ns12:ea typeface="Arial"/>
                <ns12:cs typeface="Arial"/>
              </ns12:rPr>
              <ns12:t>Say it, write it or show a help card. Keep trying.</ns12:t>
            </ns12:r>
          </ns12:p>
        </p:txBody>
      </p:sp>
    </p:spTree>
    <p:extLst>
      <p:ext uri="{BB962C8B-B14F-4D97-AF65-F5344CB8AC3E}">
        <p14:creationId xmlns:p14="http://schemas.microsoft.com/office/powerpoint/2010/main" val="173344774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7C3C7B59-169A-4D85-8D42-4261DA4D875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62A3137D-D971-4680-86CB-8E5867DC8EFF}"/>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WE DO</ns0:t>
            </ns0:r>
          </ns0:p>
        </p:txBody>
      </p:sp>
      <p:sp>
        <p:nvSpPr>
          <p:cNvPr id="3" name="slide-number-time">
            <a:extLst xmlns:a="http://schemas.openxmlformats.org/drawingml/2006/main">
              <a:ext uri="{FF2B5EF4-FFF2-40B4-BE49-F238E27FC236}">
                <a16:creationId xmlns:a16="http://schemas.microsoft.com/office/drawing/2014/main" id="{C6C2E05D-C255-4FC3-A178-7C3A3ADF0B73}"/>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6 / 12  ·  5 min</ns1:t>
            </ns1:r>
          </ns1:p>
        </p:txBody>
      </p:sp>
      <p:sp>
        <p:nvSpPr>
          <p:cNvPr id="4" name="slide-title">
            <a:extLst xmlns:a="http://schemas.openxmlformats.org/drawingml/2006/main">
              <a:ext uri="{FF2B5EF4-FFF2-40B4-BE49-F238E27FC236}">
                <a16:creationId xmlns:a16="http://schemas.microsoft.com/office/drawing/2014/main" id="{D811F47D-1684-41AA-908F-4905BB64C2D7}"/>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Which step fits the facts?</ns5:t>
            </ns5:r>
          </ns5:p>
        </p:txBody>
      </p:sp>
      <p:sp>
        <p:nvSpPr>
          <p:cNvPr id="5" name="heading-rule">
            <a:extLst xmlns:a="http://schemas.openxmlformats.org/drawingml/2006/main">
              <a:ext uri="{FF2B5EF4-FFF2-40B4-BE49-F238E27FC236}">
                <a16:creationId xmlns:a16="http://schemas.microsoft.com/office/drawing/2014/main" id="{B1A3538F-988B-4A37-9593-681FEF7FC7E8}"/>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0" name="printed-id">
            <a:extLst xmlns:a="http://schemas.openxmlformats.org/drawingml/2006/main">
              <a:ext uri="{FF2B5EF4-FFF2-40B4-BE49-F238E27FC236}">
                <a16:creationId xmlns:a16="http://schemas.microsoft.com/office/drawing/2014/main" id="{E929F48F-CB8A-43F6-9EBB-1D3B70608B34}"/>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PSHE-GROW-A2-W04</ns2:t>
            </ns2:r>
          </ns2:p>
        </p:txBody>
      </p:sp>
      <p:sp>
        <p:nvSpPr>
          <p:cNvPr id="11" name="edition-label">
            <a:extLst xmlns:a="http://schemas.openxmlformats.org/drawingml/2006/main">
              <a:ext uri="{FF2B5EF4-FFF2-40B4-BE49-F238E27FC236}">
                <a16:creationId xmlns:a16="http://schemas.microsoft.com/office/drawing/2014/main" id="{F8FC46E8-C419-4543-AFE8-4A3AE199E800}"/>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2" name="licence-credit">
            <a:extLst xmlns:a="http://schemas.openxmlformats.org/drawingml/2006/main">
              <a:ext uri="{FF2B5EF4-FFF2-40B4-BE49-F238E27FC236}">
                <a16:creationId xmlns:a16="http://schemas.microsoft.com/office/drawing/2014/main" id="{C1BD0028-6BB2-4DF9-979D-E866AEED941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4" name="body-0">
            <a:extLst xmlns:a="http://schemas.openxmlformats.org/drawingml/2006/main">
              <a:ext uri="{FF2B5EF4-FFF2-40B4-BE49-F238E27FC236}">
                <a16:creationId xmlns:a16="http://schemas.microsoft.com/office/drawing/2014/main" id="{6ECDBC84-CBD5-41C6-A1E7-78CBB780EC71}"/>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6:p xmlns:ns6="http://schemas.openxmlformats.org/drawingml/2006/main">
            <ns6:pPr algn="l">
              <ns6:defRPr sz="2250" b="0">
                <ns6:solidFill>
                  <ns6:srgbClr val="17384A"/>
                </ns6:solidFill>
                <ns6:latin typeface="Arial"/>
                <ns6:ea typeface="Arial"/>
                <ns6:cs typeface="Arial"/>
              </ns6:defRPr>
            </ns6:pPr>
            <ns6:r>
              <ns6:rPr sz="2250" b="0">
                <ns6:solidFill>
                  <ns6:srgbClr val="17384A"/>
                </ns6:solidFill>
                <ns6:latin typeface="Arial"/>
                <ns6:ea typeface="Arial"/>
                <ns6:cs typeface="Arial"/>
              </ns6:rPr>
              <ns6:t>Your first adult cannot help now. What next?</ns6:t>
            </ns6:r>
          </ns6:p>
        </p:txBody>
      </p:sp>
      <p:sp>
        <p:nvSpPr>
          <p:cNvPr id="15" name="body-1">
            <a:extLst xmlns:a="http://schemas.openxmlformats.org/drawingml/2006/main">
              <a:ext uri="{FF2B5EF4-FFF2-40B4-BE49-F238E27FC236}">
                <a16:creationId xmlns:a16="http://schemas.microsoft.com/office/drawing/2014/main" id="{6A50435D-4FA5-4A21-A00A-9024D5A620DD}"/>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A  Stop asking, even if you feel unsafe.</ns7:t>
            </ns7:r>
          </ns7:p>
        </p:txBody>
      </p:sp>
      <p:sp>
        <p:nvSpPr>
          <p:cNvPr id="16" name="body-2">
            <a:extLst xmlns:a="http://schemas.openxmlformats.org/drawingml/2006/main">
              <a:ext uri="{FF2B5EF4-FFF2-40B4-BE49-F238E27FC236}">
                <a16:creationId xmlns:a16="http://schemas.microsoft.com/office/drawing/2014/main" id="{2D40E9ED-0AAC-4ABF-91A4-B29F929BEAA5}"/>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B  Share private details with everyone.</ns8:t>
            </ns8:r>
          </ns8:p>
        </p:txBody>
      </p:sp>
      <p:sp>
        <p:nvSpPr>
          <p:cNvPr id="17" name="body-3">
            <a:extLst xmlns:a="http://schemas.openxmlformats.org/drawingml/2006/main">
              <a:ext uri="{FF2B5EF4-FFF2-40B4-BE49-F238E27FC236}">
                <a16:creationId xmlns:a16="http://schemas.microsoft.com/office/drawing/2014/main" id="{15760A3D-C8CB-444C-97BB-DD974FBE7880}"/>
              </a:ext>
            </a:extLst>
          </p:cNvPr>
          <p:cNvSpPr>
            <a:spLocks xmlns:a="http://schemas.openxmlformats.org/drawingml/2006/main" noGrp="1"/>
          </p:cNvSpPr>
          <p:nvPr/>
        </p:nvSpPr>
        <p:spPr>
          <a:xfrm xmlns:a="http://schemas.openxmlformats.org/drawingml/2006/main">
            <a:off x="609600" y="323659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9:p xmlns:ns9="http://schemas.openxmlformats.org/drawingml/2006/main">
            <ns9:pPr algn="l">
              <ns9:defRPr sz="2250" b="0">
                <ns9:solidFill>
                  <ns9:srgbClr val="17384A"/>
                </ns9:solidFill>
                <ns9:latin typeface="Arial"/>
                <ns9:ea typeface="Arial"/>
                <ns9:cs typeface="Arial"/>
              </ns9:defRPr>
            </ns9:pPr>
            <ns9:r>
              <ns9:rPr sz="2250" b="0">
                <ns9:solidFill>
                  <ns9:srgbClr val="17384A"/>
                </ns9:solidFill>
                <ns9:latin typeface="Arial"/>
                <ns9:ea typeface="Arial"/>
                <ns9:cs typeface="Arial"/>
              </ns9:rPr>
              <ns9:t>C  Ask another trusted adult for help.</ns9:t>
            </ns9:r>
          </ns9:p>
        </p:txBody>
      </p:sp>
    </p:spTree>
    <p:extLst>
      <p:ext uri="{BB962C8B-B14F-4D97-AF65-F5344CB8AC3E}">
        <p14:creationId xmlns:p14="http://schemas.microsoft.com/office/powerpoint/2010/main" val="197717229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D8E5E2AB-ADA1-4838-ACF0-FFEF5BB56E1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C18FBDEC-1AF3-4715-AA09-479266E2E35D}"/>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YOU DO PRACTICE</ns0:t>
            </ns0:r>
          </ns0:p>
        </p:txBody>
      </p:sp>
      <p:sp>
        <p:nvSpPr>
          <p:cNvPr id="3" name="slide-number-time">
            <a:extLst xmlns:a="http://schemas.openxmlformats.org/drawingml/2006/main">
              <a:ext uri="{FF2B5EF4-FFF2-40B4-BE49-F238E27FC236}">
                <a16:creationId xmlns:a16="http://schemas.microsoft.com/office/drawing/2014/main" id="{E419A0B8-80B8-4D04-AA00-03054673B720}"/>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7 / 12  ·  12 min</ns1:t>
            </ns1:r>
          </ns1:p>
        </p:txBody>
      </p:sp>
      <p:sp>
        <p:nvSpPr>
          <p:cNvPr id="4" name="slide-title">
            <a:extLst xmlns:a="http://schemas.openxmlformats.org/drawingml/2006/main">
              <a:ext uri="{FF2B5EF4-FFF2-40B4-BE49-F238E27FC236}">
                <a16:creationId xmlns:a16="http://schemas.microsoft.com/office/drawing/2014/main" id="{B7103CDA-DC45-49C7-8199-AFE03A2C4AD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Our practice tasks</ns5:t>
            </ns5:r>
          </ns5:p>
        </p:txBody>
      </p:sp>
      <p:sp>
        <p:nvSpPr>
          <p:cNvPr id="5" name="heading-rule">
            <a:extLst xmlns:a="http://schemas.openxmlformats.org/drawingml/2006/main">
              <a:ext uri="{FF2B5EF4-FFF2-40B4-BE49-F238E27FC236}">
                <a16:creationId xmlns:a16="http://schemas.microsoft.com/office/drawing/2014/main" id="{AE716716-2304-4E68-B71C-7212C01D83C4}"/>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78B1FBD6-B0E3-4DBA-AE92-B3E0AB199D82}"/>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PSHE-GROW-A2-W04</ns2:t>
            </ns2:r>
          </ns2:p>
        </p:txBody>
      </p:sp>
      <p:sp>
        <p:nvSpPr>
          <p:cNvPr id="12" name="edition-label">
            <a:extLst xmlns:a="http://schemas.openxmlformats.org/drawingml/2006/main">
              <a:ext uri="{FF2B5EF4-FFF2-40B4-BE49-F238E27FC236}">
                <a16:creationId xmlns:a16="http://schemas.microsoft.com/office/drawing/2014/main" id="{464D54B0-7F69-47C0-8884-FB04772F8A74}"/>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3" name="licence-credit">
            <a:extLst xmlns:a="http://schemas.openxmlformats.org/drawingml/2006/main">
              <a:ext uri="{FF2B5EF4-FFF2-40B4-BE49-F238E27FC236}">
                <a16:creationId xmlns:a16="http://schemas.microsoft.com/office/drawing/2014/main" id="{1042A2BA-D71F-4608-81F1-56527613E055}"/>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5" name="body-0">
            <a:extLst xmlns:a="http://schemas.openxmlformats.org/drawingml/2006/main">
              <a:ext uri="{FF2B5EF4-FFF2-40B4-BE49-F238E27FC236}">
                <a16:creationId xmlns:a16="http://schemas.microsoft.com/office/drawing/2014/main" id="{D56143C9-633B-49FB-8C6A-CF18E2F3A1D5}"/>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Sort the six cases by the help needed.</ns6:t>
            </ns6:r>
          </ns6:p>
        </p:txBody>
      </p:sp>
      <p:sp>
        <p:nvSpPr>
          <p:cNvPr id="16" name="body-1">
            <a:extLst xmlns:a="http://schemas.openxmlformats.org/drawingml/2006/main">
              <a:ext uri="{FF2B5EF4-FFF2-40B4-BE49-F238E27FC236}">
                <a16:creationId xmlns:a16="http://schemas.microsoft.com/office/drawing/2014/main" id="{B6D490E7-1C72-4E1B-9DFF-6A51D7CD83AC}"/>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Supported: try A and C with an adult.</ns7:t>
            </ns7:r>
          </ns7:p>
        </p:txBody>
      </p:sp>
      <p:sp>
        <p:nvSpPr>
          <p:cNvPr id="17" name="body-2">
            <a:extLst xmlns:a="http://schemas.openxmlformats.org/drawingml/2006/main">
              <a:ext uri="{FF2B5EF4-FFF2-40B4-BE49-F238E27FC236}">
                <a16:creationId xmlns:a16="http://schemas.microsoft.com/office/drawing/2014/main" id="{08901007-A68D-49A8-B527-C521B404D0E8}"/>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Independent: choose who, how and when.</ns8:t>
            </ns8:r>
          </ns8:p>
        </p:txBody>
      </p:sp>
      <p:sp>
        <p:nvSpPr>
          <p:cNvPr id="18" name="body-3">
            <a:extLst xmlns:a="http://schemas.openxmlformats.org/drawingml/2006/main">
              <a:ext uri="{FF2B5EF4-FFF2-40B4-BE49-F238E27FC236}">
                <a16:creationId xmlns:a16="http://schemas.microsoft.com/office/drawing/2014/main" id="{3EA2B60A-E54D-4F8D-BC00-957C59C26DE0}"/>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Aspire: explain a backup if help is delayed.</ns9:t>
            </ns9:r>
          </ns9:p>
        </p:txBody>
      </p:sp>
      <p:sp>
        <p:nvSpPr>
          <p:cNvPr id="19" name="body-4">
            <a:extLst xmlns:a="http://schemas.openxmlformats.org/drawingml/2006/main">
              <a:ext uri="{FF2B5EF4-FFF2-40B4-BE49-F238E27FC236}">
                <a16:creationId xmlns:a16="http://schemas.microsoft.com/office/drawing/2014/main" id="{4583C6A7-E83D-4290-B65B-7B823E667CBC}"/>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0:p xmlns:ns10="http://schemas.openxmlformats.org/drawingml/2006/main">
            <ns10:pPr algn="l">
              <ns10:defRPr sz="2025" b="0">
                <ns10:solidFill>
                  <ns10:srgbClr val="17384A"/>
                </ns10:solidFill>
                <ns10:latin typeface="Arial"/>
                <ns10:ea typeface="Arial"/>
                <ns10:cs typeface="Arial"/>
              </ns10:defRPr>
            </ns10:pPr>
            <ns10:r>
              <ns10:rPr sz="2025" b="0">
                <ns10:solidFill>
                  <ns10:srgbClr val="17384A"/>
                </ns10:solidFill>
                <ns10:latin typeface="Arial"/>
                <ns10:ea typeface="Arial"/>
                <ns10:cs typeface="Arial"/>
              </ns10:rPr>
              <ns10:t>Practise a request using a made-up case.</ns10:t>
            </ns10:r>
          </ns10:p>
        </p:txBody>
      </p:sp>
    </p:spTree>
    <p:extLst>
      <p:ext uri="{BB962C8B-B14F-4D97-AF65-F5344CB8AC3E}">
        <p14:creationId xmlns:p14="http://schemas.microsoft.com/office/powerpoint/2010/main" val="162494973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66C44A98-3D93-4F51-B71E-69741D9BC75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BB347D01-AF7A-441C-95AA-D9DDC8E7E67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YOU DO EVIDENCE</ns0:t>
            </ns0:r>
          </ns0:p>
        </p:txBody>
      </p:sp>
      <p:sp>
        <p:nvSpPr>
          <p:cNvPr id="3" name="slide-number-time">
            <a:extLst xmlns:a="http://schemas.openxmlformats.org/drawingml/2006/main">
              <a:ext uri="{FF2B5EF4-FFF2-40B4-BE49-F238E27FC236}">
                <a16:creationId xmlns:a16="http://schemas.microsoft.com/office/drawing/2014/main" id="{0E908289-E77F-4BCE-B478-BFBAF859EEEF}"/>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8 / 12  ·  6 min</ns1:t>
            </ns1:r>
          </ns1:p>
        </p:txBody>
      </p:sp>
      <p:sp>
        <p:nvSpPr>
          <p:cNvPr id="4" name="slide-title">
            <a:extLst xmlns:a="http://schemas.openxmlformats.org/drawingml/2006/main">
              <a:ext uri="{FF2B5EF4-FFF2-40B4-BE49-F238E27FC236}">
                <a16:creationId xmlns:a16="http://schemas.microsoft.com/office/drawing/2014/main" id="{F44AEF26-FD38-4E07-B155-D8216D2DD38C}"/>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My evidence</ns5:t>
            </ns5:r>
          </ns5:p>
        </p:txBody>
      </p:sp>
      <p:sp>
        <p:nvSpPr>
          <p:cNvPr id="5" name="heading-rule">
            <a:extLst xmlns:a="http://schemas.openxmlformats.org/drawingml/2006/main">
              <a:ext uri="{FF2B5EF4-FFF2-40B4-BE49-F238E27FC236}">
                <a16:creationId xmlns:a16="http://schemas.microsoft.com/office/drawing/2014/main" id="{65EC05C6-1DDD-4ED7-9416-85B2792CABF3}"/>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2" name="printed-id">
            <a:extLst xmlns:a="http://schemas.openxmlformats.org/drawingml/2006/main">
              <a:ext uri="{FF2B5EF4-FFF2-40B4-BE49-F238E27FC236}">
                <a16:creationId xmlns:a16="http://schemas.microsoft.com/office/drawing/2014/main" id="{86E837DB-874D-4D98-95F1-0A5EB40AFEE7}"/>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PSHE-GROW-A2-W04</ns2:t>
            </ns2:r>
          </ns2:p>
        </p:txBody>
      </p:sp>
      <p:sp>
        <p:nvSpPr>
          <p:cNvPr id="13" name="edition-label">
            <a:extLst xmlns:a="http://schemas.openxmlformats.org/drawingml/2006/main">
              <a:ext uri="{FF2B5EF4-FFF2-40B4-BE49-F238E27FC236}">
                <a16:creationId xmlns:a16="http://schemas.microsoft.com/office/drawing/2014/main" id="{BB784062-68CA-4716-9541-FCC2624ADBFB}"/>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4" name="licence-credit">
            <a:extLst xmlns:a="http://schemas.openxmlformats.org/drawingml/2006/main">
              <a:ext uri="{FF2B5EF4-FFF2-40B4-BE49-F238E27FC236}">
                <a16:creationId xmlns:a16="http://schemas.microsoft.com/office/drawing/2014/main" id="{56B640B8-BB08-416A-913B-30884D348613}"/>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6" name="body-0">
            <a:extLst xmlns:a="http://schemas.openxmlformats.org/drawingml/2006/main">
              <a:ext uri="{FF2B5EF4-FFF2-40B4-BE49-F238E27FC236}">
                <a16:creationId xmlns:a16="http://schemas.microsoft.com/office/drawing/2014/main" id="{39255F30-454A-4B62-B463-8ED37A47597C}"/>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Choose one case and a help route.</ns6:t>
            </ns6:r>
          </ns6:p>
        </p:txBody>
      </p:sp>
      <p:sp>
        <p:nvSpPr>
          <p:cNvPr id="17" name="body-1">
            <a:extLst xmlns:a="http://schemas.openxmlformats.org/drawingml/2006/main">
              <a:ext uri="{FF2B5EF4-FFF2-40B4-BE49-F238E27FC236}">
                <a16:creationId xmlns:a16="http://schemas.microsoft.com/office/drawing/2014/main" id="{B400D461-D55C-4F45-8F48-1294C146E800}"/>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Say, write or show your request.</ns7:t>
            </ns7:r>
          </ns7:p>
        </p:txBody>
      </p:sp>
      <p:sp>
        <p:nvSpPr>
          <p:cNvPr id="18" name="body-2">
            <a:extLst xmlns:a="http://schemas.openxmlformats.org/drawingml/2006/main">
              <a:ext uri="{FF2B5EF4-FFF2-40B4-BE49-F238E27FC236}">
                <a16:creationId xmlns:a16="http://schemas.microsoft.com/office/drawing/2014/main" id="{8D8AABD9-7E6F-4862-B495-E49E9D6827DA}"/>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Keep the adult reply and your next step.</ns8:t>
            </ns8:r>
          </ns8:p>
        </p:txBody>
      </p:sp>
      <p:sp>
        <p:nvSpPr>
          <p:cNvPr id="19" name="body-3">
            <a:extLst xmlns:a="http://schemas.openxmlformats.org/drawingml/2006/main">
              <a:ext uri="{FF2B5EF4-FFF2-40B4-BE49-F238E27FC236}">
                <a16:creationId xmlns:a16="http://schemas.microsoft.com/office/drawing/2014/main" id="{BE650D55-78CE-4B6C-B594-BF1451CAB65A}"/>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Respond to feedback in your own colour.</ns9:t>
            </ns9:r>
          </ns9:p>
        </p:txBody>
      </p:sp>
    </p:spTree>
    <p:extLst>
      <p:ext uri="{BB962C8B-B14F-4D97-AF65-F5344CB8AC3E}">
        <p14:creationId xmlns:p14="http://schemas.microsoft.com/office/powerpoint/2010/main" val="67267519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6D99B899-E3BF-49C2-AF68-6D6CF114418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539133E1-A8EA-4557-ABD0-F0F049DC8CF7}"/>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TIDY AND EVIDENCE CHECK</ns0:t>
            </ns0:r>
          </ns0:p>
        </p:txBody>
      </p:sp>
      <p:sp>
        <p:nvSpPr>
          <p:cNvPr id="3" name="slide-number-time">
            <a:extLst xmlns:a="http://schemas.openxmlformats.org/drawingml/2006/main">
              <a:ext uri="{FF2B5EF4-FFF2-40B4-BE49-F238E27FC236}">
                <a16:creationId xmlns:a16="http://schemas.microsoft.com/office/drawing/2014/main" id="{D74A83CD-4D73-4E4A-B78C-D8D074F8EC5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9 / 12  ·  4 min</ns1:t>
            </ns1:r>
          </ns1:p>
        </p:txBody>
      </p:sp>
      <p:sp>
        <p:nvSpPr>
          <p:cNvPr id="4" name="slide-title">
            <a:extLst xmlns:a="http://schemas.openxmlformats.org/drawingml/2006/main">
              <a:ext uri="{FF2B5EF4-FFF2-40B4-BE49-F238E27FC236}">
                <a16:creationId xmlns:a16="http://schemas.microsoft.com/office/drawing/2014/main" id="{35FC91DF-147B-4BBB-8617-27DEAEDBA17E}"/>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Tidy and check</ns5:t>
            </ns5:r>
          </ns5:p>
        </p:txBody>
      </p:sp>
      <p:sp>
        <p:nvSpPr>
          <p:cNvPr id="5" name="heading-rule">
            <a:extLst xmlns:a="http://schemas.openxmlformats.org/drawingml/2006/main">
              <a:ext uri="{FF2B5EF4-FFF2-40B4-BE49-F238E27FC236}">
                <a16:creationId xmlns:a16="http://schemas.microsoft.com/office/drawing/2014/main" id="{5D051C0A-7299-461B-B2A0-C9E66A73DDB0}"/>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4" name="printed-id">
            <a:extLst xmlns:a="http://schemas.openxmlformats.org/drawingml/2006/main">
              <a:ext uri="{FF2B5EF4-FFF2-40B4-BE49-F238E27FC236}">
                <a16:creationId xmlns:a16="http://schemas.microsoft.com/office/drawing/2014/main" id="{FCC4FAC5-3A9D-4290-89BD-E0E63D688C2F}"/>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PSHE-GROW-A2-W04</ns2:t>
            </ns2:r>
          </ns2:p>
        </p:txBody>
      </p:sp>
      <p:sp>
        <p:nvSpPr>
          <p:cNvPr id="15" name="edition-label">
            <a:extLst xmlns:a="http://schemas.openxmlformats.org/drawingml/2006/main">
              <a:ext uri="{FF2B5EF4-FFF2-40B4-BE49-F238E27FC236}">
                <a16:creationId xmlns:a16="http://schemas.microsoft.com/office/drawing/2014/main" id="{D9053BBE-8E7B-41BA-A413-FA20D299185B}"/>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6" name="licence-credit">
            <a:extLst xmlns:a="http://schemas.openxmlformats.org/drawingml/2006/main">
              <a:ext uri="{FF2B5EF4-FFF2-40B4-BE49-F238E27FC236}">
                <a16:creationId xmlns:a16="http://schemas.microsoft.com/office/drawing/2014/main" id="{0FA6775F-4A85-43BE-A6BA-4F00B61D6129}"/>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8" name="step-number-0">
            <a:extLst xmlns:a="http://schemas.openxmlformats.org/drawingml/2006/main">
              <a:ext uri="{FF2B5EF4-FFF2-40B4-BE49-F238E27FC236}">
                <a16:creationId xmlns:a16="http://schemas.microsoft.com/office/drawing/2014/main" id="{087B79DB-B13D-4C00-8AD4-C621817E4ADF}"/>
              </a:ext>
            </a:extLst>
          </p:cNvPr>
          <p:cNvSpPr>
            <a:spLocks xmlns:a="http://schemas.openxmlformats.org/drawingml/2006/main" noGrp="1"/>
          </p:cNvSpPr>
          <p:nvPr/>
        </p:nvSpPr>
        <p:spPr>
          <a:xfrm xmlns:a="http://schemas.openxmlformats.org/drawingml/2006/main">
            <a:off x="609600" y="167640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1</a:t>
            </a:r>
          </a:p>
        </p:txBody>
      </p:sp>
      <p:sp>
        <p:nvSpPr>
          <p:cNvPr id="19" name="body-0">
            <a:extLst xmlns:a="http://schemas.openxmlformats.org/drawingml/2006/main">
              <a:ext uri="{FF2B5EF4-FFF2-40B4-BE49-F238E27FC236}">
                <a16:creationId xmlns:a16="http://schemas.microsoft.com/office/drawing/2014/main" id="{EFF555BC-8EEA-48FD-8C9B-0D66683B0A36}"/>
              </a:ext>
            </a:extLst>
          </p:cNvPr>
          <p:cNvSpPr>
            <a:spLocks xmlns:a="http://schemas.openxmlformats.org/drawingml/2006/main" noGrp="1"/>
          </p:cNvSpPr>
          <p:nvPr/>
        </p:nvSpPr>
        <p:spPr>
          <a:xfrm xmlns:a="http://schemas.openxmlformats.org/drawingml/2006/main">
            <a:off x="1200150" y="167640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6:p xmlns:ns6="http://schemas.openxmlformats.org/drawingml/2006/main">
            <ns6:pPr algn="l">
              <ns6:defRPr sz="2250" b="0">
                <ns6:solidFill>
                  <ns6:srgbClr val="17384A"/>
                </ns6:solidFill>
                <ns6:latin typeface="Arial"/>
                <ns6:ea typeface="Arial"/>
                <ns6:cs typeface="Arial"/>
              </ns6:defRPr>
            </ns6:pPr>
            <ns6:r>
              <ns6:rPr sz="2250" b="0">
                <ns6:solidFill>
                  <ns6:srgbClr val="17384A"/>
                </ns6:solidFill>
                <ns6:latin typeface="Arial"/>
                <ns6:ea typeface="Arial"/>
                <ns6:cs typeface="Arial"/>
              </ns6:rPr>
              <ns6:t>Check your name or ID and both pages.</ns6:t>
            </ns6:r>
          </ns6:p>
        </p:txBody>
      </p:sp>
      <p:sp>
        <p:nvSpPr>
          <p:cNvPr id="20" name="step-number-1">
            <a:extLst xmlns:a="http://schemas.openxmlformats.org/drawingml/2006/main">
              <a:ext uri="{FF2B5EF4-FFF2-40B4-BE49-F238E27FC236}">
                <a16:creationId xmlns:a16="http://schemas.microsoft.com/office/drawing/2014/main" id="{C413AB4A-46AA-4E82-B169-6983E9E0B43B}"/>
              </a:ext>
            </a:extLst>
          </p:cNvPr>
          <p:cNvSpPr>
            <a:spLocks xmlns:a="http://schemas.openxmlformats.org/drawingml/2006/main" noGrp="1"/>
          </p:cNvSpPr>
          <p:nvPr/>
        </p:nvSpPr>
        <p:spPr>
          <a:xfrm xmlns:a="http://schemas.openxmlformats.org/drawingml/2006/main">
            <a:off x="609600" y="219646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2</a:t>
            </a:r>
          </a:p>
        </p:txBody>
      </p:sp>
      <p:sp>
        <p:nvSpPr>
          <p:cNvPr id="21" name="body-1">
            <a:extLst xmlns:a="http://schemas.openxmlformats.org/drawingml/2006/main">
              <a:ext uri="{FF2B5EF4-FFF2-40B4-BE49-F238E27FC236}">
                <a16:creationId xmlns:a16="http://schemas.microsoft.com/office/drawing/2014/main" id="{7C8BF745-D880-47F7-B45F-9EF87BFBF3DB}"/>
              </a:ext>
            </a:extLst>
          </p:cNvPr>
          <p:cNvSpPr>
            <a:spLocks xmlns:a="http://schemas.openxmlformats.org/drawingml/2006/main" noGrp="1"/>
          </p:cNvSpPr>
          <p:nvPr/>
        </p:nvSpPr>
        <p:spPr>
          <a:xfrm xmlns:a="http://schemas.openxmlformats.org/drawingml/2006/main">
            <a:off x="1200150" y="219646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Keep your work and record the help used.</ns7:t>
            </ns7:r>
          </ns7:p>
        </p:txBody>
      </p:sp>
      <p:sp>
        <p:nvSpPr>
          <p:cNvPr id="22" name="step-number-2">
            <a:extLst xmlns:a="http://schemas.openxmlformats.org/drawingml/2006/main">
              <a:ext uri="{FF2B5EF4-FFF2-40B4-BE49-F238E27FC236}">
                <a16:creationId xmlns:a16="http://schemas.microsoft.com/office/drawing/2014/main" id="{8ACC7B68-7ACB-459D-9247-0B3147F1F0D9}"/>
              </a:ext>
            </a:extLst>
          </p:cNvPr>
          <p:cNvSpPr>
            <a:spLocks xmlns:a="http://schemas.openxmlformats.org/drawingml/2006/main" noGrp="1"/>
          </p:cNvSpPr>
          <p:nvPr/>
        </p:nvSpPr>
        <p:spPr>
          <a:xfrm xmlns:a="http://schemas.openxmlformats.org/drawingml/2006/main">
            <a:off x="609600" y="271653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3</a:t>
            </a:r>
          </a:p>
        </p:txBody>
      </p:sp>
      <p:sp>
        <p:nvSpPr>
          <p:cNvPr id="23" name="body-2">
            <a:extLst xmlns:a="http://schemas.openxmlformats.org/drawingml/2006/main">
              <a:ext uri="{FF2B5EF4-FFF2-40B4-BE49-F238E27FC236}">
                <a16:creationId xmlns:a16="http://schemas.microsoft.com/office/drawing/2014/main" id="{31AFDBC3-92F9-4C91-941F-C1B505420F6C}"/>
              </a:ext>
            </a:extLst>
          </p:cNvPr>
          <p:cNvSpPr>
            <a:spLocks xmlns:a="http://schemas.openxmlformats.org/drawingml/2006/main" noGrp="1"/>
          </p:cNvSpPr>
          <p:nvPr/>
        </p:nvSpPr>
        <p:spPr>
          <a:xfrm xmlns:a="http://schemas.openxmlformats.org/drawingml/2006/main">
            <a:off x="1200150" y="271653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Put resources away safely.</ns8:t>
            </ns8:r>
          </ns8:p>
        </p:txBody>
      </p:sp>
      <p:sp>
        <p:nvSpPr>
          <p:cNvPr id="24" name="step-number-3">
            <a:extLst xmlns:a="http://schemas.openxmlformats.org/drawingml/2006/main">
              <a:ext uri="{FF2B5EF4-FFF2-40B4-BE49-F238E27FC236}">
                <a16:creationId xmlns:a16="http://schemas.microsoft.com/office/drawing/2014/main" id="{21BDBCB0-4ED5-4F35-ADB5-9F2511A34D83}"/>
              </a:ext>
            </a:extLst>
          </p:cNvPr>
          <p:cNvSpPr>
            <a:spLocks xmlns:a="http://schemas.openxmlformats.org/drawingml/2006/main" noGrp="1"/>
          </p:cNvSpPr>
          <p:nvPr/>
        </p:nvSpPr>
        <p:spPr>
          <a:xfrm xmlns:a="http://schemas.openxmlformats.org/drawingml/2006/main">
            <a:off x="609600" y="323659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4</a:t>
            </a:r>
          </a:p>
        </p:txBody>
      </p:sp>
      <p:sp>
        <p:nvSpPr>
          <p:cNvPr id="25" name="body-3">
            <a:extLst xmlns:a="http://schemas.openxmlformats.org/drawingml/2006/main">
              <a:ext uri="{FF2B5EF4-FFF2-40B4-BE49-F238E27FC236}">
                <a16:creationId xmlns:a16="http://schemas.microsoft.com/office/drawing/2014/main" id="{11DBDF86-9217-4206-908E-A4E9A9C073B9}"/>
              </a:ext>
            </a:extLst>
          </p:cNvPr>
          <p:cNvSpPr>
            <a:spLocks xmlns:a="http://schemas.openxmlformats.org/drawingml/2006/main" noGrp="1"/>
          </p:cNvSpPr>
          <p:nvPr/>
        </p:nvSpPr>
        <p:spPr>
          <a:xfrm xmlns:a="http://schemas.openxmlformats.org/drawingml/2006/main">
            <a:off x="1200150" y="323659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9:p xmlns:ns9="http://schemas.openxmlformats.org/drawingml/2006/main">
            <ns9:pPr algn="l">
              <ns9:defRPr sz="2250" b="0">
                <ns9:solidFill>
                  <ns9:srgbClr val="17384A"/>
                </ns9:solidFill>
                <ns9:latin typeface="Arial"/>
                <ns9:ea typeface="Arial"/>
                <ns9:cs typeface="Arial"/>
              </ns9:defRPr>
            </ns9:pPr>
            <ns9:r>
              <ns9:rPr sz="2250" b="0">
                <ns9:solidFill>
                  <ns9:srgbClr val="17384A"/>
                </ns9:solidFill>
                <ns9:latin typeface="Arial"/>
                <ns9:ea typeface="Arial"/>
                <ns9:cs typeface="Arial"/>
              </ns9:rPr>
              <ns9:t>Tell the adult your next step.</ns9:t>
            </ns9:r>
          </ns9:p>
        </p:txBody>
      </p:sp>
    </p:spTree>
    <p:extLst>
      <p:ext uri="{BB962C8B-B14F-4D97-AF65-F5344CB8AC3E}">
        <p14:creationId xmlns:p14="http://schemas.microsoft.com/office/powerpoint/2010/main" val="65731375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ide-rule">
            <a:extLst xmlns:a="http://schemas.openxmlformats.org/drawingml/2006/main">
              <a:ext uri="{FF2B5EF4-FFF2-40B4-BE49-F238E27FC236}">
                <a16:creationId xmlns:a16="http://schemas.microsoft.com/office/drawing/2014/main" id="{59C9C49A-1ECE-4C68-AA48-8F45006DD9D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E9D7B1B8-710A-4637-AD51-BB394286BE5D}"/>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EXIT TICKET</ns0:t>
            </ns0:r>
          </ns0:p>
        </p:txBody>
      </p:sp>
      <p:sp>
        <p:nvSpPr>
          <p:cNvPr id="3" name="slide-number-time">
            <a:extLst xmlns:a="http://schemas.openxmlformats.org/drawingml/2006/main">
              <a:ext uri="{FF2B5EF4-FFF2-40B4-BE49-F238E27FC236}">
                <a16:creationId xmlns:a16="http://schemas.microsoft.com/office/drawing/2014/main" id="{66109A82-556F-4CF9-B5DC-048C49CC5455}"/>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10 / 12  ·  2 min</ns1:t>
            </ns1:r>
          </ns1:p>
        </p:txBody>
      </p:sp>
      <p:sp>
        <p:nvSpPr>
          <p:cNvPr id="4" name="slide-title">
            <a:extLst xmlns:a="http://schemas.openxmlformats.org/drawingml/2006/main">
              <a:ext uri="{FF2B5EF4-FFF2-40B4-BE49-F238E27FC236}">
                <a16:creationId xmlns:a16="http://schemas.microsoft.com/office/drawing/2014/main" id="{64E39EA1-F3DB-4E05-BB09-794112D7B4A7}"/>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Exit ticket</ns5:t>
            </ns5:r>
          </ns5:p>
        </p:txBody>
      </p:sp>
      <p:sp>
        <p:nvSpPr>
          <p:cNvPr id="5" name="heading-rule">
            <a:extLst xmlns:a="http://schemas.openxmlformats.org/drawingml/2006/main">
              <a:ext uri="{FF2B5EF4-FFF2-40B4-BE49-F238E27FC236}">
                <a16:creationId xmlns:a16="http://schemas.microsoft.com/office/drawing/2014/main" id="{0A4497D4-A50A-4696-9DCC-0A2E8DE99BEE}"/>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9" name="printed-id">
            <a:extLst xmlns:a="http://schemas.openxmlformats.org/drawingml/2006/main">
              <a:ext uri="{FF2B5EF4-FFF2-40B4-BE49-F238E27FC236}">
                <a16:creationId xmlns:a16="http://schemas.microsoft.com/office/drawing/2014/main" id="{932148A5-B336-4611-A94A-0D8133BB92F3}"/>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PSHE-GROW-A2-W04</ns2:t>
            </ns2:r>
          </ns2:p>
        </p:txBody>
      </p:sp>
      <p:sp>
        <p:nvSpPr>
          <p:cNvPr id="10" name="edition-label">
            <a:extLst xmlns:a="http://schemas.openxmlformats.org/drawingml/2006/main">
              <a:ext uri="{FF2B5EF4-FFF2-40B4-BE49-F238E27FC236}">
                <a16:creationId xmlns:a16="http://schemas.microsoft.com/office/drawing/2014/main" id="{5BDFC492-DAA3-45FD-974E-5934DD86EACE}"/>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1" name="licence-credit">
            <a:extLst xmlns:a="http://schemas.openxmlformats.org/drawingml/2006/main">
              <a:ext uri="{FF2B5EF4-FFF2-40B4-BE49-F238E27FC236}">
                <a16:creationId xmlns:a16="http://schemas.microsoft.com/office/drawing/2014/main" id="{684DD80D-ABF7-4E04-914D-90124C59383E}"/>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3" name="body-0">
            <a:extLst xmlns:a="http://schemas.openxmlformats.org/drawingml/2006/main">
              <a:ext uri="{FF2B5EF4-FFF2-40B4-BE49-F238E27FC236}">
                <a16:creationId xmlns:a16="http://schemas.microsoft.com/office/drawing/2014/main" id="{65D257E5-CECE-41DE-9AB8-111EC1B098FF}"/>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6:p xmlns:ns6="http://schemas.openxmlformats.org/drawingml/2006/main">
            <ns6:pPr algn="l">
              <ns6:defRPr sz="2250" b="0">
                <ns6:solidFill>
                  <ns6:srgbClr val="17384A"/>
                </ns6:solidFill>
                <ns6:latin typeface="Arial"/>
                <ns6:ea typeface="Arial"/>
                <ns6:cs typeface="Arial"/>
              </ns6:defRPr>
            </ns6:pPr>
            <ns6:r>
              <ns6:rPr sz="2250" b="0">
                <ns6:solidFill>
                  <ns6:srgbClr val="17384A"/>
                </ns6:solidFill>
                <ns6:latin typeface="Arial"/>
                <ns6:ea typeface="Arial"/>
                <ns6:cs typeface="Arial"/>
              </ns6:rPr>
              <ns6:t>How can you ask if words feel hard?</ns6:t>
            </ns6:r>
          </ns6:p>
        </p:txBody>
      </p:sp>
      <p:sp>
        <p:nvSpPr>
          <p:cNvPr id="14" name="body-1">
            <a:extLst xmlns:a="http://schemas.openxmlformats.org/drawingml/2006/main">
              <a:ext uri="{FF2B5EF4-FFF2-40B4-BE49-F238E27FC236}">
                <a16:creationId xmlns:a16="http://schemas.microsoft.com/office/drawing/2014/main" id="{6F4C84B4-AD02-4D06-85D4-17AEF7372EE5}"/>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When should you get help straight away?</ns7:t>
            </ns7:r>
          </ns7:p>
        </p:txBody>
      </p:sp>
      <p:sp>
        <p:nvSpPr>
          <p:cNvPr id="15" name="body-2">
            <a:extLst xmlns:a="http://schemas.openxmlformats.org/drawingml/2006/main">
              <a:ext uri="{FF2B5EF4-FFF2-40B4-BE49-F238E27FC236}">
                <a16:creationId xmlns:a16="http://schemas.microsoft.com/office/drawing/2014/main" id="{B480E7FE-B5BC-4A66-80F3-704BD1D4F1B3}"/>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What if the first adult cannot help?</ns8:t>
            </ns8:r>
          </ns8:p>
        </p:txBody>
      </p:sp>
    </p:spTree>
    <p:extLst>
      <p:ext uri="{BB962C8B-B14F-4D97-AF65-F5344CB8AC3E}">
        <p14:creationId xmlns:p14="http://schemas.microsoft.com/office/powerpoint/2010/main" val="2160463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D7E27DC8-5780-4C6F-967F-69F5095E01F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10CD50A6-479A-42E3-9889-EC0655F086C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VOCABULARY</ns0:t>
            </ns0:r>
          </ns0:p>
        </p:txBody>
      </p:sp>
      <p:sp>
        <p:nvSpPr>
          <p:cNvPr id="3" name="slide-number-time">
            <a:extLst xmlns:a="http://schemas.openxmlformats.org/drawingml/2006/main">
              <a:ext uri="{FF2B5EF4-FFF2-40B4-BE49-F238E27FC236}">
                <a16:creationId xmlns:a16="http://schemas.microsoft.com/office/drawing/2014/main" id="{71513864-1F44-47A2-8AB0-36023EBE7FDC}"/>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11 / 12</ns1:t>
            </ns1:r>
          </ns1:p>
        </p:txBody>
      </p:sp>
      <p:sp>
        <p:nvSpPr>
          <p:cNvPr id="4" name="slide-title">
            <a:extLst xmlns:a="http://schemas.openxmlformats.org/drawingml/2006/main">
              <a:ext uri="{FF2B5EF4-FFF2-40B4-BE49-F238E27FC236}">
                <a16:creationId xmlns:a16="http://schemas.microsoft.com/office/drawing/2014/main" id="{60AC37AA-F3B2-4D83-838F-55D3F178146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Words that help</ns5:t>
            </ns5:r>
          </ns5:p>
        </p:txBody>
      </p:sp>
      <p:sp>
        <p:nvSpPr>
          <p:cNvPr id="5" name="heading-rule">
            <a:extLst xmlns:a="http://schemas.openxmlformats.org/drawingml/2006/main">
              <a:ext uri="{FF2B5EF4-FFF2-40B4-BE49-F238E27FC236}">
                <a16:creationId xmlns:a16="http://schemas.microsoft.com/office/drawing/2014/main" id="{A88D4494-77DD-42F8-A953-8F665FD2C3F1}"/>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2" name="printed-id">
            <a:extLst xmlns:a="http://schemas.openxmlformats.org/drawingml/2006/main">
              <a:ext uri="{FF2B5EF4-FFF2-40B4-BE49-F238E27FC236}">
                <a16:creationId xmlns:a16="http://schemas.microsoft.com/office/drawing/2014/main" id="{A55B9542-E345-4C7A-A0EC-BB2D0E57999A}"/>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PSHE-GROW-A2-W04</ns2:t>
            </ns2:r>
          </ns2:p>
        </p:txBody>
      </p:sp>
      <p:sp>
        <p:nvSpPr>
          <p:cNvPr id="13" name="edition-label">
            <a:extLst xmlns:a="http://schemas.openxmlformats.org/drawingml/2006/main">
              <a:ext uri="{FF2B5EF4-FFF2-40B4-BE49-F238E27FC236}">
                <a16:creationId xmlns:a16="http://schemas.microsoft.com/office/drawing/2014/main" id="{79C90A18-ACEE-4E26-A658-19337AA53014}"/>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4" name="licence-credit">
            <a:extLst xmlns:a="http://schemas.openxmlformats.org/drawingml/2006/main">
              <a:ext uri="{FF2B5EF4-FFF2-40B4-BE49-F238E27FC236}">
                <a16:creationId xmlns:a16="http://schemas.microsoft.com/office/drawing/2014/main" id="{B8C65DA7-B3D3-4863-BFEB-F8AC4C662AAF}"/>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6" name="body-0">
            <a:extLst xmlns:a="http://schemas.openxmlformats.org/drawingml/2006/main">
              <a:ext uri="{FF2B5EF4-FFF2-40B4-BE49-F238E27FC236}">
                <a16:creationId xmlns:a16="http://schemas.microsoft.com/office/drawing/2014/main" id="{AD5ECC91-FF83-473B-A80F-A2DCEA5EA4F5}"/>
              </a:ext>
            </a:extLst>
          </p:cNvPr>
          <p:cNvSpPr>
            <a:spLocks xmlns:a="http://schemas.openxmlformats.org/drawingml/2006/main" noGrp="1"/>
          </p:cNvSpPr>
          <p:nvPr/>
        </p:nvSpPr>
        <p:spPr>
          <a:xfrm xmlns:a="http://schemas.openxmlformats.org/drawingml/2006/main">
            <a:off x="609600" y="1695450"/>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Help: Support with a need.</ns6:t>
            </ns6:r>
          </ns6:p>
        </p:txBody>
      </p:sp>
      <p:sp>
        <p:nvSpPr>
          <p:cNvPr id="17" name="body-1">
            <a:extLst xmlns:a="http://schemas.openxmlformats.org/drawingml/2006/main">
              <a:ext uri="{FF2B5EF4-FFF2-40B4-BE49-F238E27FC236}">
                <a16:creationId xmlns:a16="http://schemas.microsoft.com/office/drawing/2014/main" id="{88C68CAC-CA38-4207-B855-B297B6EF22BE}"/>
              </a:ext>
            </a:extLst>
          </p:cNvPr>
          <p:cNvSpPr>
            <a:spLocks xmlns:a="http://schemas.openxmlformats.org/drawingml/2006/main" noGrp="1"/>
          </p:cNvSpPr>
          <p:nvPr/>
        </p:nvSpPr>
        <p:spPr>
          <a:xfrm xmlns:a="http://schemas.openxmlformats.org/drawingml/2006/main">
            <a:off x="609600" y="2247329"/>
            <a:ext cx="5219700"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Request: An ask for something.</ns7:t>
            </ns7:r>
          </ns7:p>
        </p:txBody>
      </p:sp>
      <p:sp>
        <p:nvSpPr>
          <p:cNvPr id="18" name="body-2">
            <a:extLst xmlns:a="http://schemas.openxmlformats.org/drawingml/2006/main">
              <a:ext uri="{FF2B5EF4-FFF2-40B4-BE49-F238E27FC236}">
                <a16:creationId xmlns:a16="http://schemas.microsoft.com/office/drawing/2014/main" id="{98BB6F30-A928-488D-96C8-5767784E31A6}"/>
              </a:ext>
            </a:extLst>
          </p:cNvPr>
          <p:cNvSpPr>
            <a:spLocks xmlns:a="http://schemas.openxmlformats.org/drawingml/2006/main" noGrp="1"/>
          </p:cNvSpPr>
          <p:nvPr/>
        </p:nvSpPr>
        <p:spPr>
          <a:xfrm xmlns:a="http://schemas.openxmlformats.org/drawingml/2006/main">
            <a:off x="609600" y="3112961"/>
            <a:ext cx="5219700"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Urgent: Needs action very soon.</ns8:t>
            </ns8:r>
          </ns8:p>
        </p:txBody>
      </p:sp>
      <p:sp>
        <p:nvSpPr>
          <p:cNvPr id="19" name="body-3">
            <a:extLst xmlns:a="http://schemas.openxmlformats.org/drawingml/2006/main">
              <a:ext uri="{FF2B5EF4-FFF2-40B4-BE49-F238E27FC236}">
                <a16:creationId xmlns:a16="http://schemas.microsoft.com/office/drawing/2014/main" id="{C20DEC5F-CD4B-4158-AF0D-E60254BF4CDF}"/>
              </a:ext>
            </a:extLst>
          </p:cNvPr>
          <p:cNvSpPr>
            <a:spLocks xmlns:a="http://schemas.openxmlformats.org/drawingml/2006/main" noGrp="1"/>
          </p:cNvSpPr>
          <p:nvPr/>
        </p:nvSpPr>
        <p:spPr>
          <a:xfrm xmlns:a="http://schemas.openxmlformats.org/drawingml/2006/main">
            <a:off x="609600" y="3978593"/>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Emergency: Serious danger now.</ns9:t>
            </ns9:r>
          </ns9:p>
        </p:txBody>
      </p:sp>
      <p:sp>
        <p:nvSpPr>
          <p:cNvPr id="20" name="body-0">
            <a:extLst xmlns:a="http://schemas.openxmlformats.org/drawingml/2006/main">
              <a:ext uri="{FF2B5EF4-FFF2-40B4-BE49-F238E27FC236}">
                <a16:creationId xmlns:a16="http://schemas.microsoft.com/office/drawing/2014/main" id="{E1D697A6-2187-411F-9F04-95AEDEFD8F1F}"/>
              </a:ext>
            </a:extLst>
          </p:cNvPr>
          <p:cNvSpPr>
            <a:spLocks xmlns:a="http://schemas.openxmlformats.org/drawingml/2006/main" noGrp="1"/>
          </p:cNvSpPr>
          <p:nvPr/>
        </p:nvSpPr>
        <p:spPr>
          <a:xfrm xmlns:a="http://schemas.openxmlformats.org/drawingml/2006/main">
            <a:off x="6362700" y="1695450"/>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0:p xmlns:ns10="http://schemas.openxmlformats.org/drawingml/2006/main">
            <ns10:pPr algn="l">
              <ns10:defRPr sz="2025" b="0">
                <ns10:solidFill>
                  <ns10:srgbClr val="17384A"/>
                </ns10:solidFill>
                <ns10:latin typeface="Arial"/>
                <ns10:ea typeface="Arial"/>
                <ns10:cs typeface="Arial"/>
              </ns10:defRPr>
            </ns10:pPr>
            <ns10:r>
              <ns10:rPr sz="2025" b="0">
                <ns10:solidFill>
                  <ns10:srgbClr val="17384A"/>
                </ns10:solidFill>
                <ns10:latin typeface="Arial"/>
                <ns10:ea typeface="Arial"/>
                <ns10:cs typeface="Arial"/>
              </ns10:rPr>
              <ns10:t>Private: For those who need to know.</ns10:t>
            </ns10:r>
          </ns10:p>
        </p:txBody>
      </p:sp>
      <p:sp>
        <p:nvSpPr>
          <p:cNvPr id="21" name="body-1">
            <a:extLst xmlns:a="http://schemas.openxmlformats.org/drawingml/2006/main">
              <a:ext uri="{FF2B5EF4-FFF2-40B4-BE49-F238E27FC236}">
                <a16:creationId xmlns:a16="http://schemas.microsoft.com/office/drawing/2014/main" id="{CBDB7742-827E-4DF1-ADBF-52ACD82E81C1}"/>
              </a:ext>
            </a:extLst>
          </p:cNvPr>
          <p:cNvSpPr>
            <a:spLocks xmlns:a="http://schemas.openxmlformats.org/drawingml/2006/main" noGrp="1"/>
          </p:cNvSpPr>
          <p:nvPr/>
        </p:nvSpPr>
        <p:spPr>
          <a:xfrm xmlns:a="http://schemas.openxmlformats.org/drawingml/2006/main">
            <a:off x="6362700" y="2247329"/>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1:p xmlns:ns11="http://schemas.openxmlformats.org/drawingml/2006/main">
            <ns11:pPr algn="l">
              <ns11:defRPr sz="2025" b="0">
                <ns11:solidFill>
                  <ns11:srgbClr val="17384A"/>
                </ns11:solidFill>
                <ns11:latin typeface="Arial"/>
                <ns11:ea typeface="Arial"/>
                <ns11:cs typeface="Arial"/>
              </ns11:defRPr>
            </ns11:pPr>
            <ns11:r>
              <ns11:rPr sz="2025" b="0">
                <ns11:solidFill>
                  <ns11:srgbClr val="17384A"/>
                </ns11:solidFill>
                <ns11:latin typeface="Arial"/>
                <ns11:ea typeface="Arial"/>
                <ns11:cs typeface="Arial"/>
              </ns11:rPr>
              <ns11:t>Backup: Another route to try.</ns11:t>
            </ns11:r>
          </ns11:p>
        </p:txBody>
      </p:sp>
      <p:sp>
        <p:nvSpPr>
          <p:cNvPr id="22" name="body-2">
            <a:extLst xmlns:a="http://schemas.openxmlformats.org/drawingml/2006/main">
              <a:ext uri="{FF2B5EF4-FFF2-40B4-BE49-F238E27FC236}">
                <a16:creationId xmlns:a16="http://schemas.microsoft.com/office/drawing/2014/main" id="{6E4AC5B5-5DB5-4AFD-A540-86B7945174BF}"/>
              </a:ext>
            </a:extLst>
          </p:cNvPr>
          <p:cNvSpPr>
            <a:spLocks xmlns:a="http://schemas.openxmlformats.org/drawingml/2006/main" noGrp="1"/>
          </p:cNvSpPr>
          <p:nvPr/>
        </p:nvSpPr>
        <p:spPr>
          <a:xfrm xmlns:a="http://schemas.openxmlformats.org/drawingml/2006/main">
            <a:off x="6362700" y="2799207"/>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2:p xmlns:ns12="http://schemas.openxmlformats.org/drawingml/2006/main">
            <ns12:pPr algn="l">
              <ns12:defRPr sz="2025" b="0">
                <ns12:solidFill>
                  <ns12:srgbClr val="17384A"/>
                </ns12:solidFill>
                <ns12:latin typeface="Arial"/>
                <ns12:ea typeface="Arial"/>
                <ns12:cs typeface="Arial"/>
              </ns12:defRPr>
            </ns12:pPr>
            <ns12:r>
              <ns12:rPr sz="2025" b="0">
                <ns12:solidFill>
                  <ns12:srgbClr val="17384A"/>
                </ns12:solidFill>
                <ns12:latin typeface="Arial"/>
                <ns12:ea typeface="Arial"/>
                <ns12:cs typeface="Arial"/>
              </ns12:rPr>
              <ns12:t>Reply: A response.</ns12:t>
            </ns12:r>
          </ns12:p>
        </p:txBody>
      </p:sp>
    </p:spTree>
    <p:extLst>
      <p:ext uri="{BB962C8B-B14F-4D97-AF65-F5344CB8AC3E}">
        <p14:creationId xmlns:p14="http://schemas.microsoft.com/office/powerpoint/2010/main" val="1724659072"/>
      </p:ext>
    </p:extLst>
  </p:cSld>
</p:sld>
</file>

<file path=ppt/slides/slide1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506853DF-EDE9-47DE-B379-5CA30FE0143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9C5D01BA-4C5C-4CC7-8930-4470E839FBBE}"/>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STAFF BRIEF</ns0:t>
            </ns0:r>
          </ns0:p>
        </p:txBody>
      </p:sp>
      <p:sp>
        <p:nvSpPr>
          <p:cNvPr id="3" name="slide-number-time">
            <a:extLst xmlns:a="http://schemas.openxmlformats.org/drawingml/2006/main">
              <a:ext uri="{FF2B5EF4-FFF2-40B4-BE49-F238E27FC236}">
                <a16:creationId xmlns:a16="http://schemas.microsoft.com/office/drawing/2014/main" id="{6935380F-44D1-4452-83AA-C691894F81ED}"/>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12 / 12</ns1:t>
            </ns1:r>
          </ns1:p>
        </p:txBody>
      </p:sp>
      <p:sp>
        <p:nvSpPr>
          <p:cNvPr id="4" name="slide-title">
            <a:extLst xmlns:a="http://schemas.openxmlformats.org/drawingml/2006/main">
              <a:ext uri="{FF2B5EF4-FFF2-40B4-BE49-F238E27FC236}">
                <a16:creationId xmlns:a16="http://schemas.microsoft.com/office/drawing/2014/main" id="{9509DD9B-423A-4951-96E4-2F49524E35F0}"/>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Staff brief</ns5:t>
            </ns5:r>
          </ns5:p>
        </p:txBody>
      </p:sp>
      <p:sp>
        <p:nvSpPr>
          <p:cNvPr id="5" name="heading-rule">
            <a:extLst xmlns:a="http://schemas.openxmlformats.org/drawingml/2006/main">
              <a:ext uri="{FF2B5EF4-FFF2-40B4-BE49-F238E27FC236}">
                <a16:creationId xmlns:a16="http://schemas.microsoft.com/office/drawing/2014/main" id="{CD306737-F981-46D9-9315-54D5AE4B79B9}"/>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515AEF30-6294-44DB-81F6-F3CB66FDC9B3}"/>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PSHE-GROW-A2-W04</ns2:t>
            </ns2:r>
          </ns2:p>
        </p:txBody>
      </p:sp>
      <p:sp>
        <p:nvSpPr>
          <p:cNvPr id="12" name="edition-label">
            <a:extLst xmlns:a="http://schemas.openxmlformats.org/drawingml/2006/main">
              <a:ext uri="{FF2B5EF4-FFF2-40B4-BE49-F238E27FC236}">
                <a16:creationId xmlns:a16="http://schemas.microsoft.com/office/drawing/2014/main" id="{9F510AFB-D341-4DF2-B29D-CEE167391426}"/>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3" name="licence-credit">
            <a:extLst xmlns:a="http://schemas.openxmlformats.org/drawingml/2006/main">
              <a:ext uri="{FF2B5EF4-FFF2-40B4-BE49-F238E27FC236}">
                <a16:creationId xmlns:a16="http://schemas.microsoft.com/office/drawing/2014/main" id="{594BF42D-B6E5-41F7-A227-2AD8399D7E42}"/>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5" name="body-0">
            <a:extLst xmlns:a="http://schemas.openxmlformats.org/drawingml/2006/main">
              <a:ext uri="{FF2B5EF4-FFF2-40B4-BE49-F238E27FC236}">
                <a16:creationId xmlns:a16="http://schemas.microsoft.com/office/drawing/2014/main" id="{61E01433-5B72-41AB-B4BB-59FA79C627F3}"/>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Read the planner and local support route.</ns6:t>
            </ns6:r>
          </ns6:p>
        </p:txBody>
      </p:sp>
      <p:sp>
        <p:nvSpPr>
          <p:cNvPr id="16" name="body-1">
            <a:extLst xmlns:a="http://schemas.openxmlformats.org/drawingml/2006/main">
              <a:ext uri="{FF2B5EF4-FFF2-40B4-BE49-F238E27FC236}">
                <a16:creationId xmlns:a16="http://schemas.microsoft.com/office/drawing/2014/main" id="{365D8A69-7368-41E6-901B-C63D119685CE}"/>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Use the task limits and right to pass.</ns7:t>
            </ns7:r>
          </ns7:p>
        </p:txBody>
      </p:sp>
      <p:sp>
        <p:nvSpPr>
          <p:cNvPr id="17" name="body-2">
            <a:extLst xmlns:a="http://schemas.openxmlformats.org/drawingml/2006/main">
              <a:ext uri="{FF2B5EF4-FFF2-40B4-BE49-F238E27FC236}">
                <a16:creationId xmlns:a16="http://schemas.microsoft.com/office/drawing/2014/main" id="{FE40F02C-1AC4-41E6-88B9-54CB5E2D1172}"/>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TA: scribe exact words; record physical help.</ns8:t>
            </ns8:r>
          </ns8:p>
        </p:txBody>
      </p:sp>
      <p:sp>
        <p:nvSpPr>
          <p:cNvPr id="18" name="body-3">
            <a:extLst xmlns:a="http://schemas.openxmlformats.org/drawingml/2006/main">
              <a:ext uri="{FF2B5EF4-FFF2-40B4-BE49-F238E27FC236}">
                <a16:creationId xmlns:a16="http://schemas.microsoft.com/office/drawing/2014/main" id="{09F7BA08-B0D3-407F-B420-DAE0E9FF12B8}"/>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Keep each learner’s own evidence.</ns9:t>
            </ns9:r>
          </ns9:p>
        </p:txBody>
      </p:sp>
      <p:sp>
        <p:nvSpPr>
          <p:cNvPr id="19" name="body-4">
            <a:extLst xmlns:a="http://schemas.openxmlformats.org/drawingml/2006/main">
              <a:ext uri="{FF2B5EF4-FFF2-40B4-BE49-F238E27FC236}">
                <a16:creationId xmlns:a16="http://schemas.microsoft.com/office/drawing/2014/main" id="{80AE7E45-3807-4F32-B830-F0825E0A9BB3}"/>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0:p xmlns:ns10="http://schemas.openxmlformats.org/drawingml/2006/main">
            <ns10:pPr algn="l">
              <ns10:defRPr sz="2025" b="0">
                <ns10:solidFill>
                  <ns10:srgbClr val="17384A"/>
                </ns10:solidFill>
                <ns10:latin typeface="Arial"/>
                <ns10:ea typeface="Arial"/>
                <ns10:cs typeface="Arial"/>
              </ns10:defRPr>
            </ns10:pPr>
            <ns10:r>
              <ns10:rPr sz="2025" b="0">
                <ns10:solidFill>
                  <ns10:srgbClr val="17384A"/>
                </ns10:solidFill>
                <ns10:latin typeface="Arial"/>
                <ns10:ea typeface="Arial"/>
                <ns10:cs typeface="Arial"/>
              </ns10:rPr>
              <ns10:t>Lundy: Space, Voice, Audience, Influence.</ns10:t>
            </ns10:r>
          </ns10:p>
        </p:txBody>
      </p:sp>
    </p:spTree>
    <p:extLst>
      <p:ext uri="{BB962C8B-B14F-4D97-AF65-F5344CB8AC3E}">
        <p14:creationId xmlns:p14="http://schemas.microsoft.com/office/powerpoint/2010/main" val="1752919071"/>
      </p:ext>
    </p:extLst>
  </p:cSld>
</p:sld>
</file>

<file path=ppt/theme/theme1.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[SYS]</ap:Application>
  <ap:PresentationFormat/>
  <ap:Slides>12</ap:Slides>
  <ap:Notes>12</ap:Notes>
  <ap:HiddenSlides>1</ap:HiddenSlides>
  <ap:SharedDoc>false</ap:SharedDoc>
  <ap:DocSecurity>0</ap:DocSecurity>
</ap:Properties>
</file>

<file path=docProps/core.xml><?xml version="1.0" encoding="utf-8"?>
<cp:coreProperties xmlns:cp="http://schemas.openxmlformats.org/package/2006/metadata/core-properties" xmlns:dc="http://purl.org/dc/elements/1.1/" xmlns:dcterms="http://purl.org/dc/terms/" xmlns:xsi="http://www.w3.org/2001/XMLSchema-instance">
  <dc:creator>Lesson resource</dc:creator>
  <dc:title>Ask for help and keep trying</dc:title>
  <dc:subject>PSHE-GROW-A2-W04</dc:subject>
  <cp:lastModifiedBy/>
  <dc:description>PSHE Autumn 2 Week 4</dc:description>
  <cp:keywords/>
</cp:coreProperties>
</file>