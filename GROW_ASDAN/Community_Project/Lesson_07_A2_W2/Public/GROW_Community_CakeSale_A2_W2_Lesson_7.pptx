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9006ca312444f5" /><Relationship Type="http://schemas.openxmlformats.org/officeDocument/2006/relationships/extended-properties" Target="/docProps/app.xml" Id="R1eb999acfe964ed8" /><Relationship Type="http://schemas.openxmlformats.org/officeDocument/2006/relationships/officeDocument" Target="/ppt/presentation.xml" Id="R3f0470134d214f00" /></Relationships>
</file>

<file path=ppt/presentation.xml><?xml version="1.0" encoding="utf-8"?>
<p:presentation xmlns:p="http://schemas.openxmlformats.org/presentationml/2006/main">
  <p:sldMasterIdLst>
    <p:sldMasterId xmlns:r="http://schemas.openxmlformats.org/officeDocument/2006/relationships" id="2147483648" r:id="Rb174514284354b1d"/>
  </p:sldMasterIdLst>
  <p:notesMasterIdLst>
    <p:notesMasterId xmlns:r="http://schemas.openxmlformats.org/officeDocument/2006/relationships" r:id="R7c62ec309cb34a06"/>
  </p:notesMasterIdLst>
  <p:sldIdLst>
    <p:sldId xmlns:r="http://schemas.openxmlformats.org/officeDocument/2006/relationships" id="256" r:id="R59dfddcd01ec433f"/>
    <p:sldId xmlns:r="http://schemas.openxmlformats.org/officeDocument/2006/relationships" id="257" r:id="Rba013d144a6b4b33"/>
    <p:sldId xmlns:r="http://schemas.openxmlformats.org/officeDocument/2006/relationships" id="258" r:id="R508f6b5c701b4d6b"/>
    <p:sldId xmlns:r="http://schemas.openxmlformats.org/officeDocument/2006/relationships" id="259" r:id="Re114716b5b4741e9"/>
    <p:sldId xmlns:r="http://schemas.openxmlformats.org/officeDocument/2006/relationships" id="260" r:id="R130a29cae96d4f2a"/>
    <p:sldId xmlns:r="http://schemas.openxmlformats.org/officeDocument/2006/relationships" id="261" r:id="Ra441c7d81a1949e6"/>
    <p:sldId xmlns:r="http://schemas.openxmlformats.org/officeDocument/2006/relationships" id="262" r:id="R971bfd2afd1b49d8"/>
    <p:sldId xmlns:r="http://schemas.openxmlformats.org/officeDocument/2006/relationships" id="263" r:id="Rdfdfc30f35904273"/>
    <p:sldId xmlns:r="http://schemas.openxmlformats.org/officeDocument/2006/relationships" id="264" r:id="R6b90eba2cae0409b"/>
    <p:sldId xmlns:r="http://schemas.openxmlformats.org/officeDocument/2006/relationships" id="265" r:id="R2cc14c0fa5cd45bb"/>
    <p:sldId xmlns:r="http://schemas.openxmlformats.org/officeDocument/2006/relationships" id="266" r:id="R150f7cac04bf419a"/>
    <p:sldId xmlns:r="http://schemas.openxmlformats.org/officeDocument/2006/relationships" id="267" r:id="R8e944c54d7cc43e6"/>
    <p:sldId xmlns:ns0="http://schemas.openxmlformats.org/officeDocument/2006/relationships" id="268" ns0:id="rIdE13"/>
    <p:sldId xmlns:ns1="http://schemas.openxmlformats.org/officeDocument/2006/relationships" id="269" ns1:id="rIdE14"/>
    <p:sldId xmlns:ns2="http://schemas.openxmlformats.org/officeDocument/2006/relationships" id="270" ns2:id="rIdE15"/>
    <p:sldId xmlns:ns3="http://schemas.openxmlformats.org/officeDocument/2006/relationships" id="271" ns3:id="rIdE16"/>
    <p:sldId xmlns:ns4="http://schemas.openxmlformats.org/officeDocument/2006/relationships" id="272" ns4:id="rIdE17"/>
    <p:sldId xmlns:ns5="http://schemas.openxmlformats.org/officeDocument/2006/relationships" id="273" ns5:id="rIdE18"/>
    <p:sldId xmlns:ns6="http://schemas.openxmlformats.org/officeDocument/2006/relationships" id="274" ns6:id="rIdE19"/>
    <p:sldId xmlns:ns7="http://schemas.openxmlformats.org/officeDocument/2006/relationships" id="275" ns7:id="rIdE20"/>
    <p:sldId xmlns:ns8="http://schemas.openxmlformats.org/officeDocument/2006/relationships" id="276" ns8:id="rIdE21"/>
    <p:sldId xmlns:ns9="http://schemas.openxmlformats.org/officeDocument/2006/relationships" id="277" ns9:id="rIdE22"/>
    <p:sldId xmlns:ns10="http://schemas.openxmlformats.org/officeDocument/2006/relationships" id="278" ns10:id="rIdE23"/>
    <p:sldId xmlns:ns11="http://schemas.openxmlformats.org/officeDocument/2006/relationships" id="279" ns11:id="rIdE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fc35ec562a224cdd"/><Relationship Type="http://schemas.openxmlformats.org/officeDocument/2006/relationships/slideMaster" Target="/ppt/slideMasters/slideMaster1.xml" Id="Rb174514284354b1d"/><Relationship Type="http://schemas.openxmlformats.org/officeDocument/2006/relationships/notesMaster" Target="/ppt/notesMasters/notesMaster1.xml" Id="R7c62ec309cb34a06"/><Relationship Type="http://schemas.openxmlformats.org/officeDocument/2006/relationships/presProps" Target="/ppt/presProps.xml" Id="R5eb185aba5814e72"/><Relationship Type="http://schemas.openxmlformats.org/officeDocument/2006/relationships/tableStyles" Target="/ppt/tableStyles.xml" Id="R970e4f0cf04f4501"/><Relationship Type="http://schemas.openxmlformats.org/officeDocument/2006/relationships/slide" Target="/ppt/slides/slide1.xml" Id="R59dfddcd01ec433f"/><Relationship Type="http://schemas.openxmlformats.org/officeDocument/2006/relationships/slide" Target="/ppt/slides/slide2.xml" Id="Rba013d144a6b4b33"/><Relationship Type="http://schemas.openxmlformats.org/officeDocument/2006/relationships/slide" Target="/ppt/slides/slide3.xml" Id="R508f6b5c701b4d6b"/><Relationship Type="http://schemas.openxmlformats.org/officeDocument/2006/relationships/slide" Target="/ppt/slides/slide4.xml" Id="Re114716b5b4741e9"/><Relationship Type="http://schemas.openxmlformats.org/officeDocument/2006/relationships/slide" Target="/ppt/slides/slide5.xml" Id="R130a29cae96d4f2a"/><Relationship Type="http://schemas.openxmlformats.org/officeDocument/2006/relationships/slide" Target="/ppt/slides/slide6.xml" Id="Ra441c7d81a1949e6"/><Relationship Type="http://schemas.openxmlformats.org/officeDocument/2006/relationships/slide" Target="/ppt/slides/slide7.xml" Id="R971bfd2afd1b49d8"/><Relationship Type="http://schemas.openxmlformats.org/officeDocument/2006/relationships/slide" Target="/ppt/slides/slide8.xml" Id="Rdfdfc30f35904273"/><Relationship Type="http://schemas.openxmlformats.org/officeDocument/2006/relationships/slide" Target="/ppt/slides/slide9.xml" Id="R6b90eba2cae0409b"/><Relationship Type="http://schemas.openxmlformats.org/officeDocument/2006/relationships/slide" Target="/ppt/slides/slide10.xml" Id="R2cc14c0fa5cd45bb"/><Relationship Type="http://schemas.openxmlformats.org/officeDocument/2006/relationships/slide" Target="/ppt/slides/slide11.xml" Id="R150f7cac04bf419a"/><Relationship Type="http://schemas.openxmlformats.org/officeDocument/2006/relationships/slide" Target="/ppt/slides/slide12.xml" Id="R8e944c54d7cc43e6"/><Relationship Id="rIdE13" Type="http://schemas.openxmlformats.org/officeDocument/2006/relationships/slide" Target="slides/slide13.xml"/><Relationship Id="rIdE14" Type="http://schemas.openxmlformats.org/officeDocument/2006/relationships/slide" Target="slides/slide14.xml"/><Relationship Id="rIdE15" Type="http://schemas.openxmlformats.org/officeDocument/2006/relationships/slide" Target="slides/slide15.xml"/><Relationship Id="rIdE16" Type="http://schemas.openxmlformats.org/officeDocument/2006/relationships/slide" Target="slides/slide16.xml"/><Relationship Id="rIdE17" Type="http://schemas.openxmlformats.org/officeDocument/2006/relationships/slide" Target="slides/slide17.xml"/><Relationship Id="rIdE18" Type="http://schemas.openxmlformats.org/officeDocument/2006/relationships/slide" Target="slides/slide18.xml"/><Relationship Id="rIdE19" Type="http://schemas.openxmlformats.org/officeDocument/2006/relationships/slide" Target="slides/slide19.xml"/><Relationship Id="rIdE20" Type="http://schemas.openxmlformats.org/officeDocument/2006/relationships/slide" Target="slides/slide20.xml"/><Relationship Id="rIdE21" Type="http://schemas.openxmlformats.org/officeDocument/2006/relationships/slide" Target="slides/slide21.xml"/><Relationship Id="rIdE22" Type="http://schemas.openxmlformats.org/officeDocument/2006/relationships/slide" Target="slides/slide22.xml"/><Relationship Id="rIdE23" Type="http://schemas.openxmlformats.org/officeDocument/2006/relationships/slide" Target="slides/slide23.xml"/><Relationship Id="rIdE24" Type="http://schemas.openxmlformats.org/officeDocument/2006/relationships/slide" Target="slides/slide24.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506b15cc7a42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497a5c25aa4fbb" /><Relationship Type="http://schemas.openxmlformats.org/officeDocument/2006/relationships/notesMaster" Target="/ppt/notesMasters/notesMaster1.xml" Id="R33fe62e1afc340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2524afe67d4a39" /><Relationship Type="http://schemas.openxmlformats.org/officeDocument/2006/relationships/notesMaster" Target="/ppt/notesMasters/notesMaster1.xml" Id="Re67e53590fd845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dbee735762482d" /><Relationship Type="http://schemas.openxmlformats.org/officeDocument/2006/relationships/notesMaster" Target="/ppt/notesMasters/notesMaster1.xml" Id="Ra5d68dbf448845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f9cd920f9a4cd7" /><Relationship Type="http://schemas.openxmlformats.org/officeDocument/2006/relationships/notesMaster" Target="/ppt/notesMasters/notesMaster1.xml" Id="R93fb29765da54b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328ded812e4974" /><Relationship Type="http://schemas.openxmlformats.org/officeDocument/2006/relationships/notesMaster" Target="/ppt/notesMasters/notesMaster1.xml" Id="Rf21f86707c7a43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473f110c4241af" /><Relationship Type="http://schemas.openxmlformats.org/officeDocument/2006/relationships/notesMaster" Target="/ppt/notesMasters/notesMaster1.xml" Id="R9b8a678f979c46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279cfbc00d4e6d" /><Relationship Type="http://schemas.openxmlformats.org/officeDocument/2006/relationships/notesMaster" Target="/ppt/notesMasters/notesMaster1.xml" Id="R7c8fc40dfba94e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173dcaf1a94212" /><Relationship Type="http://schemas.openxmlformats.org/officeDocument/2006/relationships/notesMaster" Target="/ppt/notesMasters/notesMaster1.xml" Id="R7445e456b2a342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d87f5e2c494b28" /><Relationship Type="http://schemas.openxmlformats.org/officeDocument/2006/relationships/notesMaster" Target="/ppt/notesMasters/notesMaster1.xml" Id="R450fef0c6a1e4c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e68b02fbd84683" /><Relationship Type="http://schemas.openxmlformats.org/officeDocument/2006/relationships/notesMaster" Target="/ppt/notesMasters/notesMaster1.xml" Id="R1749f8fee40a4d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9248fb13024a60" /><Relationship Type="http://schemas.openxmlformats.org/officeDocument/2006/relationships/notesMaster" Target="/ppt/notesMasters/notesMaster1.xml" Id="R8a7481fe775946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a2670a3ccd4050" /><Relationship Type="http://schemas.openxmlformats.org/officeDocument/2006/relationships/notesMaster" Target="/ppt/notesMasters/notesMaster1.xml" Id="Rbc3646b9ea394828" /></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c0497a5c25aa4fbb"/><Relationship Type="http://schemas.openxmlformats.org/officeDocument/2006/relationships/notesMaster" Target="/ppt/notesMasters/notesMaster1.xml" Id="R33fe62e1afc340a0"/></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42524afe67d4a39"/><Relationship Type="http://schemas.openxmlformats.org/officeDocument/2006/relationships/notesMaster" Target="/ppt/notesMasters/notesMaster1.xml" Id="Re67e53590fd84573"/></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71dbee735762482d"/><Relationship Type="http://schemas.openxmlformats.org/officeDocument/2006/relationships/notesMaster" Target="/ppt/notesMasters/notesMaster1.xml" Id="Ra5d68dbf448845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84f9cd920f9a4cd7"/><Relationship Type="http://schemas.openxmlformats.org/officeDocument/2006/relationships/notesMaster" Target="/ppt/notesMasters/notesMaster1.xml" Id="R93fb29765da54bcd"/></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4e328ded812e4974"/><Relationship Type="http://schemas.openxmlformats.org/officeDocument/2006/relationships/notesMaster" Target="/ppt/notesMasters/notesMaster1.xml" Id="Rf21f86707c7a432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27473f110c4241af"/><Relationship Type="http://schemas.openxmlformats.org/officeDocument/2006/relationships/notesMaster" Target="/ppt/notesMasters/notesMaster1.xml" Id="R9b8a678f979c4687"/></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d8279cfbc00d4e6d"/><Relationship Type="http://schemas.openxmlformats.org/officeDocument/2006/relationships/notesMaster" Target="/ppt/notesMasters/notesMaster1.xml" Id="R7c8fc40dfba94efd"/></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45173dcaf1a94212"/><Relationship Type="http://schemas.openxmlformats.org/officeDocument/2006/relationships/notesMaster" Target="/ppt/notesMasters/notesMaster1.xml" Id="R7445e456b2a34251"/></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a9d87f5e2c494b28"/><Relationship Type="http://schemas.openxmlformats.org/officeDocument/2006/relationships/notesMaster" Target="/ppt/notesMasters/notesMaster1.xml" Id="R450fef0c6a1e4c6c"/></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65e68b02fbd84683"/><Relationship Type="http://schemas.openxmlformats.org/officeDocument/2006/relationships/notesMaster" Target="/ppt/notesMasters/notesMaster1.xml" Id="R1749f8fee40a4d08"/></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2a9248fb13024a60"/><Relationship Type="http://schemas.openxmlformats.org/officeDocument/2006/relationships/notesMaster" Target="/ppt/notesMasters/notesMaster1.xml" Id="R8a7481fe77594633"/></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eda2670a3ccd4050"/><Relationship Type="http://schemas.openxmlformats.org/officeDocument/2006/relationships/notesMaster" Target="/ppt/notesMasters/notesMaster1.xml" Id="Rbc3646b9ea394828"/></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Title + big question</ns1:t>
            </ns1:r>
          </ns1:p>
          <ns2:p xmlns:ns2="http://schemas.openxmlformats.org/drawingml/2006/main">
            <ns2:r>
              <ns2:t>Timing: 0 minutes</ns2:t>
            </ns2:r>
          </ns2:p>
          <ns3:p xmlns:ns3="http://schemas.openxmlformats.org/drawingml/2006/main">
            <ns3:r>
              <ns3:t>TA brief: L7a opens the two-period Lesson 7. Use the actual checked product and method from Lesson 6. Fill in the bench job and timer on the shared sequence before learners arrive. Choose a short batch that can finish and be stored safely in this period, or decorate and pack ready-cooled products. Do not invent an agreed menu, recipe or trial result.</ns3:t>
            </ns3:r>
          </ns3:p>
          <ns4:p xmlns:ns4="http://schemas.openxmlformats.org/drawingml/2006/main">
            <ns4:r>
              <ns4:t>Cold Call: What do you do when the food label is not clear?</ns4:t>
            </ns4:r>
          </ns4:p>
          <ns5:p xmlns:ns5="http://schemas.openxmlformats.org/drawingml/2006/main">
            <ns5:r>
              <ns5:t>Expected answer: Stop and ask the supervising adult. Keep the item out of use until checked.</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Arrival &amp; regulation check</ns1:t>
            </ns1:r>
          </ns1:p>
          <ns2:p xmlns:ns2="http://schemas.openxmlformats.org/drawingml/2006/main">
            <ns2:r>
              <ns2:t>Timing: 2 minutes</ns2:t>
            </ns2:r>
          </ns2:p>
          <ns3:p xmlns:ns3="http://schemas.openxmlformats.org/drawingml/2006/main">
            <ns3:r>
              <ns3:t>TA brief: Take a private colour check and choose one attainable first step. Offer a seated pack/check role, quiet space and movement pause within bench time. No learner device use is needed.</ns3:t>
            </ns3:r>
          </ns3:p>
          <ns4:p xmlns:ns4="http://schemas.openxmlformats.org/drawingml/2006/main">
            <ns4:r>
              <ns4:t>Cold Call: What is your next safe step at the bench?</ns4:t>
            </ns4:r>
          </ns4:p>
          <ns5:p xmlns:ns5="http://schemas.openxmlformats.org/drawingml/2006/main">
            <ns5:r>
              <ns5:t>Expected answer: The next step in the checked sequence for the learner’s own job.</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Retrieval</ns1:t>
            </ns1:r>
          </ns1:p>
          <ns2:p xmlns:ns2="http://schemas.openxmlformats.org/drawingml/2006/main">
            <ns2:r>
              <ns2:t>Timing: 3 minutes</ns2:t>
            </ns2:r>
          </ns2:p>
          <ns3:p xmlns:ns3="http://schemas.openxmlformats.org/drawingml/2006/main">
            <ns3:r>
              <ns3:t>TA brief: Use actual L6 menu and role records. Revisit a genuine trial improvement. Pre-teach batch, label, step and allergen using the picture mat. If absent previously, offer a real job today and record today’s work only.</ns3:t>
            </ns3:r>
          </ns3:p>
          <ns4:p xmlns:ns4="http://schemas.openxmlformats.org/drawingml/2006/main">
            <ns4:r>
              <ns4:t>Cold Call: What did you change after the adult’s check?</ns4:t>
            </ns4:r>
          </ns4:p>
          <ns5:p xmlns:ns5="http://schemas.openxmlformats.org/drawingml/2006/main">
            <ns5:r>
              <ns5:t>Expected answer: A genuine change to the method, pack or label, or an explained check that remains due.</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Today: objective + "I can" statements with evidence links</ns1:t>
            </ns1:r>
          </ns1:p>
          <ns2:p xmlns:ns2="http://schemas.openxmlformats.org/drawingml/2006/main">
            <ns2:r>
              <ns2:t>Timing: 1 minutes</ns2:t>
            </ns2:r>
          </ns2:p>
          <ns3:p xmlns:ns3="http://schemas.openxmlformats.org/drawingml/2006/main">
            <ns3:r>
              <ns3:t>TA brief: Explain L7-E1 in plain words. The SoW learning link is Project learning link: [QUAL]; [AWARD] unit awards: [QUAL]; [QUAL].. Record performance, support and a next step. The project teacher does not certify an award from this lesson.</ns3:t>
            </ns3:r>
          </ns3:p>
          <ns4:p xmlns:ns4="http://schemas.openxmlformats.org/drawingml/2006/main">
            <ns4:r>
              <ns4:t>Cold Call: What do you do when the food label is not clear?</ns4:t>
            </ns4:r>
          </ns4:p>
          <ns5:p xmlns:ns5="http://schemas.openxmlformats.org/drawingml/2006/main">
            <ns5:r>
              <ns5:t>Expected answer: Stop and ask the supervising adult. Keep the item out of use until checked.</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I DO</ns1:t>
            </ns1:r>
          </ns1:p>
          <ns2:p xmlns:ns2="http://schemas.openxmlformats.org/drawingml/2006/main">
            <ns2:r>
              <ns2:t>Timing: 4 minutes</ns2:t>
            </ns2:r>
          </ns2:p>
          <ns3:p xmlns:ns3="http://schemas.openxmlformats.org/drawingml/2006/main">
            <ns3:r>
              <ns3:t>TA brief: Demonstrate the selected job at the bench, using the actual packs, recipe, utensils and sequence. The adult controls heat and sharps under local procedures. Show clean hands and tools, a short timer, and the stop-and-ask routine. This model is not a learner observation.</ns3:t>
            </ns3:r>
          </ns3:p>
          <ns4:p xmlns:ns4="http://schemas.openxmlformats.org/drawingml/2006/main">
            <ns4:r>
              <ns4:t>Cold Call: What is your next safe step at the bench?</ns4:t>
            </ns4:r>
          </ns4:p>
          <ns5:p xmlns:ns5="http://schemas.openxmlformats.org/drawingml/2006/main">
            <ns5:r>
              <ns5:t>Expected answer: The next step in the checked sequence for the learner’s own job.</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WE DO</ns1:t>
            </ns1:r>
          </ns1:p>
          <ns2:p xmlns:ns2="http://schemas.openxmlformats.org/drawingml/2006/main">
            <ns2:r>
              <ns2:t>Timing: 4 minutes</ns2:t>
            </ns2:r>
          </ns2:p>
          <ns3:p xmlns:ns3="http://schemas.openxmlformats.org/drawingml/2006/main">
            <ns3:r>
              <ns3:t>TA brief: Read the real ingredient packs together, including toppings and any compound ingredients. Complete the real label master with the adult, rather than ticking guessed allergens. Hinge answer B: a new ingredient can change the label. A assumes the old label still matches; C guesses. Re-model the pack-to-label check if anyone chooses A or C. Do not let pupils decide whether a food is safe for an allergic person.</ns3:t>
            </ns3:r>
          </ns3:p>
          <ns4:p xmlns:ns4="http://schemas.openxmlformats.org/drawingml/2006/main">
            <ns4:r>
              <ns4:t>Cold Call: What did you change after the adult’s check?</ns4:t>
            </ns4:r>
          </ns4:p>
          <ns5:p xmlns:ns5="http://schemas.openxmlformats.org/drawingml/2006/main">
            <ns5:r>
              <ns5:t>Expected answer: A genuine change to the method, pack or label, or an explained check that remains due.</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YOU DO — in your book</ns1:t>
            </ns1:r>
          </ns1:p>
          <ns2:p xmlns:ns2="http://schemas.openxmlformats.org/drawingml/2006/main">
            <ns2:r>
              <ns2:t>Timing: 3 minutes</ns2:t>
            </ns2:r>
          </ns2:p>
          <ns3:p xmlns:ns3="http://schemas.openxmlformats.org/drawingml/2006/main">
            <ns3:r>
              <ns3:t>TA brief: Book-first preparation is short: write, draw, point or dictate a job and two safe steps. Then move to the prepared bench. Scribe only the learner’s own choices. Read and rephrase without supplying the assessed response.</ns3:t>
            </ns3:r>
          </ns3:p>
          <ns4:p xmlns:ns4="http://schemas.openxmlformats.org/drawingml/2006/main">
            <ns4:r>
              <ns4:t>Cold Call: What do you do when the food label is not clear?</ns4:t>
            </ns4:r>
          </ns4:p>
          <ns5:p xmlns:ns5="http://schemas.openxmlformats.org/drawingml/2006/main">
            <ns5:r>
              <ns5:t>Expected answer: Stop and ask the supervising adult. Keep the item out of use until checked.</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YOU DO — evidence capture</ns1:t>
            </ns1:r>
          </ns1:p>
          <ns2:p xmlns:ns2="http://schemas.openxmlformats.org/drawingml/2006/main">
            <ns2:r>
              <ns2:t>Timing: 18 minutes</ns2:t>
            </ns2:r>
          </ns2:p>
          <ns3:p xmlns:ns3="http://schemas.openxmlformats.org/drawingml/2006/main">
            <ns3:r>
              <ns3:t>TA brief: Allow about fifteen minutes of hands-on work and three minutes to capture a brief personal record. Observe the learner’s actual practical skill and prompts used on L7-E1. Include a movement pause at a safe stopping point. Check and retain a sample pack/label or a permitted dated photo with learner ID. An adult may complete safety checks, but that is not independent pupil performance. Use the evidence app for permitted capture.</ns3:t>
            </ns3:r>
          </ns3:p>
          <ns4:p xmlns:ns4="http://schemas.openxmlformats.org/drawingml/2006/main">
            <ns4:r>
              <ns4:t>Cold Call: What is your next safe step at the bench?</ns4:t>
            </ns4:r>
          </ns4:p>
          <ns5:p xmlns:ns5="http://schemas.openxmlformats.org/drawingml/2006/main">
            <ns5:r>
              <ns5:t>Expected answer: The next step in the checked sequence for the learner’s own job.</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Evidence check before hand-in</ns1:t>
            </ns1:r>
          </ns1:p>
          <ns2:p xmlns:ns2="http://schemas.openxmlformats.org/drawingml/2006/main">
            <ns2:r>
              <ns2:t>Timing: 3 minutes</ns2:t>
            </ns2:r>
          </ns2:p>
          <ns3:p xmlns:ns3="http://schemas.openxmlformats.org/drawingml/2006/main">
            <ns3:r>
              <ns3:t>TA brief: Check page one of the individual L7-E1 form, the actual observed job and the named label/pack reference. Record not seen where needed, rather than crediting a copied example. Confirm safe clearing, storage or disposal before the group leaves.</ns3:t>
            </ns3:r>
          </ns3:p>
          <ns4:p xmlns:ns4="http://schemas.openxmlformats.org/drawingml/2006/main">
            <ns4:r>
              <ns4:t>Cold Call: What did you change after the adult’s check?</ns4:t>
            </ns4:r>
          </ns4:p>
          <ns5:p xmlns:ns5="http://schemas.openxmlformats.org/drawingml/2006/main">
            <ns5:r>
              <ns5:t>Expected answer: A genuine change to the method, pack or label, or an explained check that remains due.</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Exit ticket</ns1:t>
            </ns1:r>
          </ns1:p>
          <ns2:p xmlns:ns2="http://schemas.openxmlformats.org/drawingml/2006/main">
            <ns2:r>
              <ns2:t>Timing: 2 minutes</ns2:t>
            </ns2:r>
          </ns2:p>
          <ns3:p xmlns:ns3="http://schemas.openxmlformats.org/drawingml/2006/main">
            <ns3:r>
              <ns3:t>TA brief: Take a brief spoken, pointed or written exit. Note a personal safe step and the next rehearsal need. Tell learners that L7b is a mock stall, with practice money and no real payments.</ns3:t>
            </ns3:r>
          </ns3:p>
          <ns4:p xmlns:ns4="http://schemas.openxmlformats.org/drawingml/2006/main">
            <ns4:r>
              <ns4:t>Cold Call: What do you do when the food label is not clear?</ns4:t>
            </ns4:r>
          </ns4:p>
          <ns5:p xmlns:ns5="http://schemas.openxmlformats.org/drawingml/2006/main">
            <ns5:r>
              <ns5:t>Expected answer: Stop and ask the supervising adult. Keep the item out of use until checked.</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Key vocabulary mat (EAL)</ns1:t>
            </ns1:r>
          </ns1:p>
          <ns2:p xmlns:ns2="http://schemas.openxmlformats.org/drawingml/2006/main">
            <ns2:r>
              <ns2:t>Timing: 0 minutes</ns2:t>
            </ns2:r>
          </ns2:p>
          <ns3:p xmlns:ns3="http://schemas.openxmlformats.org/drawingml/2006/main">
            <ns3:r>
              <ns3:t>TA brief: Use the vocabulary mat at the bench and in retrieval. Read technical words aloud and link them to the real object. Do not require pupils to decode a food-safety list unaided.</ns3:t>
            </ns3:r>
          </ns3:p>
          <ns4:p xmlns:ns4="http://schemas.openxmlformats.org/drawingml/2006/main">
            <ns4:r>
              <ns4:t>Cold Call: What is your next safe step at the bench?</ns4:t>
            </ns4:r>
          </ns4:p>
          <ns5:p xmlns:ns5="http://schemas.openxmlformats.org/drawingml/2006/main">
            <ns5:r>
              <ns5:t>Expected answer: The next step in the checked sequence for the learner’s own job.</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L7a · Thursday 12 November 2026 · P5 12:50–13:30</ns0:t>
            </ns0:r>
          </ns0:p>
          <ns1:p xmlns:ns1="http://schemas.openxmlformats.org/drawingml/2006/main">
            <ns1:r>
              <ns1:t>Stage: TA / staff brief</ns1:t>
            </ns1:r>
          </ns1:p>
          <ns2:p xmlns:ns2="http://schemas.openxmlformats.org/drawingml/2006/main">
            <ns2:r>
              <ns2:t>Timing: 0 minutes</ns2:t>
            </ns2:r>
          </ns2:p>
          <ns3:p xmlns:ns3="http://schemas.openxmlformats.org/drawingml/2006/main">
            <ns3:r>
              <ns3:t>TA brief: Hidden staff reference. Use the three Cold Call questions and answers for L7a. Record individual work and the actual support used. Safety checks remain with the adult. Lundy moments and the offer to the Communication portfolio are in the planner.</ns3:t>
            </ns3:r>
          </ns3:p>
          <ns4:p xmlns:ns4="http://schemas.openxmlformats.org/drawingml/2006/main">
            <ns4:r>
              <ns4:t>Cold Call: What did you change after the adult’s check?</ns4:t>
            </ns4:r>
          </ns4:p>
          <ns5:p xmlns:ns5="http://schemas.openxmlformats.org/drawingml/2006/main">
            <ns5:r>
              <ns5:t>Expected answer: A genuine change to the method, pack or label, or an explained check that remains due.</ns5:t>
            </ns5:r>
          </ns5:p>
          <ns6:p xmlns:ns6="http://schemas.openxmlformats.org/drawingml/2006/main">
            <ns6:r>
              <ns6:t>Sentence frames: My job is __. I did __. I checked __. Next I need __.</ns6:t>
            </ns6:r>
          </ns6:p>
          <ns7:p xmlns:ns7="http://schemas.openxmlformats.org/drawingml/2006/main">
            <ns7:r>
              <ns7:t>Lundy: Space: Private check-in, an individual bench space, a seated role or a short movement pause. Voice: The learner chooses a suitable job and says which prompt helps. Audience: The project teacher hears the learner and checks food safety. Influence: Record the learner’s chosen job and a change to the prompt, sequence or pack. Adult safety controls remain in place.</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Title + big question</ns1:t>
            </ns1:r>
          </ns1:p>
          <ns2:p xmlns:ns2="http://schemas.openxmlformats.org/drawingml/2006/main">
            <ns2:r>
              <ns2:t>Timing: 0 minutes</ns2:t>
            </ns2:r>
          </ns2:p>
          <ns3:p xmlns:ns3="http://schemas.openxmlformats.org/drawingml/2006/main">
            <ns3:r>
              <ns3:t>TA brief: L7b continues the same Lesson 7 and the same L7-E1 form. Use clean props or checked food without eating at the mock stall. Practice money and cashless cards are simulations. No real payment, account, device or bank details are required.</ns3:t>
            </ns3:r>
          </ns3:p>
          <ns4:p xmlns:ns4="http://schemas.openxmlformats.org/drawingml/2006/main">
            <ns4:r>
              <ns4:t>Cold Call: One cake costs £1. The customer gives £2. What change is due?</ns4:t>
            </ns4:r>
          </ns4:p>
          <ns5:p xmlns:ns5="http://schemas.openxmlformats.org/drawingml/2006/main">
            <ns5:r>
              <ns5:t>Expected answer: £1. Count it back and check the sum.</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Arrival &amp; regulation check</ns1:t>
            </ns1:r>
          </ns1:p>
          <ns2:p xmlns:ns2="http://schemas.openxmlformats.org/drawingml/2006/main">
            <ns2:r>
              <ns2:t>Timing: 2 minutes</ns2:t>
            </ns2:r>
          </ns2:p>
          <ns3:p xmlns:ns3="http://schemas.openxmlformats.org/drawingml/2006/main">
            <ns3:r>
              <ns3:t>TA brief: Take a private colour check. Offer a quiet rehearsal with a trusted adult and a stock/tally role. Each learner still gives a supported response or records an order. Plan a short pause between rehearsals.</ns3:t>
            </ns3:r>
          </ns3:p>
          <ns4:p xmlns:ns4="http://schemas.openxmlformats.org/drawingml/2006/main">
            <ns4:r>
              <ns4:t>Cold Call: What do you say if a customer asks about an allergy?</ns4:t>
            </ns4:r>
          </ns4:p>
          <ns5:p xmlns:ns5="http://schemas.openxmlformats.org/drawingml/2006/main">
            <ns5:r>
              <ns5:t>Expected answer: I will ask the adult to check. Do not guess or promise food is safe.</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Retrieval</ns1:t>
            </ns1:r>
          </ns1:p>
          <ns2:p xmlns:ns2="http://schemas.openxmlformats.org/drawingml/2006/main">
            <ns2:r>
              <ns2:t>Timing: 3 minutes</ns2:t>
            </ns2:r>
          </ns2:p>
          <ns3:p xmlns:ns3="http://schemas.openxmlformats.org/drawingml/2006/main">
            <ns3:r>
              <ns3:t>TA brief: Use the actual L7a observation and checked label as prompts. Pre-teach price, float, change, tally and cashless with the picture mat and practice coins. Expected label response: stop and ask the adult.</ns3:t>
            </ns3:r>
          </ns3:p>
          <ns4:p xmlns:ns4="http://schemas.openxmlformats.org/drawingml/2006/main">
            <ns4:r>
              <ns4:t>Cold Call: What do your tally marks count?</ns4:t>
            </ns4:r>
          </ns4:p>
          <ns5:p xmlns:ns5="http://schemas.openxmlformats.org/drawingml/2006/main">
            <ns5:r>
              <ns5:t>Expected answer: Items in this practice sale. Record quantity and payment method. A tally alone does not show a real payment.</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Today: objective + "I can" statements with evidence links</ns1:t>
            </ns1:r>
          </ns1:p>
          <ns2:p xmlns:ns2="http://schemas.openxmlformats.org/drawingml/2006/main">
            <ns2:r>
              <ns2:t>Timing: 1 minutes</ns2:t>
            </ns2:r>
          </ns2:p>
          <ns3:p xmlns:ns3="http://schemas.openxmlformats.org/drawingml/2006/main">
            <ns3:r>
              <ns3:t>TA brief: Link the mock stall to hospitality, retail, functional maths and communication in the SoW. The lesson evidence links to Project learning link: [QUAL]; [AWARD] unit awards: [QUAL]; [QUAL].. Use the same L7-E1 form for both sessions. An observation is evidence of this practice, not proof of award completion.</ns3:t>
            </ns3:r>
          </ns3:p>
          <ns4:p xmlns:ns4="http://schemas.openxmlformats.org/drawingml/2006/main">
            <ns4:r>
              <ns4:t>Cold Call: One cake costs £1. The customer gives £2. What change is due?</ns4:t>
            </ns4:r>
          </ns4:p>
          <ns5:p xmlns:ns5="http://schemas.openxmlformats.org/drawingml/2006/main">
            <ns5:r>
              <ns5:t>Expected answer: £1. Count it back and check the sum.</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I DO</ns1:t>
            </ns1:r>
          </ns1:p>
          <ns2:p xmlns:ns2="http://schemas.openxmlformats.org/drawingml/2006/main">
            <ns2:r>
              <ns2:t>Timing: 4 minutes</ns2:t>
            </ns2:r>
          </ns2:p>
          <ns3:p xmlns:ns3="http://schemas.openxmlformats.org/drawingml/2006/main">
            <ns3:r>
              <ns3:t>TA brief: Model the seller script with a trusted adult as customer. Repeat the order before handling money. Use the agreed campaign fact if already checked; the printed fallback sentence is verified from the charity’s About page. Say “We support Zoe’s Place, our local hospice” when place is needed. Do not invent words from the visitor. Model a neutral referral for an allergy question.</ns3:t>
            </ns3:r>
          </ns3:p>
          <ns4:p xmlns:ns4="http://schemas.openxmlformats.org/drawingml/2006/main">
            <ns4:r>
              <ns4:t>Cold Call: What do you say if a customer asks about an allergy?</ns4:t>
            </ns4:r>
          </ns4:p>
          <ns5:p xmlns:ns5="http://schemas.openxmlformats.org/drawingml/2006/main">
            <ns5:r>
              <ns5:t>Expected answer: I will ask the adult to check. Do not guess or promise food is safe.</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Source: Zoe’s Place About us — https://www.zoes-place.org.uk/about/</ns12:t>
            </ns12:r>
          </ns12:p>
          <ns13:p xmlns:ns13="http://schemas.openxmlformats.org/drawingml/2006/main">
            <ns13:r>
              <ns13:t>Made by Matt · © Matt Roper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WE DO</ns1:t>
            </ns1:r>
          </ns1:p>
          <ns2:p xmlns:ns2="http://schemas.openxmlformats.org/drawingml/2006/main">
            <ns2:r>
              <ns2:t>Timing: 5 minutes</ns2:t>
            </ns2:r>
          </ns2:p>
          <ns3:p xmlns:ns3="http://schemas.openxmlformats.org/drawingml/2006/main">
            <ns3:r>
              <ns3:t>TA brief: Count the pre-counted £5 float together: two £1 coins, two 50p coins, five 20p coins and ten 10p coins. Hinge answer B £1. A gives back the whole payment; C treats the price as 50p. Re-model with coins or a calculator if needed. Receive the £2 practice coin, give £1 change and record one £1 sale; closing till £6 includes the £5 start float. Cashless alternative: record one approved practice order and its item tally, with no coins received and no claim of a real transaction.</ns3:t>
            </ns3:r>
          </ns3:p>
          <ns4:p xmlns:ns4="http://schemas.openxmlformats.org/drawingml/2006/main">
            <ns4:r>
              <ns4:t>Cold Call: What do your tally marks count?</ns4:t>
            </ns4:r>
          </ns4:p>
          <ns5:p xmlns:ns5="http://schemas.openxmlformats.org/drawingml/2006/main">
            <ns5:r>
              <ns5:t>Expected answer: Items in this practice sale. Record quantity and payment method. A tally alone does not show a real payment.</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YOU DO — in your book</ns1:t>
            </ns1:r>
          </ns1:p>
          <ns2:p xmlns:ns2="http://schemas.openxmlformats.org/drawingml/2006/main">
            <ns2:r>
              <ns2:t>Timing: 4 minutes</ns2:t>
            </ns2:r>
          </ns2:p>
          <ns3:p xmlns:ns3="http://schemas.openxmlformats.org/drawingml/2006/main">
            <ns3:r>
              <ns3:t>TA brief: Use the shared mock-stall cards and predictable phrases. Book work is practice before individual capture. Model prices are £1 for one cake and 50p for one small piece, unrelated to the real menu. Cashless/tally route still works out the order total. Record the support used.</ns3:t>
            </ns3:r>
          </ns3:p>
          <ns4:p xmlns:ns4="http://schemas.openxmlformats.org/drawingml/2006/main">
            <ns4:r>
              <ns4:t>Cold Call: One cake costs £1. The customer gives £2. What change is due?</ns4:t>
            </ns4:r>
          </ns4:p>
          <ns5:p xmlns:ns5="http://schemas.openxmlformats.org/drawingml/2006/main">
            <ns5:r>
              <ns5:t>Expected answer: £1. Count it back and check the sum.</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YOU DO — evidence capture</ns1:t>
            </ns1:r>
          </ns1:p>
          <ns2:p xmlns:ns2="http://schemas.openxmlformats.org/drawingml/2006/main">
            <ns2:r>
              <ns2:t>Timing: 16 minutes</ns2:t>
            </ns2:r>
          </ns2:p>
          <ns3:p xmlns:ns3="http://schemas.openxmlformats.org/drawingml/2006/main">
            <ns3:r>
              <ns3:t>TA brief: First rehearsal six minutes, feedback two, second rehearsal six, personal record two. Observe greeting, order check, money/tally, charity sentence and allergy referral on L7-E1. A tally learner records quantity, unit price, total and practice payment method; a tally alone is not payment verification. Note any task not seen. Adult support can read, rephrase, model first, scribe exact words or provide a quiet partner. Keep modelled answers separate from evidence. Capture in the evidence app only where permitted.</ns3:t>
            </ns3:r>
          </ns3:p>
          <ns4:p xmlns:ns4="http://schemas.openxmlformats.org/drawingml/2006/main">
            <ns4:r>
              <ns4:t>Cold Call: What do you say if a customer asks about an allergy?</ns4:t>
            </ns4:r>
          </ns4:p>
          <ns5:p xmlns:ns5="http://schemas.openxmlformats.org/drawingml/2006/main">
            <ns5:r>
              <ns5:t>Expected answer: I will ask the adult to check. Do not guess or promise food is safe.</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Source: Zoe’s Place About us — https://www.zoes-place.org.uk/about/</ns12:t>
            </ns12:r>
          </ns12:p>
          <ns13:p xmlns:ns13="http://schemas.openxmlformats.org/drawingml/2006/main">
            <ns13:r>
              <ns13:t>Made by Matt · © Matt Roper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Evidence check before hand-in</ns1:t>
            </ns1:r>
          </ns1:p>
          <ns2:p xmlns:ns2="http://schemas.openxmlformats.org/drawingml/2006/main">
            <ns2:r>
              <ns2:t>Timing: 3 minutes</ns2:t>
            </ns2:r>
          </ns2:p>
          <ns3:p xmlns:ns3="http://schemas.openxmlformats.org/drawingml/2006/main">
            <ns3:r>
              <ns3:t>TA brief: Check both pages of L7-E1 and its referenced label/pack/money evidence. Distinguish observation, learner response, prompted performance and not seen. Keep the practice float out of real money totals. The sale arrangement is Thursday 3 December 2026, 13:30–14:10; no real sale is recorded today.</ns3:t>
            </ns3:r>
          </ns3:p>
          <ns4:p xmlns:ns4="http://schemas.openxmlformats.org/drawingml/2006/main">
            <ns4:r>
              <ns4:t>Cold Call: What do your tally marks count?</ns4:t>
            </ns4:r>
          </ns4:p>
          <ns5:p xmlns:ns5="http://schemas.openxmlformats.org/drawingml/2006/main">
            <ns5:r>
              <ns5:t>Expected answer: Items in this practice sale. Record quantity and payment method. A tally alone does not show a real payment.</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Exit ticket</ns1:t>
            </ns1:r>
          </ns1:p>
          <ns2:p xmlns:ns2="http://schemas.openxmlformats.org/drawingml/2006/main">
            <ns2:r>
              <ns2:t>Timing: 2 minutes</ns2:t>
            </ns2:r>
          </ns2:p>
          <ns3:p xmlns:ns3="http://schemas.openxmlformats.org/drawingml/2006/main">
            <ns3:r>
              <ns3:t>TA brief: Take the exit privately if needed. Hear the learner’s requested support and record how the next rehearsal or sale role changes. Use the performance record to choose further practice, without inventing successful outcomes.</ns3:t>
            </ns3:r>
          </ns3:p>
          <ns4:p xmlns:ns4="http://schemas.openxmlformats.org/drawingml/2006/main">
            <ns4:r>
              <ns4:t>Cold Call: One cake costs £1. The customer gives £2. What change is due?</ns4:t>
            </ns4:r>
          </ns4:p>
          <ns5:p xmlns:ns5="http://schemas.openxmlformats.org/drawingml/2006/main">
            <ns5:r>
              <ns5:t>Expected answer: £1. Count it back and check the sum.</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Key vocabulary mat (EAL)</ns1:t>
            </ns1:r>
          </ns1:p>
          <ns2:p xmlns:ns2="http://schemas.openxmlformats.org/drawingml/2006/main">
            <ns2:r>
              <ns2:t>Timing: 0 minutes</ns2:t>
            </ns2:r>
          </ns2:p>
          <ns3:p xmlns:ns3="http://schemas.openxmlformats.org/drawingml/2006/main">
            <ns3:r>
              <ns3:t>TA brief: Pre-teach the retail words with objects, coins, marks and a short model. Read aloud and repeat the same phrases. The mock stall does not require real payments.</ns3:t>
            </ns3:r>
          </ns3:p>
          <ns4:p xmlns:ns4="http://schemas.openxmlformats.org/drawingml/2006/main">
            <ns4:r>
              <ns4:t>Cold Call: What do you say if a customer asks about an allergy?</ns4:t>
            </ns4:r>
          </ns4:p>
          <ns5:p xmlns:ns5="http://schemas.openxmlformats.org/drawingml/2006/main">
            <ns5:r>
              <ns5:t>Expected answer: I will ask the adult to check. Do not guess or promise food is safe.</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Period: L7b · Thursday 12 November 2026 · P6 13:30–14:10</ns0:t>
            </ns0:r>
          </ns0:p>
          <ns1:p xmlns:ns1="http://schemas.openxmlformats.org/drawingml/2006/main">
            <ns1:r>
              <ns1:t>Stage: TA / staff brief</ns1:t>
            </ns1:r>
          </ns1:p>
          <ns2:p xmlns:ns2="http://schemas.openxmlformats.org/drawingml/2006/main">
            <ns2:r>
              <ns2:t>Timing: 0 minutes</ns2:t>
            </ns2:r>
          </ns2:p>
          <ns3:p xmlns:ns3="http://schemas.openxmlformats.org/drawingml/2006/main">
            <ns3:r>
              <ns3:t>TA brief: Hidden staff reference. Use the three Cold Call questions and answers for L7b. Note the response after feedback. Support the learner’s own words and money/tally result. The Communication teacher maps any selected speaking, listening, writing or presenting evidence to her own booklet.</ns3:t>
            </ns3:r>
          </ns3:p>
          <ns4:p xmlns:ns4="http://schemas.openxmlformats.org/drawingml/2006/main">
            <ns4:r>
              <ns4:t>Cold Call: What do your tally marks count?</ns4:t>
            </ns4:r>
          </ns4:p>
          <ns5:p xmlns:ns5="http://schemas.openxmlformats.org/drawingml/2006/main">
            <ns5:r>
              <ns5:t>Expected answer: Items in this practice sale. Record quantity and payment method. A tally alone does not show a real payment.</ns5:t>
            </ns5:r>
          </ns5:p>
          <ns6:p xmlns:ns6="http://schemas.openxmlformats.org/drawingml/2006/main">
            <ns6:r>
              <ns6:t>Sentence frames: My job is __. I did __. I checked __. Next I need __.</ns6:t>
            </ns6:r>
          </ns6:p>
          <ns7:p xmlns:ns7="http://schemas.openxmlformats.org/drawingml/2006/main">
            <ns7:r>
              <ns7:t>Lundy: Space: Rehearse with one trusted adult or peer. A quiet non-customer-facing role is available. Voice: The learner chooses a route and gives their own words or pointed response. Audience: The project teacher hears the script, sum or tally and responds. Influence: Record the learner’s requested support and what changes before the second rehearsal.</ns7:t>
            </ns7:r>
          </ns7:p>
          <ns8:p xmlns:ns8="http://schemas.openxmlformats.org/drawingml/2006/main">
            <ns8:r>
              <ns8:t>Source: Supplied lesson orders and SoW Aut2 W2 — 03_ORDER_GCS-1.md; 04_ORDER_GCS-1_A1_and_GCS-2.md; 06_SOW_EXTRACT_Cake_Sale.md, revision 2026-10-21.</ns8:t>
            </ns8:r>
          </ns8:p>
          <ns9:p xmlns:ns9="http://schemas.openxmlformats.org/drawingml/2006/main">
            <ns9:r>
              <ns9:t>Source: Owner accreditation and public-place rulings — accepted Segment D issue-2.</ns9:t>
            </ns9:r>
          </ns9:p>
          <ns10:p xmlns:ns10="http://schemas.openxmlformats.org/drawingml/2006/main">
            <ns10:r>
              <ns10:t>Source: Food Standards Agency charity 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Source: Zoe’s Place About us — https://www.zoes-place.org.uk/about/</ns12:t>
            </ns12:r>
          </ns12:p>
          <ns13:p xmlns:ns13="http://schemas.openxmlformats.org/drawingml/2006/main">
            <ns13:r>
              <ns13:t>Made by Matt · © Matt Roper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931d3fba8847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60fd7bf8bc45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40e10004b141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63e9f36eef45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cd11d079db4c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f575b0085e47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90A6D4-95B6-4D3E-8656-99792C7F3D3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49AE6F-F34C-4B9E-B668-399F945CAF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A99098-30E2-40A1-9B2E-25AD12C7C4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CD7707-D73B-442F-B522-45628E8F22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BA5FC3-04EC-451C-B973-48EF15C958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22D3D9-BF5F-485C-B6E7-0EA9230F1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856991-4414-4440-902C-E592EF5892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61022B-61E8-4198-8183-8EF0198619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D2C313-A5F4-45B0-BA19-D6F7E3815B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755968-709B-4E8E-B2BB-096160D685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1da0274805449d" /><Relationship Type="http://schemas.openxmlformats.org/officeDocument/2006/relationships/slideLayout" Target="/ppt/slideLayouts/slideLayout1.xml" Id="R5dee4266a8c24ad7" /><Relationship Type="http://schemas.openxmlformats.org/officeDocument/2006/relationships/slideLayout" Target="/ppt/slideLayouts/slideLayout2.xml" Id="R038216ee4fa84786" /><Relationship Type="http://schemas.openxmlformats.org/officeDocument/2006/relationships/slideLayout" Target="/ppt/slideLayouts/slideLayout3.xml" Id="R1640dd92e1f94c87" /><Relationship Type="http://schemas.openxmlformats.org/officeDocument/2006/relationships/slideLayout" Target="/ppt/slideLayouts/slideLayout4.xml" Id="R1567898afa3940c3" /><Relationship Type="http://schemas.openxmlformats.org/officeDocument/2006/relationships/slideLayout" Target="/ppt/slideLayouts/slideLayout5.xml" Id="R780983a1fe734a4e" /><Relationship Type="http://schemas.openxmlformats.org/officeDocument/2006/relationships/slideLayout" Target="/ppt/slideLayouts/slideLayout6.xml" Id="Rcd928dfb2b9840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ee4266a8c24ad7"/>
    <p:sldLayoutId xmlns:r="http://schemas.openxmlformats.org/officeDocument/2006/relationships" id="2147483650" r:id="R038216ee4fa84786"/>
    <p:sldLayoutId xmlns:r="http://schemas.openxmlformats.org/officeDocument/2006/relationships" id="2147483651" r:id="R1640dd92e1f94c87"/>
    <p:sldLayoutId xmlns:r="http://schemas.openxmlformats.org/officeDocument/2006/relationships" id="2147483652" r:id="R1567898afa3940c3"/>
    <p:sldLayoutId xmlns:r="http://schemas.openxmlformats.org/officeDocument/2006/relationships" id="2147483653" r:id="R780983a1fe734a4e"/>
    <p:sldLayoutId xmlns:r="http://schemas.openxmlformats.org/officeDocument/2006/relationships" id="2147483654" r:id="Rcd928dfb2b9840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fc273f3e924088" /><Relationship Type="http://schemas.openxmlformats.org/officeDocument/2006/relationships/image" Target="/ppt/media/image.png" Id="R14122ece10b64051" /><Relationship Type="http://schemas.openxmlformats.org/officeDocument/2006/relationships/notesSlide" Target="/ppt/notesSlides/notesSlide1.xml" Id="Rdf3fdff993014a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c227411da845c7" /><Relationship Type="http://schemas.openxmlformats.org/officeDocument/2006/relationships/notesSlide" Target="/ppt/notesSlides/notesSlide2.xml" Id="R79ea3d16284146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daacd6e56e49aa" /><Relationship Type="http://schemas.openxmlformats.org/officeDocument/2006/relationships/notesSlide" Target="/ppt/notesSlides/notesSlide3.xml" Id="Rc7769890e47e45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68e30cd4cb4cfd" /><Relationship Type="http://schemas.openxmlformats.org/officeDocument/2006/relationships/notesSlide" Target="/ppt/notesSlides/notesSlide4.xml" Id="Rfe3a7e63e2be4d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33099e22804eee" /><Relationship Type="http://schemas.openxmlformats.org/officeDocument/2006/relationships/notesSlide" Target="/ppt/notesSlides/notesSlide5.xml" Id="Rc34df1595e7a48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a19fa6208f445c" /><Relationship Type="http://schemas.openxmlformats.org/officeDocument/2006/relationships/notesSlide" Target="/ppt/notesSlides/notesSlide6.xml" Id="R770062713b9748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b9fe0529ca4236" /><Relationship Type="http://schemas.openxmlformats.org/officeDocument/2006/relationships/notesSlide" Target="/ppt/notesSlides/notesSlide7.xml" Id="Rc5b4fcab3ea442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7db70d23f145f7" /><Relationship Type="http://schemas.openxmlformats.org/officeDocument/2006/relationships/notesSlide" Target="/ppt/notesSlides/notesSlide8.xml" Id="R38fb2d10ca7a40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c8ca116434a43ba" /><Relationship Type="http://schemas.openxmlformats.org/officeDocument/2006/relationships/notesSlide" Target="/ppt/notesSlides/notesSlide9.xml" Id="R1191cdd5819848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09e64ef6464331" /><Relationship Type="http://schemas.openxmlformats.org/officeDocument/2006/relationships/notesSlide" Target="/ppt/notesSlides/notesSlide10.xml" Id="Rc56bc28e3640432d" /></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8f2d67d155b24b97"/><Relationship Type="http://schemas.openxmlformats.org/officeDocument/2006/relationships/image" Target="../media/e-L7a-0.png" Id="Ra524a347ae674527"/><Relationship Type="http://schemas.openxmlformats.org/officeDocument/2006/relationships/image" Target="../media/e-L7a-1.png" Id="Rced7992d3541451e"/><Relationship Type="http://schemas.openxmlformats.org/officeDocument/2006/relationships/image" Target="../media/e-L7a-2.png" Id="Rd57204122dab4110"/><Relationship Type="http://schemas.openxmlformats.org/officeDocument/2006/relationships/image" Target="../media/e-L7a-3.png" Id="Re539814f057443c6"/><Relationship Type="http://schemas.openxmlformats.org/officeDocument/2006/relationships/image" Target="../media/e-L7a-4.png" Id="R19f2b9ae2e2041fa"/><Relationship Type="http://schemas.openxmlformats.org/officeDocument/2006/relationships/image" Target="../media/e-L7a-5.png" Id="Rd9e0c911d8a14a09"/><Relationship Type="http://schemas.openxmlformats.org/officeDocument/2006/relationships/image" Target="../media/e-L7a-6.png" Id="R203ce88a1cb64dad"/><Relationship Type="http://schemas.openxmlformats.org/officeDocument/2006/relationships/image" Target="../media/e-L7a-7.png" Id="R5dd78c7271b243a9"/><Relationship Type="http://schemas.openxmlformats.org/officeDocument/2006/relationships/notesSlide" Target="/ppt/notesSlides/notesSlide11.xml" Id="Rc9cc96c4e3de4325"/></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7b565f53614057" /><Relationship Type="http://schemas.openxmlformats.org/officeDocument/2006/relationships/notesSlide" Target="/ppt/notesSlides/notesSlide12.xml" Id="Rbb8589cd525a4eea" /></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7efc273f3e924088"/><Relationship Type="http://schemas.openxmlformats.org/officeDocument/2006/relationships/image" Target="/ppt/media/image.png" Id="R14122ece10b64051"/><Relationship Type="http://schemas.openxmlformats.org/officeDocument/2006/relationships/notesSlide" Target="/ppt/notesSlides/notesSlide13.xml" Id="Rdf3fdff993014a8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32c227411da845c7"/><Relationship Type="http://schemas.openxmlformats.org/officeDocument/2006/relationships/notesSlide" Target="/ppt/notesSlides/notesSlide14.xml" Id="R79ea3d162841469f"/></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13daacd6e56e49aa"/><Relationship Type="http://schemas.openxmlformats.org/officeDocument/2006/relationships/notesSlide" Target="/ppt/notesSlides/notesSlide15.xml" Id="Rc7769890e47e45cb"/></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2668e30cd4cb4cfd"/><Relationship Type="http://schemas.openxmlformats.org/officeDocument/2006/relationships/notesSlide" Target="/ppt/notesSlides/notesSlide16.xml" Id="Rfe3a7e63e2be4dc9"/></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6c33099e22804eee"/><Relationship Type="http://schemas.openxmlformats.org/officeDocument/2006/relationships/notesSlide" Target="/ppt/notesSlides/notesSlide17.xml" Id="Rc34df1595e7a481e"/></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5ba19fa6208f445c"/><Relationship Type="http://schemas.openxmlformats.org/officeDocument/2006/relationships/notesSlide" Target="/ppt/notesSlides/notesSlide18.xml" Id="R770062713b9748b5"/></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b3b9fe0529ca4236"/><Relationship Type="http://schemas.openxmlformats.org/officeDocument/2006/relationships/notesSlide" Target="/ppt/notesSlides/notesSlide19.xml" Id="Rc5b4fcab3ea442a0"/></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4e7db70d23f145f7"/><Relationship Type="http://schemas.openxmlformats.org/officeDocument/2006/relationships/notesSlide" Target="/ppt/notesSlides/notesSlide20.xml" Id="R38fb2d10ca7a4024"/></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5c8ca116434a43ba"/><Relationship Type="http://schemas.openxmlformats.org/officeDocument/2006/relationships/notesSlide" Target="/ppt/notesSlides/notesSlide21.xml" Id="R1191cdd5819848dc"/></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de09e64ef6464331"/><Relationship Type="http://schemas.openxmlformats.org/officeDocument/2006/relationships/notesSlide" Target="/ppt/notesSlides/notesSlide22.xml" Id="Rc56bc28e3640432d"/></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8f2d67d155b24b97"/><Relationship Type="http://schemas.openxmlformats.org/officeDocument/2006/relationships/image" Target="../media/e-L7b-0.png" Id="Ra524a347ae674527"/><Relationship Type="http://schemas.openxmlformats.org/officeDocument/2006/relationships/image" Target="../media/e-L7b-1.png" Id="Rced7992d3541451e"/><Relationship Type="http://schemas.openxmlformats.org/officeDocument/2006/relationships/image" Target="../media/e-L7b-2.png" Id="Rd57204122dab4110"/><Relationship Type="http://schemas.openxmlformats.org/officeDocument/2006/relationships/image" Target="../media/e-L7b-3.png" Id="Re539814f057443c6"/><Relationship Type="http://schemas.openxmlformats.org/officeDocument/2006/relationships/image" Target="../media/e-L7b-4.png" Id="R19f2b9ae2e2041fa"/><Relationship Type="http://schemas.openxmlformats.org/officeDocument/2006/relationships/image" Target="../media/e-L7b-5.png" Id="Rd9e0c911d8a14a09"/><Relationship Type="http://schemas.openxmlformats.org/officeDocument/2006/relationships/image" Target="../media/e-L7b-6.png" Id="R203ce88a1cb64dad"/><Relationship Type="http://schemas.openxmlformats.org/officeDocument/2006/relationships/image" Target="../media/e-L7b-7.png" Id="R5dd78c7271b243a9"/><Relationship Type="http://schemas.openxmlformats.org/officeDocument/2006/relationships/notesSlide" Target="/ppt/notesSlides/notesSlide23.xml" Id="Rc9cc96c4e3de4325"/></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8d7b565f53614057"/><Relationship Type="http://schemas.openxmlformats.org/officeDocument/2006/relationships/notesSlide" Target="/ppt/notesSlides/notesSlide24.xml" Id="Rbb8589cd525a4eea"/></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8C07E0CF-5E9D-44C0-A5C3-21987F0BC31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4:p xmlns:ns4="http://schemas.openxmlformats.org/drawingml/2006/main">
            <ns4:pPr>
              <ns4:defRPr sz="1200" b="0">
                <ns4:solidFill>
                  <ns4:srgbClr val="566574"/>
                </ns4:solidFill>
                <ns4:latin typeface="Segoe UI"/>
                <ns4:ea typeface="Segoe UI"/>
                <ns4:cs typeface="Segoe UI"/>
              </ns4:defRPr>
            </ns4:pPr>
            <ns4:r>
              <ns4:rPr sz="1200" b="0">
                <ns4:solidFill>
                  <ns4:srgbClr val="566574"/>
                </ns4:solidFill>
                <ns4:latin typeface="Segoe UI"/>
                <ns4:ea typeface="Segoe UI"/>
                <ns4:cs typeface="Segoe UI"/>
              </ns4:rPr>
              <ns4:t>COMM-GROW-A2-W02  ·  Lesson 7a</ns4:t>
            </ns4:r>
          </ns4:p>
        </p:txBody>
      </p:sp>
      <p:sp>
        <p:nvSpPr>
          <p:cNvPr id="2" name="edition">
            <a:extLst xmlns:a="http://schemas.openxmlformats.org/drawingml/2006/main">
              <a:ext uri="{FF2B5EF4-FFF2-40B4-BE49-F238E27FC236}">
                <a16:creationId xmlns:a16="http://schemas.microsoft.com/office/drawing/2014/main" id="{F28AF52D-E1A5-4332-9E49-E5987D071BB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Public edition</ns5:t>
            </ns5:r>
          </ns5:p>
        </p:txBody>
      </p:sp>
      <p:sp>
        <p:nvSpPr>
          <p:cNvPr id="3" name="stage-title">
            <a:extLst xmlns:a="http://schemas.openxmlformats.org/drawingml/2006/main">
              <a:ext uri="{FF2B5EF4-FFF2-40B4-BE49-F238E27FC236}">
                <a16:creationId xmlns:a16="http://schemas.microsoft.com/office/drawing/2014/main" id="{A8F42E53-C680-404E-8DFA-5C01C353CA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225" b="1">
                <a:solidFill>
                  <a:srgbClr val="345D70"/>
                </a:solidFill>
                <a:latin typeface="Segoe UI"/>
                <a:ea typeface="Segoe UI"/>
                <a:cs typeface="Segoe UI"/>
              </a:defRPr>
            </a:defPPr>
            <a:lvl1pPr>
              <a:defRPr sz="3225" b="1">
                <a:solidFill>
                  <a:srgbClr val="345D70"/>
                </a:solidFill>
                <a:latin typeface="Segoe UI"/>
                <a:ea typeface="Segoe UI"/>
                <a:cs typeface="Segoe UI"/>
              </a:defRPr>
            </a:lvl1pPr>
            <a:lvl2pPr>
              <a:defRPr sz="3225" b="1">
                <a:solidFill>
                  <a:srgbClr val="345D70"/>
                </a:solidFill>
                <a:latin typeface="Segoe UI"/>
                <a:ea typeface="Segoe UI"/>
                <a:cs typeface="Segoe UI"/>
              </a:defRPr>
            </a:lvl2pPr>
            <a:lvl3pPr>
              <a:defRPr sz="3225" b="1">
                <a:solidFill>
                  <a:srgbClr val="345D70"/>
                </a:solidFill>
                <a:latin typeface="Segoe UI"/>
                <a:ea typeface="Segoe UI"/>
                <a:cs typeface="Segoe UI"/>
              </a:defRPr>
            </a:lvl3pPr>
            <a:lvl4pPr>
              <a:defRPr sz="3225" b="1">
                <a:solidFill>
                  <a:srgbClr val="345D70"/>
                </a:solidFill>
                <a:latin typeface="Segoe UI"/>
                <a:ea typeface="Segoe UI"/>
                <a:cs typeface="Segoe UI"/>
              </a:defRPr>
            </a:lvl4pPr>
            <a:lvl5pPr>
              <a:defRPr sz="3225" b="1">
                <a:solidFill>
                  <a:srgbClr val="345D70"/>
                </a:solidFill>
                <a:latin typeface="Segoe UI"/>
                <a:ea typeface="Segoe UI"/>
                <a:cs typeface="Segoe UI"/>
              </a:defRPr>
            </a:lvl5pPr>
            <a:lvl6pPr>
              <a:defRPr sz="3225" b="1">
                <a:solidFill>
                  <a:srgbClr val="345D70"/>
                </a:solidFill>
                <a:latin typeface="Segoe UI"/>
                <a:ea typeface="Segoe UI"/>
                <a:cs typeface="Segoe UI"/>
              </a:defRPr>
            </a:lvl6pPr>
            <a:lvl7pPr>
              <a:defRPr sz="3225" b="1">
                <a:solidFill>
                  <a:srgbClr val="345D70"/>
                </a:solidFill>
                <a:latin typeface="Segoe UI"/>
                <a:ea typeface="Segoe UI"/>
                <a:cs typeface="Segoe UI"/>
              </a:defRPr>
            </a:lvl7pPr>
            <a:lvl8pPr>
              <a:defRPr sz="3225" b="1">
                <a:solidFill>
                  <a:srgbClr val="345D70"/>
                </a:solidFill>
                <a:latin typeface="Segoe UI"/>
                <a:ea typeface="Segoe UI"/>
                <a:cs typeface="Segoe UI"/>
              </a:defRPr>
            </a:lvl8pPr>
            <a:lvl9pPr>
              <a:defRPr sz="3225" b="1">
                <a:solidFill>
                  <a:srgbClr val="345D70"/>
                </a:solidFill>
                <a:latin typeface="Segoe UI"/>
                <a:ea typeface="Segoe UI"/>
                <a:cs typeface="Segoe UI"/>
              </a:defRPr>
            </a:lvl9pPr>
          </a:lstStyle>
          <ns0:p xmlns:ns0="http://schemas.openxmlformats.org/drawingml/2006/main">
            <ns0:pPr>
              <ns0:defRPr sz="3225" b="1">
                <ns0:solidFill>
                  <ns0:srgbClr val="345D70"/>
                </ns0:solidFill>
                <ns0:latin typeface="Segoe UI"/>
                <ns0:ea typeface="Segoe UI"/>
                <ns0:cs typeface="Segoe UI"/>
              </ns0:defRPr>
            </ns0:pPr>
            <ns0:r>
              <ns0:rPr sz="3225" b="1">
                <ns0:solidFill>
                  <ns0:srgbClr val="345D70"/>
                </ns0:solidFill>
                <ns0:latin typeface="Segoe UI"/>
                <ns0:ea typeface="Segoe UI"/>
                <ns0:cs typeface="Segoe UI"/>
              </ns0:rPr>
              <ns0:t>Bench practice</ns0:t>
            </ns0:r>
          </ns0:p>
        </p:txBody>
      </p:sp>
      <p:sp>
        <p:nvSpPr>
          <p:cNvPr id="4" name="big-question">
            <a:extLst xmlns:a="http://schemas.openxmlformats.org/drawingml/2006/main">
              <a:ext uri="{FF2B5EF4-FFF2-40B4-BE49-F238E27FC236}">
                <a16:creationId xmlns:a16="http://schemas.microsoft.com/office/drawing/2014/main" id="{DDC99830-5CE7-4FAD-A2D6-1F438FAB8F7A}"/>
              </a:ext>
            </a:extLst>
          </p:cNvPr>
          <p:cNvSpPr>
            <a:spLocks xmlns:a="http://schemas.openxmlformats.org/drawingml/2006/main" noGrp="1"/>
          </p:cNvSpPr>
          <p:nvPr/>
        </p:nvSpPr>
        <p:spPr>
          <a:xfrm xmlns:a="http://schemas.openxmlformats.org/drawingml/2006/main">
            <a:off x="533400" y="20002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600" b="1">
                <a:solidFill>
                  <a:srgbClr val="192E3B"/>
                </a:solidFill>
                <a:latin typeface="Segoe UI"/>
                <a:ea typeface="Segoe UI"/>
                <a:cs typeface="Segoe UI"/>
              </a:defRPr>
            </a:defPPr>
            <a:lvl1pPr>
              <a:defRPr sz="3600" b="1">
                <a:solidFill>
                  <a:srgbClr val="192E3B"/>
                </a:solidFill>
                <a:latin typeface="Segoe UI"/>
                <a:ea typeface="Segoe UI"/>
                <a:cs typeface="Segoe UI"/>
              </a:defRPr>
            </a:lvl1pPr>
            <a:lvl2pPr>
              <a:defRPr sz="3600" b="1">
                <a:solidFill>
                  <a:srgbClr val="192E3B"/>
                </a:solidFill>
                <a:latin typeface="Segoe UI"/>
                <a:ea typeface="Segoe UI"/>
                <a:cs typeface="Segoe UI"/>
              </a:defRPr>
            </a:lvl2pPr>
            <a:lvl3pPr>
              <a:defRPr sz="3600" b="1">
                <a:solidFill>
                  <a:srgbClr val="192E3B"/>
                </a:solidFill>
                <a:latin typeface="Segoe UI"/>
                <a:ea typeface="Segoe UI"/>
                <a:cs typeface="Segoe UI"/>
              </a:defRPr>
            </a:lvl3pPr>
            <a:lvl4pPr>
              <a:defRPr sz="3600" b="1">
                <a:solidFill>
                  <a:srgbClr val="192E3B"/>
                </a:solidFill>
                <a:latin typeface="Segoe UI"/>
                <a:ea typeface="Segoe UI"/>
                <a:cs typeface="Segoe UI"/>
              </a:defRPr>
            </a:lvl4pPr>
            <a:lvl5pPr>
              <a:defRPr sz="3600" b="1">
                <a:solidFill>
                  <a:srgbClr val="192E3B"/>
                </a:solidFill>
                <a:latin typeface="Segoe UI"/>
                <a:ea typeface="Segoe UI"/>
                <a:cs typeface="Segoe UI"/>
              </a:defRPr>
            </a:lvl5pPr>
            <a:lvl6pPr>
              <a:defRPr sz="3600" b="1">
                <a:solidFill>
                  <a:srgbClr val="192E3B"/>
                </a:solidFill>
                <a:latin typeface="Segoe UI"/>
                <a:ea typeface="Segoe UI"/>
                <a:cs typeface="Segoe UI"/>
              </a:defRPr>
            </a:lvl6pPr>
            <a:lvl7pPr>
              <a:defRPr sz="3600" b="1">
                <a:solidFill>
                  <a:srgbClr val="192E3B"/>
                </a:solidFill>
                <a:latin typeface="Segoe UI"/>
                <a:ea typeface="Segoe UI"/>
                <a:cs typeface="Segoe UI"/>
              </a:defRPr>
            </a:lvl7pPr>
            <a:lvl8pPr>
              <a:defRPr sz="3600" b="1">
                <a:solidFill>
                  <a:srgbClr val="192E3B"/>
                </a:solidFill>
                <a:latin typeface="Segoe UI"/>
                <a:ea typeface="Segoe UI"/>
                <a:cs typeface="Segoe UI"/>
              </a:defRPr>
            </a:lvl8pPr>
            <a:lvl9pPr>
              <a:defRPr sz="3600" b="1">
                <a:solidFill>
                  <a:srgbClr val="192E3B"/>
                </a:solidFill>
                <a:latin typeface="Segoe UI"/>
                <a:ea typeface="Segoe UI"/>
                <a:cs typeface="Segoe UI"/>
              </a:defRPr>
            </a:lvl9pPr>
          </a:lstStyle>
          <ns1:p xmlns:ns1="http://schemas.openxmlformats.org/drawingml/2006/main">
            <ns1:pPr>
              <ns1:defRPr sz="3600" b="1">
                <ns1:solidFill>
                  <ns1:srgbClr val="192E3B"/>
                </ns1:solidFill>
                <ns1:latin typeface="Segoe UI"/>
                <ns1:ea typeface="Segoe UI"/>
                <ns1:cs typeface="Segoe UI"/>
              </ns1:defRPr>
            </ns1:pPr>
            <ns1:r>
              <ns1:rPr sz="3600" b="1">
                <ns1:solidFill>
                  <ns1:srgbClr val="192E3B"/>
                </ns1:solidFill>
                <ns1:latin typeface="Segoe UI"/>
                <ns1:ea typeface="Segoe UI"/>
                <ns1:cs typeface="Segoe UI"/>
              </ns1:rPr>
              <ns1:t>Can I do my job with safe steps?</ns1:t>
            </ns1:r>
          </ns1:p>
        </p:txBody>
      </p:sp>
      <p:sp>
        <p:nvSpPr>
          <p:cNvPr id="5" name="purpose">
            <a:extLst xmlns:a="http://schemas.openxmlformats.org/drawingml/2006/main">
              <a:ext uri="{FF2B5EF4-FFF2-40B4-BE49-F238E27FC236}">
                <a16:creationId xmlns:a16="http://schemas.microsoft.com/office/drawing/2014/main" id="{F3062D06-A2B9-495A-8848-D71B1D8E3C79}"/>
              </a:ext>
            </a:extLst>
          </p:cNvPr>
          <p:cNvSpPr>
            <a:spLocks xmlns:a="http://schemas.openxmlformats.org/drawingml/2006/main" noGrp="1"/>
          </p:cNvSpPr>
          <p:nvPr/>
        </p:nvSpPr>
        <p:spPr>
          <a:xfrm xmlns:a="http://schemas.openxmlformats.org/drawingml/2006/main">
            <a:off x="533400" y="3810000"/>
            <a:ext cx="914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550" b="0">
                <a:solidFill>
                  <a:srgbClr val="192E3B"/>
                </a:solidFill>
                <a:latin typeface="Segoe UI"/>
                <a:ea typeface="Segoe UI"/>
                <a:cs typeface="Segoe UI"/>
              </a:defRPr>
            </a:defPPr>
            <a:lvl1pPr>
              <a:defRPr sz="2550" b="0">
                <a:solidFill>
                  <a:srgbClr val="192E3B"/>
                </a:solidFill>
                <a:latin typeface="Segoe UI"/>
                <a:ea typeface="Segoe UI"/>
                <a:cs typeface="Segoe UI"/>
              </a:defRPr>
            </a:lvl1pPr>
            <a:lvl2pPr>
              <a:defRPr sz="2550" b="0">
                <a:solidFill>
                  <a:srgbClr val="192E3B"/>
                </a:solidFill>
                <a:latin typeface="Segoe UI"/>
                <a:ea typeface="Segoe UI"/>
                <a:cs typeface="Segoe UI"/>
              </a:defRPr>
            </a:lvl2pPr>
            <a:lvl3pPr>
              <a:defRPr sz="2550" b="0">
                <a:solidFill>
                  <a:srgbClr val="192E3B"/>
                </a:solidFill>
                <a:latin typeface="Segoe UI"/>
                <a:ea typeface="Segoe UI"/>
                <a:cs typeface="Segoe UI"/>
              </a:defRPr>
            </a:lvl3pPr>
            <a:lvl4pPr>
              <a:defRPr sz="2550" b="0">
                <a:solidFill>
                  <a:srgbClr val="192E3B"/>
                </a:solidFill>
                <a:latin typeface="Segoe UI"/>
                <a:ea typeface="Segoe UI"/>
                <a:cs typeface="Segoe UI"/>
              </a:defRPr>
            </a:lvl4pPr>
            <a:lvl5pPr>
              <a:defRPr sz="2550" b="0">
                <a:solidFill>
                  <a:srgbClr val="192E3B"/>
                </a:solidFill>
                <a:latin typeface="Segoe UI"/>
                <a:ea typeface="Segoe UI"/>
                <a:cs typeface="Segoe UI"/>
              </a:defRPr>
            </a:lvl5pPr>
            <a:lvl6pPr>
              <a:defRPr sz="2550" b="0">
                <a:solidFill>
                  <a:srgbClr val="192E3B"/>
                </a:solidFill>
                <a:latin typeface="Segoe UI"/>
                <a:ea typeface="Segoe UI"/>
                <a:cs typeface="Segoe UI"/>
              </a:defRPr>
            </a:lvl6pPr>
            <a:lvl7pPr>
              <a:defRPr sz="2550" b="0">
                <a:solidFill>
                  <a:srgbClr val="192E3B"/>
                </a:solidFill>
                <a:latin typeface="Segoe UI"/>
                <a:ea typeface="Segoe UI"/>
                <a:cs typeface="Segoe UI"/>
              </a:defRPr>
            </a:lvl7pPr>
            <a:lvl8pPr>
              <a:defRPr sz="2550" b="0">
                <a:solidFill>
                  <a:srgbClr val="192E3B"/>
                </a:solidFill>
                <a:latin typeface="Segoe UI"/>
                <a:ea typeface="Segoe UI"/>
                <a:cs typeface="Segoe UI"/>
              </a:defRPr>
            </a:lvl8pPr>
            <a:lvl9pPr>
              <a:defRPr sz="2550" b="0">
                <a:solidFill>
                  <a:srgbClr val="192E3B"/>
                </a:solidFill>
                <a:latin typeface="Segoe UI"/>
                <a:ea typeface="Segoe UI"/>
                <a:cs typeface="Segoe UI"/>
              </a:defRPr>
            </a:lvl9pPr>
          </a:lstStyle>
          <ns2:p xmlns:ns2="http://schemas.openxmlformats.org/drawingml/2006/main">
            <ns2:pPr>
              <ns2:defRPr sz="2550" b="0">
                <ns2:solidFill>
                  <ns2:srgbClr val="192E3B"/>
                </ns2:solidFill>
                <ns2:latin typeface="Segoe UI"/>
                <ns2:ea typeface="Segoe UI"/>
                <ns2:cs typeface="Segoe UI"/>
              </ns2:defRPr>
            </ns2:pPr>
            <ns2:r>
              <ns2:rPr sz="2550" b="0">
                <ns2:solidFill>
                  <ns2:srgbClr val="192E3B"/>
                </ns2:solidFill>
                <ns2:latin typeface="Segoe UI"/>
                <ns2:ea typeface="Segoe UI"/>
                <ns2:cs typeface="Segoe UI"/>
              </ns2:rPr>
              <ns2:t>One job at a time. Check the label.</ns2:t>
            </ns2:r>
          </ns2:p>
        </p:txBody>
      </p:sp>
      <p:pic>
        <p:nvPicPr>
          <p:cNvPr id="6" name="picture-cue-1" descr="Flat target cue for making a checked project choice.">
            <a:extLst xmlns:a="http://schemas.openxmlformats.org/drawingml/2006/main">
              <a:ext uri="{FF2B5EF4-FFF2-40B4-BE49-F238E27FC236}">
                <a16:creationId xmlns:a16="http://schemas.microsoft.com/office/drawing/2014/main" id="{608FBCE5-B59B-4C30-A4E1-C4E94FE7E5C2}"/>
              </a:ext>
            </a:extLst>
          </p:cNvPr>
          <p:cNvPicPr>
            <a:picLocks xmlns:a="http://schemas.openxmlformats.org/drawingml/2006/main" noChangeAspect="1"/>
          </p:cNvPicPr>
          <p:nvPr/>
        </p:nvPicPr>
        <p:blipFill>
          <a:blip xmlns:r="http://schemas.openxmlformats.org/officeDocument/2006/relationships" xmlns:a="http://schemas.openxmlformats.org/drawingml/2006/main" r:embed="R14122ece10b64051"/>
          <a:stretch xmlns:a="http://schemas.openxmlformats.org/drawingml/2006/main"/>
        </p:blipFill>
        <p:spPr>
          <a:xfrm xmlns:a="http://schemas.openxmlformats.org/drawingml/2006/main">
            <a:off x="10001250" y="2286000"/>
            <a:ext cx="1238250" cy="1238250"/>
          </a:xfrm>
          <a:prstGeom xmlns:a="http://schemas.openxmlformats.org/drawingml/2006/main" prst="rect">
            <a:avLst/>
          </a:prstGeom>
        </p:spPr>
      </p:pic>
      <p:sp>
        <p:nvSpPr>
          <p:cNvPr id="7" name="date">
            <a:extLst xmlns:a="http://schemas.openxmlformats.org/drawingml/2006/main">
              <a:ext uri="{FF2B5EF4-FFF2-40B4-BE49-F238E27FC236}">
                <a16:creationId xmlns:a16="http://schemas.microsoft.com/office/drawing/2014/main" id="{F5698BA5-6BA0-4F63-BD55-736AD0C8D887}"/>
              </a:ext>
            </a:extLst>
          </p:cNvPr>
          <p:cNvSpPr>
            <a:spLocks xmlns:a="http://schemas.openxmlformats.org/drawingml/2006/main" noGrp="1"/>
          </p:cNvSpPr>
          <p:nvPr/>
        </p:nvSpPr>
        <p:spPr>
          <a:xfrm xmlns:a="http://schemas.openxmlformats.org/drawingml/2006/main">
            <a:off x="533400" y="5429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defRPr sz="1800" b="0">
                <a:solidFill>
                  <a:srgbClr val="566574"/>
                </a:solidFill>
                <a:latin typeface="Segoe UI"/>
                <a:ea typeface="Segoe UI"/>
                <a:cs typeface="Segoe UI"/>
              </a:defRPr>
            </a:lvl1pPr>
            <a:lvl2pPr>
              <a:defRPr sz="1800" b="0">
                <a:solidFill>
                  <a:srgbClr val="566574"/>
                </a:solidFill>
                <a:latin typeface="Segoe UI"/>
                <a:ea typeface="Segoe UI"/>
                <a:cs typeface="Segoe UI"/>
              </a:defRPr>
            </a:lvl2pPr>
            <a:lvl3pPr>
              <a:defRPr sz="1800" b="0">
                <a:solidFill>
                  <a:srgbClr val="566574"/>
                </a:solidFill>
                <a:latin typeface="Segoe UI"/>
                <a:ea typeface="Segoe UI"/>
                <a:cs typeface="Segoe UI"/>
              </a:defRPr>
            </a:lvl3pPr>
            <a:lvl4pPr>
              <a:defRPr sz="1800" b="0">
                <a:solidFill>
                  <a:srgbClr val="566574"/>
                </a:solidFill>
                <a:latin typeface="Segoe UI"/>
                <a:ea typeface="Segoe UI"/>
                <a:cs typeface="Segoe UI"/>
              </a:defRPr>
            </a:lvl4pPr>
            <a:lvl5pPr>
              <a:defRPr sz="1800" b="0">
                <a:solidFill>
                  <a:srgbClr val="566574"/>
                </a:solidFill>
                <a:latin typeface="Segoe UI"/>
                <a:ea typeface="Segoe UI"/>
                <a:cs typeface="Segoe UI"/>
              </a:defRPr>
            </a:lvl5pPr>
            <a:lvl6pPr>
              <a:defRPr sz="1800" b="0">
                <a:solidFill>
                  <a:srgbClr val="566574"/>
                </a:solidFill>
                <a:latin typeface="Segoe UI"/>
                <a:ea typeface="Segoe UI"/>
                <a:cs typeface="Segoe UI"/>
              </a:defRPr>
            </a:lvl6pPr>
            <a:lvl7pPr>
              <a:defRPr sz="1800" b="0">
                <a:solidFill>
                  <a:srgbClr val="566574"/>
                </a:solidFill>
                <a:latin typeface="Segoe UI"/>
                <a:ea typeface="Segoe UI"/>
                <a:cs typeface="Segoe UI"/>
              </a:defRPr>
            </a:lvl7pPr>
            <a:lvl8pPr>
              <a:defRPr sz="1800" b="0">
                <a:solidFill>
                  <a:srgbClr val="566574"/>
                </a:solidFill>
                <a:latin typeface="Segoe UI"/>
                <a:ea typeface="Segoe UI"/>
                <a:cs typeface="Segoe UI"/>
              </a:defRPr>
            </a:lvl8pPr>
            <a:lvl9pPr>
              <a:defRPr sz="1800" b="0">
                <a:solidFill>
                  <a:srgbClr val="566574"/>
                </a:solidFill>
                <a:latin typeface="Segoe UI"/>
                <a:ea typeface="Segoe UI"/>
                <a:cs typeface="Segoe UI"/>
              </a:defRPr>
            </a:lvl9pPr>
          </a:lstStyle>
          <ns3:p xmlns:ns3="http://schemas.openxmlformats.org/drawingml/2006/main">
            <ns3:pPr>
              <ns3:defRPr sz="1800" b="0">
                <ns3:solidFill>
                  <ns3:srgbClr val="566574"/>
                </ns3:solidFill>
                <ns3:latin typeface="Segoe UI"/>
                <ns3:ea typeface="Segoe UI"/>
                <ns3:cs typeface="Segoe UI"/>
              </ns3:defRPr>
            </ns3:pPr>
            <ns3:r>
              <ns3:rPr sz="1800" b="0">
                <ns3:solidFill>
                  <ns3:srgbClr val="566574"/>
                </ns3:solidFill>
                <ns3:latin typeface="Segoe UI"/>
                <ns3:ea typeface="Segoe UI"/>
                <ns3:cs typeface="Segoe UI"/>
              </ns3:rPr>
              <ns3:t>Thursday 12 November 2026 · P5 12:50–13:30</ns3:t>
            </ns3:r>
          </ns3:p>
        </p:txBody>
      </p:sp>
      <p:sp>
        <p:nvSpPr>
          <p:cNvPr id="8" name="credit">
            <a:extLst xmlns:a="http://schemas.openxmlformats.org/drawingml/2006/main">
              <a:ext uri="{FF2B5EF4-FFF2-40B4-BE49-F238E27FC236}">
                <a16:creationId xmlns:a16="http://schemas.microsoft.com/office/drawing/2014/main" id="{1401A918-30DC-4A37-9735-6162636E0074}"/>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7:p xmlns:ns7="http://schemas.openxmlformats.org/drawingml/2006/main">
            <ns7:pPr>
              <ns7:defRPr sz="788" b="0">
                <ns7:solidFill>
                  <ns7:srgbClr val="566574"/>
                </ns7:solidFill>
                <ns7:latin typeface="Segoe UI"/>
                <ns7:ea typeface="Segoe UI"/>
                <ns7:cs typeface="Segoe UI"/>
              </ns7:defRPr>
            </ns7:pPr>
            <ns7:r>
              <ns7:rPr sz="788" b="0">
                <ns7:solidFill>
                  <ns7:srgbClr val="566574"/>
                </ns7:solidFill>
                <ns7:latin typeface="Segoe UI"/>
                <ns7:ea typeface="Segoe UI"/>
                <ns7:cs typeface="Segoe UI"/>
              </ns7:rPr>
              <ns7:t>Made by Matt · © Matt Roper · CC BY-NC-SA 4.0: free for classroom use, share and adapt with credit, no resale</ns7:t>
            </ns7:r>
          </ns7:p>
        </p:txBody>
      </p:sp>
      <p:sp>
        <p:nvSpPr>
          <p:cNvPr id="9" name="page-number">
            <a:extLst xmlns:a="http://schemas.openxmlformats.org/drawingml/2006/main">
              <a:ext uri="{FF2B5EF4-FFF2-40B4-BE49-F238E27FC236}">
                <a16:creationId xmlns:a16="http://schemas.microsoft.com/office/drawing/2014/main" id="{73AF185D-5216-4F6F-AAD1-DB12EEF2BFB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01</ns6:t>
            </ns6:r>
          </ns6:p>
        </p:txBody>
      </p:sp>
    </p:spTree>
    <p:extLst>
      <p:ext uri="{BB962C8B-B14F-4D97-AF65-F5344CB8AC3E}">
        <p14:creationId xmlns:p14="http://schemas.microsoft.com/office/powerpoint/2010/main" val="4666515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code">
            <a:extLst xmlns:a="http://schemas.openxmlformats.org/drawingml/2006/main">
              <a:ext uri="{FF2B5EF4-FFF2-40B4-BE49-F238E27FC236}">
                <a16:creationId xmlns:a16="http://schemas.microsoft.com/office/drawing/2014/main" id="{C018F9C6-3145-473B-B7E1-A8C792691F49}"/>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0:p xmlns:ns0="http://schemas.openxmlformats.org/drawingml/2006/main">
            <ns0:pPr>
              <ns0:defRPr sz="1200" b="0">
                <ns0:solidFill>
                  <ns0:srgbClr val="566574"/>
                </ns0:solidFill>
                <ns0:latin typeface="Segoe UI"/>
                <ns0:ea typeface="Segoe UI"/>
                <ns0:cs typeface="Segoe UI"/>
              </ns0:defRPr>
            </ns0:pPr>
            <ns0:r>
              <ns0:rPr sz="1200" b="0">
                <ns0:solidFill>
                  <ns0:srgbClr val="566574"/>
                </ns0:solidFill>
                <ns0:latin typeface="Segoe UI"/>
                <ns0:ea typeface="Segoe UI"/>
                <ns0:cs typeface="Segoe UI"/>
              </ns0:rPr>
              <ns0:t>COMM-GROW-A2-W02  ·  Lesson 7a</ns0:t>
            </ns0:r>
          </ns0:p>
        </p:txBody>
      </p:sp>
      <p:sp>
        <p:nvSpPr>
          <p:cNvPr id="2" name="edition">
            <a:extLst xmlns:a="http://schemas.openxmlformats.org/drawingml/2006/main">
              <a:ext uri="{FF2B5EF4-FFF2-40B4-BE49-F238E27FC236}">
                <a16:creationId xmlns:a16="http://schemas.microsoft.com/office/drawing/2014/main" id="{0C05B7E0-6CFD-42FC-8E3B-3E8A629EA1C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p xmlns:ns1="http://schemas.openxmlformats.org/drawingml/2006/main">
            <ns1:pPr>
              <ns1:defRPr sz="1050" b="0">
                <ns1:solidFill>
                  <ns1:srgbClr val="566574"/>
                </ns1:solidFill>
                <ns1:latin typeface="Segoe UI"/>
                <ns1:ea typeface="Segoe UI"/>
                <ns1:cs typeface="Segoe UI"/>
              </ns1:defRPr>
            </ns1:pPr>
            <ns1:r>
              <ns1:rPr sz="1050" b="0">
                <ns1:solidFill>
                  <ns1:srgbClr val="566574"/>
                </ns1:solidFill>
                <ns1:latin typeface="Segoe UI"/>
                <ns1:ea typeface="Segoe UI"/>
                <ns1:cs typeface="Segoe UI"/>
              </ns1:rPr>
              <ns1:t>Public edition</ns1:t>
            </ns1:r>
          </ns1:p>
        </p:txBody>
      </p:sp>
      <p:sp>
        <p:nvSpPr>
          <p:cNvPr id="3" name="stage-title">
            <a:extLst xmlns:a="http://schemas.openxmlformats.org/drawingml/2006/main">
              <a:ext uri="{FF2B5EF4-FFF2-40B4-BE49-F238E27FC236}">
                <a16:creationId xmlns:a16="http://schemas.microsoft.com/office/drawing/2014/main" id="{97D20851-AE0E-4782-AB49-0574196E06AA}"/>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4:p xmlns:ns4="http://schemas.openxmlformats.org/drawingml/2006/main">
            <ns4:pPr>
              <ns4:defRPr sz="3300" b="1">
                <ns4:solidFill>
                  <ns4:srgbClr val="345D70"/>
                </ns4:solidFill>
                <ns4:latin typeface="Segoe UI"/>
                <ns4:ea typeface="Segoe UI"/>
                <ns4:cs typeface="Segoe UI"/>
              </ns4:defRPr>
            </ns4:pPr>
            <ns4:r>
              <ns4:rPr sz="3300" b="1">
                <ns4:solidFill>
                  <ns4:srgbClr val="345D70"/>
                </ns4:solidFill>
                <ns4:latin typeface="Segoe UI"/>
                <ns4:ea typeface="Segoe UI"/>
                <ns4:cs typeface="Segoe UI"/>
              </ns4:rPr>
              <ns4:t>Arrival and regulation check</ns4:t>
            </ns4:r>
          </ns4:p>
        </p:txBody>
      </p:sp>
      <p:sp>
        <p:nvSpPr>
          <p:cNvPr id="4" name="check-prompt">
            <a:extLst xmlns:a="http://schemas.openxmlformats.org/drawingml/2006/main">
              <a:ext uri="{FF2B5EF4-FFF2-40B4-BE49-F238E27FC236}">
                <a16:creationId xmlns:a16="http://schemas.microsoft.com/office/drawing/2014/main" id="{35E88815-0F44-40CE-8CE0-E6ABCD1AEC72}"/>
              </a:ext>
            </a:extLst>
          </p:cNvPr>
          <p:cNvSpPr>
            <a:spLocks xmlns:a="http://schemas.openxmlformats.org/drawingml/2006/main" noGrp="1"/>
          </p:cNvSpPr>
          <p:nvPr/>
        </p:nvSpPr>
        <p:spPr>
          <a:xfrm xmlns:a="http://schemas.openxmlformats.org/drawingml/2006/main">
            <a:off x="533400" y="15240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550" b="0">
                <a:solidFill>
                  <a:srgbClr val="192E3B"/>
                </a:solidFill>
                <a:latin typeface="Segoe UI"/>
                <a:ea typeface="Segoe UI"/>
                <a:cs typeface="Segoe UI"/>
              </a:defRPr>
            </a:defPPr>
            <a:lvl1pPr>
              <a:defRPr sz="2550" b="0">
                <a:solidFill>
                  <a:srgbClr val="192E3B"/>
                </a:solidFill>
                <a:latin typeface="Segoe UI"/>
                <a:ea typeface="Segoe UI"/>
                <a:cs typeface="Segoe UI"/>
              </a:defRPr>
            </a:lvl1pPr>
            <a:lvl2pPr>
              <a:defRPr sz="2550" b="0">
                <a:solidFill>
                  <a:srgbClr val="192E3B"/>
                </a:solidFill>
                <a:latin typeface="Segoe UI"/>
                <a:ea typeface="Segoe UI"/>
                <a:cs typeface="Segoe UI"/>
              </a:defRPr>
            </a:lvl2pPr>
            <a:lvl3pPr>
              <a:defRPr sz="2550" b="0">
                <a:solidFill>
                  <a:srgbClr val="192E3B"/>
                </a:solidFill>
                <a:latin typeface="Segoe UI"/>
                <a:ea typeface="Segoe UI"/>
                <a:cs typeface="Segoe UI"/>
              </a:defRPr>
            </a:lvl3pPr>
            <a:lvl4pPr>
              <a:defRPr sz="2550" b="0">
                <a:solidFill>
                  <a:srgbClr val="192E3B"/>
                </a:solidFill>
                <a:latin typeface="Segoe UI"/>
                <a:ea typeface="Segoe UI"/>
                <a:cs typeface="Segoe UI"/>
              </a:defRPr>
            </a:lvl4pPr>
            <a:lvl5pPr>
              <a:defRPr sz="2550" b="0">
                <a:solidFill>
                  <a:srgbClr val="192E3B"/>
                </a:solidFill>
                <a:latin typeface="Segoe UI"/>
                <a:ea typeface="Segoe UI"/>
                <a:cs typeface="Segoe UI"/>
              </a:defRPr>
            </a:lvl5pPr>
            <a:lvl6pPr>
              <a:defRPr sz="2550" b="0">
                <a:solidFill>
                  <a:srgbClr val="192E3B"/>
                </a:solidFill>
                <a:latin typeface="Segoe UI"/>
                <a:ea typeface="Segoe UI"/>
                <a:cs typeface="Segoe UI"/>
              </a:defRPr>
            </a:lvl6pPr>
            <a:lvl7pPr>
              <a:defRPr sz="2550" b="0">
                <a:solidFill>
                  <a:srgbClr val="192E3B"/>
                </a:solidFill>
                <a:latin typeface="Segoe UI"/>
                <a:ea typeface="Segoe UI"/>
                <a:cs typeface="Segoe UI"/>
              </a:defRPr>
            </a:lvl7pPr>
            <a:lvl8pPr>
              <a:defRPr sz="2550" b="0">
                <a:solidFill>
                  <a:srgbClr val="192E3B"/>
                </a:solidFill>
                <a:latin typeface="Segoe UI"/>
                <a:ea typeface="Segoe UI"/>
                <a:cs typeface="Segoe UI"/>
              </a:defRPr>
            </a:lvl8pPr>
            <a:lvl9pPr>
              <a:defRPr sz="2550" b="0">
                <a:solidFill>
                  <a:srgbClr val="192E3B"/>
                </a:solidFill>
                <a:latin typeface="Segoe UI"/>
                <a:ea typeface="Segoe UI"/>
                <a:cs typeface="Segoe UI"/>
              </a:defRPr>
            </a:lvl9pPr>
          </a:lstStyle>
          <ns5:p xmlns:ns5="http://schemas.openxmlformats.org/drawingml/2006/main">
            <ns5:pPr>
              <ns5:defRPr sz="2550" b="0">
                <ns5:solidFill>
                  <ns5:srgbClr val="192E3B"/>
                </ns5:solidFill>
                <ns5:latin typeface="Segoe UI"/>
                <ns5:ea typeface="Segoe UI"/>
                <ns5:cs typeface="Segoe UI"/>
              </ns5:defRPr>
            </ns5:pPr>
            <ns5:r>
              <ns5:rPr sz="2550" b="0">
                <ns5:solidFill>
                  <ns5:srgbClr val="192E3B"/>
                </ns5:solidFill>
                <ns5:latin typeface="Segoe UI"/>
                <ns5:ea typeface="Segoe UI"/>
                <ns5:cs typeface="Segoe UI"/>
              </ns5:rPr>
              <ns5:t>Check how you feel.</ns5:t>
            </ns5:r>
          </ns5:p>
        </p:txBody>
      </p:sp>
      <p:sp>
        <p:nvSpPr>
          <p:cNvPr id="5" name="colour-BLUE">
            <a:extLst xmlns:a="http://schemas.openxmlformats.org/drawingml/2006/main">
              <a:ext uri="{FF2B5EF4-FFF2-40B4-BE49-F238E27FC236}">
                <a16:creationId xmlns:a16="http://schemas.microsoft.com/office/drawing/2014/main" id="{9D8E6363-3DAB-4C75-884B-8FD6DD2C40DB}"/>
              </a:ext>
            </a:extLst>
          </p:cNvPr>
          <p:cNvSpPr>
            <a:spLocks xmlns:a="http://schemas.openxmlformats.org/drawingml/2006/main" noGrp="1"/>
          </p:cNvSpPr>
          <p:nvPr/>
        </p:nvSpPr>
        <p:spPr>
          <a:xfrm xmlns:a="http://schemas.openxmlformats.org/drawingml/2006/main">
            <a:off x="533400" y="2286000"/>
            <a:ext cx="2571750" cy="1190625"/>
          </a:xfrm>
          <a:prstGeom xmlns:a="http://schemas.openxmlformats.org/drawingml/2006/main" prst="rect">
            <a:avLst/>
          </a:prstGeom>
          <a:solidFill xmlns:a="http://schemas.openxmlformats.org/drawingml/2006/main">
            <a:srgbClr val="DFEAF7"/>
          </a:solidFill>
          <a:ln xmlns:a="http://schemas.openxmlformats.org/drawingml/2006/main" w="0">
            <a:noFill/>
            <a:prstDash val="solid"/>
          </a:ln>
        </p:spPr>
      </p:sp>
      <p:sp>
        <p:nvSpPr>
          <p:cNvPr id="6" name="label-BLUE">
            <a:extLst xmlns:a="http://schemas.openxmlformats.org/drawingml/2006/main">
              <a:ext uri="{FF2B5EF4-FFF2-40B4-BE49-F238E27FC236}">
                <a16:creationId xmlns:a16="http://schemas.microsoft.com/office/drawing/2014/main" id="{E5B06875-9CEB-45C1-AD14-DB01C18A66CA}"/>
              </a:ext>
            </a:extLst>
          </p:cNvPr>
          <p:cNvSpPr>
            <a:spLocks xmlns:a="http://schemas.openxmlformats.org/drawingml/2006/main" noGrp="1"/>
          </p:cNvSpPr>
          <p:nvPr/>
        </p:nvSpPr>
        <p:spPr>
          <a:xfrm xmlns:a="http://schemas.openxmlformats.org/drawingml/2006/main">
            <a:off x="6858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6:p xmlns:ns6="http://schemas.openxmlformats.org/drawingml/2006/main">
            <ns6:pPr>
              <ns6:defRPr sz="2250" b="1">
                <ns6:solidFill>
                  <ns6:srgbClr val="192E3B"/>
                </ns6:solidFill>
                <ns6:latin typeface="Segoe UI"/>
                <ns6:ea typeface="Segoe UI"/>
                <ns6:cs typeface="Segoe UI"/>
              </ns6:defRPr>
            </ns6:pPr>
            <ns6:r>
              <ns6:rPr sz="2250" b="1">
                <ns6:solidFill>
                  <ns6:srgbClr val="192E3B"/>
                </ns6:solidFill>
                <ns6:latin typeface="Segoe UI"/>
                <ns6:ea typeface="Segoe UI"/>
                <ns6:cs typeface="Segoe UI"/>
              </ns6:rPr>
              <ns6:t>BLUE</ns6:t>
            </ns6:r>
          </ns6:p>
        </p:txBody>
      </p:sp>
      <p:sp>
        <p:nvSpPr>
          <p:cNvPr id="7" name="meaning-BLUE">
            <a:extLst xmlns:a="http://schemas.openxmlformats.org/drawingml/2006/main">
              <a:ext uri="{FF2B5EF4-FFF2-40B4-BE49-F238E27FC236}">
                <a16:creationId xmlns:a16="http://schemas.microsoft.com/office/drawing/2014/main" id="{CDF251E3-E345-41D1-8BEE-C65B6EF111D5}"/>
              </a:ext>
            </a:extLst>
          </p:cNvPr>
          <p:cNvSpPr>
            <a:spLocks xmlns:a="http://schemas.openxmlformats.org/drawingml/2006/main" noGrp="1"/>
          </p:cNvSpPr>
          <p:nvPr/>
        </p:nvSpPr>
        <p:spPr>
          <a:xfrm xmlns:a="http://schemas.openxmlformats.org/drawingml/2006/main">
            <a:off x="6858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7:p xmlns:ns7="http://schemas.openxmlformats.org/drawingml/2006/main">
            <ns7:pPr>
              <ns7:defRPr sz="2100" b="0">
                <ns7:solidFill>
                  <ns7:srgbClr val="192E3B"/>
                </ns7:solidFill>
                <ns7:latin typeface="Segoe UI"/>
                <ns7:ea typeface="Segoe UI"/>
                <ns7:cs typeface="Segoe UI"/>
              </ns7:defRPr>
            </ns7:pPr>
            <ns7:r>
              <ns7:rPr sz="2100" b="0">
                <ns7:solidFill>
                  <ns7:srgbClr val="192E3B"/>
                </ns7:solidFill>
                <ns7:latin typeface="Segoe UI"/>
                <ns7:ea typeface="Segoe UI"/>
                <ns7:cs typeface="Segoe UI"/>
              </ns7:rPr>
              <ns7:t>Low energy</ns7:t>
            </ns7:r>
          </ns7:p>
        </p:txBody>
      </p:sp>
      <p:sp>
        <p:nvSpPr>
          <p:cNvPr id="8" name="colour-GREEN">
            <a:extLst xmlns:a="http://schemas.openxmlformats.org/drawingml/2006/main">
              <a:ext uri="{FF2B5EF4-FFF2-40B4-BE49-F238E27FC236}">
                <a16:creationId xmlns:a16="http://schemas.microsoft.com/office/drawing/2014/main" id="{B98FDC18-CAE9-4DE6-AFD5-FF0B74D52311}"/>
              </a:ext>
            </a:extLst>
          </p:cNvPr>
          <p:cNvSpPr>
            <a:spLocks xmlns:a="http://schemas.openxmlformats.org/drawingml/2006/main" noGrp="1"/>
          </p:cNvSpPr>
          <p:nvPr/>
        </p:nvSpPr>
        <p:spPr>
          <a:xfrm xmlns:a="http://schemas.openxmlformats.org/drawingml/2006/main">
            <a:off x="3333750" y="2286000"/>
            <a:ext cx="2571750" cy="1190625"/>
          </a:xfrm>
          <a:prstGeom xmlns:a="http://schemas.openxmlformats.org/drawingml/2006/main" prst="rect">
            <a:avLst/>
          </a:prstGeom>
          <a:solidFill xmlns:a="http://schemas.openxmlformats.org/drawingml/2006/main">
            <a:srgbClr val="E3F0E5"/>
          </a:solidFill>
          <a:ln xmlns:a="http://schemas.openxmlformats.org/drawingml/2006/main" w="0">
            <a:noFill/>
            <a:prstDash val="solid"/>
          </a:ln>
        </p:spPr>
      </p:sp>
      <p:sp>
        <p:nvSpPr>
          <p:cNvPr id="9" name="label-GREEN">
            <a:extLst xmlns:a="http://schemas.openxmlformats.org/drawingml/2006/main">
              <a:ext uri="{FF2B5EF4-FFF2-40B4-BE49-F238E27FC236}">
                <a16:creationId xmlns:a16="http://schemas.microsoft.com/office/drawing/2014/main" id="{AC969D89-A8A2-479A-A828-4E5A538B653D}"/>
              </a:ext>
            </a:extLst>
          </p:cNvPr>
          <p:cNvSpPr>
            <a:spLocks xmlns:a="http://schemas.openxmlformats.org/drawingml/2006/main" noGrp="1"/>
          </p:cNvSpPr>
          <p:nvPr/>
        </p:nvSpPr>
        <p:spPr>
          <a:xfrm xmlns:a="http://schemas.openxmlformats.org/drawingml/2006/main">
            <a:off x="34861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8:p xmlns:ns8="http://schemas.openxmlformats.org/drawingml/2006/main">
            <ns8:pPr>
              <ns8:defRPr sz="2250" b="1">
                <ns8:solidFill>
                  <ns8:srgbClr val="192E3B"/>
                </ns8:solidFill>
                <ns8:latin typeface="Segoe UI"/>
                <ns8:ea typeface="Segoe UI"/>
                <ns8:cs typeface="Segoe UI"/>
              </ns8:defRPr>
            </ns8:pPr>
            <ns8:r>
              <ns8:rPr sz="2250" b="1">
                <ns8:solidFill>
                  <ns8:srgbClr val="192E3B"/>
                </ns8:solidFill>
                <ns8:latin typeface="Segoe UI"/>
                <ns8:ea typeface="Segoe UI"/>
                <ns8:cs typeface="Segoe UI"/>
              </ns8:rPr>
              <ns8:t>GREEN</ns8:t>
            </ns8:r>
          </ns8:p>
        </p:txBody>
      </p:sp>
      <p:sp>
        <p:nvSpPr>
          <p:cNvPr id="10" name="meaning-GREEN">
            <a:extLst xmlns:a="http://schemas.openxmlformats.org/drawingml/2006/main">
              <a:ext uri="{FF2B5EF4-FFF2-40B4-BE49-F238E27FC236}">
                <a16:creationId xmlns:a16="http://schemas.microsoft.com/office/drawing/2014/main" id="{41D81F4E-510F-495A-AD85-E501AA41C507}"/>
              </a:ext>
            </a:extLst>
          </p:cNvPr>
          <p:cNvSpPr>
            <a:spLocks xmlns:a="http://schemas.openxmlformats.org/drawingml/2006/main" noGrp="1"/>
          </p:cNvSpPr>
          <p:nvPr/>
        </p:nvSpPr>
        <p:spPr>
          <a:xfrm xmlns:a="http://schemas.openxmlformats.org/drawingml/2006/main">
            <a:off x="34861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9:p xmlns:ns9="http://schemas.openxmlformats.org/drawingml/2006/main">
            <ns9:pPr>
              <ns9:defRPr sz="2100" b="0">
                <ns9:solidFill>
                  <ns9:srgbClr val="192E3B"/>
                </ns9:solidFill>
                <ns9:latin typeface="Segoe UI"/>
                <ns9:ea typeface="Segoe UI"/>
                <ns9:cs typeface="Segoe UI"/>
              </ns9:defRPr>
            </ns9:pPr>
            <ns9:r>
              <ns9:rPr sz="2100" b="0">
                <ns9:solidFill>
                  <ns9:srgbClr val="192E3B"/>
                </ns9:solidFill>
                <ns9:latin typeface="Segoe UI"/>
                <ns9:ea typeface="Segoe UI"/>
                <ns9:cs typeface="Segoe UI"/>
              </ns9:rPr>
              <ns9:t>Ready</ns9:t>
            </ns9:r>
          </ns9:p>
        </p:txBody>
      </p:sp>
      <p:sp>
        <p:nvSpPr>
          <p:cNvPr id="11" name="colour-AMBER">
            <a:extLst xmlns:a="http://schemas.openxmlformats.org/drawingml/2006/main">
              <a:ext uri="{FF2B5EF4-FFF2-40B4-BE49-F238E27FC236}">
                <a16:creationId xmlns:a16="http://schemas.microsoft.com/office/drawing/2014/main" id="{4AFCE4A6-57BD-40A7-B363-8D30B9466845}"/>
              </a:ext>
            </a:extLst>
          </p:cNvPr>
          <p:cNvSpPr>
            <a:spLocks xmlns:a="http://schemas.openxmlformats.org/drawingml/2006/main" noGrp="1"/>
          </p:cNvSpPr>
          <p:nvPr/>
        </p:nvSpPr>
        <p:spPr>
          <a:xfrm xmlns:a="http://schemas.openxmlformats.org/drawingml/2006/main">
            <a:off x="6134100" y="2286000"/>
            <a:ext cx="2571750" cy="1190625"/>
          </a:xfrm>
          <a:prstGeom xmlns:a="http://schemas.openxmlformats.org/drawingml/2006/main" prst="rect">
            <a:avLst/>
          </a:prstGeom>
          <a:solidFill xmlns:a="http://schemas.openxmlformats.org/drawingml/2006/main">
            <a:srgbClr val="FFF0C9"/>
          </a:solidFill>
          <a:ln xmlns:a="http://schemas.openxmlformats.org/drawingml/2006/main" w="0">
            <a:noFill/>
            <a:prstDash val="solid"/>
          </a:ln>
        </p:spPr>
      </p:sp>
      <p:sp>
        <p:nvSpPr>
          <p:cNvPr id="12" name="label-AMBER">
            <a:extLst xmlns:a="http://schemas.openxmlformats.org/drawingml/2006/main">
              <a:ext uri="{FF2B5EF4-FFF2-40B4-BE49-F238E27FC236}">
                <a16:creationId xmlns:a16="http://schemas.microsoft.com/office/drawing/2014/main" id="{22F2E564-8BE9-494A-B500-C665AC179C7F}"/>
              </a:ext>
            </a:extLst>
          </p:cNvPr>
          <p:cNvSpPr>
            <a:spLocks xmlns:a="http://schemas.openxmlformats.org/drawingml/2006/main" noGrp="1"/>
          </p:cNvSpPr>
          <p:nvPr/>
        </p:nvSpPr>
        <p:spPr>
          <a:xfrm xmlns:a="http://schemas.openxmlformats.org/drawingml/2006/main">
            <a:off x="62865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10:p xmlns:ns10="http://schemas.openxmlformats.org/drawingml/2006/main">
            <ns10:pPr>
              <ns10:defRPr sz="2250" b="1">
                <ns10:solidFill>
                  <ns10:srgbClr val="192E3B"/>
                </ns10:solidFill>
                <ns10:latin typeface="Segoe UI"/>
                <ns10:ea typeface="Segoe UI"/>
                <ns10:cs typeface="Segoe UI"/>
              </ns10:defRPr>
            </ns10:pPr>
            <ns10:r>
              <ns10:rPr sz="2250" b="1">
                <ns10:solidFill>
                  <ns10:srgbClr val="192E3B"/>
                </ns10:solidFill>
                <ns10:latin typeface="Segoe UI"/>
                <ns10:ea typeface="Segoe UI"/>
                <ns10:cs typeface="Segoe UI"/>
              </ns10:rPr>
              <ns10:t>AMBER</ns10:t>
            </ns10:r>
          </ns10:p>
        </p:txBody>
      </p:sp>
      <p:sp>
        <p:nvSpPr>
          <p:cNvPr id="13" name="meaning-AMBER">
            <a:extLst xmlns:a="http://schemas.openxmlformats.org/drawingml/2006/main">
              <a:ext uri="{FF2B5EF4-FFF2-40B4-BE49-F238E27FC236}">
                <a16:creationId xmlns:a16="http://schemas.microsoft.com/office/drawing/2014/main" id="{D5CB1260-5566-4770-ACFE-F1034DA5AFCF}"/>
              </a:ext>
            </a:extLst>
          </p:cNvPr>
          <p:cNvSpPr>
            <a:spLocks xmlns:a="http://schemas.openxmlformats.org/drawingml/2006/main" noGrp="1"/>
          </p:cNvSpPr>
          <p:nvPr/>
        </p:nvSpPr>
        <p:spPr>
          <a:xfrm xmlns:a="http://schemas.openxmlformats.org/drawingml/2006/main">
            <a:off x="62865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11:p xmlns:ns11="http://schemas.openxmlformats.org/drawingml/2006/main">
            <ns11:pPr>
              <ns11:defRPr sz="2100" b="0">
                <ns11:solidFill>
                  <ns11:srgbClr val="192E3B"/>
                </ns11:solidFill>
                <ns11:latin typeface="Segoe UI"/>
                <ns11:ea typeface="Segoe UI"/>
                <ns11:cs typeface="Segoe UI"/>
              </ns11:defRPr>
            </ns11:pPr>
            <ns11:r>
              <ns11:rPr sz="2100" b="0">
                <ns11:solidFill>
                  <ns11:srgbClr val="192E3B"/>
                </ns11:solidFill>
                <ns11:latin typeface="Segoe UI"/>
                <ns11:ea typeface="Segoe UI"/>
                <ns11:cs typeface="Segoe UI"/>
              </ns11:rPr>
              <ns11:t>Pause</ns11:t>
            </ns11:r>
          </ns11:p>
        </p:txBody>
      </p:sp>
      <p:sp>
        <p:nvSpPr>
          <p:cNvPr id="14" name="colour-RED">
            <a:extLst xmlns:a="http://schemas.openxmlformats.org/drawingml/2006/main">
              <a:ext uri="{FF2B5EF4-FFF2-40B4-BE49-F238E27FC236}">
                <a16:creationId xmlns:a16="http://schemas.microsoft.com/office/drawing/2014/main" id="{70E1026E-BACD-4BB9-996B-CB880CC9A9EC}"/>
              </a:ext>
            </a:extLst>
          </p:cNvPr>
          <p:cNvSpPr>
            <a:spLocks xmlns:a="http://schemas.openxmlformats.org/drawingml/2006/main" noGrp="1"/>
          </p:cNvSpPr>
          <p:nvPr/>
        </p:nvSpPr>
        <p:spPr>
          <a:xfrm xmlns:a="http://schemas.openxmlformats.org/drawingml/2006/main">
            <a:off x="8934450" y="2286000"/>
            <a:ext cx="2571750" cy="1190625"/>
          </a:xfrm>
          <a:prstGeom xmlns:a="http://schemas.openxmlformats.org/drawingml/2006/main" prst="rect">
            <a:avLst/>
          </a:prstGeom>
          <a:solidFill xmlns:a="http://schemas.openxmlformats.org/drawingml/2006/main">
            <a:srgbClr val="F9E4E2"/>
          </a:solidFill>
          <a:ln xmlns:a="http://schemas.openxmlformats.org/drawingml/2006/main" w="0">
            <a:noFill/>
            <a:prstDash val="solid"/>
          </a:ln>
        </p:spPr>
      </p:sp>
      <p:sp>
        <p:nvSpPr>
          <p:cNvPr id="15" name="label-RED">
            <a:extLst xmlns:a="http://schemas.openxmlformats.org/drawingml/2006/main">
              <a:ext uri="{FF2B5EF4-FFF2-40B4-BE49-F238E27FC236}">
                <a16:creationId xmlns:a16="http://schemas.microsoft.com/office/drawing/2014/main" id="{D2F7DEA7-6AD5-474E-89F3-A3E818FBFBAE}"/>
              </a:ext>
            </a:extLst>
          </p:cNvPr>
          <p:cNvSpPr>
            <a:spLocks xmlns:a="http://schemas.openxmlformats.org/drawingml/2006/main" noGrp="1"/>
          </p:cNvSpPr>
          <p:nvPr/>
        </p:nvSpPr>
        <p:spPr>
          <a:xfrm xmlns:a="http://schemas.openxmlformats.org/drawingml/2006/main">
            <a:off x="90868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12:p xmlns:ns12="http://schemas.openxmlformats.org/drawingml/2006/main">
            <ns12:pPr>
              <ns12:defRPr sz="2250" b="1">
                <ns12:solidFill>
                  <ns12:srgbClr val="192E3B"/>
                </ns12:solidFill>
                <ns12:latin typeface="Segoe UI"/>
                <ns12:ea typeface="Segoe UI"/>
                <ns12:cs typeface="Segoe UI"/>
              </ns12:defRPr>
            </ns12:pPr>
            <ns12:r>
              <ns12:rPr sz="2250" b="1">
                <ns12:solidFill>
                  <ns12:srgbClr val="192E3B"/>
                </ns12:solidFill>
                <ns12:latin typeface="Segoe UI"/>
                <ns12:ea typeface="Segoe UI"/>
                <ns12:cs typeface="Segoe UI"/>
              </ns12:rPr>
              <ns12:t>RED</ns12:t>
            </ns12:r>
          </ns12:p>
        </p:txBody>
      </p:sp>
      <p:sp>
        <p:nvSpPr>
          <p:cNvPr id="16" name="meaning-RED">
            <a:extLst xmlns:a="http://schemas.openxmlformats.org/drawingml/2006/main">
              <a:ext uri="{FF2B5EF4-FFF2-40B4-BE49-F238E27FC236}">
                <a16:creationId xmlns:a16="http://schemas.microsoft.com/office/drawing/2014/main" id="{BE7AA5DE-A0C3-457E-8B60-957A7765DAB5}"/>
              </a:ext>
            </a:extLst>
          </p:cNvPr>
          <p:cNvSpPr>
            <a:spLocks xmlns:a="http://schemas.openxmlformats.org/drawingml/2006/main" noGrp="1"/>
          </p:cNvSpPr>
          <p:nvPr/>
        </p:nvSpPr>
        <p:spPr>
          <a:xfrm xmlns:a="http://schemas.openxmlformats.org/drawingml/2006/main">
            <a:off x="90868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13:p xmlns:ns13="http://schemas.openxmlformats.org/drawingml/2006/main">
            <ns13:pPr>
              <ns13:defRPr sz="2100" b="0">
                <ns13:solidFill>
                  <ns13:srgbClr val="192E3B"/>
                </ns13:solidFill>
                <ns13:latin typeface="Segoe UI"/>
                <ns13:ea typeface="Segoe UI"/>
                <ns13:cs typeface="Segoe UI"/>
              </ns13:defRPr>
            </ns13:pPr>
            <ns13:r>
              <ns13:rPr sz="2100" b="0">
                <ns13:solidFill>
                  <ns13:srgbClr val="192E3B"/>
                </ns13:solidFill>
                <ns13:latin typeface="Segoe UI"/>
                <ns13:ea typeface="Segoe UI"/>
                <ns13:cs typeface="Segoe UI"/>
              </ns13:rPr>
              <ns13:t>Adult help</ns13:t>
            </ns13:r>
          </ns13:p>
        </p:txBody>
      </p:sp>
      <p:sp>
        <p:nvSpPr>
          <p:cNvPr id="17" name="reset">
            <a:extLst xmlns:a="http://schemas.openxmlformats.org/drawingml/2006/main">
              <a:ext uri="{FF2B5EF4-FFF2-40B4-BE49-F238E27FC236}">
                <a16:creationId xmlns:a16="http://schemas.microsoft.com/office/drawing/2014/main" id="{A4849A8E-7F49-426C-B88E-EBC3350D6C84}"/>
              </a:ext>
            </a:extLst>
          </p:cNvPr>
          <p:cNvSpPr>
            <a:spLocks xmlns:a="http://schemas.openxmlformats.org/drawingml/2006/main" noGrp="1"/>
          </p:cNvSpPr>
          <p:nvPr/>
        </p:nvSpPr>
        <p:spPr>
          <a:xfrm xmlns:a="http://schemas.openxmlformats.org/drawingml/2006/main">
            <a:off x="533400" y="4000500"/>
            <a:ext cx="1095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14:p xmlns:ns14="http://schemas.openxmlformats.org/drawingml/2006/main">
            <ns14:pPr>
              <ns14:defRPr sz="2250" b="0">
                <ns14:solidFill>
                  <ns14:srgbClr val="192E3B"/>
                </ns14:solidFill>
                <ns14:latin typeface="Segoe UI"/>
                <ns14:ea typeface="Segoe UI"/>
                <ns14:cs typeface="Segoe UI"/>
              </ns14:defRPr>
            </ns14:pPr>
            <ns14:r>
              <ns14:rPr sz="2250" b="0">
                <ns14:solidFill>
                  <ns14:srgbClr val="192E3B"/>
                </ns14:solidFill>
                <ns14:latin typeface="Segoe UI"/>
                <ns14:ea typeface="Segoe UI"/>
                <ns14:cs typeface="Segoe UI"/>
              </ns14:rPr>
              <ns14:t>Reset: water, stretch, quiet seat or adult.</ns14:t>
            </ns14:r>
          </ns14:p>
          <ns15:p xmlns:ns15="http://schemas.openxmlformats.org/drawingml/2006/main">
            <ns15:pPr>
              <ns15:defRPr sz="2250" b="0">
                <ns15:solidFill>
                  <ns15:srgbClr val="192E3B"/>
                </ns15:solidFill>
                <ns15:latin typeface="Segoe UI"/>
                <ns15:ea typeface="Segoe UI"/>
                <ns15:cs typeface="Segoe UI"/>
              </ns15:defRPr>
            </ns15:pPr>
            <ns15:r>
              <ns15:rPr sz="2250" b="0">
                <ns15:solidFill>
                  <ns15:srgbClr val="192E3B"/>
                </ns15:solidFill>
                <ns15:latin typeface="Segoe UI"/>
                <ns15:ea typeface="Segoe UI"/>
                <ns15:cs typeface="Segoe UI"/>
              </ns15:rPr>
              <ns15:t/>
            </ns15:r>
          </ns15:p>
          <ns16:p xmlns:ns16="http://schemas.openxmlformats.org/drawingml/2006/main">
            <ns16:pPr>
              <ns16:defRPr sz="2250" b="0">
                <ns16:solidFill>
                  <ns16:srgbClr val="192E3B"/>
                </ns16:solidFill>
                <ns16:latin typeface="Segoe UI"/>
                <ns16:ea typeface="Segoe UI"/>
                <ns16:cs typeface="Segoe UI"/>
              </ns16:defRPr>
            </ns16:pPr>
            <ns16:r>
              <ns16:rPr sz="2250" b="0">
                <ns16:solidFill>
                  <ns16:srgbClr val="192E3B"/>
                </ns16:solidFill>
                <ns16:latin typeface="Segoe UI"/>
                <ns16:ea typeface="Segoe UI"/>
                <ns16:cs typeface="Segoe UI"/>
              </ns16:rPr>
              <ns16:t>I feel __. I can start with __.</ns16:t>
            </ns16:r>
          </ns16:p>
        </p:txBody>
      </p:sp>
      <p:sp>
        <p:nvSpPr>
          <p:cNvPr id="18" name="credit">
            <a:extLst xmlns:a="http://schemas.openxmlformats.org/drawingml/2006/main">
              <a:ext uri="{FF2B5EF4-FFF2-40B4-BE49-F238E27FC236}">
                <a16:creationId xmlns:a16="http://schemas.microsoft.com/office/drawing/2014/main" id="{C4CF164F-E43F-470B-9851-764A85A266B1}"/>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3:p xmlns:ns3="http://schemas.openxmlformats.org/drawingml/2006/main">
            <ns3:pPr>
              <ns3:defRPr sz="788" b="0">
                <ns3:solidFill>
                  <ns3:srgbClr val="566574"/>
                </ns3:solidFill>
                <ns3:latin typeface="Segoe UI"/>
                <ns3:ea typeface="Segoe UI"/>
                <ns3:cs typeface="Segoe UI"/>
              </ns3:defRPr>
            </ns3:pPr>
            <ns3:r>
              <ns3:rPr sz="788" b="0">
                <ns3:solidFill>
                  <ns3:srgbClr val="566574"/>
                </ns3:solidFill>
                <ns3:latin typeface="Segoe UI"/>
                <ns3:ea typeface="Segoe UI"/>
                <ns3:cs typeface="Segoe UI"/>
              </ns3:rPr>
              <ns3:t>Made by Matt · © Matt Roper · CC BY-NC-SA 4.0: free for classroom use, share and adapt with credit, no resale</ns3:t>
            </ns3:r>
          </ns3:p>
        </p:txBody>
      </p:sp>
      <p:sp>
        <p:nvSpPr>
          <p:cNvPr id="19" name="page-number">
            <a:extLst xmlns:a="http://schemas.openxmlformats.org/drawingml/2006/main">
              <a:ext uri="{FF2B5EF4-FFF2-40B4-BE49-F238E27FC236}">
                <a16:creationId xmlns:a16="http://schemas.microsoft.com/office/drawing/2014/main" id="{E73C554A-C72D-4384-A1BF-7D8516B6AA5F}"/>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2:p xmlns:ns2="http://schemas.openxmlformats.org/drawingml/2006/main">
            <ns2:pPr>
              <ns2:defRPr sz="1050" b="0">
                <ns2:solidFill>
                  <ns2:srgbClr val="566574"/>
                </ns2:solidFill>
                <ns2:latin typeface="Segoe UI"/>
                <ns2:ea typeface="Segoe UI"/>
                <ns2:cs typeface="Segoe UI"/>
              </ns2:defRPr>
            </ns2:pPr>
            <ns2:r>
              <ns2:rPr sz="1050" b="0">
                <ns2:solidFill>
                  <ns2:srgbClr val="566574"/>
                </ns2:solidFill>
                <ns2:latin typeface="Segoe UI"/>
                <ns2:ea typeface="Segoe UI"/>
                <ns2:cs typeface="Segoe UI"/>
              </ns2:rPr>
              <ns2:t>02</ns2:t>
            </ns2:r>
          </ns2:p>
        </p:txBody>
      </p:sp>
    </p:spTree>
    <p:extLst>
      <p:ext uri="{BB962C8B-B14F-4D97-AF65-F5344CB8AC3E}">
        <p14:creationId xmlns:p14="http://schemas.microsoft.com/office/powerpoint/2010/main" val="1919646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1669DC02-771F-4F34-A91E-536D28B6F961}"/>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7:p xmlns:ns7="http://schemas.openxmlformats.org/drawingml/2006/main">
            <ns7:pPr>
              <ns7:defRPr sz="1200" b="0">
                <ns7:solidFill>
                  <ns7:srgbClr val="566574"/>
                </ns7:solidFill>
                <ns7:latin typeface="Segoe UI"/>
                <ns7:ea typeface="Segoe UI"/>
                <ns7:cs typeface="Segoe UI"/>
              </ns7:defRPr>
            </ns7:pPr>
            <ns7:r>
              <ns7:rPr sz="1200" b="0">
                <ns7:solidFill>
                  <ns7:srgbClr val="566574"/>
                </ns7:solidFill>
                <ns7:latin typeface="Segoe UI"/>
                <ns7:ea typeface="Segoe UI"/>
                <ns7:cs typeface="Segoe UI"/>
              </ns7:rPr>
              <ns7:t>COMM-GROW-A2-W02  ·  Lesson 7a</ns7:t>
            </ns7:r>
          </ns7:p>
        </p:txBody>
      </p:sp>
      <p:sp>
        <p:nvSpPr>
          <p:cNvPr id="2" name="edition">
            <a:extLst xmlns:a="http://schemas.openxmlformats.org/drawingml/2006/main">
              <a:ext uri="{FF2B5EF4-FFF2-40B4-BE49-F238E27FC236}">
                <a16:creationId xmlns:a16="http://schemas.microsoft.com/office/drawing/2014/main" id="{C886C5B7-F7F6-4A61-916A-39D0BABAFD7E}"/>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8:p xmlns:ns8="http://schemas.openxmlformats.org/drawingml/2006/main">
            <ns8:pPr>
              <ns8:defRPr sz="1050" b="0">
                <ns8:solidFill>
                  <ns8:srgbClr val="566574"/>
                </ns8:solidFill>
                <ns8:latin typeface="Segoe UI"/>
                <ns8:ea typeface="Segoe UI"/>
                <ns8:cs typeface="Segoe UI"/>
              </ns8:defRPr>
            </ns8:pPr>
            <ns8:r>
              <ns8:rPr sz="1050" b="0">
                <ns8:solidFill>
                  <ns8:srgbClr val="566574"/>
                </ns8:solidFill>
                <ns8:latin typeface="Segoe UI"/>
                <ns8:ea typeface="Segoe UI"/>
                <ns8:cs typeface="Segoe UI"/>
              </ns8:rPr>
              <ns8:t>Public edition</ns8:t>
            </ns8:r>
          </ns8:p>
        </p:txBody>
      </p:sp>
      <p:sp>
        <p:nvSpPr>
          <p:cNvPr id="3" name="stage-title">
            <a:extLst xmlns:a="http://schemas.openxmlformats.org/drawingml/2006/main">
              <a:ext uri="{FF2B5EF4-FFF2-40B4-BE49-F238E27FC236}">
                <a16:creationId xmlns:a16="http://schemas.microsoft.com/office/drawing/2014/main" id="{06F440CA-951A-42DF-8857-24D6304E6AA2}"/>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1:p xmlns:ns11="http://schemas.openxmlformats.org/drawingml/2006/main">
            <ns11:pPr>
              <ns11:defRPr sz="3300" b="1">
                <ns11:solidFill>
                  <ns11:srgbClr val="345D70"/>
                </ns11:solidFill>
                <ns11:latin typeface="Segoe UI"/>
                <ns11:ea typeface="Segoe UI"/>
                <ns11:cs typeface="Segoe UI"/>
              </ns11:defRPr>
            </ns11:pPr>
            <ns11:r>
              <ns11:rPr sz="3300" b="1">
                <ns11:solidFill>
                  <ns11:srgbClr val="345D70"/>
                </ns11:solidFill>
                <ns11:latin typeface="Segoe UI"/>
                <ns11:ea typeface="Segoe UI"/>
                <ns11:cs typeface="Segoe UI"/>
              </ns11:rPr>
              <ns11:t>Retrieval</ns11:t>
            </ns11:r>
          </ns11:p>
        </p:txBody>
      </p:sp>
      <p:sp>
        <p:nvSpPr>
          <p:cNvPr id="4" name="pupil-body">
            <a:extLst xmlns:a="http://schemas.openxmlformats.org/drawingml/2006/main">
              <a:ext uri="{FF2B5EF4-FFF2-40B4-BE49-F238E27FC236}">
                <a16:creationId xmlns:a16="http://schemas.microsoft.com/office/drawing/2014/main" id="{6F481DA5-A03B-47C3-8A03-093C7E27C523}"/>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What job did we choose in Lesson 6?</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What did our trial tell us to change?</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Point to the next step on the bench mat.</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A batch is food made in one go. A label tells us about it.</ns6:t>
            </ns6:r>
          </ns6:p>
        </p:txBody>
      </p:sp>
      <p:sp>
        <p:nvSpPr>
          <p:cNvPr id="5" name="credit">
            <a:extLst xmlns:a="http://schemas.openxmlformats.org/drawingml/2006/main">
              <a:ext uri="{FF2B5EF4-FFF2-40B4-BE49-F238E27FC236}">
                <a16:creationId xmlns:a16="http://schemas.microsoft.com/office/drawing/2014/main" id="{9D4A936B-D68C-4A8F-AB55-CB5E62932845}"/>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0:p xmlns:ns10="http://schemas.openxmlformats.org/drawingml/2006/main">
            <ns10:pPr>
              <ns10:defRPr sz="788" b="0">
                <ns10:solidFill>
                  <ns10:srgbClr val="566574"/>
                </ns10:solidFill>
                <ns10:latin typeface="Segoe UI"/>
                <ns10:ea typeface="Segoe UI"/>
                <ns10:cs typeface="Segoe UI"/>
              </ns10:defRPr>
            </ns10:pPr>
            <ns10:r>
              <ns10:rPr sz="788" b="0">
                <ns10:solidFill>
                  <ns10:srgbClr val="566574"/>
                </ns10:solidFill>
                <ns10:latin typeface="Segoe UI"/>
                <ns10:ea typeface="Segoe UI"/>
                <ns10:cs typeface="Segoe UI"/>
              </ns10:rPr>
              <ns10:t>Made by Matt · © Matt Roper · CC BY-NC-SA 4.0: free for classroom use, share and adapt with credit, no resale</ns10:t>
            </ns10:r>
          </ns10:p>
        </p:txBody>
      </p:sp>
      <p:sp>
        <p:nvSpPr>
          <p:cNvPr id="6" name="page-number">
            <a:extLst xmlns:a="http://schemas.openxmlformats.org/drawingml/2006/main">
              <a:ext uri="{FF2B5EF4-FFF2-40B4-BE49-F238E27FC236}">
                <a16:creationId xmlns:a16="http://schemas.microsoft.com/office/drawing/2014/main" id="{7E59A0B6-8CA4-4846-B97F-B3326C2C53A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9:p xmlns:ns9="http://schemas.openxmlformats.org/drawingml/2006/main">
            <ns9:pPr>
              <ns9:defRPr sz="1050" b="0">
                <ns9:solidFill>
                  <ns9:srgbClr val="566574"/>
                </ns9:solidFill>
                <ns9:latin typeface="Segoe UI"/>
                <ns9:ea typeface="Segoe UI"/>
                <ns9:cs typeface="Segoe UI"/>
              </ns9:defRPr>
            </ns9:pPr>
            <ns9:r>
              <ns9:rPr sz="1050" b="0">
                <ns9:solidFill>
                  <ns9:srgbClr val="566574"/>
                </ns9:solidFill>
                <ns9:latin typeface="Segoe UI"/>
                <ns9:ea typeface="Segoe UI"/>
                <ns9:cs typeface="Segoe UI"/>
              </ns9:rPr>
              <ns9:t>03</ns9:t>
            </ns9:r>
          </ns9:p>
        </p:txBody>
      </p:sp>
    </p:spTree>
    <p:extLst>
      <p:ext uri="{BB962C8B-B14F-4D97-AF65-F5344CB8AC3E}">
        <p14:creationId xmlns:p14="http://schemas.microsoft.com/office/powerpoint/2010/main" val="4556298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298DB20D-35BB-4135-A6D9-E5BDC237931F}"/>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1:p xmlns:ns11="http://schemas.openxmlformats.org/drawingml/2006/main">
            <ns11:pPr>
              <ns11:defRPr sz="1200" b="0">
                <ns11:solidFill>
                  <ns11:srgbClr val="566574"/>
                </ns11:solidFill>
                <ns11:latin typeface="Segoe UI"/>
                <ns11:ea typeface="Segoe UI"/>
                <ns11:cs typeface="Segoe UI"/>
              </ns11:defRPr>
            </ns11:pPr>
            <ns11:r>
              <ns11:rPr sz="1200" b="0">
                <ns11:solidFill>
                  <ns11:srgbClr val="566574"/>
                </ns11:solidFill>
                <ns11:latin typeface="Segoe UI"/>
                <ns11:ea typeface="Segoe UI"/>
                <ns11:cs typeface="Segoe UI"/>
              </ns11:rPr>
              <ns11:t>COMM-GROW-A2-W02  ·  Lesson 7a</ns11:t>
            </ns11:r>
          </ns11:p>
        </p:txBody>
      </p:sp>
      <p:sp>
        <p:nvSpPr>
          <p:cNvPr id="2" name="edition">
            <a:extLst xmlns:a="http://schemas.openxmlformats.org/drawingml/2006/main">
              <a:ext uri="{FF2B5EF4-FFF2-40B4-BE49-F238E27FC236}">
                <a16:creationId xmlns:a16="http://schemas.microsoft.com/office/drawing/2014/main" id="{67595B15-DB1F-450E-A631-FDA2C9E31E3E}"/>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Public edition</ns12:t>
            </ns12:r>
          </ns12:p>
        </p:txBody>
      </p:sp>
      <p:sp>
        <p:nvSpPr>
          <p:cNvPr id="3" name="stage-title">
            <a:extLst xmlns:a="http://schemas.openxmlformats.org/drawingml/2006/main">
              <a:ext uri="{FF2B5EF4-FFF2-40B4-BE49-F238E27FC236}">
                <a16:creationId xmlns:a16="http://schemas.microsoft.com/office/drawing/2014/main" id="{AFDCB2D3-6D2C-4FBE-A631-D18A50612295}"/>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5:p xmlns:ns15="http://schemas.openxmlformats.org/drawingml/2006/main">
            <ns15:pPr>
              <ns15:defRPr sz="3300" b="1">
                <ns15:solidFill>
                  <ns15:srgbClr val="345D70"/>
                </ns15:solidFill>
                <ns15:latin typeface="Segoe UI"/>
                <ns15:ea typeface="Segoe UI"/>
                <ns15:cs typeface="Segoe UI"/>
              </ns15:defRPr>
            </ns15:pPr>
            <ns15:r>
              <ns15:rPr sz="3300" b="1">
                <ns15:solidFill>
                  <ns15:srgbClr val="345D70"/>
                </ns15:solidFill>
                <ns15:latin typeface="Segoe UI"/>
                <ns15:ea typeface="Segoe UI"/>
                <ns15:cs typeface="Segoe UI"/>
              </ns15:rPr>
              <ns15:t>Today</ns15:t>
            </ns15:r>
          </ns15:p>
        </p:txBody>
      </p:sp>
      <p:sp>
        <p:nvSpPr>
          <p:cNvPr id="4" name="pupil-body">
            <a:extLst xmlns:a="http://schemas.openxmlformats.org/drawingml/2006/main">
              <a:ext uri="{FF2B5EF4-FFF2-40B4-BE49-F238E27FC236}">
                <a16:creationId xmlns:a16="http://schemas.microsoft.com/office/drawing/2014/main" id="{2CFCD06F-291C-4C42-BBD7-77633E7B1978}"/>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Practise one safe job at the bench.</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I can follow the steps.</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I can get my food label checked.</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I can show what I did.</ns6:t>
            </ns6:r>
          </ns6:p>
          <ns7:p xmlns:ns7="http://schemas.openxmlformats.org/drawingml/2006/main">
            <ns7:pPr>
              <ns7:defRPr sz="2400" b="0">
                <ns7:solidFill>
                  <ns7:srgbClr val="192E3B"/>
                </ns7:solidFill>
                <ns7:latin typeface="Segoe UI"/>
                <ns7:ea typeface="Segoe UI"/>
                <ns7:cs typeface="Segoe UI"/>
              </ns7:defRPr>
            </ns7:pPr>
            <ns7:r>
              <ns7:rPr sz="2400" b="0">
                <ns7:solidFill>
                  <ns7:srgbClr val="192E3B"/>
                </ns7:solidFill>
                <ns7:latin typeface="Segoe UI"/>
                <ns7:ea typeface="Segoe UI"/>
                <ns7:cs typeface="Segoe UI"/>
              </ns7:rPr>
              <ns7:t/>
            </ns7:r>
          </ns7:p>
          <ns8:p xmlns:ns8="http://schemas.openxmlformats.org/drawingml/2006/main">
            <ns8:pPr>
              <ns8:defRPr sz="2400" b="0">
                <ns8:solidFill>
                  <ns8:srgbClr val="192E3B"/>
                </ns8:solidFill>
                <ns8:latin typeface="Segoe UI"/>
                <ns8:ea typeface="Segoe UI"/>
                <ns8:cs typeface="Segoe UI"/>
              </ns8:defRPr>
            </ns8:pPr>
            <ns8:r>
              <ns8:rPr sz="2400" b="0">
                <ns8:solidFill>
                  <ns8:srgbClr val="192E3B"/>
                </ns8:solidFill>
                <ns8:latin typeface="Segoe UI"/>
                <ns8:ea typeface="Segoe UI"/>
                <ns8:cs typeface="Segoe UI"/>
              </ns8:rPr>
              <ns8:t>L7-E1 · My sale-day skills</ns8:t>
            </ns8:r>
          </ns8:p>
          <ns9:p xmlns:ns9="http://schemas.openxmlformats.org/drawingml/2006/main">
            <ns9:pPr>
              <ns9:defRPr sz="2400" b="0">
                <ns9:solidFill>
                  <ns9:srgbClr val="192E3B"/>
                </ns9:solidFill>
                <ns9:latin typeface="Segoe UI"/>
                <ns9:ea typeface="Segoe UI"/>
                <ns9:cs typeface="Segoe UI"/>
              </ns9:defRPr>
            </ns9:pPr>
            <ns9:r>
              <ns9:rPr sz="2400" b="0">
                <ns9:solidFill>
                  <ns9:srgbClr val="192E3B"/>
                </ns9:solidFill>
                <ns9:latin typeface="Segoe UI"/>
                <ns9:ea typeface="Segoe UI"/>
                <ns9:cs typeface="Segoe UI"/>
              </ns9:rPr>
              <ns9:t/>
            </ns9:r>
          </ns9:p>
          <ns10:p xmlns:ns10="http://schemas.openxmlformats.org/drawingml/2006/main">
            <ns10:pPr>
              <ns10:defRPr sz="2400" b="0">
                <ns10:solidFill>
                  <ns10:srgbClr val="192E3B"/>
                </ns10:solidFill>
                <ns10:latin typeface="Segoe UI"/>
                <ns10:ea typeface="Segoe UI"/>
                <ns10:cs typeface="Segoe UI"/>
              </ns10:defRPr>
            </ns10:pPr>
            <ns10:r>
              <ns10:rPr sz="2400" b="0">
                <ns10:solidFill>
                  <ns10:srgbClr val="192E3B"/>
                </ns10:solidFill>
                <ns10:latin typeface="Segoe UI"/>
                <ns10:ea typeface="Segoe UI"/>
                <ns10:cs typeface="Segoe UI"/>
              </ns10:rPr>
              <ns10:t>[AWARD] unit awards: [QUAL]; [QUAL].</ns10:t>
            </ns10:r>
          </ns10:p>
        </p:txBody>
      </p:sp>
      <p:sp>
        <p:nvSpPr>
          <p:cNvPr id="5" name="credit">
            <a:extLst xmlns:a="http://schemas.openxmlformats.org/drawingml/2006/main">
              <a:ext uri="{FF2B5EF4-FFF2-40B4-BE49-F238E27FC236}">
                <a16:creationId xmlns:a16="http://schemas.microsoft.com/office/drawing/2014/main" id="{00027057-8061-44EF-9D9D-A87B412944A0}"/>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4:p xmlns:ns14="http://schemas.openxmlformats.org/drawingml/2006/main">
            <ns14:pPr>
              <ns14:defRPr sz="788" b="0">
                <ns14:solidFill>
                  <ns14:srgbClr val="566574"/>
                </ns14:solidFill>
                <ns14:latin typeface="Segoe UI"/>
                <ns14:ea typeface="Segoe UI"/>
                <ns14:cs typeface="Segoe UI"/>
              </ns14:defRPr>
            </ns14:pPr>
            <ns14:r>
              <ns14:rPr sz="788" b="0">
                <ns14:solidFill>
                  <ns14:srgbClr val="566574"/>
                </ns14:solidFill>
                <ns14:latin typeface="Segoe UI"/>
                <ns14:ea typeface="Segoe UI"/>
                <ns14:cs typeface="Segoe UI"/>
              </ns14:rPr>
              <ns14:t>Made by Matt · © Matt Roper · CC BY-NC-SA 4.0: free for classroom use, share and adapt with credit, no resale</ns14:t>
            </ns14:r>
          </ns14:p>
        </p:txBody>
      </p:sp>
      <p:sp>
        <p:nvSpPr>
          <p:cNvPr id="6" name="page-number">
            <a:extLst xmlns:a="http://schemas.openxmlformats.org/drawingml/2006/main">
              <a:ext uri="{FF2B5EF4-FFF2-40B4-BE49-F238E27FC236}">
                <a16:creationId xmlns:a16="http://schemas.microsoft.com/office/drawing/2014/main" id="{F404B26A-FF01-48F7-9BAD-01CF42A866E0}"/>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04</ns13:t>
            </ns13:r>
          </ns13:p>
        </p:txBody>
      </p:sp>
    </p:spTree>
    <p:extLst>
      <p:ext uri="{BB962C8B-B14F-4D97-AF65-F5344CB8AC3E}">
        <p14:creationId xmlns:p14="http://schemas.microsoft.com/office/powerpoint/2010/main" val="3196774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D5AAA200-F5F3-41E8-8410-440AA824D504}"/>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9:p xmlns:ns9="http://schemas.openxmlformats.org/drawingml/2006/main">
            <ns9:pPr>
              <ns9:defRPr sz="1200" b="0">
                <ns9:solidFill>
                  <ns9:srgbClr val="566574"/>
                </ns9:solidFill>
                <ns9:latin typeface="Segoe UI"/>
                <ns9:ea typeface="Segoe UI"/>
                <ns9:cs typeface="Segoe UI"/>
              </ns9:defRPr>
            </ns9:pPr>
            <ns9:r>
              <ns9:rPr sz="1200" b="0">
                <ns9:solidFill>
                  <ns9:srgbClr val="566574"/>
                </ns9:solidFill>
                <ns9:latin typeface="Segoe UI"/>
                <ns9:ea typeface="Segoe UI"/>
                <ns9:cs typeface="Segoe UI"/>
              </ns9:rPr>
              <ns9:t>COMM-GROW-A2-W02  ·  Lesson 7a</ns9:t>
            </ns9:r>
          </ns9:p>
        </p:txBody>
      </p:sp>
      <p:sp>
        <p:nvSpPr>
          <p:cNvPr id="2" name="edition">
            <a:extLst xmlns:a="http://schemas.openxmlformats.org/drawingml/2006/main">
              <a:ext uri="{FF2B5EF4-FFF2-40B4-BE49-F238E27FC236}">
                <a16:creationId xmlns:a16="http://schemas.microsoft.com/office/drawing/2014/main" id="{D3C22464-1403-4B9B-AF0C-4A3A7561B617}"/>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0:p xmlns:ns10="http://schemas.openxmlformats.org/drawingml/2006/main">
            <ns10:pPr>
              <ns10:defRPr sz="1050" b="0">
                <ns10:solidFill>
                  <ns10:srgbClr val="566574"/>
                </ns10:solidFill>
                <ns10:latin typeface="Segoe UI"/>
                <ns10:ea typeface="Segoe UI"/>
                <ns10:cs typeface="Segoe UI"/>
              </ns10:defRPr>
            </ns10:pPr>
            <ns10:r>
              <ns10:rPr sz="1050" b="0">
                <ns10:solidFill>
                  <ns10:srgbClr val="566574"/>
                </ns10:solidFill>
                <ns10:latin typeface="Segoe UI"/>
                <ns10:ea typeface="Segoe UI"/>
                <ns10:cs typeface="Segoe UI"/>
              </ns10:rPr>
              <ns10:t>Public edition</ns10:t>
            </ns10:r>
          </ns10:p>
        </p:txBody>
      </p:sp>
      <p:sp>
        <p:nvSpPr>
          <p:cNvPr id="3" name="stage-title">
            <a:extLst xmlns:a="http://schemas.openxmlformats.org/drawingml/2006/main">
              <a:ext uri="{FF2B5EF4-FFF2-40B4-BE49-F238E27FC236}">
                <a16:creationId xmlns:a16="http://schemas.microsoft.com/office/drawing/2014/main" id="{F84F0984-8C32-44C4-809C-DC6715C86678}"/>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3:p xmlns:ns13="http://schemas.openxmlformats.org/drawingml/2006/main">
            <ns13:pPr>
              <ns13:defRPr sz="3300" b="1">
                <ns13:solidFill>
                  <ns13:srgbClr val="345D70"/>
                </ns13:solidFill>
                <ns13:latin typeface="Segoe UI"/>
                <ns13:ea typeface="Segoe UI"/>
                <ns13:cs typeface="Segoe UI"/>
              </ns13:defRPr>
            </ns13:pPr>
            <ns13:r>
              <ns13:rPr sz="3300" b="1">
                <ns13:solidFill>
                  <ns13:srgbClr val="345D70"/>
                </ns13:solidFill>
                <ns13:latin typeface="Segoe UI"/>
                <ns13:ea typeface="Segoe UI"/>
                <ns13:cs typeface="Segoe UI"/>
              </ns13:rPr>
              <ns13:t>I DO</ns13:t>
            </ns13:r>
          </ns13:p>
        </p:txBody>
      </p:sp>
      <p:sp>
        <p:nvSpPr>
          <p:cNvPr id="4" name="pupil-body">
            <a:extLst xmlns:a="http://schemas.openxmlformats.org/drawingml/2006/main">
              <a:ext uri="{FF2B5EF4-FFF2-40B4-BE49-F238E27FC236}">
                <a16:creationId xmlns:a16="http://schemas.microsoft.com/office/drawing/2014/main" id="{B38B9062-94F7-4EFE-ADA7-C33045BFD6EC}"/>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Check your job and food with an adult.</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Wash hands. Clean the bench.</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Follow one step. Use the timer.</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Ask an adult to check your label.</ns6:t>
            </ns6:r>
          </ns6:p>
          <ns7:p xmlns:ns7="http://schemas.openxmlformats.org/drawingml/2006/main">
            <ns7:pPr>
              <ns7:defRPr sz="2400" b="0">
                <ns7:solidFill>
                  <ns7:srgbClr val="192E3B"/>
                </ns7:solidFill>
                <ns7:latin typeface="Segoe UI"/>
                <ns7:ea typeface="Segoe UI"/>
                <ns7:cs typeface="Segoe UI"/>
              </ns7:defRPr>
            </ns7:pPr>
            <ns7:r>
              <ns7:rPr sz="2400" b="0">
                <ns7:solidFill>
                  <ns7:srgbClr val="192E3B"/>
                </ns7:solidFill>
                <ns7:latin typeface="Segoe UI"/>
                <ns7:ea typeface="Segoe UI"/>
                <ns7:cs typeface="Segoe UI"/>
              </ns7:rPr>
              <ns7:t/>
            </ns7:r>
          </ns7:p>
          <ns8:p xmlns:ns8="http://schemas.openxmlformats.org/drawingml/2006/main">
            <ns8:pPr>
              <ns8:defRPr sz="2400" b="0">
                <ns8:solidFill>
                  <ns8:srgbClr val="192E3B"/>
                </ns8:solidFill>
                <ns8:latin typeface="Segoe UI"/>
                <ns8:ea typeface="Segoe UI"/>
                <ns8:cs typeface="Segoe UI"/>
              </ns8:defRPr>
            </ns8:pPr>
            <ns8:r>
              <ns8:rPr sz="2400" b="0">
                <ns8:solidFill>
                  <ns8:srgbClr val="192E3B"/>
                </ns8:solidFill>
                <ns8:latin typeface="Segoe UI"/>
                <ns8:ea typeface="Segoe UI"/>
                <ns8:cs typeface="Segoe UI"/>
              </ns8:rPr>
              <ns8:t>My next step is __.</ns8:t>
            </ns8:r>
          </ns8:p>
        </p:txBody>
      </p:sp>
      <p:sp>
        <p:nvSpPr>
          <p:cNvPr id="5" name="credit">
            <a:extLst xmlns:a="http://schemas.openxmlformats.org/drawingml/2006/main">
              <a:ext uri="{FF2B5EF4-FFF2-40B4-BE49-F238E27FC236}">
                <a16:creationId xmlns:a16="http://schemas.microsoft.com/office/drawing/2014/main" id="{ED93D098-1EFA-40D8-ADC3-DF9F9A1D58F3}"/>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2:p xmlns:ns12="http://schemas.openxmlformats.org/drawingml/2006/main">
            <ns12:pPr>
              <ns12:defRPr sz="788" b="0">
                <ns12:solidFill>
                  <ns12:srgbClr val="566574"/>
                </ns12:solidFill>
                <ns12:latin typeface="Segoe UI"/>
                <ns12:ea typeface="Segoe UI"/>
                <ns12:cs typeface="Segoe UI"/>
              </ns12:defRPr>
            </ns12:pPr>
            <ns12:r>
              <ns12:rPr sz="788" b="0">
                <ns12:solidFill>
                  <ns12:srgbClr val="566574"/>
                </ns12:solidFill>
                <ns12:latin typeface="Segoe UI"/>
                <ns12:ea typeface="Segoe UI"/>
                <ns12:cs typeface="Segoe UI"/>
              </ns12:rPr>
              <ns12:t>Made by Matt · © Matt Roper · CC BY-NC-SA 4.0: free for classroom use, share and adapt with credit, no resale</ns12:t>
            </ns12:r>
          </ns12:p>
        </p:txBody>
      </p:sp>
      <p:sp>
        <p:nvSpPr>
          <p:cNvPr id="6" name="page-number">
            <a:extLst xmlns:a="http://schemas.openxmlformats.org/drawingml/2006/main">
              <a:ext uri="{FF2B5EF4-FFF2-40B4-BE49-F238E27FC236}">
                <a16:creationId xmlns:a16="http://schemas.microsoft.com/office/drawing/2014/main" id="{086BEDFE-93A0-4496-9BCB-63F04CA1747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05</ns11:t>
            </ns11:r>
          </ns11:p>
        </p:txBody>
      </p:sp>
    </p:spTree>
    <p:extLst>
      <p:ext uri="{BB962C8B-B14F-4D97-AF65-F5344CB8AC3E}">
        <p14:creationId xmlns:p14="http://schemas.microsoft.com/office/powerpoint/2010/main" val="14406535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1D0CBD25-CCA4-49C6-AD08-458BB3D97C8C}"/>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0:p xmlns:ns10="http://schemas.openxmlformats.org/drawingml/2006/main">
            <ns10:pPr>
              <ns10:defRPr sz="1200" b="0">
                <ns10:solidFill>
                  <ns10:srgbClr val="566574"/>
                </ns10:solidFill>
                <ns10:latin typeface="Segoe UI"/>
                <ns10:ea typeface="Segoe UI"/>
                <ns10:cs typeface="Segoe UI"/>
              </ns10:defRPr>
            </ns10:pPr>
            <ns10:r>
              <ns10:rPr sz="1200" b="0">
                <ns10:solidFill>
                  <ns10:srgbClr val="566574"/>
                </ns10:solidFill>
                <ns10:latin typeface="Segoe UI"/>
                <ns10:ea typeface="Segoe UI"/>
                <ns10:cs typeface="Segoe UI"/>
              </ns10:rPr>
              <ns10:t>COMM-GROW-A2-W02  ·  Lesson 7a</ns10:t>
            </ns10:r>
          </ns10:p>
        </p:txBody>
      </p:sp>
      <p:sp>
        <p:nvSpPr>
          <p:cNvPr id="2" name="edition">
            <a:extLst xmlns:a="http://schemas.openxmlformats.org/drawingml/2006/main">
              <a:ext uri="{FF2B5EF4-FFF2-40B4-BE49-F238E27FC236}">
                <a16:creationId xmlns:a16="http://schemas.microsoft.com/office/drawing/2014/main" id="{AEA07F64-EECF-428B-AE12-53370DD1DA1F}"/>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Public edition</ns11:t>
            </ns11:r>
          </ns11:p>
        </p:txBody>
      </p:sp>
      <p:sp>
        <p:nvSpPr>
          <p:cNvPr id="3" name="stage-title">
            <a:extLst xmlns:a="http://schemas.openxmlformats.org/drawingml/2006/main">
              <a:ext uri="{FF2B5EF4-FFF2-40B4-BE49-F238E27FC236}">
                <a16:creationId xmlns:a16="http://schemas.microsoft.com/office/drawing/2014/main" id="{01642E62-995E-4C45-8434-098DCB1E4D80}"/>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4:p xmlns:ns14="http://schemas.openxmlformats.org/drawingml/2006/main">
            <ns14:pPr>
              <ns14:defRPr sz="3300" b="1">
                <ns14:solidFill>
                  <ns14:srgbClr val="345D70"/>
                </ns14:solidFill>
                <ns14:latin typeface="Segoe UI"/>
                <ns14:ea typeface="Segoe UI"/>
                <ns14:cs typeface="Segoe UI"/>
              </ns14:defRPr>
            </ns14:pPr>
            <ns14:r>
              <ns14:rPr sz="3300" b="1">
                <ns14:solidFill>
                  <ns14:srgbClr val="345D70"/>
                </ns14:solidFill>
                <ns14:latin typeface="Segoe UI"/>
                <ns14:ea typeface="Segoe UI"/>
                <ns14:cs typeface="Segoe UI"/>
              </ns14:rPr>
              <ns14:t>WE DO</ns14:t>
            </ns14:r>
          </ns14:p>
        </p:txBody>
      </p:sp>
      <p:sp>
        <p:nvSpPr>
          <p:cNvPr id="4" name="practice-label">
            <a:extLst xmlns:a="http://schemas.openxmlformats.org/drawingml/2006/main">
              <a:ext uri="{FF2B5EF4-FFF2-40B4-BE49-F238E27FC236}">
                <a16:creationId xmlns:a16="http://schemas.microsoft.com/office/drawing/2014/main" id="{8D659BFC-CFA6-4C69-BEBD-ED1E35B899CE}"/>
              </a:ext>
            </a:extLst>
          </p:cNvPr>
          <p:cNvSpPr>
            <a:spLocks xmlns:a="http://schemas.openxmlformats.org/drawingml/2006/main" noGrp="1"/>
          </p:cNvSpPr>
          <p:nvPr/>
        </p:nvSpPr>
        <p:spPr>
          <a:xfrm xmlns:a="http://schemas.openxmlformats.org/drawingml/2006/main">
            <a:off x="533400" y="1409700"/>
            <a:ext cx="1104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566574"/>
                </a:solidFill>
                <a:latin typeface="Segoe UI"/>
                <a:ea typeface="Segoe UI"/>
                <a:cs typeface="Segoe UI"/>
              </a:defRPr>
            </a:defPPr>
            <a:lvl1pPr>
              <a:defRPr sz="1875" b="0">
                <a:solidFill>
                  <a:srgbClr val="566574"/>
                </a:solidFill>
                <a:latin typeface="Segoe UI"/>
                <a:ea typeface="Segoe UI"/>
                <a:cs typeface="Segoe UI"/>
              </a:defRPr>
            </a:lvl1pPr>
            <a:lvl2pPr>
              <a:defRPr sz="1875" b="0">
                <a:solidFill>
                  <a:srgbClr val="566574"/>
                </a:solidFill>
                <a:latin typeface="Segoe UI"/>
                <a:ea typeface="Segoe UI"/>
                <a:cs typeface="Segoe UI"/>
              </a:defRPr>
            </a:lvl2pPr>
            <a:lvl3pPr>
              <a:defRPr sz="1875" b="0">
                <a:solidFill>
                  <a:srgbClr val="566574"/>
                </a:solidFill>
                <a:latin typeface="Segoe UI"/>
                <a:ea typeface="Segoe UI"/>
                <a:cs typeface="Segoe UI"/>
              </a:defRPr>
            </a:lvl3pPr>
            <a:lvl4pPr>
              <a:defRPr sz="1875" b="0">
                <a:solidFill>
                  <a:srgbClr val="566574"/>
                </a:solidFill>
                <a:latin typeface="Segoe UI"/>
                <a:ea typeface="Segoe UI"/>
                <a:cs typeface="Segoe UI"/>
              </a:defRPr>
            </a:lvl4pPr>
            <a:lvl5pPr>
              <a:defRPr sz="1875" b="0">
                <a:solidFill>
                  <a:srgbClr val="566574"/>
                </a:solidFill>
                <a:latin typeface="Segoe UI"/>
                <a:ea typeface="Segoe UI"/>
                <a:cs typeface="Segoe UI"/>
              </a:defRPr>
            </a:lvl5pPr>
            <a:lvl6pPr>
              <a:defRPr sz="1875" b="0">
                <a:solidFill>
                  <a:srgbClr val="566574"/>
                </a:solidFill>
                <a:latin typeface="Segoe UI"/>
                <a:ea typeface="Segoe UI"/>
                <a:cs typeface="Segoe UI"/>
              </a:defRPr>
            </a:lvl6pPr>
            <a:lvl7pPr>
              <a:defRPr sz="1875" b="0">
                <a:solidFill>
                  <a:srgbClr val="566574"/>
                </a:solidFill>
                <a:latin typeface="Segoe UI"/>
                <a:ea typeface="Segoe UI"/>
                <a:cs typeface="Segoe UI"/>
              </a:defRPr>
            </a:lvl7pPr>
            <a:lvl8pPr>
              <a:defRPr sz="1875" b="0">
                <a:solidFill>
                  <a:srgbClr val="566574"/>
                </a:solidFill>
                <a:latin typeface="Segoe UI"/>
                <a:ea typeface="Segoe UI"/>
                <a:cs typeface="Segoe UI"/>
              </a:defRPr>
            </a:lvl8pPr>
            <a:lvl9pPr>
              <a:defRPr sz="1875" b="0">
                <a:solidFill>
                  <a:srgbClr val="566574"/>
                </a:solidFill>
                <a:latin typeface="Segoe UI"/>
                <a:ea typeface="Segoe UI"/>
                <a:cs typeface="Segoe UI"/>
              </a:defRPr>
            </a:lvl9pPr>
          </a:lstStyle>
          <ns0:p xmlns:ns0="http://schemas.openxmlformats.org/drawingml/2006/main">
            <ns0:pPr>
              <ns0:defRPr sz="1875" b="0">
                <ns0:solidFill>
                  <ns0:srgbClr val="566574"/>
                </ns0:solidFill>
                <ns0:latin typeface="Segoe UI"/>
                <ns0:ea typeface="Segoe UI"/>
                <ns0:cs typeface="Segoe UI"/>
              </ns0:defRPr>
            </ns0:pPr>
            <ns0:r>
              <ns0:rPr sz="1875" b="0">
                <ns0:solidFill>
                  <ns0:srgbClr val="566574"/>
                </ns0:solidFill>
                <ns0:latin typeface="Segoe UI"/>
                <ns0:ea typeface="Segoe UI"/>
                <ns0:cs typeface="Segoe UI"/>
              </ns0:rPr>
              <ns0:t>Use the packs for the food we make today.</ns0:t>
            </ns0:r>
          </ns0:p>
        </p:txBody>
      </p:sp>
      <p:graphicFrame>
        <p:nvGraphicFramePr>
          <p:cNvPr id="5" name="">
            <a:extLst xmlns:a="http://schemas.openxmlformats.org/drawingml/2006/main">
              <a:ext uri="{FF2B5EF4-FFF2-40B4-BE49-F238E27FC236}">
                <a16:creationId xmlns:a16="http://schemas.microsoft.com/office/drawing/2014/main" id="{4EAC879E-5B65-490D-A7AE-89B96AE4F5D0}"/>
              </a:ext>
            </a:extLst>
          </p:cNvPr>
          <p:cNvGraphicFramePr/>
          <p:nvPr/>
        </p:nvGraphicFramePr>
        <p:xfrm>
          <a:off xmlns:a="http://schemas.openxmlformats.org/drawingml/2006/main" x="533400" y="2047875"/>
          <a:ext xmlns:a="http://schemas.openxmlformats.org/drawingml/2006/main" cx="5810250" cy="3333750"/>
        </p:xfrm>
        <a:graphic xmlns:a="http://schemas.openxmlformats.org/drawingml/2006/main">
          <a:graphicData uri="http://schemas.openxmlformats.org/drawingml/2006/table">
            <a:tbl>
              <a:tblPr/>
              <a:tblGrid>
                <a:gridCol w="3524250"/>
                <a:gridCol w="2286000"/>
              </a:tblGrid>
              <a:tr h="476250">
                <a:tc>
                  <a:txBody>
                    <a:bodyPr/>
                    <a:lstStyle/>
                    <a:p>
                      <a:r>
                        <a:rPr sz="1950" b="1">
                          <a:solidFill>
                            <a:srgbClr val="192E3B"/>
                          </a:solidFill>
                          <a:latin typeface="Segoe UI"/>
                          <a:ea typeface="Segoe UI"/>
                          <a:cs typeface="Segoe UI"/>
                        </a:rPr>
                        <a:t>Label check</a:t>
                      </a:r>
                    </a:p>
                  </a:txBody>
                  <a:tcPr marL="91440" marR="91440" marT="45720" marB="45720">
                    <a:lnL w="9525">
                      <a:solidFill>
                        <a:srgbClr val="CDD8DD"/>
                      </a:solidFill>
                      <a:prstDash val="solid"/>
                    </a:lnL>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c>
                  <a:txBody>
                    <a:bodyPr/>
                    <a:lstStyle/>
                    <a:p>
                      <a:r>
                        <a:rPr sz="1950" b="1">
                          <a:solidFill>
                            <a:srgbClr val="192E3B"/>
                          </a:solidFill>
                          <a:latin typeface="Segoe UI"/>
                          <a:ea typeface="Segoe UI"/>
                          <a:cs typeface="Segoe UI"/>
                        </a:rPr>
                        <a:t>What we do</a:t>
                      </a:r>
                    </a:p>
                  </a:txBody>
                  <a:tcPr marL="91440" marR="91440" marT="45720" marB="45720">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r>
              <a:tr h="476250">
                <a:tc>
                  <a:txBody>
                    <a:bodyPr/>
                    <a:lstStyle/>
                    <a:p>
                      <a:r>
                        <a:rPr sz="1950" b="0">
                          <a:solidFill>
                            <a:srgbClr val="192E3B"/>
                          </a:solidFill>
                          <a:latin typeface="Segoe UI"/>
                          <a:ea typeface="Segoe UI"/>
                          <a:cs typeface="Segoe UI"/>
                        </a:rPr>
                        <a:t>Food name</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Match this batch</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Ingredients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Read each pack</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Toppings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Add each one</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Allergens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Adult checks</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Label</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Match this item</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Not clear?</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Stop. Ask an adult.</a:t>
                      </a:r>
                    </a:p>
                  </a:txBody>
                  <a:tcPr marL="91440" marR="91440" marT="45720" marB="45720">
                    <a:lnR w="9525">
                      <a:solidFill>
                        <a:srgbClr val="CDD8DD"/>
                      </a:solidFill>
                      <a:prstDash val="solid"/>
                    </a:lnR>
                    <a:lnB w="9525">
                      <a:solidFill>
                        <a:srgbClr val="CDD8DD"/>
                      </a:solidFill>
                      <a:prstDash val="solid"/>
                    </a:lnB>
                    <a:solidFill>
                      <a:srgbClr val="FFFFFF"/>
                    </a:solidFill>
                  </a:tcPr>
                </a:tc>
              </a:tr>
            </a:tbl>
          </a:graphicData>
        </a:graphic>
      </p:graphicFrame>
      <p:sp>
        <p:nvSpPr>
          <p:cNvPr id="6" name="hinge">
            <a:extLst xmlns:a="http://schemas.openxmlformats.org/drawingml/2006/main">
              <a:ext uri="{FF2B5EF4-FFF2-40B4-BE49-F238E27FC236}">
                <a16:creationId xmlns:a16="http://schemas.microsoft.com/office/drawing/2014/main" id="{63D770AC-A7D4-4902-8E2B-A7ADB5C6EF05}"/>
              </a:ext>
            </a:extLst>
          </p:cNvPr>
          <p:cNvSpPr>
            <a:spLocks xmlns:a="http://schemas.openxmlformats.org/drawingml/2006/main" noGrp="1"/>
          </p:cNvSpPr>
          <p:nvPr/>
        </p:nvSpPr>
        <p:spPr>
          <a:xfrm xmlns:a="http://schemas.openxmlformats.org/drawingml/2006/main">
            <a:off x="6858000" y="2047875"/>
            <a:ext cx="4667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New topping. Old label.</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What next?</ns3:t>
            </ns3:r>
          </ns3:p>
          <ns4:p xmlns:ns4="http://schemas.openxmlformats.org/drawingml/2006/main">
            <ns4:pPr>
              <ns4:defRPr sz="2250" b="0">
                <ns4:solidFill>
                  <ns4:srgbClr val="192E3B"/>
                </ns4:solidFill>
                <ns4:latin typeface="Segoe UI"/>
                <ns4:ea typeface="Segoe UI"/>
                <ns4:cs typeface="Segoe UI"/>
              </ns4:defRPr>
            </ns4:pPr>
            <ns4:r>
              <ns4:rPr sz="2250" b="0">
                <ns4:solidFill>
                  <ns4:srgbClr val="192E3B"/>
                </ns4:solidFill>
                <ns4:latin typeface="Segoe UI"/>
                <ns4:ea typeface="Segoe UI"/>
                <ns4:cs typeface="Segoe UI"/>
              </ns4:rPr>
              <ns4:t>A Use the old label.</ns4:t>
            </ns4:r>
          </ns4:p>
          <ns5:p xmlns:ns5="http://schemas.openxmlformats.org/drawingml/2006/main">
            <ns5:pPr>
              <ns5:defRPr sz="2250" b="0">
                <ns5:solidFill>
                  <ns5:srgbClr val="192E3B"/>
                </ns5:solidFill>
                <ns5:latin typeface="Segoe UI"/>
                <ns5:ea typeface="Segoe UI"/>
                <ns5:cs typeface="Segoe UI"/>
              </ns5:defRPr>
            </ns5:pPr>
            <ns5:r>
              <ns5:rPr sz="2250" b="0">
                <ns5:solidFill>
                  <ns5:srgbClr val="192E3B"/>
                </ns5:solidFill>
                <ns5:latin typeface="Segoe UI"/>
                <ns5:ea typeface="Segoe UI"/>
                <ns5:cs typeface="Segoe UI"/>
              </ns5:rPr>
              <ns5:t>B Stop. Ask an adult.</ns5:t>
            </ns5:r>
          </ns5:p>
          <ns6:p xmlns:ns6="http://schemas.openxmlformats.org/drawingml/2006/main">
            <ns6:pPr>
              <ns6:defRPr sz="2250" b="0">
                <ns6:solidFill>
                  <ns6:srgbClr val="192E3B"/>
                </ns6:solidFill>
                <ns6:latin typeface="Segoe UI"/>
                <ns6:ea typeface="Segoe UI"/>
                <ns6:cs typeface="Segoe UI"/>
              </ns6:defRPr>
            </ns6:pPr>
            <ns6:r>
              <ns6:rPr sz="2250" b="0">
                <ns6:solidFill>
                  <ns6:srgbClr val="192E3B"/>
                </ns6:solidFill>
                <ns6:latin typeface="Segoe UI"/>
                <ns6:ea typeface="Segoe UI"/>
                <ns6:cs typeface="Segoe UI"/>
              </ns6:rPr>
              <ns6:t>C Guess.</ns6:t>
            </ns6:r>
          </ns6:p>
          <ns7:p xmlns:ns7="http://schemas.openxmlformats.org/drawingml/2006/main">
            <ns7:pPr>
              <ns7:defRPr sz="2250" b="0">
                <ns7:solidFill>
                  <ns7:srgbClr val="192E3B"/>
                </ns7:solidFill>
                <ns7:latin typeface="Segoe UI"/>
                <ns7:ea typeface="Segoe UI"/>
                <ns7:cs typeface="Segoe UI"/>
              </ns7:defRPr>
            </ns7:pPr>
            <ns7:r>
              <ns7:rPr sz="2250" b="0">
                <ns7:solidFill>
                  <ns7:srgbClr val="192E3B"/>
                </ns7:solidFill>
                <ns7:latin typeface="Segoe UI"/>
                <ns7:ea typeface="Segoe UI"/>
                <ns7:cs typeface="Segoe UI"/>
              </ns7:rPr>
              <ns7:t/>
            </ns7:r>
          </ns7:p>
          <ns8:p xmlns:ns8="http://schemas.openxmlformats.org/drawingml/2006/main">
            <ns8:pPr>
              <ns8:defRPr sz="2250" b="0">
                <ns8:solidFill>
                  <ns8:srgbClr val="192E3B"/>
                </ns8:solidFill>
                <ns8:latin typeface="Segoe UI"/>
                <ns8:ea typeface="Segoe UI"/>
                <ns8:cs typeface="Segoe UI"/>
              </ns8:defRPr>
            </ns8:pPr>
            <ns8:r>
              <ns8:rPr sz="2250" b="0">
                <ns8:solidFill>
                  <ns8:srgbClr val="192E3B"/>
                </ns8:solidFill>
                <ns8:latin typeface="Segoe UI"/>
                <ns8:ea typeface="Segoe UI"/>
                <ns8:cs typeface="Segoe UI"/>
              </ns8:rPr>
              <ns8:t>I choose __ because __.</ns8:t>
            </ns8:r>
          </ns8:p>
        </p:txBody>
      </p:sp>
      <p:sp>
        <p:nvSpPr>
          <p:cNvPr id="7" name="model-assumption">
            <a:extLst xmlns:a="http://schemas.openxmlformats.org/drawingml/2006/main">
              <a:ext uri="{FF2B5EF4-FFF2-40B4-BE49-F238E27FC236}">
                <a16:creationId xmlns:a16="http://schemas.microsoft.com/office/drawing/2014/main" id="{DB27FA76-EC46-4D22-BDBA-F84DBBFBD961}"/>
              </a:ext>
            </a:extLst>
          </p:cNvPr>
          <p:cNvSpPr>
            <a:spLocks xmlns:a="http://schemas.openxmlformats.org/drawingml/2006/main" noGrp="1"/>
          </p:cNvSpPr>
          <p:nvPr/>
        </p:nvSpPr>
        <p:spPr>
          <a:xfrm xmlns:a="http://schemas.openxmlformats.org/drawingml/2006/main">
            <a:off x="533400" y="5619750"/>
            <a:ext cx="11001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725" b="0">
                <a:solidFill>
                  <a:srgbClr val="566574"/>
                </a:solidFill>
                <a:latin typeface="Segoe UI"/>
                <a:ea typeface="Segoe UI"/>
                <a:cs typeface="Segoe UI"/>
              </a:defRPr>
            </a:defPPr>
            <a:lvl1pPr>
              <a:defRPr sz="1725" b="0">
                <a:solidFill>
                  <a:srgbClr val="566574"/>
                </a:solidFill>
                <a:latin typeface="Segoe UI"/>
                <a:ea typeface="Segoe UI"/>
                <a:cs typeface="Segoe UI"/>
              </a:defRPr>
            </a:lvl1pPr>
            <a:lvl2pPr>
              <a:defRPr sz="1725" b="0">
                <a:solidFill>
                  <a:srgbClr val="566574"/>
                </a:solidFill>
                <a:latin typeface="Segoe UI"/>
                <a:ea typeface="Segoe UI"/>
                <a:cs typeface="Segoe UI"/>
              </a:defRPr>
            </a:lvl2pPr>
            <a:lvl3pPr>
              <a:defRPr sz="1725" b="0">
                <a:solidFill>
                  <a:srgbClr val="566574"/>
                </a:solidFill>
                <a:latin typeface="Segoe UI"/>
                <a:ea typeface="Segoe UI"/>
                <a:cs typeface="Segoe UI"/>
              </a:defRPr>
            </a:lvl3pPr>
            <a:lvl4pPr>
              <a:defRPr sz="1725" b="0">
                <a:solidFill>
                  <a:srgbClr val="566574"/>
                </a:solidFill>
                <a:latin typeface="Segoe UI"/>
                <a:ea typeface="Segoe UI"/>
                <a:cs typeface="Segoe UI"/>
              </a:defRPr>
            </a:lvl4pPr>
            <a:lvl5pPr>
              <a:defRPr sz="1725" b="0">
                <a:solidFill>
                  <a:srgbClr val="566574"/>
                </a:solidFill>
                <a:latin typeface="Segoe UI"/>
                <a:ea typeface="Segoe UI"/>
                <a:cs typeface="Segoe UI"/>
              </a:defRPr>
            </a:lvl5pPr>
            <a:lvl6pPr>
              <a:defRPr sz="1725" b="0">
                <a:solidFill>
                  <a:srgbClr val="566574"/>
                </a:solidFill>
                <a:latin typeface="Segoe UI"/>
                <a:ea typeface="Segoe UI"/>
                <a:cs typeface="Segoe UI"/>
              </a:defRPr>
            </a:lvl6pPr>
            <a:lvl7pPr>
              <a:defRPr sz="1725" b="0">
                <a:solidFill>
                  <a:srgbClr val="566574"/>
                </a:solidFill>
                <a:latin typeface="Segoe UI"/>
                <a:ea typeface="Segoe UI"/>
                <a:cs typeface="Segoe UI"/>
              </a:defRPr>
            </a:lvl7pPr>
            <a:lvl8pPr>
              <a:defRPr sz="1725" b="0">
                <a:solidFill>
                  <a:srgbClr val="566574"/>
                </a:solidFill>
                <a:latin typeface="Segoe UI"/>
                <a:ea typeface="Segoe UI"/>
                <a:cs typeface="Segoe UI"/>
              </a:defRPr>
            </a:lvl8pPr>
            <a:lvl9pPr>
              <a:defRPr sz="1725" b="0">
                <a:solidFill>
                  <a:srgbClr val="566574"/>
                </a:solidFill>
                <a:latin typeface="Segoe UI"/>
                <a:ea typeface="Segoe UI"/>
                <a:cs typeface="Segoe UI"/>
              </a:defRPr>
            </a:lvl9pPr>
          </a:lstStyle>
          <ns9:p xmlns:ns9="http://schemas.openxmlformats.org/drawingml/2006/main">
            <ns9:pPr>
              <ns9:defRPr sz="1725" b="0">
                <ns9:solidFill>
                  <ns9:srgbClr val="566574"/>
                </ns9:solidFill>
                <ns9:latin typeface="Segoe UI"/>
                <ns9:ea typeface="Segoe UI"/>
                <ns9:cs typeface="Segoe UI"/>
              </ns9:defRPr>
            </ns9:pPr>
            <ns9:r>
              <ns9:rPr sz="1725" b="0">
                <ns9:solidFill>
                  <ns9:srgbClr val="566574"/>
                </ns9:solidFill>
                <ns9:latin typeface="Segoe UI"/>
                <ns9:ea typeface="Segoe UI"/>
                <ns9:cs typeface="Segoe UI"/>
              </ns9:rPr>
              <ns9:t>The adult checks each label before the food is used.</ns9:t>
            </ns9:r>
          </ns9:p>
        </p:txBody>
      </p:sp>
      <p:sp>
        <p:nvSpPr>
          <p:cNvPr id="8" name="credit">
            <a:extLst xmlns:a="http://schemas.openxmlformats.org/drawingml/2006/main">
              <a:ext uri="{FF2B5EF4-FFF2-40B4-BE49-F238E27FC236}">
                <a16:creationId xmlns:a16="http://schemas.microsoft.com/office/drawing/2014/main" id="{BAD5A6CD-CDD5-45B6-B2AF-C81A1C8739E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3:p xmlns:ns13="http://schemas.openxmlformats.org/drawingml/2006/main">
            <ns13:pPr>
              <ns13:defRPr sz="788" b="0">
                <ns13:solidFill>
                  <ns13:srgbClr val="566574"/>
                </ns13:solidFill>
                <ns13:latin typeface="Segoe UI"/>
                <ns13:ea typeface="Segoe UI"/>
                <ns13:cs typeface="Segoe UI"/>
              </ns13:defRPr>
            </ns13:pPr>
            <ns13:r>
              <ns13:rPr sz="788" b="0">
                <ns13:solidFill>
                  <ns13:srgbClr val="566574"/>
                </ns13:solidFill>
                <ns13:latin typeface="Segoe UI"/>
                <ns13:ea typeface="Segoe UI"/>
                <ns13:cs typeface="Segoe UI"/>
              </ns13:rPr>
              <ns13:t>Made by Matt · © Matt Roper · CC BY-NC-SA 4.0: free for classroom use, share and adapt with credit, no resale</ns13:t>
            </ns13:r>
          </ns13:p>
        </p:txBody>
      </p:sp>
      <p:sp>
        <p:nvSpPr>
          <p:cNvPr id="9" name="page-number">
            <a:extLst xmlns:a="http://schemas.openxmlformats.org/drawingml/2006/main">
              <a:ext uri="{FF2B5EF4-FFF2-40B4-BE49-F238E27FC236}">
                <a16:creationId xmlns:a16="http://schemas.microsoft.com/office/drawing/2014/main" id="{20389BA4-B63F-434B-85B4-39BBFF0DD81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06</ns12:t>
            </ns12:r>
          </ns12:p>
        </p:txBody>
      </p:sp>
    </p:spTree>
    <p:extLst>
      <p:ext uri="{BB962C8B-B14F-4D97-AF65-F5344CB8AC3E}">
        <p14:creationId xmlns:p14="http://schemas.microsoft.com/office/powerpoint/2010/main" val="6914764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E0C4F682-5281-4E6A-BE8E-B2F870C7A72A}"/>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3:p xmlns:ns3="http://schemas.openxmlformats.org/drawingml/2006/main">
            <ns3:pPr>
              <ns3:defRPr sz="1200" b="0">
                <ns3:solidFill>
                  <ns3:srgbClr val="566574"/>
                </ns3:solidFill>
                <ns3:latin typeface="Segoe UI"/>
                <ns3:ea typeface="Segoe UI"/>
                <ns3:cs typeface="Segoe UI"/>
              </ns3:defRPr>
            </ns3:pPr>
            <ns3:r>
              <ns3:rPr sz="1200" b="0">
                <ns3:solidFill>
                  <ns3:srgbClr val="566574"/>
                </ns3:solidFill>
                <ns3:latin typeface="Segoe UI"/>
                <ns3:ea typeface="Segoe UI"/>
                <ns3:cs typeface="Segoe UI"/>
              </ns3:rPr>
              <ns3:t>COMM-GROW-A2-W02  ·  Lesson 7a</ns3:t>
            </ns3:r>
          </ns3:p>
        </p:txBody>
      </p:sp>
      <p:sp>
        <p:nvSpPr>
          <p:cNvPr id="2" name="edition">
            <a:extLst xmlns:a="http://schemas.openxmlformats.org/drawingml/2006/main">
              <a:ext uri="{FF2B5EF4-FFF2-40B4-BE49-F238E27FC236}">
                <a16:creationId xmlns:a16="http://schemas.microsoft.com/office/drawing/2014/main" id="{DBC84076-3018-4ED9-AA50-CC4CA0140D14}"/>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4:p xmlns:ns4="http://schemas.openxmlformats.org/drawingml/2006/main">
            <ns4:pPr>
              <ns4:defRPr sz="1050" b="0">
                <ns4:solidFill>
                  <ns4:srgbClr val="566574"/>
                </ns4:solidFill>
                <ns4:latin typeface="Segoe UI"/>
                <ns4:ea typeface="Segoe UI"/>
                <ns4:cs typeface="Segoe UI"/>
              </ns4:defRPr>
            </ns4:pPr>
            <ns4:r>
              <ns4:rPr sz="1050" b="0">
                <ns4:solidFill>
                  <ns4:srgbClr val="566574"/>
                </ns4:solidFill>
                <ns4:latin typeface="Segoe UI"/>
                <ns4:ea typeface="Segoe UI"/>
                <ns4:cs typeface="Segoe UI"/>
              </ns4:rPr>
              <ns4:t>Public edition</ns4:t>
            </ns4:r>
          </ns4:p>
        </p:txBody>
      </p:sp>
      <p:sp>
        <p:nvSpPr>
          <p:cNvPr id="3" name="stage-title">
            <a:extLst xmlns:a="http://schemas.openxmlformats.org/drawingml/2006/main">
              <a:ext uri="{FF2B5EF4-FFF2-40B4-BE49-F238E27FC236}">
                <a16:creationId xmlns:a16="http://schemas.microsoft.com/office/drawing/2014/main" id="{AB0C6E98-4F77-4EC8-9067-F0449D14F98F}"/>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7:p xmlns:ns7="http://schemas.openxmlformats.org/drawingml/2006/main">
            <ns7:pPr>
              <ns7:defRPr sz="3300" b="1">
                <ns7:solidFill>
                  <ns7:srgbClr val="345D70"/>
                </ns7:solidFill>
                <ns7:latin typeface="Segoe UI"/>
                <ns7:ea typeface="Segoe UI"/>
                <ns7:cs typeface="Segoe UI"/>
              </ns7:defRPr>
            </ns7:pPr>
            <ns7:r>
              <ns7:rPr sz="3300" b="1">
                <ns7:solidFill>
                  <ns7:srgbClr val="345D70"/>
                </ns7:solidFill>
                <ns7:latin typeface="Segoe UI"/>
                <ns7:ea typeface="Segoe UI"/>
                <ns7:cs typeface="Segoe UI"/>
              </ns7:rPr>
              <ns7:t>YOU DO in your book</ns7:t>
            </ns7:r>
          </ns7:p>
        </p:txBody>
      </p:sp>
      <p:sp>
        <p:nvSpPr>
          <p:cNvPr id="4" name="task-main">
            <a:extLst xmlns:a="http://schemas.openxmlformats.org/drawingml/2006/main">
              <a:ext uri="{FF2B5EF4-FFF2-40B4-BE49-F238E27FC236}">
                <a16:creationId xmlns:a16="http://schemas.microsoft.com/office/drawing/2014/main" id="{2B159760-1615-4BCD-AB48-9D3E74B25B28}"/>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0:p xmlns:ns0="http://schemas.openxmlformats.org/drawingml/2006/main">
            <ns0:pPr>
              <ns0:defRPr sz="2250" b="0">
                <ns0:solidFill>
                  <ns0:srgbClr val="192E3B"/>
                </ns0:solidFill>
                <ns0:latin typeface="Segoe UI"/>
                <ns0:ea typeface="Segoe UI"/>
                <ns0:cs typeface="Segoe UI"/>
              </ns0:defRPr>
            </ns0:pPr>
            <ns0:r>
              <ns0:rPr sz="2250" b="0">
                <ns0:solidFill>
                  <ns0:srgbClr val="192E3B"/>
                </ns0:solidFill>
                <ns0:latin typeface="Segoe UI"/>
                <ns0:ea typeface="Segoe UI"/>
                <ns0:cs typeface="Segoe UI"/>
              </ns0:rPr>
              <ns0:t>Write or draw your job and two steps.</ns0:t>
            </ns0:r>
          </ns0:p>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Then get ready at your bench.</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My job is __. First I __. Then I __.</ns2:t>
            </ns2:r>
          </ns2:p>
        </p:txBody>
      </p:sp>
      <p:sp>
        <p:nvSpPr>
          <p:cNvPr id="5" name="route-SUPPORTED">
            <a:extLst xmlns:a="http://schemas.openxmlformats.org/drawingml/2006/main">
              <a:ext uri="{FF2B5EF4-FFF2-40B4-BE49-F238E27FC236}">
                <a16:creationId xmlns:a16="http://schemas.microsoft.com/office/drawing/2014/main" id="{3A1C00C8-DE7A-4CDD-A4E2-501F2712992D}"/>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BE1365CA-5AEB-42CE-B673-EDEBC5C313AA}"/>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B7623DBD-8563-455A-AD2C-FE0357E582C3}"/>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8:p xmlns:ns8="http://schemas.openxmlformats.org/drawingml/2006/main">
            <ns8:pPr>
              <ns8:defRPr sz="1800" b="0">
                <ns8:solidFill>
                  <ns8:srgbClr val="192E3B"/>
                </ns8:solidFill>
                <ns8:latin typeface="Segoe UI"/>
                <ns8:ea typeface="Segoe UI"/>
                <ns8:cs typeface="Segoe UI"/>
              </ns8:defRPr>
            </ns8:pPr>
            <ns8:r>
              <ns8:rPr sz="1800" b="0">
                <ns8:solidFill>
                  <ns8:srgbClr val="192E3B"/>
                </ns8:solidFill>
                <ns8:latin typeface="Segoe UI"/>
                <ns8:ea typeface="Segoe UI"/>
                <ns8:cs typeface="Segoe UI"/>
              </ns8:rPr>
              <ns8:t>Point to your job. Use the picture steps.</ns8:t>
            </ns8:r>
          </ns8:p>
          <ns9:p xmlns:ns9="http://schemas.openxmlformats.org/drawingml/2006/main">
            <ns9:pPr>
              <ns9:defRPr sz="1800" b="0">
                <ns9:solidFill>
                  <ns9:srgbClr val="192E3B"/>
                </ns9:solidFill>
                <ns9:latin typeface="Segoe UI"/>
                <ns9:ea typeface="Segoe UI"/>
                <ns9:cs typeface="Segoe UI"/>
              </ns9:defRPr>
            </ns9:pPr>
            <ns9:r>
              <ns9:rPr sz="1800" b="0">
                <ns9:solidFill>
                  <ns9:srgbClr val="192E3B"/>
                </ns9:solidFill>
                <ns9:latin typeface="Segoe UI"/>
                <ns9:ea typeface="Segoe UI"/>
                <ns9:cs typeface="Segoe UI"/>
              </ns9:rPr>
              <ns9:t/>
            </ns9:r>
          </ns9:p>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First I __. Then I __.</ns10:t>
            </ns10:r>
          </ns10:p>
        </p:txBody>
      </p:sp>
      <p:sp>
        <p:nvSpPr>
          <p:cNvPr id="8" name="route-STANDARD">
            <a:extLst xmlns:a="http://schemas.openxmlformats.org/drawingml/2006/main">
              <a:ext uri="{FF2B5EF4-FFF2-40B4-BE49-F238E27FC236}">
                <a16:creationId xmlns:a16="http://schemas.microsoft.com/office/drawing/2014/main" id="{9DB3FA0E-5CFE-48B0-81D9-60D07FE14457}"/>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98CCEC1F-F6F5-40E0-9A7B-68C410CC4A65}"/>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30D87C39-EDA1-478B-A213-7CF4F4EC28E5}"/>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1:p xmlns:ns11="http://schemas.openxmlformats.org/drawingml/2006/main">
            <ns11:pPr>
              <ns11:defRPr sz="1800" b="0">
                <ns11:solidFill>
                  <ns11:srgbClr val="192E3B"/>
                </ns11:solidFill>
                <ns11:latin typeface="Segoe UI"/>
                <ns11:ea typeface="Segoe UI"/>
                <ns11:cs typeface="Segoe UI"/>
              </ns11:defRPr>
            </ns11:pPr>
            <ns11:r>
              <ns11:rPr sz="1800" b="0">
                <ns11:solidFill>
                  <ns11:srgbClr val="192E3B"/>
                </ns11:solidFill>
                <ns11:latin typeface="Segoe UI"/>
                <ns11:ea typeface="Segoe UI"/>
                <ns11:cs typeface="Segoe UI"/>
              </ns11:rPr>
              <ns11:t>Write your job and two safe steps.</ns11:t>
            </ns11:r>
          </ns11:p>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
            </ns12:r>
          </ns12:p>
          <ns13:p xmlns:ns13="http://schemas.openxmlformats.org/drawingml/2006/main">
            <ns13:pPr>
              <ns13:defRPr sz="1800" b="0">
                <ns13:solidFill>
                  <ns13:srgbClr val="192E3B"/>
                </ns13:solidFill>
                <ns13:latin typeface="Segoe UI"/>
                <ns13:ea typeface="Segoe UI"/>
                <ns13:cs typeface="Segoe UI"/>
              </ns13:defRPr>
            </ns13:pPr>
            <ns13:r>
              <ns13:rPr sz="1800" b="0">
                <ns13:solidFill>
                  <ns13:srgbClr val="192E3B"/>
                </ns13:solidFill>
                <ns13:latin typeface="Segoe UI"/>
                <ns13:ea typeface="Segoe UI"/>
                <ns13:cs typeface="Segoe UI"/>
              </ns13:rPr>
              <ns13:t>I will check __ with __.</ns13:t>
            </ns13:r>
          </ns13:p>
        </p:txBody>
      </p:sp>
      <p:sp>
        <p:nvSpPr>
          <p:cNvPr id="11" name="route-STRETCH">
            <a:extLst xmlns:a="http://schemas.openxmlformats.org/drawingml/2006/main">
              <a:ext uri="{FF2B5EF4-FFF2-40B4-BE49-F238E27FC236}">
                <a16:creationId xmlns:a16="http://schemas.microsoft.com/office/drawing/2014/main" id="{8CE2E9E8-FFD2-4B83-8239-53D05AEB055F}"/>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A9F8715D-25AA-4710-B67B-5C46CE890000}"/>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D2DBABA1-6B8E-450A-87E0-3476280A69FF}"/>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Add a check that helps your team.</ns14:t>
            </ns14:r>
          </ns14:p>
          <ns15:p xmlns:ns15="http://schemas.openxmlformats.org/drawingml/2006/main">
            <ns15:pPr>
              <ns15:defRPr sz="1800" b="0">
                <ns15:solidFill>
                  <ns15:srgbClr val="192E3B"/>
                </ns15:solidFill>
                <ns15:latin typeface="Segoe UI"/>
                <ns15:ea typeface="Segoe UI"/>
                <ns15:cs typeface="Segoe UI"/>
              </ns15:defRPr>
            </ns15:pPr>
            <ns15:r>
              <ns15:rPr sz="1800" b="0">
                <ns15:solidFill>
                  <ns15:srgbClr val="192E3B"/>
                </ns15:solidFill>
                <ns15:latin typeface="Segoe UI"/>
                <ns15:ea typeface="Segoe UI"/>
                <ns15:cs typeface="Segoe UI"/>
              </ns15:rPr>
              <ns15:t/>
            </ns15:r>
          </ns15:p>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If __ is not right, I will __.</ns16:t>
            </ns16:r>
          </ns16:p>
        </p:txBody>
      </p:sp>
      <p:sp>
        <p:nvSpPr>
          <p:cNvPr id="14" name="credit">
            <a:extLst xmlns:a="http://schemas.openxmlformats.org/drawingml/2006/main">
              <a:ext uri="{FF2B5EF4-FFF2-40B4-BE49-F238E27FC236}">
                <a16:creationId xmlns:a16="http://schemas.microsoft.com/office/drawing/2014/main" id="{B2BBE6DC-B73F-446E-863B-635488A3D261}"/>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6:p xmlns:ns6="http://schemas.openxmlformats.org/drawingml/2006/main">
            <ns6:pPr>
              <ns6:defRPr sz="788" b="0">
                <ns6:solidFill>
                  <ns6:srgbClr val="566574"/>
                </ns6:solidFill>
                <ns6:latin typeface="Segoe UI"/>
                <ns6:ea typeface="Segoe UI"/>
                <ns6:cs typeface="Segoe UI"/>
              </ns6:defRPr>
            </ns6:pPr>
            <ns6:r>
              <ns6:rPr sz="788" b="0">
                <ns6:solidFill>
                  <ns6:srgbClr val="566574"/>
                </ns6:solidFill>
                <ns6:latin typeface="Segoe UI"/>
                <ns6:ea typeface="Segoe UI"/>
                <ns6:cs typeface="Segoe UI"/>
              </ns6:rPr>
              <ns6:t>Made by Matt · © Matt Roper · CC BY-NC-SA 4.0: free for classroom use, share and adapt with credit, no resale</ns6:t>
            </ns6:r>
          </ns6:p>
        </p:txBody>
      </p:sp>
      <p:sp>
        <p:nvSpPr>
          <p:cNvPr id="15" name="page-number">
            <a:extLst xmlns:a="http://schemas.openxmlformats.org/drawingml/2006/main">
              <a:ext uri="{FF2B5EF4-FFF2-40B4-BE49-F238E27FC236}">
                <a16:creationId xmlns:a16="http://schemas.microsoft.com/office/drawing/2014/main" id="{BC2B92A7-2E7C-453A-97EA-1993CE85D8F3}"/>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07</ns5:t>
            </ns5:r>
          </ns5:p>
        </p:txBody>
      </p:sp>
    </p:spTree>
    <p:extLst>
      <p:ext uri="{BB962C8B-B14F-4D97-AF65-F5344CB8AC3E}">
        <p14:creationId xmlns:p14="http://schemas.microsoft.com/office/powerpoint/2010/main" val="5374366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5AF53238-707B-4359-B4AF-6EDC4854AAD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4:p xmlns:ns4="http://schemas.openxmlformats.org/drawingml/2006/main">
            <ns4:pPr>
              <ns4:defRPr sz="1200" b="0">
                <ns4:solidFill>
                  <ns4:srgbClr val="566574"/>
                </ns4:solidFill>
                <ns4:latin typeface="Segoe UI"/>
                <ns4:ea typeface="Segoe UI"/>
                <ns4:cs typeface="Segoe UI"/>
              </ns4:defRPr>
            </ns4:pPr>
            <ns4:r>
              <ns4:rPr sz="1200" b="0">
                <ns4:solidFill>
                  <ns4:srgbClr val="566574"/>
                </ns4:solidFill>
                <ns4:latin typeface="Segoe UI"/>
                <ns4:ea typeface="Segoe UI"/>
                <ns4:cs typeface="Segoe UI"/>
              </ns4:rPr>
              <ns4:t>COMM-GROW-A2-W02  ·  Lesson 7a</ns4:t>
            </ns4:r>
          </ns4:p>
        </p:txBody>
      </p:sp>
      <p:sp>
        <p:nvSpPr>
          <p:cNvPr id="2" name="edition">
            <a:extLst xmlns:a="http://schemas.openxmlformats.org/drawingml/2006/main">
              <a:ext uri="{FF2B5EF4-FFF2-40B4-BE49-F238E27FC236}">
                <a16:creationId xmlns:a16="http://schemas.microsoft.com/office/drawing/2014/main" id="{8EB2C7F1-CCB4-431B-B449-A7164CC189EA}"/>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Public edition</ns5:t>
            </ns5:r>
          </ns5:p>
        </p:txBody>
      </p:sp>
      <p:sp>
        <p:nvSpPr>
          <p:cNvPr id="3" name="stage-title">
            <a:extLst xmlns:a="http://schemas.openxmlformats.org/drawingml/2006/main">
              <a:ext uri="{FF2B5EF4-FFF2-40B4-BE49-F238E27FC236}">
                <a16:creationId xmlns:a16="http://schemas.microsoft.com/office/drawing/2014/main" id="{AF084C49-F1E1-4685-9FA3-9F917758B3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8:p xmlns:ns8="http://schemas.openxmlformats.org/drawingml/2006/main">
            <ns8:pPr>
              <ns8:defRPr sz="3300" b="1">
                <ns8:solidFill>
                  <ns8:srgbClr val="345D70"/>
                </ns8:solidFill>
                <ns8:latin typeface="Segoe UI"/>
                <ns8:ea typeface="Segoe UI"/>
                <ns8:cs typeface="Segoe UI"/>
              </ns8:defRPr>
            </ns8:pPr>
            <ns8:r>
              <ns8:rPr sz="3300" b="1">
                <ns8:solidFill>
                  <ns8:srgbClr val="345D70"/>
                </ns8:solidFill>
                <ns8:latin typeface="Segoe UI"/>
                <ns8:ea typeface="Segoe UI"/>
                <ns8:cs typeface="Segoe UI"/>
              </ns8:rPr>
              <ns8:t>YOU DO evidence capture</ns8:t>
            </ns8:r>
          </ns8:p>
        </p:txBody>
      </p:sp>
      <p:sp>
        <p:nvSpPr>
          <p:cNvPr id="4" name="task-main">
            <a:extLst xmlns:a="http://schemas.openxmlformats.org/drawingml/2006/main">
              <a:ext uri="{FF2B5EF4-FFF2-40B4-BE49-F238E27FC236}">
                <a16:creationId xmlns:a16="http://schemas.microsoft.com/office/drawing/2014/main" id="{0E7F6F7D-1AA9-4F28-960C-774E69294464}"/>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0:p xmlns:ns0="http://schemas.openxmlformats.org/drawingml/2006/main">
            <ns0:pPr>
              <ns0:defRPr sz="2250" b="0">
                <ns0:solidFill>
                  <ns0:srgbClr val="192E3B"/>
                </ns0:solidFill>
                <ns0:latin typeface="Segoe UI"/>
                <ns0:ea typeface="Segoe UI"/>
                <ns0:cs typeface="Segoe UI"/>
              </ns0:defRPr>
            </ns0:pPr>
            <ns0:r>
              <ns0:rPr sz="2250" b="0">
                <ns0:solidFill>
                  <ns0:srgbClr val="192E3B"/>
                </ns0:solidFill>
                <ns0:latin typeface="Segoe UI"/>
                <ns0:ea typeface="Segoe UI"/>
                <ns0:cs typeface="Segoe UI"/>
              </ns0:rPr>
              <ns0:t>Do your own bench job.</ns0:t>
            </ns0:r>
          </ns0:p>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Follow the steps. Ask for a check.</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Keep your pack and checked label.</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Tell the adult what you did for L7-E1.</ns3:t>
            </ns3:r>
          </ns3:p>
        </p:txBody>
      </p:sp>
      <p:sp>
        <p:nvSpPr>
          <p:cNvPr id="5" name="route-SUPPORTED">
            <a:extLst xmlns:a="http://schemas.openxmlformats.org/drawingml/2006/main">
              <a:ext uri="{FF2B5EF4-FFF2-40B4-BE49-F238E27FC236}">
                <a16:creationId xmlns:a16="http://schemas.microsoft.com/office/drawing/2014/main" id="{A6A057AF-4EBE-4A53-8F7F-CC5C0DA160A5}"/>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0022F5DB-5C97-4DB7-A617-1E7FB058A6BB}"/>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7348654F-38AF-4D7B-9A25-AEA56E2E053A}"/>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9:p xmlns:ns9="http://schemas.openxmlformats.org/drawingml/2006/main">
            <ns9:pPr>
              <ns9:defRPr sz="1800" b="0">
                <ns9:solidFill>
                  <ns9:srgbClr val="192E3B"/>
                </ns9:solidFill>
                <ns9:latin typeface="Segoe UI"/>
                <ns9:ea typeface="Segoe UI"/>
                <ns9:cs typeface="Segoe UI"/>
              </ns9:defRPr>
            </ns9:pPr>
            <ns9:r>
              <ns9:rPr sz="1800" b="0">
                <ns9:solidFill>
                  <ns9:srgbClr val="192E3B"/>
                </ns9:solidFill>
                <ns9:latin typeface="Segoe UI"/>
                <ns9:ea typeface="Segoe UI"/>
                <ns9:cs typeface="Segoe UI"/>
              </ns9:rPr>
              <ns9:t>Do one step with the picture mat. Ask for a check.</ns9:t>
            </ns9:r>
          </ns9:p>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
            </ns10:r>
          </ns10:p>
          <ns11:p xmlns:ns11="http://schemas.openxmlformats.org/drawingml/2006/main">
            <ns11:pPr>
              <ns11:defRPr sz="1800" b="0">
                <ns11:solidFill>
                  <ns11:srgbClr val="192E3B"/>
                </ns11:solidFill>
                <ns11:latin typeface="Segoe UI"/>
                <ns11:ea typeface="Segoe UI"/>
                <ns11:cs typeface="Segoe UI"/>
              </ns11:defRPr>
            </ns11:pPr>
            <ns11:r>
              <ns11:rPr sz="1800" b="0">
                <ns11:solidFill>
                  <ns11:srgbClr val="192E3B"/>
                </ns11:solidFill>
                <ns11:latin typeface="Segoe UI"/>
                <ns11:ea typeface="Segoe UI"/>
                <ns11:cs typeface="Segoe UI"/>
              </ns11:rPr>
              <ns11:t>I did __. I had help with __.</ns11:t>
            </ns11:r>
          </ns11:p>
        </p:txBody>
      </p:sp>
      <p:sp>
        <p:nvSpPr>
          <p:cNvPr id="8" name="route-STANDARD">
            <a:extLst xmlns:a="http://schemas.openxmlformats.org/drawingml/2006/main">
              <a:ext uri="{FF2B5EF4-FFF2-40B4-BE49-F238E27FC236}">
                <a16:creationId xmlns:a16="http://schemas.microsoft.com/office/drawing/2014/main" id="{F33973E7-D693-4EDB-98AC-EE8EA46CDACA}"/>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73C2340D-C3A4-4DB8-8F16-9508FD257F97}"/>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4FEA4C94-F182-42A8-AD69-40DC5C48A9A8}"/>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Do your job. Show your checked pack and label.</ns12:t>
            </ns12:r>
          </ns12:p>
          <ns13:p xmlns:ns13="http://schemas.openxmlformats.org/drawingml/2006/main">
            <ns13:pPr>
              <ns13:defRPr sz="1800" b="0">
                <ns13:solidFill>
                  <ns13:srgbClr val="192E3B"/>
                </ns13:solidFill>
                <ns13:latin typeface="Segoe UI"/>
                <ns13:ea typeface="Segoe UI"/>
                <ns13:cs typeface="Segoe UI"/>
              </ns13:defRPr>
            </ns13:pPr>
            <ns13:r>
              <ns13:rPr sz="1800" b="0">
                <ns13:solidFill>
                  <ns13:srgbClr val="192E3B"/>
                </ns13:solidFill>
                <ns13:latin typeface="Segoe UI"/>
                <ns13:ea typeface="Segoe UI"/>
                <ns13:cs typeface="Segoe UI"/>
              </ns13:rPr>
              <ns13:t/>
            </ns13:r>
          </ns13:p>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I checked __. This helped __.</ns14:t>
            </ns14:r>
          </ns14:p>
        </p:txBody>
      </p:sp>
      <p:sp>
        <p:nvSpPr>
          <p:cNvPr id="11" name="route-STRETCH">
            <a:extLst xmlns:a="http://schemas.openxmlformats.org/drawingml/2006/main">
              <a:ext uri="{FF2B5EF4-FFF2-40B4-BE49-F238E27FC236}">
                <a16:creationId xmlns:a16="http://schemas.microsoft.com/office/drawing/2014/main" id="{B13A8038-781A-4892-B600-DBAC4C9A1207}"/>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EAE6F8CE-0A4C-4530-808D-8855BCF34C82}"/>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D605C871-4A08-4C87-99E7-00029B08B734}"/>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5:p xmlns:ns15="http://schemas.openxmlformats.org/drawingml/2006/main">
            <ns15:pPr>
              <ns15:defRPr sz="1800" b="0">
                <ns15:solidFill>
                  <ns15:srgbClr val="192E3B"/>
                </ns15:solidFill>
                <ns15:latin typeface="Segoe UI"/>
                <ns15:ea typeface="Segoe UI"/>
                <ns15:cs typeface="Segoe UI"/>
              </ns15:defRPr>
            </ns15:pPr>
            <ns15:r>
              <ns15:rPr sz="1800" b="0">
                <ns15:solidFill>
                  <ns15:srgbClr val="192E3B"/>
                </ns15:solidFill>
                <ns15:latin typeface="Segoe UI"/>
                <ns15:ea typeface="Segoe UI"/>
                <ns15:cs typeface="Segoe UI"/>
              </ns15:rPr>
              <ns15:t>Repeat the job. Keep the size and finish the same.</ns15:t>
            </ns15:r>
          </ns15:p>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
            </ns16:r>
          </ns16:p>
          <ns17:p xmlns:ns17="http://schemas.openxmlformats.org/drawingml/2006/main">
            <ns17:pPr>
              <ns17:defRPr sz="1800" b="0">
                <ns17:solidFill>
                  <ns17:srgbClr val="192E3B"/>
                </ns17:solidFill>
                <ns17:latin typeface="Segoe UI"/>
                <ns17:ea typeface="Segoe UI"/>
                <ns17:cs typeface="Segoe UI"/>
              </ns17:defRPr>
            </ns17:pPr>
            <ns17:r>
              <ns17:rPr sz="1800" b="0">
                <ns17:solidFill>
                  <ns17:srgbClr val="192E3B"/>
                </ns17:solidFill>
                <ns17:latin typeface="Segoe UI"/>
                <ns17:ea typeface="Segoe UI"/>
                <ns17:cs typeface="Segoe UI"/>
              </ns17:rPr>
              <ns17:t>I changed __ so that __.</ns17:t>
            </ns17:r>
          </ns17:p>
        </p:txBody>
      </p:sp>
      <p:sp>
        <p:nvSpPr>
          <p:cNvPr id="14" name="credit">
            <a:extLst xmlns:a="http://schemas.openxmlformats.org/drawingml/2006/main">
              <a:ext uri="{FF2B5EF4-FFF2-40B4-BE49-F238E27FC236}">
                <a16:creationId xmlns:a16="http://schemas.microsoft.com/office/drawing/2014/main" id="{902F9024-E8D6-4C4C-8FB4-09B17044104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7:p xmlns:ns7="http://schemas.openxmlformats.org/drawingml/2006/main">
            <ns7:pPr>
              <ns7:defRPr sz="788" b="0">
                <ns7:solidFill>
                  <ns7:srgbClr val="566574"/>
                </ns7:solidFill>
                <ns7:latin typeface="Segoe UI"/>
                <ns7:ea typeface="Segoe UI"/>
                <ns7:cs typeface="Segoe UI"/>
              </ns7:defRPr>
            </ns7:pPr>
            <ns7:r>
              <ns7:rPr sz="788" b="0">
                <ns7:solidFill>
                  <ns7:srgbClr val="566574"/>
                </ns7:solidFill>
                <ns7:latin typeface="Segoe UI"/>
                <ns7:ea typeface="Segoe UI"/>
                <ns7:cs typeface="Segoe UI"/>
              </ns7:rPr>
              <ns7:t>Made by Matt · © Matt Roper · CC BY-NC-SA 4.0: free for classroom use, share and adapt with credit, no resale</ns7:t>
            </ns7:r>
          </ns7:p>
        </p:txBody>
      </p:sp>
      <p:sp>
        <p:nvSpPr>
          <p:cNvPr id="15" name="page-number">
            <a:extLst xmlns:a="http://schemas.openxmlformats.org/drawingml/2006/main">
              <a:ext uri="{FF2B5EF4-FFF2-40B4-BE49-F238E27FC236}">
                <a16:creationId xmlns:a16="http://schemas.microsoft.com/office/drawing/2014/main" id="{5C2F24A5-D857-4C5C-82A3-F9276E529B75}"/>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08</ns6:t>
            </ns6:r>
          </ns6:p>
        </p:txBody>
      </p:sp>
    </p:spTree>
    <p:extLst>
      <p:ext uri="{BB962C8B-B14F-4D97-AF65-F5344CB8AC3E}">
        <p14:creationId xmlns:p14="http://schemas.microsoft.com/office/powerpoint/2010/main" val="2028508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74EFD080-33E1-4C48-842F-F4614E7D740D}"/>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9:p xmlns:ns9="http://schemas.openxmlformats.org/drawingml/2006/main">
            <ns9:pPr>
              <ns9:defRPr sz="1200" b="0">
                <ns9:solidFill>
                  <ns9:srgbClr val="566574"/>
                </ns9:solidFill>
                <ns9:latin typeface="Segoe UI"/>
                <ns9:ea typeface="Segoe UI"/>
                <ns9:cs typeface="Segoe UI"/>
              </ns9:defRPr>
            </ns9:pPr>
            <ns9:r>
              <ns9:rPr sz="1200" b="0">
                <ns9:solidFill>
                  <ns9:srgbClr val="566574"/>
                </ns9:solidFill>
                <ns9:latin typeface="Segoe UI"/>
                <ns9:ea typeface="Segoe UI"/>
                <ns9:cs typeface="Segoe UI"/>
              </ns9:rPr>
              <ns9:t>COMM-GROW-A2-W02  ·  Lesson 7a</ns9:t>
            </ns9:r>
          </ns9:p>
        </p:txBody>
      </p:sp>
      <p:sp>
        <p:nvSpPr>
          <p:cNvPr id="2" name="edition">
            <a:extLst xmlns:a="http://schemas.openxmlformats.org/drawingml/2006/main">
              <a:ext uri="{FF2B5EF4-FFF2-40B4-BE49-F238E27FC236}">
                <a16:creationId xmlns:a16="http://schemas.microsoft.com/office/drawing/2014/main" id="{8D102D91-F0B5-4F93-B03F-7FD7540FA626}"/>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0:p xmlns:ns10="http://schemas.openxmlformats.org/drawingml/2006/main">
            <ns10:pPr>
              <ns10:defRPr sz="1050" b="0">
                <ns10:solidFill>
                  <ns10:srgbClr val="566574"/>
                </ns10:solidFill>
                <ns10:latin typeface="Segoe UI"/>
                <ns10:ea typeface="Segoe UI"/>
                <ns10:cs typeface="Segoe UI"/>
              </ns10:defRPr>
            </ns10:pPr>
            <ns10:r>
              <ns10:rPr sz="1050" b="0">
                <ns10:solidFill>
                  <ns10:srgbClr val="566574"/>
                </ns10:solidFill>
                <ns10:latin typeface="Segoe UI"/>
                <ns10:ea typeface="Segoe UI"/>
                <ns10:cs typeface="Segoe UI"/>
              </ns10:rPr>
              <ns10:t>Public edition</ns10:t>
            </ns10:r>
          </ns10:p>
        </p:txBody>
      </p:sp>
      <p:sp>
        <p:nvSpPr>
          <p:cNvPr id="3" name="stage-title">
            <a:extLst xmlns:a="http://schemas.openxmlformats.org/drawingml/2006/main">
              <a:ext uri="{FF2B5EF4-FFF2-40B4-BE49-F238E27FC236}">
                <a16:creationId xmlns:a16="http://schemas.microsoft.com/office/drawing/2014/main" id="{4C6A499F-7F3E-46E7-8E6C-4512728F757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3:p xmlns:ns13="http://schemas.openxmlformats.org/drawingml/2006/main">
            <ns13:pPr>
              <ns13:defRPr sz="3300" b="1">
                <ns13:solidFill>
                  <ns13:srgbClr val="345D70"/>
                </ns13:solidFill>
                <ns13:latin typeface="Segoe UI"/>
                <ns13:ea typeface="Segoe UI"/>
                <ns13:cs typeface="Segoe UI"/>
              </ns13:defRPr>
            </ns13:pPr>
            <ns13:r>
              <ns13:rPr sz="3300" b="1">
                <ns13:solidFill>
                  <ns13:srgbClr val="345D70"/>
                </ns13:solidFill>
                <ns13:latin typeface="Segoe UI"/>
                <ns13:ea typeface="Segoe UI"/>
                <ns13:cs typeface="Segoe UI"/>
              </ns13:rPr>
              <ns13:t>Evidence check before hand-in</ns13:t>
            </ns13:r>
          </ns13:p>
        </p:txBody>
      </p:sp>
      <p:sp>
        <p:nvSpPr>
          <p:cNvPr id="4" name="pupil-body">
            <a:extLst xmlns:a="http://schemas.openxmlformats.org/drawingml/2006/main">
              <a:ext uri="{FF2B5EF4-FFF2-40B4-BE49-F238E27FC236}">
                <a16:creationId xmlns:a16="http://schemas.microsoft.com/office/drawing/2014/main" id="{A32EEE5B-C0DD-40D0-8F45-FAA23D64FEC3}"/>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75" b="0">
                <a:solidFill>
                  <a:srgbClr val="192E3B"/>
                </a:solidFill>
                <a:latin typeface="Segoe UI"/>
                <a:ea typeface="Segoe UI"/>
                <a:cs typeface="Segoe UI"/>
              </a:defRPr>
            </a:defPPr>
            <a:lvl1pPr>
              <a:defRPr sz="2175" b="0">
                <a:solidFill>
                  <a:srgbClr val="192E3B"/>
                </a:solidFill>
                <a:latin typeface="Segoe UI"/>
                <a:ea typeface="Segoe UI"/>
                <a:cs typeface="Segoe UI"/>
              </a:defRPr>
            </a:lvl1pPr>
            <a:lvl2pPr>
              <a:defRPr sz="2175" b="0">
                <a:solidFill>
                  <a:srgbClr val="192E3B"/>
                </a:solidFill>
                <a:latin typeface="Segoe UI"/>
                <a:ea typeface="Segoe UI"/>
                <a:cs typeface="Segoe UI"/>
              </a:defRPr>
            </a:lvl2pPr>
            <a:lvl3pPr>
              <a:defRPr sz="2175" b="0">
                <a:solidFill>
                  <a:srgbClr val="192E3B"/>
                </a:solidFill>
                <a:latin typeface="Segoe UI"/>
                <a:ea typeface="Segoe UI"/>
                <a:cs typeface="Segoe UI"/>
              </a:defRPr>
            </a:lvl3pPr>
            <a:lvl4pPr>
              <a:defRPr sz="2175" b="0">
                <a:solidFill>
                  <a:srgbClr val="192E3B"/>
                </a:solidFill>
                <a:latin typeface="Segoe UI"/>
                <a:ea typeface="Segoe UI"/>
                <a:cs typeface="Segoe UI"/>
              </a:defRPr>
            </a:lvl4pPr>
            <a:lvl5pPr>
              <a:defRPr sz="2175" b="0">
                <a:solidFill>
                  <a:srgbClr val="192E3B"/>
                </a:solidFill>
                <a:latin typeface="Segoe UI"/>
                <a:ea typeface="Segoe UI"/>
                <a:cs typeface="Segoe UI"/>
              </a:defRPr>
            </a:lvl5pPr>
            <a:lvl6pPr>
              <a:defRPr sz="2175" b="0">
                <a:solidFill>
                  <a:srgbClr val="192E3B"/>
                </a:solidFill>
                <a:latin typeface="Segoe UI"/>
                <a:ea typeface="Segoe UI"/>
                <a:cs typeface="Segoe UI"/>
              </a:defRPr>
            </a:lvl6pPr>
            <a:lvl7pPr>
              <a:defRPr sz="2175" b="0">
                <a:solidFill>
                  <a:srgbClr val="192E3B"/>
                </a:solidFill>
                <a:latin typeface="Segoe UI"/>
                <a:ea typeface="Segoe UI"/>
                <a:cs typeface="Segoe UI"/>
              </a:defRPr>
            </a:lvl7pPr>
            <a:lvl8pPr>
              <a:defRPr sz="2175" b="0">
                <a:solidFill>
                  <a:srgbClr val="192E3B"/>
                </a:solidFill>
                <a:latin typeface="Segoe UI"/>
                <a:ea typeface="Segoe UI"/>
                <a:cs typeface="Segoe UI"/>
              </a:defRPr>
            </a:lvl8pPr>
            <a:lvl9pPr>
              <a:defRPr sz="2175" b="0">
                <a:solidFill>
                  <a:srgbClr val="192E3B"/>
                </a:solidFill>
                <a:latin typeface="Segoe UI"/>
                <a:ea typeface="Segoe UI"/>
                <a:cs typeface="Segoe UI"/>
              </a:defRPr>
            </a:lvl9pPr>
          </a:lstStyle>
          <ns0:p xmlns:ns0="http://schemas.openxmlformats.org/drawingml/2006/main">
            <ns0:pPr>
              <ns0:defRPr sz="2175" b="0">
                <ns0:solidFill>
                  <ns0:srgbClr val="192E3B"/>
                </ns0:solidFill>
                <ns0:latin typeface="Segoe UI"/>
                <ns0:ea typeface="Segoe UI"/>
                <ns0:cs typeface="Segoe UI"/>
              </ns0:defRPr>
            </ns0:pPr>
            <ns0:r>
              <ns0:rPr sz="2175" b="0">
                <ns0:solidFill>
                  <ns0:srgbClr val="192E3B"/>
                </ns0:solidFill>
                <ns0:latin typeface="Segoe UI"/>
                <ns0:ea typeface="Segoe UI"/>
                <ns0:cs typeface="Segoe UI"/>
              </ns0:rPr>
              <ns0:t>My name or ID and date.</ns0:t>
            </ns0:r>
          </ns0:p>
          <ns1:p xmlns:ns1="http://schemas.openxmlformats.org/drawingml/2006/main">
            <ns1:pPr>
              <ns1:defRPr sz="2175" b="0">
                <ns1:solidFill>
                  <ns1:srgbClr val="192E3B"/>
                </ns1:solidFill>
                <ns1:latin typeface="Segoe UI"/>
                <ns1:ea typeface="Segoe UI"/>
                <ns1:cs typeface="Segoe UI"/>
              </ns1:defRPr>
            </ns1:pPr>
            <ns1:r>
              <ns1:rPr sz="2175" b="0">
                <ns1:solidFill>
                  <ns1:srgbClr val="192E3B"/>
                </ns1:solidFill>
                <ns1:latin typeface="Segoe UI"/>
                <ns1:ea typeface="Segoe UI"/>
                <ns1:cs typeface="Segoe UI"/>
              </ns1:rPr>
              <ns1:t/>
            </ns1:r>
          </ns1:p>
          <ns2:p xmlns:ns2="http://schemas.openxmlformats.org/drawingml/2006/main">
            <ns2:pPr>
              <ns2:defRPr sz="2175" b="0">
                <ns2:solidFill>
                  <ns2:srgbClr val="192E3B"/>
                </ns2:solidFill>
                <ns2:latin typeface="Segoe UI"/>
                <ns2:ea typeface="Segoe UI"/>
                <ns2:cs typeface="Segoe UI"/>
              </ns2:defRPr>
            </ns2:pPr>
            <ns2:r>
              <ns2:rPr sz="2175" b="0">
                <ns2:solidFill>
                  <ns2:srgbClr val="192E3B"/>
                </ns2:solidFill>
                <ns2:latin typeface="Segoe UI"/>
                <ns2:ea typeface="Segoe UI"/>
                <ns2:cs typeface="Segoe UI"/>
              </ns2:rPr>
              <ns2:t>My own job and what I did.</ns2:t>
            </ns2:r>
          </ns2:p>
          <ns3:p xmlns:ns3="http://schemas.openxmlformats.org/drawingml/2006/main">
            <ns3:pPr>
              <ns3:defRPr sz="2175" b="0">
                <ns3:solidFill>
                  <ns3:srgbClr val="192E3B"/>
                </ns3:solidFill>
                <ns3:latin typeface="Segoe UI"/>
                <ns3:ea typeface="Segoe UI"/>
                <ns3:cs typeface="Segoe UI"/>
              </ns3:defRPr>
            </ns3:pPr>
            <ns3:r>
              <ns3:rPr sz="2175" b="0">
                <ns3:solidFill>
                  <ns3:srgbClr val="192E3B"/>
                </ns3:solidFill>
                <ns3:latin typeface="Segoe UI"/>
                <ns3:ea typeface="Segoe UI"/>
                <ns3:cs typeface="Segoe UI"/>
              </ns3:rPr>
              <ns3:t/>
            </ns3:r>
          </ns3:p>
          <ns4:p xmlns:ns4="http://schemas.openxmlformats.org/drawingml/2006/main">
            <ns4:pPr>
              <ns4:defRPr sz="2175" b="0">
                <ns4:solidFill>
                  <ns4:srgbClr val="192E3B"/>
                </ns4:solidFill>
                <ns4:latin typeface="Segoe UI"/>
                <ns4:ea typeface="Segoe UI"/>
                <ns4:cs typeface="Segoe UI"/>
              </ns4:defRPr>
            </ns4:pPr>
            <ns4:r>
              <ns4:rPr sz="2175" b="0">
                <ns4:solidFill>
                  <ns4:srgbClr val="192E3B"/>
                </ns4:solidFill>
                <ns4:latin typeface="Segoe UI"/>
                <ns4:ea typeface="Segoe UI"/>
                <ns4:cs typeface="Segoe UI"/>
              </ns4:rPr>
              <ns4:t>My pack or label has an adult check.</ns4:t>
            </ns4:r>
          </ns4:p>
          <ns5:p xmlns:ns5="http://schemas.openxmlformats.org/drawingml/2006/main">
            <ns5:pPr>
              <ns5:defRPr sz="2175" b="0">
                <ns5:solidFill>
                  <ns5:srgbClr val="192E3B"/>
                </ns5:solidFill>
                <ns5:latin typeface="Segoe UI"/>
                <ns5:ea typeface="Segoe UI"/>
                <ns5:cs typeface="Segoe UI"/>
              </ns5:defRPr>
            </ns5:pPr>
            <ns5:r>
              <ns5:rPr sz="2175" b="0">
                <ns5:solidFill>
                  <ns5:srgbClr val="192E3B"/>
                </ns5:solidFill>
                <ns5:latin typeface="Segoe UI"/>
                <ns5:ea typeface="Segoe UI"/>
                <ns5:cs typeface="Segoe UI"/>
              </ns5:rPr>
              <ns5:t/>
            </ns5:r>
          </ns5:p>
          <ns6:p xmlns:ns6="http://schemas.openxmlformats.org/drawingml/2006/main">
            <ns6:pPr>
              <ns6:defRPr sz="2175" b="0">
                <ns6:solidFill>
                  <ns6:srgbClr val="192E3B"/>
                </ns6:solidFill>
                <ns6:latin typeface="Segoe UI"/>
                <ns6:ea typeface="Segoe UI"/>
                <ns6:cs typeface="Segoe UI"/>
              </ns6:defRPr>
            </ns6:pPr>
            <ns6:r>
              <ns6:rPr sz="2175" b="0">
                <ns6:solidFill>
                  <ns6:srgbClr val="192E3B"/>
                </ns6:solidFill>
                <ns6:latin typeface="Segoe UI"/>
                <ns6:ea typeface="Segoe UI"/>
                <ns6:cs typeface="Segoe UI"/>
              </ns6:rPr>
              <ns6:t>My help and next step are clear.</ns6:t>
            </ns6:r>
          </ns6:p>
          <ns7:p xmlns:ns7="http://schemas.openxmlformats.org/drawingml/2006/main">
            <ns7:pPr>
              <ns7:defRPr sz="2175" b="0">
                <ns7:solidFill>
                  <ns7:srgbClr val="192E3B"/>
                </ns7:solidFill>
                <ns7:latin typeface="Segoe UI"/>
                <ns7:ea typeface="Segoe UI"/>
                <ns7:cs typeface="Segoe UI"/>
              </ns7:defRPr>
            </ns7:pPr>
            <ns7:r>
              <ns7:rPr sz="2175" b="0">
                <ns7:solidFill>
                  <ns7:srgbClr val="192E3B"/>
                </ns7:solidFill>
                <ns7:latin typeface="Segoe UI"/>
                <ns7:ea typeface="Segoe UI"/>
                <ns7:cs typeface="Segoe UI"/>
              </ns7:rPr>
              <ns7:t/>
            </ns7:r>
          </ns7:p>
          <ns8:p xmlns:ns8="http://schemas.openxmlformats.org/drawingml/2006/main">
            <ns8:pPr>
              <ns8:defRPr sz="2175" b="0">
                <ns8:solidFill>
                  <ns8:srgbClr val="192E3B"/>
                </ns8:solidFill>
                <ns8:latin typeface="Segoe UI"/>
                <ns8:ea typeface="Segoe UI"/>
                <ns8:cs typeface="Segoe UI"/>
              </ns8:defRPr>
            </ns8:pPr>
            <ns8:r>
              <ns8:rPr sz="2175" b="0">
                <ns8:solidFill>
                  <ns8:srgbClr val="192E3B"/>
                </ns8:solidFill>
                <ns8:latin typeface="Segoe UI"/>
                <ns8:ea typeface="Segoe UI"/>
                <ns8:cs typeface="Segoe UI"/>
              </ns8:rPr>
              <ns8:t>I put tools away when the adult says it is safe.</ns8:t>
            </ns8:r>
          </ns8:p>
        </p:txBody>
      </p:sp>
      <p:sp>
        <p:nvSpPr>
          <p:cNvPr id="5" name="credit">
            <a:extLst xmlns:a="http://schemas.openxmlformats.org/drawingml/2006/main">
              <a:ext uri="{FF2B5EF4-FFF2-40B4-BE49-F238E27FC236}">
                <a16:creationId xmlns:a16="http://schemas.microsoft.com/office/drawing/2014/main" id="{05929817-59C3-4690-BD5E-49E2852D3DC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2:p xmlns:ns12="http://schemas.openxmlformats.org/drawingml/2006/main">
            <ns12:pPr>
              <ns12:defRPr sz="788" b="0">
                <ns12:solidFill>
                  <ns12:srgbClr val="566574"/>
                </ns12:solidFill>
                <ns12:latin typeface="Segoe UI"/>
                <ns12:ea typeface="Segoe UI"/>
                <ns12:cs typeface="Segoe UI"/>
              </ns12:defRPr>
            </ns12:pPr>
            <ns12:r>
              <ns12:rPr sz="788" b="0">
                <ns12:solidFill>
                  <ns12:srgbClr val="566574"/>
                </ns12:solidFill>
                <ns12:latin typeface="Segoe UI"/>
                <ns12:ea typeface="Segoe UI"/>
                <ns12:cs typeface="Segoe UI"/>
              </ns12:rPr>
              <ns12:t>Made by Matt · © Matt Roper · CC BY-NC-SA 4.0: free for classroom use, share and adapt with credit, no resale</ns12:t>
            </ns12:r>
          </ns12:p>
        </p:txBody>
      </p:sp>
      <p:sp>
        <p:nvSpPr>
          <p:cNvPr id="6" name="page-number">
            <a:extLst xmlns:a="http://schemas.openxmlformats.org/drawingml/2006/main">
              <a:ext uri="{FF2B5EF4-FFF2-40B4-BE49-F238E27FC236}">
                <a16:creationId xmlns:a16="http://schemas.microsoft.com/office/drawing/2014/main" id="{8C2D46D7-A444-45AB-A9EA-ABAA28CFED5C}"/>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09</ns11:t>
            </ns11:r>
          </ns11:p>
        </p:txBody>
      </p:sp>
    </p:spTree>
    <p:extLst>
      <p:ext uri="{BB962C8B-B14F-4D97-AF65-F5344CB8AC3E}">
        <p14:creationId xmlns:p14="http://schemas.microsoft.com/office/powerpoint/2010/main" val="10644219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6F8D3FC2-7A29-4685-AA02-3C12DCB2E6E4}"/>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5:p xmlns:ns5="http://schemas.openxmlformats.org/drawingml/2006/main">
            <ns5:pPr>
              <ns5:defRPr sz="1200" b="0">
                <ns5:solidFill>
                  <ns5:srgbClr val="566574"/>
                </ns5:solidFill>
                <ns5:latin typeface="Segoe UI"/>
                <ns5:ea typeface="Segoe UI"/>
                <ns5:cs typeface="Segoe UI"/>
              </ns5:defRPr>
            </ns5:pPr>
            <ns5:r>
              <ns5:rPr sz="1200" b="0">
                <ns5:solidFill>
                  <ns5:srgbClr val="566574"/>
                </ns5:solidFill>
                <ns5:latin typeface="Segoe UI"/>
                <ns5:ea typeface="Segoe UI"/>
                <ns5:cs typeface="Segoe UI"/>
              </ns5:rPr>
              <ns5:t>COMM-GROW-A2-W02  ·  Lesson 7a</ns5:t>
            </ns5:r>
          </ns5:p>
        </p:txBody>
      </p:sp>
      <p:sp>
        <p:nvSpPr>
          <p:cNvPr id="2" name="edition">
            <a:extLst xmlns:a="http://schemas.openxmlformats.org/drawingml/2006/main">
              <a:ext uri="{FF2B5EF4-FFF2-40B4-BE49-F238E27FC236}">
                <a16:creationId xmlns:a16="http://schemas.microsoft.com/office/drawing/2014/main" id="{86FC3099-5CEE-4373-9571-73C546270A67}"/>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Public edition</ns6:t>
            </ns6:r>
          </ns6:p>
        </p:txBody>
      </p:sp>
      <p:sp>
        <p:nvSpPr>
          <p:cNvPr id="3" name="stage-title">
            <a:extLst xmlns:a="http://schemas.openxmlformats.org/drawingml/2006/main">
              <a:ext uri="{FF2B5EF4-FFF2-40B4-BE49-F238E27FC236}">
                <a16:creationId xmlns:a16="http://schemas.microsoft.com/office/drawing/2014/main" id="{B31C3E97-FDD6-44C4-BB86-9F852B7F3616}"/>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9:p xmlns:ns9="http://schemas.openxmlformats.org/drawingml/2006/main">
            <ns9:pPr>
              <ns9:defRPr sz="3300" b="1">
                <ns9:solidFill>
                  <ns9:srgbClr val="345D70"/>
                </ns9:solidFill>
                <ns9:latin typeface="Segoe UI"/>
                <ns9:ea typeface="Segoe UI"/>
                <ns9:cs typeface="Segoe UI"/>
              </ns9:defRPr>
            </ns9:pPr>
            <ns9:r>
              <ns9:rPr sz="3300" b="1">
                <ns9:solidFill>
                  <ns9:srgbClr val="345D70"/>
                </ns9:solidFill>
                <ns9:latin typeface="Segoe UI"/>
                <ns9:ea typeface="Segoe UI"/>
                <ns9:cs typeface="Segoe UI"/>
              </ns9:rPr>
              <ns9:t>Exit ticket</ns9:t>
            </ns9:r>
          </ns9:p>
        </p:txBody>
      </p:sp>
      <p:sp>
        <p:nvSpPr>
          <p:cNvPr id="4" name="pupil-body">
            <a:extLst xmlns:a="http://schemas.openxmlformats.org/drawingml/2006/main">
              <a:ext uri="{FF2B5EF4-FFF2-40B4-BE49-F238E27FC236}">
                <a16:creationId xmlns:a16="http://schemas.microsoft.com/office/drawing/2014/main" id="{2DDBA7C4-696A-405E-9D8E-4A9D2E8DEA39}"/>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Can you do your sale-day job safely and politely?</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One safe step I used was __.</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One thing I will practise next is __.</ns4:t>
            </ns4:r>
          </ns4:p>
        </p:txBody>
      </p:sp>
      <p:sp>
        <p:nvSpPr>
          <p:cNvPr id="5" name="credit">
            <a:extLst xmlns:a="http://schemas.openxmlformats.org/drawingml/2006/main">
              <a:ext uri="{FF2B5EF4-FFF2-40B4-BE49-F238E27FC236}">
                <a16:creationId xmlns:a16="http://schemas.microsoft.com/office/drawing/2014/main" id="{6D7E8F75-2156-4B62-BD47-E940AA7E08B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8:p xmlns:ns8="http://schemas.openxmlformats.org/drawingml/2006/main">
            <ns8:pPr>
              <ns8:defRPr sz="788" b="0">
                <ns8:solidFill>
                  <ns8:srgbClr val="566574"/>
                </ns8:solidFill>
                <ns8:latin typeface="Segoe UI"/>
                <ns8:ea typeface="Segoe UI"/>
                <ns8:cs typeface="Segoe UI"/>
              </ns8:defRPr>
            </ns8:pPr>
            <ns8:r>
              <ns8:rPr sz="788" b="0">
                <ns8:solidFill>
                  <ns8:srgbClr val="566574"/>
                </ns8:solidFill>
                <ns8:latin typeface="Segoe UI"/>
                <ns8:ea typeface="Segoe UI"/>
                <ns8:cs typeface="Segoe UI"/>
              </ns8:rPr>
              <ns8:t>Made by Matt · © Matt Roper · CC BY-NC-SA 4.0: free for classroom use, share and adapt with credit, no resale</ns8:t>
            </ns8:r>
          </ns8:p>
        </p:txBody>
      </p:sp>
      <p:sp>
        <p:nvSpPr>
          <p:cNvPr id="6" name="page-number">
            <a:extLst xmlns:a="http://schemas.openxmlformats.org/drawingml/2006/main">
              <a:ext uri="{FF2B5EF4-FFF2-40B4-BE49-F238E27FC236}">
                <a16:creationId xmlns:a16="http://schemas.microsoft.com/office/drawing/2014/main" id="{E8AD49A9-BC58-4846-8899-86BF6962226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7:p xmlns:ns7="http://schemas.openxmlformats.org/drawingml/2006/main">
            <ns7:pPr>
              <ns7:defRPr sz="1050" b="0">
                <ns7:solidFill>
                  <ns7:srgbClr val="566574"/>
                </ns7:solidFill>
                <ns7:latin typeface="Segoe UI"/>
                <ns7:ea typeface="Segoe UI"/>
                <ns7:cs typeface="Segoe UI"/>
              </ns7:defRPr>
            </ns7:pPr>
            <ns7:r>
              <ns7:rPr sz="1050" b="0">
                <ns7:solidFill>
                  <ns7:srgbClr val="566574"/>
                </ns7:solidFill>
                <ns7:latin typeface="Segoe UI"/>
                <ns7:ea typeface="Segoe UI"/>
                <ns7:cs typeface="Segoe UI"/>
              </ns7:rPr>
              <ns7:t>10</ns7:t>
            </ns7:r>
          </ns7:p>
        </p:txBody>
      </p:sp>
    </p:spTree>
    <p:extLst>
      <p:ext uri="{BB962C8B-B14F-4D97-AF65-F5344CB8AC3E}">
        <p14:creationId xmlns:p14="http://schemas.microsoft.com/office/powerpoint/2010/main" val="17990378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code">
            <a:extLst xmlns:a="http://schemas.openxmlformats.org/drawingml/2006/main">
              <a:ext uri="{FF2B5EF4-FFF2-40B4-BE49-F238E27FC236}">
                <a16:creationId xmlns:a16="http://schemas.microsoft.com/office/drawing/2014/main" id="{0680BA48-3AEB-4EE0-8CBD-32190F4133E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0:p xmlns:ns0="http://schemas.openxmlformats.org/drawingml/2006/main">
            <ns0:pPr>
              <ns0:defRPr sz="1200" b="0">
                <ns0:solidFill>
                  <ns0:srgbClr val="566574"/>
                </ns0:solidFill>
                <ns0:latin typeface="Segoe UI"/>
                <ns0:ea typeface="Segoe UI"/>
                <ns0:cs typeface="Segoe UI"/>
              </ns0:defRPr>
            </ns0:pPr>
            <ns0:r>
              <ns0:rPr sz="1200" b="0">
                <ns0:solidFill>
                  <ns0:srgbClr val="566574"/>
                </ns0:solidFill>
                <ns0:latin typeface="Segoe UI"/>
                <ns0:ea typeface="Segoe UI"/>
                <ns0:cs typeface="Segoe UI"/>
              </ns0:rPr>
              <ns0:t>COMM-GROW-A2-W02  ·  Lesson 7a</ns0:t>
            </ns0:r>
          </ns0:p>
        </p:txBody>
      </p:sp>
      <p:sp>
        <p:nvSpPr>
          <p:cNvPr id="2" name="edition">
            <a:extLst xmlns:a="http://schemas.openxmlformats.org/drawingml/2006/main">
              <a:ext uri="{FF2B5EF4-FFF2-40B4-BE49-F238E27FC236}">
                <a16:creationId xmlns:a16="http://schemas.microsoft.com/office/drawing/2014/main" id="{CC03158C-E904-4511-BC30-21BF7FE6B6BF}"/>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p xmlns:ns1="http://schemas.openxmlformats.org/drawingml/2006/main">
            <ns1:pPr>
              <ns1:defRPr sz="1050" b="0">
                <ns1:solidFill>
                  <ns1:srgbClr val="566574"/>
                </ns1:solidFill>
                <ns1:latin typeface="Segoe UI"/>
                <ns1:ea typeface="Segoe UI"/>
                <ns1:cs typeface="Segoe UI"/>
              </ns1:defRPr>
            </ns1:pPr>
            <ns1:r>
              <ns1:rPr sz="1050" b="0">
                <ns1:solidFill>
                  <ns1:srgbClr val="566574"/>
                </ns1:solidFill>
                <ns1:latin typeface="Segoe UI"/>
                <ns1:ea typeface="Segoe UI"/>
                <ns1:cs typeface="Segoe UI"/>
              </ns1:rPr>
              <ns1:t>Public edition</ns1:t>
            </ns1:r>
          </ns1:p>
        </p:txBody>
      </p:sp>
      <p:sp>
        <p:nvSpPr>
          <p:cNvPr id="3" name="stage-title">
            <a:extLst xmlns:a="http://schemas.openxmlformats.org/drawingml/2006/main">
              <a:ext uri="{FF2B5EF4-FFF2-40B4-BE49-F238E27FC236}">
                <a16:creationId xmlns:a16="http://schemas.microsoft.com/office/drawing/2014/main" id="{39D1E514-D02A-427D-A171-77449C74B5B0}"/>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4:p xmlns:ns4="http://schemas.openxmlformats.org/drawingml/2006/main">
            <ns4:pPr>
              <ns4:defRPr sz="3300" b="1">
                <ns4:solidFill>
                  <ns4:srgbClr val="345D70"/>
                </ns4:solidFill>
                <ns4:latin typeface="Segoe UI"/>
                <ns4:ea typeface="Segoe UI"/>
                <ns4:cs typeface="Segoe UI"/>
              </ns4:defRPr>
            </ns4:pPr>
            <ns4:r>
              <ns4:rPr sz="3300" b="1">
                <ns4:solidFill>
                  <ns4:srgbClr val="345D70"/>
                </ns4:solidFill>
                <ns4:latin typeface="Segoe UI"/>
                <ns4:ea typeface="Segoe UI"/>
                <ns4:cs typeface="Segoe UI"/>
              </ns4:rPr>
              <ns4:t>Key vocabulary mat</ns4:t>
            </ns4:r>
          </ns4:p>
        </p:txBody>
      </p:sp>
      <p:pic>
        <p:nvPicPr>
          <p:cNvPr id="4" name="picture-cue-1" descr="Flat clipboard check cue for batch." title="batch">
            <a:extLst xmlns:a="http://schemas.openxmlformats.org/drawingml/2006/main">
              <a:ext uri="{FF2B5EF4-FFF2-40B4-BE49-F238E27FC236}">
                <a16:creationId xmlns:a16="http://schemas.microsoft.com/office/drawing/2014/main" id="{3E0FE664-71BE-4F81-A370-D5BDD071B2FA}"/>
              </a:ext>
            </a:extLst>
          </p:cNvPr>
          <p:cNvPicPr>
            <a:picLocks xmlns:a="http://schemas.openxmlformats.org/drawingml/2006/main" noChangeAspect="1"/>
          </p:cNvPicPr>
          <p:nvPr/>
        </p:nvPicPr>
        <p:blipFill>
          <a:blip xmlns:r="http://schemas.openxmlformats.org/officeDocument/2006/relationships" xmlns:a="http://schemas.openxmlformats.org/drawingml/2006/main" r:embed="Ra524a347ae674527"/>
          <a:stretch xmlns:a="http://schemas.openxmlformats.org/drawingml/2006/main"/>
        </p:blipFill>
        <p:spPr>
          <a:xfrm xmlns:a="http://schemas.openxmlformats.org/drawingml/2006/main">
            <a:off x="533400" y="1504950"/>
            <a:ext cx="457200" cy="457200"/>
          </a:xfrm>
          <a:prstGeom xmlns:a="http://schemas.openxmlformats.org/drawingml/2006/main" prst="rect">
            <a:avLst/>
          </a:prstGeom>
        </p:spPr>
      </p:pic>
      <p:sp>
        <p:nvSpPr>
          <p:cNvPr id="5" name="word-0">
            <a:extLst xmlns:a="http://schemas.openxmlformats.org/drawingml/2006/main">
              <a:ext uri="{FF2B5EF4-FFF2-40B4-BE49-F238E27FC236}">
                <a16:creationId xmlns:a16="http://schemas.microsoft.com/office/drawing/2014/main" id="{8B44405A-4476-445D-A2D1-384985958A6B}"/>
              </a:ext>
            </a:extLst>
          </p:cNvPr>
          <p:cNvSpPr>
            <a:spLocks xmlns:a="http://schemas.openxmlformats.org/drawingml/2006/main" noGrp="1"/>
          </p:cNvSpPr>
          <p:nvPr/>
        </p:nvSpPr>
        <p:spPr>
          <a:xfrm xmlns:a="http://schemas.openxmlformats.org/drawingml/2006/main">
            <a:off x="1162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5:p xmlns:ns5="http://schemas.openxmlformats.org/drawingml/2006/main">
            <ns5:pPr>
              <ns5:defRPr sz="1875" b="1">
                <ns5:solidFill>
                  <ns5:srgbClr val="345D70"/>
                </ns5:solidFill>
                <ns5:latin typeface="Segoe UI"/>
                <ns5:ea typeface="Segoe UI"/>
                <ns5:cs typeface="Segoe UI"/>
              </ns5:defRPr>
            </ns5:pPr>
            <ns5:r>
              <ns5:rPr sz="1875" b="1">
                <ns5:solidFill>
                  <ns5:srgbClr val="345D70"/>
                </ns5:solidFill>
                <ns5:latin typeface="Segoe UI"/>
                <ns5:ea typeface="Segoe UI"/>
                <ns5:cs typeface="Segoe UI"/>
              </ns5:rPr>
              <ns5:t>batch</ns5:t>
            </ns5:r>
          </ns5:p>
        </p:txBody>
      </p:sp>
      <p:sp>
        <p:nvSpPr>
          <p:cNvPr id="6" name="definition-0">
            <a:extLst xmlns:a="http://schemas.openxmlformats.org/drawingml/2006/main">
              <a:ext uri="{FF2B5EF4-FFF2-40B4-BE49-F238E27FC236}">
                <a16:creationId xmlns:a16="http://schemas.microsoft.com/office/drawing/2014/main" id="{44E9CDD8-4184-4615-9711-F392805A2B3F}"/>
              </a:ext>
            </a:extLst>
          </p:cNvPr>
          <p:cNvSpPr>
            <a:spLocks xmlns:a="http://schemas.openxmlformats.org/drawingml/2006/main" noGrp="1"/>
          </p:cNvSpPr>
          <p:nvPr/>
        </p:nvSpPr>
        <p:spPr>
          <a:xfrm xmlns:a="http://schemas.openxmlformats.org/drawingml/2006/main">
            <a:off x="1162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6:p xmlns:ns6="http://schemas.openxmlformats.org/drawingml/2006/main">
            <ns6:pPr>
              <ns6:defRPr sz="1800" b="0">
                <ns6:solidFill>
                  <ns6:srgbClr val="192E3B"/>
                </ns6:solidFill>
                <ns6:latin typeface="Segoe UI"/>
                <ns6:ea typeface="Segoe UI"/>
                <ns6:cs typeface="Segoe UI"/>
              </ns6:defRPr>
            </ns6:pPr>
            <ns6:r>
              <ns6:rPr sz="1800" b="0">
                <ns6:solidFill>
                  <ns6:srgbClr val="192E3B"/>
                </ns6:solidFill>
                <ns6:latin typeface="Segoe UI"/>
                <ns6:ea typeface="Segoe UI"/>
                <ns6:cs typeface="Segoe UI"/>
              </ns6:rPr>
              <ns6:t>Food made in one go.</ns6:t>
            </ns6:r>
          </ns6:p>
        </p:txBody>
      </p:sp>
      <p:pic>
        <p:nvPicPr>
          <p:cNvPr id="7" name="picture-cue-2" descr="Flat tag cue for label." title="label">
            <a:extLst xmlns:a="http://schemas.openxmlformats.org/drawingml/2006/main">
              <a:ext uri="{FF2B5EF4-FFF2-40B4-BE49-F238E27FC236}">
                <a16:creationId xmlns:a16="http://schemas.microsoft.com/office/drawing/2014/main" id="{3CB89668-C826-4199-B3C2-A51306B49D6F}"/>
              </a:ext>
            </a:extLst>
          </p:cNvPr>
          <p:cNvPicPr>
            <a:picLocks xmlns:a="http://schemas.openxmlformats.org/drawingml/2006/main" noChangeAspect="1"/>
          </p:cNvPicPr>
          <p:nvPr/>
        </p:nvPicPr>
        <p:blipFill>
          <a:blip xmlns:r="http://schemas.openxmlformats.org/officeDocument/2006/relationships" xmlns:a="http://schemas.openxmlformats.org/drawingml/2006/main" r:embed="Rced7992d3541451e"/>
          <a:stretch xmlns:a="http://schemas.openxmlformats.org/drawingml/2006/main"/>
        </p:blipFill>
        <p:spPr>
          <a:xfrm xmlns:a="http://schemas.openxmlformats.org/drawingml/2006/main">
            <a:off x="6248400" y="1504950"/>
            <a:ext cx="457200" cy="457200"/>
          </a:xfrm>
          <a:prstGeom xmlns:a="http://schemas.openxmlformats.org/drawingml/2006/main" prst="rect">
            <a:avLst/>
          </a:prstGeom>
        </p:spPr>
      </p:pic>
      <p:sp>
        <p:nvSpPr>
          <p:cNvPr id="8" name="word-1">
            <a:extLst xmlns:a="http://schemas.openxmlformats.org/drawingml/2006/main">
              <a:ext uri="{FF2B5EF4-FFF2-40B4-BE49-F238E27FC236}">
                <a16:creationId xmlns:a16="http://schemas.microsoft.com/office/drawing/2014/main" id="{3546E402-3135-4CAA-AF04-4265933E5C4B}"/>
              </a:ext>
            </a:extLst>
          </p:cNvPr>
          <p:cNvSpPr>
            <a:spLocks xmlns:a="http://schemas.openxmlformats.org/drawingml/2006/main" noGrp="1"/>
          </p:cNvSpPr>
          <p:nvPr/>
        </p:nvSpPr>
        <p:spPr>
          <a:xfrm xmlns:a="http://schemas.openxmlformats.org/drawingml/2006/main">
            <a:off x="6877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7:p xmlns:ns7="http://schemas.openxmlformats.org/drawingml/2006/main">
            <ns7:pPr>
              <ns7:defRPr sz="1875" b="1">
                <ns7:solidFill>
                  <ns7:srgbClr val="345D70"/>
                </ns7:solidFill>
                <ns7:latin typeface="Segoe UI"/>
                <ns7:ea typeface="Segoe UI"/>
                <ns7:cs typeface="Segoe UI"/>
              </ns7:defRPr>
            </ns7:pPr>
            <ns7:r>
              <ns7:rPr sz="1875" b="1">
                <ns7:solidFill>
                  <ns7:srgbClr val="345D70"/>
                </ns7:solidFill>
                <ns7:latin typeface="Segoe UI"/>
                <ns7:ea typeface="Segoe UI"/>
                <ns7:cs typeface="Segoe UI"/>
              </ns7:rPr>
              <ns7:t>label</ns7:t>
            </ns7:r>
          </ns7:p>
        </p:txBody>
      </p:sp>
      <p:sp>
        <p:nvSpPr>
          <p:cNvPr id="9" name="definition-1">
            <a:extLst xmlns:a="http://schemas.openxmlformats.org/drawingml/2006/main">
              <a:ext uri="{FF2B5EF4-FFF2-40B4-BE49-F238E27FC236}">
                <a16:creationId xmlns:a16="http://schemas.microsoft.com/office/drawing/2014/main" id="{D819ABBC-A6B4-4918-AFFE-FFD1C32EA19B}"/>
              </a:ext>
            </a:extLst>
          </p:cNvPr>
          <p:cNvSpPr>
            <a:spLocks xmlns:a="http://schemas.openxmlformats.org/drawingml/2006/main" noGrp="1"/>
          </p:cNvSpPr>
          <p:nvPr/>
        </p:nvSpPr>
        <p:spPr>
          <a:xfrm xmlns:a="http://schemas.openxmlformats.org/drawingml/2006/main">
            <a:off x="6877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8:p xmlns:ns8="http://schemas.openxmlformats.org/drawingml/2006/main">
            <ns8:pPr>
              <ns8:defRPr sz="1800" b="0">
                <ns8:solidFill>
                  <ns8:srgbClr val="192E3B"/>
                </ns8:solidFill>
                <ns8:latin typeface="Segoe UI"/>
                <ns8:ea typeface="Segoe UI"/>
                <ns8:cs typeface="Segoe UI"/>
              </ns8:defRPr>
            </ns8:pPr>
            <ns8:r>
              <ns8:rPr sz="1800" b="0">
                <ns8:solidFill>
                  <ns8:srgbClr val="192E3B"/>
                </ns8:solidFill>
                <ns8:latin typeface="Segoe UI"/>
                <ns8:ea typeface="Segoe UI"/>
                <ns8:cs typeface="Segoe UI"/>
              </ns8:rPr>
              <ns8:t>Words on a pack that tell us about the food.</ns8:t>
            </ns8:r>
          </ns8:p>
        </p:txBody>
      </p:sp>
      <p:pic>
        <p:nvPicPr>
          <p:cNvPr id="10" name="picture-cue-3" descr="Flat list checks cue for portion." title="portion">
            <a:extLst xmlns:a="http://schemas.openxmlformats.org/drawingml/2006/main">
              <a:ext uri="{FF2B5EF4-FFF2-40B4-BE49-F238E27FC236}">
                <a16:creationId xmlns:a16="http://schemas.microsoft.com/office/drawing/2014/main" id="{E3AB64FD-500C-4FAA-9E67-B77D37421318}"/>
              </a:ext>
            </a:extLst>
          </p:cNvPr>
          <p:cNvPicPr>
            <a:picLocks xmlns:a="http://schemas.openxmlformats.org/drawingml/2006/main" noChangeAspect="1"/>
          </p:cNvPicPr>
          <p:nvPr/>
        </p:nvPicPr>
        <p:blipFill>
          <a:blip xmlns:r="http://schemas.openxmlformats.org/officeDocument/2006/relationships" xmlns:a="http://schemas.openxmlformats.org/drawingml/2006/main" r:embed="Rd57204122dab4110"/>
          <a:stretch xmlns:a="http://schemas.openxmlformats.org/drawingml/2006/main"/>
        </p:blipFill>
        <p:spPr>
          <a:xfrm xmlns:a="http://schemas.openxmlformats.org/drawingml/2006/main">
            <a:off x="533400" y="2647950"/>
            <a:ext cx="457200" cy="457200"/>
          </a:xfrm>
          <a:prstGeom xmlns:a="http://schemas.openxmlformats.org/drawingml/2006/main" prst="rect">
            <a:avLst/>
          </a:prstGeom>
        </p:spPr>
      </p:pic>
      <p:sp>
        <p:nvSpPr>
          <p:cNvPr id="11" name="word-2">
            <a:extLst xmlns:a="http://schemas.openxmlformats.org/drawingml/2006/main">
              <a:ext uri="{FF2B5EF4-FFF2-40B4-BE49-F238E27FC236}">
                <a16:creationId xmlns:a16="http://schemas.microsoft.com/office/drawing/2014/main" id="{D577F1C3-F8D7-4E4E-9067-43CC57441AE6}"/>
              </a:ext>
            </a:extLst>
          </p:cNvPr>
          <p:cNvSpPr>
            <a:spLocks xmlns:a="http://schemas.openxmlformats.org/drawingml/2006/main" noGrp="1"/>
          </p:cNvSpPr>
          <p:nvPr/>
        </p:nvSpPr>
        <p:spPr>
          <a:xfrm xmlns:a="http://schemas.openxmlformats.org/drawingml/2006/main">
            <a:off x="1162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9:p xmlns:ns9="http://schemas.openxmlformats.org/drawingml/2006/main">
            <ns9:pPr>
              <ns9:defRPr sz="1875" b="1">
                <ns9:solidFill>
                  <ns9:srgbClr val="345D70"/>
                </ns9:solidFill>
                <ns9:latin typeface="Segoe UI"/>
                <ns9:ea typeface="Segoe UI"/>
                <ns9:cs typeface="Segoe UI"/>
              </ns9:defRPr>
            </ns9:pPr>
            <ns9:r>
              <ns9:rPr sz="1875" b="1">
                <ns9:solidFill>
                  <ns9:srgbClr val="345D70"/>
                </ns9:solidFill>
                <ns9:latin typeface="Segoe UI"/>
                <ns9:ea typeface="Segoe UI"/>
                <ns9:cs typeface="Segoe UI"/>
              </ns9:rPr>
              <ns9:t>portion</ns9:t>
            </ns9:r>
          </ns9:p>
        </p:txBody>
      </p:sp>
      <p:sp>
        <p:nvSpPr>
          <p:cNvPr id="12" name="definition-2">
            <a:extLst xmlns:a="http://schemas.openxmlformats.org/drawingml/2006/main">
              <a:ext uri="{FF2B5EF4-FFF2-40B4-BE49-F238E27FC236}">
                <a16:creationId xmlns:a16="http://schemas.microsoft.com/office/drawing/2014/main" id="{A77D7834-DFF6-441A-AD33-794475CDC021}"/>
              </a:ext>
            </a:extLst>
          </p:cNvPr>
          <p:cNvSpPr>
            <a:spLocks xmlns:a="http://schemas.openxmlformats.org/drawingml/2006/main" noGrp="1"/>
          </p:cNvSpPr>
          <p:nvPr/>
        </p:nvSpPr>
        <p:spPr>
          <a:xfrm xmlns:a="http://schemas.openxmlformats.org/drawingml/2006/main">
            <a:off x="1162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One piece to serve.</ns10:t>
            </ns10:r>
          </ns10:p>
        </p:txBody>
      </p:sp>
      <p:pic>
        <p:nvPicPr>
          <p:cNvPr id="13" name="picture-cue-4" descr="Flat file check cue for step." title="step">
            <a:extLst xmlns:a="http://schemas.openxmlformats.org/drawingml/2006/main">
              <a:ext uri="{FF2B5EF4-FFF2-40B4-BE49-F238E27FC236}">
                <a16:creationId xmlns:a16="http://schemas.microsoft.com/office/drawing/2014/main" id="{5258971A-CC2B-4424-860B-5E2D5733DEFC}"/>
              </a:ext>
            </a:extLst>
          </p:cNvPr>
          <p:cNvPicPr>
            <a:picLocks xmlns:a="http://schemas.openxmlformats.org/drawingml/2006/main" noChangeAspect="1"/>
          </p:cNvPicPr>
          <p:nvPr/>
        </p:nvPicPr>
        <p:blipFill>
          <a:blip xmlns:r="http://schemas.openxmlformats.org/officeDocument/2006/relationships" xmlns:a="http://schemas.openxmlformats.org/drawingml/2006/main" r:embed="Re539814f057443c6"/>
          <a:stretch xmlns:a="http://schemas.openxmlformats.org/drawingml/2006/main"/>
        </p:blipFill>
        <p:spPr>
          <a:xfrm xmlns:a="http://schemas.openxmlformats.org/drawingml/2006/main">
            <a:off x="6248400" y="2647950"/>
            <a:ext cx="457200" cy="457200"/>
          </a:xfrm>
          <a:prstGeom xmlns:a="http://schemas.openxmlformats.org/drawingml/2006/main" prst="rect">
            <a:avLst/>
          </a:prstGeom>
        </p:spPr>
      </p:pic>
      <p:sp>
        <p:nvSpPr>
          <p:cNvPr id="14" name="word-3">
            <a:extLst xmlns:a="http://schemas.openxmlformats.org/drawingml/2006/main">
              <a:ext uri="{FF2B5EF4-FFF2-40B4-BE49-F238E27FC236}">
                <a16:creationId xmlns:a16="http://schemas.microsoft.com/office/drawing/2014/main" id="{3EF82CD5-7BDE-4559-92FA-60DFB773ED7A}"/>
              </a:ext>
            </a:extLst>
          </p:cNvPr>
          <p:cNvSpPr>
            <a:spLocks xmlns:a="http://schemas.openxmlformats.org/drawingml/2006/main" noGrp="1"/>
          </p:cNvSpPr>
          <p:nvPr/>
        </p:nvSpPr>
        <p:spPr>
          <a:xfrm xmlns:a="http://schemas.openxmlformats.org/drawingml/2006/main">
            <a:off x="6877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1:p xmlns:ns11="http://schemas.openxmlformats.org/drawingml/2006/main">
            <ns11:pPr>
              <ns11:defRPr sz="1875" b="1">
                <ns11:solidFill>
                  <ns11:srgbClr val="345D70"/>
                </ns11:solidFill>
                <ns11:latin typeface="Segoe UI"/>
                <ns11:ea typeface="Segoe UI"/>
                <ns11:cs typeface="Segoe UI"/>
              </ns11:defRPr>
            </ns11:pPr>
            <ns11:r>
              <ns11:rPr sz="1875" b="1">
                <ns11:solidFill>
                  <ns11:srgbClr val="345D70"/>
                </ns11:solidFill>
                <ns11:latin typeface="Segoe UI"/>
                <ns11:ea typeface="Segoe UI"/>
                <ns11:cs typeface="Segoe UI"/>
              </ns11:rPr>
              <ns11:t>step</ns11:t>
            </ns11:r>
          </ns11:p>
        </p:txBody>
      </p:sp>
      <p:sp>
        <p:nvSpPr>
          <p:cNvPr id="15" name="definition-3">
            <a:extLst xmlns:a="http://schemas.openxmlformats.org/drawingml/2006/main">
              <a:ext uri="{FF2B5EF4-FFF2-40B4-BE49-F238E27FC236}">
                <a16:creationId xmlns:a16="http://schemas.microsoft.com/office/drawing/2014/main" id="{FFC34263-AE4E-4CD9-804B-5630F41B4727}"/>
              </a:ext>
            </a:extLst>
          </p:cNvPr>
          <p:cNvSpPr>
            <a:spLocks xmlns:a="http://schemas.openxmlformats.org/drawingml/2006/main" noGrp="1"/>
          </p:cNvSpPr>
          <p:nvPr/>
        </p:nvSpPr>
        <p:spPr>
          <a:xfrm xmlns:a="http://schemas.openxmlformats.org/drawingml/2006/main">
            <a:off x="6877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One part of a job.</ns12:t>
            </ns12:r>
          </ns12:p>
        </p:txBody>
      </p:sp>
      <p:pic>
        <p:nvPicPr>
          <p:cNvPr id="16" name="picture-cue-5" descr="Flat tag cue for pack." title="pack">
            <a:extLst xmlns:a="http://schemas.openxmlformats.org/drawingml/2006/main">
              <a:ext uri="{FF2B5EF4-FFF2-40B4-BE49-F238E27FC236}">
                <a16:creationId xmlns:a16="http://schemas.microsoft.com/office/drawing/2014/main" id="{2D1CC118-D26F-4A6D-BF5F-46BA46841981}"/>
              </a:ext>
            </a:extLst>
          </p:cNvPr>
          <p:cNvPicPr>
            <a:picLocks xmlns:a="http://schemas.openxmlformats.org/drawingml/2006/main" noChangeAspect="1"/>
          </p:cNvPicPr>
          <p:nvPr/>
        </p:nvPicPr>
        <p:blipFill>
          <a:blip xmlns:r="http://schemas.openxmlformats.org/officeDocument/2006/relationships" xmlns:a="http://schemas.openxmlformats.org/drawingml/2006/main" r:embed="R19f2b9ae2e2041fa"/>
          <a:stretch xmlns:a="http://schemas.openxmlformats.org/drawingml/2006/main"/>
        </p:blipFill>
        <p:spPr>
          <a:xfrm xmlns:a="http://schemas.openxmlformats.org/drawingml/2006/main">
            <a:off x="533400" y="3790950"/>
            <a:ext cx="457200" cy="457200"/>
          </a:xfrm>
          <a:prstGeom xmlns:a="http://schemas.openxmlformats.org/drawingml/2006/main" prst="rect">
            <a:avLst/>
          </a:prstGeom>
        </p:spPr>
      </p:pic>
      <p:sp>
        <p:nvSpPr>
          <p:cNvPr id="17" name="word-4">
            <a:extLst xmlns:a="http://schemas.openxmlformats.org/drawingml/2006/main">
              <a:ext uri="{FF2B5EF4-FFF2-40B4-BE49-F238E27FC236}">
                <a16:creationId xmlns:a16="http://schemas.microsoft.com/office/drawing/2014/main" id="{A1935756-E83B-491C-AA7E-842252C77BE8}"/>
              </a:ext>
            </a:extLst>
          </p:cNvPr>
          <p:cNvSpPr>
            <a:spLocks xmlns:a="http://schemas.openxmlformats.org/drawingml/2006/main" noGrp="1"/>
          </p:cNvSpPr>
          <p:nvPr/>
        </p:nvSpPr>
        <p:spPr>
          <a:xfrm xmlns:a="http://schemas.openxmlformats.org/drawingml/2006/main">
            <a:off x="1162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3:p xmlns:ns13="http://schemas.openxmlformats.org/drawingml/2006/main">
            <ns13:pPr>
              <ns13:defRPr sz="1875" b="1">
                <ns13:solidFill>
                  <ns13:srgbClr val="345D70"/>
                </ns13:solidFill>
                <ns13:latin typeface="Segoe UI"/>
                <ns13:ea typeface="Segoe UI"/>
                <ns13:cs typeface="Segoe UI"/>
              </ns13:defRPr>
            </ns13:pPr>
            <ns13:r>
              <ns13:rPr sz="1875" b="1">
                <ns13:solidFill>
                  <ns13:srgbClr val="345D70"/>
                </ns13:solidFill>
                <ns13:latin typeface="Segoe UI"/>
                <ns13:ea typeface="Segoe UI"/>
                <ns13:cs typeface="Segoe UI"/>
              </ns13:rPr>
              <ns13:t>pack</ns13:t>
            </ns13:r>
          </ns13:p>
        </p:txBody>
      </p:sp>
      <p:sp>
        <p:nvSpPr>
          <p:cNvPr id="18" name="definition-4">
            <a:extLst xmlns:a="http://schemas.openxmlformats.org/drawingml/2006/main">
              <a:ext uri="{FF2B5EF4-FFF2-40B4-BE49-F238E27FC236}">
                <a16:creationId xmlns:a16="http://schemas.microsoft.com/office/drawing/2014/main" id="{DC20ECF5-3051-4AB7-A9BE-CC49C1248A2D}"/>
              </a:ext>
            </a:extLst>
          </p:cNvPr>
          <p:cNvSpPr>
            <a:spLocks xmlns:a="http://schemas.openxmlformats.org/drawingml/2006/main" noGrp="1"/>
          </p:cNvSpPr>
          <p:nvPr/>
        </p:nvSpPr>
        <p:spPr>
          <a:xfrm xmlns:a="http://schemas.openxmlformats.org/drawingml/2006/main">
            <a:off x="1162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A clean box or bag for the food.</ns14:t>
            </ns14:r>
          </ns14:p>
        </p:txBody>
      </p:sp>
      <p:pic>
        <p:nvPicPr>
          <p:cNvPr id="19" name="picture-cue-6" descr="Flat shield check cue for allergen." title="allergen">
            <a:extLst xmlns:a="http://schemas.openxmlformats.org/drawingml/2006/main">
              <a:ext uri="{FF2B5EF4-FFF2-40B4-BE49-F238E27FC236}">
                <a16:creationId xmlns:a16="http://schemas.microsoft.com/office/drawing/2014/main" id="{84190FDF-CECE-4CBF-A3E6-3FE0BC363E12}"/>
              </a:ext>
            </a:extLst>
          </p:cNvPr>
          <p:cNvPicPr>
            <a:picLocks xmlns:a="http://schemas.openxmlformats.org/drawingml/2006/main" noChangeAspect="1"/>
          </p:cNvPicPr>
          <p:nvPr/>
        </p:nvPicPr>
        <p:blipFill>
          <a:blip xmlns:r="http://schemas.openxmlformats.org/officeDocument/2006/relationships" xmlns:a="http://schemas.openxmlformats.org/drawingml/2006/main" r:embed="Rd9e0c911d8a14a09"/>
          <a:stretch xmlns:a="http://schemas.openxmlformats.org/drawingml/2006/main"/>
        </p:blipFill>
        <p:spPr>
          <a:xfrm xmlns:a="http://schemas.openxmlformats.org/drawingml/2006/main">
            <a:off x="6248400" y="3790950"/>
            <a:ext cx="457200" cy="457200"/>
          </a:xfrm>
          <a:prstGeom xmlns:a="http://schemas.openxmlformats.org/drawingml/2006/main" prst="rect">
            <a:avLst/>
          </a:prstGeom>
        </p:spPr>
      </p:pic>
      <p:sp>
        <p:nvSpPr>
          <p:cNvPr id="20" name="word-5">
            <a:extLst xmlns:a="http://schemas.openxmlformats.org/drawingml/2006/main">
              <a:ext uri="{FF2B5EF4-FFF2-40B4-BE49-F238E27FC236}">
                <a16:creationId xmlns:a16="http://schemas.microsoft.com/office/drawing/2014/main" id="{C4987B07-1B32-45EC-BF6F-566CAEB61DBA}"/>
              </a:ext>
            </a:extLst>
          </p:cNvPr>
          <p:cNvSpPr>
            <a:spLocks xmlns:a="http://schemas.openxmlformats.org/drawingml/2006/main" noGrp="1"/>
          </p:cNvSpPr>
          <p:nvPr/>
        </p:nvSpPr>
        <p:spPr>
          <a:xfrm xmlns:a="http://schemas.openxmlformats.org/drawingml/2006/main">
            <a:off x="6877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5:p xmlns:ns15="http://schemas.openxmlformats.org/drawingml/2006/main">
            <ns15:pPr>
              <ns15:defRPr sz="1875" b="1">
                <ns15:solidFill>
                  <ns15:srgbClr val="345D70"/>
                </ns15:solidFill>
                <ns15:latin typeface="Segoe UI"/>
                <ns15:ea typeface="Segoe UI"/>
                <ns15:cs typeface="Segoe UI"/>
              </ns15:defRPr>
            </ns15:pPr>
            <ns15:r>
              <ns15:rPr sz="1875" b="1">
                <ns15:solidFill>
                  <ns15:srgbClr val="345D70"/>
                </ns15:solidFill>
                <ns15:latin typeface="Segoe UI"/>
                <ns15:ea typeface="Segoe UI"/>
                <ns15:cs typeface="Segoe UI"/>
              </ns15:rPr>
              <ns15:t>allergen</ns15:t>
            </ns15:r>
          </ns15:p>
        </p:txBody>
      </p:sp>
      <p:sp>
        <p:nvSpPr>
          <p:cNvPr id="21" name="definition-5">
            <a:extLst xmlns:a="http://schemas.openxmlformats.org/drawingml/2006/main">
              <a:ext uri="{FF2B5EF4-FFF2-40B4-BE49-F238E27FC236}">
                <a16:creationId xmlns:a16="http://schemas.microsoft.com/office/drawing/2014/main" id="{3902EEC6-9CEB-4E7A-8733-B00D620CB860}"/>
              </a:ext>
            </a:extLst>
          </p:cNvPr>
          <p:cNvSpPr>
            <a:spLocks xmlns:a="http://schemas.openxmlformats.org/drawingml/2006/main" noGrp="1"/>
          </p:cNvSpPr>
          <p:nvPr/>
        </p:nvSpPr>
        <p:spPr>
          <a:xfrm xmlns:a="http://schemas.openxmlformats.org/drawingml/2006/main">
            <a:off x="6877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500" b="0">
                <a:solidFill>
                  <a:srgbClr val="192E3B"/>
                </a:solidFill>
                <a:latin typeface="Segoe UI"/>
                <a:ea typeface="Segoe UI"/>
                <a:cs typeface="Segoe UI"/>
              </a:defRPr>
            </a:defPPr>
            <a:lvl1pPr>
              <a:defRPr sz="1500" b="0">
                <a:solidFill>
                  <a:srgbClr val="192E3B"/>
                </a:solidFill>
                <a:latin typeface="Segoe UI"/>
                <a:ea typeface="Segoe UI"/>
                <a:cs typeface="Segoe UI"/>
              </a:defRPr>
            </a:lvl1pPr>
            <a:lvl2pPr>
              <a:defRPr sz="1500" b="0">
                <a:solidFill>
                  <a:srgbClr val="192E3B"/>
                </a:solidFill>
                <a:latin typeface="Segoe UI"/>
                <a:ea typeface="Segoe UI"/>
                <a:cs typeface="Segoe UI"/>
              </a:defRPr>
            </a:lvl2pPr>
            <a:lvl3pPr>
              <a:defRPr sz="1500" b="0">
                <a:solidFill>
                  <a:srgbClr val="192E3B"/>
                </a:solidFill>
                <a:latin typeface="Segoe UI"/>
                <a:ea typeface="Segoe UI"/>
                <a:cs typeface="Segoe UI"/>
              </a:defRPr>
            </a:lvl3pPr>
            <a:lvl4pPr>
              <a:defRPr sz="1500" b="0">
                <a:solidFill>
                  <a:srgbClr val="192E3B"/>
                </a:solidFill>
                <a:latin typeface="Segoe UI"/>
                <a:ea typeface="Segoe UI"/>
                <a:cs typeface="Segoe UI"/>
              </a:defRPr>
            </a:lvl4pPr>
            <a:lvl5pPr>
              <a:defRPr sz="1500" b="0">
                <a:solidFill>
                  <a:srgbClr val="192E3B"/>
                </a:solidFill>
                <a:latin typeface="Segoe UI"/>
                <a:ea typeface="Segoe UI"/>
                <a:cs typeface="Segoe UI"/>
              </a:defRPr>
            </a:lvl5pPr>
            <a:lvl6pPr>
              <a:defRPr sz="1500" b="0">
                <a:solidFill>
                  <a:srgbClr val="192E3B"/>
                </a:solidFill>
                <a:latin typeface="Segoe UI"/>
                <a:ea typeface="Segoe UI"/>
                <a:cs typeface="Segoe UI"/>
              </a:defRPr>
            </a:lvl6pPr>
            <a:lvl7pPr>
              <a:defRPr sz="1500" b="0">
                <a:solidFill>
                  <a:srgbClr val="192E3B"/>
                </a:solidFill>
                <a:latin typeface="Segoe UI"/>
                <a:ea typeface="Segoe UI"/>
                <a:cs typeface="Segoe UI"/>
              </a:defRPr>
            </a:lvl7pPr>
            <a:lvl8pPr>
              <a:defRPr sz="1500" b="0">
                <a:solidFill>
                  <a:srgbClr val="192E3B"/>
                </a:solidFill>
                <a:latin typeface="Segoe UI"/>
                <a:ea typeface="Segoe UI"/>
                <a:cs typeface="Segoe UI"/>
              </a:defRPr>
            </a:lvl8pPr>
            <a:lvl9pPr>
              <a:defRPr sz="1500" b="0">
                <a:solidFill>
                  <a:srgbClr val="192E3B"/>
                </a:solidFill>
                <a:latin typeface="Segoe UI"/>
                <a:ea typeface="Segoe UI"/>
                <a:cs typeface="Segoe UI"/>
              </a:defRPr>
            </a:lvl9pPr>
          </a:lstStyle>
          <ns16:p xmlns:ns16="http://schemas.openxmlformats.org/drawingml/2006/main">
            <ns16:pPr>
              <ns16:defRPr sz="1500" b="0">
                <ns16:solidFill>
                  <ns16:srgbClr val="192E3B"/>
                </ns16:solidFill>
                <ns16:latin typeface="Segoe UI"/>
                <ns16:ea typeface="Segoe UI"/>
                <ns16:cs typeface="Segoe UI"/>
              </ns16:defRPr>
            </ns16:pPr>
            <ns16:r>
              <ns16:rPr sz="1500" b="0">
                <ns16:solidFill>
                  <ns16:srgbClr val="192E3B"/>
                </ns16:solidFill>
                <ns16:latin typeface="Segoe UI"/>
                <ns16:ea typeface="Segoe UI"/>
                <ns16:cs typeface="Segoe UI"/>
              </ns16:rPr>
              <ns16:t>A thing in food that some people react to. It can make them very ill. Ask an adult to check.</ns16:t>
            </ns16:r>
          </ns16:p>
        </p:txBody>
      </p:sp>
      <p:pic>
        <p:nvPicPr>
          <p:cNvPr id="22" name="picture-cue-7" descr="Flat hand cue for tool." title="tool">
            <a:extLst xmlns:a="http://schemas.openxmlformats.org/drawingml/2006/main">
              <a:ext uri="{FF2B5EF4-FFF2-40B4-BE49-F238E27FC236}">
                <a16:creationId xmlns:a16="http://schemas.microsoft.com/office/drawing/2014/main" id="{C8F15AE0-3226-406F-B5C0-DF7C76368630}"/>
              </a:ext>
            </a:extLst>
          </p:cNvPr>
          <p:cNvPicPr>
            <a:picLocks xmlns:a="http://schemas.openxmlformats.org/drawingml/2006/main" noChangeAspect="1"/>
          </p:cNvPicPr>
          <p:nvPr/>
        </p:nvPicPr>
        <p:blipFill>
          <a:blip xmlns:r="http://schemas.openxmlformats.org/officeDocument/2006/relationships" xmlns:a="http://schemas.openxmlformats.org/drawingml/2006/main" r:embed="R203ce88a1cb64dad"/>
          <a:stretch xmlns:a="http://schemas.openxmlformats.org/drawingml/2006/main"/>
        </p:blipFill>
        <p:spPr>
          <a:xfrm xmlns:a="http://schemas.openxmlformats.org/drawingml/2006/main">
            <a:off x="533400" y="4933950"/>
            <a:ext cx="457200" cy="457200"/>
          </a:xfrm>
          <a:prstGeom xmlns:a="http://schemas.openxmlformats.org/drawingml/2006/main" prst="rect">
            <a:avLst/>
          </a:prstGeom>
        </p:spPr>
      </p:pic>
      <p:sp>
        <p:nvSpPr>
          <p:cNvPr id="23" name="word-6">
            <a:extLst xmlns:a="http://schemas.openxmlformats.org/drawingml/2006/main">
              <a:ext uri="{FF2B5EF4-FFF2-40B4-BE49-F238E27FC236}">
                <a16:creationId xmlns:a16="http://schemas.microsoft.com/office/drawing/2014/main" id="{1CC31CF8-6683-4F8A-B74C-C2BF0B001A9A}"/>
              </a:ext>
            </a:extLst>
          </p:cNvPr>
          <p:cNvSpPr>
            <a:spLocks xmlns:a="http://schemas.openxmlformats.org/drawingml/2006/main" noGrp="1"/>
          </p:cNvSpPr>
          <p:nvPr/>
        </p:nvSpPr>
        <p:spPr>
          <a:xfrm xmlns:a="http://schemas.openxmlformats.org/drawingml/2006/main">
            <a:off x="1162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7:p xmlns:ns17="http://schemas.openxmlformats.org/drawingml/2006/main">
            <ns17:pPr>
              <ns17:defRPr sz="1875" b="1">
                <ns17:solidFill>
                  <ns17:srgbClr val="345D70"/>
                </ns17:solidFill>
                <ns17:latin typeface="Segoe UI"/>
                <ns17:ea typeface="Segoe UI"/>
                <ns17:cs typeface="Segoe UI"/>
              </ns17:defRPr>
            </ns17:pPr>
            <ns17:r>
              <ns17:rPr sz="1875" b="1">
                <ns17:solidFill>
                  <ns17:srgbClr val="345D70"/>
                </ns17:solidFill>
                <ns17:latin typeface="Segoe UI"/>
                <ns17:ea typeface="Segoe UI"/>
                <ns17:cs typeface="Segoe UI"/>
              </ns17:rPr>
              <ns17:t>tool</ns17:t>
            </ns17:r>
          </ns17:p>
        </p:txBody>
      </p:sp>
      <p:sp>
        <p:nvSpPr>
          <p:cNvPr id="24" name="definition-6">
            <a:extLst xmlns:a="http://schemas.openxmlformats.org/drawingml/2006/main">
              <a:ext uri="{FF2B5EF4-FFF2-40B4-BE49-F238E27FC236}">
                <a16:creationId xmlns:a16="http://schemas.microsoft.com/office/drawing/2014/main" id="{FC46D56F-35AA-4F95-97FD-CA93F88E39BE}"/>
              </a:ext>
            </a:extLst>
          </p:cNvPr>
          <p:cNvSpPr>
            <a:spLocks xmlns:a="http://schemas.openxmlformats.org/drawingml/2006/main" noGrp="1"/>
          </p:cNvSpPr>
          <p:nvPr/>
        </p:nvSpPr>
        <p:spPr>
          <a:xfrm xmlns:a="http://schemas.openxmlformats.org/drawingml/2006/main">
            <a:off x="1162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8:p xmlns:ns18="http://schemas.openxmlformats.org/drawingml/2006/main">
            <ns18:pPr>
              <ns18:defRPr sz="1800" b="0">
                <ns18:solidFill>
                  <ns18:srgbClr val="192E3B"/>
                </ns18:solidFill>
                <ns18:latin typeface="Segoe UI"/>
                <ns18:ea typeface="Segoe UI"/>
                <ns18:cs typeface="Segoe UI"/>
              </ns18:defRPr>
            </ns18:pPr>
            <ns18:r>
              <ns18:rPr sz="1800" b="0">
                <ns18:solidFill>
                  <ns18:srgbClr val="192E3B"/>
                </ns18:solidFill>
                <ns18:latin typeface="Segoe UI"/>
                <ns18:ea typeface="Segoe UI"/>
                <ns18:cs typeface="Segoe UI"/>
              </ns18:rPr>
              <ns18:t>A thing we use for a job.</ns18:t>
            </ns18:r>
          </ns18:p>
        </p:txBody>
      </p:sp>
      <p:pic>
        <p:nvPicPr>
          <p:cNvPr id="25" name="picture-cue-8" descr="Flat clipboard check cue for check." title="check">
            <a:extLst xmlns:a="http://schemas.openxmlformats.org/drawingml/2006/main">
              <a:ext uri="{FF2B5EF4-FFF2-40B4-BE49-F238E27FC236}">
                <a16:creationId xmlns:a16="http://schemas.microsoft.com/office/drawing/2014/main" id="{578F5F33-D35A-4A2A-B352-4CF3C62EC60D}"/>
              </a:ext>
            </a:extLst>
          </p:cNvPr>
          <p:cNvPicPr>
            <a:picLocks xmlns:a="http://schemas.openxmlformats.org/drawingml/2006/main" noChangeAspect="1"/>
          </p:cNvPicPr>
          <p:nvPr/>
        </p:nvPicPr>
        <p:blipFill>
          <a:blip xmlns:r="http://schemas.openxmlformats.org/officeDocument/2006/relationships" xmlns:a="http://schemas.openxmlformats.org/drawingml/2006/main" r:embed="R5dd78c7271b243a9"/>
          <a:stretch xmlns:a="http://schemas.openxmlformats.org/drawingml/2006/main"/>
        </p:blipFill>
        <p:spPr>
          <a:xfrm xmlns:a="http://schemas.openxmlformats.org/drawingml/2006/main">
            <a:off x="6248400" y="4933950"/>
            <a:ext cx="457200" cy="457200"/>
          </a:xfrm>
          <a:prstGeom xmlns:a="http://schemas.openxmlformats.org/drawingml/2006/main" prst="rect">
            <a:avLst/>
          </a:prstGeom>
        </p:spPr>
      </p:pic>
      <p:sp>
        <p:nvSpPr>
          <p:cNvPr id="26" name="word-7">
            <a:extLst xmlns:a="http://schemas.openxmlformats.org/drawingml/2006/main">
              <a:ext uri="{FF2B5EF4-FFF2-40B4-BE49-F238E27FC236}">
                <a16:creationId xmlns:a16="http://schemas.microsoft.com/office/drawing/2014/main" id="{16093ADE-531E-4B49-B9EE-86B2B2A85D9B}"/>
              </a:ext>
            </a:extLst>
          </p:cNvPr>
          <p:cNvSpPr>
            <a:spLocks xmlns:a="http://schemas.openxmlformats.org/drawingml/2006/main" noGrp="1"/>
          </p:cNvSpPr>
          <p:nvPr/>
        </p:nvSpPr>
        <p:spPr>
          <a:xfrm xmlns:a="http://schemas.openxmlformats.org/drawingml/2006/main">
            <a:off x="6877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9:p xmlns:ns19="http://schemas.openxmlformats.org/drawingml/2006/main">
            <ns19:pPr>
              <ns19:defRPr sz="1875" b="1">
                <ns19:solidFill>
                  <ns19:srgbClr val="345D70"/>
                </ns19:solidFill>
                <ns19:latin typeface="Segoe UI"/>
                <ns19:ea typeface="Segoe UI"/>
                <ns19:cs typeface="Segoe UI"/>
              </ns19:defRPr>
            </ns19:pPr>
            <ns19:r>
              <ns19:rPr sz="1875" b="1">
                <ns19:solidFill>
                  <ns19:srgbClr val="345D70"/>
                </ns19:solidFill>
                <ns19:latin typeface="Segoe UI"/>
                <ns19:ea typeface="Segoe UI"/>
                <ns19:cs typeface="Segoe UI"/>
              </ns19:rPr>
              <ns19:t>check</ns19:t>
            </ns19:r>
          </ns19:p>
        </p:txBody>
      </p:sp>
      <p:sp>
        <p:nvSpPr>
          <p:cNvPr id="27" name="definition-7">
            <a:extLst xmlns:a="http://schemas.openxmlformats.org/drawingml/2006/main">
              <a:ext uri="{FF2B5EF4-FFF2-40B4-BE49-F238E27FC236}">
                <a16:creationId xmlns:a16="http://schemas.microsoft.com/office/drawing/2014/main" id="{F478B5FF-CB65-440A-AF9D-852E168E8A3C}"/>
              </a:ext>
            </a:extLst>
          </p:cNvPr>
          <p:cNvSpPr>
            <a:spLocks xmlns:a="http://schemas.openxmlformats.org/drawingml/2006/main" noGrp="1"/>
          </p:cNvSpPr>
          <p:nvPr/>
        </p:nvSpPr>
        <p:spPr>
          <a:xfrm xmlns:a="http://schemas.openxmlformats.org/drawingml/2006/main">
            <a:off x="6877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500" b="0">
                <a:solidFill>
                  <a:srgbClr val="192E3B"/>
                </a:solidFill>
                <a:latin typeface="Segoe UI"/>
                <a:ea typeface="Segoe UI"/>
                <a:cs typeface="Segoe UI"/>
              </a:defRPr>
            </a:defPPr>
            <a:lvl1pPr>
              <a:defRPr sz="1500" b="0">
                <a:solidFill>
                  <a:srgbClr val="192E3B"/>
                </a:solidFill>
                <a:latin typeface="Segoe UI"/>
                <a:ea typeface="Segoe UI"/>
                <a:cs typeface="Segoe UI"/>
              </a:defRPr>
            </a:lvl1pPr>
            <a:lvl2pPr>
              <a:defRPr sz="1500" b="0">
                <a:solidFill>
                  <a:srgbClr val="192E3B"/>
                </a:solidFill>
                <a:latin typeface="Segoe UI"/>
                <a:ea typeface="Segoe UI"/>
                <a:cs typeface="Segoe UI"/>
              </a:defRPr>
            </a:lvl2pPr>
            <a:lvl3pPr>
              <a:defRPr sz="1500" b="0">
                <a:solidFill>
                  <a:srgbClr val="192E3B"/>
                </a:solidFill>
                <a:latin typeface="Segoe UI"/>
                <a:ea typeface="Segoe UI"/>
                <a:cs typeface="Segoe UI"/>
              </a:defRPr>
            </a:lvl3pPr>
            <a:lvl4pPr>
              <a:defRPr sz="1500" b="0">
                <a:solidFill>
                  <a:srgbClr val="192E3B"/>
                </a:solidFill>
                <a:latin typeface="Segoe UI"/>
                <a:ea typeface="Segoe UI"/>
                <a:cs typeface="Segoe UI"/>
              </a:defRPr>
            </a:lvl4pPr>
            <a:lvl5pPr>
              <a:defRPr sz="1500" b="0">
                <a:solidFill>
                  <a:srgbClr val="192E3B"/>
                </a:solidFill>
                <a:latin typeface="Segoe UI"/>
                <a:ea typeface="Segoe UI"/>
                <a:cs typeface="Segoe UI"/>
              </a:defRPr>
            </a:lvl5pPr>
            <a:lvl6pPr>
              <a:defRPr sz="1500" b="0">
                <a:solidFill>
                  <a:srgbClr val="192E3B"/>
                </a:solidFill>
                <a:latin typeface="Segoe UI"/>
                <a:ea typeface="Segoe UI"/>
                <a:cs typeface="Segoe UI"/>
              </a:defRPr>
            </a:lvl6pPr>
            <a:lvl7pPr>
              <a:defRPr sz="1500" b="0">
                <a:solidFill>
                  <a:srgbClr val="192E3B"/>
                </a:solidFill>
                <a:latin typeface="Segoe UI"/>
                <a:ea typeface="Segoe UI"/>
                <a:cs typeface="Segoe UI"/>
              </a:defRPr>
            </a:lvl7pPr>
            <a:lvl8pPr>
              <a:defRPr sz="1500" b="0">
                <a:solidFill>
                  <a:srgbClr val="192E3B"/>
                </a:solidFill>
                <a:latin typeface="Segoe UI"/>
                <a:ea typeface="Segoe UI"/>
                <a:cs typeface="Segoe UI"/>
              </a:defRPr>
            </a:lvl8pPr>
            <a:lvl9pPr>
              <a:defRPr sz="1500" b="0">
                <a:solidFill>
                  <a:srgbClr val="192E3B"/>
                </a:solidFill>
                <a:latin typeface="Segoe UI"/>
                <a:ea typeface="Segoe UI"/>
                <a:cs typeface="Segoe UI"/>
              </a:defRPr>
            </a:lvl9pPr>
          </a:lstStyle>
          <ns20:p xmlns:ns20="http://schemas.openxmlformats.org/drawingml/2006/main">
            <ns20:pPr>
              <ns20:defRPr sz="1500" b="0">
                <ns20:solidFill>
                  <ns20:srgbClr val="192E3B"/>
                </ns20:solidFill>
                <ns20:latin typeface="Segoe UI"/>
                <ns20:ea typeface="Segoe UI"/>
                <ns20:cs typeface="Segoe UI"/>
              </ns20:defRPr>
            </ns20:pPr>
            <ns20:r>
              <ns20:rPr sz="1500" b="0">
                <ns20:solidFill>
                  <ns20:srgbClr val="192E3B"/>
                </ns20:solidFill>
                <ns20:latin typeface="Segoe UI"/>
                <ns20:ea typeface="Segoe UI"/>
                <ns20:cs typeface="Segoe UI"/>
              </ns20:rPr>
              <ns20:t>Look again to see if it is right.</ns20:t>
            </ns20:r>
          </ns20:p>
        </p:txBody>
      </p:sp>
      <p:sp>
        <p:nvSpPr>
          <p:cNvPr id="28" name="credit">
            <a:extLst xmlns:a="http://schemas.openxmlformats.org/drawingml/2006/main">
              <a:ext uri="{FF2B5EF4-FFF2-40B4-BE49-F238E27FC236}">
                <a16:creationId xmlns:a16="http://schemas.microsoft.com/office/drawing/2014/main" id="{C713B5BB-BBCB-404C-8749-28FA190D2837}"/>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3:p xmlns:ns3="http://schemas.openxmlformats.org/drawingml/2006/main">
            <ns3:pPr>
              <ns3:defRPr sz="788" b="0">
                <ns3:solidFill>
                  <ns3:srgbClr val="566574"/>
                </ns3:solidFill>
                <ns3:latin typeface="Segoe UI"/>
                <ns3:ea typeface="Segoe UI"/>
                <ns3:cs typeface="Segoe UI"/>
              </ns3:defRPr>
            </ns3:pPr>
            <ns3:r>
              <ns3:rPr sz="788" b="0">
                <ns3:solidFill>
                  <ns3:srgbClr val="566574"/>
                </ns3:solidFill>
                <ns3:latin typeface="Segoe UI"/>
                <ns3:ea typeface="Segoe UI"/>
                <ns3:cs typeface="Segoe UI"/>
              </ns3:rPr>
              <ns3:t>Made by Matt · © Matt Roper · CC BY-NC-SA 4.0: free for classroom use, share and adapt with credit, no resale</ns3:t>
            </ns3:r>
          </ns3:p>
        </p:txBody>
      </p:sp>
      <p:sp>
        <p:nvSpPr>
          <p:cNvPr id="29" name="page-number">
            <a:extLst xmlns:a="http://schemas.openxmlformats.org/drawingml/2006/main">
              <a:ext uri="{FF2B5EF4-FFF2-40B4-BE49-F238E27FC236}">
                <a16:creationId xmlns:a16="http://schemas.microsoft.com/office/drawing/2014/main" id="{007B73D0-2718-4AF9-AA28-A4F4563E188A}"/>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2:p xmlns:ns2="http://schemas.openxmlformats.org/drawingml/2006/main">
            <ns2:pPr>
              <ns2:defRPr sz="1050" b="0">
                <ns2:solidFill>
                  <ns2:srgbClr val="566574"/>
                </ns2:solidFill>
                <ns2:latin typeface="Segoe UI"/>
                <ns2:ea typeface="Segoe UI"/>
                <ns2:cs typeface="Segoe UI"/>
              </ns2:defRPr>
            </ns2:pPr>
            <ns2:r>
              <ns2:rPr sz="1050" b="0">
                <ns2:solidFill>
                  <ns2:srgbClr val="566574"/>
                </ns2:solidFill>
                <ns2:latin typeface="Segoe UI"/>
                <ns2:ea typeface="Segoe UI"/>
                <ns2:cs typeface="Segoe UI"/>
              </ns2:rPr>
              <ns2:t>11</ns2:t>
            </ns2:r>
          </ns2:p>
        </p:txBody>
      </p:sp>
    </p:spTree>
    <p:extLst>
      <p:ext uri="{BB962C8B-B14F-4D97-AF65-F5344CB8AC3E}">
        <p14:creationId xmlns:p14="http://schemas.microsoft.com/office/powerpoint/2010/main" val="1579991060"/>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esson-code">
            <a:extLst xmlns:a="http://schemas.openxmlformats.org/drawingml/2006/main">
              <a:ext uri="{FF2B5EF4-FFF2-40B4-BE49-F238E27FC236}">
                <a16:creationId xmlns:a16="http://schemas.microsoft.com/office/drawing/2014/main" id="{7AC396FD-EF18-4B48-A678-18CFBB46BBA5}"/>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1:p xmlns:ns11="http://schemas.openxmlformats.org/drawingml/2006/main">
            <ns11:pPr>
              <ns11:defRPr sz="1200" b="0">
                <ns11:solidFill>
                  <ns11:srgbClr val="566574"/>
                </ns11:solidFill>
                <ns11:latin typeface="Segoe UI"/>
                <ns11:ea typeface="Segoe UI"/>
                <ns11:cs typeface="Segoe UI"/>
              </ns11:defRPr>
            </ns11:pPr>
            <ns11:r>
              <ns11:rPr sz="1200" b="0">
                <ns11:solidFill>
                  <ns11:srgbClr val="566574"/>
                </ns11:solidFill>
                <ns11:latin typeface="Segoe UI"/>
                <ns11:ea typeface="Segoe UI"/>
                <ns11:cs typeface="Segoe UI"/>
              </ns11:rPr>
              <ns11:t>COMM-GROW-A2-W02  ·  Lesson 7a</ns11:t>
            </ns11:r>
          </ns11:p>
        </p:txBody>
      </p:sp>
      <p:sp>
        <p:nvSpPr>
          <p:cNvPr id="2" name="edition">
            <a:extLst xmlns:a="http://schemas.openxmlformats.org/drawingml/2006/main">
              <a:ext uri="{FF2B5EF4-FFF2-40B4-BE49-F238E27FC236}">
                <a16:creationId xmlns:a16="http://schemas.microsoft.com/office/drawing/2014/main" id="{62D2C575-8261-4E86-BD77-097D3831354C}"/>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Public edition</ns12:t>
            </ns12:r>
          </ns12:p>
        </p:txBody>
      </p:sp>
      <p:sp>
        <p:nvSpPr>
          <p:cNvPr id="3" name="stage-title">
            <a:extLst xmlns:a="http://schemas.openxmlformats.org/drawingml/2006/main">
              <a:ext uri="{FF2B5EF4-FFF2-40B4-BE49-F238E27FC236}">
                <a16:creationId xmlns:a16="http://schemas.microsoft.com/office/drawing/2014/main" id="{03012EEC-1802-4BA0-BAE2-F94034B978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5:p xmlns:ns15="http://schemas.openxmlformats.org/drawingml/2006/main">
            <ns15:pPr>
              <ns15:defRPr sz="3300" b="1">
                <ns15:solidFill>
                  <ns15:srgbClr val="345D70"/>
                </ns15:solidFill>
                <ns15:latin typeface="Segoe UI"/>
                <ns15:ea typeface="Segoe UI"/>
                <ns15:cs typeface="Segoe UI"/>
              </ns15:defRPr>
            </ns15:pPr>
            <ns15:r>
              <ns15:rPr sz="3300" b="1">
                <ns15:solidFill>
                  <ns15:srgbClr val="345D70"/>
                </ns15:solidFill>
                <ns15:latin typeface="Segoe UI"/>
                <ns15:ea typeface="Segoe UI"/>
                <ns15:cs typeface="Segoe UI"/>
              </ns15:rPr>
              <ns15:t>TA and staff brief</ns15:t>
            </ns15:r>
          </ns15:p>
        </p:txBody>
      </p:sp>
      <p:sp>
        <p:nvSpPr>
          <p:cNvPr id="4" name="staff-main">
            <a:extLst xmlns:a="http://schemas.openxmlformats.org/drawingml/2006/main">
              <a:ext uri="{FF2B5EF4-FFF2-40B4-BE49-F238E27FC236}">
                <a16:creationId xmlns:a16="http://schemas.microsoft.com/office/drawing/2014/main" id="{5A621FC8-A651-4A0D-96CF-F1282DD64757}"/>
              </a:ext>
            </a:extLst>
          </p:cNvPr>
          <p:cNvSpPr>
            <a:spLocks xmlns:a="http://schemas.openxmlformats.org/drawingml/2006/main" noGrp="1"/>
          </p:cNvSpPr>
          <p:nvPr/>
        </p:nvSpPr>
        <p:spPr>
          <a:xfrm xmlns:a="http://schemas.openxmlformats.org/drawingml/2006/main">
            <a:off x="533400" y="1457325"/>
            <a:ext cx="1104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defRPr sz="1875" b="0">
                <a:solidFill>
                  <a:srgbClr val="192E3B"/>
                </a:solidFill>
                <a:latin typeface="Segoe UI"/>
                <a:ea typeface="Segoe UI"/>
                <a:cs typeface="Segoe UI"/>
              </a:defRPr>
            </a:lvl1pPr>
            <a:lvl2pPr>
              <a:defRPr sz="1875" b="0">
                <a:solidFill>
                  <a:srgbClr val="192E3B"/>
                </a:solidFill>
                <a:latin typeface="Segoe UI"/>
                <a:ea typeface="Segoe UI"/>
                <a:cs typeface="Segoe UI"/>
              </a:defRPr>
            </a:lvl2pPr>
            <a:lvl3pPr>
              <a:defRPr sz="1875" b="0">
                <a:solidFill>
                  <a:srgbClr val="192E3B"/>
                </a:solidFill>
                <a:latin typeface="Segoe UI"/>
                <a:ea typeface="Segoe UI"/>
                <a:cs typeface="Segoe UI"/>
              </a:defRPr>
            </a:lvl3pPr>
            <a:lvl4pPr>
              <a:defRPr sz="1875" b="0">
                <a:solidFill>
                  <a:srgbClr val="192E3B"/>
                </a:solidFill>
                <a:latin typeface="Segoe UI"/>
                <a:ea typeface="Segoe UI"/>
                <a:cs typeface="Segoe UI"/>
              </a:defRPr>
            </a:lvl4pPr>
            <a:lvl5pPr>
              <a:defRPr sz="1875" b="0">
                <a:solidFill>
                  <a:srgbClr val="192E3B"/>
                </a:solidFill>
                <a:latin typeface="Segoe UI"/>
                <a:ea typeface="Segoe UI"/>
                <a:cs typeface="Segoe UI"/>
              </a:defRPr>
            </a:lvl5pPr>
            <a:lvl6pPr>
              <a:defRPr sz="1875" b="0">
                <a:solidFill>
                  <a:srgbClr val="192E3B"/>
                </a:solidFill>
                <a:latin typeface="Segoe UI"/>
                <a:ea typeface="Segoe UI"/>
                <a:cs typeface="Segoe UI"/>
              </a:defRPr>
            </a:lvl6pPr>
            <a:lvl7pPr>
              <a:defRPr sz="1875" b="0">
                <a:solidFill>
                  <a:srgbClr val="192E3B"/>
                </a:solidFill>
                <a:latin typeface="Segoe UI"/>
                <a:ea typeface="Segoe UI"/>
                <a:cs typeface="Segoe UI"/>
              </a:defRPr>
            </a:lvl7pPr>
            <a:lvl8pPr>
              <a:defRPr sz="1875" b="0">
                <a:solidFill>
                  <a:srgbClr val="192E3B"/>
                </a:solidFill>
                <a:latin typeface="Segoe UI"/>
                <a:ea typeface="Segoe UI"/>
                <a:cs typeface="Segoe UI"/>
              </a:defRPr>
            </a:lvl8pPr>
            <a:lvl9pPr>
              <a:defRPr sz="1875" b="0">
                <a:solidFill>
                  <a:srgbClr val="192E3B"/>
                </a:solidFill>
                <a:latin typeface="Segoe UI"/>
                <a:ea typeface="Segoe UI"/>
                <a:cs typeface="Segoe UI"/>
              </a:defRPr>
            </a:lvl9pPr>
          </a:lstStyle>
          <ns0:p xmlns:ns0="http://schemas.openxmlformats.org/drawingml/2006/main">
            <ns0:pPr>
              <ns0:defRPr sz="1875" b="0">
                <ns0:solidFill>
                  <ns0:srgbClr val="192E3B"/>
                </ns0:solidFill>
                <ns0:latin typeface="Segoe UI"/>
                <ns0:ea typeface="Segoe UI"/>
                <ns0:cs typeface="Segoe UI"/>
              </ns0:defRPr>
            </ns0:pPr>
            <ns0:r>
              <ns0:rPr sz="1875" b="0">
                <ns0:solidFill>
                  <ns0:srgbClr val="192E3B"/>
                </ns0:solidFill>
                <ns0:latin typeface="Segoe UI"/>
                <ns0:ea typeface="Segoe UI"/>
                <ns0:cs typeface="Segoe UI"/>
              </ns0:rPr>
              <ns0:t>Observe the learner’s own job.</ns0:t>
            </ns0:r>
          </ns0:p>
          <ns1:p xmlns:ns1="http://schemas.openxmlformats.org/drawingml/2006/main">
            <ns1:pPr>
              <ns1:defRPr sz="1875" b="0">
                <ns1:solidFill>
                  <ns1:srgbClr val="192E3B"/>
                </ns1:solidFill>
                <ns1:latin typeface="Segoe UI"/>
                <ns1:ea typeface="Segoe UI"/>
                <ns1:cs typeface="Segoe UI"/>
              </ns1:defRPr>
            </ns1:pPr>
            <ns1:r>
              <ns1:rPr sz="1875" b="0">
                <ns1:solidFill>
                  <ns1:srgbClr val="192E3B"/>
                </ns1:solidFill>
                <ns1:latin typeface="Segoe UI"/>
                <ns1:ea typeface="Segoe UI"/>
                <ns1:cs typeface="Segoe UI"/>
              </ns1:rPr>
              <ns1:t>TA: read, rephrase or scribe their words.</ns1:t>
            </ns1:r>
          </ns1:p>
          <ns2:p xmlns:ns2="http://schemas.openxmlformats.org/drawingml/2006/main">
            <ns2:pPr>
              <ns2:defRPr sz="1875" b="0">
                <ns2:solidFill>
                  <ns2:srgbClr val="192E3B"/>
                </ns2:solidFill>
                <ns2:latin typeface="Segoe UI"/>
                <ns2:ea typeface="Segoe UI"/>
                <ns2:cs typeface="Segoe UI"/>
              </ns2:defRPr>
            </ns2:pPr>
            <ns2:r>
              <ns2:rPr sz="1875" b="0">
                <ns2:solidFill>
                  <ns2:srgbClr val="192E3B"/>
                </ns2:solidFill>
                <ns2:latin typeface="Segoe UI"/>
                <ns2:ea typeface="Segoe UI"/>
                <ns2:cs typeface="Segoe UI"/>
              </ns2:rPr>
              <ns2:t>Keep safety checks with the adult.</ns2:t>
            </ns2:r>
          </ns2:p>
          <ns3:p xmlns:ns3="http://schemas.openxmlformats.org/drawingml/2006/main">
            <ns3:pPr>
              <ns3:defRPr sz="1875" b="0">
                <ns3:solidFill>
                  <ns3:srgbClr val="192E3B"/>
                </ns3:solidFill>
                <ns3:latin typeface="Segoe UI"/>
                <ns3:ea typeface="Segoe UI"/>
                <ns3:cs typeface="Segoe UI"/>
              </ns3:defRPr>
            </ns3:pPr>
            <ns3:r>
              <ns3:rPr sz="1875" b="0">
                <ns3:solidFill>
                  <ns3:srgbClr val="192E3B"/>
                </ns3:solidFill>
                <ns3:latin typeface="Segoe UI"/>
                <ns3:ea typeface="Segoe UI"/>
                <ns3:cs typeface="Segoe UI"/>
              </ns3:rPr>
              <ns3:t>Lundy: Space, Voice, Audience, Influence.</ns3:t>
            </ns3:r>
          </ns3:p>
          <ns4:p xmlns:ns4="http://schemas.openxmlformats.org/drawingml/2006/main">
            <ns4:pPr>
              <ns4:defRPr sz="1875" b="0">
                <ns4:solidFill>
                  <ns4:srgbClr val="192E3B"/>
                </ns4:solidFill>
                <ns4:latin typeface="Segoe UI"/>
                <ns4:ea typeface="Segoe UI"/>
                <ns4:cs typeface="Segoe UI"/>
              </ns4:defRPr>
            </ns4:pPr>
            <ns4:r>
              <ns4:rPr sz="1875" b="0">
                <ns4:solidFill>
                  <ns4:srgbClr val="192E3B"/>
                </ns4:solidFill>
                <ns4:latin typeface="Segoe UI"/>
                <ns4:ea typeface="Segoe UI"/>
                <ns4:cs typeface="Segoe UI"/>
              </ns4:rPr>
              <ns4:t>VF · WS · I · NS · E · R</ns4:t>
            </ns4:r>
          </ns4:p>
          <ns5:p xmlns:ns5="http://schemas.openxmlformats.org/drawingml/2006/main">
            <ns5:pPr>
              <ns5:defRPr sz="1875" b="0">
                <ns5:solidFill>
                  <ns5:srgbClr val="192E3B"/>
                </ns5:solidFill>
                <ns5:latin typeface="Segoe UI"/>
                <ns5:ea typeface="Segoe UI"/>
                <ns5:cs typeface="Segoe UI"/>
              </ns5:defRPr>
            </ns5:pPr>
            <ns5:r>
              <ns5:rPr sz="1875" b="0">
                <ns5:solidFill>
                  <ns5:srgbClr val="192E3B"/>
                </ns5:solidFill>
                <ns5:latin typeface="Segoe UI"/>
                <ns5:ea typeface="Segoe UI"/>
                <ns5:cs typeface="Segoe UI"/>
              </ns5:rPr>
              <ns5:t>Capture in the evidence app.</ns5:t>
            </ns5:r>
          </ns5:p>
        </p:txBody>
      </p:sp>
      <p:sp>
        <p:nvSpPr>
          <p:cNvPr id="5" name="cold-call-detail">
            <a:extLst xmlns:a="http://schemas.openxmlformats.org/drawingml/2006/main">
              <a:ext uri="{FF2B5EF4-FFF2-40B4-BE49-F238E27FC236}">
                <a16:creationId xmlns:a16="http://schemas.microsoft.com/office/drawing/2014/main" id="{0CE8D1B2-5991-4D41-B244-45503C248715}"/>
              </a:ext>
            </a:extLst>
          </p:cNvPr>
          <p:cNvSpPr>
            <a:spLocks xmlns:a="http://schemas.openxmlformats.org/drawingml/2006/main" noGrp="1"/>
          </p:cNvSpPr>
          <p:nvPr/>
        </p:nvSpPr>
        <p:spPr>
          <a:xfrm xmlns:a="http://schemas.openxmlformats.org/drawingml/2006/main">
            <a:off x="533400" y="4000500"/>
            <a:ext cx="11049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725" b="0">
                <a:solidFill>
                  <a:srgbClr val="192E3B"/>
                </a:solidFill>
                <a:latin typeface="Segoe UI"/>
                <a:ea typeface="Segoe UI"/>
                <a:cs typeface="Segoe UI"/>
              </a:defRPr>
            </a:defPPr>
            <a:lvl1pPr>
              <a:defRPr sz="1725" b="0">
                <a:solidFill>
                  <a:srgbClr val="192E3B"/>
                </a:solidFill>
                <a:latin typeface="Segoe UI"/>
                <a:ea typeface="Segoe UI"/>
                <a:cs typeface="Segoe UI"/>
              </a:defRPr>
            </a:lvl1pPr>
            <a:lvl2pPr>
              <a:defRPr sz="1725" b="0">
                <a:solidFill>
                  <a:srgbClr val="192E3B"/>
                </a:solidFill>
                <a:latin typeface="Segoe UI"/>
                <a:ea typeface="Segoe UI"/>
                <a:cs typeface="Segoe UI"/>
              </a:defRPr>
            </a:lvl2pPr>
            <a:lvl3pPr>
              <a:defRPr sz="1725" b="0">
                <a:solidFill>
                  <a:srgbClr val="192E3B"/>
                </a:solidFill>
                <a:latin typeface="Segoe UI"/>
                <a:ea typeface="Segoe UI"/>
                <a:cs typeface="Segoe UI"/>
              </a:defRPr>
            </a:lvl3pPr>
            <a:lvl4pPr>
              <a:defRPr sz="1725" b="0">
                <a:solidFill>
                  <a:srgbClr val="192E3B"/>
                </a:solidFill>
                <a:latin typeface="Segoe UI"/>
                <a:ea typeface="Segoe UI"/>
                <a:cs typeface="Segoe UI"/>
              </a:defRPr>
            </a:lvl4pPr>
            <a:lvl5pPr>
              <a:defRPr sz="1725" b="0">
                <a:solidFill>
                  <a:srgbClr val="192E3B"/>
                </a:solidFill>
                <a:latin typeface="Segoe UI"/>
                <a:ea typeface="Segoe UI"/>
                <a:cs typeface="Segoe UI"/>
              </a:defRPr>
            </a:lvl5pPr>
            <a:lvl6pPr>
              <a:defRPr sz="1725" b="0">
                <a:solidFill>
                  <a:srgbClr val="192E3B"/>
                </a:solidFill>
                <a:latin typeface="Segoe UI"/>
                <a:ea typeface="Segoe UI"/>
                <a:cs typeface="Segoe UI"/>
              </a:defRPr>
            </a:lvl6pPr>
            <a:lvl7pPr>
              <a:defRPr sz="1725" b="0">
                <a:solidFill>
                  <a:srgbClr val="192E3B"/>
                </a:solidFill>
                <a:latin typeface="Segoe UI"/>
                <a:ea typeface="Segoe UI"/>
                <a:cs typeface="Segoe UI"/>
              </a:defRPr>
            </a:lvl7pPr>
            <a:lvl8pPr>
              <a:defRPr sz="1725" b="0">
                <a:solidFill>
                  <a:srgbClr val="192E3B"/>
                </a:solidFill>
                <a:latin typeface="Segoe UI"/>
                <a:ea typeface="Segoe UI"/>
                <a:cs typeface="Segoe UI"/>
              </a:defRPr>
            </a:lvl8pPr>
            <a:lvl9pPr>
              <a:defRPr sz="1725" b="0">
                <a:solidFill>
                  <a:srgbClr val="192E3B"/>
                </a:solidFill>
                <a:latin typeface="Segoe UI"/>
                <a:ea typeface="Segoe UI"/>
                <a:cs typeface="Segoe UI"/>
              </a:defRPr>
            </a:lvl9pPr>
          </a:lstStyle>
          <ns6:p xmlns:ns6="http://schemas.openxmlformats.org/drawingml/2006/main">
            <ns6:pPr>
              <ns6:defRPr sz="1725" b="0">
                <ns6:solidFill>
                  <ns6:srgbClr val="192E3B"/>
                </ns6:solidFill>
                <ns6:latin typeface="Segoe UI"/>
                <ns6:ea typeface="Segoe UI"/>
                <ns6:cs typeface="Segoe UI"/>
              </ns6:defRPr>
            </ns6:pPr>
            <ns6:r>
              <ns6:rPr sz="1725" b="0">
                <ns6:solidFill>
                  <ns6:srgbClr val="192E3B"/>
                </ns6:solidFill>
                <ns6:latin typeface="Segoe UI"/>
                <ns6:ea typeface="Segoe UI"/>
                <ns6:cs typeface="Segoe UI"/>
              </ns6:rPr>
              <ns6:t>1. What if the food label is not clear?</ns6:t>
            </ns6:r>
          </ns6:p>
          <ns7:p xmlns:ns7="http://schemas.openxmlformats.org/drawingml/2006/main">
            <ns7:pPr>
              <ns7:defRPr sz="1725" b="0">
                <ns7:solidFill>
                  <ns7:srgbClr val="192E3B"/>
                </ns7:solidFill>
                <ns7:latin typeface="Segoe UI"/>
                <ns7:ea typeface="Segoe UI"/>
                <ns7:cs typeface="Segoe UI"/>
              </ns7:defRPr>
            </ns7:pPr>
            <ns7:r>
              <ns7:rPr sz="1725" b="0">
                <ns7:solidFill>
                  <ns7:srgbClr val="192E3B"/>
                </ns7:solidFill>
                <ns7:latin typeface="Segoe UI"/>
                <ns7:ea typeface="Segoe UI"/>
                <ns7:cs typeface="Segoe UI"/>
              </ns7:rPr>
              <ns7:t/>
            </ns7:r>
          </ns7:p>
          <ns8:p xmlns:ns8="http://schemas.openxmlformats.org/drawingml/2006/main">
            <ns8:pPr>
              <ns8:defRPr sz="1725" b="0">
                <ns8:solidFill>
                  <ns8:srgbClr val="192E3B"/>
                </ns8:solidFill>
                <ns8:latin typeface="Segoe UI"/>
                <ns8:ea typeface="Segoe UI"/>
                <ns8:cs typeface="Segoe UI"/>
              </ns8:defRPr>
            </ns8:pPr>
            <ns8:r>
              <ns8:rPr sz="1725" b="0">
                <ns8:solidFill>
                  <ns8:srgbClr val="192E3B"/>
                </ns8:solidFill>
                <ns8:latin typeface="Segoe UI"/>
                <ns8:ea typeface="Segoe UI"/>
                <ns8:cs typeface="Segoe UI"/>
              </ns8:rPr>
              <ns8:t>2. What is your next safe step?</ns8:t>
            </ns8:r>
          </ns8:p>
          <ns9:p xmlns:ns9="http://schemas.openxmlformats.org/drawingml/2006/main">
            <ns9:pPr>
              <ns9:defRPr sz="1725" b="0">
                <ns9:solidFill>
                  <ns9:srgbClr val="192E3B"/>
                </ns9:solidFill>
                <ns9:latin typeface="Segoe UI"/>
                <ns9:ea typeface="Segoe UI"/>
                <ns9:cs typeface="Segoe UI"/>
              </ns9:defRPr>
            </ns9:pPr>
            <ns9:r>
              <ns9:rPr sz="1725" b="0">
                <ns9:solidFill>
                  <ns9:srgbClr val="192E3B"/>
                </ns9:solidFill>
                <ns9:latin typeface="Segoe UI"/>
                <ns9:ea typeface="Segoe UI"/>
                <ns9:cs typeface="Segoe UI"/>
              </ns9:rPr>
              <ns9:t/>
            </ns9:r>
          </ns9:p>
          <ns10:p xmlns:ns10="http://schemas.openxmlformats.org/drawingml/2006/main">
            <ns10:pPr>
              <ns10:defRPr sz="1725" b="0">
                <ns10:solidFill>
                  <ns10:srgbClr val="192E3B"/>
                </ns10:solidFill>
                <ns10:latin typeface="Segoe UI"/>
                <ns10:ea typeface="Segoe UI"/>
                <ns10:cs typeface="Segoe UI"/>
              </ns10:defRPr>
            </ns10:pPr>
            <ns10:r>
              <ns10:rPr sz="1725" b="0">
                <ns10:solidFill>
                  <ns10:srgbClr val="192E3B"/>
                </ns10:solidFill>
                <ns10:latin typeface="Segoe UI"/>
                <ns10:ea typeface="Segoe UI"/>
                <ns10:cs typeface="Segoe UI"/>
              </ns10:rPr>
              <ns10:t>3. What changed after the check?</ns10:t>
            </ns10:r>
          </ns10:p>
        </p:txBody>
      </p:sp>
      <p:sp>
        <p:nvSpPr>
          <p:cNvPr id="6" name="credit">
            <a:extLst xmlns:a="http://schemas.openxmlformats.org/drawingml/2006/main">
              <a:ext uri="{FF2B5EF4-FFF2-40B4-BE49-F238E27FC236}">
                <a16:creationId xmlns:a16="http://schemas.microsoft.com/office/drawing/2014/main" id="{87D92B85-6966-4333-B3C5-A62E840CE4D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4:p xmlns:ns14="http://schemas.openxmlformats.org/drawingml/2006/main">
            <ns14:pPr>
              <ns14:defRPr sz="788" b="0">
                <ns14:solidFill>
                  <ns14:srgbClr val="566574"/>
                </ns14:solidFill>
                <ns14:latin typeface="Segoe UI"/>
                <ns14:ea typeface="Segoe UI"/>
                <ns14:cs typeface="Segoe UI"/>
              </ns14:defRPr>
            </ns14:pPr>
            <ns14:r>
              <ns14:rPr sz="788" b="0">
                <ns14:solidFill>
                  <ns14:srgbClr val="566574"/>
                </ns14:solidFill>
                <ns14:latin typeface="Segoe UI"/>
                <ns14:ea typeface="Segoe UI"/>
                <ns14:cs typeface="Segoe UI"/>
              </ns14:rPr>
              <ns14:t>Made by Matt · © Matt Roper · CC BY-NC-SA 4.0: free for classroom use, share and adapt with credit, no resale</ns14:t>
            </ns14:r>
          </ns14:p>
        </p:txBody>
      </p:sp>
      <p:sp>
        <p:nvSpPr>
          <p:cNvPr id="7" name="page-number">
            <a:extLst xmlns:a="http://schemas.openxmlformats.org/drawingml/2006/main">
              <a:ext uri="{FF2B5EF4-FFF2-40B4-BE49-F238E27FC236}">
                <a16:creationId xmlns:a16="http://schemas.microsoft.com/office/drawing/2014/main" id="{2B8DB049-A9DA-4AA9-9ACC-B335CEEC791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12</ns13:t>
            </ns13:r>
          </ns13:p>
        </p:txBody>
      </p:sp>
    </p:spTree>
    <p:extLst>
      <p:ext uri="{BB962C8B-B14F-4D97-AF65-F5344CB8AC3E}">
        <p14:creationId xmlns:p14="http://schemas.microsoft.com/office/powerpoint/2010/main" val="17208193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B4BD6D20-3E14-5D5C-8A46-5DA21EDD75AE}"/>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4:p xmlns:ns4="http://schemas.openxmlformats.org/drawingml/2006/main">
            <ns4:pPr>
              <ns4:defRPr sz="1200" b="0">
                <ns4:solidFill>
                  <ns4:srgbClr val="566574"/>
                </ns4:solidFill>
                <ns4:latin typeface="Segoe UI"/>
                <ns4:ea typeface="Segoe UI"/>
                <ns4:cs typeface="Segoe UI"/>
              </ns4:defRPr>
            </ns4:pPr>
            <ns4:r>
              <ns4:rPr sz="1200" b="0">
                <ns4:solidFill>
                  <ns4:srgbClr val="566574"/>
                </ns4:solidFill>
                <ns4:latin typeface="Segoe UI"/>
                <ns4:ea typeface="Segoe UI"/>
                <ns4:cs typeface="Segoe UI"/>
              </ns4:rPr>
              <ns4:t>COMM-GROW-A2-W02  ·  Lesson 7b</ns4:t>
            </ns4:r>
          </ns4:p>
        </p:txBody>
      </p:sp>
      <p:sp>
        <p:nvSpPr>
          <p:cNvPr id="2" name="edition">
            <a:extLst xmlns:a="http://schemas.openxmlformats.org/drawingml/2006/main">
              <a:ext uri="{FF2B5EF4-FFF2-40B4-BE49-F238E27FC236}">
                <a16:creationId xmlns:a16="http://schemas.microsoft.com/office/drawing/2014/main" id="{644DCA2D-A9AB-5D91-95AC-5C2A4820D92A}"/>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Public edition</ns5:t>
            </ns5:r>
          </ns5:p>
        </p:txBody>
      </p:sp>
      <p:sp>
        <p:nvSpPr>
          <p:cNvPr id="3" name="stage-title">
            <a:extLst xmlns:a="http://schemas.openxmlformats.org/drawingml/2006/main">
              <a:ext uri="{FF2B5EF4-FFF2-40B4-BE49-F238E27FC236}">
                <a16:creationId xmlns:a16="http://schemas.microsoft.com/office/drawing/2014/main" id="{CD90A56E-47F2-58BE-A978-9AC4EE07421D}"/>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225" b="1">
                <a:solidFill>
                  <a:srgbClr val="345D70"/>
                </a:solidFill>
                <a:latin typeface="Segoe UI"/>
                <a:ea typeface="Segoe UI"/>
                <a:cs typeface="Segoe UI"/>
              </a:defRPr>
            </a:defPPr>
            <a:lvl1pPr>
              <a:defRPr sz="3225" b="1">
                <a:solidFill>
                  <a:srgbClr val="345D70"/>
                </a:solidFill>
                <a:latin typeface="Segoe UI"/>
                <a:ea typeface="Segoe UI"/>
                <a:cs typeface="Segoe UI"/>
              </a:defRPr>
            </a:lvl1pPr>
            <a:lvl2pPr>
              <a:defRPr sz="3225" b="1">
                <a:solidFill>
                  <a:srgbClr val="345D70"/>
                </a:solidFill>
                <a:latin typeface="Segoe UI"/>
                <a:ea typeface="Segoe UI"/>
                <a:cs typeface="Segoe UI"/>
              </a:defRPr>
            </a:lvl2pPr>
            <a:lvl3pPr>
              <a:defRPr sz="3225" b="1">
                <a:solidFill>
                  <a:srgbClr val="345D70"/>
                </a:solidFill>
                <a:latin typeface="Segoe UI"/>
                <a:ea typeface="Segoe UI"/>
                <a:cs typeface="Segoe UI"/>
              </a:defRPr>
            </a:lvl3pPr>
            <a:lvl4pPr>
              <a:defRPr sz="3225" b="1">
                <a:solidFill>
                  <a:srgbClr val="345D70"/>
                </a:solidFill>
                <a:latin typeface="Segoe UI"/>
                <a:ea typeface="Segoe UI"/>
                <a:cs typeface="Segoe UI"/>
              </a:defRPr>
            </a:lvl4pPr>
            <a:lvl5pPr>
              <a:defRPr sz="3225" b="1">
                <a:solidFill>
                  <a:srgbClr val="345D70"/>
                </a:solidFill>
                <a:latin typeface="Segoe UI"/>
                <a:ea typeface="Segoe UI"/>
                <a:cs typeface="Segoe UI"/>
              </a:defRPr>
            </a:lvl5pPr>
            <a:lvl6pPr>
              <a:defRPr sz="3225" b="1">
                <a:solidFill>
                  <a:srgbClr val="345D70"/>
                </a:solidFill>
                <a:latin typeface="Segoe UI"/>
                <a:ea typeface="Segoe UI"/>
                <a:cs typeface="Segoe UI"/>
              </a:defRPr>
            </a:lvl6pPr>
            <a:lvl7pPr>
              <a:defRPr sz="3225" b="1">
                <a:solidFill>
                  <a:srgbClr val="345D70"/>
                </a:solidFill>
                <a:latin typeface="Segoe UI"/>
                <a:ea typeface="Segoe UI"/>
                <a:cs typeface="Segoe UI"/>
              </a:defRPr>
            </a:lvl7pPr>
            <a:lvl8pPr>
              <a:defRPr sz="3225" b="1">
                <a:solidFill>
                  <a:srgbClr val="345D70"/>
                </a:solidFill>
                <a:latin typeface="Segoe UI"/>
                <a:ea typeface="Segoe UI"/>
                <a:cs typeface="Segoe UI"/>
              </a:defRPr>
            </a:lvl8pPr>
            <a:lvl9pPr>
              <a:defRPr sz="3225" b="1">
                <a:solidFill>
                  <a:srgbClr val="345D70"/>
                </a:solidFill>
                <a:latin typeface="Segoe UI"/>
                <a:ea typeface="Segoe UI"/>
                <a:cs typeface="Segoe UI"/>
              </a:defRPr>
            </a:lvl9pPr>
          </a:lstStyle>
          <ns0:p xmlns:ns0="http://schemas.openxmlformats.org/drawingml/2006/main">
            <ns0:pPr>
              <ns0:defRPr sz="3225" b="1">
                <ns0:solidFill>
                  <ns0:srgbClr val="345D70"/>
                </ns0:solidFill>
                <ns0:latin typeface="Segoe UI"/>
                <ns0:ea typeface="Segoe UI"/>
                <ns0:cs typeface="Segoe UI"/>
              </ns0:defRPr>
            </ns0:pPr>
            <ns0:r>
              <ns0:rPr sz="3225" b="1">
                <ns0:solidFill>
                  <ns0:srgbClr val="345D70"/>
                </ns0:solidFill>
                <ns0:latin typeface="Segoe UI"/>
                <ns0:ea typeface="Segoe UI"/>
                <ns0:cs typeface="Segoe UI"/>
              </ns0:rPr>
              <ns0:t>Mock stall practice</ns0:t>
            </ns0:r>
          </ns0:p>
        </p:txBody>
      </p:sp>
      <p:sp>
        <p:nvSpPr>
          <p:cNvPr id="4" name="big-question">
            <a:extLst xmlns:a="http://schemas.openxmlformats.org/drawingml/2006/main">
              <a:ext uri="{FF2B5EF4-FFF2-40B4-BE49-F238E27FC236}">
                <a16:creationId xmlns:a16="http://schemas.microsoft.com/office/drawing/2014/main" id="{9AD54A65-70EC-5A9D-B9EA-E939AC0BA1EC}"/>
              </a:ext>
            </a:extLst>
          </p:cNvPr>
          <p:cNvSpPr>
            <a:spLocks xmlns:a="http://schemas.openxmlformats.org/drawingml/2006/main" noGrp="1"/>
          </p:cNvSpPr>
          <p:nvPr/>
        </p:nvSpPr>
        <p:spPr>
          <a:xfrm xmlns:a="http://schemas.openxmlformats.org/drawingml/2006/main">
            <a:off x="533400" y="20002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600" b="1">
                <a:solidFill>
                  <a:srgbClr val="192E3B"/>
                </a:solidFill>
                <a:latin typeface="Segoe UI"/>
                <a:ea typeface="Segoe UI"/>
                <a:cs typeface="Segoe UI"/>
              </a:defRPr>
            </a:defPPr>
            <a:lvl1pPr>
              <a:defRPr sz="3600" b="1">
                <a:solidFill>
                  <a:srgbClr val="192E3B"/>
                </a:solidFill>
                <a:latin typeface="Segoe UI"/>
                <a:ea typeface="Segoe UI"/>
                <a:cs typeface="Segoe UI"/>
              </a:defRPr>
            </a:lvl1pPr>
            <a:lvl2pPr>
              <a:defRPr sz="3600" b="1">
                <a:solidFill>
                  <a:srgbClr val="192E3B"/>
                </a:solidFill>
                <a:latin typeface="Segoe UI"/>
                <a:ea typeface="Segoe UI"/>
                <a:cs typeface="Segoe UI"/>
              </a:defRPr>
            </a:lvl2pPr>
            <a:lvl3pPr>
              <a:defRPr sz="3600" b="1">
                <a:solidFill>
                  <a:srgbClr val="192E3B"/>
                </a:solidFill>
                <a:latin typeface="Segoe UI"/>
                <a:ea typeface="Segoe UI"/>
                <a:cs typeface="Segoe UI"/>
              </a:defRPr>
            </a:lvl3pPr>
            <a:lvl4pPr>
              <a:defRPr sz="3600" b="1">
                <a:solidFill>
                  <a:srgbClr val="192E3B"/>
                </a:solidFill>
                <a:latin typeface="Segoe UI"/>
                <a:ea typeface="Segoe UI"/>
                <a:cs typeface="Segoe UI"/>
              </a:defRPr>
            </a:lvl4pPr>
            <a:lvl5pPr>
              <a:defRPr sz="3600" b="1">
                <a:solidFill>
                  <a:srgbClr val="192E3B"/>
                </a:solidFill>
                <a:latin typeface="Segoe UI"/>
                <a:ea typeface="Segoe UI"/>
                <a:cs typeface="Segoe UI"/>
              </a:defRPr>
            </a:lvl5pPr>
            <a:lvl6pPr>
              <a:defRPr sz="3600" b="1">
                <a:solidFill>
                  <a:srgbClr val="192E3B"/>
                </a:solidFill>
                <a:latin typeface="Segoe UI"/>
                <a:ea typeface="Segoe UI"/>
                <a:cs typeface="Segoe UI"/>
              </a:defRPr>
            </a:lvl6pPr>
            <a:lvl7pPr>
              <a:defRPr sz="3600" b="1">
                <a:solidFill>
                  <a:srgbClr val="192E3B"/>
                </a:solidFill>
                <a:latin typeface="Segoe UI"/>
                <a:ea typeface="Segoe UI"/>
                <a:cs typeface="Segoe UI"/>
              </a:defRPr>
            </a:lvl7pPr>
            <a:lvl8pPr>
              <a:defRPr sz="3600" b="1">
                <a:solidFill>
                  <a:srgbClr val="192E3B"/>
                </a:solidFill>
                <a:latin typeface="Segoe UI"/>
                <a:ea typeface="Segoe UI"/>
                <a:cs typeface="Segoe UI"/>
              </a:defRPr>
            </a:lvl8pPr>
            <a:lvl9pPr>
              <a:defRPr sz="3600" b="1">
                <a:solidFill>
                  <a:srgbClr val="192E3B"/>
                </a:solidFill>
                <a:latin typeface="Segoe UI"/>
                <a:ea typeface="Segoe UI"/>
                <a:cs typeface="Segoe UI"/>
              </a:defRPr>
            </a:lvl9pPr>
          </a:lstStyle>
          <ns1:p xmlns:ns1="http://schemas.openxmlformats.org/drawingml/2006/main">
            <ns1:pPr>
              <ns1:defRPr sz="3600" b="1">
                <ns1:solidFill>
                  <ns1:srgbClr val="192E3B"/>
                </ns1:solidFill>
                <ns1:latin typeface="Segoe UI"/>
                <ns1:ea typeface="Segoe UI"/>
                <ns1:cs typeface="Segoe UI"/>
              </ns1:defRPr>
            </ns1:pPr>
            <ns1:r>
              <ns1:rPr sz="3600" b="1">
                <ns1:solidFill>
                  <ns1:srgbClr val="192E3B"/>
                </ns1:solidFill>
                <ns1:latin typeface="Segoe UI"/>
                <ns1:ea typeface="Segoe UI"/>
                <ns1:cs typeface="Segoe UI"/>
              </ns1:rPr>
              <ns1:t>Can I serve with safe and kind words?</ns1:t>
            </ns1:r>
          </ns1:p>
        </p:txBody>
      </p:sp>
      <p:sp>
        <p:nvSpPr>
          <p:cNvPr id="5" name="purpose">
            <a:extLst xmlns:a="http://schemas.openxmlformats.org/drawingml/2006/main">
              <a:ext uri="{FF2B5EF4-FFF2-40B4-BE49-F238E27FC236}">
                <a16:creationId xmlns:a16="http://schemas.microsoft.com/office/drawing/2014/main" id="{BFF234A3-15B3-5568-91F3-16DEF228A341}"/>
              </a:ext>
            </a:extLst>
          </p:cNvPr>
          <p:cNvSpPr>
            <a:spLocks xmlns:a="http://schemas.openxmlformats.org/drawingml/2006/main" noGrp="1"/>
          </p:cNvSpPr>
          <p:nvPr/>
        </p:nvSpPr>
        <p:spPr>
          <a:xfrm xmlns:a="http://schemas.openxmlformats.org/drawingml/2006/main">
            <a:off x="533400" y="3810000"/>
            <a:ext cx="914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550" b="0">
                <a:solidFill>
                  <a:srgbClr val="192E3B"/>
                </a:solidFill>
                <a:latin typeface="Segoe UI"/>
                <a:ea typeface="Segoe UI"/>
                <a:cs typeface="Segoe UI"/>
              </a:defRPr>
            </a:defPPr>
            <a:lvl1pPr>
              <a:defRPr sz="2550" b="0">
                <a:solidFill>
                  <a:srgbClr val="192E3B"/>
                </a:solidFill>
                <a:latin typeface="Segoe UI"/>
                <a:ea typeface="Segoe UI"/>
                <a:cs typeface="Segoe UI"/>
              </a:defRPr>
            </a:lvl1pPr>
            <a:lvl2pPr>
              <a:defRPr sz="2550" b="0">
                <a:solidFill>
                  <a:srgbClr val="192E3B"/>
                </a:solidFill>
                <a:latin typeface="Segoe UI"/>
                <a:ea typeface="Segoe UI"/>
                <a:cs typeface="Segoe UI"/>
              </a:defRPr>
            </a:lvl2pPr>
            <a:lvl3pPr>
              <a:defRPr sz="2550" b="0">
                <a:solidFill>
                  <a:srgbClr val="192E3B"/>
                </a:solidFill>
                <a:latin typeface="Segoe UI"/>
                <a:ea typeface="Segoe UI"/>
                <a:cs typeface="Segoe UI"/>
              </a:defRPr>
            </a:lvl3pPr>
            <a:lvl4pPr>
              <a:defRPr sz="2550" b="0">
                <a:solidFill>
                  <a:srgbClr val="192E3B"/>
                </a:solidFill>
                <a:latin typeface="Segoe UI"/>
                <a:ea typeface="Segoe UI"/>
                <a:cs typeface="Segoe UI"/>
              </a:defRPr>
            </a:lvl4pPr>
            <a:lvl5pPr>
              <a:defRPr sz="2550" b="0">
                <a:solidFill>
                  <a:srgbClr val="192E3B"/>
                </a:solidFill>
                <a:latin typeface="Segoe UI"/>
                <a:ea typeface="Segoe UI"/>
                <a:cs typeface="Segoe UI"/>
              </a:defRPr>
            </a:lvl5pPr>
            <a:lvl6pPr>
              <a:defRPr sz="2550" b="0">
                <a:solidFill>
                  <a:srgbClr val="192E3B"/>
                </a:solidFill>
                <a:latin typeface="Segoe UI"/>
                <a:ea typeface="Segoe UI"/>
                <a:cs typeface="Segoe UI"/>
              </a:defRPr>
            </a:lvl6pPr>
            <a:lvl7pPr>
              <a:defRPr sz="2550" b="0">
                <a:solidFill>
                  <a:srgbClr val="192E3B"/>
                </a:solidFill>
                <a:latin typeface="Segoe UI"/>
                <a:ea typeface="Segoe UI"/>
                <a:cs typeface="Segoe UI"/>
              </a:defRPr>
            </a:lvl7pPr>
            <a:lvl8pPr>
              <a:defRPr sz="2550" b="0">
                <a:solidFill>
                  <a:srgbClr val="192E3B"/>
                </a:solidFill>
                <a:latin typeface="Segoe UI"/>
                <a:ea typeface="Segoe UI"/>
                <a:cs typeface="Segoe UI"/>
              </a:defRPr>
            </a:lvl8pPr>
            <a:lvl9pPr>
              <a:defRPr sz="2550" b="0">
                <a:solidFill>
                  <a:srgbClr val="192E3B"/>
                </a:solidFill>
                <a:latin typeface="Segoe UI"/>
                <a:ea typeface="Segoe UI"/>
                <a:cs typeface="Segoe UI"/>
              </a:defRPr>
            </a:lvl9pPr>
          </a:lstStyle>
          <ns2:p xmlns:ns2="http://schemas.openxmlformats.org/drawingml/2006/main">
            <ns2:pPr>
              <ns2:defRPr sz="2550" b="0">
                <ns2:solidFill>
                  <ns2:srgbClr val="192E3B"/>
                </ns2:solidFill>
                <ns2:latin typeface="Segoe UI"/>
                <ns2:ea typeface="Segoe UI"/>
                <ns2:cs typeface="Segoe UI"/>
              </ns2:defRPr>
            </ns2:pPr>
            <ns2:r>
              <ns2:rPr sz="2550" b="0">
                <ns2:solidFill>
                  <ns2:srgbClr val="192E3B"/>
                </ns2:solidFill>
                <ns2:latin typeface="Segoe UI"/>
                <ns2:ea typeface="Segoe UI"/>
                <ns2:cs typeface="Segoe UI"/>
              </ns2:rPr>
              <ns2:t>Greet. Check the order. Count or tally.</ns2:t>
            </ns2:r>
          </ns2:p>
        </p:txBody>
      </p:sp>
      <p:pic>
        <p:nvPicPr>
          <p:cNvPr id="6" name="picture-cue-1" descr="Flat target cue for making a checked project choice.">
            <a:extLst xmlns:a="http://schemas.openxmlformats.org/drawingml/2006/main">
              <a:ext uri="{FF2B5EF4-FFF2-40B4-BE49-F238E27FC236}">
                <a16:creationId xmlns:a16="http://schemas.microsoft.com/office/drawing/2014/main" id="{05E90938-9C99-5862-BD59-F10700DAB1B4}"/>
              </a:ext>
            </a:extLst>
          </p:cNvPr>
          <p:cNvPicPr>
            <a:picLocks xmlns:a="http://schemas.openxmlformats.org/drawingml/2006/main" noChangeAspect="1"/>
          </p:cNvPicPr>
          <p:nvPr/>
        </p:nvPicPr>
        <p:blipFill>
          <a:blip xmlns:r="http://schemas.openxmlformats.org/officeDocument/2006/relationships" xmlns:a="http://schemas.openxmlformats.org/drawingml/2006/main" r:embed="R14122ece10b64051"/>
          <a:stretch xmlns:a="http://schemas.openxmlformats.org/drawingml/2006/main"/>
        </p:blipFill>
        <p:spPr>
          <a:xfrm xmlns:a="http://schemas.openxmlformats.org/drawingml/2006/main">
            <a:off x="10001250" y="2286000"/>
            <a:ext cx="1238250" cy="1238250"/>
          </a:xfrm>
          <a:prstGeom xmlns:a="http://schemas.openxmlformats.org/drawingml/2006/main" prst="rect">
            <a:avLst/>
          </a:prstGeom>
        </p:spPr>
      </p:pic>
      <p:sp>
        <p:nvSpPr>
          <p:cNvPr id="7" name="date">
            <a:extLst xmlns:a="http://schemas.openxmlformats.org/drawingml/2006/main">
              <a:ext uri="{FF2B5EF4-FFF2-40B4-BE49-F238E27FC236}">
                <a16:creationId xmlns:a16="http://schemas.microsoft.com/office/drawing/2014/main" id="{0FEC667B-2B3C-5FFD-A0D3-E20F200C12D8}"/>
              </a:ext>
            </a:extLst>
          </p:cNvPr>
          <p:cNvSpPr>
            <a:spLocks xmlns:a="http://schemas.openxmlformats.org/drawingml/2006/main" noGrp="1"/>
          </p:cNvSpPr>
          <p:nvPr/>
        </p:nvSpPr>
        <p:spPr>
          <a:xfrm xmlns:a="http://schemas.openxmlformats.org/drawingml/2006/main">
            <a:off x="533400" y="5429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defRPr sz="1800" b="0">
                <a:solidFill>
                  <a:srgbClr val="566574"/>
                </a:solidFill>
                <a:latin typeface="Segoe UI"/>
                <a:ea typeface="Segoe UI"/>
                <a:cs typeface="Segoe UI"/>
              </a:defRPr>
            </a:lvl1pPr>
            <a:lvl2pPr>
              <a:defRPr sz="1800" b="0">
                <a:solidFill>
                  <a:srgbClr val="566574"/>
                </a:solidFill>
                <a:latin typeface="Segoe UI"/>
                <a:ea typeface="Segoe UI"/>
                <a:cs typeface="Segoe UI"/>
              </a:defRPr>
            </a:lvl2pPr>
            <a:lvl3pPr>
              <a:defRPr sz="1800" b="0">
                <a:solidFill>
                  <a:srgbClr val="566574"/>
                </a:solidFill>
                <a:latin typeface="Segoe UI"/>
                <a:ea typeface="Segoe UI"/>
                <a:cs typeface="Segoe UI"/>
              </a:defRPr>
            </a:lvl3pPr>
            <a:lvl4pPr>
              <a:defRPr sz="1800" b="0">
                <a:solidFill>
                  <a:srgbClr val="566574"/>
                </a:solidFill>
                <a:latin typeface="Segoe UI"/>
                <a:ea typeface="Segoe UI"/>
                <a:cs typeface="Segoe UI"/>
              </a:defRPr>
            </a:lvl4pPr>
            <a:lvl5pPr>
              <a:defRPr sz="1800" b="0">
                <a:solidFill>
                  <a:srgbClr val="566574"/>
                </a:solidFill>
                <a:latin typeface="Segoe UI"/>
                <a:ea typeface="Segoe UI"/>
                <a:cs typeface="Segoe UI"/>
              </a:defRPr>
            </a:lvl5pPr>
            <a:lvl6pPr>
              <a:defRPr sz="1800" b="0">
                <a:solidFill>
                  <a:srgbClr val="566574"/>
                </a:solidFill>
                <a:latin typeface="Segoe UI"/>
                <a:ea typeface="Segoe UI"/>
                <a:cs typeface="Segoe UI"/>
              </a:defRPr>
            </a:lvl6pPr>
            <a:lvl7pPr>
              <a:defRPr sz="1800" b="0">
                <a:solidFill>
                  <a:srgbClr val="566574"/>
                </a:solidFill>
                <a:latin typeface="Segoe UI"/>
                <a:ea typeface="Segoe UI"/>
                <a:cs typeface="Segoe UI"/>
              </a:defRPr>
            </a:lvl7pPr>
            <a:lvl8pPr>
              <a:defRPr sz="1800" b="0">
                <a:solidFill>
                  <a:srgbClr val="566574"/>
                </a:solidFill>
                <a:latin typeface="Segoe UI"/>
                <a:ea typeface="Segoe UI"/>
                <a:cs typeface="Segoe UI"/>
              </a:defRPr>
            </a:lvl8pPr>
            <a:lvl9pPr>
              <a:defRPr sz="1800" b="0">
                <a:solidFill>
                  <a:srgbClr val="566574"/>
                </a:solidFill>
                <a:latin typeface="Segoe UI"/>
                <a:ea typeface="Segoe UI"/>
                <a:cs typeface="Segoe UI"/>
              </a:defRPr>
            </a:lvl9pPr>
          </a:lstStyle>
          <ns3:p xmlns:ns3="http://schemas.openxmlformats.org/drawingml/2006/main">
            <ns3:pPr>
              <ns3:defRPr sz="1800" b="0">
                <ns3:solidFill>
                  <ns3:srgbClr val="566574"/>
                </ns3:solidFill>
                <ns3:latin typeface="Segoe UI"/>
                <ns3:ea typeface="Segoe UI"/>
                <ns3:cs typeface="Segoe UI"/>
              </ns3:defRPr>
            </ns3:pPr>
            <ns3:r>
              <ns3:rPr sz="1800" b="0">
                <ns3:solidFill>
                  <ns3:srgbClr val="566574"/>
                </ns3:solidFill>
                <ns3:latin typeface="Segoe UI"/>
                <ns3:ea typeface="Segoe UI"/>
                <ns3:cs typeface="Segoe UI"/>
              </ns3:rPr>
              <ns3:t>Thursday 12 November 2026 · P6 13:30–14:10</ns3:t>
            </ns3:r>
          </ns3:p>
        </p:txBody>
      </p:sp>
      <p:sp>
        <p:nvSpPr>
          <p:cNvPr id="8" name="credit">
            <a:extLst xmlns:a="http://schemas.openxmlformats.org/drawingml/2006/main">
              <a:ext uri="{FF2B5EF4-FFF2-40B4-BE49-F238E27FC236}">
                <a16:creationId xmlns:a16="http://schemas.microsoft.com/office/drawing/2014/main" id="{21A26518-C9C5-5CEC-9DBE-02B6823AFB40}"/>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7:p xmlns:ns7="http://schemas.openxmlformats.org/drawingml/2006/main">
            <ns7:pPr>
              <ns7:defRPr sz="788" b="0">
                <ns7:solidFill>
                  <ns7:srgbClr val="566574"/>
                </ns7:solidFill>
                <ns7:latin typeface="Segoe UI"/>
                <ns7:ea typeface="Segoe UI"/>
                <ns7:cs typeface="Segoe UI"/>
              </ns7:defRPr>
            </ns7:pPr>
            <ns7:r>
              <ns7:rPr sz="788" b="0">
                <ns7:solidFill>
                  <ns7:srgbClr val="566574"/>
                </ns7:solidFill>
                <ns7:latin typeface="Segoe UI"/>
                <ns7:ea typeface="Segoe UI"/>
                <ns7:cs typeface="Segoe UI"/>
              </ns7:rPr>
              <ns7:t>Made by Matt · © Matt Roper · CC BY-NC-SA 4.0: free for classroom use, share and adapt with credit, no resale</ns7:t>
            </ns7:r>
          </ns7:p>
        </p:txBody>
      </p:sp>
      <p:sp>
        <p:nvSpPr>
          <p:cNvPr id="9" name="page-number">
            <a:extLst xmlns:a="http://schemas.openxmlformats.org/drawingml/2006/main">
              <a:ext uri="{FF2B5EF4-FFF2-40B4-BE49-F238E27FC236}">
                <a16:creationId xmlns:a16="http://schemas.microsoft.com/office/drawing/2014/main" id="{43E5FCA6-3772-5039-827D-1E1F5D7A5B70}"/>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13</ns6:t>
            </ns6:r>
          </ns6:p>
        </p:txBody>
      </p:sp>
    </p:spTree>
    <p:extLst>
      <p:ext uri="{BB962C8B-B14F-4D97-AF65-F5344CB8AC3E}">
        <p14:creationId xmlns:p14="http://schemas.microsoft.com/office/powerpoint/2010/main" val="4666515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code">
            <a:extLst xmlns:a="http://schemas.openxmlformats.org/drawingml/2006/main">
              <a:ext uri="{FF2B5EF4-FFF2-40B4-BE49-F238E27FC236}">
                <a16:creationId xmlns:a16="http://schemas.microsoft.com/office/drawing/2014/main" id="{5BCA4C38-7DC9-5F8D-A3E1-76326EA210BF}"/>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0:p xmlns:ns0="http://schemas.openxmlformats.org/drawingml/2006/main">
            <ns0:pPr>
              <ns0:defRPr sz="1200" b="0">
                <ns0:solidFill>
                  <ns0:srgbClr val="566574"/>
                </ns0:solidFill>
                <ns0:latin typeface="Segoe UI"/>
                <ns0:ea typeface="Segoe UI"/>
                <ns0:cs typeface="Segoe UI"/>
              </ns0:defRPr>
            </ns0:pPr>
            <ns0:r>
              <ns0:rPr sz="1200" b="0">
                <ns0:solidFill>
                  <ns0:srgbClr val="566574"/>
                </ns0:solidFill>
                <ns0:latin typeface="Segoe UI"/>
                <ns0:ea typeface="Segoe UI"/>
                <ns0:cs typeface="Segoe UI"/>
              </ns0:rPr>
              <ns0:t>COMM-GROW-A2-W02  ·  Lesson 7b</ns0:t>
            </ns0:r>
          </ns0:p>
        </p:txBody>
      </p:sp>
      <p:sp>
        <p:nvSpPr>
          <p:cNvPr id="2" name="edition">
            <a:extLst xmlns:a="http://schemas.openxmlformats.org/drawingml/2006/main">
              <a:ext uri="{FF2B5EF4-FFF2-40B4-BE49-F238E27FC236}">
                <a16:creationId xmlns:a16="http://schemas.microsoft.com/office/drawing/2014/main" id="{5B80F4BA-230E-5D3E-ABD3-1868333756A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p xmlns:ns1="http://schemas.openxmlformats.org/drawingml/2006/main">
            <ns1:pPr>
              <ns1:defRPr sz="1050" b="0">
                <ns1:solidFill>
                  <ns1:srgbClr val="566574"/>
                </ns1:solidFill>
                <ns1:latin typeface="Segoe UI"/>
                <ns1:ea typeface="Segoe UI"/>
                <ns1:cs typeface="Segoe UI"/>
              </ns1:defRPr>
            </ns1:pPr>
            <ns1:r>
              <ns1:rPr sz="1050" b="0">
                <ns1:solidFill>
                  <ns1:srgbClr val="566574"/>
                </ns1:solidFill>
                <ns1:latin typeface="Segoe UI"/>
                <ns1:ea typeface="Segoe UI"/>
                <ns1:cs typeface="Segoe UI"/>
              </ns1:rPr>
              <ns1:t>Public edition</ns1:t>
            </ns1:r>
          </ns1:p>
        </p:txBody>
      </p:sp>
      <p:sp>
        <p:nvSpPr>
          <p:cNvPr id="3" name="stage-title">
            <a:extLst xmlns:a="http://schemas.openxmlformats.org/drawingml/2006/main">
              <a:ext uri="{FF2B5EF4-FFF2-40B4-BE49-F238E27FC236}">
                <a16:creationId xmlns:a16="http://schemas.microsoft.com/office/drawing/2014/main" id="{54B5FA09-CD2B-5E06-AE4B-BFA78D09480C}"/>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4:p xmlns:ns4="http://schemas.openxmlformats.org/drawingml/2006/main">
            <ns4:pPr>
              <ns4:defRPr sz="3300" b="1">
                <ns4:solidFill>
                  <ns4:srgbClr val="345D70"/>
                </ns4:solidFill>
                <ns4:latin typeface="Segoe UI"/>
                <ns4:ea typeface="Segoe UI"/>
                <ns4:cs typeface="Segoe UI"/>
              </ns4:defRPr>
            </ns4:pPr>
            <ns4:r>
              <ns4:rPr sz="3300" b="1">
                <ns4:solidFill>
                  <ns4:srgbClr val="345D70"/>
                </ns4:solidFill>
                <ns4:latin typeface="Segoe UI"/>
                <ns4:ea typeface="Segoe UI"/>
                <ns4:cs typeface="Segoe UI"/>
              </ns4:rPr>
              <ns4:t>Arrival and regulation check</ns4:t>
            </ns4:r>
          </ns4:p>
        </p:txBody>
      </p:sp>
      <p:sp>
        <p:nvSpPr>
          <p:cNvPr id="4" name="check-prompt">
            <a:extLst xmlns:a="http://schemas.openxmlformats.org/drawingml/2006/main">
              <a:ext uri="{FF2B5EF4-FFF2-40B4-BE49-F238E27FC236}">
                <a16:creationId xmlns:a16="http://schemas.microsoft.com/office/drawing/2014/main" id="{6738EF73-4419-57C6-98AB-2E867EE49D6B}"/>
              </a:ext>
            </a:extLst>
          </p:cNvPr>
          <p:cNvSpPr>
            <a:spLocks xmlns:a="http://schemas.openxmlformats.org/drawingml/2006/main" noGrp="1"/>
          </p:cNvSpPr>
          <p:nvPr/>
        </p:nvSpPr>
        <p:spPr>
          <a:xfrm xmlns:a="http://schemas.openxmlformats.org/drawingml/2006/main">
            <a:off x="533400" y="15240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550" b="0">
                <a:solidFill>
                  <a:srgbClr val="192E3B"/>
                </a:solidFill>
                <a:latin typeface="Segoe UI"/>
                <a:ea typeface="Segoe UI"/>
                <a:cs typeface="Segoe UI"/>
              </a:defRPr>
            </a:defPPr>
            <a:lvl1pPr>
              <a:defRPr sz="2550" b="0">
                <a:solidFill>
                  <a:srgbClr val="192E3B"/>
                </a:solidFill>
                <a:latin typeface="Segoe UI"/>
                <a:ea typeface="Segoe UI"/>
                <a:cs typeface="Segoe UI"/>
              </a:defRPr>
            </a:lvl1pPr>
            <a:lvl2pPr>
              <a:defRPr sz="2550" b="0">
                <a:solidFill>
                  <a:srgbClr val="192E3B"/>
                </a:solidFill>
                <a:latin typeface="Segoe UI"/>
                <a:ea typeface="Segoe UI"/>
                <a:cs typeface="Segoe UI"/>
              </a:defRPr>
            </a:lvl2pPr>
            <a:lvl3pPr>
              <a:defRPr sz="2550" b="0">
                <a:solidFill>
                  <a:srgbClr val="192E3B"/>
                </a:solidFill>
                <a:latin typeface="Segoe UI"/>
                <a:ea typeface="Segoe UI"/>
                <a:cs typeface="Segoe UI"/>
              </a:defRPr>
            </a:lvl3pPr>
            <a:lvl4pPr>
              <a:defRPr sz="2550" b="0">
                <a:solidFill>
                  <a:srgbClr val="192E3B"/>
                </a:solidFill>
                <a:latin typeface="Segoe UI"/>
                <a:ea typeface="Segoe UI"/>
                <a:cs typeface="Segoe UI"/>
              </a:defRPr>
            </a:lvl4pPr>
            <a:lvl5pPr>
              <a:defRPr sz="2550" b="0">
                <a:solidFill>
                  <a:srgbClr val="192E3B"/>
                </a:solidFill>
                <a:latin typeface="Segoe UI"/>
                <a:ea typeface="Segoe UI"/>
                <a:cs typeface="Segoe UI"/>
              </a:defRPr>
            </a:lvl5pPr>
            <a:lvl6pPr>
              <a:defRPr sz="2550" b="0">
                <a:solidFill>
                  <a:srgbClr val="192E3B"/>
                </a:solidFill>
                <a:latin typeface="Segoe UI"/>
                <a:ea typeface="Segoe UI"/>
                <a:cs typeface="Segoe UI"/>
              </a:defRPr>
            </a:lvl6pPr>
            <a:lvl7pPr>
              <a:defRPr sz="2550" b="0">
                <a:solidFill>
                  <a:srgbClr val="192E3B"/>
                </a:solidFill>
                <a:latin typeface="Segoe UI"/>
                <a:ea typeface="Segoe UI"/>
                <a:cs typeface="Segoe UI"/>
              </a:defRPr>
            </a:lvl7pPr>
            <a:lvl8pPr>
              <a:defRPr sz="2550" b="0">
                <a:solidFill>
                  <a:srgbClr val="192E3B"/>
                </a:solidFill>
                <a:latin typeface="Segoe UI"/>
                <a:ea typeface="Segoe UI"/>
                <a:cs typeface="Segoe UI"/>
              </a:defRPr>
            </a:lvl8pPr>
            <a:lvl9pPr>
              <a:defRPr sz="2550" b="0">
                <a:solidFill>
                  <a:srgbClr val="192E3B"/>
                </a:solidFill>
                <a:latin typeface="Segoe UI"/>
                <a:ea typeface="Segoe UI"/>
                <a:cs typeface="Segoe UI"/>
              </a:defRPr>
            </a:lvl9pPr>
          </a:lstStyle>
          <ns5:p xmlns:ns5="http://schemas.openxmlformats.org/drawingml/2006/main">
            <ns5:pPr>
              <ns5:defRPr sz="2550" b="0">
                <ns5:solidFill>
                  <ns5:srgbClr val="192E3B"/>
                </ns5:solidFill>
                <ns5:latin typeface="Segoe UI"/>
                <ns5:ea typeface="Segoe UI"/>
                <ns5:cs typeface="Segoe UI"/>
              </ns5:defRPr>
            </ns5:pPr>
            <ns5:r>
              <ns5:rPr sz="2550" b="0">
                <ns5:solidFill>
                  <ns5:srgbClr val="192E3B"/>
                </ns5:solidFill>
                <ns5:latin typeface="Segoe UI"/>
                <ns5:ea typeface="Segoe UI"/>
                <ns5:cs typeface="Segoe UI"/>
              </ns5:rPr>
              <ns5:t>Check how you feel.</ns5:t>
            </ns5:r>
          </ns5:p>
        </p:txBody>
      </p:sp>
      <p:sp>
        <p:nvSpPr>
          <p:cNvPr id="5" name="colour-BLUE">
            <a:extLst xmlns:a="http://schemas.openxmlformats.org/drawingml/2006/main">
              <a:ext uri="{FF2B5EF4-FFF2-40B4-BE49-F238E27FC236}">
                <a16:creationId xmlns:a16="http://schemas.microsoft.com/office/drawing/2014/main" id="{0E7B54A6-DC03-5A3E-9EEA-7C98BD166554}"/>
              </a:ext>
            </a:extLst>
          </p:cNvPr>
          <p:cNvSpPr>
            <a:spLocks xmlns:a="http://schemas.openxmlformats.org/drawingml/2006/main" noGrp="1"/>
          </p:cNvSpPr>
          <p:nvPr/>
        </p:nvSpPr>
        <p:spPr>
          <a:xfrm xmlns:a="http://schemas.openxmlformats.org/drawingml/2006/main">
            <a:off x="533400" y="2286000"/>
            <a:ext cx="2571750" cy="1190625"/>
          </a:xfrm>
          <a:prstGeom xmlns:a="http://schemas.openxmlformats.org/drawingml/2006/main" prst="rect">
            <a:avLst/>
          </a:prstGeom>
          <a:solidFill xmlns:a="http://schemas.openxmlformats.org/drawingml/2006/main">
            <a:srgbClr val="DFEAF7"/>
          </a:solidFill>
          <a:ln xmlns:a="http://schemas.openxmlformats.org/drawingml/2006/main" w="0">
            <a:noFill/>
            <a:prstDash val="solid"/>
          </a:ln>
        </p:spPr>
      </p:sp>
      <p:sp>
        <p:nvSpPr>
          <p:cNvPr id="6" name="label-BLUE">
            <a:extLst xmlns:a="http://schemas.openxmlformats.org/drawingml/2006/main">
              <a:ext uri="{FF2B5EF4-FFF2-40B4-BE49-F238E27FC236}">
                <a16:creationId xmlns:a16="http://schemas.microsoft.com/office/drawing/2014/main" id="{00494381-2B84-5FEF-AC5A-3856A0E0ACC5}"/>
              </a:ext>
            </a:extLst>
          </p:cNvPr>
          <p:cNvSpPr>
            <a:spLocks xmlns:a="http://schemas.openxmlformats.org/drawingml/2006/main" noGrp="1"/>
          </p:cNvSpPr>
          <p:nvPr/>
        </p:nvSpPr>
        <p:spPr>
          <a:xfrm xmlns:a="http://schemas.openxmlformats.org/drawingml/2006/main">
            <a:off x="6858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6:p xmlns:ns6="http://schemas.openxmlformats.org/drawingml/2006/main">
            <ns6:pPr>
              <ns6:defRPr sz="2250" b="1">
                <ns6:solidFill>
                  <ns6:srgbClr val="192E3B"/>
                </ns6:solidFill>
                <ns6:latin typeface="Segoe UI"/>
                <ns6:ea typeface="Segoe UI"/>
                <ns6:cs typeface="Segoe UI"/>
              </ns6:defRPr>
            </ns6:pPr>
            <ns6:r>
              <ns6:rPr sz="2250" b="1">
                <ns6:solidFill>
                  <ns6:srgbClr val="192E3B"/>
                </ns6:solidFill>
                <ns6:latin typeface="Segoe UI"/>
                <ns6:ea typeface="Segoe UI"/>
                <ns6:cs typeface="Segoe UI"/>
              </ns6:rPr>
              <ns6:t>BLUE</ns6:t>
            </ns6:r>
          </ns6:p>
        </p:txBody>
      </p:sp>
      <p:sp>
        <p:nvSpPr>
          <p:cNvPr id="7" name="meaning-BLUE">
            <a:extLst xmlns:a="http://schemas.openxmlformats.org/drawingml/2006/main">
              <a:ext uri="{FF2B5EF4-FFF2-40B4-BE49-F238E27FC236}">
                <a16:creationId xmlns:a16="http://schemas.microsoft.com/office/drawing/2014/main" id="{E30D4EF4-9275-5AD9-BA88-5258EB6D5F5B}"/>
              </a:ext>
            </a:extLst>
          </p:cNvPr>
          <p:cNvSpPr>
            <a:spLocks xmlns:a="http://schemas.openxmlformats.org/drawingml/2006/main" noGrp="1"/>
          </p:cNvSpPr>
          <p:nvPr/>
        </p:nvSpPr>
        <p:spPr>
          <a:xfrm xmlns:a="http://schemas.openxmlformats.org/drawingml/2006/main">
            <a:off x="6858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7:p xmlns:ns7="http://schemas.openxmlformats.org/drawingml/2006/main">
            <ns7:pPr>
              <ns7:defRPr sz="2100" b="0">
                <ns7:solidFill>
                  <ns7:srgbClr val="192E3B"/>
                </ns7:solidFill>
                <ns7:latin typeface="Segoe UI"/>
                <ns7:ea typeface="Segoe UI"/>
                <ns7:cs typeface="Segoe UI"/>
              </ns7:defRPr>
            </ns7:pPr>
            <ns7:r>
              <ns7:rPr sz="2100" b="0">
                <ns7:solidFill>
                  <ns7:srgbClr val="192E3B"/>
                </ns7:solidFill>
                <ns7:latin typeface="Segoe UI"/>
                <ns7:ea typeface="Segoe UI"/>
                <ns7:cs typeface="Segoe UI"/>
              </ns7:rPr>
              <ns7:t>Low energy</ns7:t>
            </ns7:r>
          </ns7:p>
        </p:txBody>
      </p:sp>
      <p:sp>
        <p:nvSpPr>
          <p:cNvPr id="8" name="colour-GREEN">
            <a:extLst xmlns:a="http://schemas.openxmlformats.org/drawingml/2006/main">
              <a:ext uri="{FF2B5EF4-FFF2-40B4-BE49-F238E27FC236}">
                <a16:creationId xmlns:a16="http://schemas.microsoft.com/office/drawing/2014/main" id="{24B503E7-0B28-5458-A0C6-B49A19A54156}"/>
              </a:ext>
            </a:extLst>
          </p:cNvPr>
          <p:cNvSpPr>
            <a:spLocks xmlns:a="http://schemas.openxmlformats.org/drawingml/2006/main" noGrp="1"/>
          </p:cNvSpPr>
          <p:nvPr/>
        </p:nvSpPr>
        <p:spPr>
          <a:xfrm xmlns:a="http://schemas.openxmlformats.org/drawingml/2006/main">
            <a:off x="3333750" y="2286000"/>
            <a:ext cx="2571750" cy="1190625"/>
          </a:xfrm>
          <a:prstGeom xmlns:a="http://schemas.openxmlformats.org/drawingml/2006/main" prst="rect">
            <a:avLst/>
          </a:prstGeom>
          <a:solidFill xmlns:a="http://schemas.openxmlformats.org/drawingml/2006/main">
            <a:srgbClr val="E3F0E5"/>
          </a:solidFill>
          <a:ln xmlns:a="http://schemas.openxmlformats.org/drawingml/2006/main" w="0">
            <a:noFill/>
            <a:prstDash val="solid"/>
          </a:ln>
        </p:spPr>
      </p:sp>
      <p:sp>
        <p:nvSpPr>
          <p:cNvPr id="9" name="label-GREEN">
            <a:extLst xmlns:a="http://schemas.openxmlformats.org/drawingml/2006/main">
              <a:ext uri="{FF2B5EF4-FFF2-40B4-BE49-F238E27FC236}">
                <a16:creationId xmlns:a16="http://schemas.microsoft.com/office/drawing/2014/main" id="{1EB07ACB-2FC8-5FF2-9F1B-4538B760422A}"/>
              </a:ext>
            </a:extLst>
          </p:cNvPr>
          <p:cNvSpPr>
            <a:spLocks xmlns:a="http://schemas.openxmlformats.org/drawingml/2006/main" noGrp="1"/>
          </p:cNvSpPr>
          <p:nvPr/>
        </p:nvSpPr>
        <p:spPr>
          <a:xfrm xmlns:a="http://schemas.openxmlformats.org/drawingml/2006/main">
            <a:off x="34861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8:p xmlns:ns8="http://schemas.openxmlformats.org/drawingml/2006/main">
            <ns8:pPr>
              <ns8:defRPr sz="2250" b="1">
                <ns8:solidFill>
                  <ns8:srgbClr val="192E3B"/>
                </ns8:solidFill>
                <ns8:latin typeface="Segoe UI"/>
                <ns8:ea typeface="Segoe UI"/>
                <ns8:cs typeface="Segoe UI"/>
              </ns8:defRPr>
            </ns8:pPr>
            <ns8:r>
              <ns8:rPr sz="2250" b="1">
                <ns8:solidFill>
                  <ns8:srgbClr val="192E3B"/>
                </ns8:solidFill>
                <ns8:latin typeface="Segoe UI"/>
                <ns8:ea typeface="Segoe UI"/>
                <ns8:cs typeface="Segoe UI"/>
              </ns8:rPr>
              <ns8:t>GREEN</ns8:t>
            </ns8:r>
          </ns8:p>
        </p:txBody>
      </p:sp>
      <p:sp>
        <p:nvSpPr>
          <p:cNvPr id="10" name="meaning-GREEN">
            <a:extLst xmlns:a="http://schemas.openxmlformats.org/drawingml/2006/main">
              <a:ext uri="{FF2B5EF4-FFF2-40B4-BE49-F238E27FC236}">
                <a16:creationId xmlns:a16="http://schemas.microsoft.com/office/drawing/2014/main" id="{381A0A24-C116-5A33-91A2-5863CEE20869}"/>
              </a:ext>
            </a:extLst>
          </p:cNvPr>
          <p:cNvSpPr>
            <a:spLocks xmlns:a="http://schemas.openxmlformats.org/drawingml/2006/main" noGrp="1"/>
          </p:cNvSpPr>
          <p:nvPr/>
        </p:nvSpPr>
        <p:spPr>
          <a:xfrm xmlns:a="http://schemas.openxmlformats.org/drawingml/2006/main">
            <a:off x="34861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9:p xmlns:ns9="http://schemas.openxmlformats.org/drawingml/2006/main">
            <ns9:pPr>
              <ns9:defRPr sz="2100" b="0">
                <ns9:solidFill>
                  <ns9:srgbClr val="192E3B"/>
                </ns9:solidFill>
                <ns9:latin typeface="Segoe UI"/>
                <ns9:ea typeface="Segoe UI"/>
                <ns9:cs typeface="Segoe UI"/>
              </ns9:defRPr>
            </ns9:pPr>
            <ns9:r>
              <ns9:rPr sz="2100" b="0">
                <ns9:solidFill>
                  <ns9:srgbClr val="192E3B"/>
                </ns9:solidFill>
                <ns9:latin typeface="Segoe UI"/>
                <ns9:ea typeface="Segoe UI"/>
                <ns9:cs typeface="Segoe UI"/>
              </ns9:rPr>
              <ns9:t>Ready</ns9:t>
            </ns9:r>
          </ns9:p>
        </p:txBody>
      </p:sp>
      <p:sp>
        <p:nvSpPr>
          <p:cNvPr id="11" name="colour-AMBER">
            <a:extLst xmlns:a="http://schemas.openxmlformats.org/drawingml/2006/main">
              <a:ext uri="{FF2B5EF4-FFF2-40B4-BE49-F238E27FC236}">
                <a16:creationId xmlns:a16="http://schemas.microsoft.com/office/drawing/2014/main" id="{29883C72-0DBC-5E55-BB0E-BCBE36F95C48}"/>
              </a:ext>
            </a:extLst>
          </p:cNvPr>
          <p:cNvSpPr>
            <a:spLocks xmlns:a="http://schemas.openxmlformats.org/drawingml/2006/main" noGrp="1"/>
          </p:cNvSpPr>
          <p:nvPr/>
        </p:nvSpPr>
        <p:spPr>
          <a:xfrm xmlns:a="http://schemas.openxmlformats.org/drawingml/2006/main">
            <a:off x="6134100" y="2286000"/>
            <a:ext cx="2571750" cy="1190625"/>
          </a:xfrm>
          <a:prstGeom xmlns:a="http://schemas.openxmlformats.org/drawingml/2006/main" prst="rect">
            <a:avLst/>
          </a:prstGeom>
          <a:solidFill xmlns:a="http://schemas.openxmlformats.org/drawingml/2006/main">
            <a:srgbClr val="FFF0C9"/>
          </a:solidFill>
          <a:ln xmlns:a="http://schemas.openxmlformats.org/drawingml/2006/main" w="0">
            <a:noFill/>
            <a:prstDash val="solid"/>
          </a:ln>
        </p:spPr>
      </p:sp>
      <p:sp>
        <p:nvSpPr>
          <p:cNvPr id="12" name="label-AMBER">
            <a:extLst xmlns:a="http://schemas.openxmlformats.org/drawingml/2006/main">
              <a:ext uri="{FF2B5EF4-FFF2-40B4-BE49-F238E27FC236}">
                <a16:creationId xmlns:a16="http://schemas.microsoft.com/office/drawing/2014/main" id="{45EB167E-0D02-56C5-88A4-8812C26218F7}"/>
              </a:ext>
            </a:extLst>
          </p:cNvPr>
          <p:cNvSpPr>
            <a:spLocks xmlns:a="http://schemas.openxmlformats.org/drawingml/2006/main" noGrp="1"/>
          </p:cNvSpPr>
          <p:nvPr/>
        </p:nvSpPr>
        <p:spPr>
          <a:xfrm xmlns:a="http://schemas.openxmlformats.org/drawingml/2006/main">
            <a:off x="62865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10:p xmlns:ns10="http://schemas.openxmlformats.org/drawingml/2006/main">
            <ns10:pPr>
              <ns10:defRPr sz="2250" b="1">
                <ns10:solidFill>
                  <ns10:srgbClr val="192E3B"/>
                </ns10:solidFill>
                <ns10:latin typeface="Segoe UI"/>
                <ns10:ea typeface="Segoe UI"/>
                <ns10:cs typeface="Segoe UI"/>
              </ns10:defRPr>
            </ns10:pPr>
            <ns10:r>
              <ns10:rPr sz="2250" b="1">
                <ns10:solidFill>
                  <ns10:srgbClr val="192E3B"/>
                </ns10:solidFill>
                <ns10:latin typeface="Segoe UI"/>
                <ns10:ea typeface="Segoe UI"/>
                <ns10:cs typeface="Segoe UI"/>
              </ns10:rPr>
              <ns10:t>AMBER</ns10:t>
            </ns10:r>
          </ns10:p>
        </p:txBody>
      </p:sp>
      <p:sp>
        <p:nvSpPr>
          <p:cNvPr id="13" name="meaning-AMBER">
            <a:extLst xmlns:a="http://schemas.openxmlformats.org/drawingml/2006/main">
              <a:ext uri="{FF2B5EF4-FFF2-40B4-BE49-F238E27FC236}">
                <a16:creationId xmlns:a16="http://schemas.microsoft.com/office/drawing/2014/main" id="{D6170F36-D9D6-5C4F-BEC3-F512C5B4417B}"/>
              </a:ext>
            </a:extLst>
          </p:cNvPr>
          <p:cNvSpPr>
            <a:spLocks xmlns:a="http://schemas.openxmlformats.org/drawingml/2006/main" noGrp="1"/>
          </p:cNvSpPr>
          <p:nvPr/>
        </p:nvSpPr>
        <p:spPr>
          <a:xfrm xmlns:a="http://schemas.openxmlformats.org/drawingml/2006/main">
            <a:off x="62865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11:p xmlns:ns11="http://schemas.openxmlformats.org/drawingml/2006/main">
            <ns11:pPr>
              <ns11:defRPr sz="2100" b="0">
                <ns11:solidFill>
                  <ns11:srgbClr val="192E3B"/>
                </ns11:solidFill>
                <ns11:latin typeface="Segoe UI"/>
                <ns11:ea typeface="Segoe UI"/>
                <ns11:cs typeface="Segoe UI"/>
              </ns11:defRPr>
            </ns11:pPr>
            <ns11:r>
              <ns11:rPr sz="2100" b="0">
                <ns11:solidFill>
                  <ns11:srgbClr val="192E3B"/>
                </ns11:solidFill>
                <ns11:latin typeface="Segoe UI"/>
                <ns11:ea typeface="Segoe UI"/>
                <ns11:cs typeface="Segoe UI"/>
              </ns11:rPr>
              <ns11:t>Pause</ns11:t>
            </ns11:r>
          </ns11:p>
        </p:txBody>
      </p:sp>
      <p:sp>
        <p:nvSpPr>
          <p:cNvPr id="14" name="colour-RED">
            <a:extLst xmlns:a="http://schemas.openxmlformats.org/drawingml/2006/main">
              <a:ext uri="{FF2B5EF4-FFF2-40B4-BE49-F238E27FC236}">
                <a16:creationId xmlns:a16="http://schemas.microsoft.com/office/drawing/2014/main" id="{A9126936-0DE9-5B5A-8F6C-0BE10454BC3B}"/>
              </a:ext>
            </a:extLst>
          </p:cNvPr>
          <p:cNvSpPr>
            <a:spLocks xmlns:a="http://schemas.openxmlformats.org/drawingml/2006/main" noGrp="1"/>
          </p:cNvSpPr>
          <p:nvPr/>
        </p:nvSpPr>
        <p:spPr>
          <a:xfrm xmlns:a="http://schemas.openxmlformats.org/drawingml/2006/main">
            <a:off x="8934450" y="2286000"/>
            <a:ext cx="2571750" cy="1190625"/>
          </a:xfrm>
          <a:prstGeom xmlns:a="http://schemas.openxmlformats.org/drawingml/2006/main" prst="rect">
            <a:avLst/>
          </a:prstGeom>
          <a:solidFill xmlns:a="http://schemas.openxmlformats.org/drawingml/2006/main">
            <a:srgbClr val="F9E4E2"/>
          </a:solidFill>
          <a:ln xmlns:a="http://schemas.openxmlformats.org/drawingml/2006/main" w="0">
            <a:noFill/>
            <a:prstDash val="solid"/>
          </a:ln>
        </p:spPr>
      </p:sp>
      <p:sp>
        <p:nvSpPr>
          <p:cNvPr id="15" name="label-RED">
            <a:extLst xmlns:a="http://schemas.openxmlformats.org/drawingml/2006/main">
              <a:ext uri="{FF2B5EF4-FFF2-40B4-BE49-F238E27FC236}">
                <a16:creationId xmlns:a16="http://schemas.microsoft.com/office/drawing/2014/main" id="{CC7B45C6-BCD3-51D1-B981-C73CFD4125B9}"/>
              </a:ext>
            </a:extLst>
          </p:cNvPr>
          <p:cNvSpPr>
            <a:spLocks xmlns:a="http://schemas.openxmlformats.org/drawingml/2006/main" noGrp="1"/>
          </p:cNvSpPr>
          <p:nvPr/>
        </p:nvSpPr>
        <p:spPr>
          <a:xfrm xmlns:a="http://schemas.openxmlformats.org/drawingml/2006/main">
            <a:off x="90868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12:p xmlns:ns12="http://schemas.openxmlformats.org/drawingml/2006/main">
            <ns12:pPr>
              <ns12:defRPr sz="2250" b="1">
                <ns12:solidFill>
                  <ns12:srgbClr val="192E3B"/>
                </ns12:solidFill>
                <ns12:latin typeface="Segoe UI"/>
                <ns12:ea typeface="Segoe UI"/>
                <ns12:cs typeface="Segoe UI"/>
              </ns12:defRPr>
            </ns12:pPr>
            <ns12:r>
              <ns12:rPr sz="2250" b="1">
                <ns12:solidFill>
                  <ns12:srgbClr val="192E3B"/>
                </ns12:solidFill>
                <ns12:latin typeface="Segoe UI"/>
                <ns12:ea typeface="Segoe UI"/>
                <ns12:cs typeface="Segoe UI"/>
              </ns12:rPr>
              <ns12:t>RED</ns12:t>
            </ns12:r>
          </ns12:p>
        </p:txBody>
      </p:sp>
      <p:sp>
        <p:nvSpPr>
          <p:cNvPr id="16" name="meaning-RED">
            <a:extLst xmlns:a="http://schemas.openxmlformats.org/drawingml/2006/main">
              <a:ext uri="{FF2B5EF4-FFF2-40B4-BE49-F238E27FC236}">
                <a16:creationId xmlns:a16="http://schemas.microsoft.com/office/drawing/2014/main" id="{893269AC-1B15-55B2-927D-D69FFA7C3536}"/>
              </a:ext>
            </a:extLst>
          </p:cNvPr>
          <p:cNvSpPr>
            <a:spLocks xmlns:a="http://schemas.openxmlformats.org/drawingml/2006/main" noGrp="1"/>
          </p:cNvSpPr>
          <p:nvPr/>
        </p:nvSpPr>
        <p:spPr>
          <a:xfrm xmlns:a="http://schemas.openxmlformats.org/drawingml/2006/main">
            <a:off x="90868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13:p xmlns:ns13="http://schemas.openxmlformats.org/drawingml/2006/main">
            <ns13:pPr>
              <ns13:defRPr sz="2100" b="0">
                <ns13:solidFill>
                  <ns13:srgbClr val="192E3B"/>
                </ns13:solidFill>
                <ns13:latin typeface="Segoe UI"/>
                <ns13:ea typeface="Segoe UI"/>
                <ns13:cs typeface="Segoe UI"/>
              </ns13:defRPr>
            </ns13:pPr>
            <ns13:r>
              <ns13:rPr sz="2100" b="0">
                <ns13:solidFill>
                  <ns13:srgbClr val="192E3B"/>
                </ns13:solidFill>
                <ns13:latin typeface="Segoe UI"/>
                <ns13:ea typeface="Segoe UI"/>
                <ns13:cs typeface="Segoe UI"/>
              </ns13:rPr>
              <ns13:t>Adult help</ns13:t>
            </ns13:r>
          </ns13:p>
        </p:txBody>
      </p:sp>
      <p:sp>
        <p:nvSpPr>
          <p:cNvPr id="17" name="reset">
            <a:extLst xmlns:a="http://schemas.openxmlformats.org/drawingml/2006/main">
              <a:ext uri="{FF2B5EF4-FFF2-40B4-BE49-F238E27FC236}">
                <a16:creationId xmlns:a16="http://schemas.microsoft.com/office/drawing/2014/main" id="{EED32348-88BA-5A0F-998C-C82CA451AAB6}"/>
              </a:ext>
            </a:extLst>
          </p:cNvPr>
          <p:cNvSpPr>
            <a:spLocks xmlns:a="http://schemas.openxmlformats.org/drawingml/2006/main" noGrp="1"/>
          </p:cNvSpPr>
          <p:nvPr/>
        </p:nvSpPr>
        <p:spPr>
          <a:xfrm xmlns:a="http://schemas.openxmlformats.org/drawingml/2006/main">
            <a:off x="533400" y="4000500"/>
            <a:ext cx="1095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14:p xmlns:ns14="http://schemas.openxmlformats.org/drawingml/2006/main">
            <ns14:pPr>
              <ns14:defRPr sz="2250" b="0">
                <ns14:solidFill>
                  <ns14:srgbClr val="192E3B"/>
                </ns14:solidFill>
                <ns14:latin typeface="Segoe UI"/>
                <ns14:ea typeface="Segoe UI"/>
                <ns14:cs typeface="Segoe UI"/>
              </ns14:defRPr>
            </ns14:pPr>
            <ns14:r>
              <ns14:rPr sz="2250" b="0">
                <ns14:solidFill>
                  <ns14:srgbClr val="192E3B"/>
                </ns14:solidFill>
                <ns14:latin typeface="Segoe UI"/>
                <ns14:ea typeface="Segoe UI"/>
                <ns14:cs typeface="Segoe UI"/>
              </ns14:rPr>
              <ns14:t>Reset: water, stretch, quiet seat or adult.</ns14:t>
            </ns14:r>
          </ns14:p>
          <ns15:p xmlns:ns15="http://schemas.openxmlformats.org/drawingml/2006/main">
            <ns15:pPr>
              <ns15:defRPr sz="2250" b="0">
                <ns15:solidFill>
                  <ns15:srgbClr val="192E3B"/>
                </ns15:solidFill>
                <ns15:latin typeface="Segoe UI"/>
                <ns15:ea typeface="Segoe UI"/>
                <ns15:cs typeface="Segoe UI"/>
              </ns15:defRPr>
            </ns15:pPr>
            <ns15:r>
              <ns15:rPr sz="2250" b="0">
                <ns15:solidFill>
                  <ns15:srgbClr val="192E3B"/>
                </ns15:solidFill>
                <ns15:latin typeface="Segoe UI"/>
                <ns15:ea typeface="Segoe UI"/>
                <ns15:cs typeface="Segoe UI"/>
              </ns15:rPr>
              <ns15:t/>
            </ns15:r>
          </ns15:p>
          <ns16:p xmlns:ns16="http://schemas.openxmlformats.org/drawingml/2006/main">
            <ns16:pPr>
              <ns16:defRPr sz="2250" b="0">
                <ns16:solidFill>
                  <ns16:srgbClr val="192E3B"/>
                </ns16:solidFill>
                <ns16:latin typeface="Segoe UI"/>
                <ns16:ea typeface="Segoe UI"/>
                <ns16:cs typeface="Segoe UI"/>
              </ns16:defRPr>
            </ns16:pPr>
            <ns16:r>
              <ns16:rPr sz="2250" b="0">
                <ns16:solidFill>
                  <ns16:srgbClr val="192E3B"/>
                </ns16:solidFill>
                <ns16:latin typeface="Segoe UI"/>
                <ns16:ea typeface="Segoe UI"/>
                <ns16:cs typeface="Segoe UI"/>
              </ns16:rPr>
              <ns16:t>I feel __. I can start with __.</ns16:t>
            </ns16:r>
          </ns16:p>
        </p:txBody>
      </p:sp>
      <p:sp>
        <p:nvSpPr>
          <p:cNvPr id="18" name="credit">
            <a:extLst xmlns:a="http://schemas.openxmlformats.org/drawingml/2006/main">
              <a:ext uri="{FF2B5EF4-FFF2-40B4-BE49-F238E27FC236}">
                <a16:creationId xmlns:a16="http://schemas.microsoft.com/office/drawing/2014/main" id="{BBF472A6-B13B-50D4-8582-EF17E78706F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3:p xmlns:ns3="http://schemas.openxmlformats.org/drawingml/2006/main">
            <ns3:pPr>
              <ns3:defRPr sz="788" b="0">
                <ns3:solidFill>
                  <ns3:srgbClr val="566574"/>
                </ns3:solidFill>
                <ns3:latin typeface="Segoe UI"/>
                <ns3:ea typeface="Segoe UI"/>
                <ns3:cs typeface="Segoe UI"/>
              </ns3:defRPr>
            </ns3:pPr>
            <ns3:r>
              <ns3:rPr sz="788" b="0">
                <ns3:solidFill>
                  <ns3:srgbClr val="566574"/>
                </ns3:solidFill>
                <ns3:latin typeface="Segoe UI"/>
                <ns3:ea typeface="Segoe UI"/>
                <ns3:cs typeface="Segoe UI"/>
              </ns3:rPr>
              <ns3:t>Made by Matt · © Matt Roper · CC BY-NC-SA 4.0: free for classroom use, share and adapt with credit, no resale</ns3:t>
            </ns3:r>
          </ns3:p>
        </p:txBody>
      </p:sp>
      <p:sp>
        <p:nvSpPr>
          <p:cNvPr id="19" name="page-number">
            <a:extLst xmlns:a="http://schemas.openxmlformats.org/drawingml/2006/main">
              <a:ext uri="{FF2B5EF4-FFF2-40B4-BE49-F238E27FC236}">
                <a16:creationId xmlns:a16="http://schemas.microsoft.com/office/drawing/2014/main" id="{1EB78E14-B29B-5B61-B731-346AC02440ED}"/>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2:p xmlns:ns2="http://schemas.openxmlformats.org/drawingml/2006/main">
            <ns2:pPr>
              <ns2:defRPr sz="1050" b="0">
                <ns2:solidFill>
                  <ns2:srgbClr val="566574"/>
                </ns2:solidFill>
                <ns2:latin typeface="Segoe UI"/>
                <ns2:ea typeface="Segoe UI"/>
                <ns2:cs typeface="Segoe UI"/>
              </ns2:defRPr>
            </ns2:pPr>
            <ns2:r>
              <ns2:rPr sz="1050" b="0">
                <ns2:solidFill>
                  <ns2:srgbClr val="566574"/>
                </ns2:solidFill>
                <ns2:latin typeface="Segoe UI"/>
                <ns2:ea typeface="Segoe UI"/>
                <ns2:cs typeface="Segoe UI"/>
              </ns2:rPr>
              <ns2:t>14</ns2:t>
            </ns2:r>
          </ns2:p>
        </p:txBody>
      </p:sp>
    </p:spTree>
    <p:extLst>
      <p:ext uri="{BB962C8B-B14F-4D97-AF65-F5344CB8AC3E}">
        <p14:creationId xmlns:p14="http://schemas.microsoft.com/office/powerpoint/2010/main" val="1919646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8D293C53-94A2-5C05-B1D6-67E5DFC4AAB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7:p xmlns:ns7="http://schemas.openxmlformats.org/drawingml/2006/main">
            <ns7:pPr>
              <ns7:defRPr sz="1200" b="0">
                <ns7:solidFill>
                  <ns7:srgbClr val="566574"/>
                </ns7:solidFill>
                <ns7:latin typeface="Segoe UI"/>
                <ns7:ea typeface="Segoe UI"/>
                <ns7:cs typeface="Segoe UI"/>
              </ns7:defRPr>
            </ns7:pPr>
            <ns7:r>
              <ns7:rPr sz="1200" b="0">
                <ns7:solidFill>
                  <ns7:srgbClr val="566574"/>
                </ns7:solidFill>
                <ns7:latin typeface="Segoe UI"/>
                <ns7:ea typeface="Segoe UI"/>
                <ns7:cs typeface="Segoe UI"/>
              </ns7:rPr>
              <ns7:t>COMM-GROW-A2-W02  ·  Lesson 7b</ns7:t>
            </ns7:r>
          </ns7:p>
        </p:txBody>
      </p:sp>
      <p:sp>
        <p:nvSpPr>
          <p:cNvPr id="2" name="edition">
            <a:extLst xmlns:a="http://schemas.openxmlformats.org/drawingml/2006/main">
              <a:ext uri="{FF2B5EF4-FFF2-40B4-BE49-F238E27FC236}">
                <a16:creationId xmlns:a16="http://schemas.microsoft.com/office/drawing/2014/main" id="{6233894F-70AC-5FDA-A2AB-F336736138E7}"/>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8:p xmlns:ns8="http://schemas.openxmlformats.org/drawingml/2006/main">
            <ns8:pPr>
              <ns8:defRPr sz="1050" b="0">
                <ns8:solidFill>
                  <ns8:srgbClr val="566574"/>
                </ns8:solidFill>
                <ns8:latin typeface="Segoe UI"/>
                <ns8:ea typeface="Segoe UI"/>
                <ns8:cs typeface="Segoe UI"/>
              </ns8:defRPr>
            </ns8:pPr>
            <ns8:r>
              <ns8:rPr sz="1050" b="0">
                <ns8:solidFill>
                  <ns8:srgbClr val="566574"/>
                </ns8:solidFill>
                <ns8:latin typeface="Segoe UI"/>
                <ns8:ea typeface="Segoe UI"/>
                <ns8:cs typeface="Segoe UI"/>
              </ns8:rPr>
              <ns8:t>Public edition</ns8:t>
            </ns8:r>
          </ns8:p>
        </p:txBody>
      </p:sp>
      <p:sp>
        <p:nvSpPr>
          <p:cNvPr id="3" name="stage-title">
            <a:extLst xmlns:a="http://schemas.openxmlformats.org/drawingml/2006/main">
              <a:ext uri="{FF2B5EF4-FFF2-40B4-BE49-F238E27FC236}">
                <a16:creationId xmlns:a16="http://schemas.microsoft.com/office/drawing/2014/main" id="{C5FF3266-D224-5082-BAA8-F114C09580FC}"/>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1:p xmlns:ns11="http://schemas.openxmlformats.org/drawingml/2006/main">
            <ns11:pPr>
              <ns11:defRPr sz="3300" b="1">
                <ns11:solidFill>
                  <ns11:srgbClr val="345D70"/>
                </ns11:solidFill>
                <ns11:latin typeface="Segoe UI"/>
                <ns11:ea typeface="Segoe UI"/>
                <ns11:cs typeface="Segoe UI"/>
              </ns11:defRPr>
            </ns11:pPr>
            <ns11:r>
              <ns11:rPr sz="3300" b="1">
                <ns11:solidFill>
                  <ns11:srgbClr val="345D70"/>
                </ns11:solidFill>
                <ns11:latin typeface="Segoe UI"/>
                <ns11:ea typeface="Segoe UI"/>
                <ns11:cs typeface="Segoe UI"/>
              </ns11:rPr>
              <ns11:t>Retrieval</ns11:t>
            </ns11:r>
          </ns11:p>
        </p:txBody>
      </p:sp>
      <p:sp>
        <p:nvSpPr>
          <p:cNvPr id="4" name="pupil-body">
            <a:extLst xmlns:a="http://schemas.openxmlformats.org/drawingml/2006/main">
              <a:ext uri="{FF2B5EF4-FFF2-40B4-BE49-F238E27FC236}">
                <a16:creationId xmlns:a16="http://schemas.microsoft.com/office/drawing/2014/main" id="{071903CB-E8D5-59B0-A28F-709EC82E200D}"/>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What safe step did you use at the bench?</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What do you do if a food label is not clear?</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Price is what we ask. Change is what we give back.</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A tally is a set of marks to count items.</ns6:t>
            </ns6:r>
          </ns6:p>
        </p:txBody>
      </p:sp>
      <p:sp>
        <p:nvSpPr>
          <p:cNvPr id="5" name="credit">
            <a:extLst xmlns:a="http://schemas.openxmlformats.org/drawingml/2006/main">
              <a:ext uri="{FF2B5EF4-FFF2-40B4-BE49-F238E27FC236}">
                <a16:creationId xmlns:a16="http://schemas.microsoft.com/office/drawing/2014/main" id="{FA82270A-BDA2-5A2C-A54C-81DDE998B81A}"/>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0:p xmlns:ns10="http://schemas.openxmlformats.org/drawingml/2006/main">
            <ns10:pPr>
              <ns10:defRPr sz="788" b="0">
                <ns10:solidFill>
                  <ns10:srgbClr val="566574"/>
                </ns10:solidFill>
                <ns10:latin typeface="Segoe UI"/>
                <ns10:ea typeface="Segoe UI"/>
                <ns10:cs typeface="Segoe UI"/>
              </ns10:defRPr>
            </ns10:pPr>
            <ns10:r>
              <ns10:rPr sz="788" b="0">
                <ns10:solidFill>
                  <ns10:srgbClr val="566574"/>
                </ns10:solidFill>
                <ns10:latin typeface="Segoe UI"/>
                <ns10:ea typeface="Segoe UI"/>
                <ns10:cs typeface="Segoe UI"/>
              </ns10:rPr>
              <ns10:t>Made by Matt · © Matt Roper · CC BY-NC-SA 4.0: free for classroom use, share and adapt with credit, no resale</ns10:t>
            </ns10:r>
          </ns10:p>
        </p:txBody>
      </p:sp>
      <p:sp>
        <p:nvSpPr>
          <p:cNvPr id="6" name="page-number">
            <a:extLst xmlns:a="http://schemas.openxmlformats.org/drawingml/2006/main">
              <a:ext uri="{FF2B5EF4-FFF2-40B4-BE49-F238E27FC236}">
                <a16:creationId xmlns:a16="http://schemas.microsoft.com/office/drawing/2014/main" id="{6D3F771D-BB46-54E9-A371-DD08F5D7B90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9:p xmlns:ns9="http://schemas.openxmlformats.org/drawingml/2006/main">
            <ns9:pPr>
              <ns9:defRPr sz="1050" b="0">
                <ns9:solidFill>
                  <ns9:srgbClr val="566574"/>
                </ns9:solidFill>
                <ns9:latin typeface="Segoe UI"/>
                <ns9:ea typeface="Segoe UI"/>
                <ns9:cs typeface="Segoe UI"/>
              </ns9:defRPr>
            </ns9:pPr>
            <ns9:r>
              <ns9:rPr sz="1050" b="0">
                <ns9:solidFill>
                  <ns9:srgbClr val="566574"/>
                </ns9:solidFill>
                <ns9:latin typeface="Segoe UI"/>
                <ns9:ea typeface="Segoe UI"/>
                <ns9:cs typeface="Segoe UI"/>
              </ns9:rPr>
              <ns9:t>15</ns9:t>
            </ns9:r>
          </ns9:p>
        </p:txBody>
      </p:sp>
    </p:spTree>
    <p:extLst>
      <p:ext uri="{BB962C8B-B14F-4D97-AF65-F5344CB8AC3E}">
        <p14:creationId xmlns:p14="http://schemas.microsoft.com/office/powerpoint/2010/main" val="4556298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FDDED218-500C-5066-8835-B09078347504}"/>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1:p xmlns:ns11="http://schemas.openxmlformats.org/drawingml/2006/main">
            <ns11:pPr>
              <ns11:defRPr sz="1200" b="0">
                <ns11:solidFill>
                  <ns11:srgbClr val="566574"/>
                </ns11:solidFill>
                <ns11:latin typeface="Segoe UI"/>
                <ns11:ea typeface="Segoe UI"/>
                <ns11:cs typeface="Segoe UI"/>
              </ns11:defRPr>
            </ns11:pPr>
            <ns11:r>
              <ns11:rPr sz="1200" b="0">
                <ns11:solidFill>
                  <ns11:srgbClr val="566574"/>
                </ns11:solidFill>
                <ns11:latin typeface="Segoe UI"/>
                <ns11:ea typeface="Segoe UI"/>
                <ns11:cs typeface="Segoe UI"/>
              </ns11:rPr>
              <ns11:t>COMM-GROW-A2-W02  ·  Lesson 7b</ns11:t>
            </ns11:r>
          </ns11:p>
        </p:txBody>
      </p:sp>
      <p:sp>
        <p:nvSpPr>
          <p:cNvPr id="2" name="edition">
            <a:extLst xmlns:a="http://schemas.openxmlformats.org/drawingml/2006/main">
              <a:ext uri="{FF2B5EF4-FFF2-40B4-BE49-F238E27FC236}">
                <a16:creationId xmlns:a16="http://schemas.microsoft.com/office/drawing/2014/main" id="{FD864CFC-BB3C-559F-BE53-E6E7B8A0B3F4}"/>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Public edition</ns12:t>
            </ns12:r>
          </ns12:p>
        </p:txBody>
      </p:sp>
      <p:sp>
        <p:nvSpPr>
          <p:cNvPr id="3" name="stage-title">
            <a:extLst xmlns:a="http://schemas.openxmlformats.org/drawingml/2006/main">
              <a:ext uri="{FF2B5EF4-FFF2-40B4-BE49-F238E27FC236}">
                <a16:creationId xmlns:a16="http://schemas.microsoft.com/office/drawing/2014/main" id="{28D61150-6133-59C0-99C9-DFA6BF2074C0}"/>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5:p xmlns:ns15="http://schemas.openxmlformats.org/drawingml/2006/main">
            <ns15:pPr>
              <ns15:defRPr sz="3300" b="1">
                <ns15:solidFill>
                  <ns15:srgbClr val="345D70"/>
                </ns15:solidFill>
                <ns15:latin typeface="Segoe UI"/>
                <ns15:ea typeface="Segoe UI"/>
                <ns15:cs typeface="Segoe UI"/>
              </ns15:defRPr>
            </ns15:pPr>
            <ns15:r>
              <ns15:rPr sz="3300" b="1">
                <ns15:solidFill>
                  <ns15:srgbClr val="345D70"/>
                </ns15:solidFill>
                <ns15:latin typeface="Segoe UI"/>
                <ns15:ea typeface="Segoe UI"/>
                <ns15:cs typeface="Segoe UI"/>
              </ns15:rPr>
              <ns15:t>Today</ns15:t>
            </ns15:r>
          </ns15:p>
        </p:txBody>
      </p:sp>
      <p:sp>
        <p:nvSpPr>
          <p:cNvPr id="4" name="pupil-body">
            <a:extLst xmlns:a="http://schemas.openxmlformats.org/drawingml/2006/main">
              <a:ext uri="{FF2B5EF4-FFF2-40B4-BE49-F238E27FC236}">
                <a16:creationId xmlns:a16="http://schemas.microsoft.com/office/drawing/2014/main" id="{FFF1CBD3-6FD8-5240-9B16-21133D78527E}"/>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Practise your job at a mock stall.</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I can greet and check an order.</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I can count change or make a tally.</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I can say who our sale helps.</ns6:t>
            </ns6:r>
          </ns6:p>
          <ns7:p xmlns:ns7="http://schemas.openxmlformats.org/drawingml/2006/main">
            <ns7:pPr>
              <ns7:defRPr sz="2400" b="0">
                <ns7:solidFill>
                  <ns7:srgbClr val="192E3B"/>
                </ns7:solidFill>
                <ns7:latin typeface="Segoe UI"/>
                <ns7:ea typeface="Segoe UI"/>
                <ns7:cs typeface="Segoe UI"/>
              </ns7:defRPr>
            </ns7:pPr>
            <ns7:r>
              <ns7:rPr sz="2400" b="0">
                <ns7:solidFill>
                  <ns7:srgbClr val="192E3B"/>
                </ns7:solidFill>
                <ns7:latin typeface="Segoe UI"/>
                <ns7:ea typeface="Segoe UI"/>
                <ns7:cs typeface="Segoe UI"/>
              </ns7:rPr>
              <ns7:t/>
            </ns7:r>
          </ns7:p>
          <ns8:p xmlns:ns8="http://schemas.openxmlformats.org/drawingml/2006/main">
            <ns8:pPr>
              <ns8:defRPr sz="2400" b="0">
                <ns8:solidFill>
                  <ns8:srgbClr val="192E3B"/>
                </ns8:solidFill>
                <ns8:latin typeface="Segoe UI"/>
                <ns8:ea typeface="Segoe UI"/>
                <ns8:cs typeface="Segoe UI"/>
              </ns8:defRPr>
            </ns8:pPr>
            <ns8:r>
              <ns8:rPr sz="2400" b="0">
                <ns8:solidFill>
                  <ns8:srgbClr val="192E3B"/>
                </ns8:solidFill>
                <ns8:latin typeface="Segoe UI"/>
                <ns8:ea typeface="Segoe UI"/>
                <ns8:cs typeface="Segoe UI"/>
              </ns8:rPr>
              <ns8:t>L7-E1 · My sale-day skills</ns8:t>
            </ns8:r>
          </ns8:p>
          <ns9:p xmlns:ns9="http://schemas.openxmlformats.org/drawingml/2006/main">
            <ns9:pPr>
              <ns9:defRPr sz="2400" b="0">
                <ns9:solidFill>
                  <ns9:srgbClr val="192E3B"/>
                </ns9:solidFill>
                <ns9:latin typeface="Segoe UI"/>
                <ns9:ea typeface="Segoe UI"/>
                <ns9:cs typeface="Segoe UI"/>
              </ns9:defRPr>
            </ns9:pPr>
            <ns9:r>
              <ns9:rPr sz="2400" b="0">
                <ns9:solidFill>
                  <ns9:srgbClr val="192E3B"/>
                </ns9:solidFill>
                <ns9:latin typeface="Segoe UI"/>
                <ns9:ea typeface="Segoe UI"/>
                <ns9:cs typeface="Segoe UI"/>
              </ns9:rPr>
              <ns9:t/>
            </ns9:r>
          </ns9:p>
          <ns10:p xmlns:ns10="http://schemas.openxmlformats.org/drawingml/2006/main">
            <ns10:pPr>
              <ns10:defRPr sz="2400" b="0">
                <ns10:solidFill>
                  <ns10:srgbClr val="192E3B"/>
                </ns10:solidFill>
                <ns10:latin typeface="Segoe UI"/>
                <ns10:ea typeface="Segoe UI"/>
                <ns10:cs typeface="Segoe UI"/>
              </ns10:defRPr>
            </ns10:pPr>
            <ns10:r>
              <ns10:rPr sz="2400" b="0">
                <ns10:solidFill>
                  <ns10:srgbClr val="192E3B"/>
                </ns10:solidFill>
                <ns10:latin typeface="Segoe UI"/>
                <ns10:ea typeface="Segoe UI"/>
                <ns10:cs typeface="Segoe UI"/>
              </ns10:rPr>
              <ns10:t>[AWARD] unit awards: [QUAL]; [QUAL].</ns10:t>
            </ns10:r>
          </ns10:p>
        </p:txBody>
      </p:sp>
      <p:sp>
        <p:nvSpPr>
          <p:cNvPr id="5" name="credit">
            <a:extLst xmlns:a="http://schemas.openxmlformats.org/drawingml/2006/main">
              <a:ext uri="{FF2B5EF4-FFF2-40B4-BE49-F238E27FC236}">
                <a16:creationId xmlns:a16="http://schemas.microsoft.com/office/drawing/2014/main" id="{65EB2F05-0BE6-50B3-B3FA-593A65A3C7D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4:p xmlns:ns14="http://schemas.openxmlformats.org/drawingml/2006/main">
            <ns14:pPr>
              <ns14:defRPr sz="788" b="0">
                <ns14:solidFill>
                  <ns14:srgbClr val="566574"/>
                </ns14:solidFill>
                <ns14:latin typeface="Segoe UI"/>
                <ns14:ea typeface="Segoe UI"/>
                <ns14:cs typeface="Segoe UI"/>
              </ns14:defRPr>
            </ns14:pPr>
            <ns14:r>
              <ns14:rPr sz="788" b="0">
                <ns14:solidFill>
                  <ns14:srgbClr val="566574"/>
                </ns14:solidFill>
                <ns14:latin typeface="Segoe UI"/>
                <ns14:ea typeface="Segoe UI"/>
                <ns14:cs typeface="Segoe UI"/>
              </ns14:rPr>
              <ns14:t>Made by Matt · © Matt Roper · CC BY-NC-SA 4.0: free for classroom use, share and adapt with credit, no resale</ns14:t>
            </ns14:r>
          </ns14:p>
        </p:txBody>
      </p:sp>
      <p:sp>
        <p:nvSpPr>
          <p:cNvPr id="6" name="page-number">
            <a:extLst xmlns:a="http://schemas.openxmlformats.org/drawingml/2006/main">
              <a:ext uri="{FF2B5EF4-FFF2-40B4-BE49-F238E27FC236}">
                <a16:creationId xmlns:a16="http://schemas.microsoft.com/office/drawing/2014/main" id="{31558087-3445-5526-872F-5A406F22177C}"/>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16</ns13:t>
            </ns13:r>
          </ns13:p>
        </p:txBody>
      </p:sp>
    </p:spTree>
    <p:extLst>
      <p:ext uri="{BB962C8B-B14F-4D97-AF65-F5344CB8AC3E}">
        <p14:creationId xmlns:p14="http://schemas.microsoft.com/office/powerpoint/2010/main" val="3196774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F644E6C2-12A0-555C-9226-3261B038D88E}"/>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9:p xmlns:ns9="http://schemas.openxmlformats.org/drawingml/2006/main">
            <ns9:pPr>
              <ns9:defRPr sz="1200" b="0">
                <ns9:solidFill>
                  <ns9:srgbClr val="566574"/>
                </ns9:solidFill>
                <ns9:latin typeface="Segoe UI"/>
                <ns9:ea typeface="Segoe UI"/>
                <ns9:cs typeface="Segoe UI"/>
              </ns9:defRPr>
            </ns9:pPr>
            <ns9:r>
              <ns9:rPr sz="1200" b="0">
                <ns9:solidFill>
                  <ns9:srgbClr val="566574"/>
                </ns9:solidFill>
                <ns9:latin typeface="Segoe UI"/>
                <ns9:ea typeface="Segoe UI"/>
                <ns9:cs typeface="Segoe UI"/>
              </ns9:rPr>
              <ns9:t>COMM-GROW-A2-W02  ·  Lesson 7b</ns9:t>
            </ns9:r>
          </ns9:p>
        </p:txBody>
      </p:sp>
      <p:sp>
        <p:nvSpPr>
          <p:cNvPr id="2" name="edition">
            <a:extLst xmlns:a="http://schemas.openxmlformats.org/drawingml/2006/main">
              <a:ext uri="{FF2B5EF4-FFF2-40B4-BE49-F238E27FC236}">
                <a16:creationId xmlns:a16="http://schemas.microsoft.com/office/drawing/2014/main" id="{EA8C88E3-048A-56E2-8918-02E4F25E8D21}"/>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0:p xmlns:ns10="http://schemas.openxmlformats.org/drawingml/2006/main">
            <ns10:pPr>
              <ns10:defRPr sz="1050" b="0">
                <ns10:solidFill>
                  <ns10:srgbClr val="566574"/>
                </ns10:solidFill>
                <ns10:latin typeface="Segoe UI"/>
                <ns10:ea typeface="Segoe UI"/>
                <ns10:cs typeface="Segoe UI"/>
              </ns10:defRPr>
            </ns10:pPr>
            <ns10:r>
              <ns10:rPr sz="1050" b="0">
                <ns10:solidFill>
                  <ns10:srgbClr val="566574"/>
                </ns10:solidFill>
                <ns10:latin typeface="Segoe UI"/>
                <ns10:ea typeface="Segoe UI"/>
                <ns10:cs typeface="Segoe UI"/>
              </ns10:rPr>
              <ns10:t>Public edition</ns10:t>
            </ns10:r>
          </ns10:p>
        </p:txBody>
      </p:sp>
      <p:sp>
        <p:nvSpPr>
          <p:cNvPr id="3" name="stage-title">
            <a:extLst xmlns:a="http://schemas.openxmlformats.org/drawingml/2006/main">
              <a:ext uri="{FF2B5EF4-FFF2-40B4-BE49-F238E27FC236}">
                <a16:creationId xmlns:a16="http://schemas.microsoft.com/office/drawing/2014/main" id="{541B5D78-8D39-5CA9-B1B0-332FAB25FD49}"/>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3:p xmlns:ns13="http://schemas.openxmlformats.org/drawingml/2006/main">
            <ns13:pPr>
              <ns13:defRPr sz="3300" b="1">
                <ns13:solidFill>
                  <ns13:srgbClr val="345D70"/>
                </ns13:solidFill>
                <ns13:latin typeface="Segoe UI"/>
                <ns13:ea typeface="Segoe UI"/>
                <ns13:cs typeface="Segoe UI"/>
              </ns13:defRPr>
            </ns13:pPr>
            <ns13:r>
              <ns13:rPr sz="3300" b="1">
                <ns13:solidFill>
                  <ns13:srgbClr val="345D70"/>
                </ns13:solidFill>
                <ns13:latin typeface="Segoe UI"/>
                <ns13:ea typeface="Segoe UI"/>
                <ns13:cs typeface="Segoe UI"/>
              </ns13:rPr>
              <ns13:t>I DO</ns13:t>
            </ns13:r>
          </ns13:p>
        </p:txBody>
      </p:sp>
      <p:sp>
        <p:nvSpPr>
          <p:cNvPr id="4" name="pupil-body">
            <a:extLst xmlns:a="http://schemas.openxmlformats.org/drawingml/2006/main">
              <a:ext uri="{FF2B5EF4-FFF2-40B4-BE49-F238E27FC236}">
                <a16:creationId xmlns:a16="http://schemas.microsoft.com/office/drawing/2014/main" id="{20729D58-4425-53CF-8AD7-191D5EEF42AE}"/>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Hello. What would you like?</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So, that is __. It costs __.</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Here is your change. Thank you.</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Zoe’s Place gives free care to very young children.</ns6:t>
            </ns6:r>
          </ns6:p>
          <ns7:p xmlns:ns7="http://schemas.openxmlformats.org/drawingml/2006/main">
            <ns7:pPr>
              <ns7:defRPr sz="2400" b="0">
                <ns7:solidFill>
                  <ns7:srgbClr val="192E3B"/>
                </ns7:solidFill>
                <ns7:latin typeface="Segoe UI"/>
                <ns7:ea typeface="Segoe UI"/>
                <ns7:cs typeface="Segoe UI"/>
              </ns7:defRPr>
            </ns7:pPr>
            <ns7:r>
              <ns7:rPr sz="2400" b="0">
                <ns7:solidFill>
                  <ns7:srgbClr val="192E3B"/>
                </ns7:solidFill>
                <ns7:latin typeface="Segoe UI"/>
                <ns7:ea typeface="Segoe UI"/>
                <ns7:cs typeface="Segoe UI"/>
              </ns7:rPr>
              <ns7:t/>
            </ns7:r>
          </ns7:p>
          <ns8:p xmlns:ns8="http://schemas.openxmlformats.org/drawingml/2006/main">
            <ns8:pPr>
              <ns8:defRPr sz="2400" b="0">
                <ns8:solidFill>
                  <ns8:srgbClr val="192E3B"/>
                </ns8:solidFill>
                <ns8:latin typeface="Segoe UI"/>
                <ns8:ea typeface="Segoe UI"/>
                <ns8:cs typeface="Segoe UI"/>
              </ns8:defRPr>
            </ns8:pPr>
            <ns8:r>
              <ns8:rPr sz="2400" b="0">
                <ns8:solidFill>
                  <ns8:srgbClr val="192E3B"/>
                </ns8:solidFill>
                <ns8:latin typeface="Segoe UI"/>
                <ns8:ea typeface="Segoe UI"/>
                <ns8:cs typeface="Segoe UI"/>
              </ns8:rPr>
              <ns8:t>For a food check: I will ask the adult.</ns8:t>
            </ns8:r>
          </ns8:p>
        </p:txBody>
      </p:sp>
      <p:sp>
        <p:nvSpPr>
          <p:cNvPr id="5" name="credit">
            <a:extLst xmlns:a="http://schemas.openxmlformats.org/drawingml/2006/main">
              <a:ext uri="{FF2B5EF4-FFF2-40B4-BE49-F238E27FC236}">
                <a16:creationId xmlns:a16="http://schemas.microsoft.com/office/drawing/2014/main" id="{D3192A7F-F10F-5E5B-A587-17CC61360FD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2:p xmlns:ns12="http://schemas.openxmlformats.org/drawingml/2006/main">
            <ns12:pPr>
              <ns12:defRPr sz="788" b="0">
                <ns12:solidFill>
                  <ns12:srgbClr val="566574"/>
                </ns12:solidFill>
                <ns12:latin typeface="Segoe UI"/>
                <ns12:ea typeface="Segoe UI"/>
                <ns12:cs typeface="Segoe UI"/>
              </ns12:defRPr>
            </ns12:pPr>
            <ns12:r>
              <ns12:rPr sz="788" b="0">
                <ns12:solidFill>
                  <ns12:srgbClr val="566574"/>
                </ns12:solidFill>
                <ns12:latin typeface="Segoe UI"/>
                <ns12:ea typeface="Segoe UI"/>
                <ns12:cs typeface="Segoe UI"/>
              </ns12:rPr>
              <ns12:t>Made by Matt · © Matt Roper · CC BY-NC-SA 4.0: free for classroom use, share and adapt with credit, no resale</ns12:t>
            </ns12:r>
          </ns12:p>
        </p:txBody>
      </p:sp>
      <p:sp>
        <p:nvSpPr>
          <p:cNvPr id="6" name="page-number">
            <a:extLst xmlns:a="http://schemas.openxmlformats.org/drawingml/2006/main">
              <a:ext uri="{FF2B5EF4-FFF2-40B4-BE49-F238E27FC236}">
                <a16:creationId xmlns:a16="http://schemas.microsoft.com/office/drawing/2014/main" id="{EC6FD181-1ADB-5EB0-BC7E-DBB3C0E30F59}"/>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17</ns11:t>
            </ns11:r>
          </ns11:p>
        </p:txBody>
      </p:sp>
    </p:spTree>
    <p:extLst>
      <p:ext uri="{BB962C8B-B14F-4D97-AF65-F5344CB8AC3E}">
        <p14:creationId xmlns:p14="http://schemas.microsoft.com/office/powerpoint/2010/main" val="144065353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B285ECFE-EACC-5C0F-B38A-4B75A7E03EC0}"/>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1:p xmlns:ns11="http://schemas.openxmlformats.org/drawingml/2006/main">
            <ns11:pPr>
              <ns11:defRPr sz="1200" b="0">
                <ns11:solidFill>
                  <ns11:srgbClr val="566574"/>
                </ns11:solidFill>
                <ns11:latin typeface="Segoe UI"/>
                <ns11:ea typeface="Segoe UI"/>
                <ns11:cs typeface="Segoe UI"/>
              </ns11:defRPr>
            </ns11:pPr>
            <ns11:r>
              <ns11:rPr sz="1200" b="0">
                <ns11:solidFill>
                  <ns11:srgbClr val="566574"/>
                </ns11:solidFill>
                <ns11:latin typeface="Segoe UI"/>
                <ns11:ea typeface="Segoe UI"/>
                <ns11:cs typeface="Segoe UI"/>
              </ns11:rPr>
              <ns11:t>COMM-GROW-A2-W02  ·  Lesson 7b</ns11:t>
            </ns11:r>
          </ns11:p>
        </p:txBody>
      </p:sp>
      <p:sp>
        <p:nvSpPr>
          <p:cNvPr id="2" name="edition">
            <a:extLst xmlns:a="http://schemas.openxmlformats.org/drawingml/2006/main">
              <a:ext uri="{FF2B5EF4-FFF2-40B4-BE49-F238E27FC236}">
                <a16:creationId xmlns:a16="http://schemas.microsoft.com/office/drawing/2014/main" id="{6F742B29-E2E0-5269-A0F2-3AA911641376}"/>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Public edition</ns12:t>
            </ns12:r>
          </ns12:p>
        </p:txBody>
      </p:sp>
      <p:sp>
        <p:nvSpPr>
          <p:cNvPr id="3" name="stage-title">
            <a:extLst xmlns:a="http://schemas.openxmlformats.org/drawingml/2006/main">
              <a:ext uri="{FF2B5EF4-FFF2-40B4-BE49-F238E27FC236}">
                <a16:creationId xmlns:a16="http://schemas.microsoft.com/office/drawing/2014/main" id="{B17D6120-00D7-59C9-8C4F-39DEF34A553B}"/>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5:p xmlns:ns15="http://schemas.openxmlformats.org/drawingml/2006/main">
            <ns15:pPr>
              <ns15:defRPr sz="3300" b="1">
                <ns15:solidFill>
                  <ns15:srgbClr val="345D70"/>
                </ns15:solidFill>
                <ns15:latin typeface="Segoe UI"/>
                <ns15:ea typeface="Segoe UI"/>
                <ns15:cs typeface="Segoe UI"/>
              </ns15:defRPr>
            </ns15:pPr>
            <ns15:r>
              <ns15:rPr sz="3300" b="1">
                <ns15:solidFill>
                  <ns15:srgbClr val="345D70"/>
                </ns15:solidFill>
                <ns15:latin typeface="Segoe UI"/>
                <ns15:ea typeface="Segoe UI"/>
                <ns15:cs typeface="Segoe UI"/>
              </ns15:rPr>
              <ns15:t>WE DO</ns15:t>
            </ns15:r>
          </ns15:p>
        </p:txBody>
      </p:sp>
      <p:sp>
        <p:nvSpPr>
          <p:cNvPr id="4" name="practice-label">
            <a:extLst xmlns:a="http://schemas.openxmlformats.org/drawingml/2006/main">
              <a:ext uri="{FF2B5EF4-FFF2-40B4-BE49-F238E27FC236}">
                <a16:creationId xmlns:a16="http://schemas.microsoft.com/office/drawing/2014/main" id="{B8B00D30-AB5B-57CD-8657-A146316FCDB9}"/>
              </a:ext>
            </a:extLst>
          </p:cNvPr>
          <p:cNvSpPr>
            <a:spLocks xmlns:a="http://schemas.openxmlformats.org/drawingml/2006/main" noGrp="1"/>
          </p:cNvSpPr>
          <p:nvPr/>
        </p:nvSpPr>
        <p:spPr>
          <a:xfrm xmlns:a="http://schemas.openxmlformats.org/drawingml/2006/main">
            <a:off x="533400" y="1409700"/>
            <a:ext cx="1104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566574"/>
                </a:solidFill>
                <a:latin typeface="Segoe UI"/>
                <a:ea typeface="Segoe UI"/>
                <a:cs typeface="Segoe UI"/>
              </a:defRPr>
            </a:defPPr>
            <a:lvl1pPr>
              <a:defRPr sz="1875" b="0">
                <a:solidFill>
                  <a:srgbClr val="566574"/>
                </a:solidFill>
                <a:latin typeface="Segoe UI"/>
                <a:ea typeface="Segoe UI"/>
                <a:cs typeface="Segoe UI"/>
              </a:defRPr>
            </a:lvl1pPr>
            <a:lvl2pPr>
              <a:defRPr sz="1875" b="0">
                <a:solidFill>
                  <a:srgbClr val="566574"/>
                </a:solidFill>
                <a:latin typeface="Segoe UI"/>
                <a:ea typeface="Segoe UI"/>
                <a:cs typeface="Segoe UI"/>
              </a:defRPr>
            </a:lvl2pPr>
            <a:lvl3pPr>
              <a:defRPr sz="1875" b="0">
                <a:solidFill>
                  <a:srgbClr val="566574"/>
                </a:solidFill>
                <a:latin typeface="Segoe UI"/>
                <a:ea typeface="Segoe UI"/>
                <a:cs typeface="Segoe UI"/>
              </a:defRPr>
            </a:lvl3pPr>
            <a:lvl4pPr>
              <a:defRPr sz="1875" b="0">
                <a:solidFill>
                  <a:srgbClr val="566574"/>
                </a:solidFill>
                <a:latin typeface="Segoe UI"/>
                <a:ea typeface="Segoe UI"/>
                <a:cs typeface="Segoe UI"/>
              </a:defRPr>
            </a:lvl4pPr>
            <a:lvl5pPr>
              <a:defRPr sz="1875" b="0">
                <a:solidFill>
                  <a:srgbClr val="566574"/>
                </a:solidFill>
                <a:latin typeface="Segoe UI"/>
                <a:ea typeface="Segoe UI"/>
                <a:cs typeface="Segoe UI"/>
              </a:defRPr>
            </a:lvl5pPr>
            <a:lvl6pPr>
              <a:defRPr sz="1875" b="0">
                <a:solidFill>
                  <a:srgbClr val="566574"/>
                </a:solidFill>
                <a:latin typeface="Segoe UI"/>
                <a:ea typeface="Segoe UI"/>
                <a:cs typeface="Segoe UI"/>
              </a:defRPr>
            </a:lvl6pPr>
            <a:lvl7pPr>
              <a:defRPr sz="1875" b="0">
                <a:solidFill>
                  <a:srgbClr val="566574"/>
                </a:solidFill>
                <a:latin typeface="Segoe UI"/>
                <a:ea typeface="Segoe UI"/>
                <a:cs typeface="Segoe UI"/>
              </a:defRPr>
            </a:lvl7pPr>
            <a:lvl8pPr>
              <a:defRPr sz="1875" b="0">
                <a:solidFill>
                  <a:srgbClr val="566574"/>
                </a:solidFill>
                <a:latin typeface="Segoe UI"/>
                <a:ea typeface="Segoe UI"/>
                <a:cs typeface="Segoe UI"/>
              </a:defRPr>
            </a:lvl8pPr>
            <a:lvl9pPr>
              <a:defRPr sz="1875" b="0">
                <a:solidFill>
                  <a:srgbClr val="566574"/>
                </a:solidFill>
                <a:latin typeface="Segoe UI"/>
                <a:ea typeface="Segoe UI"/>
                <a:cs typeface="Segoe UI"/>
              </a:defRPr>
            </a:lvl9pPr>
          </a:lstStyle>
          <ns0:p xmlns:ns0="http://schemas.openxmlformats.org/drawingml/2006/main">
            <ns0:pPr>
              <ns0:defRPr sz="1875" b="0">
                <ns0:solidFill>
                  <ns0:srgbClr val="566574"/>
                </ns0:solidFill>
                <ns0:latin typeface="Segoe UI"/>
                <ns0:ea typeface="Segoe UI"/>
                <ns0:cs typeface="Segoe UI"/>
              </ns0:defRPr>
            </ns0:pPr>
            <ns0:r>
              <ns0:rPr sz="1875" b="0">
                <ns0:solidFill>
                  <ns0:srgbClr val="566574"/>
                </ns0:solidFill>
                <ns0:latin typeface="Segoe UI"/>
                <ns0:ea typeface="Segoe UI"/>
                <ns0:cs typeface="Segoe UI"/>
              </ns0:rPr>
              <ns0:t>Practice money. This is not our real price list.</ns0:t>
            </ns0:r>
          </ns0:p>
        </p:txBody>
      </p:sp>
      <p:graphicFrame>
        <p:nvGraphicFramePr>
          <p:cNvPr id="5" name="">
            <a:extLst xmlns:a="http://schemas.openxmlformats.org/drawingml/2006/main">
              <a:ext uri="{FF2B5EF4-FFF2-40B4-BE49-F238E27FC236}">
                <a16:creationId xmlns:a16="http://schemas.microsoft.com/office/drawing/2014/main" id="{A2EEB22B-8FAD-51ED-9360-E8A64DFD9CB8}"/>
              </a:ext>
            </a:extLst>
          </p:cNvPr>
          <p:cNvGraphicFramePr/>
          <p:nvPr/>
        </p:nvGraphicFramePr>
        <p:xfrm>
          <a:off xmlns:a="http://schemas.openxmlformats.org/drawingml/2006/main" x="533400" y="2047875"/>
          <a:ext xmlns:a="http://schemas.openxmlformats.org/drawingml/2006/main" cx="5810250" cy="3333750"/>
        </p:xfrm>
        <a:graphic xmlns:a="http://schemas.openxmlformats.org/drawingml/2006/main">
          <a:graphicData uri="http://schemas.openxmlformats.org/drawingml/2006/table">
            <a:tbl>
              <a:tblPr/>
              <a:tblGrid>
                <a:gridCol w="3524250"/>
                <a:gridCol w="2286000"/>
              </a:tblGrid>
              <a:tr h="476250">
                <a:tc>
                  <a:txBody>
                    <a:bodyPr/>
                    <a:lstStyle/>
                    <a:p>
                      <a:r>
                        <a:rPr sz="1950" b="1">
                          <a:solidFill>
                            <a:srgbClr val="192E3B"/>
                          </a:solidFill>
                          <a:latin typeface="Segoe UI"/>
                          <a:ea typeface="Segoe UI"/>
                          <a:cs typeface="Segoe UI"/>
                        </a:rPr>
                        <a:t>Our start float</a:t>
                      </a:r>
                    </a:p>
                  </a:txBody>
                  <a:tcPr marL="91440" marR="91440" marT="45720" marB="45720">
                    <a:lnL w="9525">
                      <a:solidFill>
                        <a:srgbClr val="CDD8DD"/>
                      </a:solidFill>
                      <a:prstDash val="solid"/>
                    </a:lnL>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c>
                  <a:txBody>
                    <a:bodyPr/>
                    <a:lstStyle/>
                    <a:p>
                      <a:r>
                        <a:rPr sz="1950" b="1">
                          <a:solidFill>
                            <a:srgbClr val="192E3B"/>
                          </a:solidFill>
                          <a:latin typeface="Segoe UI"/>
                          <a:ea typeface="Segoe UI"/>
                          <a:cs typeface="Segoe UI"/>
                        </a:rPr>
                        <a:t>Value</a:t>
                      </a:r>
                    </a:p>
                  </a:txBody>
                  <a:tcPr marL="91440" marR="91440" marT="45720" marB="45720">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r>
              <a:tr h="476250">
                <a:tc>
                  <a:txBody>
                    <a:bodyPr/>
                    <a:lstStyle/>
                    <a:p>
                      <a:r>
                        <a:rPr sz="1950" b="0">
                          <a:solidFill>
                            <a:srgbClr val="192E3B"/>
                          </a:solidFill>
                          <a:latin typeface="Segoe UI"/>
                          <a:ea typeface="Segoe UI"/>
                          <a:cs typeface="Segoe UI"/>
                        </a:rPr>
                        <a:t>2 × £1</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£2.00</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2 × 50p</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£1.00</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5 × 20p</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£1.00</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10 × 10p</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£1.00</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Float total</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£5.00</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Practice price</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£1.00 each</a:t>
                      </a:r>
                    </a:p>
                  </a:txBody>
                  <a:tcPr marL="91440" marR="91440" marT="45720" marB="45720">
                    <a:lnR w="9525">
                      <a:solidFill>
                        <a:srgbClr val="CDD8DD"/>
                      </a:solidFill>
                      <a:prstDash val="solid"/>
                    </a:lnR>
                    <a:lnB w="9525">
                      <a:solidFill>
                        <a:srgbClr val="CDD8DD"/>
                      </a:solidFill>
                      <a:prstDash val="solid"/>
                    </a:lnB>
                    <a:solidFill>
                      <a:srgbClr val="FFFFFF"/>
                    </a:solidFill>
                  </a:tcPr>
                </a:tc>
              </a:tr>
            </a:tbl>
          </a:graphicData>
        </a:graphic>
      </p:graphicFrame>
      <p:sp>
        <p:nvSpPr>
          <p:cNvPr id="6" name="hinge">
            <a:extLst xmlns:a="http://schemas.openxmlformats.org/drawingml/2006/main">
              <a:ext uri="{FF2B5EF4-FFF2-40B4-BE49-F238E27FC236}">
                <a16:creationId xmlns:a16="http://schemas.microsoft.com/office/drawing/2014/main" id="{31137A22-424B-5845-95BB-AADD36F8504E}"/>
              </a:ext>
            </a:extLst>
          </p:cNvPr>
          <p:cNvSpPr>
            <a:spLocks xmlns:a="http://schemas.openxmlformats.org/drawingml/2006/main" noGrp="1"/>
          </p:cNvSpPr>
          <p:nvPr/>
        </p:nvSpPr>
        <p:spPr>
          <a:xfrm xmlns:a="http://schemas.openxmlformats.org/drawingml/2006/main">
            <a:off x="6858000" y="2047875"/>
            <a:ext cx="4667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One cake costs £1.</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A customer gives £2.</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
            </ns3:r>
          </ns3:p>
          <ns4:p xmlns:ns4="http://schemas.openxmlformats.org/drawingml/2006/main">
            <ns4:pPr>
              <ns4:defRPr sz="2250" b="0">
                <ns4:solidFill>
                  <ns4:srgbClr val="192E3B"/>
                </ns4:solidFill>
                <ns4:latin typeface="Segoe UI"/>
                <ns4:ea typeface="Segoe UI"/>
                <ns4:cs typeface="Segoe UI"/>
              </ns4:defRPr>
            </ns4:pPr>
            <ns4:r>
              <ns4:rPr sz="2250" b="0">
                <ns4:solidFill>
                  <ns4:srgbClr val="192E3B"/>
                </ns4:solidFill>
                <ns4:latin typeface="Segoe UI"/>
                <ns4:ea typeface="Segoe UI"/>
                <ns4:cs typeface="Segoe UI"/>
              </ns4:rPr>
              <ns4:t>What change?</ns4:t>
            </ns4:r>
          </ns4:p>
          <ns5:p xmlns:ns5="http://schemas.openxmlformats.org/drawingml/2006/main">
            <ns5:pPr>
              <ns5:defRPr sz="2250" b="0">
                <ns5:solidFill>
                  <ns5:srgbClr val="192E3B"/>
                </ns5:solidFill>
                <ns5:latin typeface="Segoe UI"/>
                <ns5:ea typeface="Segoe UI"/>
                <ns5:cs typeface="Segoe UI"/>
              </ns5:defRPr>
            </ns5:pPr>
            <ns5:r>
              <ns5:rPr sz="2250" b="0">
                <ns5:solidFill>
                  <ns5:srgbClr val="192E3B"/>
                </ns5:solidFill>
                <ns5:latin typeface="Segoe UI"/>
                <ns5:ea typeface="Segoe UI"/>
                <ns5:cs typeface="Segoe UI"/>
              </ns5:rPr>
              <ns5:t>A £2</ns5:t>
            </ns5:r>
          </ns5:p>
          <ns6:p xmlns:ns6="http://schemas.openxmlformats.org/drawingml/2006/main">
            <ns6:pPr>
              <ns6:defRPr sz="2250" b="0">
                <ns6:solidFill>
                  <ns6:srgbClr val="192E3B"/>
                </ns6:solidFill>
                <ns6:latin typeface="Segoe UI"/>
                <ns6:ea typeface="Segoe UI"/>
                <ns6:cs typeface="Segoe UI"/>
              </ns6:defRPr>
            </ns6:pPr>
            <ns6:r>
              <ns6:rPr sz="2250" b="0">
                <ns6:solidFill>
                  <ns6:srgbClr val="192E3B"/>
                </ns6:solidFill>
                <ns6:latin typeface="Segoe UI"/>
                <ns6:ea typeface="Segoe UI"/>
                <ns6:cs typeface="Segoe UI"/>
              </ns6:rPr>
              <ns6:t>B £1</ns6:t>
            </ns6:r>
          </ns6:p>
          <ns7:p xmlns:ns7="http://schemas.openxmlformats.org/drawingml/2006/main">
            <ns7:pPr>
              <ns7:defRPr sz="2250" b="0">
                <ns7:solidFill>
                  <ns7:srgbClr val="192E3B"/>
                </ns7:solidFill>
                <ns7:latin typeface="Segoe UI"/>
                <ns7:ea typeface="Segoe UI"/>
                <ns7:cs typeface="Segoe UI"/>
              </ns7:defRPr>
            </ns7:pPr>
            <ns7:r>
              <ns7:rPr sz="2250" b="0">
                <ns7:solidFill>
                  <ns7:srgbClr val="192E3B"/>
                </ns7:solidFill>
                <ns7:latin typeface="Segoe UI"/>
                <ns7:ea typeface="Segoe UI"/>
                <ns7:cs typeface="Segoe UI"/>
              </ns7:rPr>
              <ns7:t>C 50p</ns7:t>
            </ns7:r>
          </ns7:p>
          <ns8:p xmlns:ns8="http://schemas.openxmlformats.org/drawingml/2006/main">
            <ns8:pPr>
              <ns8:defRPr sz="2250" b="0">
                <ns8:solidFill>
                  <ns8:srgbClr val="192E3B"/>
                </ns8:solidFill>
                <ns8:latin typeface="Segoe UI"/>
                <ns8:ea typeface="Segoe UI"/>
                <ns8:cs typeface="Segoe UI"/>
              </ns8:defRPr>
            </ns8:pPr>
            <ns8:r>
              <ns8:rPr sz="2250" b="0">
                <ns8:solidFill>
                  <ns8:srgbClr val="192E3B"/>
                </ns8:solidFill>
                <ns8:latin typeface="Segoe UI"/>
                <ns8:ea typeface="Segoe UI"/>
                <ns8:cs typeface="Segoe UI"/>
              </ns8:rPr>
              <ns8:t/>
            </ns8:r>
          </ns8:p>
          <ns9:p xmlns:ns9="http://schemas.openxmlformats.org/drawingml/2006/main">
            <ns9:pPr>
              <ns9:defRPr sz="2250" b="0">
                <ns9:solidFill>
                  <ns9:srgbClr val="192E3B"/>
                </ns9:solidFill>
                <ns9:latin typeface="Segoe UI"/>
                <ns9:ea typeface="Segoe UI"/>
                <ns9:cs typeface="Segoe UI"/>
              </ns9:defRPr>
            </ns9:pPr>
            <ns9:r>
              <ns9:rPr sz="2250" b="0">
                <ns9:solidFill>
                  <ns9:srgbClr val="192E3B"/>
                </ns9:solidFill>
                <ns9:latin typeface="Segoe UI"/>
                <ns9:ea typeface="Segoe UI"/>
                <ns9:cs typeface="Segoe UI"/>
              </ns9:rPr>
              <ns9:t>I choose __ because __.</ns9:t>
            </ns9:r>
          </ns9:p>
        </p:txBody>
      </p:sp>
      <p:sp>
        <p:nvSpPr>
          <p:cNvPr id="7" name="model-assumption">
            <a:extLst xmlns:a="http://schemas.openxmlformats.org/drawingml/2006/main">
              <a:ext uri="{FF2B5EF4-FFF2-40B4-BE49-F238E27FC236}">
                <a16:creationId xmlns:a16="http://schemas.microsoft.com/office/drawing/2014/main" id="{996767B3-1104-594E-B218-73D9F20CBA0C}"/>
              </a:ext>
            </a:extLst>
          </p:cNvPr>
          <p:cNvSpPr>
            <a:spLocks xmlns:a="http://schemas.openxmlformats.org/drawingml/2006/main" noGrp="1"/>
          </p:cNvSpPr>
          <p:nvPr/>
        </p:nvSpPr>
        <p:spPr>
          <a:xfrm xmlns:a="http://schemas.openxmlformats.org/drawingml/2006/main">
            <a:off x="533400" y="5619750"/>
            <a:ext cx="11001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725" b="0">
                <a:solidFill>
                  <a:srgbClr val="566574"/>
                </a:solidFill>
                <a:latin typeface="Segoe UI"/>
                <a:ea typeface="Segoe UI"/>
                <a:cs typeface="Segoe UI"/>
              </a:defRPr>
            </a:defPPr>
            <a:lvl1pPr>
              <a:defRPr sz="1725" b="0">
                <a:solidFill>
                  <a:srgbClr val="566574"/>
                </a:solidFill>
                <a:latin typeface="Segoe UI"/>
                <a:ea typeface="Segoe UI"/>
                <a:cs typeface="Segoe UI"/>
              </a:defRPr>
            </a:lvl1pPr>
            <a:lvl2pPr>
              <a:defRPr sz="1725" b="0">
                <a:solidFill>
                  <a:srgbClr val="566574"/>
                </a:solidFill>
                <a:latin typeface="Segoe UI"/>
                <a:ea typeface="Segoe UI"/>
                <a:cs typeface="Segoe UI"/>
              </a:defRPr>
            </a:lvl2pPr>
            <a:lvl3pPr>
              <a:defRPr sz="1725" b="0">
                <a:solidFill>
                  <a:srgbClr val="566574"/>
                </a:solidFill>
                <a:latin typeface="Segoe UI"/>
                <a:ea typeface="Segoe UI"/>
                <a:cs typeface="Segoe UI"/>
              </a:defRPr>
            </a:lvl3pPr>
            <a:lvl4pPr>
              <a:defRPr sz="1725" b="0">
                <a:solidFill>
                  <a:srgbClr val="566574"/>
                </a:solidFill>
                <a:latin typeface="Segoe UI"/>
                <a:ea typeface="Segoe UI"/>
                <a:cs typeface="Segoe UI"/>
              </a:defRPr>
            </a:lvl4pPr>
            <a:lvl5pPr>
              <a:defRPr sz="1725" b="0">
                <a:solidFill>
                  <a:srgbClr val="566574"/>
                </a:solidFill>
                <a:latin typeface="Segoe UI"/>
                <a:ea typeface="Segoe UI"/>
                <a:cs typeface="Segoe UI"/>
              </a:defRPr>
            </a:lvl5pPr>
            <a:lvl6pPr>
              <a:defRPr sz="1725" b="0">
                <a:solidFill>
                  <a:srgbClr val="566574"/>
                </a:solidFill>
                <a:latin typeface="Segoe UI"/>
                <a:ea typeface="Segoe UI"/>
                <a:cs typeface="Segoe UI"/>
              </a:defRPr>
            </a:lvl6pPr>
            <a:lvl7pPr>
              <a:defRPr sz="1725" b="0">
                <a:solidFill>
                  <a:srgbClr val="566574"/>
                </a:solidFill>
                <a:latin typeface="Segoe UI"/>
                <a:ea typeface="Segoe UI"/>
                <a:cs typeface="Segoe UI"/>
              </a:defRPr>
            </a:lvl7pPr>
            <a:lvl8pPr>
              <a:defRPr sz="1725" b="0">
                <a:solidFill>
                  <a:srgbClr val="566574"/>
                </a:solidFill>
                <a:latin typeface="Segoe UI"/>
                <a:ea typeface="Segoe UI"/>
                <a:cs typeface="Segoe UI"/>
              </a:defRPr>
            </a:lvl8pPr>
            <a:lvl9pPr>
              <a:defRPr sz="1725" b="0">
                <a:solidFill>
                  <a:srgbClr val="566574"/>
                </a:solidFill>
                <a:latin typeface="Segoe UI"/>
                <a:ea typeface="Segoe UI"/>
                <a:cs typeface="Segoe UI"/>
              </a:defRPr>
            </a:lvl9pPr>
          </a:lstStyle>
          <ns10:p xmlns:ns10="http://schemas.openxmlformats.org/drawingml/2006/main">
            <ns10:pPr>
              <ns10:defRPr sz="1725" b="0">
                <ns10:solidFill>
                  <ns10:srgbClr val="566574"/>
                </ns10:solidFill>
                <ns10:latin typeface="Segoe UI"/>
                <ns10:ea typeface="Segoe UI"/>
                <ns10:cs typeface="Segoe UI"/>
              </ns10:defRPr>
            </ns10:pPr>
            <ns10:r>
              <ns10:rPr sz="1725" b="0">
                <ns10:solidFill>
                  <ns10:srgbClr val="566574"/>
                </ns10:solidFill>
                <ns10:latin typeface="Segoe UI"/>
                <ns10:ea typeface="Segoe UI"/>
                <ns10:cs typeface="Segoe UI"/>
              </ns10:rPr>
              <ns10:t>Count £1 back. £1 price + £1 change = £2 paid.</ns10:t>
            </ns10:r>
          </ns10:p>
        </p:txBody>
      </p:sp>
      <p:sp>
        <p:nvSpPr>
          <p:cNvPr id="8" name="credit">
            <a:extLst xmlns:a="http://schemas.openxmlformats.org/drawingml/2006/main">
              <a:ext uri="{FF2B5EF4-FFF2-40B4-BE49-F238E27FC236}">
                <a16:creationId xmlns:a16="http://schemas.microsoft.com/office/drawing/2014/main" id="{98D44DF6-B41E-5C3F-AE78-42C7D6A9E297}"/>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4:p xmlns:ns14="http://schemas.openxmlformats.org/drawingml/2006/main">
            <ns14:pPr>
              <ns14:defRPr sz="788" b="0">
                <ns14:solidFill>
                  <ns14:srgbClr val="566574"/>
                </ns14:solidFill>
                <ns14:latin typeface="Segoe UI"/>
                <ns14:ea typeface="Segoe UI"/>
                <ns14:cs typeface="Segoe UI"/>
              </ns14:defRPr>
            </ns14:pPr>
            <ns14:r>
              <ns14:rPr sz="788" b="0">
                <ns14:solidFill>
                  <ns14:srgbClr val="566574"/>
                </ns14:solidFill>
                <ns14:latin typeface="Segoe UI"/>
                <ns14:ea typeface="Segoe UI"/>
                <ns14:cs typeface="Segoe UI"/>
              </ns14:rPr>
              <ns14:t>Made by Matt · © Matt Roper · CC BY-NC-SA 4.0: free for classroom use, share and adapt with credit, no resale</ns14:t>
            </ns14:r>
          </ns14:p>
        </p:txBody>
      </p:sp>
      <p:sp>
        <p:nvSpPr>
          <p:cNvPr id="9" name="page-number">
            <a:extLst xmlns:a="http://schemas.openxmlformats.org/drawingml/2006/main">
              <a:ext uri="{FF2B5EF4-FFF2-40B4-BE49-F238E27FC236}">
                <a16:creationId xmlns:a16="http://schemas.microsoft.com/office/drawing/2014/main" id="{3CBB667D-00B9-53D5-BE0D-2169A562C15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18</ns13:t>
            </ns13:r>
          </ns13:p>
        </p:txBody>
      </p:sp>
    </p:spTree>
    <p:extLst>
      <p:ext uri="{BB962C8B-B14F-4D97-AF65-F5344CB8AC3E}">
        <p14:creationId xmlns:p14="http://schemas.microsoft.com/office/powerpoint/2010/main" val="6914764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0116D869-E5DD-5999-BA76-DFB533BD1FAB}"/>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4:p xmlns:ns4="http://schemas.openxmlformats.org/drawingml/2006/main">
            <ns4:pPr>
              <ns4:defRPr sz="1200" b="0">
                <ns4:solidFill>
                  <ns4:srgbClr val="566574"/>
                </ns4:solidFill>
                <ns4:latin typeface="Segoe UI"/>
                <ns4:ea typeface="Segoe UI"/>
                <ns4:cs typeface="Segoe UI"/>
              </ns4:defRPr>
            </ns4:pPr>
            <ns4:r>
              <ns4:rPr sz="1200" b="0">
                <ns4:solidFill>
                  <ns4:srgbClr val="566574"/>
                </ns4:solidFill>
                <ns4:latin typeface="Segoe UI"/>
                <ns4:ea typeface="Segoe UI"/>
                <ns4:cs typeface="Segoe UI"/>
              </ns4:rPr>
              <ns4:t>COMM-GROW-A2-W02  ·  Lesson 7b</ns4:t>
            </ns4:r>
          </ns4:p>
        </p:txBody>
      </p:sp>
      <p:sp>
        <p:nvSpPr>
          <p:cNvPr id="2" name="edition">
            <a:extLst xmlns:a="http://schemas.openxmlformats.org/drawingml/2006/main">
              <a:ext uri="{FF2B5EF4-FFF2-40B4-BE49-F238E27FC236}">
                <a16:creationId xmlns:a16="http://schemas.microsoft.com/office/drawing/2014/main" id="{0C12D118-3B69-55FA-A961-2C51DFA145E3}"/>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Public edition</ns5:t>
            </ns5:r>
          </ns5:p>
        </p:txBody>
      </p:sp>
      <p:sp>
        <p:nvSpPr>
          <p:cNvPr id="3" name="stage-title">
            <a:extLst xmlns:a="http://schemas.openxmlformats.org/drawingml/2006/main">
              <a:ext uri="{FF2B5EF4-FFF2-40B4-BE49-F238E27FC236}">
                <a16:creationId xmlns:a16="http://schemas.microsoft.com/office/drawing/2014/main" id="{075197BD-A0A6-5E13-BA33-C295EF01384E}"/>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8:p xmlns:ns8="http://schemas.openxmlformats.org/drawingml/2006/main">
            <ns8:pPr>
              <ns8:defRPr sz="3300" b="1">
                <ns8:solidFill>
                  <ns8:srgbClr val="345D70"/>
                </ns8:solidFill>
                <ns8:latin typeface="Segoe UI"/>
                <ns8:ea typeface="Segoe UI"/>
                <ns8:cs typeface="Segoe UI"/>
              </ns8:defRPr>
            </ns8:pPr>
            <ns8:r>
              <ns8:rPr sz="3300" b="1">
                <ns8:solidFill>
                  <ns8:srgbClr val="345D70"/>
                </ns8:solidFill>
                <ns8:latin typeface="Segoe UI"/>
                <ns8:ea typeface="Segoe UI"/>
                <ns8:cs typeface="Segoe UI"/>
              </ns8:rPr>
              <ns8:t>YOU DO in your book</ns8:t>
            </ns8:r>
          </ns8:p>
        </p:txBody>
      </p:sp>
      <p:sp>
        <p:nvSpPr>
          <p:cNvPr id="4" name="task-main">
            <a:extLst xmlns:a="http://schemas.openxmlformats.org/drawingml/2006/main">
              <a:ext uri="{FF2B5EF4-FFF2-40B4-BE49-F238E27FC236}">
                <a16:creationId xmlns:a16="http://schemas.microsoft.com/office/drawing/2014/main" id="{FC0A7916-2325-5206-A244-19361CEE058B}"/>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0:p xmlns:ns0="http://schemas.openxmlformats.org/drawingml/2006/main">
            <ns0:pPr>
              <ns0:defRPr sz="2250" b="0">
                <ns0:solidFill>
                  <ns0:srgbClr val="192E3B"/>
                </ns0:solidFill>
                <ns0:latin typeface="Segoe UI"/>
                <ns0:ea typeface="Segoe UI"/>
                <ns0:cs typeface="Segoe UI"/>
              </ns0:defRPr>
            </ns0:pPr>
            <ns0:r>
              <ns0:rPr sz="2250" b="0">
                <ns0:solidFill>
                  <ns0:srgbClr val="192E3B"/>
                </ns0:solidFill>
                <ns0:latin typeface="Segoe UI"/>
                <ns0:ea typeface="Segoe UI"/>
                <ns0:cs typeface="Segoe UI"/>
              </ns0:rPr>
              <ns0:t>Try the script with a partner or adult.</ns0:t>
            </ns0:r>
          </ns0:p>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Work out one practice sale in your book.</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Use coins, a tally or a calculator.</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My price is __. My total is __.</ns3:t>
            </ns3:r>
          </ns3:p>
        </p:txBody>
      </p:sp>
      <p:sp>
        <p:nvSpPr>
          <p:cNvPr id="5" name="route-SUPPORTED">
            <a:extLst xmlns:a="http://schemas.openxmlformats.org/drawingml/2006/main">
              <a:ext uri="{FF2B5EF4-FFF2-40B4-BE49-F238E27FC236}">
                <a16:creationId xmlns:a16="http://schemas.microsoft.com/office/drawing/2014/main" id="{F3D79FE8-3810-51D9-86BC-C79FDB7B1987}"/>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EA0B5054-C64F-5948-A74E-33233C4A46F5}"/>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EAB06A61-F3B9-5BDD-AF5D-A4009193A635}"/>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9:p xmlns:ns9="http://schemas.openxmlformats.org/drawingml/2006/main">
            <ns9:pPr>
              <ns9:defRPr sz="1800" b="0">
                <ns9:solidFill>
                  <ns9:srgbClr val="192E3B"/>
                </ns9:solidFill>
                <ns9:latin typeface="Segoe UI"/>
                <ns9:ea typeface="Segoe UI"/>
                <ns9:cs typeface="Segoe UI"/>
              </ns9:defRPr>
            </ns9:pPr>
            <ns9:r>
              <ns9:rPr sz="1800" b="0">
                <ns9:solidFill>
                  <ns9:srgbClr val="192E3B"/>
                </ns9:solidFill>
                <ns9:latin typeface="Segoe UI"/>
                <ns9:ea typeface="Segoe UI"/>
                <ns9:cs typeface="Segoe UI"/>
              </ns9:rPr>
              <ns9:t>Point, read or say the script. Count with coins.</ns9:t>
            </ns9:r>
          </ns9:p>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
            </ns10:r>
          </ns10:p>
          <ns11:p xmlns:ns11="http://schemas.openxmlformats.org/drawingml/2006/main">
            <ns11:pPr>
              <ns11:defRPr sz="1800" b="0">
                <ns11:solidFill>
                  <ns11:srgbClr val="192E3B"/>
                </ns11:solidFill>
                <ns11:latin typeface="Segoe UI"/>
                <ns11:ea typeface="Segoe UI"/>
                <ns11:cs typeface="Segoe UI"/>
              </ns11:defRPr>
            </ns11:pPr>
            <ns11:r>
              <ns11:rPr sz="1800" b="0">
                <ns11:solidFill>
                  <ns11:srgbClr val="192E3B"/>
                </ns11:solidFill>
                <ns11:latin typeface="Segoe UI"/>
                <ns11:ea typeface="Segoe UI"/>
                <ns11:cs typeface="Segoe UI"/>
              </ns11:rPr>
              <ns11:t>It costs __. The change is __.</ns11:t>
            </ns11:r>
          </ns11:p>
        </p:txBody>
      </p:sp>
      <p:sp>
        <p:nvSpPr>
          <p:cNvPr id="8" name="route-STANDARD">
            <a:extLst xmlns:a="http://schemas.openxmlformats.org/drawingml/2006/main">
              <a:ext uri="{FF2B5EF4-FFF2-40B4-BE49-F238E27FC236}">
                <a16:creationId xmlns:a16="http://schemas.microsoft.com/office/drawing/2014/main" id="{7349E582-CAC4-5DF2-AF5E-FE3242D9D732}"/>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8E8D6BB7-44C6-5155-B797-8FFA2DB94BC0}"/>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A82B9145-9938-5104-9C23-7B6972D5FC18}"/>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Take one order. Check the sum or tally.</ns12:t>
            </ns12:r>
          </ns12:p>
          <ns13:p xmlns:ns13="http://schemas.openxmlformats.org/drawingml/2006/main">
            <ns13:pPr>
              <ns13:defRPr sz="1800" b="0">
                <ns13:solidFill>
                  <ns13:srgbClr val="192E3B"/>
                </ns13:solidFill>
                <ns13:latin typeface="Segoe UI"/>
                <ns13:ea typeface="Segoe UI"/>
                <ns13:cs typeface="Segoe UI"/>
              </ns13:defRPr>
            </ns13:pPr>
            <ns13:r>
              <ns13:rPr sz="1800" b="0">
                <ns13:solidFill>
                  <ns13:srgbClr val="192E3B"/>
                </ns13:solidFill>
                <ns13:latin typeface="Segoe UI"/>
                <ns13:ea typeface="Segoe UI"/>
                <ns13:cs typeface="Segoe UI"/>
              </ns13:rPr>
              <ns13:t/>
            </ns13:r>
          </ns13:p>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You asked for __. It costs __.</ns14:t>
            </ns14:r>
          </ns14:p>
        </p:txBody>
      </p:sp>
      <p:sp>
        <p:nvSpPr>
          <p:cNvPr id="11" name="route-STRETCH">
            <a:extLst xmlns:a="http://schemas.openxmlformats.org/drawingml/2006/main">
              <a:ext uri="{FF2B5EF4-FFF2-40B4-BE49-F238E27FC236}">
                <a16:creationId xmlns:a16="http://schemas.microsoft.com/office/drawing/2014/main" id="{3D3B1158-E713-55FB-82E6-8A5A1F409997}"/>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9AAB8FF9-34CF-50D0-B286-D63D74E2108B}"/>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C167F6FD-7F46-58C2-B710-3B3A78995CEF}"/>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5:p xmlns:ns15="http://schemas.openxmlformats.org/drawingml/2006/main">
            <ns15:pPr>
              <ns15:defRPr sz="1800" b="0">
                <ns15:solidFill>
                  <ns15:srgbClr val="192E3B"/>
                </ns15:solidFill>
                <ns15:latin typeface="Segoe UI"/>
                <ns15:ea typeface="Segoe UI"/>
                <ns15:cs typeface="Segoe UI"/>
              </ns15:defRPr>
            </ns15:pPr>
            <ns15:r>
              <ns15:rPr sz="1800" b="0">
                <ns15:solidFill>
                  <ns15:srgbClr val="192E3B"/>
                </ns15:solidFill>
                <ns15:latin typeface="Segoe UI"/>
                <ns15:ea typeface="Segoe UI"/>
                <ns15:cs typeface="Segoe UI"/>
              </ns15:rPr>
              <ns15:t>Take an order for two items. Check the total.</ns15:t>
            </ns15:r>
          </ns15:p>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
            </ns16:r>
          </ns16:p>
          <ns17:p xmlns:ns17="http://schemas.openxmlformats.org/drawingml/2006/main">
            <ns17:pPr>
              <ns17:defRPr sz="1800" b="0">
                <ns17:solidFill>
                  <ns17:srgbClr val="192E3B"/>
                </ns17:solidFill>
                <ns17:latin typeface="Segoe UI"/>
                <ns17:ea typeface="Segoe UI"/>
                <ns17:cs typeface="Segoe UI"/>
              </ns17:defRPr>
            </ns17:pPr>
            <ns17:r>
              <ns17:rPr sz="1800" b="0">
                <ns17:solidFill>
                  <ns17:srgbClr val="192E3B"/>
                </ns17:solidFill>
                <ns17:latin typeface="Segoe UI"/>
                <ns17:ea typeface="Segoe UI"/>
                <ns17:cs typeface="Segoe UI"/>
              </ns17:rPr>
              <ns17:t>I know it is right because __.</ns17:t>
            </ns17:r>
          </ns17:p>
        </p:txBody>
      </p:sp>
      <p:sp>
        <p:nvSpPr>
          <p:cNvPr id="14" name="credit">
            <a:extLst xmlns:a="http://schemas.openxmlformats.org/drawingml/2006/main">
              <a:ext uri="{FF2B5EF4-FFF2-40B4-BE49-F238E27FC236}">
                <a16:creationId xmlns:a16="http://schemas.microsoft.com/office/drawing/2014/main" id="{E85799B1-BD60-5C0E-BC88-FFE8540290B0}"/>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7:p xmlns:ns7="http://schemas.openxmlformats.org/drawingml/2006/main">
            <ns7:pPr>
              <ns7:defRPr sz="788" b="0">
                <ns7:solidFill>
                  <ns7:srgbClr val="566574"/>
                </ns7:solidFill>
                <ns7:latin typeface="Segoe UI"/>
                <ns7:ea typeface="Segoe UI"/>
                <ns7:cs typeface="Segoe UI"/>
              </ns7:defRPr>
            </ns7:pPr>
            <ns7:r>
              <ns7:rPr sz="788" b="0">
                <ns7:solidFill>
                  <ns7:srgbClr val="566574"/>
                </ns7:solidFill>
                <ns7:latin typeface="Segoe UI"/>
                <ns7:ea typeface="Segoe UI"/>
                <ns7:cs typeface="Segoe UI"/>
              </ns7:rPr>
              <ns7:t>Made by Matt · © Matt Roper · CC BY-NC-SA 4.0: free for classroom use, share and adapt with credit, no resale</ns7:t>
            </ns7:r>
          </ns7:p>
        </p:txBody>
      </p:sp>
      <p:sp>
        <p:nvSpPr>
          <p:cNvPr id="15" name="page-number">
            <a:extLst xmlns:a="http://schemas.openxmlformats.org/drawingml/2006/main">
              <a:ext uri="{FF2B5EF4-FFF2-40B4-BE49-F238E27FC236}">
                <a16:creationId xmlns:a16="http://schemas.microsoft.com/office/drawing/2014/main" id="{A15B449E-E69A-5EC1-BF89-7137C8D91FE0}"/>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19</ns6:t>
            </ns6:r>
          </ns6:p>
        </p:txBody>
      </p:sp>
    </p:spTree>
    <p:extLst>
      <p:ext uri="{BB962C8B-B14F-4D97-AF65-F5344CB8AC3E}">
        <p14:creationId xmlns:p14="http://schemas.microsoft.com/office/powerpoint/2010/main" val="5374366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F24A2F99-B41B-50CF-8DBC-D3BCC6BF7CEF}"/>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4:p xmlns:ns4="http://schemas.openxmlformats.org/drawingml/2006/main">
            <ns4:pPr>
              <ns4:defRPr sz="1200" b="0">
                <ns4:solidFill>
                  <ns4:srgbClr val="566574"/>
                </ns4:solidFill>
                <ns4:latin typeface="Segoe UI"/>
                <ns4:ea typeface="Segoe UI"/>
                <ns4:cs typeface="Segoe UI"/>
              </ns4:defRPr>
            </ns4:pPr>
            <ns4:r>
              <ns4:rPr sz="1200" b="0">
                <ns4:solidFill>
                  <ns4:srgbClr val="566574"/>
                </ns4:solidFill>
                <ns4:latin typeface="Segoe UI"/>
                <ns4:ea typeface="Segoe UI"/>
                <ns4:cs typeface="Segoe UI"/>
              </ns4:rPr>
              <ns4:t>COMM-GROW-A2-W02  ·  Lesson 7b</ns4:t>
            </ns4:r>
          </ns4:p>
        </p:txBody>
      </p:sp>
      <p:sp>
        <p:nvSpPr>
          <p:cNvPr id="2" name="edition">
            <a:extLst xmlns:a="http://schemas.openxmlformats.org/drawingml/2006/main">
              <a:ext uri="{FF2B5EF4-FFF2-40B4-BE49-F238E27FC236}">
                <a16:creationId xmlns:a16="http://schemas.microsoft.com/office/drawing/2014/main" id="{8BD2B61C-A6A3-5020-A0DD-76C725BCA373}"/>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Public edition</ns5:t>
            </ns5:r>
          </ns5:p>
        </p:txBody>
      </p:sp>
      <p:sp>
        <p:nvSpPr>
          <p:cNvPr id="3" name="stage-title">
            <a:extLst xmlns:a="http://schemas.openxmlformats.org/drawingml/2006/main">
              <a:ext uri="{FF2B5EF4-FFF2-40B4-BE49-F238E27FC236}">
                <a16:creationId xmlns:a16="http://schemas.microsoft.com/office/drawing/2014/main" id="{40D9E8C6-F34E-595C-AC15-CAA0B9C1456D}"/>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8:p xmlns:ns8="http://schemas.openxmlformats.org/drawingml/2006/main">
            <ns8:pPr>
              <ns8:defRPr sz="3300" b="1">
                <ns8:solidFill>
                  <ns8:srgbClr val="345D70"/>
                </ns8:solidFill>
                <ns8:latin typeface="Segoe UI"/>
                <ns8:ea typeface="Segoe UI"/>
                <ns8:cs typeface="Segoe UI"/>
              </ns8:defRPr>
            </ns8:pPr>
            <ns8:r>
              <ns8:rPr sz="3300" b="1">
                <ns8:solidFill>
                  <ns8:srgbClr val="345D70"/>
                </ns8:solidFill>
                <ns8:latin typeface="Segoe UI"/>
                <ns8:ea typeface="Segoe UI"/>
                <ns8:cs typeface="Segoe UI"/>
              </ns8:rPr>
              <ns8:t>YOU DO evidence capture</ns8:t>
            </ns8:r>
          </ns8:p>
        </p:txBody>
      </p:sp>
      <p:sp>
        <p:nvSpPr>
          <p:cNvPr id="4" name="task-main">
            <a:extLst xmlns:a="http://schemas.openxmlformats.org/drawingml/2006/main">
              <a:ext uri="{FF2B5EF4-FFF2-40B4-BE49-F238E27FC236}">
                <a16:creationId xmlns:a16="http://schemas.microsoft.com/office/drawing/2014/main" id="{3D45664D-F80D-522C-AA65-92E5B4A743F9}"/>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0:p xmlns:ns0="http://schemas.openxmlformats.org/drawingml/2006/main">
            <ns0:pPr>
              <ns0:defRPr sz="2250" b="0">
                <ns0:solidFill>
                  <ns0:srgbClr val="192E3B"/>
                </ns0:solidFill>
                <ns0:latin typeface="Segoe UI"/>
                <ns0:ea typeface="Segoe UI"/>
                <ns0:cs typeface="Segoe UI"/>
              </ns0:defRPr>
            </ns0:pPr>
            <ns0:r>
              <ns0:rPr sz="2250" b="0">
                <ns0:solidFill>
                  <ns0:srgbClr val="192E3B"/>
                </ns0:solidFill>
                <ns0:latin typeface="Segoe UI"/>
                <ns0:ea typeface="Segoe UI"/>
                <ns0:cs typeface="Segoe UI"/>
              </ns0:rPr>
              <ns0:t>Rehearse your own stall job twice.</ns0:t>
            </ns0:r>
          </ns0:p>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Use a kind greeting. Check the order.</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Show change or a cashless tally on L7-E1.</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Say one true fact about Zoe’s Place.</ns3:t>
            </ns3:r>
          </ns3:p>
        </p:txBody>
      </p:sp>
      <p:sp>
        <p:nvSpPr>
          <p:cNvPr id="5" name="route-SUPPORTED">
            <a:extLst xmlns:a="http://schemas.openxmlformats.org/drawingml/2006/main">
              <a:ext uri="{FF2B5EF4-FFF2-40B4-BE49-F238E27FC236}">
                <a16:creationId xmlns:a16="http://schemas.microsoft.com/office/drawing/2014/main" id="{EC9C3727-019F-5843-A34F-3158C2AED93F}"/>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E7C39709-E2FB-52C9-8567-498CF45D0F3F}"/>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AC6AC6D9-145A-5EC6-A619-5861F2A5A4BB}"/>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9:p xmlns:ns9="http://schemas.openxmlformats.org/drawingml/2006/main">
            <ns9:pPr>
              <ns9:defRPr sz="1800" b="0">
                <ns9:solidFill>
                  <ns9:srgbClr val="192E3B"/>
                </ns9:solidFill>
                <ns9:latin typeface="Segoe UI"/>
                <ns9:ea typeface="Segoe UI"/>
                <ns9:cs typeface="Segoe UI"/>
              </ns9:defRPr>
            </ns9:pPr>
            <ns9:r>
              <ns9:rPr sz="1800" b="0">
                <ns9:solidFill>
                  <ns9:srgbClr val="192E3B"/>
                </ns9:solidFill>
                <ns9:latin typeface="Segoe UI"/>
                <ns9:ea typeface="Segoe UI"/>
                <ns9:cs typeface="Segoe UI"/>
              </ns9:rPr>
              <ns9:t>Use the script and a trusted partner. Show your own reply.</ns9:t>
            </ns9:r>
          </ns9:p>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
            </ns10:r>
          </ns10:p>
          <ns11:p xmlns:ns11="http://schemas.openxmlformats.org/drawingml/2006/main">
            <ns11:pPr>
              <ns11:defRPr sz="1800" b="0">
                <ns11:solidFill>
                  <ns11:srgbClr val="192E3B"/>
                </ns11:solidFill>
                <ns11:latin typeface="Segoe UI"/>
                <ns11:ea typeface="Segoe UI"/>
                <ns11:cs typeface="Segoe UI"/>
              </ns11:defRPr>
            </ns11:pPr>
            <ns11:r>
              <ns11:rPr sz="1800" b="0">
                <ns11:solidFill>
                  <ns11:srgbClr val="192E3B"/>
                </ns11:solidFill>
                <ns11:latin typeface="Segoe UI"/>
                <ns11:ea typeface="Segoe UI"/>
                <ns11:cs typeface="Segoe UI"/>
              </ns11:rPr>
              <ns11:t>I said __. I counted or marked __.</ns11:t>
            </ns11:r>
          </ns11:p>
        </p:txBody>
      </p:sp>
      <p:sp>
        <p:nvSpPr>
          <p:cNvPr id="8" name="route-STANDARD">
            <a:extLst xmlns:a="http://schemas.openxmlformats.org/drawingml/2006/main">
              <a:ext uri="{FF2B5EF4-FFF2-40B4-BE49-F238E27FC236}">
                <a16:creationId xmlns:a16="http://schemas.microsoft.com/office/drawing/2014/main" id="{765DFAF3-15CC-517B-954E-F8E416678818}"/>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DDE72680-DE4C-592D-8312-CA60B69E4ECA}"/>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BB944AE3-8DEA-570F-96F5-DC2C99ED93FB}"/>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Take an order. Check the money or tally.</ns12:t>
            </ns12:r>
          </ns12:p>
          <ns13:p xmlns:ns13="http://schemas.openxmlformats.org/drawingml/2006/main">
            <ns13:pPr>
              <ns13:defRPr sz="1800" b="0">
                <ns13:solidFill>
                  <ns13:srgbClr val="192E3B"/>
                </ns13:solidFill>
                <ns13:latin typeface="Segoe UI"/>
                <ns13:ea typeface="Segoe UI"/>
                <ns13:cs typeface="Segoe UI"/>
              </ns13:defRPr>
            </ns13:pPr>
            <ns13:r>
              <ns13:rPr sz="1800" b="0">
                <ns13:solidFill>
                  <ns13:srgbClr val="192E3B"/>
                </ns13:solidFill>
                <ns13:latin typeface="Segoe UI"/>
                <ns13:ea typeface="Segoe UI"/>
                <ns13:cs typeface="Segoe UI"/>
              </ns13:rPr>
              <ns13:t/>
            </ns13:r>
          </ns13:p>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My total is __. I checked it by __.</ns14:t>
            </ns14:r>
          </ns14:p>
        </p:txBody>
      </p:sp>
      <p:sp>
        <p:nvSpPr>
          <p:cNvPr id="11" name="route-STRETCH">
            <a:extLst xmlns:a="http://schemas.openxmlformats.org/drawingml/2006/main">
              <a:ext uri="{FF2B5EF4-FFF2-40B4-BE49-F238E27FC236}">
                <a16:creationId xmlns:a16="http://schemas.microsoft.com/office/drawing/2014/main" id="{9E69F3EE-A9CB-501B-B22E-60BE76D94F47}"/>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1C7EAC6A-D59E-5BC4-8A0D-2B4B7368E3BC}"/>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48542080-562A-55E3-93F3-3ECEF7F6C1BE}"/>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5:p xmlns:ns15="http://schemas.openxmlformats.org/drawingml/2006/main">
            <ns15:pPr>
              <ns15:defRPr sz="1800" b="0">
                <ns15:solidFill>
                  <ns15:srgbClr val="192E3B"/>
                </ns15:solidFill>
                <ns15:latin typeface="Segoe UI"/>
                <ns15:ea typeface="Segoe UI"/>
                <ns15:cs typeface="Segoe UI"/>
              </ns15:defRPr>
            </ns15:pPr>
            <ns15:r>
              <ns15:rPr sz="1800" b="0">
                <ns15:solidFill>
                  <ns15:srgbClr val="192E3B"/>
                </ns15:solidFill>
                <ns15:latin typeface="Segoe UI"/>
                <ns15:ea typeface="Segoe UI"/>
                <ns15:cs typeface="Segoe UI"/>
              </ns15:rPr>
              <ns15:t>Use feedback in your second go. Handle a food question.</ns15:t>
            </ns15:r>
          </ns15:p>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
            </ns16:r>
          </ns16:p>
          <ns17:p xmlns:ns17="http://schemas.openxmlformats.org/drawingml/2006/main">
            <ns17:pPr>
              <ns17:defRPr sz="1800" b="0">
                <ns17:solidFill>
                  <ns17:srgbClr val="192E3B"/>
                </ns17:solidFill>
                <ns17:latin typeface="Segoe UI"/>
                <ns17:ea typeface="Segoe UI"/>
                <ns17:cs typeface="Segoe UI"/>
              </ns17:defRPr>
            </ns17:pPr>
            <ns17:r>
              <ns17:rPr sz="1800" b="0">
                <ns17:solidFill>
                  <ns17:srgbClr val="192E3B"/>
                </ns17:solidFill>
                <ns17:latin typeface="Segoe UI"/>
                <ns17:ea typeface="Segoe UI"/>
                <ns17:cs typeface="Segoe UI"/>
              </ns17:rPr>
              <ns17:t>I changed __. I would ask __.</ns17:t>
            </ns17:r>
          </ns17:p>
        </p:txBody>
      </p:sp>
      <p:sp>
        <p:nvSpPr>
          <p:cNvPr id="14" name="credit">
            <a:extLst xmlns:a="http://schemas.openxmlformats.org/drawingml/2006/main">
              <a:ext uri="{FF2B5EF4-FFF2-40B4-BE49-F238E27FC236}">
                <a16:creationId xmlns:a16="http://schemas.microsoft.com/office/drawing/2014/main" id="{BDEC10BC-896A-55C6-B747-9E714DFA6011}"/>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7:p xmlns:ns7="http://schemas.openxmlformats.org/drawingml/2006/main">
            <ns7:pPr>
              <ns7:defRPr sz="788" b="0">
                <ns7:solidFill>
                  <ns7:srgbClr val="566574"/>
                </ns7:solidFill>
                <ns7:latin typeface="Segoe UI"/>
                <ns7:ea typeface="Segoe UI"/>
                <ns7:cs typeface="Segoe UI"/>
              </ns7:defRPr>
            </ns7:pPr>
            <ns7:r>
              <ns7:rPr sz="788" b="0">
                <ns7:solidFill>
                  <ns7:srgbClr val="566574"/>
                </ns7:solidFill>
                <ns7:latin typeface="Segoe UI"/>
                <ns7:ea typeface="Segoe UI"/>
                <ns7:cs typeface="Segoe UI"/>
              </ns7:rPr>
              <ns7:t>Made by Matt · © Matt Roper · CC BY-NC-SA 4.0: free for classroom use, share and adapt with credit, no resale</ns7:t>
            </ns7:r>
          </ns7:p>
        </p:txBody>
      </p:sp>
      <p:sp>
        <p:nvSpPr>
          <p:cNvPr id="15" name="page-number">
            <a:extLst xmlns:a="http://schemas.openxmlformats.org/drawingml/2006/main">
              <a:ext uri="{FF2B5EF4-FFF2-40B4-BE49-F238E27FC236}">
                <a16:creationId xmlns:a16="http://schemas.microsoft.com/office/drawing/2014/main" id="{DC906EEC-F571-55D3-96AC-EBA1E9426659}"/>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20</ns6:t>
            </ns6:r>
          </ns6:p>
        </p:txBody>
      </p:sp>
    </p:spTree>
    <p:extLst>
      <p:ext uri="{BB962C8B-B14F-4D97-AF65-F5344CB8AC3E}">
        <p14:creationId xmlns:p14="http://schemas.microsoft.com/office/powerpoint/2010/main" val="2028508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F078A66B-A899-5E95-AD68-3FF27BAA538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9:p xmlns:ns9="http://schemas.openxmlformats.org/drawingml/2006/main">
            <ns9:pPr>
              <ns9:defRPr sz="1200" b="0">
                <ns9:solidFill>
                  <ns9:srgbClr val="566574"/>
                </ns9:solidFill>
                <ns9:latin typeface="Segoe UI"/>
                <ns9:ea typeface="Segoe UI"/>
                <ns9:cs typeface="Segoe UI"/>
              </ns9:defRPr>
            </ns9:pPr>
            <ns9:r>
              <ns9:rPr sz="1200" b="0">
                <ns9:solidFill>
                  <ns9:srgbClr val="566574"/>
                </ns9:solidFill>
                <ns9:latin typeface="Segoe UI"/>
                <ns9:ea typeface="Segoe UI"/>
                <ns9:cs typeface="Segoe UI"/>
              </ns9:rPr>
              <ns9:t>COMM-GROW-A2-W02  ·  Lesson 7b</ns9:t>
            </ns9:r>
          </ns9:p>
        </p:txBody>
      </p:sp>
      <p:sp>
        <p:nvSpPr>
          <p:cNvPr id="2" name="edition">
            <a:extLst xmlns:a="http://schemas.openxmlformats.org/drawingml/2006/main">
              <a:ext uri="{FF2B5EF4-FFF2-40B4-BE49-F238E27FC236}">
                <a16:creationId xmlns:a16="http://schemas.microsoft.com/office/drawing/2014/main" id="{23C14E2D-996D-54C6-893B-BAB47D56B120}"/>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0:p xmlns:ns10="http://schemas.openxmlformats.org/drawingml/2006/main">
            <ns10:pPr>
              <ns10:defRPr sz="1050" b="0">
                <ns10:solidFill>
                  <ns10:srgbClr val="566574"/>
                </ns10:solidFill>
                <ns10:latin typeface="Segoe UI"/>
                <ns10:ea typeface="Segoe UI"/>
                <ns10:cs typeface="Segoe UI"/>
              </ns10:defRPr>
            </ns10:pPr>
            <ns10:r>
              <ns10:rPr sz="1050" b="0">
                <ns10:solidFill>
                  <ns10:srgbClr val="566574"/>
                </ns10:solidFill>
                <ns10:latin typeface="Segoe UI"/>
                <ns10:ea typeface="Segoe UI"/>
                <ns10:cs typeface="Segoe UI"/>
              </ns10:rPr>
              <ns10:t>Public edition</ns10:t>
            </ns10:r>
          </ns10:p>
        </p:txBody>
      </p:sp>
      <p:sp>
        <p:nvSpPr>
          <p:cNvPr id="3" name="stage-title">
            <a:extLst xmlns:a="http://schemas.openxmlformats.org/drawingml/2006/main">
              <a:ext uri="{FF2B5EF4-FFF2-40B4-BE49-F238E27FC236}">
                <a16:creationId xmlns:a16="http://schemas.microsoft.com/office/drawing/2014/main" id="{8DD299D9-E41A-5ED9-8B43-02C29AC764D6}"/>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3:p xmlns:ns13="http://schemas.openxmlformats.org/drawingml/2006/main">
            <ns13:pPr>
              <ns13:defRPr sz="3300" b="1">
                <ns13:solidFill>
                  <ns13:srgbClr val="345D70"/>
                </ns13:solidFill>
                <ns13:latin typeface="Segoe UI"/>
                <ns13:ea typeface="Segoe UI"/>
                <ns13:cs typeface="Segoe UI"/>
              </ns13:defRPr>
            </ns13:pPr>
            <ns13:r>
              <ns13:rPr sz="3300" b="1">
                <ns13:solidFill>
                  <ns13:srgbClr val="345D70"/>
                </ns13:solidFill>
                <ns13:latin typeface="Segoe UI"/>
                <ns13:ea typeface="Segoe UI"/>
                <ns13:cs typeface="Segoe UI"/>
              </ns13:rPr>
              <ns13:t>Evidence check before hand-in</ns13:t>
            </ns13:r>
          </ns13:p>
        </p:txBody>
      </p:sp>
      <p:sp>
        <p:nvSpPr>
          <p:cNvPr id="4" name="pupil-body">
            <a:extLst xmlns:a="http://schemas.openxmlformats.org/drawingml/2006/main">
              <a:ext uri="{FF2B5EF4-FFF2-40B4-BE49-F238E27FC236}">
                <a16:creationId xmlns:a16="http://schemas.microsoft.com/office/drawing/2014/main" id="{879A8E21-B458-5CFD-B886-22B7A9F2EDF1}"/>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75" b="0">
                <a:solidFill>
                  <a:srgbClr val="192E3B"/>
                </a:solidFill>
                <a:latin typeface="Segoe UI"/>
                <a:ea typeface="Segoe UI"/>
                <a:cs typeface="Segoe UI"/>
              </a:defRPr>
            </a:defPPr>
            <a:lvl1pPr>
              <a:defRPr sz="2175" b="0">
                <a:solidFill>
                  <a:srgbClr val="192E3B"/>
                </a:solidFill>
                <a:latin typeface="Segoe UI"/>
                <a:ea typeface="Segoe UI"/>
                <a:cs typeface="Segoe UI"/>
              </a:defRPr>
            </a:lvl1pPr>
            <a:lvl2pPr>
              <a:defRPr sz="2175" b="0">
                <a:solidFill>
                  <a:srgbClr val="192E3B"/>
                </a:solidFill>
                <a:latin typeface="Segoe UI"/>
                <a:ea typeface="Segoe UI"/>
                <a:cs typeface="Segoe UI"/>
              </a:defRPr>
            </a:lvl2pPr>
            <a:lvl3pPr>
              <a:defRPr sz="2175" b="0">
                <a:solidFill>
                  <a:srgbClr val="192E3B"/>
                </a:solidFill>
                <a:latin typeface="Segoe UI"/>
                <a:ea typeface="Segoe UI"/>
                <a:cs typeface="Segoe UI"/>
              </a:defRPr>
            </a:lvl3pPr>
            <a:lvl4pPr>
              <a:defRPr sz="2175" b="0">
                <a:solidFill>
                  <a:srgbClr val="192E3B"/>
                </a:solidFill>
                <a:latin typeface="Segoe UI"/>
                <a:ea typeface="Segoe UI"/>
                <a:cs typeface="Segoe UI"/>
              </a:defRPr>
            </a:lvl4pPr>
            <a:lvl5pPr>
              <a:defRPr sz="2175" b="0">
                <a:solidFill>
                  <a:srgbClr val="192E3B"/>
                </a:solidFill>
                <a:latin typeface="Segoe UI"/>
                <a:ea typeface="Segoe UI"/>
                <a:cs typeface="Segoe UI"/>
              </a:defRPr>
            </a:lvl5pPr>
            <a:lvl6pPr>
              <a:defRPr sz="2175" b="0">
                <a:solidFill>
                  <a:srgbClr val="192E3B"/>
                </a:solidFill>
                <a:latin typeface="Segoe UI"/>
                <a:ea typeface="Segoe UI"/>
                <a:cs typeface="Segoe UI"/>
              </a:defRPr>
            </a:lvl6pPr>
            <a:lvl7pPr>
              <a:defRPr sz="2175" b="0">
                <a:solidFill>
                  <a:srgbClr val="192E3B"/>
                </a:solidFill>
                <a:latin typeface="Segoe UI"/>
                <a:ea typeface="Segoe UI"/>
                <a:cs typeface="Segoe UI"/>
              </a:defRPr>
            </a:lvl7pPr>
            <a:lvl8pPr>
              <a:defRPr sz="2175" b="0">
                <a:solidFill>
                  <a:srgbClr val="192E3B"/>
                </a:solidFill>
                <a:latin typeface="Segoe UI"/>
                <a:ea typeface="Segoe UI"/>
                <a:cs typeface="Segoe UI"/>
              </a:defRPr>
            </a:lvl8pPr>
            <a:lvl9pPr>
              <a:defRPr sz="2175" b="0">
                <a:solidFill>
                  <a:srgbClr val="192E3B"/>
                </a:solidFill>
                <a:latin typeface="Segoe UI"/>
                <a:ea typeface="Segoe UI"/>
                <a:cs typeface="Segoe UI"/>
              </a:defRPr>
            </a:lvl9pPr>
          </a:lstStyle>
          <ns0:p xmlns:ns0="http://schemas.openxmlformats.org/drawingml/2006/main">
            <ns0:pPr>
              <ns0:defRPr sz="2175" b="0">
                <ns0:solidFill>
                  <ns0:srgbClr val="192E3B"/>
                </ns0:solidFill>
                <ns0:latin typeface="Segoe UI"/>
                <ns0:ea typeface="Segoe UI"/>
                <ns0:cs typeface="Segoe UI"/>
              </ns0:defRPr>
            </ns0:pPr>
            <ns0:r>
              <ns0:rPr sz="2175" b="0">
                <ns0:solidFill>
                  <ns0:srgbClr val="192E3B"/>
                </ns0:solidFill>
                <ns0:latin typeface="Segoe UI"/>
                <ns0:ea typeface="Segoe UI"/>
                <ns0:cs typeface="Segoe UI"/>
              </ns0:rPr>
              <ns0:t>My name or ID and both dates.</ns0:t>
            </ns0:r>
          </ns0:p>
          <ns1:p xmlns:ns1="http://schemas.openxmlformats.org/drawingml/2006/main">
            <ns1:pPr>
              <ns1:defRPr sz="2175" b="0">
                <ns1:solidFill>
                  <ns1:srgbClr val="192E3B"/>
                </ns1:solidFill>
                <ns1:latin typeface="Segoe UI"/>
                <ns1:ea typeface="Segoe UI"/>
                <ns1:cs typeface="Segoe UI"/>
              </ns1:defRPr>
            </ns1:pPr>
            <ns1:r>
              <ns1:rPr sz="2175" b="0">
                <ns1:solidFill>
                  <ns1:srgbClr val="192E3B"/>
                </ns1:solidFill>
                <ns1:latin typeface="Segoe UI"/>
                <ns1:ea typeface="Segoe UI"/>
                <ns1:cs typeface="Segoe UI"/>
              </ns1:rPr>
              <ns1:t/>
            </ns1:r>
          </ns1:p>
          <ns2:p xmlns:ns2="http://schemas.openxmlformats.org/drawingml/2006/main">
            <ns2:pPr>
              <ns2:defRPr sz="2175" b="0">
                <ns2:solidFill>
                  <ns2:srgbClr val="192E3B"/>
                </ns2:solidFill>
                <ns2:latin typeface="Segoe UI"/>
                <ns2:ea typeface="Segoe UI"/>
                <ns2:cs typeface="Segoe UI"/>
              </ns2:defRPr>
            </ns2:pPr>
            <ns2:r>
              <ns2:rPr sz="2175" b="0">
                <ns2:solidFill>
                  <ns2:srgbClr val="192E3B"/>
                </ns2:solidFill>
                <ns2:latin typeface="Segoe UI"/>
                <ns2:ea typeface="Segoe UI"/>
                <ns2:cs typeface="Segoe UI"/>
              </ns2:rPr>
              <ns2:t>My job and my own words.</ns2:t>
            </ns2:r>
          </ns2:p>
          <ns3:p xmlns:ns3="http://schemas.openxmlformats.org/drawingml/2006/main">
            <ns3:pPr>
              <ns3:defRPr sz="2175" b="0">
                <ns3:solidFill>
                  <ns3:srgbClr val="192E3B"/>
                </ns3:solidFill>
                <ns3:latin typeface="Segoe UI"/>
                <ns3:ea typeface="Segoe UI"/>
                <ns3:cs typeface="Segoe UI"/>
              </ns3:defRPr>
            </ns3:pPr>
            <ns3:r>
              <ns3:rPr sz="2175" b="0">
                <ns3:solidFill>
                  <ns3:srgbClr val="192E3B"/>
                </ns3:solidFill>
                <ns3:latin typeface="Segoe UI"/>
                <ns3:ea typeface="Segoe UI"/>
                <ns3:cs typeface="Segoe UI"/>
              </ns3:rPr>
              <ns3:t/>
            </ns3:r>
          </ns3:p>
          <ns4:p xmlns:ns4="http://schemas.openxmlformats.org/drawingml/2006/main">
            <ns4:pPr>
              <ns4:defRPr sz="2175" b="0">
                <ns4:solidFill>
                  <ns4:srgbClr val="192E3B"/>
                </ns4:solidFill>
                <ns4:latin typeface="Segoe UI"/>
                <ns4:ea typeface="Segoe UI"/>
                <ns4:cs typeface="Segoe UI"/>
              </ns4:defRPr>
            </ns4:pPr>
            <ns4:r>
              <ns4:rPr sz="2175" b="0">
                <ns4:solidFill>
                  <ns4:srgbClr val="192E3B"/>
                </ns4:solidFill>
                <ns4:latin typeface="Segoe UI"/>
                <ns4:ea typeface="Segoe UI"/>
                <ns4:cs typeface="Segoe UI"/>
              </ns4:rPr>
              <ns4:t>My sum or tally has a check.</ns4:t>
            </ns4:r>
          </ns4:p>
          <ns5:p xmlns:ns5="http://schemas.openxmlformats.org/drawingml/2006/main">
            <ns5:pPr>
              <ns5:defRPr sz="2175" b="0">
                <ns5:solidFill>
                  <ns5:srgbClr val="192E3B"/>
                </ns5:solidFill>
                <ns5:latin typeface="Segoe UI"/>
                <ns5:ea typeface="Segoe UI"/>
                <ns5:cs typeface="Segoe UI"/>
              </ns5:defRPr>
            </ns5:pPr>
            <ns5:r>
              <ns5:rPr sz="2175" b="0">
                <ns5:solidFill>
                  <ns5:srgbClr val="192E3B"/>
                </ns5:solidFill>
                <ns5:latin typeface="Segoe UI"/>
                <ns5:ea typeface="Segoe UI"/>
                <ns5:cs typeface="Segoe UI"/>
              </ns5:rPr>
              <ns5:t/>
            </ns5:r>
          </ns5:p>
          <ns6:p xmlns:ns6="http://schemas.openxmlformats.org/drawingml/2006/main">
            <ns6:pPr>
              <ns6:defRPr sz="2175" b="0">
                <ns6:solidFill>
                  <ns6:srgbClr val="192E3B"/>
                </ns6:solidFill>
                <ns6:latin typeface="Segoe UI"/>
                <ns6:ea typeface="Segoe UI"/>
                <ns6:cs typeface="Segoe UI"/>
              </ns6:defRPr>
            </ns6:pPr>
            <ns6:r>
              <ns6:rPr sz="2175" b="0">
                <ns6:solidFill>
                  <ns6:srgbClr val="192E3B"/>
                </ns6:solidFill>
                <ns6:latin typeface="Segoe UI"/>
                <ns6:ea typeface="Segoe UI"/>
                <ns6:cs typeface="Segoe UI"/>
              </ns6:rPr>
              <ns6:t>My help and second go are clear.</ns6:t>
            </ns6:r>
          </ns6:p>
          <ns7:p xmlns:ns7="http://schemas.openxmlformats.org/drawingml/2006/main">
            <ns7:pPr>
              <ns7:defRPr sz="2175" b="0">
                <ns7:solidFill>
                  <ns7:srgbClr val="192E3B"/>
                </ns7:solidFill>
                <ns7:latin typeface="Segoe UI"/>
                <ns7:ea typeface="Segoe UI"/>
                <ns7:cs typeface="Segoe UI"/>
              </ns7:defRPr>
            </ns7:pPr>
            <ns7:r>
              <ns7:rPr sz="2175" b="0">
                <ns7:solidFill>
                  <ns7:srgbClr val="192E3B"/>
                </ns7:solidFill>
                <ns7:latin typeface="Segoe UI"/>
                <ns7:ea typeface="Segoe UI"/>
                <ns7:cs typeface="Segoe UI"/>
              </ns7:rPr>
              <ns7:t/>
            </ns7:r>
          </ns7:p>
          <ns8:p xmlns:ns8="http://schemas.openxmlformats.org/drawingml/2006/main">
            <ns8:pPr>
              <ns8:defRPr sz="2175" b="0">
                <ns8:solidFill>
                  <ns8:srgbClr val="192E3B"/>
                </ns8:solidFill>
                <ns8:latin typeface="Segoe UI"/>
                <ns8:ea typeface="Segoe UI"/>
                <ns8:cs typeface="Segoe UI"/>
              </ns8:defRPr>
            </ns8:pPr>
            <ns8:r>
              <ns8:rPr sz="2175" b="0">
                <ns8:solidFill>
                  <ns8:srgbClr val="192E3B"/>
                </ns8:solidFill>
                <ns8:latin typeface="Segoe UI"/>
                <ns8:ea typeface="Segoe UI"/>
                <ns8:cs typeface="Segoe UI"/>
              </ns8:rPr>
              <ns8:t>Sale: Thursday 3 December 2026, 13:30–14:10</ns8:t>
            </ns8:r>
          </ns8:p>
        </p:txBody>
      </p:sp>
      <p:sp>
        <p:nvSpPr>
          <p:cNvPr id="5" name="credit">
            <a:extLst xmlns:a="http://schemas.openxmlformats.org/drawingml/2006/main">
              <a:ext uri="{FF2B5EF4-FFF2-40B4-BE49-F238E27FC236}">
                <a16:creationId xmlns:a16="http://schemas.microsoft.com/office/drawing/2014/main" id="{FCE5DEFA-C5B4-5E91-8924-899C6E00522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2:p xmlns:ns12="http://schemas.openxmlformats.org/drawingml/2006/main">
            <ns12:pPr>
              <ns12:defRPr sz="788" b="0">
                <ns12:solidFill>
                  <ns12:srgbClr val="566574"/>
                </ns12:solidFill>
                <ns12:latin typeface="Segoe UI"/>
                <ns12:ea typeface="Segoe UI"/>
                <ns12:cs typeface="Segoe UI"/>
              </ns12:defRPr>
            </ns12:pPr>
            <ns12:r>
              <ns12:rPr sz="788" b="0">
                <ns12:solidFill>
                  <ns12:srgbClr val="566574"/>
                </ns12:solidFill>
                <ns12:latin typeface="Segoe UI"/>
                <ns12:ea typeface="Segoe UI"/>
                <ns12:cs typeface="Segoe UI"/>
              </ns12:rPr>
              <ns12:t>Made by Matt · © Matt Roper · CC BY-NC-SA 4.0: free for classroom use, share and adapt with credit, no resale</ns12:t>
            </ns12:r>
          </ns12:p>
        </p:txBody>
      </p:sp>
      <p:sp>
        <p:nvSpPr>
          <p:cNvPr id="6" name="page-number">
            <a:extLst xmlns:a="http://schemas.openxmlformats.org/drawingml/2006/main">
              <a:ext uri="{FF2B5EF4-FFF2-40B4-BE49-F238E27FC236}">
                <a16:creationId xmlns:a16="http://schemas.microsoft.com/office/drawing/2014/main" id="{26B07A1C-5564-5C58-AF6B-FC13B20E0EC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21</ns11:t>
            </ns11:r>
          </ns11:p>
        </p:txBody>
      </p:sp>
    </p:spTree>
    <p:extLst>
      <p:ext uri="{BB962C8B-B14F-4D97-AF65-F5344CB8AC3E}">
        <p14:creationId xmlns:p14="http://schemas.microsoft.com/office/powerpoint/2010/main" val="10644219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59C41089-852E-52F5-ACB1-8FB509E1B79D}"/>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7:p xmlns:ns7="http://schemas.openxmlformats.org/drawingml/2006/main">
            <ns7:pPr>
              <ns7:defRPr sz="1200" b="0">
                <ns7:solidFill>
                  <ns7:srgbClr val="566574"/>
                </ns7:solidFill>
                <ns7:latin typeface="Segoe UI"/>
                <ns7:ea typeface="Segoe UI"/>
                <ns7:cs typeface="Segoe UI"/>
              </ns7:defRPr>
            </ns7:pPr>
            <ns7:r>
              <ns7:rPr sz="1200" b="0">
                <ns7:solidFill>
                  <ns7:srgbClr val="566574"/>
                </ns7:solidFill>
                <ns7:latin typeface="Segoe UI"/>
                <ns7:ea typeface="Segoe UI"/>
                <ns7:cs typeface="Segoe UI"/>
              </ns7:rPr>
              <ns7:t>COMM-GROW-A2-W02  ·  Lesson 7b</ns7:t>
            </ns7:r>
          </ns7:p>
        </p:txBody>
      </p:sp>
      <p:sp>
        <p:nvSpPr>
          <p:cNvPr id="2" name="edition">
            <a:extLst xmlns:a="http://schemas.openxmlformats.org/drawingml/2006/main">
              <a:ext uri="{FF2B5EF4-FFF2-40B4-BE49-F238E27FC236}">
                <a16:creationId xmlns:a16="http://schemas.microsoft.com/office/drawing/2014/main" id="{85F70A08-6EDC-5E68-89B1-702726BD435A}"/>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8:p xmlns:ns8="http://schemas.openxmlformats.org/drawingml/2006/main">
            <ns8:pPr>
              <ns8:defRPr sz="1050" b="0">
                <ns8:solidFill>
                  <ns8:srgbClr val="566574"/>
                </ns8:solidFill>
                <ns8:latin typeface="Segoe UI"/>
                <ns8:ea typeface="Segoe UI"/>
                <ns8:cs typeface="Segoe UI"/>
              </ns8:defRPr>
            </ns8:pPr>
            <ns8:r>
              <ns8:rPr sz="1050" b="0">
                <ns8:solidFill>
                  <ns8:srgbClr val="566574"/>
                </ns8:solidFill>
                <ns8:latin typeface="Segoe UI"/>
                <ns8:ea typeface="Segoe UI"/>
                <ns8:cs typeface="Segoe UI"/>
              </ns8:rPr>
              <ns8:t>Public edition</ns8:t>
            </ns8:r>
          </ns8:p>
        </p:txBody>
      </p:sp>
      <p:sp>
        <p:nvSpPr>
          <p:cNvPr id="3" name="stage-title">
            <a:extLst xmlns:a="http://schemas.openxmlformats.org/drawingml/2006/main">
              <a:ext uri="{FF2B5EF4-FFF2-40B4-BE49-F238E27FC236}">
                <a16:creationId xmlns:a16="http://schemas.microsoft.com/office/drawing/2014/main" id="{68614EA6-2895-5FB4-9AF0-DD692B8AEE08}"/>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1:p xmlns:ns11="http://schemas.openxmlformats.org/drawingml/2006/main">
            <ns11:pPr>
              <ns11:defRPr sz="3300" b="1">
                <ns11:solidFill>
                  <ns11:srgbClr val="345D70"/>
                </ns11:solidFill>
                <ns11:latin typeface="Segoe UI"/>
                <ns11:ea typeface="Segoe UI"/>
                <ns11:cs typeface="Segoe UI"/>
              </ns11:defRPr>
            </ns11:pPr>
            <ns11:r>
              <ns11:rPr sz="3300" b="1">
                <ns11:solidFill>
                  <ns11:srgbClr val="345D70"/>
                </ns11:solidFill>
                <ns11:latin typeface="Segoe UI"/>
                <ns11:ea typeface="Segoe UI"/>
                <ns11:cs typeface="Segoe UI"/>
              </ns11:rPr>
              <ns11:t>Exit ticket</ns11:t>
            </ns11:r>
          </ns11:p>
        </p:txBody>
      </p:sp>
      <p:sp>
        <p:nvSpPr>
          <p:cNvPr id="4" name="pupil-body">
            <a:extLst xmlns:a="http://schemas.openxmlformats.org/drawingml/2006/main">
              <a:ext uri="{FF2B5EF4-FFF2-40B4-BE49-F238E27FC236}">
                <a16:creationId xmlns:a16="http://schemas.microsoft.com/office/drawing/2014/main" id="{FCFC34A7-115F-5368-A9F3-61C4BD531BCF}"/>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Can you do your sale-day job safely and politely?</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One part I can do is __.</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Next time I need __.</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I used feedback to change __.</ns6:t>
            </ns6:r>
          </ns6:p>
        </p:txBody>
      </p:sp>
      <p:sp>
        <p:nvSpPr>
          <p:cNvPr id="5" name="credit">
            <a:extLst xmlns:a="http://schemas.openxmlformats.org/drawingml/2006/main">
              <a:ext uri="{FF2B5EF4-FFF2-40B4-BE49-F238E27FC236}">
                <a16:creationId xmlns:a16="http://schemas.microsoft.com/office/drawing/2014/main" id="{9F7AD458-B7CF-5759-A348-04B3E35803B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0:p xmlns:ns10="http://schemas.openxmlformats.org/drawingml/2006/main">
            <ns10:pPr>
              <ns10:defRPr sz="788" b="0">
                <ns10:solidFill>
                  <ns10:srgbClr val="566574"/>
                </ns10:solidFill>
                <ns10:latin typeface="Segoe UI"/>
                <ns10:ea typeface="Segoe UI"/>
                <ns10:cs typeface="Segoe UI"/>
              </ns10:defRPr>
            </ns10:pPr>
            <ns10:r>
              <ns10:rPr sz="788" b="0">
                <ns10:solidFill>
                  <ns10:srgbClr val="566574"/>
                </ns10:solidFill>
                <ns10:latin typeface="Segoe UI"/>
                <ns10:ea typeface="Segoe UI"/>
                <ns10:cs typeface="Segoe UI"/>
              </ns10:rPr>
              <ns10:t>Made by Matt · © Matt Roper · CC BY-NC-SA 4.0: free for classroom use, share and adapt with credit, no resale</ns10:t>
            </ns10:r>
          </ns10:p>
        </p:txBody>
      </p:sp>
      <p:sp>
        <p:nvSpPr>
          <p:cNvPr id="6" name="page-number">
            <a:extLst xmlns:a="http://schemas.openxmlformats.org/drawingml/2006/main">
              <a:ext uri="{FF2B5EF4-FFF2-40B4-BE49-F238E27FC236}">
                <a16:creationId xmlns:a16="http://schemas.microsoft.com/office/drawing/2014/main" id="{EDA9C43F-4E83-55C8-B318-2F68024AC88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9:p xmlns:ns9="http://schemas.openxmlformats.org/drawingml/2006/main">
            <ns9:pPr>
              <ns9:defRPr sz="1050" b="0">
                <ns9:solidFill>
                  <ns9:srgbClr val="566574"/>
                </ns9:solidFill>
                <ns9:latin typeface="Segoe UI"/>
                <ns9:ea typeface="Segoe UI"/>
                <ns9:cs typeface="Segoe UI"/>
              </ns9:defRPr>
            </ns9:pPr>
            <ns9:r>
              <ns9:rPr sz="1050" b="0">
                <ns9:solidFill>
                  <ns9:srgbClr val="566574"/>
                </ns9:solidFill>
                <ns9:latin typeface="Segoe UI"/>
                <ns9:ea typeface="Segoe UI"/>
                <ns9:cs typeface="Segoe UI"/>
              </ns9:rPr>
              <ns9:t>22</ns9:t>
            </ns9:r>
          </ns9:p>
        </p:txBody>
      </p:sp>
    </p:spTree>
    <p:extLst>
      <p:ext uri="{BB962C8B-B14F-4D97-AF65-F5344CB8AC3E}">
        <p14:creationId xmlns:p14="http://schemas.microsoft.com/office/powerpoint/2010/main" val="179903787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code">
            <a:extLst xmlns:a="http://schemas.openxmlformats.org/drawingml/2006/main">
              <a:ext uri="{FF2B5EF4-FFF2-40B4-BE49-F238E27FC236}">
                <a16:creationId xmlns:a16="http://schemas.microsoft.com/office/drawing/2014/main" id="{7C7C8E10-3CE4-54AF-ABDD-9673859EB975}"/>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0:p xmlns:ns0="http://schemas.openxmlformats.org/drawingml/2006/main">
            <ns0:pPr>
              <ns0:defRPr sz="1200" b="0">
                <ns0:solidFill>
                  <ns0:srgbClr val="566574"/>
                </ns0:solidFill>
                <ns0:latin typeface="Segoe UI"/>
                <ns0:ea typeface="Segoe UI"/>
                <ns0:cs typeface="Segoe UI"/>
              </ns0:defRPr>
            </ns0:pPr>
            <ns0:r>
              <ns0:rPr sz="1200" b="0">
                <ns0:solidFill>
                  <ns0:srgbClr val="566574"/>
                </ns0:solidFill>
                <ns0:latin typeface="Segoe UI"/>
                <ns0:ea typeface="Segoe UI"/>
                <ns0:cs typeface="Segoe UI"/>
              </ns0:rPr>
              <ns0:t>COMM-GROW-A2-W02  ·  Lesson 7b</ns0:t>
            </ns0:r>
          </ns0:p>
        </p:txBody>
      </p:sp>
      <p:sp>
        <p:nvSpPr>
          <p:cNvPr id="2" name="edition">
            <a:extLst xmlns:a="http://schemas.openxmlformats.org/drawingml/2006/main">
              <a:ext uri="{FF2B5EF4-FFF2-40B4-BE49-F238E27FC236}">
                <a16:creationId xmlns:a16="http://schemas.microsoft.com/office/drawing/2014/main" id="{57E21445-DB2A-5EC9-A7B6-5AADF72C212F}"/>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p xmlns:ns1="http://schemas.openxmlformats.org/drawingml/2006/main">
            <ns1:pPr>
              <ns1:defRPr sz="1050" b="0">
                <ns1:solidFill>
                  <ns1:srgbClr val="566574"/>
                </ns1:solidFill>
                <ns1:latin typeface="Segoe UI"/>
                <ns1:ea typeface="Segoe UI"/>
                <ns1:cs typeface="Segoe UI"/>
              </ns1:defRPr>
            </ns1:pPr>
            <ns1:r>
              <ns1:rPr sz="1050" b="0">
                <ns1:solidFill>
                  <ns1:srgbClr val="566574"/>
                </ns1:solidFill>
                <ns1:latin typeface="Segoe UI"/>
                <ns1:ea typeface="Segoe UI"/>
                <ns1:cs typeface="Segoe UI"/>
              </ns1:rPr>
              <ns1:t>Public edition</ns1:t>
            </ns1:r>
          </ns1:p>
        </p:txBody>
      </p:sp>
      <p:sp>
        <p:nvSpPr>
          <p:cNvPr id="3" name="stage-title">
            <a:extLst xmlns:a="http://schemas.openxmlformats.org/drawingml/2006/main">
              <a:ext uri="{FF2B5EF4-FFF2-40B4-BE49-F238E27FC236}">
                <a16:creationId xmlns:a16="http://schemas.microsoft.com/office/drawing/2014/main" id="{AA092948-A36F-5F18-B3DA-EFD26C05ED6C}"/>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4:p xmlns:ns4="http://schemas.openxmlformats.org/drawingml/2006/main">
            <ns4:pPr>
              <ns4:defRPr sz="3300" b="1">
                <ns4:solidFill>
                  <ns4:srgbClr val="345D70"/>
                </ns4:solidFill>
                <ns4:latin typeface="Segoe UI"/>
                <ns4:ea typeface="Segoe UI"/>
                <ns4:cs typeface="Segoe UI"/>
              </ns4:defRPr>
            </ns4:pPr>
            <ns4:r>
              <ns4:rPr sz="3300" b="1">
                <ns4:solidFill>
                  <ns4:srgbClr val="345D70"/>
                </ns4:solidFill>
                <ns4:latin typeface="Segoe UI"/>
                <ns4:ea typeface="Segoe UI"/>
                <ns4:cs typeface="Segoe UI"/>
              </ns4:rPr>
              <ns4:t>Key vocabulary mat</ns4:t>
            </ns4:r>
          </ns4:p>
        </p:txBody>
      </p:sp>
      <p:pic>
        <p:nvPicPr>
          <p:cNvPr id="4" name="picture-cue-1" descr="Flat tag cue for price." title="price">
            <a:extLst xmlns:a="http://schemas.openxmlformats.org/drawingml/2006/main">
              <a:ext uri="{FF2B5EF4-FFF2-40B4-BE49-F238E27FC236}">
                <a16:creationId xmlns:a16="http://schemas.microsoft.com/office/drawing/2014/main" id="{52526BC8-D6E6-5A48-90A0-5AD72E6A2E6C}"/>
              </a:ext>
            </a:extLst>
          </p:cNvPr>
          <p:cNvPicPr>
            <a:picLocks xmlns:a="http://schemas.openxmlformats.org/drawingml/2006/main" noChangeAspect="1"/>
          </p:cNvPicPr>
          <p:nvPr/>
        </p:nvPicPr>
        <p:blipFill>
          <a:blip xmlns:r="http://schemas.openxmlformats.org/officeDocument/2006/relationships" xmlns:a="http://schemas.openxmlformats.org/drawingml/2006/main" r:embed="Ra524a347ae674527"/>
          <a:stretch xmlns:a="http://schemas.openxmlformats.org/drawingml/2006/main"/>
        </p:blipFill>
        <p:spPr>
          <a:xfrm xmlns:a="http://schemas.openxmlformats.org/drawingml/2006/main">
            <a:off x="533400" y="1504950"/>
            <a:ext cx="457200" cy="457200"/>
          </a:xfrm>
          <a:prstGeom xmlns:a="http://schemas.openxmlformats.org/drawingml/2006/main" prst="rect">
            <a:avLst/>
          </a:prstGeom>
        </p:spPr>
      </p:pic>
      <p:sp>
        <p:nvSpPr>
          <p:cNvPr id="5" name="word-0">
            <a:extLst xmlns:a="http://schemas.openxmlformats.org/drawingml/2006/main">
              <a:ext uri="{FF2B5EF4-FFF2-40B4-BE49-F238E27FC236}">
                <a16:creationId xmlns:a16="http://schemas.microsoft.com/office/drawing/2014/main" id="{942A606D-A478-59D4-92EE-355D69E65887}"/>
              </a:ext>
            </a:extLst>
          </p:cNvPr>
          <p:cNvSpPr>
            <a:spLocks xmlns:a="http://schemas.openxmlformats.org/drawingml/2006/main" noGrp="1"/>
          </p:cNvSpPr>
          <p:nvPr/>
        </p:nvSpPr>
        <p:spPr>
          <a:xfrm xmlns:a="http://schemas.openxmlformats.org/drawingml/2006/main">
            <a:off x="1162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5:p xmlns:ns5="http://schemas.openxmlformats.org/drawingml/2006/main">
            <ns5:pPr>
              <ns5:defRPr sz="1875" b="1">
                <ns5:solidFill>
                  <ns5:srgbClr val="345D70"/>
                </ns5:solidFill>
                <ns5:latin typeface="Segoe UI"/>
                <ns5:ea typeface="Segoe UI"/>
                <ns5:cs typeface="Segoe UI"/>
              </ns5:defRPr>
            </ns5:pPr>
            <ns5:r>
              <ns5:rPr sz="1875" b="1">
                <ns5:solidFill>
                  <ns5:srgbClr val="345D70"/>
                </ns5:solidFill>
                <ns5:latin typeface="Segoe UI"/>
                <ns5:ea typeface="Segoe UI"/>
                <ns5:cs typeface="Segoe UI"/>
              </ns5:rPr>
              <ns5:t>price</ns5:t>
            </ns5:r>
          </ns5:p>
        </p:txBody>
      </p:sp>
      <p:sp>
        <p:nvSpPr>
          <p:cNvPr id="6" name="definition-0">
            <a:extLst xmlns:a="http://schemas.openxmlformats.org/drawingml/2006/main">
              <a:ext uri="{FF2B5EF4-FFF2-40B4-BE49-F238E27FC236}">
                <a16:creationId xmlns:a16="http://schemas.microsoft.com/office/drawing/2014/main" id="{764DF178-C778-5738-8878-FEE70B25DAA8}"/>
              </a:ext>
            </a:extLst>
          </p:cNvPr>
          <p:cNvSpPr>
            <a:spLocks xmlns:a="http://schemas.openxmlformats.org/drawingml/2006/main" noGrp="1"/>
          </p:cNvSpPr>
          <p:nvPr/>
        </p:nvSpPr>
        <p:spPr>
          <a:xfrm xmlns:a="http://schemas.openxmlformats.org/drawingml/2006/main">
            <a:off x="1162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6:p xmlns:ns6="http://schemas.openxmlformats.org/drawingml/2006/main">
            <ns6:pPr>
              <ns6:defRPr sz="1800" b="0">
                <ns6:solidFill>
                  <ns6:srgbClr val="192E3B"/>
                </ns6:solidFill>
                <ns6:latin typeface="Segoe UI"/>
                <ns6:ea typeface="Segoe UI"/>
                <ns6:cs typeface="Segoe UI"/>
              </ns6:defRPr>
            </ns6:pPr>
            <ns6:r>
              <ns6:rPr sz="1800" b="0">
                <ns6:solidFill>
                  <ns6:srgbClr val="192E3B"/>
                </ns6:solidFill>
                <ns6:latin typeface="Segoe UI"/>
                <ns6:ea typeface="Segoe UI"/>
                <ns6:cs typeface="Segoe UI"/>
              </ns6:rPr>
              <ns6:t>Money we ask for one item.</ns6:t>
            </ns6:r>
          </ns6:p>
        </p:txBody>
      </p:sp>
      <p:pic>
        <p:nvPicPr>
          <p:cNvPr id="7" name="picture-cue-2" descr="Flat calculator cue for float." title="float">
            <a:extLst xmlns:a="http://schemas.openxmlformats.org/drawingml/2006/main">
              <a:ext uri="{FF2B5EF4-FFF2-40B4-BE49-F238E27FC236}">
                <a16:creationId xmlns:a16="http://schemas.microsoft.com/office/drawing/2014/main" id="{5B83AC1D-3A26-517F-94B2-43E4C866C718}"/>
              </a:ext>
            </a:extLst>
          </p:cNvPr>
          <p:cNvPicPr>
            <a:picLocks xmlns:a="http://schemas.openxmlformats.org/drawingml/2006/main" noChangeAspect="1"/>
          </p:cNvPicPr>
          <p:nvPr/>
        </p:nvPicPr>
        <p:blipFill>
          <a:blip xmlns:r="http://schemas.openxmlformats.org/officeDocument/2006/relationships" xmlns:a="http://schemas.openxmlformats.org/drawingml/2006/main" r:embed="Rced7992d3541451e"/>
          <a:stretch xmlns:a="http://schemas.openxmlformats.org/drawingml/2006/main"/>
        </p:blipFill>
        <p:spPr>
          <a:xfrm xmlns:a="http://schemas.openxmlformats.org/drawingml/2006/main">
            <a:off x="6248400" y="1504950"/>
            <a:ext cx="457200" cy="457200"/>
          </a:xfrm>
          <a:prstGeom xmlns:a="http://schemas.openxmlformats.org/drawingml/2006/main" prst="rect">
            <a:avLst/>
          </a:prstGeom>
        </p:spPr>
      </p:pic>
      <p:sp>
        <p:nvSpPr>
          <p:cNvPr id="8" name="word-1">
            <a:extLst xmlns:a="http://schemas.openxmlformats.org/drawingml/2006/main">
              <a:ext uri="{FF2B5EF4-FFF2-40B4-BE49-F238E27FC236}">
                <a16:creationId xmlns:a16="http://schemas.microsoft.com/office/drawing/2014/main" id="{6D0481D1-7806-50CE-99B2-379C4AD33AC7}"/>
              </a:ext>
            </a:extLst>
          </p:cNvPr>
          <p:cNvSpPr>
            <a:spLocks xmlns:a="http://schemas.openxmlformats.org/drawingml/2006/main" noGrp="1"/>
          </p:cNvSpPr>
          <p:nvPr/>
        </p:nvSpPr>
        <p:spPr>
          <a:xfrm xmlns:a="http://schemas.openxmlformats.org/drawingml/2006/main">
            <a:off x="6877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7:p xmlns:ns7="http://schemas.openxmlformats.org/drawingml/2006/main">
            <ns7:pPr>
              <ns7:defRPr sz="1875" b="1">
                <ns7:solidFill>
                  <ns7:srgbClr val="345D70"/>
                </ns7:solidFill>
                <ns7:latin typeface="Segoe UI"/>
                <ns7:ea typeface="Segoe UI"/>
                <ns7:cs typeface="Segoe UI"/>
              </ns7:defRPr>
            </ns7:pPr>
            <ns7:r>
              <ns7:rPr sz="1875" b="1">
                <ns7:solidFill>
                  <ns7:srgbClr val="345D70"/>
                </ns7:solidFill>
                <ns7:latin typeface="Segoe UI"/>
                <ns7:ea typeface="Segoe UI"/>
                <ns7:cs typeface="Segoe UI"/>
              </ns7:rPr>
              <ns7:t>float</ns7:t>
            </ns7:r>
          </ns7:p>
        </p:txBody>
      </p:sp>
      <p:sp>
        <p:nvSpPr>
          <p:cNvPr id="9" name="definition-1">
            <a:extLst xmlns:a="http://schemas.openxmlformats.org/drawingml/2006/main">
              <a:ext uri="{FF2B5EF4-FFF2-40B4-BE49-F238E27FC236}">
                <a16:creationId xmlns:a16="http://schemas.microsoft.com/office/drawing/2014/main" id="{4C7AC3BF-BF8F-5332-823E-9368324E3375}"/>
              </a:ext>
            </a:extLst>
          </p:cNvPr>
          <p:cNvSpPr>
            <a:spLocks xmlns:a="http://schemas.openxmlformats.org/drawingml/2006/main" noGrp="1"/>
          </p:cNvSpPr>
          <p:nvPr/>
        </p:nvSpPr>
        <p:spPr>
          <a:xfrm xmlns:a="http://schemas.openxmlformats.org/drawingml/2006/main">
            <a:off x="6877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8:p xmlns:ns8="http://schemas.openxmlformats.org/drawingml/2006/main">
            <ns8:pPr>
              <ns8:defRPr sz="1800" b="0">
                <ns8:solidFill>
                  <ns8:srgbClr val="192E3B"/>
                </ns8:solidFill>
                <ns8:latin typeface="Segoe UI"/>
                <ns8:ea typeface="Segoe UI"/>
                <ns8:cs typeface="Segoe UI"/>
              </ns8:defRPr>
            </ns8:pPr>
            <ns8:r>
              <ns8:rPr sz="1800" b="0">
                <ns8:solidFill>
                  <ns8:srgbClr val="192E3B"/>
                </ns8:solidFill>
                <ns8:latin typeface="Segoe UI"/>
                <ns8:ea typeface="Segoe UI"/>
                <ns8:cs typeface="Segoe UI"/>
              </ns8:rPr>
              <ns8:t>Money we keep for change at the start.</ns8:t>
            </ns8:r>
          </ns8:p>
        </p:txBody>
      </p:sp>
      <p:pic>
        <p:nvPicPr>
          <p:cNvPr id="10" name="picture-cue-3" descr="Flat calculator cue for change." title="change">
            <a:extLst xmlns:a="http://schemas.openxmlformats.org/drawingml/2006/main">
              <a:ext uri="{FF2B5EF4-FFF2-40B4-BE49-F238E27FC236}">
                <a16:creationId xmlns:a16="http://schemas.microsoft.com/office/drawing/2014/main" id="{C04AD615-D624-57ED-81E7-6D0435BD7203}"/>
              </a:ext>
            </a:extLst>
          </p:cNvPr>
          <p:cNvPicPr>
            <a:picLocks xmlns:a="http://schemas.openxmlformats.org/drawingml/2006/main" noChangeAspect="1"/>
          </p:cNvPicPr>
          <p:nvPr/>
        </p:nvPicPr>
        <p:blipFill>
          <a:blip xmlns:r="http://schemas.openxmlformats.org/officeDocument/2006/relationships" xmlns:a="http://schemas.openxmlformats.org/drawingml/2006/main" r:embed="Rd57204122dab4110"/>
          <a:stretch xmlns:a="http://schemas.openxmlformats.org/drawingml/2006/main"/>
        </p:blipFill>
        <p:spPr>
          <a:xfrm xmlns:a="http://schemas.openxmlformats.org/drawingml/2006/main">
            <a:off x="533400" y="2647950"/>
            <a:ext cx="457200" cy="457200"/>
          </a:xfrm>
          <a:prstGeom xmlns:a="http://schemas.openxmlformats.org/drawingml/2006/main" prst="rect">
            <a:avLst/>
          </a:prstGeom>
        </p:spPr>
      </p:pic>
      <p:sp>
        <p:nvSpPr>
          <p:cNvPr id="11" name="word-2">
            <a:extLst xmlns:a="http://schemas.openxmlformats.org/drawingml/2006/main">
              <a:ext uri="{FF2B5EF4-FFF2-40B4-BE49-F238E27FC236}">
                <a16:creationId xmlns:a16="http://schemas.microsoft.com/office/drawing/2014/main" id="{6244A1D9-16EA-5EC6-B7A3-004C2C884E30}"/>
              </a:ext>
            </a:extLst>
          </p:cNvPr>
          <p:cNvSpPr>
            <a:spLocks xmlns:a="http://schemas.openxmlformats.org/drawingml/2006/main" noGrp="1"/>
          </p:cNvSpPr>
          <p:nvPr/>
        </p:nvSpPr>
        <p:spPr>
          <a:xfrm xmlns:a="http://schemas.openxmlformats.org/drawingml/2006/main">
            <a:off x="1162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9:p xmlns:ns9="http://schemas.openxmlformats.org/drawingml/2006/main">
            <ns9:pPr>
              <ns9:defRPr sz="1875" b="1">
                <ns9:solidFill>
                  <ns9:srgbClr val="345D70"/>
                </ns9:solidFill>
                <ns9:latin typeface="Segoe UI"/>
                <ns9:ea typeface="Segoe UI"/>
                <ns9:cs typeface="Segoe UI"/>
              </ns9:defRPr>
            </ns9:pPr>
            <ns9:r>
              <ns9:rPr sz="1875" b="1">
                <ns9:solidFill>
                  <ns9:srgbClr val="345D70"/>
                </ns9:solidFill>
                <ns9:latin typeface="Segoe UI"/>
                <ns9:ea typeface="Segoe UI"/>
                <ns9:cs typeface="Segoe UI"/>
              </ns9:rPr>
              <ns9:t>change</ns9:t>
            </ns9:r>
          </ns9:p>
        </p:txBody>
      </p:sp>
      <p:sp>
        <p:nvSpPr>
          <p:cNvPr id="12" name="definition-2">
            <a:extLst xmlns:a="http://schemas.openxmlformats.org/drawingml/2006/main">
              <a:ext uri="{FF2B5EF4-FFF2-40B4-BE49-F238E27FC236}">
                <a16:creationId xmlns:a16="http://schemas.microsoft.com/office/drawing/2014/main" id="{B580F50B-4E6B-5A4E-9FE9-23381F2A89A1}"/>
              </a:ext>
            </a:extLst>
          </p:cNvPr>
          <p:cNvSpPr>
            <a:spLocks xmlns:a="http://schemas.openxmlformats.org/drawingml/2006/main" noGrp="1"/>
          </p:cNvSpPr>
          <p:nvPr/>
        </p:nvSpPr>
        <p:spPr>
          <a:xfrm xmlns:a="http://schemas.openxmlformats.org/drawingml/2006/main">
            <a:off x="1162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Money we give back after a sale.</ns10:t>
            </ns10:r>
          </ns10:p>
        </p:txBody>
      </p:sp>
      <p:pic>
        <p:nvPicPr>
          <p:cNvPr id="13" name="picture-cue-4" descr="Flat clipboard check cue for order." title="order">
            <a:extLst xmlns:a="http://schemas.openxmlformats.org/drawingml/2006/main">
              <a:ext uri="{FF2B5EF4-FFF2-40B4-BE49-F238E27FC236}">
                <a16:creationId xmlns:a16="http://schemas.microsoft.com/office/drawing/2014/main" id="{9EA6AFFA-7D8D-5F4F-8464-A82B90BE1458}"/>
              </a:ext>
            </a:extLst>
          </p:cNvPr>
          <p:cNvPicPr>
            <a:picLocks xmlns:a="http://schemas.openxmlformats.org/drawingml/2006/main" noChangeAspect="1"/>
          </p:cNvPicPr>
          <p:nvPr/>
        </p:nvPicPr>
        <p:blipFill>
          <a:blip xmlns:r="http://schemas.openxmlformats.org/officeDocument/2006/relationships" xmlns:a="http://schemas.openxmlformats.org/drawingml/2006/main" r:embed="Re539814f057443c6"/>
          <a:stretch xmlns:a="http://schemas.openxmlformats.org/drawingml/2006/main"/>
        </p:blipFill>
        <p:spPr>
          <a:xfrm xmlns:a="http://schemas.openxmlformats.org/drawingml/2006/main">
            <a:off x="6248400" y="2647950"/>
            <a:ext cx="457200" cy="457200"/>
          </a:xfrm>
          <a:prstGeom xmlns:a="http://schemas.openxmlformats.org/drawingml/2006/main" prst="rect">
            <a:avLst/>
          </a:prstGeom>
        </p:spPr>
      </p:pic>
      <p:sp>
        <p:nvSpPr>
          <p:cNvPr id="14" name="word-3">
            <a:extLst xmlns:a="http://schemas.openxmlformats.org/drawingml/2006/main">
              <a:ext uri="{FF2B5EF4-FFF2-40B4-BE49-F238E27FC236}">
                <a16:creationId xmlns:a16="http://schemas.microsoft.com/office/drawing/2014/main" id="{04F7187C-4EDF-5515-BC81-E2E37C550E84}"/>
              </a:ext>
            </a:extLst>
          </p:cNvPr>
          <p:cNvSpPr>
            <a:spLocks xmlns:a="http://schemas.openxmlformats.org/drawingml/2006/main" noGrp="1"/>
          </p:cNvSpPr>
          <p:nvPr/>
        </p:nvSpPr>
        <p:spPr>
          <a:xfrm xmlns:a="http://schemas.openxmlformats.org/drawingml/2006/main">
            <a:off x="6877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1:p xmlns:ns11="http://schemas.openxmlformats.org/drawingml/2006/main">
            <ns11:pPr>
              <ns11:defRPr sz="1875" b="1">
                <ns11:solidFill>
                  <ns11:srgbClr val="345D70"/>
                </ns11:solidFill>
                <ns11:latin typeface="Segoe UI"/>
                <ns11:ea typeface="Segoe UI"/>
                <ns11:cs typeface="Segoe UI"/>
              </ns11:defRPr>
            </ns11:pPr>
            <ns11:r>
              <ns11:rPr sz="1875" b="1">
                <ns11:solidFill>
                  <ns11:srgbClr val="345D70"/>
                </ns11:solidFill>
                <ns11:latin typeface="Segoe UI"/>
                <ns11:ea typeface="Segoe UI"/>
                <ns11:cs typeface="Segoe UI"/>
              </ns11:rPr>
              <ns11:t>order</ns11:t>
            </ns11:r>
          </ns11:p>
        </p:txBody>
      </p:sp>
      <p:sp>
        <p:nvSpPr>
          <p:cNvPr id="15" name="definition-3">
            <a:extLst xmlns:a="http://schemas.openxmlformats.org/drawingml/2006/main">
              <a:ext uri="{FF2B5EF4-FFF2-40B4-BE49-F238E27FC236}">
                <a16:creationId xmlns:a16="http://schemas.microsoft.com/office/drawing/2014/main" id="{A31FF18C-6276-58C9-9937-4117D8E6D8B2}"/>
              </a:ext>
            </a:extLst>
          </p:cNvPr>
          <p:cNvSpPr>
            <a:spLocks xmlns:a="http://schemas.openxmlformats.org/drawingml/2006/main" noGrp="1"/>
          </p:cNvSpPr>
          <p:nvPr/>
        </p:nvSpPr>
        <p:spPr>
          <a:xfrm xmlns:a="http://schemas.openxmlformats.org/drawingml/2006/main">
            <a:off x="6877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What a person asks to buy.</ns12:t>
            </ns12:r>
          </ns12:p>
        </p:txBody>
      </p:sp>
      <p:pic>
        <p:nvPicPr>
          <p:cNvPr id="16" name="picture-cue-5" descr="Flat list checks cue for tally." title="tally">
            <a:extLst xmlns:a="http://schemas.openxmlformats.org/drawingml/2006/main">
              <a:ext uri="{FF2B5EF4-FFF2-40B4-BE49-F238E27FC236}">
                <a16:creationId xmlns:a16="http://schemas.microsoft.com/office/drawing/2014/main" id="{1397D553-0D35-5B9A-95DC-AF6C81BBA3F7}"/>
              </a:ext>
            </a:extLst>
          </p:cNvPr>
          <p:cNvPicPr>
            <a:picLocks xmlns:a="http://schemas.openxmlformats.org/drawingml/2006/main" noChangeAspect="1"/>
          </p:cNvPicPr>
          <p:nvPr/>
        </p:nvPicPr>
        <p:blipFill>
          <a:blip xmlns:r="http://schemas.openxmlformats.org/officeDocument/2006/relationships" xmlns:a="http://schemas.openxmlformats.org/drawingml/2006/main" r:embed="R19f2b9ae2e2041fa"/>
          <a:stretch xmlns:a="http://schemas.openxmlformats.org/drawingml/2006/main"/>
        </p:blipFill>
        <p:spPr>
          <a:xfrm xmlns:a="http://schemas.openxmlformats.org/drawingml/2006/main">
            <a:off x="533400" y="3790950"/>
            <a:ext cx="457200" cy="457200"/>
          </a:xfrm>
          <a:prstGeom xmlns:a="http://schemas.openxmlformats.org/drawingml/2006/main" prst="rect">
            <a:avLst/>
          </a:prstGeom>
        </p:spPr>
      </p:pic>
      <p:sp>
        <p:nvSpPr>
          <p:cNvPr id="17" name="word-4">
            <a:extLst xmlns:a="http://schemas.openxmlformats.org/drawingml/2006/main">
              <a:ext uri="{FF2B5EF4-FFF2-40B4-BE49-F238E27FC236}">
                <a16:creationId xmlns:a16="http://schemas.microsoft.com/office/drawing/2014/main" id="{016F7DD0-4AFA-58AC-817C-50CD96AA0053}"/>
              </a:ext>
            </a:extLst>
          </p:cNvPr>
          <p:cNvSpPr>
            <a:spLocks xmlns:a="http://schemas.openxmlformats.org/drawingml/2006/main" noGrp="1"/>
          </p:cNvSpPr>
          <p:nvPr/>
        </p:nvSpPr>
        <p:spPr>
          <a:xfrm xmlns:a="http://schemas.openxmlformats.org/drawingml/2006/main">
            <a:off x="1162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3:p xmlns:ns13="http://schemas.openxmlformats.org/drawingml/2006/main">
            <ns13:pPr>
              <ns13:defRPr sz="1875" b="1">
                <ns13:solidFill>
                  <ns13:srgbClr val="345D70"/>
                </ns13:solidFill>
                <ns13:latin typeface="Segoe UI"/>
                <ns13:ea typeface="Segoe UI"/>
                <ns13:cs typeface="Segoe UI"/>
              </ns13:defRPr>
            </ns13:pPr>
            <ns13:r>
              <ns13:rPr sz="1875" b="1">
                <ns13:solidFill>
                  <ns13:srgbClr val="345D70"/>
                </ns13:solidFill>
                <ns13:latin typeface="Segoe UI"/>
                <ns13:ea typeface="Segoe UI"/>
                <ns13:cs typeface="Segoe UI"/>
              </ns13:rPr>
              <ns13:t>tally</ns13:t>
            </ns13:r>
          </ns13:p>
        </p:txBody>
      </p:sp>
      <p:sp>
        <p:nvSpPr>
          <p:cNvPr id="18" name="definition-4">
            <a:extLst xmlns:a="http://schemas.openxmlformats.org/drawingml/2006/main">
              <a:ext uri="{FF2B5EF4-FFF2-40B4-BE49-F238E27FC236}">
                <a16:creationId xmlns:a16="http://schemas.microsoft.com/office/drawing/2014/main" id="{3E82A310-E1F8-56CD-BD99-FCE7B01F70E9}"/>
              </a:ext>
            </a:extLst>
          </p:cNvPr>
          <p:cNvSpPr>
            <a:spLocks xmlns:a="http://schemas.openxmlformats.org/drawingml/2006/main" noGrp="1"/>
          </p:cNvSpPr>
          <p:nvPr/>
        </p:nvSpPr>
        <p:spPr>
          <a:xfrm xmlns:a="http://schemas.openxmlformats.org/drawingml/2006/main">
            <a:off x="1162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Marks we use to count items.</ns14:t>
            </ns14:r>
          </ns14:p>
        </p:txBody>
      </p:sp>
      <p:pic>
        <p:nvPicPr>
          <p:cNvPr id="19" name="picture-cue-6" descr="Flat file check cue for cashless." title="cashless">
            <a:extLst xmlns:a="http://schemas.openxmlformats.org/drawingml/2006/main">
              <a:ext uri="{FF2B5EF4-FFF2-40B4-BE49-F238E27FC236}">
                <a16:creationId xmlns:a16="http://schemas.microsoft.com/office/drawing/2014/main" id="{0462EE22-19BB-53D3-86B0-FEF70B67C865}"/>
              </a:ext>
            </a:extLst>
          </p:cNvPr>
          <p:cNvPicPr>
            <a:picLocks xmlns:a="http://schemas.openxmlformats.org/drawingml/2006/main" noChangeAspect="1"/>
          </p:cNvPicPr>
          <p:nvPr/>
        </p:nvPicPr>
        <p:blipFill>
          <a:blip xmlns:r="http://schemas.openxmlformats.org/officeDocument/2006/relationships" xmlns:a="http://schemas.openxmlformats.org/drawingml/2006/main" r:embed="Rd9e0c911d8a14a09"/>
          <a:stretch xmlns:a="http://schemas.openxmlformats.org/drawingml/2006/main"/>
        </p:blipFill>
        <p:spPr>
          <a:xfrm xmlns:a="http://schemas.openxmlformats.org/drawingml/2006/main">
            <a:off x="6248400" y="3790950"/>
            <a:ext cx="457200" cy="457200"/>
          </a:xfrm>
          <a:prstGeom xmlns:a="http://schemas.openxmlformats.org/drawingml/2006/main" prst="rect">
            <a:avLst/>
          </a:prstGeom>
        </p:spPr>
      </p:pic>
      <p:sp>
        <p:nvSpPr>
          <p:cNvPr id="20" name="word-5">
            <a:extLst xmlns:a="http://schemas.openxmlformats.org/drawingml/2006/main">
              <a:ext uri="{FF2B5EF4-FFF2-40B4-BE49-F238E27FC236}">
                <a16:creationId xmlns:a16="http://schemas.microsoft.com/office/drawing/2014/main" id="{618148C6-3D74-5CFD-98FD-D111C946DF62}"/>
              </a:ext>
            </a:extLst>
          </p:cNvPr>
          <p:cNvSpPr>
            <a:spLocks xmlns:a="http://schemas.openxmlformats.org/drawingml/2006/main" noGrp="1"/>
          </p:cNvSpPr>
          <p:nvPr/>
        </p:nvSpPr>
        <p:spPr>
          <a:xfrm xmlns:a="http://schemas.openxmlformats.org/drawingml/2006/main">
            <a:off x="6877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5:p xmlns:ns15="http://schemas.openxmlformats.org/drawingml/2006/main">
            <ns15:pPr>
              <ns15:defRPr sz="1875" b="1">
                <ns15:solidFill>
                  <ns15:srgbClr val="345D70"/>
                </ns15:solidFill>
                <ns15:latin typeface="Segoe UI"/>
                <ns15:ea typeface="Segoe UI"/>
                <ns15:cs typeface="Segoe UI"/>
              </ns15:defRPr>
            </ns15:pPr>
            <ns15:r>
              <ns15:rPr sz="1875" b="1">
                <ns15:solidFill>
                  <ns15:srgbClr val="345D70"/>
                </ns15:solidFill>
                <ns15:latin typeface="Segoe UI"/>
                <ns15:ea typeface="Segoe UI"/>
                <ns15:cs typeface="Segoe UI"/>
              </ns15:rPr>
              <ns15:t>cashless</ns15:t>
            </ns15:r>
          </ns15:p>
        </p:txBody>
      </p:sp>
      <p:sp>
        <p:nvSpPr>
          <p:cNvPr id="21" name="definition-5">
            <a:extLst xmlns:a="http://schemas.openxmlformats.org/drawingml/2006/main">
              <a:ext uri="{FF2B5EF4-FFF2-40B4-BE49-F238E27FC236}">
                <a16:creationId xmlns:a16="http://schemas.microsoft.com/office/drawing/2014/main" id="{0B263A97-92DC-54FE-B6A8-E0DE26734D3C}"/>
              </a:ext>
            </a:extLst>
          </p:cNvPr>
          <p:cNvSpPr>
            <a:spLocks xmlns:a="http://schemas.openxmlformats.org/drawingml/2006/main" noGrp="1"/>
          </p:cNvSpPr>
          <p:nvPr/>
        </p:nvSpPr>
        <p:spPr>
          <a:xfrm xmlns:a="http://schemas.openxmlformats.org/drawingml/2006/main">
            <a:off x="6877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A way to pay with no coins or notes.</ns16:t>
            </ns16:r>
          </ns16:p>
        </p:txBody>
      </p:sp>
      <p:pic>
        <p:nvPicPr>
          <p:cNvPr id="22" name="picture-cue-7" descr="Flat hand cue for customer." title="customer">
            <a:extLst xmlns:a="http://schemas.openxmlformats.org/drawingml/2006/main">
              <a:ext uri="{FF2B5EF4-FFF2-40B4-BE49-F238E27FC236}">
                <a16:creationId xmlns:a16="http://schemas.microsoft.com/office/drawing/2014/main" id="{2514EA8A-0F00-5F8F-B4B8-EAF55D66D4E5}"/>
              </a:ext>
            </a:extLst>
          </p:cNvPr>
          <p:cNvPicPr>
            <a:picLocks xmlns:a="http://schemas.openxmlformats.org/drawingml/2006/main" noChangeAspect="1"/>
          </p:cNvPicPr>
          <p:nvPr/>
        </p:nvPicPr>
        <p:blipFill>
          <a:blip xmlns:r="http://schemas.openxmlformats.org/officeDocument/2006/relationships" xmlns:a="http://schemas.openxmlformats.org/drawingml/2006/main" r:embed="R203ce88a1cb64dad"/>
          <a:stretch xmlns:a="http://schemas.openxmlformats.org/drawingml/2006/main"/>
        </p:blipFill>
        <p:spPr>
          <a:xfrm xmlns:a="http://schemas.openxmlformats.org/drawingml/2006/main">
            <a:off x="533400" y="4933950"/>
            <a:ext cx="457200" cy="457200"/>
          </a:xfrm>
          <a:prstGeom xmlns:a="http://schemas.openxmlformats.org/drawingml/2006/main" prst="rect">
            <a:avLst/>
          </a:prstGeom>
        </p:spPr>
      </p:pic>
      <p:sp>
        <p:nvSpPr>
          <p:cNvPr id="23" name="word-6">
            <a:extLst xmlns:a="http://schemas.openxmlformats.org/drawingml/2006/main">
              <a:ext uri="{FF2B5EF4-FFF2-40B4-BE49-F238E27FC236}">
                <a16:creationId xmlns:a16="http://schemas.microsoft.com/office/drawing/2014/main" id="{6EF61815-5D6E-545C-A5B5-3BC20DC2BF2A}"/>
              </a:ext>
            </a:extLst>
          </p:cNvPr>
          <p:cNvSpPr>
            <a:spLocks xmlns:a="http://schemas.openxmlformats.org/drawingml/2006/main" noGrp="1"/>
          </p:cNvSpPr>
          <p:nvPr/>
        </p:nvSpPr>
        <p:spPr>
          <a:xfrm xmlns:a="http://schemas.openxmlformats.org/drawingml/2006/main">
            <a:off x="1162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7:p xmlns:ns17="http://schemas.openxmlformats.org/drawingml/2006/main">
            <ns17:pPr>
              <ns17:defRPr sz="1875" b="1">
                <ns17:solidFill>
                  <ns17:srgbClr val="345D70"/>
                </ns17:solidFill>
                <ns17:latin typeface="Segoe UI"/>
                <ns17:ea typeface="Segoe UI"/>
                <ns17:cs typeface="Segoe UI"/>
              </ns17:defRPr>
            </ns17:pPr>
            <ns17:r>
              <ns17:rPr sz="1875" b="1">
                <ns17:solidFill>
                  <ns17:srgbClr val="345D70"/>
                </ns17:solidFill>
                <ns17:latin typeface="Segoe UI"/>
                <ns17:ea typeface="Segoe UI"/>
                <ns17:cs typeface="Segoe UI"/>
              </ns17:rPr>
              <ns17:t>customer</ns17:t>
            </ns17:r>
          </ns17:p>
        </p:txBody>
      </p:sp>
      <p:sp>
        <p:nvSpPr>
          <p:cNvPr id="24" name="definition-6">
            <a:extLst xmlns:a="http://schemas.openxmlformats.org/drawingml/2006/main">
              <a:ext uri="{FF2B5EF4-FFF2-40B4-BE49-F238E27FC236}">
                <a16:creationId xmlns:a16="http://schemas.microsoft.com/office/drawing/2014/main" id="{307EC80F-3938-5F81-8161-382B4D597E62}"/>
              </a:ext>
            </a:extLst>
          </p:cNvPr>
          <p:cNvSpPr>
            <a:spLocks xmlns:a="http://schemas.openxmlformats.org/drawingml/2006/main" noGrp="1"/>
          </p:cNvSpPr>
          <p:nvPr/>
        </p:nvSpPr>
        <p:spPr>
          <a:xfrm xmlns:a="http://schemas.openxmlformats.org/drawingml/2006/main">
            <a:off x="1162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8:p xmlns:ns18="http://schemas.openxmlformats.org/drawingml/2006/main">
            <ns18:pPr>
              <ns18:defRPr sz="1800" b="0">
                <ns18:solidFill>
                  <ns18:srgbClr val="192E3B"/>
                </ns18:solidFill>
                <ns18:latin typeface="Segoe UI"/>
                <ns18:ea typeface="Segoe UI"/>
                <ns18:cs typeface="Segoe UI"/>
              </ns18:defRPr>
            </ns18:pPr>
            <ns18:r>
              <ns18:rPr sz="1800" b="0">
                <ns18:solidFill>
                  <ns18:srgbClr val="192E3B"/>
                </ns18:solidFill>
                <ns18:latin typeface="Segoe UI"/>
                <ns18:ea typeface="Segoe UI"/>
                <ns18:cs typeface="Segoe UI"/>
              </ns18:rPr>
              <ns18:t>A person who buys from our stall.</ns18:t>
            </ns18:r>
          </ns18:p>
        </p:txBody>
      </p:sp>
      <p:pic>
        <p:nvPicPr>
          <p:cNvPr id="25" name="picture-cue-8" descr="Flat shield check cue for hospice." title="hospice">
            <a:extLst xmlns:a="http://schemas.openxmlformats.org/drawingml/2006/main">
              <a:ext uri="{FF2B5EF4-FFF2-40B4-BE49-F238E27FC236}">
                <a16:creationId xmlns:a16="http://schemas.microsoft.com/office/drawing/2014/main" id="{27B4FFA7-F01F-5EC8-AAAB-EBF689610403}"/>
              </a:ext>
            </a:extLst>
          </p:cNvPr>
          <p:cNvPicPr>
            <a:picLocks xmlns:a="http://schemas.openxmlformats.org/drawingml/2006/main" noChangeAspect="1"/>
          </p:cNvPicPr>
          <p:nvPr/>
        </p:nvPicPr>
        <p:blipFill>
          <a:blip xmlns:r="http://schemas.openxmlformats.org/officeDocument/2006/relationships" xmlns:a="http://schemas.openxmlformats.org/drawingml/2006/main" r:embed="R5dd78c7271b243a9"/>
          <a:stretch xmlns:a="http://schemas.openxmlformats.org/drawingml/2006/main"/>
        </p:blipFill>
        <p:spPr>
          <a:xfrm xmlns:a="http://schemas.openxmlformats.org/drawingml/2006/main">
            <a:off x="6248400" y="4933950"/>
            <a:ext cx="457200" cy="457200"/>
          </a:xfrm>
          <a:prstGeom xmlns:a="http://schemas.openxmlformats.org/drawingml/2006/main" prst="rect">
            <a:avLst/>
          </a:prstGeom>
        </p:spPr>
      </p:pic>
      <p:sp>
        <p:nvSpPr>
          <p:cNvPr id="26" name="word-7">
            <a:extLst xmlns:a="http://schemas.openxmlformats.org/drawingml/2006/main">
              <a:ext uri="{FF2B5EF4-FFF2-40B4-BE49-F238E27FC236}">
                <a16:creationId xmlns:a16="http://schemas.microsoft.com/office/drawing/2014/main" id="{0F926E25-1076-5DF2-BDFF-BFA4B4B902F5}"/>
              </a:ext>
            </a:extLst>
          </p:cNvPr>
          <p:cNvSpPr>
            <a:spLocks xmlns:a="http://schemas.openxmlformats.org/drawingml/2006/main" noGrp="1"/>
          </p:cNvSpPr>
          <p:nvPr/>
        </p:nvSpPr>
        <p:spPr>
          <a:xfrm xmlns:a="http://schemas.openxmlformats.org/drawingml/2006/main">
            <a:off x="6877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9:p xmlns:ns19="http://schemas.openxmlformats.org/drawingml/2006/main">
            <ns19:pPr>
              <ns19:defRPr sz="1875" b="1">
                <ns19:solidFill>
                  <ns19:srgbClr val="345D70"/>
                </ns19:solidFill>
                <ns19:latin typeface="Segoe UI"/>
                <ns19:ea typeface="Segoe UI"/>
                <ns19:cs typeface="Segoe UI"/>
              </ns19:defRPr>
            </ns19:pPr>
            <ns19:r>
              <ns19:rPr sz="1875" b="1">
                <ns19:solidFill>
                  <ns19:srgbClr val="345D70"/>
                </ns19:solidFill>
                <ns19:latin typeface="Segoe UI"/>
                <ns19:ea typeface="Segoe UI"/>
                <ns19:cs typeface="Segoe UI"/>
              </ns19:rPr>
              <ns19:t>hospice</ns19:t>
            </ns19:r>
          </ns19:p>
        </p:txBody>
      </p:sp>
      <p:sp>
        <p:nvSpPr>
          <p:cNvPr id="27" name="definition-7">
            <a:extLst xmlns:a="http://schemas.openxmlformats.org/drawingml/2006/main">
              <a:ext uri="{FF2B5EF4-FFF2-40B4-BE49-F238E27FC236}">
                <a16:creationId xmlns:a16="http://schemas.microsoft.com/office/drawing/2014/main" id="{817152D6-F84D-5349-A788-1F02635A0E16}"/>
              </a:ext>
            </a:extLst>
          </p:cNvPr>
          <p:cNvSpPr>
            <a:spLocks xmlns:a="http://schemas.openxmlformats.org/drawingml/2006/main" noGrp="1"/>
          </p:cNvSpPr>
          <p:nvPr/>
        </p:nvSpPr>
        <p:spPr>
          <a:xfrm xmlns:a="http://schemas.openxmlformats.org/drawingml/2006/main">
            <a:off x="6877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500" b="0">
                <a:solidFill>
                  <a:srgbClr val="192E3B"/>
                </a:solidFill>
                <a:latin typeface="Segoe UI"/>
                <a:ea typeface="Segoe UI"/>
                <a:cs typeface="Segoe UI"/>
              </a:defRPr>
            </a:defPPr>
            <a:lvl1pPr>
              <a:defRPr sz="1500" b="0">
                <a:solidFill>
                  <a:srgbClr val="192E3B"/>
                </a:solidFill>
                <a:latin typeface="Segoe UI"/>
                <a:ea typeface="Segoe UI"/>
                <a:cs typeface="Segoe UI"/>
              </a:defRPr>
            </a:lvl1pPr>
            <a:lvl2pPr>
              <a:defRPr sz="1500" b="0">
                <a:solidFill>
                  <a:srgbClr val="192E3B"/>
                </a:solidFill>
                <a:latin typeface="Segoe UI"/>
                <a:ea typeface="Segoe UI"/>
                <a:cs typeface="Segoe UI"/>
              </a:defRPr>
            </a:lvl2pPr>
            <a:lvl3pPr>
              <a:defRPr sz="1500" b="0">
                <a:solidFill>
                  <a:srgbClr val="192E3B"/>
                </a:solidFill>
                <a:latin typeface="Segoe UI"/>
                <a:ea typeface="Segoe UI"/>
                <a:cs typeface="Segoe UI"/>
              </a:defRPr>
            </a:lvl3pPr>
            <a:lvl4pPr>
              <a:defRPr sz="1500" b="0">
                <a:solidFill>
                  <a:srgbClr val="192E3B"/>
                </a:solidFill>
                <a:latin typeface="Segoe UI"/>
                <a:ea typeface="Segoe UI"/>
                <a:cs typeface="Segoe UI"/>
              </a:defRPr>
            </a:lvl4pPr>
            <a:lvl5pPr>
              <a:defRPr sz="1500" b="0">
                <a:solidFill>
                  <a:srgbClr val="192E3B"/>
                </a:solidFill>
                <a:latin typeface="Segoe UI"/>
                <a:ea typeface="Segoe UI"/>
                <a:cs typeface="Segoe UI"/>
              </a:defRPr>
            </a:lvl5pPr>
            <a:lvl6pPr>
              <a:defRPr sz="1500" b="0">
                <a:solidFill>
                  <a:srgbClr val="192E3B"/>
                </a:solidFill>
                <a:latin typeface="Segoe UI"/>
                <a:ea typeface="Segoe UI"/>
                <a:cs typeface="Segoe UI"/>
              </a:defRPr>
            </a:lvl6pPr>
            <a:lvl7pPr>
              <a:defRPr sz="1500" b="0">
                <a:solidFill>
                  <a:srgbClr val="192E3B"/>
                </a:solidFill>
                <a:latin typeface="Segoe UI"/>
                <a:ea typeface="Segoe UI"/>
                <a:cs typeface="Segoe UI"/>
              </a:defRPr>
            </a:lvl7pPr>
            <a:lvl8pPr>
              <a:defRPr sz="1500" b="0">
                <a:solidFill>
                  <a:srgbClr val="192E3B"/>
                </a:solidFill>
                <a:latin typeface="Segoe UI"/>
                <a:ea typeface="Segoe UI"/>
                <a:cs typeface="Segoe UI"/>
              </a:defRPr>
            </a:lvl8pPr>
            <a:lvl9pPr>
              <a:defRPr sz="1500" b="0">
                <a:solidFill>
                  <a:srgbClr val="192E3B"/>
                </a:solidFill>
                <a:latin typeface="Segoe UI"/>
                <a:ea typeface="Segoe UI"/>
                <a:cs typeface="Segoe UI"/>
              </a:defRPr>
            </a:lvl9pPr>
          </a:lstStyle>
          <ns20:p xmlns:ns20="http://schemas.openxmlformats.org/drawingml/2006/main">
            <ns20:pPr>
              <ns20:defRPr sz="1500" b="0">
                <ns20:solidFill>
                  <ns20:srgbClr val="192E3B"/>
                </ns20:solidFill>
                <ns20:latin typeface="Segoe UI"/>
                <ns20:ea typeface="Segoe UI"/>
                <ns20:cs typeface="Segoe UI"/>
              </ns20:defRPr>
            </ns20:pPr>
            <ns20:r>
              <ns20:rPr sz="1500" b="0">
                <ns20:solidFill>
                  <ns20:srgbClr val="192E3B"/>
                </ns20:solidFill>
                <ns20:latin typeface="Segoe UI"/>
                <ns20:ea typeface="Segoe UI"/>
                <ns20:cs typeface="Segoe UI"/>
              </ns20:rPr>
              <ns20:t>A place where people get care.</ns20:t>
            </ns20:r>
          </ns20:p>
        </p:txBody>
      </p:sp>
      <p:sp>
        <p:nvSpPr>
          <p:cNvPr id="28" name="credit">
            <a:extLst xmlns:a="http://schemas.openxmlformats.org/drawingml/2006/main">
              <a:ext uri="{FF2B5EF4-FFF2-40B4-BE49-F238E27FC236}">
                <a16:creationId xmlns:a16="http://schemas.microsoft.com/office/drawing/2014/main" id="{F2AC1652-5E8A-5DB8-B30A-42126557BB79}"/>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3:p xmlns:ns3="http://schemas.openxmlformats.org/drawingml/2006/main">
            <ns3:pPr>
              <ns3:defRPr sz="788" b="0">
                <ns3:solidFill>
                  <ns3:srgbClr val="566574"/>
                </ns3:solidFill>
                <ns3:latin typeface="Segoe UI"/>
                <ns3:ea typeface="Segoe UI"/>
                <ns3:cs typeface="Segoe UI"/>
              </ns3:defRPr>
            </ns3:pPr>
            <ns3:r>
              <ns3:rPr sz="788" b="0">
                <ns3:solidFill>
                  <ns3:srgbClr val="566574"/>
                </ns3:solidFill>
                <ns3:latin typeface="Segoe UI"/>
                <ns3:ea typeface="Segoe UI"/>
                <ns3:cs typeface="Segoe UI"/>
              </ns3:rPr>
              <ns3:t>Made by Matt · © Matt Roper · CC BY-NC-SA 4.0: free for classroom use, share and adapt with credit, no resale</ns3:t>
            </ns3:r>
          </ns3:p>
        </p:txBody>
      </p:sp>
      <p:sp>
        <p:nvSpPr>
          <p:cNvPr id="29" name="page-number">
            <a:extLst xmlns:a="http://schemas.openxmlformats.org/drawingml/2006/main">
              <a:ext uri="{FF2B5EF4-FFF2-40B4-BE49-F238E27FC236}">
                <a16:creationId xmlns:a16="http://schemas.microsoft.com/office/drawing/2014/main" id="{950AB69B-EBE9-5DE2-99C0-06A2512C9EB9}"/>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2:p xmlns:ns2="http://schemas.openxmlformats.org/drawingml/2006/main">
            <ns2:pPr>
              <ns2:defRPr sz="1050" b="0">
                <ns2:solidFill>
                  <ns2:srgbClr val="566574"/>
                </ns2:solidFill>
                <ns2:latin typeface="Segoe UI"/>
                <ns2:ea typeface="Segoe UI"/>
                <ns2:cs typeface="Segoe UI"/>
              </ns2:defRPr>
            </ns2:pPr>
            <ns2:r>
              <ns2:rPr sz="1050" b="0">
                <ns2:solidFill>
                  <ns2:srgbClr val="566574"/>
                </ns2:solidFill>
                <ns2:latin typeface="Segoe UI"/>
                <ns2:ea typeface="Segoe UI"/>
                <ns2:cs typeface="Segoe UI"/>
              </ns2:rPr>
              <ns2:t>23</ns2:t>
            </ns2:r>
          </ns2:p>
        </p:txBody>
      </p:sp>
    </p:spTree>
    <p:extLst>
      <p:ext uri="{BB962C8B-B14F-4D97-AF65-F5344CB8AC3E}">
        <p14:creationId xmlns:p14="http://schemas.microsoft.com/office/powerpoint/2010/main" val="1579991060"/>
      </p:ext>
    </p:extLst>
  </p:cSld>
</p:sld>
</file>

<file path=ppt/slides/slide2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esson-code">
            <a:extLst xmlns:a="http://schemas.openxmlformats.org/drawingml/2006/main">
              <a:ext uri="{FF2B5EF4-FFF2-40B4-BE49-F238E27FC236}">
                <a16:creationId xmlns:a16="http://schemas.microsoft.com/office/drawing/2014/main" id="{CDA1D036-49F9-57BC-BB80-CC21B917AE71}"/>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1:p xmlns:ns11="http://schemas.openxmlformats.org/drawingml/2006/main">
            <ns11:pPr>
              <ns11:defRPr sz="1200" b="0">
                <ns11:solidFill>
                  <ns11:srgbClr val="566574"/>
                </ns11:solidFill>
                <ns11:latin typeface="Segoe UI"/>
                <ns11:ea typeface="Segoe UI"/>
                <ns11:cs typeface="Segoe UI"/>
              </ns11:defRPr>
            </ns11:pPr>
            <ns11:r>
              <ns11:rPr sz="1200" b="0">
                <ns11:solidFill>
                  <ns11:srgbClr val="566574"/>
                </ns11:solidFill>
                <ns11:latin typeface="Segoe UI"/>
                <ns11:ea typeface="Segoe UI"/>
                <ns11:cs typeface="Segoe UI"/>
              </ns11:rPr>
              <ns11:t>COMM-GROW-A2-W02  ·  Lesson 7b</ns11:t>
            </ns11:r>
          </ns11:p>
        </p:txBody>
      </p:sp>
      <p:sp>
        <p:nvSpPr>
          <p:cNvPr id="2" name="edition">
            <a:extLst xmlns:a="http://schemas.openxmlformats.org/drawingml/2006/main">
              <a:ext uri="{FF2B5EF4-FFF2-40B4-BE49-F238E27FC236}">
                <a16:creationId xmlns:a16="http://schemas.microsoft.com/office/drawing/2014/main" id="{FFCB23FC-98C2-5454-9A7C-911485D35CFC}"/>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Public edition</ns12:t>
            </ns12:r>
          </ns12:p>
        </p:txBody>
      </p:sp>
      <p:sp>
        <p:nvSpPr>
          <p:cNvPr id="3" name="stage-title">
            <a:extLst xmlns:a="http://schemas.openxmlformats.org/drawingml/2006/main">
              <a:ext uri="{FF2B5EF4-FFF2-40B4-BE49-F238E27FC236}">
                <a16:creationId xmlns:a16="http://schemas.microsoft.com/office/drawing/2014/main" id="{67008156-C222-5AEC-9772-5676E02104C5}"/>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5:p xmlns:ns15="http://schemas.openxmlformats.org/drawingml/2006/main">
            <ns15:pPr>
              <ns15:defRPr sz="3300" b="1">
                <ns15:solidFill>
                  <ns15:srgbClr val="345D70"/>
                </ns15:solidFill>
                <ns15:latin typeface="Segoe UI"/>
                <ns15:ea typeface="Segoe UI"/>
                <ns15:cs typeface="Segoe UI"/>
              </ns15:defRPr>
            </ns15:pPr>
            <ns15:r>
              <ns15:rPr sz="3300" b="1">
                <ns15:solidFill>
                  <ns15:srgbClr val="345D70"/>
                </ns15:solidFill>
                <ns15:latin typeface="Segoe UI"/>
                <ns15:ea typeface="Segoe UI"/>
                <ns15:cs typeface="Segoe UI"/>
              </ns15:rPr>
              <ns15:t>TA and staff brief</ns15:t>
            </ns15:r>
          </ns15:p>
        </p:txBody>
      </p:sp>
      <p:sp>
        <p:nvSpPr>
          <p:cNvPr id="4" name="staff-main">
            <a:extLst xmlns:a="http://schemas.openxmlformats.org/drawingml/2006/main">
              <a:ext uri="{FF2B5EF4-FFF2-40B4-BE49-F238E27FC236}">
                <a16:creationId xmlns:a16="http://schemas.microsoft.com/office/drawing/2014/main" id="{BA0452D5-542F-5374-8478-84D57265BBF7}"/>
              </a:ext>
            </a:extLst>
          </p:cNvPr>
          <p:cNvSpPr>
            <a:spLocks xmlns:a="http://schemas.openxmlformats.org/drawingml/2006/main" noGrp="1"/>
          </p:cNvSpPr>
          <p:nvPr/>
        </p:nvSpPr>
        <p:spPr>
          <a:xfrm xmlns:a="http://schemas.openxmlformats.org/drawingml/2006/main">
            <a:off x="533400" y="1457325"/>
            <a:ext cx="1104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defRPr sz="1875" b="0">
                <a:solidFill>
                  <a:srgbClr val="192E3B"/>
                </a:solidFill>
                <a:latin typeface="Segoe UI"/>
                <a:ea typeface="Segoe UI"/>
                <a:cs typeface="Segoe UI"/>
              </a:defRPr>
            </a:lvl1pPr>
            <a:lvl2pPr>
              <a:defRPr sz="1875" b="0">
                <a:solidFill>
                  <a:srgbClr val="192E3B"/>
                </a:solidFill>
                <a:latin typeface="Segoe UI"/>
                <a:ea typeface="Segoe UI"/>
                <a:cs typeface="Segoe UI"/>
              </a:defRPr>
            </a:lvl2pPr>
            <a:lvl3pPr>
              <a:defRPr sz="1875" b="0">
                <a:solidFill>
                  <a:srgbClr val="192E3B"/>
                </a:solidFill>
                <a:latin typeface="Segoe UI"/>
                <a:ea typeface="Segoe UI"/>
                <a:cs typeface="Segoe UI"/>
              </a:defRPr>
            </a:lvl3pPr>
            <a:lvl4pPr>
              <a:defRPr sz="1875" b="0">
                <a:solidFill>
                  <a:srgbClr val="192E3B"/>
                </a:solidFill>
                <a:latin typeface="Segoe UI"/>
                <a:ea typeface="Segoe UI"/>
                <a:cs typeface="Segoe UI"/>
              </a:defRPr>
            </a:lvl4pPr>
            <a:lvl5pPr>
              <a:defRPr sz="1875" b="0">
                <a:solidFill>
                  <a:srgbClr val="192E3B"/>
                </a:solidFill>
                <a:latin typeface="Segoe UI"/>
                <a:ea typeface="Segoe UI"/>
                <a:cs typeface="Segoe UI"/>
              </a:defRPr>
            </a:lvl5pPr>
            <a:lvl6pPr>
              <a:defRPr sz="1875" b="0">
                <a:solidFill>
                  <a:srgbClr val="192E3B"/>
                </a:solidFill>
                <a:latin typeface="Segoe UI"/>
                <a:ea typeface="Segoe UI"/>
                <a:cs typeface="Segoe UI"/>
              </a:defRPr>
            </a:lvl6pPr>
            <a:lvl7pPr>
              <a:defRPr sz="1875" b="0">
                <a:solidFill>
                  <a:srgbClr val="192E3B"/>
                </a:solidFill>
                <a:latin typeface="Segoe UI"/>
                <a:ea typeface="Segoe UI"/>
                <a:cs typeface="Segoe UI"/>
              </a:defRPr>
            </a:lvl7pPr>
            <a:lvl8pPr>
              <a:defRPr sz="1875" b="0">
                <a:solidFill>
                  <a:srgbClr val="192E3B"/>
                </a:solidFill>
                <a:latin typeface="Segoe UI"/>
                <a:ea typeface="Segoe UI"/>
                <a:cs typeface="Segoe UI"/>
              </a:defRPr>
            </a:lvl8pPr>
            <a:lvl9pPr>
              <a:defRPr sz="1875" b="0">
                <a:solidFill>
                  <a:srgbClr val="192E3B"/>
                </a:solidFill>
                <a:latin typeface="Segoe UI"/>
                <a:ea typeface="Segoe UI"/>
                <a:cs typeface="Segoe UI"/>
              </a:defRPr>
            </a:lvl9pPr>
          </a:lstStyle>
          <ns0:p xmlns:ns0="http://schemas.openxmlformats.org/drawingml/2006/main">
            <ns0:pPr>
              <ns0:defRPr sz="1875" b="0">
                <ns0:solidFill>
                  <ns0:srgbClr val="192E3B"/>
                </ns0:solidFill>
                <ns0:latin typeface="Segoe UI"/>
                <ns0:ea typeface="Segoe UI"/>
                <ns0:cs typeface="Segoe UI"/>
              </ns0:defRPr>
            </ns0:pPr>
            <ns0:r>
              <ns0:rPr sz="1875" b="0">
                <ns0:solidFill>
                  <ns0:srgbClr val="192E3B"/>
                </ns0:solidFill>
                <ns0:latin typeface="Segoe UI"/>
                <ns0:ea typeface="Segoe UI"/>
                <ns0:cs typeface="Segoe UI"/>
              </ns0:rPr>
              <ns0:t>Observe each learner on both rehearsals.</ns0:t>
            </ns0:r>
          </ns0:p>
          <ns1:p xmlns:ns1="http://schemas.openxmlformats.org/drawingml/2006/main">
            <ns1:pPr>
              <ns1:defRPr sz="1875" b="0">
                <ns1:solidFill>
                  <ns1:srgbClr val="192E3B"/>
                </ns1:solidFill>
                <ns1:latin typeface="Segoe UI"/>
                <ns1:ea typeface="Segoe UI"/>
                <ns1:cs typeface="Segoe UI"/>
              </ns1:defRPr>
            </ns1:pPr>
            <ns1:r>
              <ns1:rPr sz="1875" b="0">
                <ns1:solidFill>
                  <ns1:srgbClr val="192E3B"/>
                </ns1:solidFill>
                <ns1:latin typeface="Segoe UI"/>
                <ns1:ea typeface="Segoe UI"/>
                <ns1:cs typeface="Segoe UI"/>
              </ns1:rPr>
              <ns1:t>TA: read, rephrase or scribe their words.</ns1:t>
            </ns1:r>
          </ns1:p>
          <ns2:p xmlns:ns2="http://schemas.openxmlformats.org/drawingml/2006/main">
            <ns2:pPr>
              <ns2:defRPr sz="1875" b="0">
                <ns2:solidFill>
                  <ns2:srgbClr val="192E3B"/>
                </ns2:solidFill>
                <ns2:latin typeface="Segoe UI"/>
                <ns2:ea typeface="Segoe UI"/>
                <ns2:cs typeface="Segoe UI"/>
              </ns2:defRPr>
            </ns2:pPr>
            <ns2:r>
              <ns2:rPr sz="1875" b="0">
                <ns2:solidFill>
                  <ns2:srgbClr val="192E3B"/>
                </ns2:solidFill>
                <ns2:latin typeface="Segoe UI"/>
                <ns2:ea typeface="Segoe UI"/>
                <ns2:cs typeface="Segoe UI"/>
              </ns2:rPr>
              <ns2:t>Use practice money and cashless cards.</ns2:t>
            </ns2:r>
          </ns2:p>
          <ns3:p xmlns:ns3="http://schemas.openxmlformats.org/drawingml/2006/main">
            <ns3:pPr>
              <ns3:defRPr sz="1875" b="0">
                <ns3:solidFill>
                  <ns3:srgbClr val="192E3B"/>
                </ns3:solidFill>
                <ns3:latin typeface="Segoe UI"/>
                <ns3:ea typeface="Segoe UI"/>
                <ns3:cs typeface="Segoe UI"/>
              </ns3:defRPr>
            </ns3:pPr>
            <ns3:r>
              <ns3:rPr sz="1875" b="0">
                <ns3:solidFill>
                  <ns3:srgbClr val="192E3B"/>
                </ns3:solidFill>
                <ns3:latin typeface="Segoe UI"/>
                <ns3:ea typeface="Segoe UI"/>
                <ns3:cs typeface="Segoe UI"/>
              </ns3:rPr>
              <ns3:t>Lundy: Space, Voice, Audience, Influence.</ns3:t>
            </ns3:r>
          </ns3:p>
          <ns4:p xmlns:ns4="http://schemas.openxmlformats.org/drawingml/2006/main">
            <ns4:pPr>
              <ns4:defRPr sz="1875" b="0">
                <ns4:solidFill>
                  <ns4:srgbClr val="192E3B"/>
                </ns4:solidFill>
                <ns4:latin typeface="Segoe UI"/>
                <ns4:ea typeface="Segoe UI"/>
                <ns4:cs typeface="Segoe UI"/>
              </ns4:defRPr>
            </ns4:pPr>
            <ns4:r>
              <ns4:rPr sz="1875" b="0">
                <ns4:solidFill>
                  <ns4:srgbClr val="192E3B"/>
                </ns4:solidFill>
                <ns4:latin typeface="Segoe UI"/>
                <ns4:ea typeface="Segoe UI"/>
                <ns4:cs typeface="Segoe UI"/>
              </ns4:rPr>
              <ns4:t>VF · WS · I · NS · E · R</ns4:t>
            </ns4:r>
          </ns4:p>
          <ns5:p xmlns:ns5="http://schemas.openxmlformats.org/drawingml/2006/main">
            <ns5:pPr>
              <ns5:defRPr sz="1875" b="0">
                <ns5:solidFill>
                  <ns5:srgbClr val="192E3B"/>
                </ns5:solidFill>
                <ns5:latin typeface="Segoe UI"/>
                <ns5:ea typeface="Segoe UI"/>
                <ns5:cs typeface="Segoe UI"/>
              </ns5:defRPr>
            </ns5:pPr>
            <ns5:r>
              <ns5:rPr sz="1875" b="0">
                <ns5:solidFill>
                  <ns5:srgbClr val="192E3B"/>
                </ns5:solidFill>
                <ns5:latin typeface="Segoe UI"/>
                <ns5:ea typeface="Segoe UI"/>
                <ns5:cs typeface="Segoe UI"/>
              </ns5:rPr>
              <ns5:t>Capture in the evidence app.</ns5:t>
            </ns5:r>
          </ns5:p>
        </p:txBody>
      </p:sp>
      <p:sp>
        <p:nvSpPr>
          <p:cNvPr id="5" name="cold-call-detail">
            <a:extLst xmlns:a="http://schemas.openxmlformats.org/drawingml/2006/main">
              <a:ext uri="{FF2B5EF4-FFF2-40B4-BE49-F238E27FC236}">
                <a16:creationId xmlns:a16="http://schemas.microsoft.com/office/drawing/2014/main" id="{2AAD036A-B0B6-582D-BD6A-EC58B98C85BD}"/>
              </a:ext>
            </a:extLst>
          </p:cNvPr>
          <p:cNvSpPr>
            <a:spLocks xmlns:a="http://schemas.openxmlformats.org/drawingml/2006/main" noGrp="1"/>
          </p:cNvSpPr>
          <p:nvPr/>
        </p:nvSpPr>
        <p:spPr>
          <a:xfrm xmlns:a="http://schemas.openxmlformats.org/drawingml/2006/main">
            <a:off x="533400" y="4000500"/>
            <a:ext cx="11049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725" b="0">
                <a:solidFill>
                  <a:srgbClr val="192E3B"/>
                </a:solidFill>
                <a:latin typeface="Segoe UI"/>
                <a:ea typeface="Segoe UI"/>
                <a:cs typeface="Segoe UI"/>
              </a:defRPr>
            </a:defPPr>
            <a:lvl1pPr>
              <a:defRPr sz="1725" b="0">
                <a:solidFill>
                  <a:srgbClr val="192E3B"/>
                </a:solidFill>
                <a:latin typeface="Segoe UI"/>
                <a:ea typeface="Segoe UI"/>
                <a:cs typeface="Segoe UI"/>
              </a:defRPr>
            </a:lvl1pPr>
            <a:lvl2pPr>
              <a:defRPr sz="1725" b="0">
                <a:solidFill>
                  <a:srgbClr val="192E3B"/>
                </a:solidFill>
                <a:latin typeface="Segoe UI"/>
                <a:ea typeface="Segoe UI"/>
                <a:cs typeface="Segoe UI"/>
              </a:defRPr>
            </a:lvl2pPr>
            <a:lvl3pPr>
              <a:defRPr sz="1725" b="0">
                <a:solidFill>
                  <a:srgbClr val="192E3B"/>
                </a:solidFill>
                <a:latin typeface="Segoe UI"/>
                <a:ea typeface="Segoe UI"/>
                <a:cs typeface="Segoe UI"/>
              </a:defRPr>
            </a:lvl3pPr>
            <a:lvl4pPr>
              <a:defRPr sz="1725" b="0">
                <a:solidFill>
                  <a:srgbClr val="192E3B"/>
                </a:solidFill>
                <a:latin typeface="Segoe UI"/>
                <a:ea typeface="Segoe UI"/>
                <a:cs typeface="Segoe UI"/>
              </a:defRPr>
            </a:lvl4pPr>
            <a:lvl5pPr>
              <a:defRPr sz="1725" b="0">
                <a:solidFill>
                  <a:srgbClr val="192E3B"/>
                </a:solidFill>
                <a:latin typeface="Segoe UI"/>
                <a:ea typeface="Segoe UI"/>
                <a:cs typeface="Segoe UI"/>
              </a:defRPr>
            </a:lvl5pPr>
            <a:lvl6pPr>
              <a:defRPr sz="1725" b="0">
                <a:solidFill>
                  <a:srgbClr val="192E3B"/>
                </a:solidFill>
                <a:latin typeface="Segoe UI"/>
                <a:ea typeface="Segoe UI"/>
                <a:cs typeface="Segoe UI"/>
              </a:defRPr>
            </a:lvl6pPr>
            <a:lvl7pPr>
              <a:defRPr sz="1725" b="0">
                <a:solidFill>
                  <a:srgbClr val="192E3B"/>
                </a:solidFill>
                <a:latin typeface="Segoe UI"/>
                <a:ea typeface="Segoe UI"/>
                <a:cs typeface="Segoe UI"/>
              </a:defRPr>
            </a:lvl7pPr>
            <a:lvl8pPr>
              <a:defRPr sz="1725" b="0">
                <a:solidFill>
                  <a:srgbClr val="192E3B"/>
                </a:solidFill>
                <a:latin typeface="Segoe UI"/>
                <a:ea typeface="Segoe UI"/>
                <a:cs typeface="Segoe UI"/>
              </a:defRPr>
            </a:lvl8pPr>
            <a:lvl9pPr>
              <a:defRPr sz="1725" b="0">
                <a:solidFill>
                  <a:srgbClr val="192E3B"/>
                </a:solidFill>
                <a:latin typeface="Segoe UI"/>
                <a:ea typeface="Segoe UI"/>
                <a:cs typeface="Segoe UI"/>
              </a:defRPr>
            </a:lvl9pPr>
          </a:lstStyle>
          <ns6:p xmlns:ns6="http://schemas.openxmlformats.org/drawingml/2006/main">
            <ns6:pPr>
              <ns6:defRPr sz="1725" b="0">
                <ns6:solidFill>
                  <ns6:srgbClr val="192E3B"/>
                </ns6:solidFill>
                <ns6:latin typeface="Segoe UI"/>
                <ns6:ea typeface="Segoe UI"/>
                <ns6:cs typeface="Segoe UI"/>
              </ns6:defRPr>
            </ns6:pPr>
            <ns6:r>
              <ns6:rPr sz="1725" b="0">
                <ns6:solidFill>
                  <ns6:srgbClr val="192E3B"/>
                </ns6:solidFill>
                <ns6:latin typeface="Segoe UI"/>
                <ns6:ea typeface="Segoe UI"/>
                <ns6:cs typeface="Segoe UI"/>
              </ns6:rPr>
              <ns6:t>1. What change from £2 for a £1 cake?</ns6:t>
            </ns6:r>
          </ns6:p>
          <ns7:p xmlns:ns7="http://schemas.openxmlformats.org/drawingml/2006/main">
            <ns7:pPr>
              <ns7:defRPr sz="1725" b="0">
                <ns7:solidFill>
                  <ns7:srgbClr val="192E3B"/>
                </ns7:solidFill>
                <ns7:latin typeface="Segoe UI"/>
                <ns7:ea typeface="Segoe UI"/>
                <ns7:cs typeface="Segoe UI"/>
              </ns7:defRPr>
            </ns7:pPr>
            <ns7:r>
              <ns7:rPr sz="1725" b="0">
                <ns7:solidFill>
                  <ns7:srgbClr val="192E3B"/>
                </ns7:solidFill>
                <ns7:latin typeface="Segoe UI"/>
                <ns7:ea typeface="Segoe UI"/>
                <ns7:cs typeface="Segoe UI"/>
              </ns7:rPr>
              <ns7:t/>
            </ns7:r>
          </ns7:p>
          <ns8:p xmlns:ns8="http://schemas.openxmlformats.org/drawingml/2006/main">
            <ns8:pPr>
              <ns8:defRPr sz="1725" b="0">
                <ns8:solidFill>
                  <ns8:srgbClr val="192E3B"/>
                </ns8:solidFill>
                <ns8:latin typeface="Segoe UI"/>
                <ns8:ea typeface="Segoe UI"/>
                <ns8:cs typeface="Segoe UI"/>
              </ns8:defRPr>
            </ns8:pPr>
            <ns8:r>
              <ns8:rPr sz="1725" b="0">
                <ns8:solidFill>
                  <ns8:srgbClr val="192E3B"/>
                </ns8:solidFill>
                <ns8:latin typeface="Segoe UI"/>
                <ns8:ea typeface="Segoe UI"/>
                <ns8:cs typeface="Segoe UI"/>
              </ns8:rPr>
              <ns8:t>2. What if a customer asks about an allergy?</ns8:t>
            </ns8:r>
          </ns8:p>
          <ns9:p xmlns:ns9="http://schemas.openxmlformats.org/drawingml/2006/main">
            <ns9:pPr>
              <ns9:defRPr sz="1725" b="0">
                <ns9:solidFill>
                  <ns9:srgbClr val="192E3B"/>
                </ns9:solidFill>
                <ns9:latin typeface="Segoe UI"/>
                <ns9:ea typeface="Segoe UI"/>
                <ns9:cs typeface="Segoe UI"/>
              </ns9:defRPr>
            </ns9:pPr>
            <ns9:r>
              <ns9:rPr sz="1725" b="0">
                <ns9:solidFill>
                  <ns9:srgbClr val="192E3B"/>
                </ns9:solidFill>
                <ns9:latin typeface="Segoe UI"/>
                <ns9:ea typeface="Segoe UI"/>
                <ns9:cs typeface="Segoe UI"/>
              </ns9:rPr>
              <ns9:t/>
            </ns9:r>
          </ns9:p>
          <ns10:p xmlns:ns10="http://schemas.openxmlformats.org/drawingml/2006/main">
            <ns10:pPr>
              <ns10:defRPr sz="1725" b="0">
                <ns10:solidFill>
                  <ns10:srgbClr val="192E3B"/>
                </ns10:solidFill>
                <ns10:latin typeface="Segoe UI"/>
                <ns10:ea typeface="Segoe UI"/>
                <ns10:cs typeface="Segoe UI"/>
              </ns10:defRPr>
            </ns10:pPr>
            <ns10:r>
              <ns10:rPr sz="1725" b="0">
                <ns10:solidFill>
                  <ns10:srgbClr val="192E3B"/>
                </ns10:solidFill>
                <ns10:latin typeface="Segoe UI"/>
                <ns10:ea typeface="Segoe UI"/>
                <ns10:cs typeface="Segoe UI"/>
              </ns10:rPr>
              <ns10:t>3. What do your tally marks count?</ns10:t>
            </ns10:r>
          </ns10:p>
        </p:txBody>
      </p:sp>
      <p:sp>
        <p:nvSpPr>
          <p:cNvPr id="6" name="credit">
            <a:extLst xmlns:a="http://schemas.openxmlformats.org/drawingml/2006/main">
              <a:ext uri="{FF2B5EF4-FFF2-40B4-BE49-F238E27FC236}">
                <a16:creationId xmlns:a16="http://schemas.microsoft.com/office/drawing/2014/main" id="{DF7FDEA9-8AC0-5B0E-94BB-BFB00ABE513E}"/>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4:p xmlns:ns14="http://schemas.openxmlformats.org/drawingml/2006/main">
            <ns14:pPr>
              <ns14:defRPr sz="788" b="0">
                <ns14:solidFill>
                  <ns14:srgbClr val="566574"/>
                </ns14:solidFill>
                <ns14:latin typeface="Segoe UI"/>
                <ns14:ea typeface="Segoe UI"/>
                <ns14:cs typeface="Segoe UI"/>
              </ns14:defRPr>
            </ns14:pPr>
            <ns14:r>
              <ns14:rPr sz="788" b="0">
                <ns14:solidFill>
                  <ns14:srgbClr val="566574"/>
                </ns14:solidFill>
                <ns14:latin typeface="Segoe UI"/>
                <ns14:ea typeface="Segoe UI"/>
                <ns14:cs typeface="Segoe UI"/>
              </ns14:rPr>
              <ns14:t>Made by Matt · © Matt Roper · CC BY-NC-SA 4.0: free for classroom use, share and adapt with credit, no resale</ns14:t>
            </ns14:r>
          </ns14:p>
        </p:txBody>
      </p:sp>
      <p:sp>
        <p:nvSpPr>
          <p:cNvPr id="7" name="page-number">
            <a:extLst xmlns:a="http://schemas.openxmlformats.org/drawingml/2006/main">
              <a:ext uri="{FF2B5EF4-FFF2-40B4-BE49-F238E27FC236}">
                <a16:creationId xmlns:a16="http://schemas.microsoft.com/office/drawing/2014/main" id="{D82C717C-9FCA-54E1-9A42-8B9BE674D1F0}"/>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24</ns13:t>
            </ns13:r>
          </ns13:p>
        </p:txBody>
      </p:sp>
    </p:spTree>
    <p:extLst>
      <p:ext uri="{BB962C8B-B14F-4D97-AF65-F5344CB8AC3E}">
        <p14:creationId xmlns:p14="http://schemas.microsoft.com/office/powerpoint/2010/main" val="1720819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24</ap:Slides>
  <ap:Notes>24</ap:Notes>
  <ap:HiddenSlides>2</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GROW Community Project Lesson 7</dc:title>
  <dcterms:created xsi:type="dcterms:W3CDTF">2026-10-22T09:44:26.0040000Z</dcterms:created>
  <dcterms:modified xsi:type="dcterms:W3CDTF">2026-10-22T09:44:26.0040000Z</dcterms:modified>
  <dc:subject>COMM-GROW-A2-W02</dc:subject>
  <keywords/>
  <dc:description>Practise sale-day skills across two periods</dc:description>
</coreProperties>
</file>