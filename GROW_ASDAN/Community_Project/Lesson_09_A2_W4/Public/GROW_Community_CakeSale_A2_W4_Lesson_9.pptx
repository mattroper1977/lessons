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d9006ca312444f5" /><Relationship Type="http://schemas.openxmlformats.org/officeDocument/2006/relationships/extended-properties" Target="/docProps/app.xml" Id="R1eb999acfe964ed8" /><Relationship Type="http://schemas.openxmlformats.org/officeDocument/2006/relationships/officeDocument" Target="/ppt/presentation.xml" Id="R3f0470134d214f00" /></Relationships>
</file>

<file path=ppt/presentation.xml><?xml version="1.0" encoding="utf-8"?>
<p:presentation xmlns:p="http://schemas.openxmlformats.org/presentationml/2006/main">
  <p:sldMasterIdLst>
    <p:sldMasterId xmlns:r="http://schemas.openxmlformats.org/officeDocument/2006/relationships" id="2147483648" r:id="Rb174514284354b1d"/>
  </p:sldMasterIdLst>
  <p:notesMasterIdLst>
    <p:notesMasterId xmlns:r="http://schemas.openxmlformats.org/officeDocument/2006/relationships" r:id="R7c62ec309cb34a06"/>
  </p:notesMasterIdLst>
  <p:sldIdLst>
    <p:sldId xmlns:r="http://schemas.openxmlformats.org/officeDocument/2006/relationships" id="256" r:id="R59dfddcd01ec433f"/>
    <p:sldId xmlns:r="http://schemas.openxmlformats.org/officeDocument/2006/relationships" id="257" r:id="Rba013d144a6b4b33"/>
    <p:sldId xmlns:r="http://schemas.openxmlformats.org/officeDocument/2006/relationships" id="258" r:id="R508f6b5c701b4d6b"/>
    <p:sldId xmlns:r="http://schemas.openxmlformats.org/officeDocument/2006/relationships" id="259" r:id="Re114716b5b4741e9"/>
    <p:sldId xmlns:r="http://schemas.openxmlformats.org/officeDocument/2006/relationships" id="260" r:id="R130a29cae96d4f2a"/>
    <p:sldId xmlns:r="http://schemas.openxmlformats.org/officeDocument/2006/relationships" id="261" r:id="Ra441c7d81a1949e6"/>
    <p:sldId xmlns:r="http://schemas.openxmlformats.org/officeDocument/2006/relationships" id="262" r:id="R971bfd2afd1b49d8"/>
    <p:sldId xmlns:r="http://schemas.openxmlformats.org/officeDocument/2006/relationships" id="263" r:id="Rdfdfc30f35904273"/>
    <p:sldId xmlns:r="http://schemas.openxmlformats.org/officeDocument/2006/relationships" id="264" r:id="R6b90eba2cae0409b"/>
    <p:sldId xmlns:r="http://schemas.openxmlformats.org/officeDocument/2006/relationships" id="265" r:id="R2cc14c0fa5cd45bb"/>
    <p:sldId xmlns:r="http://schemas.openxmlformats.org/officeDocument/2006/relationships" id="266" r:id="R150f7cac04bf419a"/>
    <p:sldId xmlns:r="http://schemas.openxmlformats.org/officeDocument/2006/relationships" id="267" r:id="R8e944c54d7cc43e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c35ec562a224cdd" /><Relationship Type="http://schemas.openxmlformats.org/officeDocument/2006/relationships/slideMaster" Target="/ppt/slideMasters/slideMaster1.xml" Id="Rb174514284354b1d" /><Relationship Type="http://schemas.openxmlformats.org/officeDocument/2006/relationships/notesMaster" Target="/ppt/notesMasters/notesMaster1.xml" Id="R7c62ec309cb34a06" /><Relationship Type="http://schemas.openxmlformats.org/officeDocument/2006/relationships/presProps" Target="/ppt/presProps.xml" Id="R5eb185aba5814e72" /><Relationship Type="http://schemas.openxmlformats.org/officeDocument/2006/relationships/tableStyles" Target="/ppt/tableStyles.xml" Id="R970e4f0cf04f4501" /><Relationship Type="http://schemas.openxmlformats.org/officeDocument/2006/relationships/slide" Target="/ppt/slides/slide1.xml" Id="R59dfddcd01ec433f" /><Relationship Type="http://schemas.openxmlformats.org/officeDocument/2006/relationships/slide" Target="/ppt/slides/slide2.xml" Id="Rba013d144a6b4b33" /><Relationship Type="http://schemas.openxmlformats.org/officeDocument/2006/relationships/slide" Target="/ppt/slides/slide3.xml" Id="R508f6b5c701b4d6b" /><Relationship Type="http://schemas.openxmlformats.org/officeDocument/2006/relationships/slide" Target="/ppt/slides/slide4.xml" Id="Re114716b5b4741e9" /><Relationship Type="http://schemas.openxmlformats.org/officeDocument/2006/relationships/slide" Target="/ppt/slides/slide5.xml" Id="R130a29cae96d4f2a" /><Relationship Type="http://schemas.openxmlformats.org/officeDocument/2006/relationships/slide" Target="/ppt/slides/slide6.xml" Id="Ra441c7d81a1949e6" /><Relationship Type="http://schemas.openxmlformats.org/officeDocument/2006/relationships/slide" Target="/ppt/slides/slide7.xml" Id="R971bfd2afd1b49d8" /><Relationship Type="http://schemas.openxmlformats.org/officeDocument/2006/relationships/slide" Target="/ppt/slides/slide8.xml" Id="Rdfdfc30f35904273" /><Relationship Type="http://schemas.openxmlformats.org/officeDocument/2006/relationships/slide" Target="/ppt/slides/slide9.xml" Id="R6b90eba2cae0409b" /><Relationship Type="http://schemas.openxmlformats.org/officeDocument/2006/relationships/slide" Target="/ppt/slides/slide10.xml" Id="R2cc14c0fa5cd45bb" /><Relationship Type="http://schemas.openxmlformats.org/officeDocument/2006/relationships/slide" Target="/ppt/slides/slide11.xml" Id="R150f7cac04bf419a" /><Relationship Type="http://schemas.openxmlformats.org/officeDocument/2006/relationships/slide" Target="/ppt/slides/slide12.xml" Id="R8e944c54d7cc43e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2506b15cc7a420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0497a5c25aa4fbb" /><Relationship Type="http://schemas.openxmlformats.org/officeDocument/2006/relationships/notesMaster" Target="/ppt/notesMasters/notesMaster1.xml" Id="R33fe62e1afc340a0" /></Relationships>
</file>

<file path=ppt/notesSlides/_rels/notesSlide2.xml.rels>&#65279;<?xml version="1.0" encoding="utf-8"?><Relationships xmlns="http://schemas.openxmlformats.org/package/2006/relationships"><Relationship Type="http://schemas.openxmlformats.org/officeDocument/2006/relationships/slide" Target="/ppt/slides/slide2.xml" Id="Re42524afe67d4a39" /><Relationship Type="http://schemas.openxmlformats.org/officeDocument/2006/relationships/notesMaster" Target="/ppt/notesMasters/notesMaster1.xml" Id="Re67e53590fd84573" /></Relationships>
</file>

<file path=ppt/notesSlides/_rels/notesSlide3.xml.rels>&#65279;<?xml version="1.0" encoding="utf-8"?><Relationships xmlns="http://schemas.openxmlformats.org/package/2006/relationships"><Relationship Type="http://schemas.openxmlformats.org/officeDocument/2006/relationships/slide" Target="/ppt/slides/slide3.xml" Id="R71dbee735762482d" /><Relationship Type="http://schemas.openxmlformats.org/officeDocument/2006/relationships/notesMaster" Target="/ppt/notesMasters/notesMaster1.xml" Id="Ra5d68dbf44884557" /></Relationships>
</file>

<file path=ppt/notesSlides/_rels/notesSlide4.xml.rels>&#65279;<?xml version="1.0" encoding="utf-8"?><Relationships xmlns="http://schemas.openxmlformats.org/package/2006/relationships"><Relationship Type="http://schemas.openxmlformats.org/officeDocument/2006/relationships/slide" Target="/ppt/slides/slide4.xml" Id="R84f9cd920f9a4cd7" /><Relationship Type="http://schemas.openxmlformats.org/officeDocument/2006/relationships/notesMaster" Target="/ppt/notesMasters/notesMaster1.xml" Id="R93fb29765da54bcd" /></Relationships>
</file>

<file path=ppt/notesSlides/_rels/notesSlide5.xml.rels>&#65279;<?xml version="1.0" encoding="utf-8"?><Relationships xmlns="http://schemas.openxmlformats.org/package/2006/relationships"><Relationship Type="http://schemas.openxmlformats.org/officeDocument/2006/relationships/slide" Target="/ppt/slides/slide5.xml" Id="R4e328ded812e4974" /><Relationship Type="http://schemas.openxmlformats.org/officeDocument/2006/relationships/notesMaster" Target="/ppt/notesMasters/notesMaster1.xml" Id="Rf21f86707c7a4327" /></Relationships>
</file>

<file path=ppt/notesSlides/_rels/notesSlide6.xml.rels>&#65279;<?xml version="1.0" encoding="utf-8"?><Relationships xmlns="http://schemas.openxmlformats.org/package/2006/relationships"><Relationship Type="http://schemas.openxmlformats.org/officeDocument/2006/relationships/slide" Target="/ppt/slides/slide6.xml" Id="R27473f110c4241af" /><Relationship Type="http://schemas.openxmlformats.org/officeDocument/2006/relationships/notesMaster" Target="/ppt/notesMasters/notesMaster1.xml" Id="R9b8a678f979c4687" /></Relationships>
</file>

<file path=ppt/notesSlides/_rels/notesSlide7.xml.rels>&#65279;<?xml version="1.0" encoding="utf-8"?><Relationships xmlns="http://schemas.openxmlformats.org/package/2006/relationships"><Relationship Type="http://schemas.openxmlformats.org/officeDocument/2006/relationships/slide" Target="/ppt/slides/slide7.xml" Id="Rd8279cfbc00d4e6d" /><Relationship Type="http://schemas.openxmlformats.org/officeDocument/2006/relationships/notesMaster" Target="/ppt/notesMasters/notesMaster1.xml" Id="R7c8fc40dfba94efd" /></Relationships>
</file>

<file path=ppt/notesSlides/_rels/notesSlide8.xml.rels>&#65279;<?xml version="1.0" encoding="utf-8"?><Relationships xmlns="http://schemas.openxmlformats.org/package/2006/relationships"><Relationship Type="http://schemas.openxmlformats.org/officeDocument/2006/relationships/slide" Target="/ppt/slides/slide8.xml" Id="R45173dcaf1a94212" /><Relationship Type="http://schemas.openxmlformats.org/officeDocument/2006/relationships/notesMaster" Target="/ppt/notesMasters/notesMaster1.xml" Id="R7445e456b2a34251" /></Relationships>
</file>

<file path=ppt/notesSlides/_rels/notesSlide9.xml.rels>&#65279;<?xml version="1.0" encoding="utf-8"?><Relationships xmlns="http://schemas.openxmlformats.org/package/2006/relationships"><Relationship Type="http://schemas.openxmlformats.org/officeDocument/2006/relationships/slide" Target="/ppt/slides/slide9.xml" Id="Ra9d87f5e2c494b28" /><Relationship Type="http://schemas.openxmlformats.org/officeDocument/2006/relationships/notesMaster" Target="/ppt/notesMasters/notesMaster1.xml" Id="R450fef0c6a1e4c6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5e68b02fbd84683" /><Relationship Type="http://schemas.openxmlformats.org/officeDocument/2006/relationships/notesMaster" Target="/ppt/notesMasters/notesMaster1.xml" Id="R1749f8fee40a4d0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a9248fb13024a60" /><Relationship Type="http://schemas.openxmlformats.org/officeDocument/2006/relationships/notesMaster" Target="/ppt/notesMasters/notesMaster1.xml" Id="R8a7481fe7759463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da2670a3ccd4050" /><Relationship Type="http://schemas.openxmlformats.org/officeDocument/2006/relationships/notesMaster" Target="/ppt/notesMasters/notesMaster1.xml" Id="Rbc3646b9ea39482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Lesson 9 · Thursday 26 November 2026 · P5 12:50–13:30</ns0:t>
            </ns0:r>
          </ns0:p>
          <ns1:p xmlns:ns1="http://schemas.openxmlformats.org/drawingml/2006/main">
            <ns1:r>
              <ns1:t>Stage: Title + big question</ns1:t>
            </ns1:r>
          </ns1:p>
          <ns2:p xmlns:ns2="http://schemas.openxmlformats.org/drawingml/2006/main">
            <ns2:r>
              <ns2:t>Timing: 0 minutes</ns2:t>
            </ns2:r>
          </ns2:p>
          <ns3:p xmlns:ns3="http://schemas.openxmlformats.org/drawingml/2006/main">
            <ns3:r>
              <ns3:t>TA brief: Display the question. Bring the actual L3 campaign fact record, L6 final menu/prices/quantities, L7 checked labels and packs, and current publicity, stock and rota work. Learners finish one real responsibility today. Adult permissions and food/money controls are reviewed in the planner.</ns3:t>
            </ns3:r>
          </ns3:p>
          <ns4:p xmlns:ns4="http://schemas.openxmlformats.org/drawingml/2006/main">
            <ns4:r>
              <ns4:t>Cold Call: How do you know your job is complete?</ns4:t>
            </ns4:r>
          </ns4:p>
          <ns5:p xmlns:ns5="http://schemas.openxmlformats.org/drawingml/2006/main">
            <ns5:r>
              <ns5:t>Expected answer: Show the role card’s finish check and the learner’s own completed work or observation, with any gap recorded.</ns5:t>
            </ns5:r>
          </ns5:p>
          <ns6:p xmlns:ns6="http://schemas.openxmlformats.org/drawingml/2006/main">
            <ns6:r>
              <ns6:t>Sentence frames: My job is __. I did __. I checked __. It is ready / not ready yet because __.</ns6:t>
            </ns6:r>
          </ns6:p>
          <ns7:p xmlns:ns7="http://schemas.openxmlformats.org/drawingml/2006/main">
            <ns7:r>
              <ns7:t>Lundy: Space: Choose a manageable role, a quiet workspace and speech, pointing, drawing or scribing. Voice: The learner owns a final responsibility, a check and a request for help. Audience: The project teacher hears the learner and the responsible adult reviews the class gaps. Influence: Record who will act on an identified gap, and any changed role, break or support.</ns7:t>
            </ns7:r>
          </ns7:p>
          <ns8:p xmlns:ns8="http://schemas.openxmlformats.org/drawingml/2006/main">
            <ns8:r>
              <ns8:t>Source: Supplied orders and SoW Aut2 W4 — 03_ORDER_GCS-1.md; 04_ORDER_GCS-1_A1_and_GCS-2.md; 06_SOW_EXTRACT_Cake_Sale.md, revision 2026-10-21.</ns8:t>
            </ns8:r>
          </ns8:p>
          <ns9:p xmlns:ns9="http://schemas.openxmlformats.org/drawingml/2006/main">
            <ns9:r>
              <ns9:t>Source: Current-chat owner rulings — corrected accreditation, public place, continuation and E issue-2 source-key rule, 23 October 2026.</ns9:t>
            </ns9:r>
          </ns9:p>
          <ns10:p xmlns:ns10="http://schemas.openxmlformats.org/drawingml/2006/main">
            <ns10:r>
              <ns10:t>Made by Matt · © Matt Roper · CC BY-NC-SA 4.0: free for classroom use, share and adapt with credit, no resale</ns10:t>
            </ns10:r>
          </ns1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Lesson 9 · Thursday 26 November 2026 · P5 12:50–13:30</ns0:t>
            </ns0:r>
          </ns0:p>
          <ns1:p xmlns:ns1="http://schemas.openxmlformats.org/drawingml/2006/main">
            <ns1:r>
              <ns1:t>Stage: Arrival &amp; regulation check</ns1:t>
            </ns1:r>
          </ns1:p>
          <ns2:p xmlns:ns2="http://schemas.openxmlformats.org/drawingml/2006/main">
            <ns2:r>
              <ns2:t>Timing: 3 minutes</ns2:t>
            </ns2:r>
          </ns2:p>
          <ns3:p xmlns:ns3="http://schemas.openxmlformats.org/drawingml/2006/main">
            <ns3:r>
              <ns3:t>TA brief: Take a private colour check. Offer two manageable roles, a quiet task, seated work, pointing, a trusted adult or a movement pause within task time. A role away from customers is available. The adult handles the capture device.</ns3:t>
            </ns3:r>
          </ns3:p>
          <ns4:p xmlns:ns4="http://schemas.openxmlformats.org/drawingml/2006/main">
            <ns4:r>
              <ns4:t>Cold Call: What if a food label has not been checked?</ns4:t>
            </ns4:r>
          </ns4:p>
          <ns5:p xmlns:ns5="http://schemas.openxmlformats.org/drawingml/2006/main">
            <ns5:r>
              <ns5:t>Expected answer: Keep the item out of use and ask the supervising adult to check the actual packs and label. Do not guess.</ns5:t>
            </ns5:r>
          </ns5:p>
          <ns6:p xmlns:ns6="http://schemas.openxmlformats.org/drawingml/2006/main">
            <ns6:r>
              <ns6:t>Sentence frames: My job is __. I did __. I checked __. It is ready / not ready yet because __.</ns6:t>
            </ns6:r>
          </ns6:p>
          <ns7:p xmlns:ns7="http://schemas.openxmlformats.org/drawingml/2006/main">
            <ns7:r>
              <ns7:t>Lundy: Space: Choose a manageable role, a quiet workspace and speech, pointing, drawing or scribing. Voice: The learner owns a final responsibility, a check and a request for help. Audience: The project teacher hears the learner and the responsible adult reviews the class gaps. Influence: Record who will act on an identified gap, and any changed role, break or support.</ns7:t>
            </ns7:r>
          </ns7:p>
          <ns8:p xmlns:ns8="http://schemas.openxmlformats.org/drawingml/2006/main">
            <ns8:r>
              <ns8:t>Source: Supplied orders and SoW Aut2 W4 — 03_ORDER_GCS-1.md; 04_ORDER_GCS-1_A1_and_GCS-2.md; 06_SOW_EXTRACT_Cake_Sale.md, revision 2026-10-21.</ns8:t>
            </ns8:r>
          </ns8:p>
          <ns9:p xmlns:ns9="http://schemas.openxmlformats.org/drawingml/2006/main">
            <ns9:r>
              <ns9:t>Source: Current-chat owner rulings — corrected accreditation, public place, continuation and E issue-2 source-key rule, 23 October 2026.</ns9:t>
            </ns9:r>
          </ns9:p>
          <ns10:p xmlns:ns10="http://schemas.openxmlformats.org/drawingml/2006/main">
            <ns10:r>
              <ns10:t>Made by Matt · © Matt Roper · CC BY-NC-SA 4.0: free for classroom use, share and adapt with credit, no resale</ns10:t>
            </ns10:r>
          </ns1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Lesson 9 · Thursday 26 November 2026 · P5 12:50–13:30</ns0:t>
            </ns0:r>
          </ns0:p>
          <ns1:p xmlns:ns1="http://schemas.openxmlformats.org/drawingml/2006/main">
            <ns1:r>
              <ns1:t>Stage: Retrieval</ns1:t>
            </ns1:r>
          </ns1:p>
          <ns2:p xmlns:ns2="http://schemas.openxmlformats.org/drawingml/2006/main">
            <ns2:r>
              <ns2:t>Timing: 3 minutes</ns2:t>
            </ns2:r>
          </ns2:p>
          <ns3:p xmlns:ns3="http://schemas.openxmlformats.org/drawingml/2006/main">
            <ns3:r>
              <ns3:t>TA brief: Use genuine earlier work. Pre-teach role, ready, check, publicity, stock, rota, label and allergen with picture cues. Use the three-step countdown in the shared model cards: today 26 November; production Thursday 3 December P5; sale Thursday 3 December 2026, 13:30–14:10. The ordered L9 exit is Is my responsibility complete?</ns3:t>
            </ns3:r>
          </ns3:p>
          <ns4:p xmlns:ns4="http://schemas.openxmlformats.org/drawingml/2006/main">
            <ns4:r>
              <ns4:t>Cold Call: What happens if a sale check is not ready?</ns4:t>
            </ns4:r>
          </ns4:p>
          <ns5:p xmlns:ns5="http://schemas.openxmlformats.org/drawingml/2006/main">
            <ns5:r>
              <ns5:t>Expected answer: Record the gap, who will resolve it and when. Tell the responsible adult; a learner’s finished job does not authorise the sale.</ns5:t>
            </ns5:r>
          </ns5:p>
          <ns6:p xmlns:ns6="http://schemas.openxmlformats.org/drawingml/2006/main">
            <ns6:r>
              <ns6:t>Sentence frames: My job is __. I did __. I checked __. It is ready / not ready yet because __.</ns6:t>
            </ns6:r>
          </ns6:p>
          <ns7:p xmlns:ns7="http://schemas.openxmlformats.org/drawingml/2006/main">
            <ns7:r>
              <ns7:t>Lundy: Space: Choose a manageable role, a quiet workspace and speech, pointing, drawing or scribing. Voice: The learner owns a final responsibility, a check and a request for help. Audience: The project teacher hears the learner and the responsible adult reviews the class gaps. Influence: Record who will act on an identified gap, and any changed role, break or support.</ns7:t>
            </ns7:r>
          </ns7:p>
          <ns8:p xmlns:ns8="http://schemas.openxmlformats.org/drawingml/2006/main">
            <ns8:r>
              <ns8:t>Source: Supplied orders and SoW Aut2 W4 — 03_ORDER_GCS-1.md; 04_ORDER_GCS-1_A1_and_GCS-2.md; 06_SOW_EXTRACT_Cake_Sale.md, revision 2026-10-21.</ns8:t>
            </ns8:r>
          </ns8:p>
          <ns9:p xmlns:ns9="http://schemas.openxmlformats.org/drawingml/2006/main">
            <ns9:r>
              <ns9:t>Source: Current-chat owner rulings — corrected accreditation, public place, continuation and E issue-2 source-key rule, 23 October 2026.</ns9:t>
            </ns9:r>
          </ns9:p>
          <ns10:p xmlns:ns10="http://schemas.openxmlformats.org/drawingml/2006/main">
            <ns10:r>
              <ns10:t>Made by Matt · © Matt Roper · CC BY-NC-SA 4.0: free for classroom use, share and adapt with credit, no resale</ns10:t>
            </ns10:r>
          </ns1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Lesson 9 · Thursday 26 November 2026 · P5 12:50–13:30</ns0:t>
            </ns0:r>
          </ns0:p>
          <ns1:p xmlns:ns1="http://schemas.openxmlformats.org/drawingml/2006/main">
            <ns1:r>
              <ns1:t>Stage: Today: objective + "I can" statements with evidence links</ns1:t>
            </ns1:r>
          </ns1:p>
          <ns2:p xmlns:ns2="http://schemas.openxmlformats.org/drawingml/2006/main">
            <ns2:r>
              <ns2:t>Timing: 2 minutes</ns2:t>
            </ns2:r>
          </ns2:p>
          <ns3:p xmlns:ns3="http://schemas.openxmlformats.org/drawingml/2006/main">
            <ns3:r>
              <ns3:t>TA brief: Evidence links: Project learning link: [QUAL]; [AWARD] unit awards: [QUAL]; [QUAL].. Capture the learner’s individual work or observation and readiness statement, linked to the class checklist. No award completion is claimed. Teacher models, blank forms and another person’s work are not evidence of this learner’s contribution.</ns3:t>
            </ns3:r>
          </ns3:p>
          <ns4:p xmlns:ns4="http://schemas.openxmlformats.org/drawingml/2006/main">
            <ns4:r>
              <ns4:t>Cold Call: How do you know your job is complete?</ns4:t>
            </ns4:r>
          </ns4:p>
          <ns5:p xmlns:ns5="http://schemas.openxmlformats.org/drawingml/2006/main">
            <ns5:r>
              <ns5:t>Expected answer: Show the role card’s finish check and the learner’s own completed work or observation, with any gap recorded.</ns5:t>
            </ns5:r>
          </ns5:p>
          <ns6:p xmlns:ns6="http://schemas.openxmlformats.org/drawingml/2006/main">
            <ns6:r>
              <ns6:t>Sentence frames: My job is __. I did __. I checked __. It is ready / not ready yet because __.</ns6:t>
            </ns6:r>
          </ns6:p>
          <ns7:p xmlns:ns7="http://schemas.openxmlformats.org/drawingml/2006/main">
            <ns7:r>
              <ns7:t>Lundy: Space: Choose a manageable role, a quiet workspace and speech, pointing, drawing or scribing. Voice: The learner owns a final responsibility, a check and a request for help. Audience: The project teacher hears the learner and the responsible adult reviews the class gaps. Influence: Record who will act on an identified gap, and any changed role, break or support.</ns7:t>
            </ns7:r>
          </ns7:p>
          <ns8:p xmlns:ns8="http://schemas.openxmlformats.org/drawingml/2006/main">
            <ns8:r>
              <ns8:t>Source: Supplied orders and SoW Aut2 W4 — 03_ORDER_GCS-1.md; 04_ORDER_GCS-1_A1_and_GCS-2.md; 06_SOW_EXTRACT_Cake_Sale.md, revision 2026-10-21.</ns8:t>
            </ns8:r>
          </ns8:p>
          <ns9:p xmlns:ns9="http://schemas.openxmlformats.org/drawingml/2006/main">
            <ns9:r>
              <ns9:t>Source: Current-chat owner rulings — corrected accreditation, public place, continuation and E issue-2 source-key rule, 23 October 2026.</ns9:t>
            </ns9:r>
          </ns9:p>
          <ns10:p xmlns:ns10="http://schemas.openxmlformats.org/drawingml/2006/main">
            <ns10:r>
              <ns10:t>Made by Matt · © Matt Roper · CC BY-NC-SA 4.0: free for classroom use, share and adapt with credit, no resale</ns10:t>
            </ns10:r>
          </ns1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Lesson 9 · Thursday 26 November 2026 · P5 12:50–13:30</ns0:t>
            </ns0:r>
          </ns0:p>
          <ns1:p xmlns:ns1="http://schemas.openxmlformats.org/drawingml/2006/main">
            <ns1:r>
              <ns1:t>Stage: I DO</ns1:t>
            </ns1:r>
          </ns1:p>
          <ns2:p xmlns:ns2="http://schemas.openxmlformats.org/drawingml/2006/main">
            <ns2:r>
              <ns2:t>Timing: 4 minutes</ns2:t>
            </ns2:r>
          </ns2:p>
          <ns3:p xmlns:ns3="http://schemas.openxmlformats.org/drawingml/2006/main">
            <ns3:r>
              <ns3:t>TA brief: Show the finished teaching poster/email in the shared model cards. The free-care fact is retained from the accepted L3 checked facts and rechecked on the charity About page. Use the actual L3 agreed campaign record first. Do not invent visitor words. Check the actual stall space and approval before staff publication. Models for menu, stock, rota and packaging are teaching examples, not agreed class choices.</ns3:t>
            </ns3:r>
          </ns3:p>
          <ns4:p xmlns:ns4="http://schemas.openxmlformats.org/drawingml/2006/main">
            <ns4:r>
              <ns4:t>Cold Call: What if a food label has not been checked?</ns4:t>
            </ns4:r>
          </ns4:p>
          <ns5:p xmlns:ns5="http://schemas.openxmlformats.org/drawingml/2006/main">
            <ns5:r>
              <ns5:t>Expected answer: Keep the item out of use and ask the supervising adult to check the actual packs and label. Do not guess.</ns5:t>
            </ns5:r>
          </ns5:p>
          <ns6:p xmlns:ns6="http://schemas.openxmlformats.org/drawingml/2006/main">
            <ns6:r>
              <ns6:t>Sentence frames: My job is __. I did __. I checked __. It is ready / not ready yet because __.</ns6:t>
            </ns6:r>
          </ns6:p>
          <ns7:p xmlns:ns7="http://schemas.openxmlformats.org/drawingml/2006/main">
            <ns7:r>
              <ns7:t>Lundy: Space: Choose a manageable role, a quiet workspace and speech, pointing, drawing or scribing. Voice: The learner owns a final responsibility, a check and a request for help. Audience: The project teacher hears the learner and the responsible adult reviews the class gaps. Influence: Record who will act on an identified gap, and any changed role, break or support.</ns7:t>
            </ns7:r>
          </ns7:p>
          <ns8:p xmlns:ns8="http://schemas.openxmlformats.org/drawingml/2006/main">
            <ns8:r>
              <ns8:t>Source: Supplied orders and SoW Aut2 W4 — 03_ORDER_GCS-1.md; 04_ORDER_GCS-1_A1_and_GCS-2.md; 06_SOW_EXTRACT_Cake_Sale.md, revision 2026-10-21.</ns8:t>
            </ns8:r>
          </ns8:p>
          <ns9:p xmlns:ns9="http://schemas.openxmlformats.org/drawingml/2006/main">
            <ns9:r>
              <ns9:t>Source: Current-chat owner rulings — corrected accreditation, public place, continuation and E issue-2 source-key rule, 23 October 2026.</ns9:t>
            </ns9:r>
          </ns9:p>
          <ns10:p xmlns:ns10="http://schemas.openxmlformats.org/drawingml/2006/main">
            <ns10:r>
              <ns10:t>Source: Zoe’s Place About us — https://www.zoes-place.org.uk/about/</ns10:t>
            </ns10:r>
          </ns10:p>
          <ns11:p xmlns:ns11="http://schemas.openxmlformats.org/drawingml/2006/main">
            <ns11:r>
              <ns11:t>Made by Matt · © Matt Roper · CC BY-NC-SA 4.0: free for classroom use, share and adapt with credit, no resale</ns11:t>
            </ns11:r>
          </ns1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Lesson 9 · Thursday 26 November 2026 · P5 12:50–13:30</ns0:t>
            </ns0:r>
          </ns0:p>
          <ns1:p xmlns:ns1="http://schemas.openxmlformats.org/drawingml/2006/main">
            <ns1:r>
              <ns1:t>Stage: WE DO</ns1:t>
            </ns1:r>
          </ns1:p>
          <ns2:p xmlns:ns2="http://schemas.openxmlformats.org/drawingml/2006/main">
            <ns2:r>
              <ns2:t>Timing: 6 minutes</ns2:t>
            </ns2:r>
          </ns2:p>
          <ns3:p xmlns:ns3="http://schemas.openxmlformats.org/drawingml/2006/main">
            <ns3:r>
              <ns3:t>TA brief: Review the six example finish checks; the shared role cards separate stock, rota and class readiness into seven responsibilities. A assumes an unchecked item can be used; C guesses about food. Correct B: keep it out of use and ask the supervising adult to match actual ingredient packs, toppings and the label. Re-model the actual check if needed. An item label or tick list alone does not establish safety. The adult completes the sale controls.</ns3:t>
            </ns3:r>
          </ns3:p>
          <ns4:p xmlns:ns4="http://schemas.openxmlformats.org/drawingml/2006/main">
            <ns4:r>
              <ns4:t>Cold Call: What happens if a sale check is not ready?</ns4:t>
            </ns4:r>
          </ns4:p>
          <ns5:p xmlns:ns5="http://schemas.openxmlformats.org/drawingml/2006/main">
            <ns5:r>
              <ns5:t>Expected answer: Record the gap, who will resolve it and when. Tell the responsible adult; a learner’s finished job does not authorise the sale.</ns5:t>
            </ns5:r>
          </ns5:p>
          <ns6:p xmlns:ns6="http://schemas.openxmlformats.org/drawingml/2006/main">
            <ns6:r>
              <ns6:t>Sentence frames: My job is __. I did __. I checked __. It is ready / not ready yet because __.</ns6:t>
            </ns6:r>
          </ns6:p>
          <ns7:p xmlns:ns7="http://schemas.openxmlformats.org/drawingml/2006/main">
            <ns7:r>
              <ns7:t>Lundy: Space: Choose a manageable role, a quiet workspace and speech, pointing, drawing or scribing. Voice: The learner owns a final responsibility, a check and a request for help. Audience: The project teacher hears the learner and the responsible adult reviews the class gaps. Influence: Record who will act on an identified gap, and any changed role, break or support.</ns7:t>
            </ns7:r>
          </ns7:p>
          <ns8:p xmlns:ns8="http://schemas.openxmlformats.org/drawingml/2006/main">
            <ns8:r>
              <ns8:t>Source: Supplied orders and SoW Aut2 W4 — 03_ORDER_GCS-1.md; 04_ORDER_GCS-1_A1_and_GCS-2.md; 06_SOW_EXTRACT_Cake_Sale.md, revision 2026-10-21.</ns8:t>
            </ns8:r>
          </ns8:p>
          <ns9:p xmlns:ns9="http://schemas.openxmlformats.org/drawingml/2006/main">
            <ns9:r>
              <ns9:t>Source: Current-chat owner rulings — corrected accreditation, public place, continuation and E issue-2 source-key rule, 23 October 2026.</ns9:t>
            </ns9:r>
          </ns9:p>
          <ns10:p xmlns:ns10="http://schemas.openxmlformats.org/drawingml/2006/main">
            <ns10:r>
              <ns10:t>Source: Food Standards Agency charity-event guidance — https://www.food.gov.uk/safety-hygiene/providing-food-at-community-and-charity-events</ns10:t>
            </ns10:r>
          </ns10:p>
          <ns11:p xmlns:ns11="http://schemas.openxmlformats.org/drawingml/2006/main">
            <ns11:r>
              <ns11:t>Source: Food Standards Agency allergen guidance — https://www.food.gov.uk/business-guidance/allergen-guidance-for-food-businesses</ns11:t>
            </ns11:r>
          </ns11:p>
          <ns12:p xmlns:ns12="http://schemas.openxmlformats.org/drawingml/2006/main">
            <ns12:r>
              <ns12:t>Made by Matt · © Matt Roper · CC BY-NC-SA 4.0: free for classroom use, share and adapt with credit, no resale</ns12:t>
            </ns12:r>
          </ns12: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Lesson 9 · Thursday 26 November 2026 · P5 12:50–13:30</ns0:t>
            </ns0:r>
          </ns0:p>
          <ns1:p xmlns:ns1="http://schemas.openxmlformats.org/drawingml/2006/main">
            <ns1:r>
              <ns1:t>Stage: YOU DO — in your book</ns1:t>
            </ns1:r>
          </ns1:p>
          <ns2:p xmlns:ns2="http://schemas.openxmlformats.org/drawingml/2006/main">
            <ns2:r>
              <ns2:t>Timing: 5 minutes</ns2:t>
            </ns2:r>
          </ns2:p>
          <ns3:p xmlns:ns3="http://schemas.openxmlformats.org/drawingml/2006/main">
            <ns3:r>
              <ns3:t>TA brief: Offer all seven responsibilities and a short, achievable part for each learner. Check the job can progress within twelve minutes of work time. Shared cards are prompts; practice and thinking go in the book. The learner owns the idea and choices. Adults may read, rephrase or scribe exact words.</ns3:t>
            </ns3:r>
          </ns3:p>
          <ns4:p xmlns:ns4="http://schemas.openxmlformats.org/drawingml/2006/main">
            <ns4:r>
              <ns4:t>Cold Call: How do you know your job is complete?</ns4:t>
            </ns4:r>
          </ns4:p>
          <ns5:p xmlns:ns5="http://schemas.openxmlformats.org/drawingml/2006/main">
            <ns5:r>
              <ns5:t>Expected answer: Show the role card’s finish check and the learner’s own completed work or observation, with any gap recorded.</ns5:t>
            </ns5:r>
          </ns5:p>
          <ns6:p xmlns:ns6="http://schemas.openxmlformats.org/drawingml/2006/main">
            <ns6:r>
              <ns6:t>Sentence frames: My job is __. I did __. I checked __. It is ready / not ready yet because __.</ns6:t>
            </ns6:r>
          </ns6:p>
          <ns7:p xmlns:ns7="http://schemas.openxmlformats.org/drawingml/2006/main">
            <ns7:r>
              <ns7:t>Lundy: Space: Choose a manageable role, a quiet workspace and speech, pointing, drawing or scribing. Voice: The learner owns a final responsibility, a check and a request for help. Audience: The project teacher hears the learner and the responsible adult reviews the class gaps. Influence: Record who will act on an identified gap, and any changed role, break or support.</ns7:t>
            </ns7:r>
          </ns7:p>
          <ns8:p xmlns:ns8="http://schemas.openxmlformats.org/drawingml/2006/main">
            <ns8:r>
              <ns8:t>Source: Supplied orders and SoW Aut2 W4 — 03_ORDER_GCS-1.md; 04_ORDER_GCS-1_A1_and_GCS-2.md; 06_SOW_EXTRACT_Cake_Sale.md, revision 2026-10-21.</ns8:t>
            </ns8:r>
          </ns8:p>
          <ns9:p xmlns:ns9="http://schemas.openxmlformats.org/drawingml/2006/main">
            <ns9:r>
              <ns9:t>Source: Current-chat owner rulings — corrected accreditation, public place, continuation and E issue-2 source-key rule, 23 October 2026.</ns9:t>
            </ns9:r>
          </ns9:p>
          <ns10:p xmlns:ns10="http://schemas.openxmlformats.org/drawingml/2006/main">
            <ns10:r>
              <ns10:t>Made by Matt · © Matt Roper · CC BY-NC-SA 4.0: free for classroom use, share and adapt with credit, no resale</ns10:t>
            </ns10:r>
          </ns1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Lesson 9 · Thursday 26 November 2026 · P5 12:50–13:30</ns0:t>
            </ns0:r>
          </ns0:p>
          <ns1:p xmlns:ns1="http://schemas.openxmlformats.org/drawingml/2006/main">
            <ns1:r>
              <ns1:t>Stage: YOU DO — evidence capture</ns1:t>
            </ns1:r>
          </ns1:p>
          <ns2:p xmlns:ns2="http://schemas.openxmlformats.org/drawingml/2006/main">
            <ns2:r>
              <ns2:t>Timing: 12 minutes</ns2:t>
            </ns2:r>
          </ns2:p>
          <ns3:p xmlns:ns3="http://schemas.openxmlformats.org/drawingml/2006/main">
            <ns3:r>
              <ns3:t>TA brief: Give twelve focused minutes for the real role and individual capture. Photograph, retain or reference the learner’s own part, dated and identified. Written, spoken, pointed, drawn or adult-scribed responses are accepted, with exact words or selections and support recorded. Capture in the evidence app where permitted. Use both L9-E1 pages, linked to the class readiness record. Do not send messages or publish work without the adult’s actual approval.</ns3:t>
            </ns3:r>
          </ns3:p>
          <ns4:p xmlns:ns4="http://schemas.openxmlformats.org/drawingml/2006/main">
            <ns4:r>
              <ns4:t>Cold Call: What if a food label has not been checked?</ns4:t>
            </ns4:r>
          </ns4:p>
          <ns5:p xmlns:ns5="http://schemas.openxmlformats.org/drawingml/2006/main">
            <ns5:r>
              <ns5:t>Expected answer: Keep the item out of use and ask the supervising adult to check the actual packs and label. Do not guess.</ns5:t>
            </ns5:r>
          </ns5:p>
          <ns6:p xmlns:ns6="http://schemas.openxmlformats.org/drawingml/2006/main">
            <ns6:r>
              <ns6:t>Sentence frames: My job is __. I did __. I checked __. It is ready / not ready yet because __.</ns6:t>
            </ns6:r>
          </ns6:p>
          <ns7:p xmlns:ns7="http://schemas.openxmlformats.org/drawingml/2006/main">
            <ns7:r>
              <ns7:t>Lundy: Space: Choose a manageable role, a quiet workspace and speech, pointing, drawing or scribing. Voice: The learner owns a final responsibility, a check and a request for help. Audience: The project teacher hears the learner and the responsible adult reviews the class gaps. Influence: Record who will act on an identified gap, and any changed role, break or support.</ns7:t>
            </ns7:r>
          </ns7:p>
          <ns8:p xmlns:ns8="http://schemas.openxmlformats.org/drawingml/2006/main">
            <ns8:r>
              <ns8:t>Source: Supplied orders and SoW Aut2 W4 — 03_ORDER_GCS-1.md; 04_ORDER_GCS-1_A1_and_GCS-2.md; 06_SOW_EXTRACT_Cake_Sale.md, revision 2026-10-21.</ns8:t>
            </ns8:r>
          </ns8:p>
          <ns9:p xmlns:ns9="http://schemas.openxmlformats.org/drawingml/2006/main">
            <ns9:r>
              <ns9:t>Source: Current-chat owner rulings — corrected accreditation, public place, continuation and E issue-2 source-key rule, 23 October 2026.</ns9:t>
            </ns9:r>
          </ns9:p>
          <ns10:p xmlns:ns10="http://schemas.openxmlformats.org/drawingml/2006/main">
            <ns10:r>
              <ns10:t>Source: Food Standards Agency charity-event guidance — https://www.food.gov.uk/safety-hygiene/providing-food-at-community-and-charity-events</ns10:t>
            </ns10:r>
          </ns10:p>
          <ns11:p xmlns:ns11="http://schemas.openxmlformats.org/drawingml/2006/main">
            <ns11:r>
              <ns11:t>Source: Food Standards Agency allergen guidance — https://www.food.gov.uk/business-guidance/allergen-guidance-for-food-businesses</ns11:t>
            </ns11:r>
          </ns11:p>
          <ns12:p xmlns:ns12="http://schemas.openxmlformats.org/drawingml/2006/main">
            <ns12:r>
              <ns12:t>Made by Matt · © Matt Roper · CC BY-NC-SA 4.0: free for classroom use, share and adapt with credit, no resale</ns12:t>
            </ns12:r>
          </ns12: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Lesson 9 · Thursday 26 November 2026 · P5 12:50–13:30</ns0:t>
            </ns0:r>
          </ns0:p>
          <ns1:p xmlns:ns1="http://schemas.openxmlformats.org/drawingml/2006/main">
            <ns1:r>
              <ns1:t>Stage: Evidence check before hand-in</ns1:t>
            </ns1:r>
          </ns1:p>
          <ns2:p xmlns:ns2="http://schemas.openxmlformats.org/drawingml/2006/main">
            <ns2:r>
              <ns2:t>Timing: 2 minutes</ns2:t>
            </ns2:r>
          </ns2:p>
          <ns3:p xmlns:ns3="http://schemas.openxmlformats.org/drawingml/2006/main">
            <ns3:r>
              <ns3:t>TA brief: Check the learner’s individual role, retained work/observation reference, completion check, response mode, support, feedback and next step. Link the class checklist by date/reference. A completed personal role does not authorise the sale. Record unresolved preparations and final-item checks for L10; never sign a control as completed before it has happened.</ns3:t>
            </ns3:r>
          </ns3:p>
          <ns4:p xmlns:ns4="http://schemas.openxmlformats.org/drawingml/2006/main">
            <ns4:r>
              <ns4:t>Cold Call: What happens if a sale check is not ready?</ns4:t>
            </ns4:r>
          </ns4:p>
          <ns5:p xmlns:ns5="http://schemas.openxmlformats.org/drawingml/2006/main">
            <ns5:r>
              <ns5:t>Expected answer: Record the gap, who will resolve it and when. Tell the responsible adult; a learner’s finished job does not authorise the sale.</ns5:t>
            </ns5:r>
          </ns5:p>
          <ns6:p xmlns:ns6="http://schemas.openxmlformats.org/drawingml/2006/main">
            <ns6:r>
              <ns6:t>Sentence frames: My job is __. I did __. I checked __. It is ready / not ready yet because __.</ns6:t>
            </ns6:r>
          </ns6:p>
          <ns7:p xmlns:ns7="http://schemas.openxmlformats.org/drawingml/2006/main">
            <ns7:r>
              <ns7:t>Lundy: Space: Choose a manageable role, a quiet workspace and speech, pointing, drawing or scribing. Voice: The learner owns a final responsibility, a check and a request for help. Audience: The project teacher hears the learner and the responsible adult reviews the class gaps. Influence: Record who will act on an identified gap, and any changed role, break or support.</ns7:t>
            </ns7:r>
          </ns7:p>
          <ns8:p xmlns:ns8="http://schemas.openxmlformats.org/drawingml/2006/main">
            <ns8:r>
              <ns8:t>Source: Supplied orders and SoW Aut2 W4 — 03_ORDER_GCS-1.md; 04_ORDER_GCS-1_A1_and_GCS-2.md; 06_SOW_EXTRACT_Cake_Sale.md, revision 2026-10-21.</ns8:t>
            </ns8:r>
          </ns8:p>
          <ns9:p xmlns:ns9="http://schemas.openxmlformats.org/drawingml/2006/main">
            <ns9:r>
              <ns9:t>Source: Current-chat owner rulings — corrected accreditation, public place, continuation and E issue-2 source-key rule, 23 October 2026.</ns9:t>
            </ns9:r>
          </ns9:p>
          <ns10:p xmlns:ns10="http://schemas.openxmlformats.org/drawingml/2006/main">
            <ns10:r>
              <ns10:t>Source: Food Standards Agency charity-event guidance — https://www.food.gov.uk/safety-hygiene/providing-food-at-community-and-charity-events</ns10:t>
            </ns10:r>
          </ns10:p>
          <ns11:p xmlns:ns11="http://schemas.openxmlformats.org/drawingml/2006/main">
            <ns11:r>
              <ns11:t>Source: Food Standards Agency allergen guidance — https://www.food.gov.uk/business-guidance/allergen-guidance-for-food-businesses</ns11:t>
            </ns11:r>
          </ns11:p>
          <ns12:p xmlns:ns12="http://schemas.openxmlformats.org/drawingml/2006/main">
            <ns12:r>
              <ns12:t>Made by Matt · © Matt Roper · CC BY-NC-SA 4.0: free for classroom use, share and adapt with credit, no resale</ns12:t>
            </ns12:r>
          </ns12: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Lesson 9 · Thursday 26 November 2026 · P5 12:50–13:30</ns0:t>
            </ns0:r>
          </ns0:p>
          <ns1:p xmlns:ns1="http://schemas.openxmlformats.org/drawingml/2006/main">
            <ns1:r>
              <ns1:t>Stage: Exit ticket</ns1:t>
            </ns1:r>
          </ns1:p>
          <ns2:p xmlns:ns2="http://schemas.openxmlformats.org/drawingml/2006/main">
            <ns2:r>
              <ns2:t>Timing: 3 minutes</ns2:t>
            </ns2:r>
          </ns2:p>
          <ns3:p xmlns:ns3="http://schemas.openxmlformats.org/drawingml/2006/main">
            <ns3:r>
              <ns3:t>TA brief: Hear each readiness statement and request for help. The responsible adult records who owns each remaining gap and its due time. Use the learner’s voice to change the role or support as needed. The sale is Thursday 3 December 2026, 13:30–14:10; final food, label and money checks are repeated before opening.</ns3:t>
            </ns3:r>
          </ns3:p>
          <ns4:p xmlns:ns4="http://schemas.openxmlformats.org/drawingml/2006/main">
            <ns4:r>
              <ns4:t>Cold Call: How do you know your job is complete?</ns4:t>
            </ns4:r>
          </ns4:p>
          <ns5:p xmlns:ns5="http://schemas.openxmlformats.org/drawingml/2006/main">
            <ns5:r>
              <ns5:t>Expected answer: Show the role card’s finish check and the learner’s own completed work or observation, with any gap recorded.</ns5:t>
            </ns5:r>
          </ns5:p>
          <ns6:p xmlns:ns6="http://schemas.openxmlformats.org/drawingml/2006/main">
            <ns6:r>
              <ns6:t>Sentence frames: My job is __. I did __. I checked __. It is ready / not ready yet because __.</ns6:t>
            </ns6:r>
          </ns6:p>
          <ns7:p xmlns:ns7="http://schemas.openxmlformats.org/drawingml/2006/main">
            <ns7:r>
              <ns7:t>Lundy: Space: Choose a manageable role, a quiet workspace and speech, pointing, drawing or scribing. Voice: The learner owns a final responsibility, a check and a request for help. Audience: The project teacher hears the learner and the responsible adult reviews the class gaps. Influence: Record who will act on an identified gap, and any changed role, break or support.</ns7:t>
            </ns7:r>
          </ns7:p>
          <ns8:p xmlns:ns8="http://schemas.openxmlformats.org/drawingml/2006/main">
            <ns8:r>
              <ns8:t>Source: Supplied orders and SoW Aut2 W4 — 03_ORDER_GCS-1.md; 04_ORDER_GCS-1_A1_and_GCS-2.md; 06_SOW_EXTRACT_Cake_Sale.md, revision 2026-10-21.</ns8:t>
            </ns8:r>
          </ns8:p>
          <ns9:p xmlns:ns9="http://schemas.openxmlformats.org/drawingml/2006/main">
            <ns9:r>
              <ns9:t>Source: Current-chat owner rulings — corrected accreditation, public place, continuation and E issue-2 source-key rule, 23 October 2026.</ns9:t>
            </ns9:r>
          </ns9:p>
          <ns10:p xmlns:ns10="http://schemas.openxmlformats.org/drawingml/2006/main">
            <ns10:r>
              <ns10:t>Made by Matt · © Matt Roper · CC BY-NC-SA 4.0: free for classroom use, share and adapt with credit, no resale</ns10:t>
            </ns10:r>
          </ns1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Lesson 9 · Thursday 26 November 2026 · P5 12:50–13:30</ns0:t>
            </ns0:r>
          </ns0:p>
          <ns1:p xmlns:ns1="http://schemas.openxmlformats.org/drawingml/2006/main">
            <ns1:r>
              <ns1:t>Stage: Key vocabulary mat (EAL)</ns1:t>
            </ns1:r>
          </ns1:p>
          <ns2:p xmlns:ns2="http://schemas.openxmlformats.org/drawingml/2006/main">
            <ns2:r>
              <ns2:t>Timing: 0 minutes</ns2:t>
            </ns2:r>
          </ns2:p>
          <ns3:p xmlns:ns3="http://schemas.openxmlformats.org/drawingml/2006/main">
            <ns3:r>
              <ns3:t>TA brief: Read the eight terms aloud with the flat cues and actual role work. An allergen is explained in plain words; the supervising adult checks every actual ingredient and follows individual allergy arrangements. Keep the picture vocabulary mat available throughout.</ns3:t>
            </ns3:r>
          </ns3:p>
          <ns4:p xmlns:ns4="http://schemas.openxmlformats.org/drawingml/2006/main">
            <ns4:r>
              <ns4:t>Cold Call: What if a food label has not been checked?</ns4:t>
            </ns4:r>
          </ns4:p>
          <ns5:p xmlns:ns5="http://schemas.openxmlformats.org/drawingml/2006/main">
            <ns5:r>
              <ns5:t>Expected answer: Keep the item out of use and ask the supervising adult to check the actual packs and label. Do not guess.</ns5:t>
            </ns5:r>
          </ns5:p>
          <ns6:p xmlns:ns6="http://schemas.openxmlformats.org/drawingml/2006/main">
            <ns6:r>
              <ns6:t>Sentence frames: My job is __. I did __. I checked __. It is ready / not ready yet because __.</ns6:t>
            </ns6:r>
          </ns6:p>
          <ns7:p xmlns:ns7="http://schemas.openxmlformats.org/drawingml/2006/main">
            <ns7:r>
              <ns7:t>Lundy: Space: Choose a manageable role, a quiet workspace and speech, pointing, drawing or scribing. Voice: The learner owns a final responsibility, a check and a request for help. Audience: The project teacher hears the learner and the responsible adult reviews the class gaps. Influence: Record who will act on an identified gap, and any changed role, break or support.</ns7:t>
            </ns7:r>
          </ns7:p>
          <ns8:p xmlns:ns8="http://schemas.openxmlformats.org/drawingml/2006/main">
            <ns8:r>
              <ns8:t>Source: Supplied orders and SoW Aut2 W4 — 03_ORDER_GCS-1.md; 04_ORDER_GCS-1_A1_and_GCS-2.md; 06_SOW_EXTRACT_Cake_Sale.md, revision 2026-10-21.</ns8:t>
            </ns8:r>
          </ns8:p>
          <ns9:p xmlns:ns9="http://schemas.openxmlformats.org/drawingml/2006/main">
            <ns9:r>
              <ns9:t>Source: Current-chat owner rulings — corrected accreditation, public place, continuation and E issue-2 source-key rule, 23 October 2026.</ns9:t>
            </ns9:r>
          </ns9:p>
          <ns10:p xmlns:ns10="http://schemas.openxmlformats.org/drawingml/2006/main">
            <ns10:r>
              <ns10:t>Made by Matt · © Matt Roper · CC BY-NC-SA 4.0: free for classroom use, share and adapt with credit, no resale</ns10:t>
            </ns10:r>
          </ns1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Lesson 9 · Thursday 26 November 2026 · P5 12:50–13:30</ns0:t>
            </ns0:r>
          </ns0:p>
          <ns1:p xmlns:ns1="http://schemas.openxmlformats.org/drawingml/2006/main">
            <ns1:r>
              <ns1:t>Stage: TA / staff brief</ns1:t>
            </ns1:r>
          </ns1:p>
          <ns2:p xmlns:ns2="http://schemas.openxmlformats.org/drawingml/2006/main">
            <ns2:r>
              <ns2:t>Timing: 0 minutes</ns2:t>
            </ns2:r>
          </ns2:p>
          <ns3:p xmlns:ns3="http://schemas.openxmlformats.org/drawingml/2006/main">
            <ns3:r>
              <ns3:t>TA brief: Hidden reference. Use the three Cold Call questions and expected answers. Complete the planner’s before-sale preparation record today, distinguishing completed checks from pending actual-item checks. Keep any unresolved control open with an owner and due time; repeat the final checks before the stall opens. The Communication teacher maps selected evidence against her own booklet.</ns3:t>
            </ns3:r>
          </ns3:p>
          <ns4:p xmlns:ns4="http://schemas.openxmlformats.org/drawingml/2006/main">
            <ns4:r>
              <ns4:t>Cold Call: What happens if a sale check is not ready?</ns4:t>
            </ns4:r>
          </ns4:p>
          <ns5:p xmlns:ns5="http://schemas.openxmlformats.org/drawingml/2006/main">
            <ns5:r>
              <ns5:t>Expected answer: Record the gap, who will resolve it and when. Tell the responsible adult; a learner’s finished job does not authorise the sale.</ns5:t>
            </ns5:r>
          </ns5:p>
          <ns6:p xmlns:ns6="http://schemas.openxmlformats.org/drawingml/2006/main">
            <ns6:r>
              <ns6:t>Sentence frames: My job is __. I did __. I checked __. It is ready / not ready yet because __.</ns6:t>
            </ns6:r>
          </ns6:p>
          <ns7:p xmlns:ns7="http://schemas.openxmlformats.org/drawingml/2006/main">
            <ns7:r>
              <ns7:t>Lundy: Space: Choose a manageable role, a quiet workspace and speech, pointing, drawing or scribing. Voice: The learner owns a final responsibility, a check and a request for help. Audience: The project teacher hears the learner and the responsible adult reviews the class gaps. Influence: Record who will act on an identified gap, and any changed role, break or support.</ns7:t>
            </ns7:r>
          </ns7:p>
          <ns8:p xmlns:ns8="http://schemas.openxmlformats.org/drawingml/2006/main">
            <ns8:r>
              <ns8:t>Source: Supplied orders and SoW Aut2 W4 — 03_ORDER_GCS-1.md; 04_ORDER_GCS-1_A1_and_GCS-2.md; 06_SOW_EXTRACT_Cake_Sale.md, revision 2026-10-21.</ns8:t>
            </ns8:r>
          </ns8:p>
          <ns9:p xmlns:ns9="http://schemas.openxmlformats.org/drawingml/2006/main">
            <ns9:r>
              <ns9:t>Source: Current-chat owner rulings — corrected accreditation, public place, continuation and E issue-2 source-key rule, 23 October 2026.</ns9:t>
            </ns9:r>
          </ns9:p>
          <ns10:p xmlns:ns10="http://schemas.openxmlformats.org/drawingml/2006/main">
            <ns10:r>
              <ns10:t>Source: Zoe’s Place About us — https://www.zoes-place.org.uk/about/</ns10:t>
            </ns10:r>
          </ns10:p>
          <ns11:p xmlns:ns11="http://schemas.openxmlformats.org/drawingml/2006/main">
            <ns11:r>
              <ns11:t>Source: Food Standards Agency charity-event guidance — https://www.food.gov.uk/safety-hygiene/providing-food-at-community-and-charity-events</ns11:t>
            </ns11:r>
          </ns11:p>
          <ns12:p xmlns:ns12="http://schemas.openxmlformats.org/drawingml/2006/main">
            <ns12:r>
              <ns12:t>Source: Food Standards Agency allergen guidance — https://www.food.gov.uk/business-guidance/allergen-guidance-for-food-businesses</ns12:t>
            </ns12:r>
          </ns12:p>
          <ns13:p xmlns:ns13="http://schemas.openxmlformats.org/drawingml/2006/main">
            <ns13:r>
              <ns13:t>Made by Matt · © Matt Roper · CC BY-NC-SA 4.0: free for classroom use, share and adapt with credit, no resale</ns13:t>
            </ns13:r>
          </ns13: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5931d3fba88475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460fd7bf8bc453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740e10004b141f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263e9f36eef45c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4cd11d079db4c6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0f575b0085e470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B90A6D4-95B6-4D3E-8656-99792C7F3D3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049AE6F-F34C-4B9E-B668-399F945CAF4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4A99098-30E2-40A1-9B2E-25AD12C7C45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1CD7707-D73B-442F-B522-45628E8F22B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CBA5FC3-04EC-451C-B973-48EF15C958D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922D3D9-BF5F-485C-B6E7-0EA9230F1AF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6856991-4414-4440-902C-E592EF5892E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561022B-61E8-4198-8183-8EF01986199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5D2C313-A5F4-45B0-BA19-D6F7E3815B1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1755968-709B-4E8E-B2BB-096160D6855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51da0274805449d" /><Relationship Type="http://schemas.openxmlformats.org/officeDocument/2006/relationships/slideLayout" Target="/ppt/slideLayouts/slideLayout1.xml" Id="R5dee4266a8c24ad7" /><Relationship Type="http://schemas.openxmlformats.org/officeDocument/2006/relationships/slideLayout" Target="/ppt/slideLayouts/slideLayout2.xml" Id="R038216ee4fa84786" /><Relationship Type="http://schemas.openxmlformats.org/officeDocument/2006/relationships/slideLayout" Target="/ppt/slideLayouts/slideLayout3.xml" Id="R1640dd92e1f94c87" /><Relationship Type="http://schemas.openxmlformats.org/officeDocument/2006/relationships/slideLayout" Target="/ppt/slideLayouts/slideLayout4.xml" Id="R1567898afa3940c3" /><Relationship Type="http://schemas.openxmlformats.org/officeDocument/2006/relationships/slideLayout" Target="/ppt/slideLayouts/slideLayout5.xml" Id="R780983a1fe734a4e" /><Relationship Type="http://schemas.openxmlformats.org/officeDocument/2006/relationships/slideLayout" Target="/ppt/slideLayouts/slideLayout6.xml" Id="Rcd928dfb2b9840a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dee4266a8c24ad7"/>
    <p:sldLayoutId xmlns:r="http://schemas.openxmlformats.org/officeDocument/2006/relationships" id="2147483650" r:id="R038216ee4fa84786"/>
    <p:sldLayoutId xmlns:r="http://schemas.openxmlformats.org/officeDocument/2006/relationships" id="2147483651" r:id="R1640dd92e1f94c87"/>
    <p:sldLayoutId xmlns:r="http://schemas.openxmlformats.org/officeDocument/2006/relationships" id="2147483652" r:id="R1567898afa3940c3"/>
    <p:sldLayoutId xmlns:r="http://schemas.openxmlformats.org/officeDocument/2006/relationships" id="2147483653" r:id="R780983a1fe734a4e"/>
    <p:sldLayoutId xmlns:r="http://schemas.openxmlformats.org/officeDocument/2006/relationships" id="2147483654" r:id="Rcd928dfb2b9840a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efc273f3e924088" /><Relationship Type="http://schemas.openxmlformats.org/officeDocument/2006/relationships/image" Target="/ppt/media/image.png" Id="R14122ece10b64051" /><Relationship Type="http://schemas.openxmlformats.org/officeDocument/2006/relationships/notesSlide" Target="/ppt/notesSlides/notesSlide1.xml" Id="Rdf3fdff993014a8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2c227411da845c7" /><Relationship Type="http://schemas.openxmlformats.org/officeDocument/2006/relationships/notesSlide" Target="/ppt/notesSlides/notesSlide2.xml" Id="R79ea3d162841469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3daacd6e56e49aa" /><Relationship Type="http://schemas.openxmlformats.org/officeDocument/2006/relationships/notesSlide" Target="/ppt/notesSlides/notesSlide3.xml" Id="Rc7769890e47e45c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668e30cd4cb4cfd" /><Relationship Type="http://schemas.openxmlformats.org/officeDocument/2006/relationships/notesSlide" Target="/ppt/notesSlides/notesSlide4.xml" Id="Rfe3a7e63e2be4dc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c33099e22804eee" /><Relationship Type="http://schemas.openxmlformats.org/officeDocument/2006/relationships/notesSlide" Target="/ppt/notesSlides/notesSlide5.xml" Id="Rc34df1595e7a481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ba19fa6208f445c" /><Relationship Type="http://schemas.openxmlformats.org/officeDocument/2006/relationships/notesSlide" Target="/ppt/notesSlides/notesSlide6.xml" Id="R770062713b9748b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3b9fe0529ca4236" /><Relationship Type="http://schemas.openxmlformats.org/officeDocument/2006/relationships/notesSlide" Target="/ppt/notesSlides/notesSlide7.xml" Id="Rc5b4fcab3ea442a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e7db70d23f145f7" /><Relationship Type="http://schemas.openxmlformats.org/officeDocument/2006/relationships/notesSlide" Target="/ppt/notesSlides/notesSlide8.xml" Id="R38fb2d10ca7a402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c8ca116434a43ba" /><Relationship Type="http://schemas.openxmlformats.org/officeDocument/2006/relationships/notesSlide" Target="/ppt/notesSlides/notesSlide9.xml" Id="R1191cdd5819848d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e09e64ef6464331" /><Relationship Type="http://schemas.openxmlformats.org/officeDocument/2006/relationships/notesSlide" Target="/ppt/notesSlides/notesSlide10.xml" Id="Rc56bc28e3640432d" /></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6.xml" Id="R8f2d67d155b24b97"/><Relationship Type="http://schemas.openxmlformats.org/officeDocument/2006/relationships/image" Target="../media/e-L9-0.png" Id="Ra524a347ae674527"/><Relationship Type="http://schemas.openxmlformats.org/officeDocument/2006/relationships/image" Target="../media/e-L9-1.png" Id="Rced7992d3541451e"/><Relationship Type="http://schemas.openxmlformats.org/officeDocument/2006/relationships/image" Target="../media/e-L9-2.png" Id="Rd57204122dab4110"/><Relationship Type="http://schemas.openxmlformats.org/officeDocument/2006/relationships/image" Target="../media/e-L9-3.png" Id="Re539814f057443c6"/><Relationship Type="http://schemas.openxmlformats.org/officeDocument/2006/relationships/image" Target="../media/e-L9-4.png" Id="R19f2b9ae2e2041fa"/><Relationship Type="http://schemas.openxmlformats.org/officeDocument/2006/relationships/image" Target="../media/e-L9-5.png" Id="Rd9e0c911d8a14a09"/><Relationship Type="http://schemas.openxmlformats.org/officeDocument/2006/relationships/image" Target="../media/e-L9-6.png" Id="R203ce88a1cb64dad"/><Relationship Type="http://schemas.openxmlformats.org/officeDocument/2006/relationships/image" Target="../media/e-L9-7.png" Id="R5dd78c7271b243a9"/><Relationship Type="http://schemas.openxmlformats.org/officeDocument/2006/relationships/notesSlide" Target="/ppt/notesSlides/notesSlide11.xml" Id="Rc9cc96c4e3de4325"/></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8d7b565f53614057" /><Relationship Type="http://schemas.openxmlformats.org/officeDocument/2006/relationships/notesSlide" Target="/ppt/notesSlides/notesSlide12.xml" Id="Rbb8589cd525a4eea"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lesson-code">
            <a:extLst xmlns:a="http://schemas.openxmlformats.org/drawingml/2006/main">
              <a:ext uri="{FF2B5EF4-FFF2-40B4-BE49-F238E27FC236}">
                <a16:creationId xmlns:a16="http://schemas.microsoft.com/office/drawing/2014/main" id="{8C07E0CF-5E9D-44C0-A5C3-21987F0BC316}"/>
              </a:ext>
            </a:extLst>
          </p:cNvPr>
          <p:cNvSpPr>
            <a:spLocks xmlns:a="http://schemas.openxmlformats.org/drawingml/2006/main" noGrp="1"/>
          </p:cNvSpPr>
          <p:nvPr/>
        </p:nvSpPr>
        <p:spPr>
          <a:xfrm xmlns:a="http://schemas.openxmlformats.org/drawingml/2006/main">
            <a:off x="533400" y="1905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defRPr sz="1200" b="0">
                <a:solidFill>
                  <a:srgbClr val="566574"/>
                </a:solidFill>
                <a:latin typeface="Segoe UI"/>
                <a:ea typeface="Segoe UI"/>
                <a:cs typeface="Segoe UI"/>
              </a:defRPr>
            </a:lvl1pPr>
            <a:lvl2pPr>
              <a:defRPr sz="1200" b="0">
                <a:solidFill>
                  <a:srgbClr val="566574"/>
                </a:solidFill>
                <a:latin typeface="Segoe UI"/>
                <a:ea typeface="Segoe UI"/>
                <a:cs typeface="Segoe UI"/>
              </a:defRPr>
            </a:lvl2pPr>
            <a:lvl3pPr>
              <a:defRPr sz="1200" b="0">
                <a:solidFill>
                  <a:srgbClr val="566574"/>
                </a:solidFill>
                <a:latin typeface="Segoe UI"/>
                <a:ea typeface="Segoe UI"/>
                <a:cs typeface="Segoe UI"/>
              </a:defRPr>
            </a:lvl3pPr>
            <a:lvl4pPr>
              <a:defRPr sz="1200" b="0">
                <a:solidFill>
                  <a:srgbClr val="566574"/>
                </a:solidFill>
                <a:latin typeface="Segoe UI"/>
                <a:ea typeface="Segoe UI"/>
                <a:cs typeface="Segoe UI"/>
              </a:defRPr>
            </a:lvl4pPr>
            <a:lvl5pPr>
              <a:defRPr sz="1200" b="0">
                <a:solidFill>
                  <a:srgbClr val="566574"/>
                </a:solidFill>
                <a:latin typeface="Segoe UI"/>
                <a:ea typeface="Segoe UI"/>
                <a:cs typeface="Segoe UI"/>
              </a:defRPr>
            </a:lvl5pPr>
            <a:lvl6pPr>
              <a:defRPr sz="1200" b="0">
                <a:solidFill>
                  <a:srgbClr val="566574"/>
                </a:solidFill>
                <a:latin typeface="Segoe UI"/>
                <a:ea typeface="Segoe UI"/>
                <a:cs typeface="Segoe UI"/>
              </a:defRPr>
            </a:lvl6pPr>
            <a:lvl7pPr>
              <a:defRPr sz="1200" b="0">
                <a:solidFill>
                  <a:srgbClr val="566574"/>
                </a:solidFill>
                <a:latin typeface="Segoe UI"/>
                <a:ea typeface="Segoe UI"/>
                <a:cs typeface="Segoe UI"/>
              </a:defRPr>
            </a:lvl7pPr>
            <a:lvl8pPr>
              <a:defRPr sz="1200" b="0">
                <a:solidFill>
                  <a:srgbClr val="566574"/>
                </a:solidFill>
                <a:latin typeface="Segoe UI"/>
                <a:ea typeface="Segoe UI"/>
                <a:cs typeface="Segoe UI"/>
              </a:defRPr>
            </a:lvl8pPr>
            <a:lvl9pPr>
              <a:defRPr sz="1200" b="0">
                <a:solidFill>
                  <a:srgbClr val="566574"/>
                </a:solidFill>
                <a:latin typeface="Segoe UI"/>
                <a:ea typeface="Segoe UI"/>
                <a:cs typeface="Segoe UI"/>
              </a:defRPr>
            </a:lvl9pPr>
          </a:lstStyle>
          <ns4:p xmlns:ns4="http://schemas.openxmlformats.org/drawingml/2006/main">
            <ns4:pPr>
              <ns4:defRPr sz="1200" b="0">
                <ns4:solidFill>
                  <ns4:srgbClr val="566574"/>
                </ns4:solidFill>
                <ns4:latin typeface="Segoe UI"/>
                <ns4:ea typeface="Segoe UI"/>
                <ns4:cs typeface="Segoe UI"/>
              </ns4:defRPr>
            </ns4:pPr>
            <ns4:r>
              <ns4:rPr sz="1200" b="0">
                <ns4:solidFill>
                  <ns4:srgbClr val="566574"/>
                </ns4:solidFill>
                <ns4:latin typeface="Segoe UI"/>
                <ns4:ea typeface="Segoe UI"/>
                <ns4:cs typeface="Segoe UI"/>
              </ns4:rPr>
              <ns4:t>COMM-GROW-A2-W04  ·  Lesson 9</ns4:t>
            </ns4:r>
          </ns4:p>
        </p:txBody>
      </p:sp>
      <p:sp>
        <p:nvSpPr>
          <p:cNvPr id="2" name="edition">
            <a:extLst xmlns:a="http://schemas.openxmlformats.org/drawingml/2006/main">
              <a:ext uri="{FF2B5EF4-FFF2-40B4-BE49-F238E27FC236}">
                <a16:creationId xmlns:a16="http://schemas.microsoft.com/office/drawing/2014/main" id="{F28AF52D-E1A5-4332-9E49-E5987D071BB5}"/>
              </a:ext>
            </a:extLst>
          </p:cNvPr>
          <p:cNvSpPr>
            <a:spLocks xmlns:a="http://schemas.openxmlformats.org/drawingml/2006/main" noGrp="1"/>
          </p:cNvSpPr>
          <p:nvPr/>
        </p:nvSpPr>
        <p:spPr>
          <a:xfrm xmlns:a="http://schemas.openxmlformats.org/drawingml/2006/main">
            <a:off x="7620000" y="190500"/>
            <a:ext cx="4048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defRPr sz="1050" b="0">
                <a:solidFill>
                  <a:srgbClr val="566574"/>
                </a:solidFill>
                <a:latin typeface="Segoe UI"/>
                <a:ea typeface="Segoe UI"/>
                <a:cs typeface="Segoe UI"/>
              </a:defRPr>
            </a:lvl1pPr>
            <a:lvl2pPr>
              <a:defRPr sz="1050" b="0">
                <a:solidFill>
                  <a:srgbClr val="566574"/>
                </a:solidFill>
                <a:latin typeface="Segoe UI"/>
                <a:ea typeface="Segoe UI"/>
                <a:cs typeface="Segoe UI"/>
              </a:defRPr>
            </a:lvl2pPr>
            <a:lvl3pPr>
              <a:defRPr sz="1050" b="0">
                <a:solidFill>
                  <a:srgbClr val="566574"/>
                </a:solidFill>
                <a:latin typeface="Segoe UI"/>
                <a:ea typeface="Segoe UI"/>
                <a:cs typeface="Segoe UI"/>
              </a:defRPr>
            </a:lvl3pPr>
            <a:lvl4pPr>
              <a:defRPr sz="1050" b="0">
                <a:solidFill>
                  <a:srgbClr val="566574"/>
                </a:solidFill>
                <a:latin typeface="Segoe UI"/>
                <a:ea typeface="Segoe UI"/>
                <a:cs typeface="Segoe UI"/>
              </a:defRPr>
            </a:lvl4pPr>
            <a:lvl5pPr>
              <a:defRPr sz="1050" b="0">
                <a:solidFill>
                  <a:srgbClr val="566574"/>
                </a:solidFill>
                <a:latin typeface="Segoe UI"/>
                <a:ea typeface="Segoe UI"/>
                <a:cs typeface="Segoe UI"/>
              </a:defRPr>
            </a:lvl5pPr>
            <a:lvl6pPr>
              <a:defRPr sz="1050" b="0">
                <a:solidFill>
                  <a:srgbClr val="566574"/>
                </a:solidFill>
                <a:latin typeface="Segoe UI"/>
                <a:ea typeface="Segoe UI"/>
                <a:cs typeface="Segoe UI"/>
              </a:defRPr>
            </a:lvl6pPr>
            <a:lvl7pPr>
              <a:defRPr sz="1050" b="0">
                <a:solidFill>
                  <a:srgbClr val="566574"/>
                </a:solidFill>
                <a:latin typeface="Segoe UI"/>
                <a:ea typeface="Segoe UI"/>
                <a:cs typeface="Segoe UI"/>
              </a:defRPr>
            </a:lvl7pPr>
            <a:lvl8pPr>
              <a:defRPr sz="1050" b="0">
                <a:solidFill>
                  <a:srgbClr val="566574"/>
                </a:solidFill>
                <a:latin typeface="Segoe UI"/>
                <a:ea typeface="Segoe UI"/>
                <a:cs typeface="Segoe UI"/>
              </a:defRPr>
            </a:lvl8pPr>
            <a:lvl9pPr>
              <a:defRPr sz="1050" b="0">
                <a:solidFill>
                  <a:srgbClr val="566574"/>
                </a:solidFill>
                <a:latin typeface="Segoe UI"/>
                <a:ea typeface="Segoe UI"/>
                <a:cs typeface="Segoe UI"/>
              </a:defRPr>
            </a:lvl9pPr>
          </a:lstStyle>
          <ns5:p xmlns:ns5="http://schemas.openxmlformats.org/drawingml/2006/main">
            <ns5:pPr>
              <ns5:defRPr sz="1050" b="0">
                <ns5:solidFill>
                  <ns5:srgbClr val="566574"/>
                </ns5:solidFill>
                <ns5:latin typeface="Segoe UI"/>
                <ns5:ea typeface="Segoe UI"/>
                <ns5:cs typeface="Segoe UI"/>
              </ns5:defRPr>
            </ns5:pPr>
            <ns5:r>
              <ns5:rPr sz="1050" b="0">
                <ns5:solidFill>
                  <ns5:srgbClr val="566574"/>
                </ns5:solidFill>
                <ns5:latin typeface="Segoe UI"/>
                <ns5:ea typeface="Segoe UI"/>
                <ns5:cs typeface="Segoe UI"/>
              </ns5:rPr>
              <ns5:t>Public edition</ns5:t>
            </ns5:r>
          </ns5:p>
        </p:txBody>
      </p:sp>
      <p:sp>
        <p:nvSpPr>
          <p:cNvPr id="3" name="stage-title">
            <a:extLst xmlns:a="http://schemas.openxmlformats.org/drawingml/2006/main">
              <a:ext uri="{FF2B5EF4-FFF2-40B4-BE49-F238E27FC236}">
                <a16:creationId xmlns:a16="http://schemas.microsoft.com/office/drawing/2014/main" id="{A8F42E53-C680-404E-8DFA-5C01C353CA51}"/>
              </a:ext>
            </a:extLst>
          </p:cNvPr>
          <p:cNvSpPr>
            <a:spLocks xmlns:a="http://schemas.openxmlformats.org/drawingml/2006/main" noGrp="1"/>
          </p:cNvSpPr>
          <p:nvPr/>
        </p:nvSpPr>
        <p:spPr>
          <a:xfrm xmlns:a="http://schemas.openxmlformats.org/drawingml/2006/main">
            <a:off x="533400" y="590550"/>
            <a:ext cx="11029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3225" b="1">
                <a:solidFill>
                  <a:srgbClr val="345D70"/>
                </a:solidFill>
                <a:latin typeface="Segoe UI"/>
                <a:ea typeface="Segoe UI"/>
                <a:cs typeface="Segoe UI"/>
              </a:defRPr>
            </a:defPPr>
            <a:lvl1pPr>
              <a:defRPr sz="3225" b="1">
                <a:solidFill>
                  <a:srgbClr val="345D70"/>
                </a:solidFill>
                <a:latin typeface="Segoe UI"/>
                <a:ea typeface="Segoe UI"/>
                <a:cs typeface="Segoe UI"/>
              </a:defRPr>
            </a:lvl1pPr>
            <a:lvl2pPr>
              <a:defRPr sz="3225" b="1">
                <a:solidFill>
                  <a:srgbClr val="345D70"/>
                </a:solidFill>
                <a:latin typeface="Segoe UI"/>
                <a:ea typeface="Segoe UI"/>
                <a:cs typeface="Segoe UI"/>
              </a:defRPr>
            </a:lvl2pPr>
            <a:lvl3pPr>
              <a:defRPr sz="3225" b="1">
                <a:solidFill>
                  <a:srgbClr val="345D70"/>
                </a:solidFill>
                <a:latin typeface="Segoe UI"/>
                <a:ea typeface="Segoe UI"/>
                <a:cs typeface="Segoe UI"/>
              </a:defRPr>
            </a:lvl3pPr>
            <a:lvl4pPr>
              <a:defRPr sz="3225" b="1">
                <a:solidFill>
                  <a:srgbClr val="345D70"/>
                </a:solidFill>
                <a:latin typeface="Segoe UI"/>
                <a:ea typeface="Segoe UI"/>
                <a:cs typeface="Segoe UI"/>
              </a:defRPr>
            </a:lvl4pPr>
            <a:lvl5pPr>
              <a:defRPr sz="3225" b="1">
                <a:solidFill>
                  <a:srgbClr val="345D70"/>
                </a:solidFill>
                <a:latin typeface="Segoe UI"/>
                <a:ea typeface="Segoe UI"/>
                <a:cs typeface="Segoe UI"/>
              </a:defRPr>
            </a:lvl5pPr>
            <a:lvl6pPr>
              <a:defRPr sz="3225" b="1">
                <a:solidFill>
                  <a:srgbClr val="345D70"/>
                </a:solidFill>
                <a:latin typeface="Segoe UI"/>
                <a:ea typeface="Segoe UI"/>
                <a:cs typeface="Segoe UI"/>
              </a:defRPr>
            </a:lvl6pPr>
            <a:lvl7pPr>
              <a:defRPr sz="3225" b="1">
                <a:solidFill>
                  <a:srgbClr val="345D70"/>
                </a:solidFill>
                <a:latin typeface="Segoe UI"/>
                <a:ea typeface="Segoe UI"/>
                <a:cs typeface="Segoe UI"/>
              </a:defRPr>
            </a:lvl7pPr>
            <a:lvl8pPr>
              <a:defRPr sz="3225" b="1">
                <a:solidFill>
                  <a:srgbClr val="345D70"/>
                </a:solidFill>
                <a:latin typeface="Segoe UI"/>
                <a:ea typeface="Segoe UI"/>
                <a:cs typeface="Segoe UI"/>
              </a:defRPr>
            </a:lvl8pPr>
            <a:lvl9pPr>
              <a:defRPr sz="3225" b="1">
                <a:solidFill>
                  <a:srgbClr val="345D70"/>
                </a:solidFill>
                <a:latin typeface="Segoe UI"/>
                <a:ea typeface="Segoe UI"/>
                <a:cs typeface="Segoe UI"/>
              </a:defRPr>
            </a:lvl9pPr>
          </a:lstStyle>
          <ns3:p xmlns:ns3="http://schemas.openxmlformats.org/drawingml/2006/main">
            <ns3:pPr>
              <ns3:defRPr sz="3225" b="1">
                <ns3:solidFill>
                  <ns3:srgbClr val="345D70"/>
                </ns3:solidFill>
                <ns3:latin typeface="Segoe UI"/>
                <ns3:ea typeface="Segoe UI"/>
                <ns3:cs typeface="Segoe UI"/>
              </ns3:defRPr>
            </ns3:pPr>
            <ns3:r>
              <ns3:rPr sz="3225" b="1">
                <ns3:solidFill>
                  <ns3:srgbClr val="345D70"/>
                </ns3:solidFill>
                <ns3:latin typeface="Segoe UI"/>
                <ns3:ea typeface="Segoe UI"/>
                <ns3:cs typeface="Segoe UI"/>
              </ns3:rPr>
              <ns3:t>Publicity and final preparation</ns3:t>
            </ns3:r>
          </ns3:p>
        </p:txBody>
      </p:sp>
      <p:sp>
        <p:nvSpPr>
          <p:cNvPr id="4" name="big-question">
            <a:extLst xmlns:a="http://schemas.openxmlformats.org/drawingml/2006/main">
              <a:ext uri="{FF2B5EF4-FFF2-40B4-BE49-F238E27FC236}">
                <a16:creationId xmlns:a16="http://schemas.microsoft.com/office/drawing/2014/main" id="{DDC99830-5CE7-4FAD-A2D6-1F438FAB8F7A}"/>
              </a:ext>
            </a:extLst>
          </p:cNvPr>
          <p:cNvSpPr>
            <a:spLocks xmlns:a="http://schemas.openxmlformats.org/drawingml/2006/main" noGrp="1"/>
          </p:cNvSpPr>
          <p:nvPr/>
        </p:nvSpPr>
        <p:spPr>
          <a:xfrm xmlns:a="http://schemas.openxmlformats.org/drawingml/2006/main">
            <a:off x="533400" y="2000250"/>
            <a:ext cx="8953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3600" b="1">
                <a:solidFill>
                  <a:srgbClr val="192E3B"/>
                </a:solidFill>
                <a:latin typeface="Segoe UI"/>
                <a:ea typeface="Segoe UI"/>
                <a:cs typeface="Segoe UI"/>
              </a:defRPr>
            </a:defPPr>
            <a:lvl1pPr>
              <a:defRPr sz="3600" b="1">
                <a:solidFill>
                  <a:srgbClr val="192E3B"/>
                </a:solidFill>
                <a:latin typeface="Segoe UI"/>
                <a:ea typeface="Segoe UI"/>
                <a:cs typeface="Segoe UI"/>
              </a:defRPr>
            </a:lvl1pPr>
            <a:lvl2pPr>
              <a:defRPr sz="3600" b="1">
                <a:solidFill>
                  <a:srgbClr val="192E3B"/>
                </a:solidFill>
                <a:latin typeface="Segoe UI"/>
                <a:ea typeface="Segoe UI"/>
                <a:cs typeface="Segoe UI"/>
              </a:defRPr>
            </a:lvl2pPr>
            <a:lvl3pPr>
              <a:defRPr sz="3600" b="1">
                <a:solidFill>
                  <a:srgbClr val="192E3B"/>
                </a:solidFill>
                <a:latin typeface="Segoe UI"/>
                <a:ea typeface="Segoe UI"/>
                <a:cs typeface="Segoe UI"/>
              </a:defRPr>
            </a:lvl3pPr>
            <a:lvl4pPr>
              <a:defRPr sz="3600" b="1">
                <a:solidFill>
                  <a:srgbClr val="192E3B"/>
                </a:solidFill>
                <a:latin typeface="Segoe UI"/>
                <a:ea typeface="Segoe UI"/>
                <a:cs typeface="Segoe UI"/>
              </a:defRPr>
            </a:lvl4pPr>
            <a:lvl5pPr>
              <a:defRPr sz="3600" b="1">
                <a:solidFill>
                  <a:srgbClr val="192E3B"/>
                </a:solidFill>
                <a:latin typeface="Segoe UI"/>
                <a:ea typeface="Segoe UI"/>
                <a:cs typeface="Segoe UI"/>
              </a:defRPr>
            </a:lvl5pPr>
            <a:lvl6pPr>
              <a:defRPr sz="3600" b="1">
                <a:solidFill>
                  <a:srgbClr val="192E3B"/>
                </a:solidFill>
                <a:latin typeface="Segoe UI"/>
                <a:ea typeface="Segoe UI"/>
                <a:cs typeface="Segoe UI"/>
              </a:defRPr>
            </a:lvl6pPr>
            <a:lvl7pPr>
              <a:defRPr sz="3600" b="1">
                <a:solidFill>
                  <a:srgbClr val="192E3B"/>
                </a:solidFill>
                <a:latin typeface="Segoe UI"/>
                <a:ea typeface="Segoe UI"/>
                <a:cs typeface="Segoe UI"/>
              </a:defRPr>
            </a:lvl7pPr>
            <a:lvl8pPr>
              <a:defRPr sz="3600" b="1">
                <a:solidFill>
                  <a:srgbClr val="192E3B"/>
                </a:solidFill>
                <a:latin typeface="Segoe UI"/>
                <a:ea typeface="Segoe UI"/>
                <a:cs typeface="Segoe UI"/>
              </a:defRPr>
            </a:lvl8pPr>
            <a:lvl9pPr>
              <a:defRPr sz="3600" b="1">
                <a:solidFill>
                  <a:srgbClr val="192E3B"/>
                </a:solidFill>
                <a:latin typeface="Segoe UI"/>
                <a:ea typeface="Segoe UI"/>
                <a:cs typeface="Segoe UI"/>
              </a:defRPr>
            </a:lvl9pPr>
          </a:lstStyle>
          <ns0:p xmlns:ns0="http://schemas.openxmlformats.org/drawingml/2006/main">
            <ns0:pPr>
              <ns0:defRPr sz="3600" b="1">
                <ns0:solidFill>
                  <ns0:srgbClr val="192E3B"/>
                </ns0:solidFill>
                <ns0:latin typeface="Segoe UI"/>
                <ns0:ea typeface="Segoe UI"/>
                <ns0:cs typeface="Segoe UI"/>
              </ns0:defRPr>
            </ns0:pPr>
            <ns0:r>
              <ns0:rPr sz="3600" b="1">
                <ns0:solidFill>
                  <ns0:srgbClr val="192E3B"/>
                </ns0:solidFill>
                <ns0:latin typeface="Segoe UI"/>
                <ns0:ea typeface="Segoe UI"/>
                <ns0:cs typeface="Segoe UI"/>
              </ns0:rPr>
              <ns0:t>Is my job ready for the sale?</ns0:t>
            </ns0:r>
          </ns0:p>
        </p:txBody>
      </p:sp>
      <p:sp>
        <p:nvSpPr>
          <p:cNvPr id="5" name="purpose">
            <a:extLst xmlns:a="http://schemas.openxmlformats.org/drawingml/2006/main">
              <a:ext uri="{FF2B5EF4-FFF2-40B4-BE49-F238E27FC236}">
                <a16:creationId xmlns:a16="http://schemas.microsoft.com/office/drawing/2014/main" id="{F3062D06-A2B9-495A-8848-D71B1D8E3C79}"/>
              </a:ext>
            </a:extLst>
          </p:cNvPr>
          <p:cNvSpPr>
            <a:spLocks xmlns:a="http://schemas.openxmlformats.org/drawingml/2006/main" noGrp="1"/>
          </p:cNvSpPr>
          <p:nvPr/>
        </p:nvSpPr>
        <p:spPr>
          <a:xfrm xmlns:a="http://schemas.openxmlformats.org/drawingml/2006/main">
            <a:off x="533400" y="3810000"/>
            <a:ext cx="9144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550" b="0">
                <a:solidFill>
                  <a:srgbClr val="192E3B"/>
                </a:solidFill>
                <a:latin typeface="Segoe UI"/>
                <a:ea typeface="Segoe UI"/>
                <a:cs typeface="Segoe UI"/>
              </a:defRPr>
            </a:defPPr>
            <a:lvl1pPr>
              <a:defRPr sz="2550" b="0">
                <a:solidFill>
                  <a:srgbClr val="192E3B"/>
                </a:solidFill>
                <a:latin typeface="Segoe UI"/>
                <a:ea typeface="Segoe UI"/>
                <a:cs typeface="Segoe UI"/>
              </a:defRPr>
            </a:lvl1pPr>
            <a:lvl2pPr>
              <a:defRPr sz="2550" b="0">
                <a:solidFill>
                  <a:srgbClr val="192E3B"/>
                </a:solidFill>
                <a:latin typeface="Segoe UI"/>
                <a:ea typeface="Segoe UI"/>
                <a:cs typeface="Segoe UI"/>
              </a:defRPr>
            </a:lvl2pPr>
            <a:lvl3pPr>
              <a:defRPr sz="2550" b="0">
                <a:solidFill>
                  <a:srgbClr val="192E3B"/>
                </a:solidFill>
                <a:latin typeface="Segoe UI"/>
                <a:ea typeface="Segoe UI"/>
                <a:cs typeface="Segoe UI"/>
              </a:defRPr>
            </a:lvl3pPr>
            <a:lvl4pPr>
              <a:defRPr sz="2550" b="0">
                <a:solidFill>
                  <a:srgbClr val="192E3B"/>
                </a:solidFill>
                <a:latin typeface="Segoe UI"/>
                <a:ea typeface="Segoe UI"/>
                <a:cs typeface="Segoe UI"/>
              </a:defRPr>
            </a:lvl4pPr>
            <a:lvl5pPr>
              <a:defRPr sz="2550" b="0">
                <a:solidFill>
                  <a:srgbClr val="192E3B"/>
                </a:solidFill>
                <a:latin typeface="Segoe UI"/>
                <a:ea typeface="Segoe UI"/>
                <a:cs typeface="Segoe UI"/>
              </a:defRPr>
            </a:lvl5pPr>
            <a:lvl6pPr>
              <a:defRPr sz="2550" b="0">
                <a:solidFill>
                  <a:srgbClr val="192E3B"/>
                </a:solidFill>
                <a:latin typeface="Segoe UI"/>
                <a:ea typeface="Segoe UI"/>
                <a:cs typeface="Segoe UI"/>
              </a:defRPr>
            </a:lvl6pPr>
            <a:lvl7pPr>
              <a:defRPr sz="2550" b="0">
                <a:solidFill>
                  <a:srgbClr val="192E3B"/>
                </a:solidFill>
                <a:latin typeface="Segoe UI"/>
                <a:ea typeface="Segoe UI"/>
                <a:cs typeface="Segoe UI"/>
              </a:defRPr>
            </a:lvl7pPr>
            <a:lvl8pPr>
              <a:defRPr sz="2550" b="0">
                <a:solidFill>
                  <a:srgbClr val="192E3B"/>
                </a:solidFill>
                <a:latin typeface="Segoe UI"/>
                <a:ea typeface="Segoe UI"/>
                <a:cs typeface="Segoe UI"/>
              </a:defRPr>
            </a:lvl8pPr>
            <a:lvl9pPr>
              <a:defRPr sz="2550" b="0">
                <a:solidFill>
                  <a:srgbClr val="192E3B"/>
                </a:solidFill>
                <a:latin typeface="Segoe UI"/>
                <a:ea typeface="Segoe UI"/>
                <a:cs typeface="Segoe UI"/>
              </a:defRPr>
            </a:lvl9pPr>
          </a:lstStyle>
          <ns1:p xmlns:ns1="http://schemas.openxmlformats.org/drawingml/2006/main">
            <ns1:pPr>
              <ns1:defRPr sz="2550" b="0">
                <ns1:solidFill>
                  <ns1:srgbClr val="192E3B"/>
                </ns1:solidFill>
                <ns1:latin typeface="Segoe UI"/>
                <ns1:ea typeface="Segoe UI"/>
                <ns1:cs typeface="Segoe UI"/>
              </ns1:defRPr>
            </ns1:pPr>
            <ns1:r>
              <ns1:rPr sz="2550" b="0">
                <ns1:solidFill>
                  <ns1:srgbClr val="192E3B"/>
                </ns1:solidFill>
                <ns1:latin typeface="Segoe UI"/>
                <ns1:ea typeface="Segoe UI"/>
                <ns1:cs typeface="Segoe UI"/>
              </ns1:rPr>
              <ns1:t>One final job for our sale for Zoe’s Place.</ns1:t>
            </ns1:r>
          </ns1:p>
        </p:txBody>
      </p:sp>
      <p:pic>
        <p:nvPicPr>
          <p:cNvPr id="6" name="picture-cue-1" descr="Flat target cue for making a checked project choice.">
            <a:extLst xmlns:a="http://schemas.openxmlformats.org/drawingml/2006/main">
              <a:ext uri="{FF2B5EF4-FFF2-40B4-BE49-F238E27FC236}">
                <a16:creationId xmlns:a16="http://schemas.microsoft.com/office/drawing/2014/main" id="{608FBCE5-B59B-4C30-A4E1-C4E94FE7E5C2}"/>
              </a:ext>
            </a:extLst>
          </p:cNvPr>
          <p:cNvPicPr>
            <a:picLocks xmlns:a="http://schemas.openxmlformats.org/drawingml/2006/main" noChangeAspect="1"/>
          </p:cNvPicPr>
          <p:nvPr/>
        </p:nvPicPr>
        <p:blipFill>
          <a:blip xmlns:r="http://schemas.openxmlformats.org/officeDocument/2006/relationships" xmlns:a="http://schemas.openxmlformats.org/drawingml/2006/main" r:embed="R14122ece10b64051"/>
          <a:stretch xmlns:a="http://schemas.openxmlformats.org/drawingml/2006/main"/>
        </p:blipFill>
        <p:spPr>
          <a:xfrm xmlns:a="http://schemas.openxmlformats.org/drawingml/2006/main">
            <a:off x="10001250" y="2286000"/>
            <a:ext cx="1238250" cy="1238250"/>
          </a:xfrm>
          <a:prstGeom xmlns:a="http://schemas.openxmlformats.org/drawingml/2006/main" prst="rect">
            <a:avLst/>
          </a:prstGeom>
        </p:spPr>
      </p:pic>
      <p:sp>
        <p:nvSpPr>
          <p:cNvPr id="7" name="date">
            <a:extLst xmlns:a="http://schemas.openxmlformats.org/drawingml/2006/main">
              <a:ext uri="{FF2B5EF4-FFF2-40B4-BE49-F238E27FC236}">
                <a16:creationId xmlns:a16="http://schemas.microsoft.com/office/drawing/2014/main" id="{F5698BA5-6BA0-4F63-BD55-736AD0C8D887}"/>
              </a:ext>
            </a:extLst>
          </p:cNvPr>
          <p:cNvSpPr>
            <a:spLocks xmlns:a="http://schemas.openxmlformats.org/drawingml/2006/main" noGrp="1"/>
          </p:cNvSpPr>
          <p:nvPr/>
        </p:nvSpPr>
        <p:spPr>
          <a:xfrm xmlns:a="http://schemas.openxmlformats.org/drawingml/2006/main">
            <a:off x="533400" y="5429250"/>
            <a:ext cx="1047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0">
                <a:solidFill>
                  <a:srgbClr val="566574"/>
                </a:solidFill>
                <a:latin typeface="Segoe UI"/>
                <a:ea typeface="Segoe UI"/>
                <a:cs typeface="Segoe UI"/>
              </a:defRPr>
            </a:defPPr>
            <a:lvl1pPr>
              <a:defRPr sz="1800" b="0">
                <a:solidFill>
                  <a:srgbClr val="566574"/>
                </a:solidFill>
                <a:latin typeface="Segoe UI"/>
                <a:ea typeface="Segoe UI"/>
                <a:cs typeface="Segoe UI"/>
              </a:defRPr>
            </a:lvl1pPr>
            <a:lvl2pPr>
              <a:defRPr sz="1800" b="0">
                <a:solidFill>
                  <a:srgbClr val="566574"/>
                </a:solidFill>
                <a:latin typeface="Segoe UI"/>
                <a:ea typeface="Segoe UI"/>
                <a:cs typeface="Segoe UI"/>
              </a:defRPr>
            </a:lvl2pPr>
            <a:lvl3pPr>
              <a:defRPr sz="1800" b="0">
                <a:solidFill>
                  <a:srgbClr val="566574"/>
                </a:solidFill>
                <a:latin typeface="Segoe UI"/>
                <a:ea typeface="Segoe UI"/>
                <a:cs typeface="Segoe UI"/>
              </a:defRPr>
            </a:lvl3pPr>
            <a:lvl4pPr>
              <a:defRPr sz="1800" b="0">
                <a:solidFill>
                  <a:srgbClr val="566574"/>
                </a:solidFill>
                <a:latin typeface="Segoe UI"/>
                <a:ea typeface="Segoe UI"/>
                <a:cs typeface="Segoe UI"/>
              </a:defRPr>
            </a:lvl4pPr>
            <a:lvl5pPr>
              <a:defRPr sz="1800" b="0">
                <a:solidFill>
                  <a:srgbClr val="566574"/>
                </a:solidFill>
                <a:latin typeface="Segoe UI"/>
                <a:ea typeface="Segoe UI"/>
                <a:cs typeface="Segoe UI"/>
              </a:defRPr>
            </a:lvl5pPr>
            <a:lvl6pPr>
              <a:defRPr sz="1800" b="0">
                <a:solidFill>
                  <a:srgbClr val="566574"/>
                </a:solidFill>
                <a:latin typeface="Segoe UI"/>
                <a:ea typeface="Segoe UI"/>
                <a:cs typeface="Segoe UI"/>
              </a:defRPr>
            </a:lvl6pPr>
            <a:lvl7pPr>
              <a:defRPr sz="1800" b="0">
                <a:solidFill>
                  <a:srgbClr val="566574"/>
                </a:solidFill>
                <a:latin typeface="Segoe UI"/>
                <a:ea typeface="Segoe UI"/>
                <a:cs typeface="Segoe UI"/>
              </a:defRPr>
            </a:lvl7pPr>
            <a:lvl8pPr>
              <a:defRPr sz="1800" b="0">
                <a:solidFill>
                  <a:srgbClr val="566574"/>
                </a:solidFill>
                <a:latin typeface="Segoe UI"/>
                <a:ea typeface="Segoe UI"/>
                <a:cs typeface="Segoe UI"/>
              </a:defRPr>
            </a:lvl8pPr>
            <a:lvl9pPr>
              <a:defRPr sz="1800" b="0">
                <a:solidFill>
                  <a:srgbClr val="566574"/>
                </a:solidFill>
                <a:latin typeface="Segoe UI"/>
                <a:ea typeface="Segoe UI"/>
                <a:cs typeface="Segoe UI"/>
              </a:defRPr>
            </a:lvl9pPr>
          </a:lstStyle>
          <ns2:p xmlns:ns2="http://schemas.openxmlformats.org/drawingml/2006/main">
            <ns2:pPr>
              <ns2:defRPr sz="1800" b="0">
                <ns2:solidFill>
                  <ns2:srgbClr val="566574"/>
                </ns2:solidFill>
                <ns2:latin typeface="Segoe UI"/>
                <ns2:ea typeface="Segoe UI"/>
                <ns2:cs typeface="Segoe UI"/>
              </ns2:defRPr>
            </ns2:pPr>
            <ns2:r>
              <ns2:rPr sz="1800" b="0">
                <ns2:solidFill>
                  <ns2:srgbClr val="566574"/>
                </ns2:solidFill>
                <ns2:latin typeface="Segoe UI"/>
                <ns2:ea typeface="Segoe UI"/>
                <ns2:cs typeface="Segoe UI"/>
              </ns2:rPr>
              <ns2:t>Thursday 26 November 2026 · P5 12:50–13:30</ns2:t>
            </ns2:r>
          </ns2:p>
        </p:txBody>
      </p:sp>
      <p:sp>
        <p:nvSpPr>
          <p:cNvPr id="8" name="credit">
            <a:extLst xmlns:a="http://schemas.openxmlformats.org/drawingml/2006/main">
              <a:ext uri="{FF2B5EF4-FFF2-40B4-BE49-F238E27FC236}">
                <a16:creationId xmlns:a16="http://schemas.microsoft.com/office/drawing/2014/main" id="{1401A918-30DC-4A37-9735-6162636E0074}"/>
              </a:ext>
            </a:extLst>
          </p:cNvPr>
          <p:cNvSpPr>
            <a:spLocks xmlns:a="http://schemas.openxmlformats.org/drawingml/2006/main" noGrp="1"/>
          </p:cNvSpPr>
          <p:nvPr/>
        </p:nvSpPr>
        <p:spPr>
          <a:xfrm xmlns:a="http://schemas.openxmlformats.org/drawingml/2006/main">
            <a:off x="533400" y="6515100"/>
            <a:ext cx="1104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788" b="0">
                <a:solidFill>
                  <a:srgbClr val="566574"/>
                </a:solidFill>
                <a:latin typeface="Segoe UI"/>
                <a:ea typeface="Segoe UI"/>
                <a:cs typeface="Segoe UI"/>
              </a:defRPr>
            </a:defPPr>
            <a:lvl1pPr>
              <a:defRPr sz="788" b="0">
                <a:solidFill>
                  <a:srgbClr val="566574"/>
                </a:solidFill>
                <a:latin typeface="Segoe UI"/>
                <a:ea typeface="Segoe UI"/>
                <a:cs typeface="Segoe UI"/>
              </a:defRPr>
            </a:lvl1pPr>
            <a:lvl2pPr>
              <a:defRPr sz="788" b="0">
                <a:solidFill>
                  <a:srgbClr val="566574"/>
                </a:solidFill>
                <a:latin typeface="Segoe UI"/>
                <a:ea typeface="Segoe UI"/>
                <a:cs typeface="Segoe UI"/>
              </a:defRPr>
            </a:lvl2pPr>
            <a:lvl3pPr>
              <a:defRPr sz="788" b="0">
                <a:solidFill>
                  <a:srgbClr val="566574"/>
                </a:solidFill>
                <a:latin typeface="Segoe UI"/>
                <a:ea typeface="Segoe UI"/>
                <a:cs typeface="Segoe UI"/>
              </a:defRPr>
            </a:lvl3pPr>
            <a:lvl4pPr>
              <a:defRPr sz="788" b="0">
                <a:solidFill>
                  <a:srgbClr val="566574"/>
                </a:solidFill>
                <a:latin typeface="Segoe UI"/>
                <a:ea typeface="Segoe UI"/>
                <a:cs typeface="Segoe UI"/>
              </a:defRPr>
            </a:lvl4pPr>
            <a:lvl5pPr>
              <a:defRPr sz="788" b="0">
                <a:solidFill>
                  <a:srgbClr val="566574"/>
                </a:solidFill>
                <a:latin typeface="Segoe UI"/>
                <a:ea typeface="Segoe UI"/>
                <a:cs typeface="Segoe UI"/>
              </a:defRPr>
            </a:lvl5pPr>
            <a:lvl6pPr>
              <a:defRPr sz="788" b="0">
                <a:solidFill>
                  <a:srgbClr val="566574"/>
                </a:solidFill>
                <a:latin typeface="Segoe UI"/>
                <a:ea typeface="Segoe UI"/>
                <a:cs typeface="Segoe UI"/>
              </a:defRPr>
            </a:lvl6pPr>
            <a:lvl7pPr>
              <a:defRPr sz="788" b="0">
                <a:solidFill>
                  <a:srgbClr val="566574"/>
                </a:solidFill>
                <a:latin typeface="Segoe UI"/>
                <a:ea typeface="Segoe UI"/>
                <a:cs typeface="Segoe UI"/>
              </a:defRPr>
            </a:lvl7pPr>
            <a:lvl8pPr>
              <a:defRPr sz="788" b="0">
                <a:solidFill>
                  <a:srgbClr val="566574"/>
                </a:solidFill>
                <a:latin typeface="Segoe UI"/>
                <a:ea typeface="Segoe UI"/>
                <a:cs typeface="Segoe UI"/>
              </a:defRPr>
            </a:lvl8pPr>
            <a:lvl9pPr>
              <a:defRPr sz="788" b="0">
                <a:solidFill>
                  <a:srgbClr val="566574"/>
                </a:solidFill>
                <a:latin typeface="Segoe UI"/>
                <a:ea typeface="Segoe UI"/>
                <a:cs typeface="Segoe UI"/>
              </a:defRPr>
            </a:lvl9pPr>
          </a:lstStyle>
          <ns7:p xmlns:ns7="http://schemas.openxmlformats.org/drawingml/2006/main">
            <ns7:pPr>
              <ns7:defRPr sz="788" b="0">
                <ns7:solidFill>
                  <ns7:srgbClr val="566574"/>
                </ns7:solidFill>
                <ns7:latin typeface="Segoe UI"/>
                <ns7:ea typeface="Segoe UI"/>
                <ns7:cs typeface="Segoe UI"/>
              </ns7:defRPr>
            </ns7:pPr>
            <ns7:r>
              <ns7:rPr sz="788" b="0">
                <ns7:solidFill>
                  <ns7:srgbClr val="566574"/>
                </ns7:solidFill>
                <ns7:latin typeface="Segoe UI"/>
                <ns7:ea typeface="Segoe UI"/>
                <ns7:cs typeface="Segoe UI"/>
              </ns7:rPr>
              <ns7:t>Made by Matt · © Matt Roper · CC BY-NC-SA 4.0: free for classroom use, share and adapt with credit, no resale</ns7:t>
            </ns7:r>
          </ns7:p>
        </p:txBody>
      </p:sp>
      <p:sp>
        <p:nvSpPr>
          <p:cNvPr id="9" name="page-number">
            <a:extLst xmlns:a="http://schemas.openxmlformats.org/drawingml/2006/main">
              <a:ext uri="{FF2B5EF4-FFF2-40B4-BE49-F238E27FC236}">
                <a16:creationId xmlns:a16="http://schemas.microsoft.com/office/drawing/2014/main" id="{73AF185D-5216-4F6F-AAD1-DB12EEF2BFBB}"/>
              </a:ext>
            </a:extLst>
          </p:cNvPr>
          <p:cNvSpPr>
            <a:spLocks xmlns:a="http://schemas.openxmlformats.org/drawingml/2006/main" noGrp="1"/>
          </p:cNvSpPr>
          <p:nvPr/>
        </p:nvSpPr>
        <p:spPr>
          <a:xfrm xmlns:a="http://schemas.openxmlformats.org/drawingml/2006/main">
            <a:off x="11144250" y="62103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defRPr sz="1050" b="0">
                <a:solidFill>
                  <a:srgbClr val="566574"/>
                </a:solidFill>
                <a:latin typeface="Segoe UI"/>
                <a:ea typeface="Segoe UI"/>
                <a:cs typeface="Segoe UI"/>
              </a:defRPr>
            </a:lvl1pPr>
            <a:lvl2pPr>
              <a:defRPr sz="1050" b="0">
                <a:solidFill>
                  <a:srgbClr val="566574"/>
                </a:solidFill>
                <a:latin typeface="Segoe UI"/>
                <a:ea typeface="Segoe UI"/>
                <a:cs typeface="Segoe UI"/>
              </a:defRPr>
            </a:lvl2pPr>
            <a:lvl3pPr>
              <a:defRPr sz="1050" b="0">
                <a:solidFill>
                  <a:srgbClr val="566574"/>
                </a:solidFill>
                <a:latin typeface="Segoe UI"/>
                <a:ea typeface="Segoe UI"/>
                <a:cs typeface="Segoe UI"/>
              </a:defRPr>
            </a:lvl3pPr>
            <a:lvl4pPr>
              <a:defRPr sz="1050" b="0">
                <a:solidFill>
                  <a:srgbClr val="566574"/>
                </a:solidFill>
                <a:latin typeface="Segoe UI"/>
                <a:ea typeface="Segoe UI"/>
                <a:cs typeface="Segoe UI"/>
              </a:defRPr>
            </a:lvl4pPr>
            <a:lvl5pPr>
              <a:defRPr sz="1050" b="0">
                <a:solidFill>
                  <a:srgbClr val="566574"/>
                </a:solidFill>
                <a:latin typeface="Segoe UI"/>
                <a:ea typeface="Segoe UI"/>
                <a:cs typeface="Segoe UI"/>
              </a:defRPr>
            </a:lvl5pPr>
            <a:lvl6pPr>
              <a:defRPr sz="1050" b="0">
                <a:solidFill>
                  <a:srgbClr val="566574"/>
                </a:solidFill>
                <a:latin typeface="Segoe UI"/>
                <a:ea typeface="Segoe UI"/>
                <a:cs typeface="Segoe UI"/>
              </a:defRPr>
            </a:lvl6pPr>
            <a:lvl7pPr>
              <a:defRPr sz="1050" b="0">
                <a:solidFill>
                  <a:srgbClr val="566574"/>
                </a:solidFill>
                <a:latin typeface="Segoe UI"/>
                <a:ea typeface="Segoe UI"/>
                <a:cs typeface="Segoe UI"/>
              </a:defRPr>
            </a:lvl7pPr>
            <a:lvl8pPr>
              <a:defRPr sz="1050" b="0">
                <a:solidFill>
                  <a:srgbClr val="566574"/>
                </a:solidFill>
                <a:latin typeface="Segoe UI"/>
                <a:ea typeface="Segoe UI"/>
                <a:cs typeface="Segoe UI"/>
              </a:defRPr>
            </a:lvl8pPr>
            <a:lvl9pPr>
              <a:defRPr sz="1050" b="0">
                <a:solidFill>
                  <a:srgbClr val="566574"/>
                </a:solidFill>
                <a:latin typeface="Segoe UI"/>
                <a:ea typeface="Segoe UI"/>
                <a:cs typeface="Segoe UI"/>
              </a:defRPr>
            </a:lvl9pPr>
          </a:lstStyle>
          <ns6:p xmlns:ns6="http://schemas.openxmlformats.org/drawingml/2006/main">
            <ns6:pPr>
              <ns6:defRPr sz="1050" b="0">
                <ns6:solidFill>
                  <ns6:srgbClr val="566574"/>
                </ns6:solidFill>
                <ns6:latin typeface="Segoe UI"/>
                <ns6:ea typeface="Segoe UI"/>
                <ns6:cs typeface="Segoe UI"/>
              </ns6:defRPr>
            </ns6:pPr>
            <ns6:r>
              <ns6:rPr sz="1050" b="0">
                <ns6:solidFill>
                  <ns6:srgbClr val="566574"/>
                </ns6:solidFill>
                <ns6:latin typeface="Segoe UI"/>
                <ns6:ea typeface="Segoe UI"/>
                <ns6:cs typeface="Segoe UI"/>
              </ns6:rPr>
              <ns6:t>01</ns6:t>
            </ns6:r>
          </ns6:p>
        </p:txBody>
      </p:sp>
    </p:spTree>
    <p:extLst>
      <p:ext uri="{BB962C8B-B14F-4D97-AF65-F5344CB8AC3E}">
        <p14:creationId xmlns:p14="http://schemas.microsoft.com/office/powerpoint/2010/main" val="46665154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code">
            <a:extLst xmlns:a="http://schemas.openxmlformats.org/drawingml/2006/main">
              <a:ext uri="{FF2B5EF4-FFF2-40B4-BE49-F238E27FC236}">
                <a16:creationId xmlns:a16="http://schemas.microsoft.com/office/drawing/2014/main" id="{C018F9C6-3145-473B-B7E1-A8C792691F49}"/>
              </a:ext>
            </a:extLst>
          </p:cNvPr>
          <p:cNvSpPr>
            <a:spLocks xmlns:a="http://schemas.openxmlformats.org/drawingml/2006/main" noGrp="1"/>
          </p:cNvSpPr>
          <p:nvPr/>
        </p:nvSpPr>
        <p:spPr>
          <a:xfrm xmlns:a="http://schemas.openxmlformats.org/drawingml/2006/main">
            <a:off x="533400" y="1905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defRPr sz="1200" b="0">
                <a:solidFill>
                  <a:srgbClr val="566574"/>
                </a:solidFill>
                <a:latin typeface="Segoe UI"/>
                <a:ea typeface="Segoe UI"/>
                <a:cs typeface="Segoe UI"/>
              </a:defRPr>
            </a:lvl1pPr>
            <a:lvl2pPr>
              <a:defRPr sz="1200" b="0">
                <a:solidFill>
                  <a:srgbClr val="566574"/>
                </a:solidFill>
                <a:latin typeface="Segoe UI"/>
                <a:ea typeface="Segoe UI"/>
                <a:cs typeface="Segoe UI"/>
              </a:defRPr>
            </a:lvl2pPr>
            <a:lvl3pPr>
              <a:defRPr sz="1200" b="0">
                <a:solidFill>
                  <a:srgbClr val="566574"/>
                </a:solidFill>
                <a:latin typeface="Segoe UI"/>
                <a:ea typeface="Segoe UI"/>
                <a:cs typeface="Segoe UI"/>
              </a:defRPr>
            </a:lvl3pPr>
            <a:lvl4pPr>
              <a:defRPr sz="1200" b="0">
                <a:solidFill>
                  <a:srgbClr val="566574"/>
                </a:solidFill>
                <a:latin typeface="Segoe UI"/>
                <a:ea typeface="Segoe UI"/>
                <a:cs typeface="Segoe UI"/>
              </a:defRPr>
            </a:lvl4pPr>
            <a:lvl5pPr>
              <a:defRPr sz="1200" b="0">
                <a:solidFill>
                  <a:srgbClr val="566574"/>
                </a:solidFill>
                <a:latin typeface="Segoe UI"/>
                <a:ea typeface="Segoe UI"/>
                <a:cs typeface="Segoe UI"/>
              </a:defRPr>
            </a:lvl5pPr>
            <a:lvl6pPr>
              <a:defRPr sz="1200" b="0">
                <a:solidFill>
                  <a:srgbClr val="566574"/>
                </a:solidFill>
                <a:latin typeface="Segoe UI"/>
                <a:ea typeface="Segoe UI"/>
                <a:cs typeface="Segoe UI"/>
              </a:defRPr>
            </a:lvl6pPr>
            <a:lvl7pPr>
              <a:defRPr sz="1200" b="0">
                <a:solidFill>
                  <a:srgbClr val="566574"/>
                </a:solidFill>
                <a:latin typeface="Segoe UI"/>
                <a:ea typeface="Segoe UI"/>
                <a:cs typeface="Segoe UI"/>
              </a:defRPr>
            </a:lvl7pPr>
            <a:lvl8pPr>
              <a:defRPr sz="1200" b="0">
                <a:solidFill>
                  <a:srgbClr val="566574"/>
                </a:solidFill>
                <a:latin typeface="Segoe UI"/>
                <a:ea typeface="Segoe UI"/>
                <a:cs typeface="Segoe UI"/>
              </a:defRPr>
            </a:lvl8pPr>
            <a:lvl9pPr>
              <a:defRPr sz="1200" b="0">
                <a:solidFill>
                  <a:srgbClr val="566574"/>
                </a:solidFill>
                <a:latin typeface="Segoe UI"/>
                <a:ea typeface="Segoe UI"/>
                <a:cs typeface="Segoe UI"/>
              </a:defRPr>
            </a:lvl9pPr>
          </a:lstStyle>
          <ns13:p xmlns:ns13="http://schemas.openxmlformats.org/drawingml/2006/main">
            <ns13:pPr>
              <ns13:defRPr sz="1200" b="0">
                <ns13:solidFill>
                  <ns13:srgbClr val="566574"/>
                </ns13:solidFill>
                <ns13:latin typeface="Segoe UI"/>
                <ns13:ea typeface="Segoe UI"/>
                <ns13:cs typeface="Segoe UI"/>
              </ns13:defRPr>
            </ns13:pPr>
            <ns13:r>
              <ns13:rPr sz="1200" b="0">
                <ns13:solidFill>
                  <ns13:srgbClr val="566574"/>
                </ns13:solidFill>
                <ns13:latin typeface="Segoe UI"/>
                <ns13:ea typeface="Segoe UI"/>
                <ns13:cs typeface="Segoe UI"/>
              </ns13:rPr>
              <ns13:t>COMM-GROW-A2-W04  ·  Lesson 9</ns13:t>
            </ns13:r>
          </ns13:p>
        </p:txBody>
      </p:sp>
      <p:sp>
        <p:nvSpPr>
          <p:cNvPr id="2" name="edition">
            <a:extLst xmlns:a="http://schemas.openxmlformats.org/drawingml/2006/main">
              <a:ext uri="{FF2B5EF4-FFF2-40B4-BE49-F238E27FC236}">
                <a16:creationId xmlns:a16="http://schemas.microsoft.com/office/drawing/2014/main" id="{0C05B7E0-6CFD-42FC-8E3B-3E8A629EA1C5}"/>
              </a:ext>
            </a:extLst>
          </p:cNvPr>
          <p:cNvSpPr>
            <a:spLocks xmlns:a="http://schemas.openxmlformats.org/drawingml/2006/main" noGrp="1"/>
          </p:cNvSpPr>
          <p:nvPr/>
        </p:nvSpPr>
        <p:spPr>
          <a:xfrm xmlns:a="http://schemas.openxmlformats.org/drawingml/2006/main">
            <a:off x="7620000" y="190500"/>
            <a:ext cx="4048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defRPr sz="1050" b="0">
                <a:solidFill>
                  <a:srgbClr val="566574"/>
                </a:solidFill>
                <a:latin typeface="Segoe UI"/>
                <a:ea typeface="Segoe UI"/>
                <a:cs typeface="Segoe UI"/>
              </a:defRPr>
            </a:lvl1pPr>
            <a:lvl2pPr>
              <a:defRPr sz="1050" b="0">
                <a:solidFill>
                  <a:srgbClr val="566574"/>
                </a:solidFill>
                <a:latin typeface="Segoe UI"/>
                <a:ea typeface="Segoe UI"/>
                <a:cs typeface="Segoe UI"/>
              </a:defRPr>
            </a:lvl2pPr>
            <a:lvl3pPr>
              <a:defRPr sz="1050" b="0">
                <a:solidFill>
                  <a:srgbClr val="566574"/>
                </a:solidFill>
                <a:latin typeface="Segoe UI"/>
                <a:ea typeface="Segoe UI"/>
                <a:cs typeface="Segoe UI"/>
              </a:defRPr>
            </a:lvl3pPr>
            <a:lvl4pPr>
              <a:defRPr sz="1050" b="0">
                <a:solidFill>
                  <a:srgbClr val="566574"/>
                </a:solidFill>
                <a:latin typeface="Segoe UI"/>
                <a:ea typeface="Segoe UI"/>
                <a:cs typeface="Segoe UI"/>
              </a:defRPr>
            </a:lvl4pPr>
            <a:lvl5pPr>
              <a:defRPr sz="1050" b="0">
                <a:solidFill>
                  <a:srgbClr val="566574"/>
                </a:solidFill>
                <a:latin typeface="Segoe UI"/>
                <a:ea typeface="Segoe UI"/>
                <a:cs typeface="Segoe UI"/>
              </a:defRPr>
            </a:lvl5pPr>
            <a:lvl6pPr>
              <a:defRPr sz="1050" b="0">
                <a:solidFill>
                  <a:srgbClr val="566574"/>
                </a:solidFill>
                <a:latin typeface="Segoe UI"/>
                <a:ea typeface="Segoe UI"/>
                <a:cs typeface="Segoe UI"/>
              </a:defRPr>
            </a:lvl6pPr>
            <a:lvl7pPr>
              <a:defRPr sz="1050" b="0">
                <a:solidFill>
                  <a:srgbClr val="566574"/>
                </a:solidFill>
                <a:latin typeface="Segoe UI"/>
                <a:ea typeface="Segoe UI"/>
                <a:cs typeface="Segoe UI"/>
              </a:defRPr>
            </a:lvl7pPr>
            <a:lvl8pPr>
              <a:defRPr sz="1050" b="0">
                <a:solidFill>
                  <a:srgbClr val="566574"/>
                </a:solidFill>
                <a:latin typeface="Segoe UI"/>
                <a:ea typeface="Segoe UI"/>
                <a:cs typeface="Segoe UI"/>
              </a:defRPr>
            </a:lvl8pPr>
            <a:lvl9pPr>
              <a:defRPr sz="1050" b="0">
                <a:solidFill>
                  <a:srgbClr val="566574"/>
                </a:solidFill>
                <a:latin typeface="Segoe UI"/>
                <a:ea typeface="Segoe UI"/>
                <a:cs typeface="Segoe UI"/>
              </a:defRPr>
            </a:lvl9pPr>
          </a:lstStyle>
          <ns14:p xmlns:ns14="http://schemas.openxmlformats.org/drawingml/2006/main">
            <ns14:pPr>
              <ns14:defRPr sz="1050" b="0">
                <ns14:solidFill>
                  <ns14:srgbClr val="566574"/>
                </ns14:solidFill>
                <ns14:latin typeface="Segoe UI"/>
                <ns14:ea typeface="Segoe UI"/>
                <ns14:cs typeface="Segoe UI"/>
              </ns14:defRPr>
            </ns14:pPr>
            <ns14:r>
              <ns14:rPr sz="1050" b="0">
                <ns14:solidFill>
                  <ns14:srgbClr val="566574"/>
                </ns14:solidFill>
                <ns14:latin typeface="Segoe UI"/>
                <ns14:ea typeface="Segoe UI"/>
                <ns14:cs typeface="Segoe UI"/>
              </ns14:rPr>
              <ns14:t>Public edition</ns14:t>
            </ns14:r>
          </ns14:p>
        </p:txBody>
      </p:sp>
      <p:sp>
        <p:nvSpPr>
          <p:cNvPr id="3" name="stage-title">
            <a:extLst xmlns:a="http://schemas.openxmlformats.org/drawingml/2006/main">
              <a:ext uri="{FF2B5EF4-FFF2-40B4-BE49-F238E27FC236}">
                <a16:creationId xmlns:a16="http://schemas.microsoft.com/office/drawing/2014/main" id="{97D20851-AE0E-4782-AB49-0574196E06AA}"/>
              </a:ext>
            </a:extLst>
          </p:cNvPr>
          <p:cNvSpPr>
            <a:spLocks xmlns:a="http://schemas.openxmlformats.org/drawingml/2006/main" noGrp="1"/>
          </p:cNvSpPr>
          <p:nvPr/>
        </p:nvSpPr>
        <p:spPr>
          <a:xfrm xmlns:a="http://schemas.openxmlformats.org/drawingml/2006/main">
            <a:off x="533400" y="590550"/>
            <a:ext cx="11029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3300" b="1">
                <a:solidFill>
                  <a:srgbClr val="345D70"/>
                </a:solidFill>
                <a:latin typeface="Segoe UI"/>
                <a:ea typeface="Segoe UI"/>
                <a:cs typeface="Segoe UI"/>
              </a:defRPr>
            </a:defPPr>
            <a:lvl1pPr>
              <a:defRPr sz="3300" b="1">
                <a:solidFill>
                  <a:srgbClr val="345D70"/>
                </a:solidFill>
                <a:latin typeface="Segoe UI"/>
                <a:ea typeface="Segoe UI"/>
                <a:cs typeface="Segoe UI"/>
              </a:defRPr>
            </a:lvl1pPr>
            <a:lvl2pPr>
              <a:defRPr sz="3300" b="1">
                <a:solidFill>
                  <a:srgbClr val="345D70"/>
                </a:solidFill>
                <a:latin typeface="Segoe UI"/>
                <a:ea typeface="Segoe UI"/>
                <a:cs typeface="Segoe UI"/>
              </a:defRPr>
            </a:lvl2pPr>
            <a:lvl3pPr>
              <a:defRPr sz="3300" b="1">
                <a:solidFill>
                  <a:srgbClr val="345D70"/>
                </a:solidFill>
                <a:latin typeface="Segoe UI"/>
                <a:ea typeface="Segoe UI"/>
                <a:cs typeface="Segoe UI"/>
              </a:defRPr>
            </a:lvl3pPr>
            <a:lvl4pPr>
              <a:defRPr sz="3300" b="1">
                <a:solidFill>
                  <a:srgbClr val="345D70"/>
                </a:solidFill>
                <a:latin typeface="Segoe UI"/>
                <a:ea typeface="Segoe UI"/>
                <a:cs typeface="Segoe UI"/>
              </a:defRPr>
            </a:lvl4pPr>
            <a:lvl5pPr>
              <a:defRPr sz="3300" b="1">
                <a:solidFill>
                  <a:srgbClr val="345D70"/>
                </a:solidFill>
                <a:latin typeface="Segoe UI"/>
                <a:ea typeface="Segoe UI"/>
                <a:cs typeface="Segoe UI"/>
              </a:defRPr>
            </a:lvl5pPr>
            <a:lvl6pPr>
              <a:defRPr sz="3300" b="1">
                <a:solidFill>
                  <a:srgbClr val="345D70"/>
                </a:solidFill>
                <a:latin typeface="Segoe UI"/>
                <a:ea typeface="Segoe UI"/>
                <a:cs typeface="Segoe UI"/>
              </a:defRPr>
            </a:lvl6pPr>
            <a:lvl7pPr>
              <a:defRPr sz="3300" b="1">
                <a:solidFill>
                  <a:srgbClr val="345D70"/>
                </a:solidFill>
                <a:latin typeface="Segoe UI"/>
                <a:ea typeface="Segoe UI"/>
                <a:cs typeface="Segoe UI"/>
              </a:defRPr>
            </a:lvl7pPr>
            <a:lvl8pPr>
              <a:defRPr sz="3300" b="1">
                <a:solidFill>
                  <a:srgbClr val="345D70"/>
                </a:solidFill>
                <a:latin typeface="Segoe UI"/>
                <a:ea typeface="Segoe UI"/>
                <a:cs typeface="Segoe UI"/>
              </a:defRPr>
            </a:lvl8pPr>
            <a:lvl9pPr>
              <a:defRPr sz="3300" b="1">
                <a:solidFill>
                  <a:srgbClr val="345D70"/>
                </a:solidFill>
                <a:latin typeface="Segoe UI"/>
                <a:ea typeface="Segoe UI"/>
                <a:cs typeface="Segoe UI"/>
              </a:defRPr>
            </a:lvl9pPr>
          </a:lstStyle>
          <ns12:p xmlns:ns12="http://schemas.openxmlformats.org/drawingml/2006/main">
            <ns12:pPr>
              <ns12:defRPr sz="3300" b="1">
                <ns12:solidFill>
                  <ns12:srgbClr val="345D70"/>
                </ns12:solidFill>
                <ns12:latin typeface="Segoe UI"/>
                <ns12:ea typeface="Segoe UI"/>
                <ns12:cs typeface="Segoe UI"/>
              </ns12:defRPr>
            </ns12:pPr>
            <ns12:r>
              <ns12:rPr sz="3300" b="1">
                <ns12:solidFill>
                  <ns12:srgbClr val="345D70"/>
                </ns12:solidFill>
                <ns12:latin typeface="Segoe UI"/>
                <ns12:ea typeface="Segoe UI"/>
                <ns12:cs typeface="Segoe UI"/>
              </ns12:rPr>
              <ns12:t>Arrival and regulation check</ns12:t>
            </ns12:r>
          </ns12:p>
        </p:txBody>
      </p:sp>
      <p:sp>
        <p:nvSpPr>
          <p:cNvPr id="4" name="check-prompt">
            <a:extLst xmlns:a="http://schemas.openxmlformats.org/drawingml/2006/main">
              <a:ext uri="{FF2B5EF4-FFF2-40B4-BE49-F238E27FC236}">
                <a16:creationId xmlns:a16="http://schemas.microsoft.com/office/drawing/2014/main" id="{35E88815-0F44-40CE-8CE0-E6ABCD1AEC72}"/>
              </a:ext>
            </a:extLst>
          </p:cNvPr>
          <p:cNvSpPr>
            <a:spLocks xmlns:a="http://schemas.openxmlformats.org/drawingml/2006/main" noGrp="1"/>
          </p:cNvSpPr>
          <p:nvPr/>
        </p:nvSpPr>
        <p:spPr>
          <a:xfrm xmlns:a="http://schemas.openxmlformats.org/drawingml/2006/main">
            <a:off x="533400" y="1524000"/>
            <a:ext cx="9525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550" b="0">
                <a:solidFill>
                  <a:srgbClr val="192E3B"/>
                </a:solidFill>
                <a:latin typeface="Segoe UI"/>
                <a:ea typeface="Segoe UI"/>
                <a:cs typeface="Segoe UI"/>
              </a:defRPr>
            </a:defPPr>
            <a:lvl1pPr>
              <a:defRPr sz="2550" b="0">
                <a:solidFill>
                  <a:srgbClr val="192E3B"/>
                </a:solidFill>
                <a:latin typeface="Segoe UI"/>
                <a:ea typeface="Segoe UI"/>
                <a:cs typeface="Segoe UI"/>
              </a:defRPr>
            </a:lvl1pPr>
            <a:lvl2pPr>
              <a:defRPr sz="2550" b="0">
                <a:solidFill>
                  <a:srgbClr val="192E3B"/>
                </a:solidFill>
                <a:latin typeface="Segoe UI"/>
                <a:ea typeface="Segoe UI"/>
                <a:cs typeface="Segoe UI"/>
              </a:defRPr>
            </a:lvl2pPr>
            <a:lvl3pPr>
              <a:defRPr sz="2550" b="0">
                <a:solidFill>
                  <a:srgbClr val="192E3B"/>
                </a:solidFill>
                <a:latin typeface="Segoe UI"/>
                <a:ea typeface="Segoe UI"/>
                <a:cs typeface="Segoe UI"/>
              </a:defRPr>
            </a:lvl3pPr>
            <a:lvl4pPr>
              <a:defRPr sz="2550" b="0">
                <a:solidFill>
                  <a:srgbClr val="192E3B"/>
                </a:solidFill>
                <a:latin typeface="Segoe UI"/>
                <a:ea typeface="Segoe UI"/>
                <a:cs typeface="Segoe UI"/>
              </a:defRPr>
            </a:lvl4pPr>
            <a:lvl5pPr>
              <a:defRPr sz="2550" b="0">
                <a:solidFill>
                  <a:srgbClr val="192E3B"/>
                </a:solidFill>
                <a:latin typeface="Segoe UI"/>
                <a:ea typeface="Segoe UI"/>
                <a:cs typeface="Segoe UI"/>
              </a:defRPr>
            </a:lvl5pPr>
            <a:lvl6pPr>
              <a:defRPr sz="2550" b="0">
                <a:solidFill>
                  <a:srgbClr val="192E3B"/>
                </a:solidFill>
                <a:latin typeface="Segoe UI"/>
                <a:ea typeface="Segoe UI"/>
                <a:cs typeface="Segoe UI"/>
              </a:defRPr>
            </a:lvl6pPr>
            <a:lvl7pPr>
              <a:defRPr sz="2550" b="0">
                <a:solidFill>
                  <a:srgbClr val="192E3B"/>
                </a:solidFill>
                <a:latin typeface="Segoe UI"/>
                <a:ea typeface="Segoe UI"/>
                <a:cs typeface="Segoe UI"/>
              </a:defRPr>
            </a:lvl7pPr>
            <a:lvl8pPr>
              <a:defRPr sz="2550" b="0">
                <a:solidFill>
                  <a:srgbClr val="192E3B"/>
                </a:solidFill>
                <a:latin typeface="Segoe UI"/>
                <a:ea typeface="Segoe UI"/>
                <a:cs typeface="Segoe UI"/>
              </a:defRPr>
            </a:lvl8pPr>
            <a:lvl9pPr>
              <a:defRPr sz="2550" b="0">
                <a:solidFill>
                  <a:srgbClr val="192E3B"/>
                </a:solidFill>
                <a:latin typeface="Segoe UI"/>
                <a:ea typeface="Segoe UI"/>
                <a:cs typeface="Segoe UI"/>
              </a:defRPr>
            </a:lvl9pPr>
          </a:lstStyle>
          <ns0:p xmlns:ns0="http://schemas.openxmlformats.org/drawingml/2006/main">
            <ns0:pPr>
              <ns0:defRPr sz="2550" b="0">
                <ns0:solidFill>
                  <ns0:srgbClr val="192E3B"/>
                </ns0:solidFill>
                <ns0:latin typeface="Segoe UI"/>
                <ns0:ea typeface="Segoe UI"/>
                <ns0:cs typeface="Segoe UI"/>
              </ns0:defRPr>
            </ns0:pPr>
            <ns0:r>
              <ns0:rPr sz="2550" b="0">
                <ns0:solidFill>
                  <ns0:srgbClr val="192E3B"/>
                </ns0:solidFill>
                <ns0:latin typeface="Segoe UI"/>
                <ns0:ea typeface="Segoe UI"/>
                <ns0:cs typeface="Segoe UI"/>
              </ns0:rPr>
              <ns0:t>Check how you feel.</ns0:t>
            </ns0:r>
          </ns0:p>
        </p:txBody>
      </p:sp>
      <p:sp>
        <p:nvSpPr>
          <p:cNvPr id="5" name="colour-BLUE">
            <a:extLst xmlns:a="http://schemas.openxmlformats.org/drawingml/2006/main">
              <a:ext uri="{FF2B5EF4-FFF2-40B4-BE49-F238E27FC236}">
                <a16:creationId xmlns:a16="http://schemas.microsoft.com/office/drawing/2014/main" id="{9D8E6363-3DAB-4C75-884B-8FD6DD2C40DB}"/>
              </a:ext>
            </a:extLst>
          </p:cNvPr>
          <p:cNvSpPr>
            <a:spLocks xmlns:a="http://schemas.openxmlformats.org/drawingml/2006/main" noGrp="1"/>
          </p:cNvSpPr>
          <p:nvPr/>
        </p:nvSpPr>
        <p:spPr>
          <a:xfrm xmlns:a="http://schemas.openxmlformats.org/drawingml/2006/main">
            <a:off x="533400" y="2286000"/>
            <a:ext cx="2571750" cy="1190625"/>
          </a:xfrm>
          <a:prstGeom xmlns:a="http://schemas.openxmlformats.org/drawingml/2006/main" prst="rect">
            <a:avLst/>
          </a:prstGeom>
          <a:solidFill xmlns:a="http://schemas.openxmlformats.org/drawingml/2006/main">
            <a:srgbClr val="DFEAF7"/>
          </a:solidFill>
          <a:ln xmlns:a="http://schemas.openxmlformats.org/drawingml/2006/main" w="0">
            <a:noFill/>
            <a:prstDash val="solid"/>
          </a:ln>
        </p:spPr>
      </p:sp>
      <p:sp>
        <p:nvSpPr>
          <p:cNvPr id="6" name="label-BLUE">
            <a:extLst xmlns:a="http://schemas.openxmlformats.org/drawingml/2006/main">
              <a:ext uri="{FF2B5EF4-FFF2-40B4-BE49-F238E27FC236}">
                <a16:creationId xmlns:a16="http://schemas.microsoft.com/office/drawing/2014/main" id="{E5B06875-9CEB-45C1-AD14-DB01C18A66CA}"/>
              </a:ext>
            </a:extLst>
          </p:cNvPr>
          <p:cNvSpPr>
            <a:spLocks xmlns:a="http://schemas.openxmlformats.org/drawingml/2006/main" noGrp="1"/>
          </p:cNvSpPr>
          <p:nvPr/>
        </p:nvSpPr>
        <p:spPr>
          <a:xfrm xmlns:a="http://schemas.openxmlformats.org/drawingml/2006/main">
            <a:off x="685800" y="2428875"/>
            <a:ext cx="228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250" b="1">
                <a:solidFill>
                  <a:srgbClr val="192E3B"/>
                </a:solidFill>
                <a:latin typeface="Segoe UI"/>
                <a:ea typeface="Segoe UI"/>
                <a:cs typeface="Segoe UI"/>
              </a:defRPr>
            </a:defPPr>
            <a:lvl1pPr>
              <a:defRPr sz="2250" b="1">
                <a:solidFill>
                  <a:srgbClr val="192E3B"/>
                </a:solidFill>
                <a:latin typeface="Segoe UI"/>
                <a:ea typeface="Segoe UI"/>
                <a:cs typeface="Segoe UI"/>
              </a:defRPr>
            </a:lvl1pPr>
            <a:lvl2pPr>
              <a:defRPr sz="2250" b="1">
                <a:solidFill>
                  <a:srgbClr val="192E3B"/>
                </a:solidFill>
                <a:latin typeface="Segoe UI"/>
                <a:ea typeface="Segoe UI"/>
                <a:cs typeface="Segoe UI"/>
              </a:defRPr>
            </a:lvl2pPr>
            <a:lvl3pPr>
              <a:defRPr sz="2250" b="1">
                <a:solidFill>
                  <a:srgbClr val="192E3B"/>
                </a:solidFill>
                <a:latin typeface="Segoe UI"/>
                <a:ea typeface="Segoe UI"/>
                <a:cs typeface="Segoe UI"/>
              </a:defRPr>
            </a:lvl3pPr>
            <a:lvl4pPr>
              <a:defRPr sz="2250" b="1">
                <a:solidFill>
                  <a:srgbClr val="192E3B"/>
                </a:solidFill>
                <a:latin typeface="Segoe UI"/>
                <a:ea typeface="Segoe UI"/>
                <a:cs typeface="Segoe UI"/>
              </a:defRPr>
            </a:lvl4pPr>
            <a:lvl5pPr>
              <a:defRPr sz="2250" b="1">
                <a:solidFill>
                  <a:srgbClr val="192E3B"/>
                </a:solidFill>
                <a:latin typeface="Segoe UI"/>
                <a:ea typeface="Segoe UI"/>
                <a:cs typeface="Segoe UI"/>
              </a:defRPr>
            </a:lvl5pPr>
            <a:lvl6pPr>
              <a:defRPr sz="2250" b="1">
                <a:solidFill>
                  <a:srgbClr val="192E3B"/>
                </a:solidFill>
                <a:latin typeface="Segoe UI"/>
                <a:ea typeface="Segoe UI"/>
                <a:cs typeface="Segoe UI"/>
              </a:defRPr>
            </a:lvl6pPr>
            <a:lvl7pPr>
              <a:defRPr sz="2250" b="1">
                <a:solidFill>
                  <a:srgbClr val="192E3B"/>
                </a:solidFill>
                <a:latin typeface="Segoe UI"/>
                <a:ea typeface="Segoe UI"/>
                <a:cs typeface="Segoe UI"/>
              </a:defRPr>
            </a:lvl7pPr>
            <a:lvl8pPr>
              <a:defRPr sz="2250" b="1">
                <a:solidFill>
                  <a:srgbClr val="192E3B"/>
                </a:solidFill>
                <a:latin typeface="Segoe UI"/>
                <a:ea typeface="Segoe UI"/>
                <a:cs typeface="Segoe UI"/>
              </a:defRPr>
            </a:lvl8pPr>
            <a:lvl9pPr>
              <a:defRPr sz="2250" b="1">
                <a:solidFill>
                  <a:srgbClr val="192E3B"/>
                </a:solidFill>
                <a:latin typeface="Segoe UI"/>
                <a:ea typeface="Segoe UI"/>
                <a:cs typeface="Segoe UI"/>
              </a:defRPr>
            </a:lvl9pPr>
          </a:lstStyle>
          <ns1:p xmlns:ns1="http://schemas.openxmlformats.org/drawingml/2006/main">
            <ns1:pPr>
              <ns1:defRPr sz="2250" b="1">
                <ns1:solidFill>
                  <ns1:srgbClr val="192E3B"/>
                </ns1:solidFill>
                <ns1:latin typeface="Segoe UI"/>
                <ns1:ea typeface="Segoe UI"/>
                <ns1:cs typeface="Segoe UI"/>
              </ns1:defRPr>
            </ns1:pPr>
            <ns1:r>
              <ns1:rPr sz="2250" b="1">
                <ns1:solidFill>
                  <ns1:srgbClr val="192E3B"/>
                </ns1:solidFill>
                <ns1:latin typeface="Segoe UI"/>
                <ns1:ea typeface="Segoe UI"/>
                <ns1:cs typeface="Segoe UI"/>
              </ns1:rPr>
              <ns1:t>BLUE</ns1:t>
            </ns1:r>
          </ns1:p>
        </p:txBody>
      </p:sp>
      <p:sp>
        <p:nvSpPr>
          <p:cNvPr id="7" name="meaning-BLUE">
            <a:extLst xmlns:a="http://schemas.openxmlformats.org/drawingml/2006/main">
              <a:ext uri="{FF2B5EF4-FFF2-40B4-BE49-F238E27FC236}">
                <a16:creationId xmlns:a16="http://schemas.microsoft.com/office/drawing/2014/main" id="{CDF251E3-E345-41D1-8BEE-C65B6EF111D5}"/>
              </a:ext>
            </a:extLst>
          </p:cNvPr>
          <p:cNvSpPr>
            <a:spLocks xmlns:a="http://schemas.openxmlformats.org/drawingml/2006/main" noGrp="1"/>
          </p:cNvSpPr>
          <p:nvPr/>
        </p:nvSpPr>
        <p:spPr>
          <a:xfrm xmlns:a="http://schemas.openxmlformats.org/drawingml/2006/main">
            <a:off x="685800" y="2924175"/>
            <a:ext cx="228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100" b="0">
                <a:solidFill>
                  <a:srgbClr val="192E3B"/>
                </a:solidFill>
                <a:latin typeface="Segoe UI"/>
                <a:ea typeface="Segoe UI"/>
                <a:cs typeface="Segoe UI"/>
              </a:defRPr>
            </a:defPPr>
            <a:lvl1pPr>
              <a:defRPr sz="2100" b="0">
                <a:solidFill>
                  <a:srgbClr val="192E3B"/>
                </a:solidFill>
                <a:latin typeface="Segoe UI"/>
                <a:ea typeface="Segoe UI"/>
                <a:cs typeface="Segoe UI"/>
              </a:defRPr>
            </a:lvl1pPr>
            <a:lvl2pPr>
              <a:defRPr sz="2100" b="0">
                <a:solidFill>
                  <a:srgbClr val="192E3B"/>
                </a:solidFill>
                <a:latin typeface="Segoe UI"/>
                <a:ea typeface="Segoe UI"/>
                <a:cs typeface="Segoe UI"/>
              </a:defRPr>
            </a:lvl2pPr>
            <a:lvl3pPr>
              <a:defRPr sz="2100" b="0">
                <a:solidFill>
                  <a:srgbClr val="192E3B"/>
                </a:solidFill>
                <a:latin typeface="Segoe UI"/>
                <a:ea typeface="Segoe UI"/>
                <a:cs typeface="Segoe UI"/>
              </a:defRPr>
            </a:lvl3pPr>
            <a:lvl4pPr>
              <a:defRPr sz="2100" b="0">
                <a:solidFill>
                  <a:srgbClr val="192E3B"/>
                </a:solidFill>
                <a:latin typeface="Segoe UI"/>
                <a:ea typeface="Segoe UI"/>
                <a:cs typeface="Segoe UI"/>
              </a:defRPr>
            </a:lvl4pPr>
            <a:lvl5pPr>
              <a:defRPr sz="2100" b="0">
                <a:solidFill>
                  <a:srgbClr val="192E3B"/>
                </a:solidFill>
                <a:latin typeface="Segoe UI"/>
                <a:ea typeface="Segoe UI"/>
                <a:cs typeface="Segoe UI"/>
              </a:defRPr>
            </a:lvl5pPr>
            <a:lvl6pPr>
              <a:defRPr sz="2100" b="0">
                <a:solidFill>
                  <a:srgbClr val="192E3B"/>
                </a:solidFill>
                <a:latin typeface="Segoe UI"/>
                <a:ea typeface="Segoe UI"/>
                <a:cs typeface="Segoe UI"/>
              </a:defRPr>
            </a:lvl6pPr>
            <a:lvl7pPr>
              <a:defRPr sz="2100" b="0">
                <a:solidFill>
                  <a:srgbClr val="192E3B"/>
                </a:solidFill>
                <a:latin typeface="Segoe UI"/>
                <a:ea typeface="Segoe UI"/>
                <a:cs typeface="Segoe UI"/>
              </a:defRPr>
            </a:lvl7pPr>
            <a:lvl8pPr>
              <a:defRPr sz="2100" b="0">
                <a:solidFill>
                  <a:srgbClr val="192E3B"/>
                </a:solidFill>
                <a:latin typeface="Segoe UI"/>
                <a:ea typeface="Segoe UI"/>
                <a:cs typeface="Segoe UI"/>
              </a:defRPr>
            </a:lvl8pPr>
            <a:lvl9pPr>
              <a:defRPr sz="2100" b="0">
                <a:solidFill>
                  <a:srgbClr val="192E3B"/>
                </a:solidFill>
                <a:latin typeface="Segoe UI"/>
                <a:ea typeface="Segoe UI"/>
                <a:cs typeface="Segoe UI"/>
              </a:defRPr>
            </a:lvl9pPr>
          </a:lstStyle>
          <ns2:p xmlns:ns2="http://schemas.openxmlformats.org/drawingml/2006/main">
            <ns2:pPr>
              <ns2:defRPr sz="2100" b="0">
                <ns2:solidFill>
                  <ns2:srgbClr val="192E3B"/>
                </ns2:solidFill>
                <ns2:latin typeface="Segoe UI"/>
                <ns2:ea typeface="Segoe UI"/>
                <ns2:cs typeface="Segoe UI"/>
              </ns2:defRPr>
            </ns2:pPr>
            <ns2:r>
              <ns2:rPr sz="2100" b="0">
                <ns2:solidFill>
                  <ns2:srgbClr val="192E3B"/>
                </ns2:solidFill>
                <ns2:latin typeface="Segoe UI"/>
                <ns2:ea typeface="Segoe UI"/>
                <ns2:cs typeface="Segoe UI"/>
              </ns2:rPr>
              <ns2:t>Low energy</ns2:t>
            </ns2:r>
          </ns2:p>
        </p:txBody>
      </p:sp>
      <p:sp>
        <p:nvSpPr>
          <p:cNvPr id="8" name="colour-GREEN">
            <a:extLst xmlns:a="http://schemas.openxmlformats.org/drawingml/2006/main">
              <a:ext uri="{FF2B5EF4-FFF2-40B4-BE49-F238E27FC236}">
                <a16:creationId xmlns:a16="http://schemas.microsoft.com/office/drawing/2014/main" id="{B98FDC18-CAE9-4DE6-AFD5-FF0B74D52311}"/>
              </a:ext>
            </a:extLst>
          </p:cNvPr>
          <p:cNvSpPr>
            <a:spLocks xmlns:a="http://schemas.openxmlformats.org/drawingml/2006/main" noGrp="1"/>
          </p:cNvSpPr>
          <p:nvPr/>
        </p:nvSpPr>
        <p:spPr>
          <a:xfrm xmlns:a="http://schemas.openxmlformats.org/drawingml/2006/main">
            <a:off x="3333750" y="2286000"/>
            <a:ext cx="2571750" cy="1190625"/>
          </a:xfrm>
          <a:prstGeom xmlns:a="http://schemas.openxmlformats.org/drawingml/2006/main" prst="rect">
            <a:avLst/>
          </a:prstGeom>
          <a:solidFill xmlns:a="http://schemas.openxmlformats.org/drawingml/2006/main">
            <a:srgbClr val="E3F0E5"/>
          </a:solidFill>
          <a:ln xmlns:a="http://schemas.openxmlformats.org/drawingml/2006/main" w="0">
            <a:noFill/>
            <a:prstDash val="solid"/>
          </a:ln>
        </p:spPr>
      </p:sp>
      <p:sp>
        <p:nvSpPr>
          <p:cNvPr id="9" name="label-GREEN">
            <a:extLst xmlns:a="http://schemas.openxmlformats.org/drawingml/2006/main">
              <a:ext uri="{FF2B5EF4-FFF2-40B4-BE49-F238E27FC236}">
                <a16:creationId xmlns:a16="http://schemas.microsoft.com/office/drawing/2014/main" id="{AC969D89-A8A2-479A-A828-4E5A538B653D}"/>
              </a:ext>
            </a:extLst>
          </p:cNvPr>
          <p:cNvSpPr>
            <a:spLocks xmlns:a="http://schemas.openxmlformats.org/drawingml/2006/main" noGrp="1"/>
          </p:cNvSpPr>
          <p:nvPr/>
        </p:nvSpPr>
        <p:spPr>
          <a:xfrm xmlns:a="http://schemas.openxmlformats.org/drawingml/2006/main">
            <a:off x="3486150" y="2428875"/>
            <a:ext cx="228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250" b="1">
                <a:solidFill>
                  <a:srgbClr val="192E3B"/>
                </a:solidFill>
                <a:latin typeface="Segoe UI"/>
                <a:ea typeface="Segoe UI"/>
                <a:cs typeface="Segoe UI"/>
              </a:defRPr>
            </a:defPPr>
            <a:lvl1pPr>
              <a:defRPr sz="2250" b="1">
                <a:solidFill>
                  <a:srgbClr val="192E3B"/>
                </a:solidFill>
                <a:latin typeface="Segoe UI"/>
                <a:ea typeface="Segoe UI"/>
                <a:cs typeface="Segoe UI"/>
              </a:defRPr>
            </a:lvl1pPr>
            <a:lvl2pPr>
              <a:defRPr sz="2250" b="1">
                <a:solidFill>
                  <a:srgbClr val="192E3B"/>
                </a:solidFill>
                <a:latin typeface="Segoe UI"/>
                <a:ea typeface="Segoe UI"/>
                <a:cs typeface="Segoe UI"/>
              </a:defRPr>
            </a:lvl2pPr>
            <a:lvl3pPr>
              <a:defRPr sz="2250" b="1">
                <a:solidFill>
                  <a:srgbClr val="192E3B"/>
                </a:solidFill>
                <a:latin typeface="Segoe UI"/>
                <a:ea typeface="Segoe UI"/>
                <a:cs typeface="Segoe UI"/>
              </a:defRPr>
            </a:lvl3pPr>
            <a:lvl4pPr>
              <a:defRPr sz="2250" b="1">
                <a:solidFill>
                  <a:srgbClr val="192E3B"/>
                </a:solidFill>
                <a:latin typeface="Segoe UI"/>
                <a:ea typeface="Segoe UI"/>
                <a:cs typeface="Segoe UI"/>
              </a:defRPr>
            </a:lvl4pPr>
            <a:lvl5pPr>
              <a:defRPr sz="2250" b="1">
                <a:solidFill>
                  <a:srgbClr val="192E3B"/>
                </a:solidFill>
                <a:latin typeface="Segoe UI"/>
                <a:ea typeface="Segoe UI"/>
                <a:cs typeface="Segoe UI"/>
              </a:defRPr>
            </a:lvl5pPr>
            <a:lvl6pPr>
              <a:defRPr sz="2250" b="1">
                <a:solidFill>
                  <a:srgbClr val="192E3B"/>
                </a:solidFill>
                <a:latin typeface="Segoe UI"/>
                <a:ea typeface="Segoe UI"/>
                <a:cs typeface="Segoe UI"/>
              </a:defRPr>
            </a:lvl6pPr>
            <a:lvl7pPr>
              <a:defRPr sz="2250" b="1">
                <a:solidFill>
                  <a:srgbClr val="192E3B"/>
                </a:solidFill>
                <a:latin typeface="Segoe UI"/>
                <a:ea typeface="Segoe UI"/>
                <a:cs typeface="Segoe UI"/>
              </a:defRPr>
            </a:lvl7pPr>
            <a:lvl8pPr>
              <a:defRPr sz="2250" b="1">
                <a:solidFill>
                  <a:srgbClr val="192E3B"/>
                </a:solidFill>
                <a:latin typeface="Segoe UI"/>
                <a:ea typeface="Segoe UI"/>
                <a:cs typeface="Segoe UI"/>
              </a:defRPr>
            </a:lvl8pPr>
            <a:lvl9pPr>
              <a:defRPr sz="2250" b="1">
                <a:solidFill>
                  <a:srgbClr val="192E3B"/>
                </a:solidFill>
                <a:latin typeface="Segoe UI"/>
                <a:ea typeface="Segoe UI"/>
                <a:cs typeface="Segoe UI"/>
              </a:defRPr>
            </a:lvl9pPr>
          </a:lstStyle>
          <ns3:p xmlns:ns3="http://schemas.openxmlformats.org/drawingml/2006/main">
            <ns3:pPr>
              <ns3:defRPr sz="2250" b="1">
                <ns3:solidFill>
                  <ns3:srgbClr val="192E3B"/>
                </ns3:solidFill>
                <ns3:latin typeface="Segoe UI"/>
                <ns3:ea typeface="Segoe UI"/>
                <ns3:cs typeface="Segoe UI"/>
              </ns3:defRPr>
            </ns3:pPr>
            <ns3:r>
              <ns3:rPr sz="2250" b="1">
                <ns3:solidFill>
                  <ns3:srgbClr val="192E3B"/>
                </ns3:solidFill>
                <ns3:latin typeface="Segoe UI"/>
                <ns3:ea typeface="Segoe UI"/>
                <ns3:cs typeface="Segoe UI"/>
              </ns3:rPr>
              <ns3:t>GREEN</ns3:t>
            </ns3:r>
          </ns3:p>
        </p:txBody>
      </p:sp>
      <p:sp>
        <p:nvSpPr>
          <p:cNvPr id="10" name="meaning-GREEN">
            <a:extLst xmlns:a="http://schemas.openxmlformats.org/drawingml/2006/main">
              <a:ext uri="{FF2B5EF4-FFF2-40B4-BE49-F238E27FC236}">
                <a16:creationId xmlns:a16="http://schemas.microsoft.com/office/drawing/2014/main" id="{41D81F4E-510F-495A-AD85-E501AA41C507}"/>
              </a:ext>
            </a:extLst>
          </p:cNvPr>
          <p:cNvSpPr>
            <a:spLocks xmlns:a="http://schemas.openxmlformats.org/drawingml/2006/main" noGrp="1"/>
          </p:cNvSpPr>
          <p:nvPr/>
        </p:nvSpPr>
        <p:spPr>
          <a:xfrm xmlns:a="http://schemas.openxmlformats.org/drawingml/2006/main">
            <a:off x="3486150" y="2924175"/>
            <a:ext cx="228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100" b="0">
                <a:solidFill>
                  <a:srgbClr val="192E3B"/>
                </a:solidFill>
                <a:latin typeface="Segoe UI"/>
                <a:ea typeface="Segoe UI"/>
                <a:cs typeface="Segoe UI"/>
              </a:defRPr>
            </a:defPPr>
            <a:lvl1pPr>
              <a:defRPr sz="2100" b="0">
                <a:solidFill>
                  <a:srgbClr val="192E3B"/>
                </a:solidFill>
                <a:latin typeface="Segoe UI"/>
                <a:ea typeface="Segoe UI"/>
                <a:cs typeface="Segoe UI"/>
              </a:defRPr>
            </a:lvl1pPr>
            <a:lvl2pPr>
              <a:defRPr sz="2100" b="0">
                <a:solidFill>
                  <a:srgbClr val="192E3B"/>
                </a:solidFill>
                <a:latin typeface="Segoe UI"/>
                <a:ea typeface="Segoe UI"/>
                <a:cs typeface="Segoe UI"/>
              </a:defRPr>
            </a:lvl2pPr>
            <a:lvl3pPr>
              <a:defRPr sz="2100" b="0">
                <a:solidFill>
                  <a:srgbClr val="192E3B"/>
                </a:solidFill>
                <a:latin typeface="Segoe UI"/>
                <a:ea typeface="Segoe UI"/>
                <a:cs typeface="Segoe UI"/>
              </a:defRPr>
            </a:lvl3pPr>
            <a:lvl4pPr>
              <a:defRPr sz="2100" b="0">
                <a:solidFill>
                  <a:srgbClr val="192E3B"/>
                </a:solidFill>
                <a:latin typeface="Segoe UI"/>
                <a:ea typeface="Segoe UI"/>
                <a:cs typeface="Segoe UI"/>
              </a:defRPr>
            </a:lvl4pPr>
            <a:lvl5pPr>
              <a:defRPr sz="2100" b="0">
                <a:solidFill>
                  <a:srgbClr val="192E3B"/>
                </a:solidFill>
                <a:latin typeface="Segoe UI"/>
                <a:ea typeface="Segoe UI"/>
                <a:cs typeface="Segoe UI"/>
              </a:defRPr>
            </a:lvl5pPr>
            <a:lvl6pPr>
              <a:defRPr sz="2100" b="0">
                <a:solidFill>
                  <a:srgbClr val="192E3B"/>
                </a:solidFill>
                <a:latin typeface="Segoe UI"/>
                <a:ea typeface="Segoe UI"/>
                <a:cs typeface="Segoe UI"/>
              </a:defRPr>
            </a:lvl6pPr>
            <a:lvl7pPr>
              <a:defRPr sz="2100" b="0">
                <a:solidFill>
                  <a:srgbClr val="192E3B"/>
                </a:solidFill>
                <a:latin typeface="Segoe UI"/>
                <a:ea typeface="Segoe UI"/>
                <a:cs typeface="Segoe UI"/>
              </a:defRPr>
            </a:lvl7pPr>
            <a:lvl8pPr>
              <a:defRPr sz="2100" b="0">
                <a:solidFill>
                  <a:srgbClr val="192E3B"/>
                </a:solidFill>
                <a:latin typeface="Segoe UI"/>
                <a:ea typeface="Segoe UI"/>
                <a:cs typeface="Segoe UI"/>
              </a:defRPr>
            </a:lvl8pPr>
            <a:lvl9pPr>
              <a:defRPr sz="2100" b="0">
                <a:solidFill>
                  <a:srgbClr val="192E3B"/>
                </a:solidFill>
                <a:latin typeface="Segoe UI"/>
                <a:ea typeface="Segoe UI"/>
                <a:cs typeface="Segoe UI"/>
              </a:defRPr>
            </a:lvl9pPr>
          </a:lstStyle>
          <ns4:p xmlns:ns4="http://schemas.openxmlformats.org/drawingml/2006/main">
            <ns4:pPr>
              <ns4:defRPr sz="2100" b="0">
                <ns4:solidFill>
                  <ns4:srgbClr val="192E3B"/>
                </ns4:solidFill>
                <ns4:latin typeface="Segoe UI"/>
                <ns4:ea typeface="Segoe UI"/>
                <ns4:cs typeface="Segoe UI"/>
              </ns4:defRPr>
            </ns4:pPr>
            <ns4:r>
              <ns4:rPr sz="2100" b="0">
                <ns4:solidFill>
                  <ns4:srgbClr val="192E3B"/>
                </ns4:solidFill>
                <ns4:latin typeface="Segoe UI"/>
                <ns4:ea typeface="Segoe UI"/>
                <ns4:cs typeface="Segoe UI"/>
              </ns4:rPr>
              <ns4:t>Ready</ns4:t>
            </ns4:r>
          </ns4:p>
        </p:txBody>
      </p:sp>
      <p:sp>
        <p:nvSpPr>
          <p:cNvPr id="11" name="colour-AMBER">
            <a:extLst xmlns:a="http://schemas.openxmlformats.org/drawingml/2006/main">
              <a:ext uri="{FF2B5EF4-FFF2-40B4-BE49-F238E27FC236}">
                <a16:creationId xmlns:a16="http://schemas.microsoft.com/office/drawing/2014/main" id="{4AFCE4A6-57BD-40A7-B363-8D30B9466845}"/>
              </a:ext>
            </a:extLst>
          </p:cNvPr>
          <p:cNvSpPr>
            <a:spLocks xmlns:a="http://schemas.openxmlformats.org/drawingml/2006/main" noGrp="1"/>
          </p:cNvSpPr>
          <p:nvPr/>
        </p:nvSpPr>
        <p:spPr>
          <a:xfrm xmlns:a="http://schemas.openxmlformats.org/drawingml/2006/main">
            <a:off x="6134100" y="2286000"/>
            <a:ext cx="2571750" cy="1190625"/>
          </a:xfrm>
          <a:prstGeom xmlns:a="http://schemas.openxmlformats.org/drawingml/2006/main" prst="rect">
            <a:avLst/>
          </a:prstGeom>
          <a:solidFill xmlns:a="http://schemas.openxmlformats.org/drawingml/2006/main">
            <a:srgbClr val="FFF0C9"/>
          </a:solidFill>
          <a:ln xmlns:a="http://schemas.openxmlformats.org/drawingml/2006/main" w="0">
            <a:noFill/>
            <a:prstDash val="solid"/>
          </a:ln>
        </p:spPr>
      </p:sp>
      <p:sp>
        <p:nvSpPr>
          <p:cNvPr id="12" name="label-AMBER">
            <a:extLst xmlns:a="http://schemas.openxmlformats.org/drawingml/2006/main">
              <a:ext uri="{FF2B5EF4-FFF2-40B4-BE49-F238E27FC236}">
                <a16:creationId xmlns:a16="http://schemas.microsoft.com/office/drawing/2014/main" id="{22F2E564-8BE9-494A-B500-C665AC179C7F}"/>
              </a:ext>
            </a:extLst>
          </p:cNvPr>
          <p:cNvSpPr>
            <a:spLocks xmlns:a="http://schemas.openxmlformats.org/drawingml/2006/main" noGrp="1"/>
          </p:cNvSpPr>
          <p:nvPr/>
        </p:nvSpPr>
        <p:spPr>
          <a:xfrm xmlns:a="http://schemas.openxmlformats.org/drawingml/2006/main">
            <a:off x="6286500" y="2428875"/>
            <a:ext cx="228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250" b="1">
                <a:solidFill>
                  <a:srgbClr val="192E3B"/>
                </a:solidFill>
                <a:latin typeface="Segoe UI"/>
                <a:ea typeface="Segoe UI"/>
                <a:cs typeface="Segoe UI"/>
              </a:defRPr>
            </a:defPPr>
            <a:lvl1pPr>
              <a:defRPr sz="2250" b="1">
                <a:solidFill>
                  <a:srgbClr val="192E3B"/>
                </a:solidFill>
                <a:latin typeface="Segoe UI"/>
                <a:ea typeface="Segoe UI"/>
                <a:cs typeface="Segoe UI"/>
              </a:defRPr>
            </a:lvl1pPr>
            <a:lvl2pPr>
              <a:defRPr sz="2250" b="1">
                <a:solidFill>
                  <a:srgbClr val="192E3B"/>
                </a:solidFill>
                <a:latin typeface="Segoe UI"/>
                <a:ea typeface="Segoe UI"/>
                <a:cs typeface="Segoe UI"/>
              </a:defRPr>
            </a:lvl2pPr>
            <a:lvl3pPr>
              <a:defRPr sz="2250" b="1">
                <a:solidFill>
                  <a:srgbClr val="192E3B"/>
                </a:solidFill>
                <a:latin typeface="Segoe UI"/>
                <a:ea typeface="Segoe UI"/>
                <a:cs typeface="Segoe UI"/>
              </a:defRPr>
            </a:lvl3pPr>
            <a:lvl4pPr>
              <a:defRPr sz="2250" b="1">
                <a:solidFill>
                  <a:srgbClr val="192E3B"/>
                </a:solidFill>
                <a:latin typeface="Segoe UI"/>
                <a:ea typeface="Segoe UI"/>
                <a:cs typeface="Segoe UI"/>
              </a:defRPr>
            </a:lvl4pPr>
            <a:lvl5pPr>
              <a:defRPr sz="2250" b="1">
                <a:solidFill>
                  <a:srgbClr val="192E3B"/>
                </a:solidFill>
                <a:latin typeface="Segoe UI"/>
                <a:ea typeface="Segoe UI"/>
                <a:cs typeface="Segoe UI"/>
              </a:defRPr>
            </a:lvl5pPr>
            <a:lvl6pPr>
              <a:defRPr sz="2250" b="1">
                <a:solidFill>
                  <a:srgbClr val="192E3B"/>
                </a:solidFill>
                <a:latin typeface="Segoe UI"/>
                <a:ea typeface="Segoe UI"/>
                <a:cs typeface="Segoe UI"/>
              </a:defRPr>
            </a:lvl6pPr>
            <a:lvl7pPr>
              <a:defRPr sz="2250" b="1">
                <a:solidFill>
                  <a:srgbClr val="192E3B"/>
                </a:solidFill>
                <a:latin typeface="Segoe UI"/>
                <a:ea typeface="Segoe UI"/>
                <a:cs typeface="Segoe UI"/>
              </a:defRPr>
            </a:lvl7pPr>
            <a:lvl8pPr>
              <a:defRPr sz="2250" b="1">
                <a:solidFill>
                  <a:srgbClr val="192E3B"/>
                </a:solidFill>
                <a:latin typeface="Segoe UI"/>
                <a:ea typeface="Segoe UI"/>
                <a:cs typeface="Segoe UI"/>
              </a:defRPr>
            </a:lvl8pPr>
            <a:lvl9pPr>
              <a:defRPr sz="2250" b="1">
                <a:solidFill>
                  <a:srgbClr val="192E3B"/>
                </a:solidFill>
                <a:latin typeface="Segoe UI"/>
                <a:ea typeface="Segoe UI"/>
                <a:cs typeface="Segoe UI"/>
              </a:defRPr>
            </a:lvl9pPr>
          </a:lstStyle>
          <ns5:p xmlns:ns5="http://schemas.openxmlformats.org/drawingml/2006/main">
            <ns5:pPr>
              <ns5:defRPr sz="2250" b="1">
                <ns5:solidFill>
                  <ns5:srgbClr val="192E3B"/>
                </ns5:solidFill>
                <ns5:latin typeface="Segoe UI"/>
                <ns5:ea typeface="Segoe UI"/>
                <ns5:cs typeface="Segoe UI"/>
              </ns5:defRPr>
            </ns5:pPr>
            <ns5:r>
              <ns5:rPr sz="2250" b="1">
                <ns5:solidFill>
                  <ns5:srgbClr val="192E3B"/>
                </ns5:solidFill>
                <ns5:latin typeface="Segoe UI"/>
                <ns5:ea typeface="Segoe UI"/>
                <ns5:cs typeface="Segoe UI"/>
              </ns5:rPr>
              <ns5:t>AMBER</ns5:t>
            </ns5:r>
          </ns5:p>
        </p:txBody>
      </p:sp>
      <p:sp>
        <p:nvSpPr>
          <p:cNvPr id="13" name="meaning-AMBER">
            <a:extLst xmlns:a="http://schemas.openxmlformats.org/drawingml/2006/main">
              <a:ext uri="{FF2B5EF4-FFF2-40B4-BE49-F238E27FC236}">
                <a16:creationId xmlns:a16="http://schemas.microsoft.com/office/drawing/2014/main" id="{D5CB1260-5566-4770-ACFE-F1034DA5AFCF}"/>
              </a:ext>
            </a:extLst>
          </p:cNvPr>
          <p:cNvSpPr>
            <a:spLocks xmlns:a="http://schemas.openxmlformats.org/drawingml/2006/main" noGrp="1"/>
          </p:cNvSpPr>
          <p:nvPr/>
        </p:nvSpPr>
        <p:spPr>
          <a:xfrm xmlns:a="http://schemas.openxmlformats.org/drawingml/2006/main">
            <a:off x="6286500" y="2924175"/>
            <a:ext cx="228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100" b="0">
                <a:solidFill>
                  <a:srgbClr val="192E3B"/>
                </a:solidFill>
                <a:latin typeface="Segoe UI"/>
                <a:ea typeface="Segoe UI"/>
                <a:cs typeface="Segoe UI"/>
              </a:defRPr>
            </a:defPPr>
            <a:lvl1pPr>
              <a:defRPr sz="2100" b="0">
                <a:solidFill>
                  <a:srgbClr val="192E3B"/>
                </a:solidFill>
                <a:latin typeface="Segoe UI"/>
                <a:ea typeface="Segoe UI"/>
                <a:cs typeface="Segoe UI"/>
              </a:defRPr>
            </a:lvl1pPr>
            <a:lvl2pPr>
              <a:defRPr sz="2100" b="0">
                <a:solidFill>
                  <a:srgbClr val="192E3B"/>
                </a:solidFill>
                <a:latin typeface="Segoe UI"/>
                <a:ea typeface="Segoe UI"/>
                <a:cs typeface="Segoe UI"/>
              </a:defRPr>
            </a:lvl2pPr>
            <a:lvl3pPr>
              <a:defRPr sz="2100" b="0">
                <a:solidFill>
                  <a:srgbClr val="192E3B"/>
                </a:solidFill>
                <a:latin typeface="Segoe UI"/>
                <a:ea typeface="Segoe UI"/>
                <a:cs typeface="Segoe UI"/>
              </a:defRPr>
            </a:lvl3pPr>
            <a:lvl4pPr>
              <a:defRPr sz="2100" b="0">
                <a:solidFill>
                  <a:srgbClr val="192E3B"/>
                </a:solidFill>
                <a:latin typeface="Segoe UI"/>
                <a:ea typeface="Segoe UI"/>
                <a:cs typeface="Segoe UI"/>
              </a:defRPr>
            </a:lvl4pPr>
            <a:lvl5pPr>
              <a:defRPr sz="2100" b="0">
                <a:solidFill>
                  <a:srgbClr val="192E3B"/>
                </a:solidFill>
                <a:latin typeface="Segoe UI"/>
                <a:ea typeface="Segoe UI"/>
                <a:cs typeface="Segoe UI"/>
              </a:defRPr>
            </a:lvl5pPr>
            <a:lvl6pPr>
              <a:defRPr sz="2100" b="0">
                <a:solidFill>
                  <a:srgbClr val="192E3B"/>
                </a:solidFill>
                <a:latin typeface="Segoe UI"/>
                <a:ea typeface="Segoe UI"/>
                <a:cs typeface="Segoe UI"/>
              </a:defRPr>
            </a:lvl6pPr>
            <a:lvl7pPr>
              <a:defRPr sz="2100" b="0">
                <a:solidFill>
                  <a:srgbClr val="192E3B"/>
                </a:solidFill>
                <a:latin typeface="Segoe UI"/>
                <a:ea typeface="Segoe UI"/>
                <a:cs typeface="Segoe UI"/>
              </a:defRPr>
            </a:lvl7pPr>
            <a:lvl8pPr>
              <a:defRPr sz="2100" b="0">
                <a:solidFill>
                  <a:srgbClr val="192E3B"/>
                </a:solidFill>
                <a:latin typeface="Segoe UI"/>
                <a:ea typeface="Segoe UI"/>
                <a:cs typeface="Segoe UI"/>
              </a:defRPr>
            </a:lvl8pPr>
            <a:lvl9pPr>
              <a:defRPr sz="2100" b="0">
                <a:solidFill>
                  <a:srgbClr val="192E3B"/>
                </a:solidFill>
                <a:latin typeface="Segoe UI"/>
                <a:ea typeface="Segoe UI"/>
                <a:cs typeface="Segoe UI"/>
              </a:defRPr>
            </a:lvl9pPr>
          </a:lstStyle>
          <ns6:p xmlns:ns6="http://schemas.openxmlformats.org/drawingml/2006/main">
            <ns6:pPr>
              <ns6:defRPr sz="2100" b="0">
                <ns6:solidFill>
                  <ns6:srgbClr val="192E3B"/>
                </ns6:solidFill>
                <ns6:latin typeface="Segoe UI"/>
                <ns6:ea typeface="Segoe UI"/>
                <ns6:cs typeface="Segoe UI"/>
              </ns6:defRPr>
            </ns6:pPr>
            <ns6:r>
              <ns6:rPr sz="2100" b="0">
                <ns6:solidFill>
                  <ns6:srgbClr val="192E3B"/>
                </ns6:solidFill>
                <ns6:latin typeface="Segoe UI"/>
                <ns6:ea typeface="Segoe UI"/>
                <ns6:cs typeface="Segoe UI"/>
              </ns6:rPr>
              <ns6:t>Pause</ns6:t>
            </ns6:r>
          </ns6:p>
        </p:txBody>
      </p:sp>
      <p:sp>
        <p:nvSpPr>
          <p:cNvPr id="14" name="colour-RED">
            <a:extLst xmlns:a="http://schemas.openxmlformats.org/drawingml/2006/main">
              <a:ext uri="{FF2B5EF4-FFF2-40B4-BE49-F238E27FC236}">
                <a16:creationId xmlns:a16="http://schemas.microsoft.com/office/drawing/2014/main" id="{70E1026E-BACD-4BB9-996B-CB880CC9A9EC}"/>
              </a:ext>
            </a:extLst>
          </p:cNvPr>
          <p:cNvSpPr>
            <a:spLocks xmlns:a="http://schemas.openxmlformats.org/drawingml/2006/main" noGrp="1"/>
          </p:cNvSpPr>
          <p:nvPr/>
        </p:nvSpPr>
        <p:spPr>
          <a:xfrm xmlns:a="http://schemas.openxmlformats.org/drawingml/2006/main">
            <a:off x="8934450" y="2286000"/>
            <a:ext cx="2571750" cy="1190625"/>
          </a:xfrm>
          <a:prstGeom xmlns:a="http://schemas.openxmlformats.org/drawingml/2006/main" prst="rect">
            <a:avLst/>
          </a:prstGeom>
          <a:solidFill xmlns:a="http://schemas.openxmlformats.org/drawingml/2006/main">
            <a:srgbClr val="F9E4E2"/>
          </a:solidFill>
          <a:ln xmlns:a="http://schemas.openxmlformats.org/drawingml/2006/main" w="0">
            <a:noFill/>
            <a:prstDash val="solid"/>
          </a:ln>
        </p:spPr>
      </p:sp>
      <p:sp>
        <p:nvSpPr>
          <p:cNvPr id="15" name="label-RED">
            <a:extLst xmlns:a="http://schemas.openxmlformats.org/drawingml/2006/main">
              <a:ext uri="{FF2B5EF4-FFF2-40B4-BE49-F238E27FC236}">
                <a16:creationId xmlns:a16="http://schemas.microsoft.com/office/drawing/2014/main" id="{D2F7DEA7-6AD5-474E-89F3-A3E818FBFBAE}"/>
              </a:ext>
            </a:extLst>
          </p:cNvPr>
          <p:cNvSpPr>
            <a:spLocks xmlns:a="http://schemas.openxmlformats.org/drawingml/2006/main" noGrp="1"/>
          </p:cNvSpPr>
          <p:nvPr/>
        </p:nvSpPr>
        <p:spPr>
          <a:xfrm xmlns:a="http://schemas.openxmlformats.org/drawingml/2006/main">
            <a:off x="9086850" y="2428875"/>
            <a:ext cx="228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250" b="1">
                <a:solidFill>
                  <a:srgbClr val="192E3B"/>
                </a:solidFill>
                <a:latin typeface="Segoe UI"/>
                <a:ea typeface="Segoe UI"/>
                <a:cs typeface="Segoe UI"/>
              </a:defRPr>
            </a:defPPr>
            <a:lvl1pPr>
              <a:defRPr sz="2250" b="1">
                <a:solidFill>
                  <a:srgbClr val="192E3B"/>
                </a:solidFill>
                <a:latin typeface="Segoe UI"/>
                <a:ea typeface="Segoe UI"/>
                <a:cs typeface="Segoe UI"/>
              </a:defRPr>
            </a:lvl1pPr>
            <a:lvl2pPr>
              <a:defRPr sz="2250" b="1">
                <a:solidFill>
                  <a:srgbClr val="192E3B"/>
                </a:solidFill>
                <a:latin typeface="Segoe UI"/>
                <a:ea typeface="Segoe UI"/>
                <a:cs typeface="Segoe UI"/>
              </a:defRPr>
            </a:lvl2pPr>
            <a:lvl3pPr>
              <a:defRPr sz="2250" b="1">
                <a:solidFill>
                  <a:srgbClr val="192E3B"/>
                </a:solidFill>
                <a:latin typeface="Segoe UI"/>
                <a:ea typeface="Segoe UI"/>
                <a:cs typeface="Segoe UI"/>
              </a:defRPr>
            </a:lvl3pPr>
            <a:lvl4pPr>
              <a:defRPr sz="2250" b="1">
                <a:solidFill>
                  <a:srgbClr val="192E3B"/>
                </a:solidFill>
                <a:latin typeface="Segoe UI"/>
                <a:ea typeface="Segoe UI"/>
                <a:cs typeface="Segoe UI"/>
              </a:defRPr>
            </a:lvl4pPr>
            <a:lvl5pPr>
              <a:defRPr sz="2250" b="1">
                <a:solidFill>
                  <a:srgbClr val="192E3B"/>
                </a:solidFill>
                <a:latin typeface="Segoe UI"/>
                <a:ea typeface="Segoe UI"/>
                <a:cs typeface="Segoe UI"/>
              </a:defRPr>
            </a:lvl5pPr>
            <a:lvl6pPr>
              <a:defRPr sz="2250" b="1">
                <a:solidFill>
                  <a:srgbClr val="192E3B"/>
                </a:solidFill>
                <a:latin typeface="Segoe UI"/>
                <a:ea typeface="Segoe UI"/>
                <a:cs typeface="Segoe UI"/>
              </a:defRPr>
            </a:lvl6pPr>
            <a:lvl7pPr>
              <a:defRPr sz="2250" b="1">
                <a:solidFill>
                  <a:srgbClr val="192E3B"/>
                </a:solidFill>
                <a:latin typeface="Segoe UI"/>
                <a:ea typeface="Segoe UI"/>
                <a:cs typeface="Segoe UI"/>
              </a:defRPr>
            </a:lvl7pPr>
            <a:lvl8pPr>
              <a:defRPr sz="2250" b="1">
                <a:solidFill>
                  <a:srgbClr val="192E3B"/>
                </a:solidFill>
                <a:latin typeface="Segoe UI"/>
                <a:ea typeface="Segoe UI"/>
                <a:cs typeface="Segoe UI"/>
              </a:defRPr>
            </a:lvl8pPr>
            <a:lvl9pPr>
              <a:defRPr sz="2250" b="1">
                <a:solidFill>
                  <a:srgbClr val="192E3B"/>
                </a:solidFill>
                <a:latin typeface="Segoe UI"/>
                <a:ea typeface="Segoe UI"/>
                <a:cs typeface="Segoe UI"/>
              </a:defRPr>
            </a:lvl9pPr>
          </a:lstStyle>
          <ns7:p xmlns:ns7="http://schemas.openxmlformats.org/drawingml/2006/main">
            <ns7:pPr>
              <ns7:defRPr sz="2250" b="1">
                <ns7:solidFill>
                  <ns7:srgbClr val="192E3B"/>
                </ns7:solidFill>
                <ns7:latin typeface="Segoe UI"/>
                <ns7:ea typeface="Segoe UI"/>
                <ns7:cs typeface="Segoe UI"/>
              </ns7:defRPr>
            </ns7:pPr>
            <ns7:r>
              <ns7:rPr sz="2250" b="1">
                <ns7:solidFill>
                  <ns7:srgbClr val="192E3B"/>
                </ns7:solidFill>
                <ns7:latin typeface="Segoe UI"/>
                <ns7:ea typeface="Segoe UI"/>
                <ns7:cs typeface="Segoe UI"/>
              </ns7:rPr>
              <ns7:t>RED</ns7:t>
            </ns7:r>
          </ns7:p>
        </p:txBody>
      </p:sp>
      <p:sp>
        <p:nvSpPr>
          <p:cNvPr id="16" name="meaning-RED">
            <a:extLst xmlns:a="http://schemas.openxmlformats.org/drawingml/2006/main">
              <a:ext uri="{FF2B5EF4-FFF2-40B4-BE49-F238E27FC236}">
                <a16:creationId xmlns:a16="http://schemas.microsoft.com/office/drawing/2014/main" id="{BE7AA5DE-A0C3-457E-8B60-957A7765DAB5}"/>
              </a:ext>
            </a:extLst>
          </p:cNvPr>
          <p:cNvSpPr>
            <a:spLocks xmlns:a="http://schemas.openxmlformats.org/drawingml/2006/main" noGrp="1"/>
          </p:cNvSpPr>
          <p:nvPr/>
        </p:nvSpPr>
        <p:spPr>
          <a:xfrm xmlns:a="http://schemas.openxmlformats.org/drawingml/2006/main">
            <a:off x="9086850" y="2924175"/>
            <a:ext cx="228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100" b="0">
                <a:solidFill>
                  <a:srgbClr val="192E3B"/>
                </a:solidFill>
                <a:latin typeface="Segoe UI"/>
                <a:ea typeface="Segoe UI"/>
                <a:cs typeface="Segoe UI"/>
              </a:defRPr>
            </a:defPPr>
            <a:lvl1pPr>
              <a:defRPr sz="2100" b="0">
                <a:solidFill>
                  <a:srgbClr val="192E3B"/>
                </a:solidFill>
                <a:latin typeface="Segoe UI"/>
                <a:ea typeface="Segoe UI"/>
                <a:cs typeface="Segoe UI"/>
              </a:defRPr>
            </a:lvl1pPr>
            <a:lvl2pPr>
              <a:defRPr sz="2100" b="0">
                <a:solidFill>
                  <a:srgbClr val="192E3B"/>
                </a:solidFill>
                <a:latin typeface="Segoe UI"/>
                <a:ea typeface="Segoe UI"/>
                <a:cs typeface="Segoe UI"/>
              </a:defRPr>
            </a:lvl2pPr>
            <a:lvl3pPr>
              <a:defRPr sz="2100" b="0">
                <a:solidFill>
                  <a:srgbClr val="192E3B"/>
                </a:solidFill>
                <a:latin typeface="Segoe UI"/>
                <a:ea typeface="Segoe UI"/>
                <a:cs typeface="Segoe UI"/>
              </a:defRPr>
            </a:lvl3pPr>
            <a:lvl4pPr>
              <a:defRPr sz="2100" b="0">
                <a:solidFill>
                  <a:srgbClr val="192E3B"/>
                </a:solidFill>
                <a:latin typeface="Segoe UI"/>
                <a:ea typeface="Segoe UI"/>
                <a:cs typeface="Segoe UI"/>
              </a:defRPr>
            </a:lvl4pPr>
            <a:lvl5pPr>
              <a:defRPr sz="2100" b="0">
                <a:solidFill>
                  <a:srgbClr val="192E3B"/>
                </a:solidFill>
                <a:latin typeface="Segoe UI"/>
                <a:ea typeface="Segoe UI"/>
                <a:cs typeface="Segoe UI"/>
              </a:defRPr>
            </a:lvl5pPr>
            <a:lvl6pPr>
              <a:defRPr sz="2100" b="0">
                <a:solidFill>
                  <a:srgbClr val="192E3B"/>
                </a:solidFill>
                <a:latin typeface="Segoe UI"/>
                <a:ea typeface="Segoe UI"/>
                <a:cs typeface="Segoe UI"/>
              </a:defRPr>
            </a:lvl6pPr>
            <a:lvl7pPr>
              <a:defRPr sz="2100" b="0">
                <a:solidFill>
                  <a:srgbClr val="192E3B"/>
                </a:solidFill>
                <a:latin typeface="Segoe UI"/>
                <a:ea typeface="Segoe UI"/>
                <a:cs typeface="Segoe UI"/>
              </a:defRPr>
            </a:lvl7pPr>
            <a:lvl8pPr>
              <a:defRPr sz="2100" b="0">
                <a:solidFill>
                  <a:srgbClr val="192E3B"/>
                </a:solidFill>
                <a:latin typeface="Segoe UI"/>
                <a:ea typeface="Segoe UI"/>
                <a:cs typeface="Segoe UI"/>
              </a:defRPr>
            </a:lvl8pPr>
            <a:lvl9pPr>
              <a:defRPr sz="2100" b="0">
                <a:solidFill>
                  <a:srgbClr val="192E3B"/>
                </a:solidFill>
                <a:latin typeface="Segoe UI"/>
                <a:ea typeface="Segoe UI"/>
                <a:cs typeface="Segoe UI"/>
              </a:defRPr>
            </a:lvl9pPr>
          </a:lstStyle>
          <ns8:p xmlns:ns8="http://schemas.openxmlformats.org/drawingml/2006/main">
            <ns8:pPr>
              <ns8:defRPr sz="2100" b="0">
                <ns8:solidFill>
                  <ns8:srgbClr val="192E3B"/>
                </ns8:solidFill>
                <ns8:latin typeface="Segoe UI"/>
                <ns8:ea typeface="Segoe UI"/>
                <ns8:cs typeface="Segoe UI"/>
              </ns8:defRPr>
            </ns8:pPr>
            <ns8:r>
              <ns8:rPr sz="2100" b="0">
                <ns8:solidFill>
                  <ns8:srgbClr val="192E3B"/>
                </ns8:solidFill>
                <ns8:latin typeface="Segoe UI"/>
                <ns8:ea typeface="Segoe UI"/>
                <ns8:cs typeface="Segoe UI"/>
              </ns8:rPr>
              <ns8:t>Adult help</ns8:t>
            </ns8:r>
          </ns8:p>
        </p:txBody>
      </p:sp>
      <p:sp>
        <p:nvSpPr>
          <p:cNvPr id="17" name="reset">
            <a:extLst xmlns:a="http://schemas.openxmlformats.org/drawingml/2006/main">
              <a:ext uri="{FF2B5EF4-FFF2-40B4-BE49-F238E27FC236}">
                <a16:creationId xmlns:a16="http://schemas.microsoft.com/office/drawing/2014/main" id="{A4849A8E-7F49-426C-B88E-EBC3350D6C84}"/>
              </a:ext>
            </a:extLst>
          </p:cNvPr>
          <p:cNvSpPr>
            <a:spLocks xmlns:a="http://schemas.openxmlformats.org/drawingml/2006/main" noGrp="1"/>
          </p:cNvSpPr>
          <p:nvPr/>
        </p:nvSpPr>
        <p:spPr>
          <a:xfrm xmlns:a="http://schemas.openxmlformats.org/drawingml/2006/main">
            <a:off x="533400" y="4000500"/>
            <a:ext cx="1095375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250" b="0">
                <a:solidFill>
                  <a:srgbClr val="192E3B"/>
                </a:solidFill>
                <a:latin typeface="Segoe UI"/>
                <a:ea typeface="Segoe UI"/>
                <a:cs typeface="Segoe UI"/>
              </a:defRPr>
            </a:defPPr>
            <a:lvl1pPr>
              <a:defRPr sz="2250" b="0">
                <a:solidFill>
                  <a:srgbClr val="192E3B"/>
                </a:solidFill>
                <a:latin typeface="Segoe UI"/>
                <a:ea typeface="Segoe UI"/>
                <a:cs typeface="Segoe UI"/>
              </a:defRPr>
            </a:lvl1pPr>
            <a:lvl2pPr>
              <a:defRPr sz="2250" b="0">
                <a:solidFill>
                  <a:srgbClr val="192E3B"/>
                </a:solidFill>
                <a:latin typeface="Segoe UI"/>
                <a:ea typeface="Segoe UI"/>
                <a:cs typeface="Segoe UI"/>
              </a:defRPr>
            </a:lvl2pPr>
            <a:lvl3pPr>
              <a:defRPr sz="2250" b="0">
                <a:solidFill>
                  <a:srgbClr val="192E3B"/>
                </a:solidFill>
                <a:latin typeface="Segoe UI"/>
                <a:ea typeface="Segoe UI"/>
                <a:cs typeface="Segoe UI"/>
              </a:defRPr>
            </a:lvl3pPr>
            <a:lvl4pPr>
              <a:defRPr sz="2250" b="0">
                <a:solidFill>
                  <a:srgbClr val="192E3B"/>
                </a:solidFill>
                <a:latin typeface="Segoe UI"/>
                <a:ea typeface="Segoe UI"/>
                <a:cs typeface="Segoe UI"/>
              </a:defRPr>
            </a:lvl4pPr>
            <a:lvl5pPr>
              <a:defRPr sz="2250" b="0">
                <a:solidFill>
                  <a:srgbClr val="192E3B"/>
                </a:solidFill>
                <a:latin typeface="Segoe UI"/>
                <a:ea typeface="Segoe UI"/>
                <a:cs typeface="Segoe UI"/>
              </a:defRPr>
            </a:lvl5pPr>
            <a:lvl6pPr>
              <a:defRPr sz="2250" b="0">
                <a:solidFill>
                  <a:srgbClr val="192E3B"/>
                </a:solidFill>
                <a:latin typeface="Segoe UI"/>
                <a:ea typeface="Segoe UI"/>
                <a:cs typeface="Segoe UI"/>
              </a:defRPr>
            </a:lvl6pPr>
            <a:lvl7pPr>
              <a:defRPr sz="2250" b="0">
                <a:solidFill>
                  <a:srgbClr val="192E3B"/>
                </a:solidFill>
                <a:latin typeface="Segoe UI"/>
                <a:ea typeface="Segoe UI"/>
                <a:cs typeface="Segoe UI"/>
              </a:defRPr>
            </a:lvl7pPr>
            <a:lvl8pPr>
              <a:defRPr sz="2250" b="0">
                <a:solidFill>
                  <a:srgbClr val="192E3B"/>
                </a:solidFill>
                <a:latin typeface="Segoe UI"/>
                <a:ea typeface="Segoe UI"/>
                <a:cs typeface="Segoe UI"/>
              </a:defRPr>
            </a:lvl8pPr>
            <a:lvl9pPr>
              <a:defRPr sz="2250" b="0">
                <a:solidFill>
                  <a:srgbClr val="192E3B"/>
                </a:solidFill>
                <a:latin typeface="Segoe UI"/>
                <a:ea typeface="Segoe UI"/>
                <a:cs typeface="Segoe UI"/>
              </a:defRPr>
            </a:lvl9pPr>
          </a:lstStyle>
          <ns9:p xmlns:ns9="http://schemas.openxmlformats.org/drawingml/2006/main">
            <ns9:pPr>
              <ns9:defRPr sz="2250" b="0">
                <ns9:solidFill>
                  <ns9:srgbClr val="192E3B"/>
                </ns9:solidFill>
                <ns9:latin typeface="Segoe UI"/>
                <ns9:ea typeface="Segoe UI"/>
                <ns9:cs typeface="Segoe UI"/>
              </ns9:defRPr>
            </ns9:pPr>
            <ns9:r>
              <ns9:rPr sz="2250" b="0">
                <ns9:solidFill>
                  <ns9:srgbClr val="192E3B"/>
                </ns9:solidFill>
                <ns9:latin typeface="Segoe UI"/>
                <ns9:ea typeface="Segoe UI"/>
                <ns9:cs typeface="Segoe UI"/>
              </ns9:rPr>
              <ns9:t>Reset: water, stretch, quiet seat or adult.</ns9:t>
            </ns9:r>
          </ns9:p>
          <ns10:p xmlns:ns10="http://schemas.openxmlformats.org/drawingml/2006/main">
            <ns10:pPr>
              <ns10:defRPr sz="2250" b="0">
                <ns10:solidFill>
                  <ns10:srgbClr val="192E3B"/>
                </ns10:solidFill>
                <ns10:latin typeface="Segoe UI"/>
                <ns10:ea typeface="Segoe UI"/>
                <ns10:cs typeface="Segoe UI"/>
              </ns10:defRPr>
            </ns10:pPr>
            <ns10:r>
              <ns10:rPr sz="2250" b="0">
                <ns10:solidFill>
                  <ns10:srgbClr val="192E3B"/>
                </ns10:solidFill>
                <ns10:latin typeface="Segoe UI"/>
                <ns10:ea typeface="Segoe UI"/>
                <ns10:cs typeface="Segoe UI"/>
              </ns10:rPr>
              <ns10:t/>
            </ns10:r>
          </ns10:p>
          <ns11:p xmlns:ns11="http://schemas.openxmlformats.org/drawingml/2006/main">
            <ns11:pPr>
              <ns11:defRPr sz="2250" b="0">
                <ns11:solidFill>
                  <ns11:srgbClr val="192E3B"/>
                </ns11:solidFill>
                <ns11:latin typeface="Segoe UI"/>
                <ns11:ea typeface="Segoe UI"/>
                <ns11:cs typeface="Segoe UI"/>
              </ns11:defRPr>
            </ns11:pPr>
            <ns11:r>
              <ns11:rPr sz="2250" b="0">
                <ns11:solidFill>
                  <ns11:srgbClr val="192E3B"/>
                </ns11:solidFill>
                <ns11:latin typeface="Segoe UI"/>
                <ns11:ea typeface="Segoe UI"/>
                <ns11:cs typeface="Segoe UI"/>
              </ns11:rPr>
              <ns11:t>I feel __. I can start with __.</ns11:t>
            </ns11:r>
          </ns11:p>
        </p:txBody>
      </p:sp>
      <p:sp>
        <p:nvSpPr>
          <p:cNvPr id="18" name="credit">
            <a:extLst xmlns:a="http://schemas.openxmlformats.org/drawingml/2006/main">
              <a:ext uri="{FF2B5EF4-FFF2-40B4-BE49-F238E27FC236}">
                <a16:creationId xmlns:a16="http://schemas.microsoft.com/office/drawing/2014/main" id="{C4CF164F-E43F-470B-9851-764A85A266B1}"/>
              </a:ext>
            </a:extLst>
          </p:cNvPr>
          <p:cNvSpPr>
            <a:spLocks xmlns:a="http://schemas.openxmlformats.org/drawingml/2006/main" noGrp="1"/>
          </p:cNvSpPr>
          <p:nvPr/>
        </p:nvSpPr>
        <p:spPr>
          <a:xfrm xmlns:a="http://schemas.openxmlformats.org/drawingml/2006/main">
            <a:off x="533400" y="6515100"/>
            <a:ext cx="1104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788" b="0">
                <a:solidFill>
                  <a:srgbClr val="566574"/>
                </a:solidFill>
                <a:latin typeface="Segoe UI"/>
                <a:ea typeface="Segoe UI"/>
                <a:cs typeface="Segoe UI"/>
              </a:defRPr>
            </a:defPPr>
            <a:lvl1pPr>
              <a:defRPr sz="788" b="0">
                <a:solidFill>
                  <a:srgbClr val="566574"/>
                </a:solidFill>
                <a:latin typeface="Segoe UI"/>
                <a:ea typeface="Segoe UI"/>
                <a:cs typeface="Segoe UI"/>
              </a:defRPr>
            </a:lvl1pPr>
            <a:lvl2pPr>
              <a:defRPr sz="788" b="0">
                <a:solidFill>
                  <a:srgbClr val="566574"/>
                </a:solidFill>
                <a:latin typeface="Segoe UI"/>
                <a:ea typeface="Segoe UI"/>
                <a:cs typeface="Segoe UI"/>
              </a:defRPr>
            </a:lvl2pPr>
            <a:lvl3pPr>
              <a:defRPr sz="788" b="0">
                <a:solidFill>
                  <a:srgbClr val="566574"/>
                </a:solidFill>
                <a:latin typeface="Segoe UI"/>
                <a:ea typeface="Segoe UI"/>
                <a:cs typeface="Segoe UI"/>
              </a:defRPr>
            </a:lvl3pPr>
            <a:lvl4pPr>
              <a:defRPr sz="788" b="0">
                <a:solidFill>
                  <a:srgbClr val="566574"/>
                </a:solidFill>
                <a:latin typeface="Segoe UI"/>
                <a:ea typeface="Segoe UI"/>
                <a:cs typeface="Segoe UI"/>
              </a:defRPr>
            </a:lvl4pPr>
            <a:lvl5pPr>
              <a:defRPr sz="788" b="0">
                <a:solidFill>
                  <a:srgbClr val="566574"/>
                </a:solidFill>
                <a:latin typeface="Segoe UI"/>
                <a:ea typeface="Segoe UI"/>
                <a:cs typeface="Segoe UI"/>
              </a:defRPr>
            </a:lvl5pPr>
            <a:lvl6pPr>
              <a:defRPr sz="788" b="0">
                <a:solidFill>
                  <a:srgbClr val="566574"/>
                </a:solidFill>
                <a:latin typeface="Segoe UI"/>
                <a:ea typeface="Segoe UI"/>
                <a:cs typeface="Segoe UI"/>
              </a:defRPr>
            </a:lvl6pPr>
            <a:lvl7pPr>
              <a:defRPr sz="788" b="0">
                <a:solidFill>
                  <a:srgbClr val="566574"/>
                </a:solidFill>
                <a:latin typeface="Segoe UI"/>
                <a:ea typeface="Segoe UI"/>
                <a:cs typeface="Segoe UI"/>
              </a:defRPr>
            </a:lvl7pPr>
            <a:lvl8pPr>
              <a:defRPr sz="788" b="0">
                <a:solidFill>
                  <a:srgbClr val="566574"/>
                </a:solidFill>
                <a:latin typeface="Segoe UI"/>
                <a:ea typeface="Segoe UI"/>
                <a:cs typeface="Segoe UI"/>
              </a:defRPr>
            </a:lvl8pPr>
            <a:lvl9pPr>
              <a:defRPr sz="788" b="0">
                <a:solidFill>
                  <a:srgbClr val="566574"/>
                </a:solidFill>
                <a:latin typeface="Segoe UI"/>
                <a:ea typeface="Segoe UI"/>
                <a:cs typeface="Segoe UI"/>
              </a:defRPr>
            </a:lvl9pPr>
          </a:lstStyle>
          <ns16:p xmlns:ns16="http://schemas.openxmlformats.org/drawingml/2006/main">
            <ns16:pPr>
              <ns16:defRPr sz="788" b="0">
                <ns16:solidFill>
                  <ns16:srgbClr val="566574"/>
                </ns16:solidFill>
                <ns16:latin typeface="Segoe UI"/>
                <ns16:ea typeface="Segoe UI"/>
                <ns16:cs typeface="Segoe UI"/>
              </ns16:defRPr>
            </ns16:pPr>
            <ns16:r>
              <ns16:rPr sz="788" b="0">
                <ns16:solidFill>
                  <ns16:srgbClr val="566574"/>
                </ns16:solidFill>
                <ns16:latin typeface="Segoe UI"/>
                <ns16:ea typeface="Segoe UI"/>
                <ns16:cs typeface="Segoe UI"/>
              </ns16:rPr>
              <ns16:t>Made by Matt · © Matt Roper · CC BY-NC-SA 4.0: free for classroom use, share and adapt with credit, no resale</ns16:t>
            </ns16:r>
          </ns16:p>
        </p:txBody>
      </p:sp>
      <p:sp>
        <p:nvSpPr>
          <p:cNvPr id="19" name="page-number">
            <a:extLst xmlns:a="http://schemas.openxmlformats.org/drawingml/2006/main">
              <a:ext uri="{FF2B5EF4-FFF2-40B4-BE49-F238E27FC236}">
                <a16:creationId xmlns:a16="http://schemas.microsoft.com/office/drawing/2014/main" id="{E73C554A-C72D-4384-A1BF-7D8516B6AA5F}"/>
              </a:ext>
            </a:extLst>
          </p:cNvPr>
          <p:cNvSpPr>
            <a:spLocks xmlns:a="http://schemas.openxmlformats.org/drawingml/2006/main" noGrp="1"/>
          </p:cNvSpPr>
          <p:nvPr/>
        </p:nvSpPr>
        <p:spPr>
          <a:xfrm xmlns:a="http://schemas.openxmlformats.org/drawingml/2006/main">
            <a:off x="11144250" y="62103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defRPr sz="1050" b="0">
                <a:solidFill>
                  <a:srgbClr val="566574"/>
                </a:solidFill>
                <a:latin typeface="Segoe UI"/>
                <a:ea typeface="Segoe UI"/>
                <a:cs typeface="Segoe UI"/>
              </a:defRPr>
            </a:lvl1pPr>
            <a:lvl2pPr>
              <a:defRPr sz="1050" b="0">
                <a:solidFill>
                  <a:srgbClr val="566574"/>
                </a:solidFill>
                <a:latin typeface="Segoe UI"/>
                <a:ea typeface="Segoe UI"/>
                <a:cs typeface="Segoe UI"/>
              </a:defRPr>
            </a:lvl2pPr>
            <a:lvl3pPr>
              <a:defRPr sz="1050" b="0">
                <a:solidFill>
                  <a:srgbClr val="566574"/>
                </a:solidFill>
                <a:latin typeface="Segoe UI"/>
                <a:ea typeface="Segoe UI"/>
                <a:cs typeface="Segoe UI"/>
              </a:defRPr>
            </a:lvl3pPr>
            <a:lvl4pPr>
              <a:defRPr sz="1050" b="0">
                <a:solidFill>
                  <a:srgbClr val="566574"/>
                </a:solidFill>
                <a:latin typeface="Segoe UI"/>
                <a:ea typeface="Segoe UI"/>
                <a:cs typeface="Segoe UI"/>
              </a:defRPr>
            </a:lvl4pPr>
            <a:lvl5pPr>
              <a:defRPr sz="1050" b="0">
                <a:solidFill>
                  <a:srgbClr val="566574"/>
                </a:solidFill>
                <a:latin typeface="Segoe UI"/>
                <a:ea typeface="Segoe UI"/>
                <a:cs typeface="Segoe UI"/>
              </a:defRPr>
            </a:lvl5pPr>
            <a:lvl6pPr>
              <a:defRPr sz="1050" b="0">
                <a:solidFill>
                  <a:srgbClr val="566574"/>
                </a:solidFill>
                <a:latin typeface="Segoe UI"/>
                <a:ea typeface="Segoe UI"/>
                <a:cs typeface="Segoe UI"/>
              </a:defRPr>
            </a:lvl6pPr>
            <a:lvl7pPr>
              <a:defRPr sz="1050" b="0">
                <a:solidFill>
                  <a:srgbClr val="566574"/>
                </a:solidFill>
                <a:latin typeface="Segoe UI"/>
                <a:ea typeface="Segoe UI"/>
                <a:cs typeface="Segoe UI"/>
              </a:defRPr>
            </a:lvl7pPr>
            <a:lvl8pPr>
              <a:defRPr sz="1050" b="0">
                <a:solidFill>
                  <a:srgbClr val="566574"/>
                </a:solidFill>
                <a:latin typeface="Segoe UI"/>
                <a:ea typeface="Segoe UI"/>
                <a:cs typeface="Segoe UI"/>
              </a:defRPr>
            </a:lvl8pPr>
            <a:lvl9pPr>
              <a:defRPr sz="1050" b="0">
                <a:solidFill>
                  <a:srgbClr val="566574"/>
                </a:solidFill>
                <a:latin typeface="Segoe UI"/>
                <a:ea typeface="Segoe UI"/>
                <a:cs typeface="Segoe UI"/>
              </a:defRPr>
            </a:lvl9pPr>
          </a:lstStyle>
          <ns15:p xmlns:ns15="http://schemas.openxmlformats.org/drawingml/2006/main">
            <ns15:pPr>
              <ns15:defRPr sz="1050" b="0">
                <ns15:solidFill>
                  <ns15:srgbClr val="566574"/>
                </ns15:solidFill>
                <ns15:latin typeface="Segoe UI"/>
                <ns15:ea typeface="Segoe UI"/>
                <ns15:cs typeface="Segoe UI"/>
              </ns15:defRPr>
            </ns15:pPr>
            <ns15:r>
              <ns15:rPr sz="1050" b="0">
                <ns15:solidFill>
                  <ns15:srgbClr val="566574"/>
                </ns15:solidFill>
                <ns15:latin typeface="Segoe UI"/>
                <ns15:ea typeface="Segoe UI"/>
                <ns15:cs typeface="Segoe UI"/>
              </ns15:rPr>
              <ns15:t>02</ns15:t>
            </ns15:r>
          </ns15:p>
        </p:txBody>
      </p:sp>
    </p:spTree>
    <p:extLst>
      <p:ext uri="{BB962C8B-B14F-4D97-AF65-F5344CB8AC3E}">
        <p14:creationId xmlns:p14="http://schemas.microsoft.com/office/powerpoint/2010/main" val="19196468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lesson-code">
            <a:extLst xmlns:a="http://schemas.openxmlformats.org/drawingml/2006/main">
              <a:ext uri="{FF2B5EF4-FFF2-40B4-BE49-F238E27FC236}">
                <a16:creationId xmlns:a16="http://schemas.microsoft.com/office/drawing/2014/main" id="{1669DC02-771F-4F34-A91E-536D28B6F961}"/>
              </a:ext>
            </a:extLst>
          </p:cNvPr>
          <p:cNvSpPr>
            <a:spLocks xmlns:a="http://schemas.openxmlformats.org/drawingml/2006/main" noGrp="1"/>
          </p:cNvSpPr>
          <p:nvPr/>
        </p:nvSpPr>
        <p:spPr>
          <a:xfrm xmlns:a="http://schemas.openxmlformats.org/drawingml/2006/main">
            <a:off x="533400" y="1905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defRPr sz="1200" b="0">
                <a:solidFill>
                  <a:srgbClr val="566574"/>
                </a:solidFill>
                <a:latin typeface="Segoe UI"/>
                <a:ea typeface="Segoe UI"/>
                <a:cs typeface="Segoe UI"/>
              </a:defRPr>
            </a:lvl1pPr>
            <a:lvl2pPr>
              <a:defRPr sz="1200" b="0">
                <a:solidFill>
                  <a:srgbClr val="566574"/>
                </a:solidFill>
                <a:latin typeface="Segoe UI"/>
                <a:ea typeface="Segoe UI"/>
                <a:cs typeface="Segoe UI"/>
              </a:defRPr>
            </a:lvl2pPr>
            <a:lvl3pPr>
              <a:defRPr sz="1200" b="0">
                <a:solidFill>
                  <a:srgbClr val="566574"/>
                </a:solidFill>
                <a:latin typeface="Segoe UI"/>
                <a:ea typeface="Segoe UI"/>
                <a:cs typeface="Segoe UI"/>
              </a:defRPr>
            </a:lvl3pPr>
            <a:lvl4pPr>
              <a:defRPr sz="1200" b="0">
                <a:solidFill>
                  <a:srgbClr val="566574"/>
                </a:solidFill>
                <a:latin typeface="Segoe UI"/>
                <a:ea typeface="Segoe UI"/>
                <a:cs typeface="Segoe UI"/>
              </a:defRPr>
            </a:lvl4pPr>
            <a:lvl5pPr>
              <a:defRPr sz="1200" b="0">
                <a:solidFill>
                  <a:srgbClr val="566574"/>
                </a:solidFill>
                <a:latin typeface="Segoe UI"/>
                <a:ea typeface="Segoe UI"/>
                <a:cs typeface="Segoe UI"/>
              </a:defRPr>
            </a:lvl5pPr>
            <a:lvl6pPr>
              <a:defRPr sz="1200" b="0">
                <a:solidFill>
                  <a:srgbClr val="566574"/>
                </a:solidFill>
                <a:latin typeface="Segoe UI"/>
                <a:ea typeface="Segoe UI"/>
                <a:cs typeface="Segoe UI"/>
              </a:defRPr>
            </a:lvl6pPr>
            <a:lvl7pPr>
              <a:defRPr sz="1200" b="0">
                <a:solidFill>
                  <a:srgbClr val="566574"/>
                </a:solidFill>
                <a:latin typeface="Segoe UI"/>
                <a:ea typeface="Segoe UI"/>
                <a:cs typeface="Segoe UI"/>
              </a:defRPr>
            </a:lvl7pPr>
            <a:lvl8pPr>
              <a:defRPr sz="1200" b="0">
                <a:solidFill>
                  <a:srgbClr val="566574"/>
                </a:solidFill>
                <a:latin typeface="Segoe UI"/>
                <a:ea typeface="Segoe UI"/>
                <a:cs typeface="Segoe UI"/>
              </a:defRPr>
            </a:lvl8pPr>
            <a:lvl9pPr>
              <a:defRPr sz="1200" b="0">
                <a:solidFill>
                  <a:srgbClr val="566574"/>
                </a:solidFill>
                <a:latin typeface="Segoe UI"/>
                <a:ea typeface="Segoe UI"/>
                <a:cs typeface="Segoe UI"/>
              </a:defRPr>
            </a:lvl9pPr>
          </a:lstStyle>
          <ns10:p xmlns:ns10="http://schemas.openxmlformats.org/drawingml/2006/main">
            <ns10:pPr>
              <ns10:defRPr sz="1200" b="0">
                <ns10:solidFill>
                  <ns10:srgbClr val="566574"/>
                </ns10:solidFill>
                <ns10:latin typeface="Segoe UI"/>
                <ns10:ea typeface="Segoe UI"/>
                <ns10:cs typeface="Segoe UI"/>
              </ns10:defRPr>
            </ns10:pPr>
            <ns10:r>
              <ns10:rPr sz="1200" b="0">
                <ns10:solidFill>
                  <ns10:srgbClr val="566574"/>
                </ns10:solidFill>
                <ns10:latin typeface="Segoe UI"/>
                <ns10:ea typeface="Segoe UI"/>
                <ns10:cs typeface="Segoe UI"/>
              </ns10:rPr>
              <ns10:t>COMM-GROW-A2-W04  ·  Lesson 9</ns10:t>
            </ns10:r>
          </ns10:p>
        </p:txBody>
      </p:sp>
      <p:sp>
        <p:nvSpPr>
          <p:cNvPr id="2" name="edition">
            <a:extLst xmlns:a="http://schemas.openxmlformats.org/drawingml/2006/main">
              <a:ext uri="{FF2B5EF4-FFF2-40B4-BE49-F238E27FC236}">
                <a16:creationId xmlns:a16="http://schemas.microsoft.com/office/drawing/2014/main" id="{C886C5B7-F7F6-4A61-916A-39D0BABAFD7E}"/>
              </a:ext>
            </a:extLst>
          </p:cNvPr>
          <p:cNvSpPr>
            <a:spLocks xmlns:a="http://schemas.openxmlformats.org/drawingml/2006/main" noGrp="1"/>
          </p:cNvSpPr>
          <p:nvPr/>
        </p:nvSpPr>
        <p:spPr>
          <a:xfrm xmlns:a="http://schemas.openxmlformats.org/drawingml/2006/main">
            <a:off x="7620000" y="190500"/>
            <a:ext cx="4048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defRPr sz="1050" b="0">
                <a:solidFill>
                  <a:srgbClr val="566574"/>
                </a:solidFill>
                <a:latin typeface="Segoe UI"/>
                <a:ea typeface="Segoe UI"/>
                <a:cs typeface="Segoe UI"/>
              </a:defRPr>
            </a:lvl1pPr>
            <a:lvl2pPr>
              <a:defRPr sz="1050" b="0">
                <a:solidFill>
                  <a:srgbClr val="566574"/>
                </a:solidFill>
                <a:latin typeface="Segoe UI"/>
                <a:ea typeface="Segoe UI"/>
                <a:cs typeface="Segoe UI"/>
              </a:defRPr>
            </a:lvl2pPr>
            <a:lvl3pPr>
              <a:defRPr sz="1050" b="0">
                <a:solidFill>
                  <a:srgbClr val="566574"/>
                </a:solidFill>
                <a:latin typeface="Segoe UI"/>
                <a:ea typeface="Segoe UI"/>
                <a:cs typeface="Segoe UI"/>
              </a:defRPr>
            </a:lvl3pPr>
            <a:lvl4pPr>
              <a:defRPr sz="1050" b="0">
                <a:solidFill>
                  <a:srgbClr val="566574"/>
                </a:solidFill>
                <a:latin typeface="Segoe UI"/>
                <a:ea typeface="Segoe UI"/>
                <a:cs typeface="Segoe UI"/>
              </a:defRPr>
            </a:lvl4pPr>
            <a:lvl5pPr>
              <a:defRPr sz="1050" b="0">
                <a:solidFill>
                  <a:srgbClr val="566574"/>
                </a:solidFill>
                <a:latin typeface="Segoe UI"/>
                <a:ea typeface="Segoe UI"/>
                <a:cs typeface="Segoe UI"/>
              </a:defRPr>
            </a:lvl5pPr>
            <a:lvl6pPr>
              <a:defRPr sz="1050" b="0">
                <a:solidFill>
                  <a:srgbClr val="566574"/>
                </a:solidFill>
                <a:latin typeface="Segoe UI"/>
                <a:ea typeface="Segoe UI"/>
                <a:cs typeface="Segoe UI"/>
              </a:defRPr>
            </a:lvl6pPr>
            <a:lvl7pPr>
              <a:defRPr sz="1050" b="0">
                <a:solidFill>
                  <a:srgbClr val="566574"/>
                </a:solidFill>
                <a:latin typeface="Segoe UI"/>
                <a:ea typeface="Segoe UI"/>
                <a:cs typeface="Segoe UI"/>
              </a:defRPr>
            </a:lvl7pPr>
            <a:lvl8pPr>
              <a:defRPr sz="1050" b="0">
                <a:solidFill>
                  <a:srgbClr val="566574"/>
                </a:solidFill>
                <a:latin typeface="Segoe UI"/>
                <a:ea typeface="Segoe UI"/>
                <a:cs typeface="Segoe UI"/>
              </a:defRPr>
            </a:lvl8pPr>
            <a:lvl9pPr>
              <a:defRPr sz="1050" b="0">
                <a:solidFill>
                  <a:srgbClr val="566574"/>
                </a:solidFill>
                <a:latin typeface="Segoe UI"/>
                <a:ea typeface="Segoe UI"/>
                <a:cs typeface="Segoe UI"/>
              </a:defRPr>
            </a:lvl9pPr>
          </a:lstStyle>
          <ns11:p xmlns:ns11="http://schemas.openxmlformats.org/drawingml/2006/main">
            <ns11:pPr>
              <ns11:defRPr sz="1050" b="0">
                <ns11:solidFill>
                  <ns11:srgbClr val="566574"/>
                </ns11:solidFill>
                <ns11:latin typeface="Segoe UI"/>
                <ns11:ea typeface="Segoe UI"/>
                <ns11:cs typeface="Segoe UI"/>
              </ns11:defRPr>
            </ns11:pPr>
            <ns11:r>
              <ns11:rPr sz="1050" b="0">
                <ns11:solidFill>
                  <ns11:srgbClr val="566574"/>
                </ns11:solidFill>
                <ns11:latin typeface="Segoe UI"/>
                <ns11:ea typeface="Segoe UI"/>
                <ns11:cs typeface="Segoe UI"/>
              </ns11:rPr>
              <ns11:t>Public edition</ns11:t>
            </ns11:r>
          </ns11:p>
        </p:txBody>
      </p:sp>
      <p:sp>
        <p:nvSpPr>
          <p:cNvPr id="3" name="stage-title">
            <a:extLst xmlns:a="http://schemas.openxmlformats.org/drawingml/2006/main">
              <a:ext uri="{FF2B5EF4-FFF2-40B4-BE49-F238E27FC236}">
                <a16:creationId xmlns:a16="http://schemas.microsoft.com/office/drawing/2014/main" id="{06F440CA-951A-42DF-8857-24D6304E6AA2}"/>
              </a:ext>
            </a:extLst>
          </p:cNvPr>
          <p:cNvSpPr>
            <a:spLocks xmlns:a="http://schemas.openxmlformats.org/drawingml/2006/main" noGrp="1"/>
          </p:cNvSpPr>
          <p:nvPr/>
        </p:nvSpPr>
        <p:spPr>
          <a:xfrm xmlns:a="http://schemas.openxmlformats.org/drawingml/2006/main">
            <a:off x="533400" y="590550"/>
            <a:ext cx="11029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3300" b="1">
                <a:solidFill>
                  <a:srgbClr val="345D70"/>
                </a:solidFill>
                <a:latin typeface="Segoe UI"/>
                <a:ea typeface="Segoe UI"/>
                <a:cs typeface="Segoe UI"/>
              </a:defRPr>
            </a:defPPr>
            <a:lvl1pPr>
              <a:defRPr sz="3300" b="1">
                <a:solidFill>
                  <a:srgbClr val="345D70"/>
                </a:solidFill>
                <a:latin typeface="Segoe UI"/>
                <a:ea typeface="Segoe UI"/>
                <a:cs typeface="Segoe UI"/>
              </a:defRPr>
            </a:lvl1pPr>
            <a:lvl2pPr>
              <a:defRPr sz="3300" b="1">
                <a:solidFill>
                  <a:srgbClr val="345D70"/>
                </a:solidFill>
                <a:latin typeface="Segoe UI"/>
                <a:ea typeface="Segoe UI"/>
                <a:cs typeface="Segoe UI"/>
              </a:defRPr>
            </a:lvl2pPr>
            <a:lvl3pPr>
              <a:defRPr sz="3300" b="1">
                <a:solidFill>
                  <a:srgbClr val="345D70"/>
                </a:solidFill>
                <a:latin typeface="Segoe UI"/>
                <a:ea typeface="Segoe UI"/>
                <a:cs typeface="Segoe UI"/>
              </a:defRPr>
            </a:lvl3pPr>
            <a:lvl4pPr>
              <a:defRPr sz="3300" b="1">
                <a:solidFill>
                  <a:srgbClr val="345D70"/>
                </a:solidFill>
                <a:latin typeface="Segoe UI"/>
                <a:ea typeface="Segoe UI"/>
                <a:cs typeface="Segoe UI"/>
              </a:defRPr>
            </a:lvl4pPr>
            <a:lvl5pPr>
              <a:defRPr sz="3300" b="1">
                <a:solidFill>
                  <a:srgbClr val="345D70"/>
                </a:solidFill>
                <a:latin typeface="Segoe UI"/>
                <a:ea typeface="Segoe UI"/>
                <a:cs typeface="Segoe UI"/>
              </a:defRPr>
            </a:lvl5pPr>
            <a:lvl6pPr>
              <a:defRPr sz="3300" b="1">
                <a:solidFill>
                  <a:srgbClr val="345D70"/>
                </a:solidFill>
                <a:latin typeface="Segoe UI"/>
                <a:ea typeface="Segoe UI"/>
                <a:cs typeface="Segoe UI"/>
              </a:defRPr>
            </a:lvl6pPr>
            <a:lvl7pPr>
              <a:defRPr sz="3300" b="1">
                <a:solidFill>
                  <a:srgbClr val="345D70"/>
                </a:solidFill>
                <a:latin typeface="Segoe UI"/>
                <a:ea typeface="Segoe UI"/>
                <a:cs typeface="Segoe UI"/>
              </a:defRPr>
            </a:lvl7pPr>
            <a:lvl8pPr>
              <a:defRPr sz="3300" b="1">
                <a:solidFill>
                  <a:srgbClr val="345D70"/>
                </a:solidFill>
                <a:latin typeface="Segoe UI"/>
                <a:ea typeface="Segoe UI"/>
                <a:cs typeface="Segoe UI"/>
              </a:defRPr>
            </a:lvl8pPr>
            <a:lvl9pPr>
              <a:defRPr sz="3300" b="1">
                <a:solidFill>
                  <a:srgbClr val="345D70"/>
                </a:solidFill>
                <a:latin typeface="Segoe UI"/>
                <a:ea typeface="Segoe UI"/>
                <a:cs typeface="Segoe UI"/>
              </a:defRPr>
            </a:lvl9pPr>
          </a:lstStyle>
          <ns9:p xmlns:ns9="http://schemas.openxmlformats.org/drawingml/2006/main">
            <ns9:pPr>
              <ns9:defRPr sz="3300" b="1">
                <ns9:solidFill>
                  <ns9:srgbClr val="345D70"/>
                </ns9:solidFill>
                <ns9:latin typeface="Segoe UI"/>
                <ns9:ea typeface="Segoe UI"/>
                <ns9:cs typeface="Segoe UI"/>
              </ns9:defRPr>
            </ns9:pPr>
            <ns9:r>
              <ns9:rPr sz="3300" b="1">
                <ns9:solidFill>
                  <ns9:srgbClr val="345D70"/>
                </ns9:solidFill>
                <ns9:latin typeface="Segoe UI"/>
                <ns9:ea typeface="Segoe UI"/>
                <ns9:cs typeface="Segoe UI"/>
              </ns9:rPr>
              <ns9:t>Retrieval</ns9:t>
            </ns9:r>
          </ns9:p>
        </p:txBody>
      </p:sp>
      <p:sp>
        <p:nvSpPr>
          <p:cNvPr id="4" name="pupil-body">
            <a:extLst xmlns:a="http://schemas.openxmlformats.org/drawingml/2006/main">
              <a:ext uri="{FF2B5EF4-FFF2-40B4-BE49-F238E27FC236}">
                <a16:creationId xmlns:a16="http://schemas.microsoft.com/office/drawing/2014/main" id="{6F481DA5-A03B-47C3-8A03-093C7E27C523}"/>
              </a:ext>
            </a:extLst>
          </p:cNvPr>
          <p:cNvSpPr>
            <a:spLocks xmlns:a="http://schemas.openxmlformats.org/drawingml/2006/main" noGrp="1"/>
          </p:cNvSpPr>
          <p:nvPr/>
        </p:nvSpPr>
        <p:spPr>
          <a:xfrm xmlns:a="http://schemas.openxmlformats.org/drawingml/2006/main">
            <a:off x="533400" y="1466850"/>
            <a:ext cx="11049000" cy="452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400" b="0">
                <a:solidFill>
                  <a:srgbClr val="192E3B"/>
                </a:solidFill>
                <a:latin typeface="Segoe UI"/>
                <a:ea typeface="Segoe UI"/>
                <a:cs typeface="Segoe UI"/>
              </a:defRPr>
            </a:defPPr>
            <a:lvl1pPr>
              <a:defRPr sz="2400" b="0">
                <a:solidFill>
                  <a:srgbClr val="192E3B"/>
                </a:solidFill>
                <a:latin typeface="Segoe UI"/>
                <a:ea typeface="Segoe UI"/>
                <a:cs typeface="Segoe UI"/>
              </a:defRPr>
            </a:lvl1pPr>
            <a:lvl2pPr>
              <a:defRPr sz="2400" b="0">
                <a:solidFill>
                  <a:srgbClr val="192E3B"/>
                </a:solidFill>
                <a:latin typeface="Segoe UI"/>
                <a:ea typeface="Segoe UI"/>
                <a:cs typeface="Segoe UI"/>
              </a:defRPr>
            </a:lvl2pPr>
            <a:lvl3pPr>
              <a:defRPr sz="2400" b="0">
                <a:solidFill>
                  <a:srgbClr val="192E3B"/>
                </a:solidFill>
                <a:latin typeface="Segoe UI"/>
                <a:ea typeface="Segoe UI"/>
                <a:cs typeface="Segoe UI"/>
              </a:defRPr>
            </a:lvl3pPr>
            <a:lvl4pPr>
              <a:defRPr sz="2400" b="0">
                <a:solidFill>
                  <a:srgbClr val="192E3B"/>
                </a:solidFill>
                <a:latin typeface="Segoe UI"/>
                <a:ea typeface="Segoe UI"/>
                <a:cs typeface="Segoe UI"/>
              </a:defRPr>
            </a:lvl4pPr>
            <a:lvl5pPr>
              <a:defRPr sz="2400" b="0">
                <a:solidFill>
                  <a:srgbClr val="192E3B"/>
                </a:solidFill>
                <a:latin typeface="Segoe UI"/>
                <a:ea typeface="Segoe UI"/>
                <a:cs typeface="Segoe UI"/>
              </a:defRPr>
            </a:lvl5pPr>
            <a:lvl6pPr>
              <a:defRPr sz="2400" b="0">
                <a:solidFill>
                  <a:srgbClr val="192E3B"/>
                </a:solidFill>
                <a:latin typeface="Segoe UI"/>
                <a:ea typeface="Segoe UI"/>
                <a:cs typeface="Segoe UI"/>
              </a:defRPr>
            </a:lvl6pPr>
            <a:lvl7pPr>
              <a:defRPr sz="2400" b="0">
                <a:solidFill>
                  <a:srgbClr val="192E3B"/>
                </a:solidFill>
                <a:latin typeface="Segoe UI"/>
                <a:ea typeface="Segoe UI"/>
                <a:cs typeface="Segoe UI"/>
              </a:defRPr>
            </a:lvl7pPr>
            <a:lvl8pPr>
              <a:defRPr sz="2400" b="0">
                <a:solidFill>
                  <a:srgbClr val="192E3B"/>
                </a:solidFill>
                <a:latin typeface="Segoe UI"/>
                <a:ea typeface="Segoe UI"/>
                <a:cs typeface="Segoe UI"/>
              </a:defRPr>
            </a:lvl8pPr>
            <a:lvl9pPr>
              <a:defRPr sz="2400" b="0">
                <a:solidFill>
                  <a:srgbClr val="192E3B"/>
                </a:solidFill>
                <a:latin typeface="Segoe UI"/>
                <a:ea typeface="Segoe UI"/>
                <a:cs typeface="Segoe UI"/>
              </a:defRPr>
            </a:lvl9pPr>
          </a:lstStyle>
          <ns0:p xmlns:ns0="http://schemas.openxmlformats.org/drawingml/2006/main">
            <ns0:pPr>
              <ns0:defRPr sz="2400" b="0">
                <ns0:solidFill>
                  <ns0:srgbClr val="192E3B"/>
                </ns0:solidFill>
                <ns0:latin typeface="Segoe UI"/>
                <ns0:ea typeface="Segoe UI"/>
                <ns0:cs typeface="Segoe UI"/>
              </ns0:defRPr>
            </ns0:pPr>
            <ns0:r>
              <ns0:rPr sz="2400" b="0">
                <ns0:solidFill>
                  <ns0:srgbClr val="192E3B"/>
                </ns0:solidFill>
                <ns0:latin typeface="Segoe UI"/>
                <ns0:ea typeface="Segoe UI"/>
                <ns0:cs typeface="Segoe UI"/>
              </ns0:rPr>
              <ns0:t>Show one part we have already made.</ns0:t>
            </ns0:r>
          </ns0:p>
          <ns1:p xmlns:ns1="http://schemas.openxmlformats.org/drawingml/2006/main">
            <ns1:pPr>
              <ns1:defRPr sz="2400" b="0">
                <ns1:solidFill>
                  <ns1:srgbClr val="192E3B"/>
                </ns1:solidFill>
                <ns1:latin typeface="Segoe UI"/>
                <ns1:ea typeface="Segoe UI"/>
                <ns1:cs typeface="Segoe UI"/>
              </ns1:defRPr>
            </ns1:pPr>
            <ns1:r>
              <ns1:rPr sz="2400" b="0">
                <ns1:solidFill>
                  <ns1:srgbClr val="192E3B"/>
                </ns1:solidFill>
                <ns1:latin typeface="Segoe UI"/>
                <ns1:ea typeface="Segoe UI"/>
                <ns1:cs typeface="Segoe UI"/>
              </ns1:rPr>
              <ns1:t/>
            </ns1:r>
          </ns1:p>
          <ns2:p xmlns:ns2="http://schemas.openxmlformats.org/drawingml/2006/main">
            <ns2:pPr>
              <ns2:defRPr sz="2400" b="0">
                <ns2:solidFill>
                  <ns2:srgbClr val="192E3B"/>
                </ns2:solidFill>
                <ns2:latin typeface="Segoe UI"/>
                <ns2:ea typeface="Segoe UI"/>
                <ns2:cs typeface="Segoe UI"/>
              </ns2:defRPr>
            </ns2:pPr>
            <ns2:r>
              <ns2:rPr sz="2400" b="0">
                <ns2:solidFill>
                  <ns2:srgbClr val="192E3B"/>
                </ns2:solidFill>
                <ns2:latin typeface="Segoe UI"/>
                <ns2:ea typeface="Segoe UI"/>
                <ns2:cs typeface="Segoe UI"/>
              </ns2:rPr>
              <ns2:t>What needs a final check?</ns2:t>
            </ns2:r>
          </ns2:p>
          <ns3:p xmlns:ns3="http://schemas.openxmlformats.org/drawingml/2006/main">
            <ns3:pPr>
              <ns3:defRPr sz="2400" b="0">
                <ns3:solidFill>
                  <ns3:srgbClr val="192E3B"/>
                </ns3:solidFill>
                <ns3:latin typeface="Segoe UI"/>
                <ns3:ea typeface="Segoe UI"/>
                <ns3:cs typeface="Segoe UI"/>
              </ns3:defRPr>
            </ns3:pPr>
            <ns3:r>
              <ns3:rPr sz="2400" b="0">
                <ns3:solidFill>
                  <ns3:srgbClr val="192E3B"/>
                </ns3:solidFill>
                <ns3:latin typeface="Segoe UI"/>
                <ns3:ea typeface="Segoe UI"/>
                <ns3:cs typeface="Segoe UI"/>
              </ns3:rPr>
              <ns3:t/>
            </ns3:r>
          </ns3:p>
          <ns4:p xmlns:ns4="http://schemas.openxmlformats.org/drawingml/2006/main">
            <ns4:pPr>
              <ns4:defRPr sz="2400" b="0">
                <ns4:solidFill>
                  <ns4:srgbClr val="192E3B"/>
                </ns4:solidFill>
                <ns4:latin typeface="Segoe UI"/>
                <ns4:ea typeface="Segoe UI"/>
                <ns4:cs typeface="Segoe UI"/>
              </ns4:defRPr>
            </ns4:pPr>
            <ns4:r>
              <ns4:rPr sz="2400" b="0">
                <ns4:solidFill>
                  <ns4:srgbClr val="192E3B"/>
                </ns4:solidFill>
                <ns4:latin typeface="Segoe UI"/>
                <ns4:ea typeface="Segoe UI"/>
                <ns4:cs typeface="Segoe UI"/>
              </ns4:rPr>
              <ns4:t>Today: finish and check one job.</ns4:t>
            </ns4:r>
          </ns4:p>
          <ns5:p xmlns:ns5="http://schemas.openxmlformats.org/drawingml/2006/main">
            <ns5:pPr>
              <ns5:defRPr sz="2400" b="0">
                <ns5:solidFill>
                  <ns5:srgbClr val="192E3B"/>
                </ns5:solidFill>
                <ns5:latin typeface="Segoe UI"/>
                <ns5:ea typeface="Segoe UI"/>
                <ns5:cs typeface="Segoe UI"/>
              </ns5:defRPr>
            </ns5:pPr>
            <ns5:r>
              <ns5:rPr sz="2400" b="0">
                <ns5:solidFill>
                  <ns5:srgbClr val="192E3B"/>
                </ns5:solidFill>
                <ns5:latin typeface="Segoe UI"/>
                <ns5:ea typeface="Segoe UI"/>
                <ns5:cs typeface="Segoe UI"/>
              </ns5:rPr>
              <ns5:t/>
            </ns5:r>
          </ns5:p>
          <ns6:p xmlns:ns6="http://schemas.openxmlformats.org/drawingml/2006/main">
            <ns6:pPr>
              <ns6:defRPr sz="2400" b="0">
                <ns6:solidFill>
                  <ns6:srgbClr val="192E3B"/>
                </ns6:solidFill>
                <ns6:latin typeface="Segoe UI"/>
                <ns6:ea typeface="Segoe UI"/>
                <ns6:cs typeface="Segoe UI"/>
              </ns6:defRPr>
            </ns6:pPr>
            <ns6:r>
              <ns6:rPr sz="2400" b="0">
                <ns6:solidFill>
                  <ns6:srgbClr val="192E3B"/>
                </ns6:solidFill>
                <ns6:latin typeface="Segoe UI"/>
                <ns6:ea typeface="Segoe UI"/>
                <ns6:cs typeface="Segoe UI"/>
              </ns6:rPr>
              <ns6:t>Next Thursday P5: make, box and count.</ns6:t>
            </ns6:r>
          </ns6:p>
          <ns7:p xmlns:ns7="http://schemas.openxmlformats.org/drawingml/2006/main">
            <ns7:pPr>
              <ns7:defRPr sz="2400" b="0">
                <ns7:solidFill>
                  <ns7:srgbClr val="192E3B"/>
                </ns7:solidFill>
                <ns7:latin typeface="Segoe UI"/>
                <ns7:ea typeface="Segoe UI"/>
                <ns7:cs typeface="Segoe UI"/>
              </ns7:defRPr>
            </ns7:pPr>
            <ns7:r>
              <ns7:rPr sz="2400" b="0">
                <ns7:solidFill>
                  <ns7:srgbClr val="192E3B"/>
                </ns7:solidFill>
                <ns7:latin typeface="Segoe UI"/>
                <ns7:ea typeface="Segoe UI"/>
                <ns7:cs typeface="Segoe UI"/>
              </ns7:rPr>
              <ns7:t/>
            </ns7:r>
          </ns7:p>
          <ns8:p xmlns:ns8="http://schemas.openxmlformats.org/drawingml/2006/main">
            <ns8:pPr>
              <ns8:defRPr sz="2400" b="0">
                <ns8:solidFill>
                  <ns8:srgbClr val="192E3B"/>
                </ns8:solidFill>
                <ns8:latin typeface="Segoe UI"/>
                <ns8:ea typeface="Segoe UI"/>
                <ns8:cs typeface="Segoe UI"/>
              </ns8:defRPr>
            </ns8:pPr>
            <ns8:r>
              <ns8:rPr sz="2400" b="0">
                <ns8:solidFill>
                  <ns8:srgbClr val="192E3B"/>
                </ns8:solidFill>
                <ns8:latin typeface="Segoe UI"/>
                <ns8:ea typeface="Segoe UI"/>
                <ns8:cs typeface="Segoe UI"/>
              </ns8:rPr>
              <ns8:t>Next Thursday P6: staff sale.</ns8:t>
            </ns8:r>
          </ns8:p>
        </p:txBody>
      </p:sp>
      <p:sp>
        <p:nvSpPr>
          <p:cNvPr id="5" name="credit">
            <a:extLst xmlns:a="http://schemas.openxmlformats.org/drawingml/2006/main">
              <a:ext uri="{FF2B5EF4-FFF2-40B4-BE49-F238E27FC236}">
                <a16:creationId xmlns:a16="http://schemas.microsoft.com/office/drawing/2014/main" id="{9D4A936B-D68C-4A8F-AB55-CB5E62932845}"/>
              </a:ext>
            </a:extLst>
          </p:cNvPr>
          <p:cNvSpPr>
            <a:spLocks xmlns:a="http://schemas.openxmlformats.org/drawingml/2006/main" noGrp="1"/>
          </p:cNvSpPr>
          <p:nvPr/>
        </p:nvSpPr>
        <p:spPr>
          <a:xfrm xmlns:a="http://schemas.openxmlformats.org/drawingml/2006/main">
            <a:off x="533400" y="6515100"/>
            <a:ext cx="1104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788" b="0">
                <a:solidFill>
                  <a:srgbClr val="566574"/>
                </a:solidFill>
                <a:latin typeface="Segoe UI"/>
                <a:ea typeface="Segoe UI"/>
                <a:cs typeface="Segoe UI"/>
              </a:defRPr>
            </a:defPPr>
            <a:lvl1pPr>
              <a:defRPr sz="788" b="0">
                <a:solidFill>
                  <a:srgbClr val="566574"/>
                </a:solidFill>
                <a:latin typeface="Segoe UI"/>
                <a:ea typeface="Segoe UI"/>
                <a:cs typeface="Segoe UI"/>
              </a:defRPr>
            </a:lvl1pPr>
            <a:lvl2pPr>
              <a:defRPr sz="788" b="0">
                <a:solidFill>
                  <a:srgbClr val="566574"/>
                </a:solidFill>
                <a:latin typeface="Segoe UI"/>
                <a:ea typeface="Segoe UI"/>
                <a:cs typeface="Segoe UI"/>
              </a:defRPr>
            </a:lvl2pPr>
            <a:lvl3pPr>
              <a:defRPr sz="788" b="0">
                <a:solidFill>
                  <a:srgbClr val="566574"/>
                </a:solidFill>
                <a:latin typeface="Segoe UI"/>
                <a:ea typeface="Segoe UI"/>
                <a:cs typeface="Segoe UI"/>
              </a:defRPr>
            </a:lvl3pPr>
            <a:lvl4pPr>
              <a:defRPr sz="788" b="0">
                <a:solidFill>
                  <a:srgbClr val="566574"/>
                </a:solidFill>
                <a:latin typeface="Segoe UI"/>
                <a:ea typeface="Segoe UI"/>
                <a:cs typeface="Segoe UI"/>
              </a:defRPr>
            </a:lvl4pPr>
            <a:lvl5pPr>
              <a:defRPr sz="788" b="0">
                <a:solidFill>
                  <a:srgbClr val="566574"/>
                </a:solidFill>
                <a:latin typeface="Segoe UI"/>
                <a:ea typeface="Segoe UI"/>
                <a:cs typeface="Segoe UI"/>
              </a:defRPr>
            </a:lvl5pPr>
            <a:lvl6pPr>
              <a:defRPr sz="788" b="0">
                <a:solidFill>
                  <a:srgbClr val="566574"/>
                </a:solidFill>
                <a:latin typeface="Segoe UI"/>
                <a:ea typeface="Segoe UI"/>
                <a:cs typeface="Segoe UI"/>
              </a:defRPr>
            </a:lvl6pPr>
            <a:lvl7pPr>
              <a:defRPr sz="788" b="0">
                <a:solidFill>
                  <a:srgbClr val="566574"/>
                </a:solidFill>
                <a:latin typeface="Segoe UI"/>
                <a:ea typeface="Segoe UI"/>
                <a:cs typeface="Segoe UI"/>
              </a:defRPr>
            </a:lvl7pPr>
            <a:lvl8pPr>
              <a:defRPr sz="788" b="0">
                <a:solidFill>
                  <a:srgbClr val="566574"/>
                </a:solidFill>
                <a:latin typeface="Segoe UI"/>
                <a:ea typeface="Segoe UI"/>
                <a:cs typeface="Segoe UI"/>
              </a:defRPr>
            </a:lvl8pPr>
            <a:lvl9pPr>
              <a:defRPr sz="788" b="0">
                <a:solidFill>
                  <a:srgbClr val="566574"/>
                </a:solidFill>
                <a:latin typeface="Segoe UI"/>
                <a:ea typeface="Segoe UI"/>
                <a:cs typeface="Segoe UI"/>
              </a:defRPr>
            </a:lvl9pPr>
          </a:lstStyle>
          <ns13:p xmlns:ns13="http://schemas.openxmlformats.org/drawingml/2006/main">
            <ns13:pPr>
              <ns13:defRPr sz="788" b="0">
                <ns13:solidFill>
                  <ns13:srgbClr val="566574"/>
                </ns13:solidFill>
                <ns13:latin typeface="Segoe UI"/>
                <ns13:ea typeface="Segoe UI"/>
                <ns13:cs typeface="Segoe UI"/>
              </ns13:defRPr>
            </ns13:pPr>
            <ns13:r>
              <ns13:rPr sz="788" b="0">
                <ns13:solidFill>
                  <ns13:srgbClr val="566574"/>
                </ns13:solidFill>
                <ns13:latin typeface="Segoe UI"/>
                <ns13:ea typeface="Segoe UI"/>
                <ns13:cs typeface="Segoe UI"/>
              </ns13:rPr>
              <ns13:t>Made by Matt · © Matt Roper · CC BY-NC-SA 4.0: free for classroom use, share and adapt with credit, no resale</ns13:t>
            </ns13:r>
          </ns13:p>
        </p:txBody>
      </p:sp>
      <p:sp>
        <p:nvSpPr>
          <p:cNvPr id="6" name="page-number">
            <a:extLst xmlns:a="http://schemas.openxmlformats.org/drawingml/2006/main">
              <a:ext uri="{FF2B5EF4-FFF2-40B4-BE49-F238E27FC236}">
                <a16:creationId xmlns:a16="http://schemas.microsoft.com/office/drawing/2014/main" id="{7E59A0B6-8CA4-4846-B97F-B3326C2C53A2}"/>
              </a:ext>
            </a:extLst>
          </p:cNvPr>
          <p:cNvSpPr>
            <a:spLocks xmlns:a="http://schemas.openxmlformats.org/drawingml/2006/main" noGrp="1"/>
          </p:cNvSpPr>
          <p:nvPr/>
        </p:nvSpPr>
        <p:spPr>
          <a:xfrm xmlns:a="http://schemas.openxmlformats.org/drawingml/2006/main">
            <a:off x="11144250" y="62103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defRPr sz="1050" b="0">
                <a:solidFill>
                  <a:srgbClr val="566574"/>
                </a:solidFill>
                <a:latin typeface="Segoe UI"/>
                <a:ea typeface="Segoe UI"/>
                <a:cs typeface="Segoe UI"/>
              </a:defRPr>
            </a:lvl1pPr>
            <a:lvl2pPr>
              <a:defRPr sz="1050" b="0">
                <a:solidFill>
                  <a:srgbClr val="566574"/>
                </a:solidFill>
                <a:latin typeface="Segoe UI"/>
                <a:ea typeface="Segoe UI"/>
                <a:cs typeface="Segoe UI"/>
              </a:defRPr>
            </a:lvl2pPr>
            <a:lvl3pPr>
              <a:defRPr sz="1050" b="0">
                <a:solidFill>
                  <a:srgbClr val="566574"/>
                </a:solidFill>
                <a:latin typeface="Segoe UI"/>
                <a:ea typeface="Segoe UI"/>
                <a:cs typeface="Segoe UI"/>
              </a:defRPr>
            </a:lvl3pPr>
            <a:lvl4pPr>
              <a:defRPr sz="1050" b="0">
                <a:solidFill>
                  <a:srgbClr val="566574"/>
                </a:solidFill>
                <a:latin typeface="Segoe UI"/>
                <a:ea typeface="Segoe UI"/>
                <a:cs typeface="Segoe UI"/>
              </a:defRPr>
            </a:lvl4pPr>
            <a:lvl5pPr>
              <a:defRPr sz="1050" b="0">
                <a:solidFill>
                  <a:srgbClr val="566574"/>
                </a:solidFill>
                <a:latin typeface="Segoe UI"/>
                <a:ea typeface="Segoe UI"/>
                <a:cs typeface="Segoe UI"/>
              </a:defRPr>
            </a:lvl5pPr>
            <a:lvl6pPr>
              <a:defRPr sz="1050" b="0">
                <a:solidFill>
                  <a:srgbClr val="566574"/>
                </a:solidFill>
                <a:latin typeface="Segoe UI"/>
                <a:ea typeface="Segoe UI"/>
                <a:cs typeface="Segoe UI"/>
              </a:defRPr>
            </a:lvl6pPr>
            <a:lvl7pPr>
              <a:defRPr sz="1050" b="0">
                <a:solidFill>
                  <a:srgbClr val="566574"/>
                </a:solidFill>
                <a:latin typeface="Segoe UI"/>
                <a:ea typeface="Segoe UI"/>
                <a:cs typeface="Segoe UI"/>
              </a:defRPr>
            </a:lvl7pPr>
            <a:lvl8pPr>
              <a:defRPr sz="1050" b="0">
                <a:solidFill>
                  <a:srgbClr val="566574"/>
                </a:solidFill>
                <a:latin typeface="Segoe UI"/>
                <a:ea typeface="Segoe UI"/>
                <a:cs typeface="Segoe UI"/>
              </a:defRPr>
            </a:lvl8pPr>
            <a:lvl9pPr>
              <a:defRPr sz="1050" b="0">
                <a:solidFill>
                  <a:srgbClr val="566574"/>
                </a:solidFill>
                <a:latin typeface="Segoe UI"/>
                <a:ea typeface="Segoe UI"/>
                <a:cs typeface="Segoe UI"/>
              </a:defRPr>
            </a:lvl9pPr>
          </a:lstStyle>
          <ns12:p xmlns:ns12="http://schemas.openxmlformats.org/drawingml/2006/main">
            <ns12:pPr>
              <ns12:defRPr sz="1050" b="0">
                <ns12:solidFill>
                  <ns12:srgbClr val="566574"/>
                </ns12:solidFill>
                <ns12:latin typeface="Segoe UI"/>
                <ns12:ea typeface="Segoe UI"/>
                <ns12:cs typeface="Segoe UI"/>
              </ns12:defRPr>
            </ns12:pPr>
            <ns12:r>
              <ns12:rPr sz="1050" b="0">
                <ns12:solidFill>
                  <ns12:srgbClr val="566574"/>
                </ns12:solidFill>
                <ns12:latin typeface="Segoe UI"/>
                <ns12:ea typeface="Segoe UI"/>
                <ns12:cs typeface="Segoe UI"/>
              </ns12:rPr>
              <ns12:t>03</ns12:t>
            </ns12:r>
          </ns12:p>
        </p:txBody>
      </p:sp>
    </p:spTree>
    <p:extLst>
      <p:ext uri="{BB962C8B-B14F-4D97-AF65-F5344CB8AC3E}">
        <p14:creationId xmlns:p14="http://schemas.microsoft.com/office/powerpoint/2010/main" val="45562984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lesson-code">
            <a:extLst xmlns:a="http://schemas.openxmlformats.org/drawingml/2006/main">
              <a:ext uri="{FF2B5EF4-FFF2-40B4-BE49-F238E27FC236}">
                <a16:creationId xmlns:a16="http://schemas.microsoft.com/office/drawing/2014/main" id="{298DB20D-35BB-4135-A6D9-E5BDC237931F}"/>
              </a:ext>
            </a:extLst>
          </p:cNvPr>
          <p:cNvSpPr>
            <a:spLocks xmlns:a="http://schemas.openxmlformats.org/drawingml/2006/main" noGrp="1"/>
          </p:cNvSpPr>
          <p:nvPr/>
        </p:nvSpPr>
        <p:spPr>
          <a:xfrm xmlns:a="http://schemas.openxmlformats.org/drawingml/2006/main">
            <a:off x="533400" y="1905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defRPr sz="1200" b="0">
                <a:solidFill>
                  <a:srgbClr val="566574"/>
                </a:solidFill>
                <a:latin typeface="Segoe UI"/>
                <a:ea typeface="Segoe UI"/>
                <a:cs typeface="Segoe UI"/>
              </a:defRPr>
            </a:lvl1pPr>
            <a:lvl2pPr>
              <a:defRPr sz="1200" b="0">
                <a:solidFill>
                  <a:srgbClr val="566574"/>
                </a:solidFill>
                <a:latin typeface="Segoe UI"/>
                <a:ea typeface="Segoe UI"/>
                <a:cs typeface="Segoe UI"/>
              </a:defRPr>
            </a:lvl2pPr>
            <a:lvl3pPr>
              <a:defRPr sz="1200" b="0">
                <a:solidFill>
                  <a:srgbClr val="566574"/>
                </a:solidFill>
                <a:latin typeface="Segoe UI"/>
                <a:ea typeface="Segoe UI"/>
                <a:cs typeface="Segoe UI"/>
              </a:defRPr>
            </a:lvl3pPr>
            <a:lvl4pPr>
              <a:defRPr sz="1200" b="0">
                <a:solidFill>
                  <a:srgbClr val="566574"/>
                </a:solidFill>
                <a:latin typeface="Segoe UI"/>
                <a:ea typeface="Segoe UI"/>
                <a:cs typeface="Segoe UI"/>
              </a:defRPr>
            </a:lvl4pPr>
            <a:lvl5pPr>
              <a:defRPr sz="1200" b="0">
                <a:solidFill>
                  <a:srgbClr val="566574"/>
                </a:solidFill>
                <a:latin typeface="Segoe UI"/>
                <a:ea typeface="Segoe UI"/>
                <a:cs typeface="Segoe UI"/>
              </a:defRPr>
            </a:lvl5pPr>
            <a:lvl6pPr>
              <a:defRPr sz="1200" b="0">
                <a:solidFill>
                  <a:srgbClr val="566574"/>
                </a:solidFill>
                <a:latin typeface="Segoe UI"/>
                <a:ea typeface="Segoe UI"/>
                <a:cs typeface="Segoe UI"/>
              </a:defRPr>
            </a:lvl6pPr>
            <a:lvl7pPr>
              <a:defRPr sz="1200" b="0">
                <a:solidFill>
                  <a:srgbClr val="566574"/>
                </a:solidFill>
                <a:latin typeface="Segoe UI"/>
                <a:ea typeface="Segoe UI"/>
                <a:cs typeface="Segoe UI"/>
              </a:defRPr>
            </a:lvl7pPr>
            <a:lvl8pPr>
              <a:defRPr sz="1200" b="0">
                <a:solidFill>
                  <a:srgbClr val="566574"/>
                </a:solidFill>
                <a:latin typeface="Segoe UI"/>
                <a:ea typeface="Segoe UI"/>
                <a:cs typeface="Segoe UI"/>
              </a:defRPr>
            </a:lvl8pPr>
            <a:lvl9pPr>
              <a:defRPr sz="1200" b="0">
                <a:solidFill>
                  <a:srgbClr val="566574"/>
                </a:solidFill>
                <a:latin typeface="Segoe UI"/>
                <a:ea typeface="Segoe UI"/>
                <a:cs typeface="Segoe UI"/>
              </a:defRPr>
            </a:lvl9pPr>
          </a:lstStyle>
          <ns12:p xmlns:ns12="http://schemas.openxmlformats.org/drawingml/2006/main">
            <ns12:pPr>
              <ns12:defRPr sz="1200" b="0">
                <ns12:solidFill>
                  <ns12:srgbClr val="566574"/>
                </ns12:solidFill>
                <ns12:latin typeface="Segoe UI"/>
                <ns12:ea typeface="Segoe UI"/>
                <ns12:cs typeface="Segoe UI"/>
              </ns12:defRPr>
            </ns12:pPr>
            <ns12:r>
              <ns12:rPr sz="1200" b="0">
                <ns12:solidFill>
                  <ns12:srgbClr val="566574"/>
                </ns12:solidFill>
                <ns12:latin typeface="Segoe UI"/>
                <ns12:ea typeface="Segoe UI"/>
                <ns12:cs typeface="Segoe UI"/>
              </ns12:rPr>
              <ns12:t>COMM-GROW-A2-W04  ·  Lesson 9</ns12:t>
            </ns12:r>
          </ns12:p>
        </p:txBody>
      </p:sp>
      <p:sp>
        <p:nvSpPr>
          <p:cNvPr id="2" name="edition">
            <a:extLst xmlns:a="http://schemas.openxmlformats.org/drawingml/2006/main">
              <a:ext uri="{FF2B5EF4-FFF2-40B4-BE49-F238E27FC236}">
                <a16:creationId xmlns:a16="http://schemas.microsoft.com/office/drawing/2014/main" id="{67595B15-DB1F-450E-A631-FDA2C9E31E3E}"/>
              </a:ext>
            </a:extLst>
          </p:cNvPr>
          <p:cNvSpPr>
            <a:spLocks xmlns:a="http://schemas.openxmlformats.org/drawingml/2006/main" noGrp="1"/>
          </p:cNvSpPr>
          <p:nvPr/>
        </p:nvSpPr>
        <p:spPr>
          <a:xfrm xmlns:a="http://schemas.openxmlformats.org/drawingml/2006/main">
            <a:off x="7620000" y="190500"/>
            <a:ext cx="4048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defRPr sz="1050" b="0">
                <a:solidFill>
                  <a:srgbClr val="566574"/>
                </a:solidFill>
                <a:latin typeface="Segoe UI"/>
                <a:ea typeface="Segoe UI"/>
                <a:cs typeface="Segoe UI"/>
              </a:defRPr>
            </a:lvl1pPr>
            <a:lvl2pPr>
              <a:defRPr sz="1050" b="0">
                <a:solidFill>
                  <a:srgbClr val="566574"/>
                </a:solidFill>
                <a:latin typeface="Segoe UI"/>
                <a:ea typeface="Segoe UI"/>
                <a:cs typeface="Segoe UI"/>
              </a:defRPr>
            </a:lvl2pPr>
            <a:lvl3pPr>
              <a:defRPr sz="1050" b="0">
                <a:solidFill>
                  <a:srgbClr val="566574"/>
                </a:solidFill>
                <a:latin typeface="Segoe UI"/>
                <a:ea typeface="Segoe UI"/>
                <a:cs typeface="Segoe UI"/>
              </a:defRPr>
            </a:lvl3pPr>
            <a:lvl4pPr>
              <a:defRPr sz="1050" b="0">
                <a:solidFill>
                  <a:srgbClr val="566574"/>
                </a:solidFill>
                <a:latin typeface="Segoe UI"/>
                <a:ea typeface="Segoe UI"/>
                <a:cs typeface="Segoe UI"/>
              </a:defRPr>
            </a:lvl4pPr>
            <a:lvl5pPr>
              <a:defRPr sz="1050" b="0">
                <a:solidFill>
                  <a:srgbClr val="566574"/>
                </a:solidFill>
                <a:latin typeface="Segoe UI"/>
                <a:ea typeface="Segoe UI"/>
                <a:cs typeface="Segoe UI"/>
              </a:defRPr>
            </a:lvl5pPr>
            <a:lvl6pPr>
              <a:defRPr sz="1050" b="0">
                <a:solidFill>
                  <a:srgbClr val="566574"/>
                </a:solidFill>
                <a:latin typeface="Segoe UI"/>
                <a:ea typeface="Segoe UI"/>
                <a:cs typeface="Segoe UI"/>
              </a:defRPr>
            </a:lvl6pPr>
            <a:lvl7pPr>
              <a:defRPr sz="1050" b="0">
                <a:solidFill>
                  <a:srgbClr val="566574"/>
                </a:solidFill>
                <a:latin typeface="Segoe UI"/>
                <a:ea typeface="Segoe UI"/>
                <a:cs typeface="Segoe UI"/>
              </a:defRPr>
            </a:lvl7pPr>
            <a:lvl8pPr>
              <a:defRPr sz="1050" b="0">
                <a:solidFill>
                  <a:srgbClr val="566574"/>
                </a:solidFill>
                <a:latin typeface="Segoe UI"/>
                <a:ea typeface="Segoe UI"/>
                <a:cs typeface="Segoe UI"/>
              </a:defRPr>
            </a:lvl8pPr>
            <a:lvl9pPr>
              <a:defRPr sz="1050" b="0">
                <a:solidFill>
                  <a:srgbClr val="566574"/>
                </a:solidFill>
                <a:latin typeface="Segoe UI"/>
                <a:ea typeface="Segoe UI"/>
                <a:cs typeface="Segoe UI"/>
              </a:defRPr>
            </a:lvl9pPr>
          </a:lstStyle>
          <ns13:p xmlns:ns13="http://schemas.openxmlformats.org/drawingml/2006/main">
            <ns13:pPr>
              <ns13:defRPr sz="1050" b="0">
                <ns13:solidFill>
                  <ns13:srgbClr val="566574"/>
                </ns13:solidFill>
                <ns13:latin typeface="Segoe UI"/>
                <ns13:ea typeface="Segoe UI"/>
                <ns13:cs typeface="Segoe UI"/>
              </ns13:defRPr>
            </ns13:pPr>
            <ns13:r>
              <ns13:rPr sz="1050" b="0">
                <ns13:solidFill>
                  <ns13:srgbClr val="566574"/>
                </ns13:solidFill>
                <ns13:latin typeface="Segoe UI"/>
                <ns13:ea typeface="Segoe UI"/>
                <ns13:cs typeface="Segoe UI"/>
              </ns13:rPr>
              <ns13:t>Public edition</ns13:t>
            </ns13:r>
          </ns13:p>
        </p:txBody>
      </p:sp>
      <p:sp>
        <p:nvSpPr>
          <p:cNvPr id="3" name="stage-title">
            <a:extLst xmlns:a="http://schemas.openxmlformats.org/drawingml/2006/main">
              <a:ext uri="{FF2B5EF4-FFF2-40B4-BE49-F238E27FC236}">
                <a16:creationId xmlns:a16="http://schemas.microsoft.com/office/drawing/2014/main" id="{AFDCB2D3-6D2C-4FBE-A631-D18A50612295}"/>
              </a:ext>
            </a:extLst>
          </p:cNvPr>
          <p:cNvSpPr>
            <a:spLocks xmlns:a="http://schemas.openxmlformats.org/drawingml/2006/main" noGrp="1"/>
          </p:cNvSpPr>
          <p:nvPr/>
        </p:nvSpPr>
        <p:spPr>
          <a:xfrm xmlns:a="http://schemas.openxmlformats.org/drawingml/2006/main">
            <a:off x="533400" y="590550"/>
            <a:ext cx="11029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3300" b="1">
                <a:solidFill>
                  <a:srgbClr val="345D70"/>
                </a:solidFill>
                <a:latin typeface="Segoe UI"/>
                <a:ea typeface="Segoe UI"/>
                <a:cs typeface="Segoe UI"/>
              </a:defRPr>
            </a:defPPr>
            <a:lvl1pPr>
              <a:defRPr sz="3300" b="1">
                <a:solidFill>
                  <a:srgbClr val="345D70"/>
                </a:solidFill>
                <a:latin typeface="Segoe UI"/>
                <a:ea typeface="Segoe UI"/>
                <a:cs typeface="Segoe UI"/>
              </a:defRPr>
            </a:lvl1pPr>
            <a:lvl2pPr>
              <a:defRPr sz="3300" b="1">
                <a:solidFill>
                  <a:srgbClr val="345D70"/>
                </a:solidFill>
                <a:latin typeface="Segoe UI"/>
                <a:ea typeface="Segoe UI"/>
                <a:cs typeface="Segoe UI"/>
              </a:defRPr>
            </a:lvl2pPr>
            <a:lvl3pPr>
              <a:defRPr sz="3300" b="1">
                <a:solidFill>
                  <a:srgbClr val="345D70"/>
                </a:solidFill>
                <a:latin typeface="Segoe UI"/>
                <a:ea typeface="Segoe UI"/>
                <a:cs typeface="Segoe UI"/>
              </a:defRPr>
            </a:lvl3pPr>
            <a:lvl4pPr>
              <a:defRPr sz="3300" b="1">
                <a:solidFill>
                  <a:srgbClr val="345D70"/>
                </a:solidFill>
                <a:latin typeface="Segoe UI"/>
                <a:ea typeface="Segoe UI"/>
                <a:cs typeface="Segoe UI"/>
              </a:defRPr>
            </a:lvl4pPr>
            <a:lvl5pPr>
              <a:defRPr sz="3300" b="1">
                <a:solidFill>
                  <a:srgbClr val="345D70"/>
                </a:solidFill>
                <a:latin typeface="Segoe UI"/>
                <a:ea typeface="Segoe UI"/>
                <a:cs typeface="Segoe UI"/>
              </a:defRPr>
            </a:lvl5pPr>
            <a:lvl6pPr>
              <a:defRPr sz="3300" b="1">
                <a:solidFill>
                  <a:srgbClr val="345D70"/>
                </a:solidFill>
                <a:latin typeface="Segoe UI"/>
                <a:ea typeface="Segoe UI"/>
                <a:cs typeface="Segoe UI"/>
              </a:defRPr>
            </a:lvl6pPr>
            <a:lvl7pPr>
              <a:defRPr sz="3300" b="1">
                <a:solidFill>
                  <a:srgbClr val="345D70"/>
                </a:solidFill>
                <a:latin typeface="Segoe UI"/>
                <a:ea typeface="Segoe UI"/>
                <a:cs typeface="Segoe UI"/>
              </a:defRPr>
            </a:lvl7pPr>
            <a:lvl8pPr>
              <a:defRPr sz="3300" b="1">
                <a:solidFill>
                  <a:srgbClr val="345D70"/>
                </a:solidFill>
                <a:latin typeface="Segoe UI"/>
                <a:ea typeface="Segoe UI"/>
                <a:cs typeface="Segoe UI"/>
              </a:defRPr>
            </a:lvl8pPr>
            <a:lvl9pPr>
              <a:defRPr sz="3300" b="1">
                <a:solidFill>
                  <a:srgbClr val="345D70"/>
                </a:solidFill>
                <a:latin typeface="Segoe UI"/>
                <a:ea typeface="Segoe UI"/>
                <a:cs typeface="Segoe UI"/>
              </a:defRPr>
            </a:lvl9pPr>
          </a:lstStyle>
          <ns11:p xmlns:ns11="http://schemas.openxmlformats.org/drawingml/2006/main">
            <ns11:pPr>
              <ns11:defRPr sz="3300" b="1">
                <ns11:solidFill>
                  <ns11:srgbClr val="345D70"/>
                </ns11:solidFill>
                <ns11:latin typeface="Segoe UI"/>
                <ns11:ea typeface="Segoe UI"/>
                <ns11:cs typeface="Segoe UI"/>
              </ns11:defRPr>
            </ns11:pPr>
            <ns11:r>
              <ns11:rPr sz="3300" b="1">
                <ns11:solidFill>
                  <ns11:srgbClr val="345D70"/>
                </ns11:solidFill>
                <ns11:latin typeface="Segoe UI"/>
                <ns11:ea typeface="Segoe UI"/>
                <ns11:cs typeface="Segoe UI"/>
              </ns11:rPr>
              <ns11:t>Today</ns11:t>
            </ns11:r>
          </ns11:p>
        </p:txBody>
      </p:sp>
      <p:sp>
        <p:nvSpPr>
          <p:cNvPr id="4" name="pupil-body">
            <a:extLst xmlns:a="http://schemas.openxmlformats.org/drawingml/2006/main">
              <a:ext uri="{FF2B5EF4-FFF2-40B4-BE49-F238E27FC236}">
                <a16:creationId xmlns:a16="http://schemas.microsoft.com/office/drawing/2014/main" id="{2CFCD06F-291C-4C42-BBD7-77633E7B1978}"/>
              </a:ext>
            </a:extLst>
          </p:cNvPr>
          <p:cNvSpPr>
            <a:spLocks xmlns:a="http://schemas.openxmlformats.org/drawingml/2006/main" noGrp="1"/>
          </p:cNvSpPr>
          <p:nvPr/>
        </p:nvSpPr>
        <p:spPr>
          <a:xfrm xmlns:a="http://schemas.openxmlformats.org/drawingml/2006/main">
            <a:off x="533400" y="1466850"/>
            <a:ext cx="11049000" cy="452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400" b="0">
                <a:solidFill>
                  <a:srgbClr val="192E3B"/>
                </a:solidFill>
                <a:latin typeface="Segoe UI"/>
                <a:ea typeface="Segoe UI"/>
                <a:cs typeface="Segoe UI"/>
              </a:defRPr>
            </a:defPPr>
            <a:lvl1pPr>
              <a:defRPr sz="2400" b="0">
                <a:solidFill>
                  <a:srgbClr val="192E3B"/>
                </a:solidFill>
                <a:latin typeface="Segoe UI"/>
                <a:ea typeface="Segoe UI"/>
                <a:cs typeface="Segoe UI"/>
              </a:defRPr>
            </a:lvl1pPr>
            <a:lvl2pPr>
              <a:defRPr sz="2400" b="0">
                <a:solidFill>
                  <a:srgbClr val="192E3B"/>
                </a:solidFill>
                <a:latin typeface="Segoe UI"/>
                <a:ea typeface="Segoe UI"/>
                <a:cs typeface="Segoe UI"/>
              </a:defRPr>
            </a:lvl2pPr>
            <a:lvl3pPr>
              <a:defRPr sz="2400" b="0">
                <a:solidFill>
                  <a:srgbClr val="192E3B"/>
                </a:solidFill>
                <a:latin typeface="Segoe UI"/>
                <a:ea typeface="Segoe UI"/>
                <a:cs typeface="Segoe UI"/>
              </a:defRPr>
            </a:lvl3pPr>
            <a:lvl4pPr>
              <a:defRPr sz="2400" b="0">
                <a:solidFill>
                  <a:srgbClr val="192E3B"/>
                </a:solidFill>
                <a:latin typeface="Segoe UI"/>
                <a:ea typeface="Segoe UI"/>
                <a:cs typeface="Segoe UI"/>
              </a:defRPr>
            </a:lvl4pPr>
            <a:lvl5pPr>
              <a:defRPr sz="2400" b="0">
                <a:solidFill>
                  <a:srgbClr val="192E3B"/>
                </a:solidFill>
                <a:latin typeface="Segoe UI"/>
                <a:ea typeface="Segoe UI"/>
                <a:cs typeface="Segoe UI"/>
              </a:defRPr>
            </a:lvl5pPr>
            <a:lvl6pPr>
              <a:defRPr sz="2400" b="0">
                <a:solidFill>
                  <a:srgbClr val="192E3B"/>
                </a:solidFill>
                <a:latin typeface="Segoe UI"/>
                <a:ea typeface="Segoe UI"/>
                <a:cs typeface="Segoe UI"/>
              </a:defRPr>
            </a:lvl6pPr>
            <a:lvl7pPr>
              <a:defRPr sz="2400" b="0">
                <a:solidFill>
                  <a:srgbClr val="192E3B"/>
                </a:solidFill>
                <a:latin typeface="Segoe UI"/>
                <a:ea typeface="Segoe UI"/>
                <a:cs typeface="Segoe UI"/>
              </a:defRPr>
            </a:lvl7pPr>
            <a:lvl8pPr>
              <a:defRPr sz="2400" b="0">
                <a:solidFill>
                  <a:srgbClr val="192E3B"/>
                </a:solidFill>
                <a:latin typeface="Segoe UI"/>
                <a:ea typeface="Segoe UI"/>
                <a:cs typeface="Segoe UI"/>
              </a:defRPr>
            </a:lvl8pPr>
            <a:lvl9pPr>
              <a:defRPr sz="2400" b="0">
                <a:solidFill>
                  <a:srgbClr val="192E3B"/>
                </a:solidFill>
                <a:latin typeface="Segoe UI"/>
                <a:ea typeface="Segoe UI"/>
                <a:cs typeface="Segoe UI"/>
              </a:defRPr>
            </a:lvl9pPr>
          </a:lstStyle>
          <ns0:p xmlns:ns0="http://schemas.openxmlformats.org/drawingml/2006/main">
            <ns0:pPr>
              <ns0:defRPr sz="2400" b="0">
                <ns0:solidFill>
                  <ns0:srgbClr val="192E3B"/>
                </ns0:solidFill>
                <ns0:latin typeface="Segoe UI"/>
                <ns0:ea typeface="Segoe UI"/>
                <ns0:cs typeface="Segoe UI"/>
              </ns0:defRPr>
            </ns0:pPr>
            <ns0:r>
              <ns0:rPr sz="2400" b="0">
                <ns0:solidFill>
                  <ns0:srgbClr val="192E3B"/>
                </ns0:solidFill>
                <ns0:latin typeface="Segoe UI"/>
                <ns0:ea typeface="Segoe UI"/>
                <ns0:cs typeface="Segoe UI"/>
              </ns0:rPr>
              <ns0:t>Take on one final job for our sale.</ns0:t>
            </ns0:r>
          </ns0:p>
          <ns1:p xmlns:ns1="http://schemas.openxmlformats.org/drawingml/2006/main">
            <ns1:pPr>
              <ns1:defRPr sz="2400" b="0">
                <ns1:solidFill>
                  <ns1:srgbClr val="192E3B"/>
                </ns1:solidFill>
                <ns1:latin typeface="Segoe UI"/>
                <ns1:ea typeface="Segoe UI"/>
                <ns1:cs typeface="Segoe UI"/>
              </ns1:defRPr>
            </ns1:pPr>
            <ns1:r>
              <ns1:rPr sz="2400" b="0">
                <ns1:solidFill>
                  <ns1:srgbClr val="192E3B"/>
                </ns1:solidFill>
                <ns1:latin typeface="Segoe UI"/>
                <ns1:ea typeface="Segoe UI"/>
                <ns1:cs typeface="Segoe UI"/>
              </ns1:rPr>
              <ns1:t/>
            </ns1:r>
          </ns1:p>
          <ns2:p xmlns:ns2="http://schemas.openxmlformats.org/drawingml/2006/main">
            <ns2:pPr>
              <ns2:defRPr sz="2400" b="0">
                <ns2:solidFill>
                  <ns2:srgbClr val="192E3B"/>
                </ns2:solidFill>
                <ns2:latin typeface="Segoe UI"/>
                <ns2:ea typeface="Segoe UI"/>
                <ns2:cs typeface="Segoe UI"/>
              </ns2:defRPr>
            </ns2:pPr>
            <ns2:r>
              <ns2:rPr sz="2400" b="0">
                <ns2:solidFill>
                  <ns2:srgbClr val="192E3B"/>
                </ns2:solidFill>
                <ns2:latin typeface="Segoe UI"/>
                <ns2:ea typeface="Segoe UI"/>
                <ns2:cs typeface="Segoe UI"/>
              </ns2:rPr>
              <ns2:t>I can finish my own part.</ns2:t>
            </ns2:r>
          </ns2:p>
          <ns3:p xmlns:ns3="http://schemas.openxmlformats.org/drawingml/2006/main">
            <ns3:pPr>
              <ns3:defRPr sz="2400" b="0">
                <ns3:solidFill>
                  <ns3:srgbClr val="192E3B"/>
                </ns3:solidFill>
                <ns3:latin typeface="Segoe UI"/>
                <ns3:ea typeface="Segoe UI"/>
                <ns3:cs typeface="Segoe UI"/>
              </ns3:defRPr>
            </ns3:pPr>
            <ns3:r>
              <ns3:rPr sz="2400" b="0">
                <ns3:solidFill>
                  <ns3:srgbClr val="192E3B"/>
                </ns3:solidFill>
                <ns3:latin typeface="Segoe UI"/>
                <ns3:ea typeface="Segoe UI"/>
                <ns3:cs typeface="Segoe UI"/>
              </ns3:rPr>
              <ns3:t/>
            </ns3:r>
          </ns3:p>
          <ns4:p xmlns:ns4="http://schemas.openxmlformats.org/drawingml/2006/main">
            <ns4:pPr>
              <ns4:defRPr sz="2400" b="0">
                <ns4:solidFill>
                  <ns4:srgbClr val="192E3B"/>
                </ns4:solidFill>
                <ns4:latin typeface="Segoe UI"/>
                <ns4:ea typeface="Segoe UI"/>
                <ns4:cs typeface="Segoe UI"/>
              </ns4:defRPr>
            </ns4:pPr>
            <ns4:r>
              <ns4:rPr sz="2400" b="0">
                <ns4:solidFill>
                  <ns4:srgbClr val="192E3B"/>
                </ns4:solidFill>
                <ns4:latin typeface="Segoe UI"/>
                <ns4:ea typeface="Segoe UI"/>
                <ns4:cs typeface="Segoe UI"/>
              </ns4:rPr>
              <ns4:t>I can check it and show what I did.</ns4:t>
            </ns4:r>
          </ns4:p>
          <ns5:p xmlns:ns5="http://schemas.openxmlformats.org/drawingml/2006/main">
            <ns5:pPr>
              <ns5:defRPr sz="2400" b="0">
                <ns5:solidFill>
                  <ns5:srgbClr val="192E3B"/>
                </ns5:solidFill>
                <ns5:latin typeface="Segoe UI"/>
                <ns5:ea typeface="Segoe UI"/>
                <ns5:cs typeface="Segoe UI"/>
              </ns5:defRPr>
            </ns5:pPr>
            <ns5:r>
              <ns5:rPr sz="2400" b="0">
                <ns5:solidFill>
                  <ns5:srgbClr val="192E3B"/>
                </ns5:solidFill>
                <ns5:latin typeface="Segoe UI"/>
                <ns5:ea typeface="Segoe UI"/>
                <ns5:cs typeface="Segoe UI"/>
              </ns5:rPr>
              <ns5:t/>
            </ns5:r>
          </ns5:p>
          <ns6:p xmlns:ns6="http://schemas.openxmlformats.org/drawingml/2006/main">
            <ns6:pPr>
              <ns6:defRPr sz="2400" b="0">
                <ns6:solidFill>
                  <ns6:srgbClr val="192E3B"/>
                </ns6:solidFill>
                <ns6:latin typeface="Segoe UI"/>
                <ns6:ea typeface="Segoe UI"/>
                <ns6:cs typeface="Segoe UI"/>
              </ns6:defRPr>
            </ns6:pPr>
            <ns6:r>
              <ns6:rPr sz="2400" b="0">
                <ns6:solidFill>
                  <ns6:srgbClr val="192E3B"/>
                </ns6:solidFill>
                <ns6:latin typeface="Segoe UI"/>
                <ns6:ea typeface="Segoe UI"/>
                <ns6:cs typeface="Segoe UI"/>
              </ns6:rPr>
              <ns6:t>I can say what is still needed.</ns6:t>
            </ns6:r>
          </ns6:p>
          <ns7:p xmlns:ns7="http://schemas.openxmlformats.org/drawingml/2006/main">
            <ns7:pPr>
              <ns7:defRPr sz="2400" b="0">
                <ns7:solidFill>
                  <ns7:srgbClr val="192E3B"/>
                </ns7:solidFill>
                <ns7:latin typeface="Segoe UI"/>
                <ns7:ea typeface="Segoe UI"/>
                <ns7:cs typeface="Segoe UI"/>
              </ns7:defRPr>
            </ns7:pPr>
            <ns7:r>
              <ns7:rPr sz="2400" b="0">
                <ns7:solidFill>
                  <ns7:srgbClr val="192E3B"/>
                </ns7:solidFill>
                <ns7:latin typeface="Segoe UI"/>
                <ns7:ea typeface="Segoe UI"/>
                <ns7:cs typeface="Segoe UI"/>
              </ns7:rPr>
              <ns7:t/>
            </ns7:r>
          </ns7:p>
          <ns8:p xmlns:ns8="http://schemas.openxmlformats.org/drawingml/2006/main">
            <ns8:pPr>
              <ns8:defRPr sz="2400" b="0">
                <ns8:solidFill>
                  <ns8:srgbClr val="192E3B"/>
                </ns8:solidFill>
                <ns8:latin typeface="Segoe UI"/>
                <ns8:ea typeface="Segoe UI"/>
                <ns8:cs typeface="Segoe UI"/>
              </ns8:defRPr>
            </ns8:pPr>
            <ns8:r>
              <ns8:rPr sz="2400" b="0">
                <ns8:solidFill>
                  <ns8:srgbClr val="192E3B"/>
                </ns8:solidFill>
                <ns8:latin typeface="Segoe UI"/>
                <ns8:ea typeface="Segoe UI"/>
                <ns8:cs typeface="Segoe UI"/>
              </ns8:rPr>
              <ns8:t>L9-E1 · My final job and readiness check</ns8:t>
            </ns8:r>
          </ns8:p>
          <ns9:p xmlns:ns9="http://schemas.openxmlformats.org/drawingml/2006/main">
            <ns9:pPr>
              <ns9:defRPr sz="2400" b="0">
                <ns9:solidFill>
                  <ns9:srgbClr val="192E3B"/>
                </ns9:solidFill>
                <ns9:latin typeface="Segoe UI"/>
                <ns9:ea typeface="Segoe UI"/>
                <ns9:cs typeface="Segoe UI"/>
              </ns9:defRPr>
            </ns9:pPr>
            <ns9:r>
              <ns9:rPr sz="2400" b="0">
                <ns9:solidFill>
                  <ns9:srgbClr val="192E3B"/>
                </ns9:solidFill>
                <ns9:latin typeface="Segoe UI"/>
                <ns9:ea typeface="Segoe UI"/>
                <ns9:cs typeface="Segoe UI"/>
              </ns9:rPr>
              <ns9:t/>
            </ns9:r>
          </ns9:p>
          <ns10:p xmlns:ns10="http://schemas.openxmlformats.org/drawingml/2006/main">
            <ns10:pPr>
              <ns10:defRPr sz="2400" b="0">
                <ns10:solidFill>
                  <ns10:srgbClr val="192E3B"/>
                </ns10:solidFill>
                <ns10:latin typeface="Segoe UI"/>
                <ns10:ea typeface="Segoe UI"/>
                <ns10:cs typeface="Segoe UI"/>
              </ns10:defRPr>
            </ns10:pPr>
            <ns10:r>
              <ns10:rPr sz="2400" b="0">
                <ns10:solidFill>
                  <ns10:srgbClr val="192E3B"/>
                </ns10:solidFill>
                <ns10:latin typeface="Segoe UI"/>
                <ns10:ea typeface="Segoe UI"/>
                <ns10:cs typeface="Segoe UI"/>
              </ns10:rPr>
              <ns10:t>[AWARD] unit awards: [QUAL]; [QUAL].</ns10:t>
            </ns10:r>
          </ns10:p>
        </p:txBody>
      </p:sp>
      <p:sp>
        <p:nvSpPr>
          <p:cNvPr id="5" name="credit">
            <a:extLst xmlns:a="http://schemas.openxmlformats.org/drawingml/2006/main">
              <a:ext uri="{FF2B5EF4-FFF2-40B4-BE49-F238E27FC236}">
                <a16:creationId xmlns:a16="http://schemas.microsoft.com/office/drawing/2014/main" id="{00027057-8061-44EF-9D9D-A87B412944A0}"/>
              </a:ext>
            </a:extLst>
          </p:cNvPr>
          <p:cNvSpPr>
            <a:spLocks xmlns:a="http://schemas.openxmlformats.org/drawingml/2006/main" noGrp="1"/>
          </p:cNvSpPr>
          <p:nvPr/>
        </p:nvSpPr>
        <p:spPr>
          <a:xfrm xmlns:a="http://schemas.openxmlformats.org/drawingml/2006/main">
            <a:off x="533400" y="6515100"/>
            <a:ext cx="1104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788" b="0">
                <a:solidFill>
                  <a:srgbClr val="566574"/>
                </a:solidFill>
                <a:latin typeface="Segoe UI"/>
                <a:ea typeface="Segoe UI"/>
                <a:cs typeface="Segoe UI"/>
              </a:defRPr>
            </a:defPPr>
            <a:lvl1pPr>
              <a:defRPr sz="788" b="0">
                <a:solidFill>
                  <a:srgbClr val="566574"/>
                </a:solidFill>
                <a:latin typeface="Segoe UI"/>
                <a:ea typeface="Segoe UI"/>
                <a:cs typeface="Segoe UI"/>
              </a:defRPr>
            </a:lvl1pPr>
            <a:lvl2pPr>
              <a:defRPr sz="788" b="0">
                <a:solidFill>
                  <a:srgbClr val="566574"/>
                </a:solidFill>
                <a:latin typeface="Segoe UI"/>
                <a:ea typeface="Segoe UI"/>
                <a:cs typeface="Segoe UI"/>
              </a:defRPr>
            </a:lvl2pPr>
            <a:lvl3pPr>
              <a:defRPr sz="788" b="0">
                <a:solidFill>
                  <a:srgbClr val="566574"/>
                </a:solidFill>
                <a:latin typeface="Segoe UI"/>
                <a:ea typeface="Segoe UI"/>
                <a:cs typeface="Segoe UI"/>
              </a:defRPr>
            </a:lvl3pPr>
            <a:lvl4pPr>
              <a:defRPr sz="788" b="0">
                <a:solidFill>
                  <a:srgbClr val="566574"/>
                </a:solidFill>
                <a:latin typeface="Segoe UI"/>
                <a:ea typeface="Segoe UI"/>
                <a:cs typeface="Segoe UI"/>
              </a:defRPr>
            </a:lvl4pPr>
            <a:lvl5pPr>
              <a:defRPr sz="788" b="0">
                <a:solidFill>
                  <a:srgbClr val="566574"/>
                </a:solidFill>
                <a:latin typeface="Segoe UI"/>
                <a:ea typeface="Segoe UI"/>
                <a:cs typeface="Segoe UI"/>
              </a:defRPr>
            </a:lvl5pPr>
            <a:lvl6pPr>
              <a:defRPr sz="788" b="0">
                <a:solidFill>
                  <a:srgbClr val="566574"/>
                </a:solidFill>
                <a:latin typeface="Segoe UI"/>
                <a:ea typeface="Segoe UI"/>
                <a:cs typeface="Segoe UI"/>
              </a:defRPr>
            </a:lvl6pPr>
            <a:lvl7pPr>
              <a:defRPr sz="788" b="0">
                <a:solidFill>
                  <a:srgbClr val="566574"/>
                </a:solidFill>
                <a:latin typeface="Segoe UI"/>
                <a:ea typeface="Segoe UI"/>
                <a:cs typeface="Segoe UI"/>
              </a:defRPr>
            </a:lvl7pPr>
            <a:lvl8pPr>
              <a:defRPr sz="788" b="0">
                <a:solidFill>
                  <a:srgbClr val="566574"/>
                </a:solidFill>
                <a:latin typeface="Segoe UI"/>
                <a:ea typeface="Segoe UI"/>
                <a:cs typeface="Segoe UI"/>
              </a:defRPr>
            </a:lvl8pPr>
            <a:lvl9pPr>
              <a:defRPr sz="788" b="0">
                <a:solidFill>
                  <a:srgbClr val="566574"/>
                </a:solidFill>
                <a:latin typeface="Segoe UI"/>
                <a:ea typeface="Segoe UI"/>
                <a:cs typeface="Segoe UI"/>
              </a:defRPr>
            </a:lvl9pPr>
          </a:lstStyle>
          <ns15:p xmlns:ns15="http://schemas.openxmlformats.org/drawingml/2006/main">
            <ns15:pPr>
              <ns15:defRPr sz="788" b="0">
                <ns15:solidFill>
                  <ns15:srgbClr val="566574"/>
                </ns15:solidFill>
                <ns15:latin typeface="Segoe UI"/>
                <ns15:ea typeface="Segoe UI"/>
                <ns15:cs typeface="Segoe UI"/>
              </ns15:defRPr>
            </ns15:pPr>
            <ns15:r>
              <ns15:rPr sz="788" b="0">
                <ns15:solidFill>
                  <ns15:srgbClr val="566574"/>
                </ns15:solidFill>
                <ns15:latin typeface="Segoe UI"/>
                <ns15:ea typeface="Segoe UI"/>
                <ns15:cs typeface="Segoe UI"/>
              </ns15:rPr>
              <ns15:t>Made by Matt · © Matt Roper · CC BY-NC-SA 4.0: free for classroom use, share and adapt with credit, no resale</ns15:t>
            </ns15:r>
          </ns15:p>
        </p:txBody>
      </p:sp>
      <p:sp>
        <p:nvSpPr>
          <p:cNvPr id="6" name="page-number">
            <a:extLst xmlns:a="http://schemas.openxmlformats.org/drawingml/2006/main">
              <a:ext uri="{FF2B5EF4-FFF2-40B4-BE49-F238E27FC236}">
                <a16:creationId xmlns:a16="http://schemas.microsoft.com/office/drawing/2014/main" id="{F404B26A-FF01-48F7-9BAD-01CF42A866E0}"/>
              </a:ext>
            </a:extLst>
          </p:cNvPr>
          <p:cNvSpPr>
            <a:spLocks xmlns:a="http://schemas.openxmlformats.org/drawingml/2006/main" noGrp="1"/>
          </p:cNvSpPr>
          <p:nvPr/>
        </p:nvSpPr>
        <p:spPr>
          <a:xfrm xmlns:a="http://schemas.openxmlformats.org/drawingml/2006/main">
            <a:off x="11144250" y="62103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defRPr sz="1050" b="0">
                <a:solidFill>
                  <a:srgbClr val="566574"/>
                </a:solidFill>
                <a:latin typeface="Segoe UI"/>
                <a:ea typeface="Segoe UI"/>
                <a:cs typeface="Segoe UI"/>
              </a:defRPr>
            </a:lvl1pPr>
            <a:lvl2pPr>
              <a:defRPr sz="1050" b="0">
                <a:solidFill>
                  <a:srgbClr val="566574"/>
                </a:solidFill>
                <a:latin typeface="Segoe UI"/>
                <a:ea typeface="Segoe UI"/>
                <a:cs typeface="Segoe UI"/>
              </a:defRPr>
            </a:lvl2pPr>
            <a:lvl3pPr>
              <a:defRPr sz="1050" b="0">
                <a:solidFill>
                  <a:srgbClr val="566574"/>
                </a:solidFill>
                <a:latin typeface="Segoe UI"/>
                <a:ea typeface="Segoe UI"/>
                <a:cs typeface="Segoe UI"/>
              </a:defRPr>
            </a:lvl3pPr>
            <a:lvl4pPr>
              <a:defRPr sz="1050" b="0">
                <a:solidFill>
                  <a:srgbClr val="566574"/>
                </a:solidFill>
                <a:latin typeface="Segoe UI"/>
                <a:ea typeface="Segoe UI"/>
                <a:cs typeface="Segoe UI"/>
              </a:defRPr>
            </a:lvl4pPr>
            <a:lvl5pPr>
              <a:defRPr sz="1050" b="0">
                <a:solidFill>
                  <a:srgbClr val="566574"/>
                </a:solidFill>
                <a:latin typeface="Segoe UI"/>
                <a:ea typeface="Segoe UI"/>
                <a:cs typeface="Segoe UI"/>
              </a:defRPr>
            </a:lvl5pPr>
            <a:lvl6pPr>
              <a:defRPr sz="1050" b="0">
                <a:solidFill>
                  <a:srgbClr val="566574"/>
                </a:solidFill>
                <a:latin typeface="Segoe UI"/>
                <a:ea typeface="Segoe UI"/>
                <a:cs typeface="Segoe UI"/>
              </a:defRPr>
            </a:lvl6pPr>
            <a:lvl7pPr>
              <a:defRPr sz="1050" b="0">
                <a:solidFill>
                  <a:srgbClr val="566574"/>
                </a:solidFill>
                <a:latin typeface="Segoe UI"/>
                <a:ea typeface="Segoe UI"/>
                <a:cs typeface="Segoe UI"/>
              </a:defRPr>
            </a:lvl7pPr>
            <a:lvl8pPr>
              <a:defRPr sz="1050" b="0">
                <a:solidFill>
                  <a:srgbClr val="566574"/>
                </a:solidFill>
                <a:latin typeface="Segoe UI"/>
                <a:ea typeface="Segoe UI"/>
                <a:cs typeface="Segoe UI"/>
              </a:defRPr>
            </a:lvl8pPr>
            <a:lvl9pPr>
              <a:defRPr sz="1050" b="0">
                <a:solidFill>
                  <a:srgbClr val="566574"/>
                </a:solidFill>
                <a:latin typeface="Segoe UI"/>
                <a:ea typeface="Segoe UI"/>
                <a:cs typeface="Segoe UI"/>
              </a:defRPr>
            </a:lvl9pPr>
          </a:lstStyle>
          <ns14:p xmlns:ns14="http://schemas.openxmlformats.org/drawingml/2006/main">
            <ns14:pPr>
              <ns14:defRPr sz="1050" b="0">
                <ns14:solidFill>
                  <ns14:srgbClr val="566574"/>
                </ns14:solidFill>
                <ns14:latin typeface="Segoe UI"/>
                <ns14:ea typeface="Segoe UI"/>
                <ns14:cs typeface="Segoe UI"/>
              </ns14:defRPr>
            </ns14:pPr>
            <ns14:r>
              <ns14:rPr sz="1050" b="0">
                <ns14:solidFill>
                  <ns14:srgbClr val="566574"/>
                </ns14:solidFill>
                <ns14:latin typeface="Segoe UI"/>
                <ns14:ea typeface="Segoe UI"/>
                <ns14:cs typeface="Segoe UI"/>
              </ns14:rPr>
              <ns14:t>04</ns14:t>
            </ns14:r>
          </ns14:p>
        </p:txBody>
      </p:sp>
    </p:spTree>
    <p:extLst>
      <p:ext uri="{BB962C8B-B14F-4D97-AF65-F5344CB8AC3E}">
        <p14:creationId xmlns:p14="http://schemas.microsoft.com/office/powerpoint/2010/main" val="31967744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lesson-code">
            <a:extLst xmlns:a="http://schemas.openxmlformats.org/drawingml/2006/main">
              <a:ext uri="{FF2B5EF4-FFF2-40B4-BE49-F238E27FC236}">
                <a16:creationId xmlns:a16="http://schemas.microsoft.com/office/drawing/2014/main" id="{D5AAA200-F5F3-41E8-8410-440AA824D504}"/>
              </a:ext>
            </a:extLst>
          </p:cNvPr>
          <p:cNvSpPr>
            <a:spLocks xmlns:a="http://schemas.openxmlformats.org/drawingml/2006/main" noGrp="1"/>
          </p:cNvSpPr>
          <p:nvPr/>
        </p:nvSpPr>
        <p:spPr>
          <a:xfrm xmlns:a="http://schemas.openxmlformats.org/drawingml/2006/main">
            <a:off x="533400" y="1905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defRPr sz="1200" b="0">
                <a:solidFill>
                  <a:srgbClr val="566574"/>
                </a:solidFill>
                <a:latin typeface="Segoe UI"/>
                <a:ea typeface="Segoe UI"/>
                <a:cs typeface="Segoe UI"/>
              </a:defRPr>
            </a:lvl1pPr>
            <a:lvl2pPr>
              <a:defRPr sz="1200" b="0">
                <a:solidFill>
                  <a:srgbClr val="566574"/>
                </a:solidFill>
                <a:latin typeface="Segoe UI"/>
                <a:ea typeface="Segoe UI"/>
                <a:cs typeface="Segoe UI"/>
              </a:defRPr>
            </a:lvl2pPr>
            <a:lvl3pPr>
              <a:defRPr sz="1200" b="0">
                <a:solidFill>
                  <a:srgbClr val="566574"/>
                </a:solidFill>
                <a:latin typeface="Segoe UI"/>
                <a:ea typeface="Segoe UI"/>
                <a:cs typeface="Segoe UI"/>
              </a:defRPr>
            </a:lvl3pPr>
            <a:lvl4pPr>
              <a:defRPr sz="1200" b="0">
                <a:solidFill>
                  <a:srgbClr val="566574"/>
                </a:solidFill>
                <a:latin typeface="Segoe UI"/>
                <a:ea typeface="Segoe UI"/>
                <a:cs typeface="Segoe UI"/>
              </a:defRPr>
            </a:lvl4pPr>
            <a:lvl5pPr>
              <a:defRPr sz="1200" b="0">
                <a:solidFill>
                  <a:srgbClr val="566574"/>
                </a:solidFill>
                <a:latin typeface="Segoe UI"/>
                <a:ea typeface="Segoe UI"/>
                <a:cs typeface="Segoe UI"/>
              </a:defRPr>
            </a:lvl5pPr>
            <a:lvl6pPr>
              <a:defRPr sz="1200" b="0">
                <a:solidFill>
                  <a:srgbClr val="566574"/>
                </a:solidFill>
                <a:latin typeface="Segoe UI"/>
                <a:ea typeface="Segoe UI"/>
                <a:cs typeface="Segoe UI"/>
              </a:defRPr>
            </a:lvl6pPr>
            <a:lvl7pPr>
              <a:defRPr sz="1200" b="0">
                <a:solidFill>
                  <a:srgbClr val="566574"/>
                </a:solidFill>
                <a:latin typeface="Segoe UI"/>
                <a:ea typeface="Segoe UI"/>
                <a:cs typeface="Segoe UI"/>
              </a:defRPr>
            </a:lvl7pPr>
            <a:lvl8pPr>
              <a:defRPr sz="1200" b="0">
                <a:solidFill>
                  <a:srgbClr val="566574"/>
                </a:solidFill>
                <a:latin typeface="Segoe UI"/>
                <a:ea typeface="Segoe UI"/>
                <a:cs typeface="Segoe UI"/>
              </a:defRPr>
            </a:lvl8pPr>
            <a:lvl9pPr>
              <a:defRPr sz="1200" b="0">
                <a:solidFill>
                  <a:srgbClr val="566574"/>
                </a:solidFill>
                <a:latin typeface="Segoe UI"/>
                <a:ea typeface="Segoe UI"/>
                <a:cs typeface="Segoe UI"/>
              </a:defRPr>
            </a:lvl9pPr>
          </a:lstStyle>
          <ns10:p xmlns:ns10="http://schemas.openxmlformats.org/drawingml/2006/main">
            <ns10:pPr>
              <ns10:defRPr sz="1200" b="0">
                <ns10:solidFill>
                  <ns10:srgbClr val="566574"/>
                </ns10:solidFill>
                <ns10:latin typeface="Segoe UI"/>
                <ns10:ea typeface="Segoe UI"/>
                <ns10:cs typeface="Segoe UI"/>
              </ns10:defRPr>
            </ns10:pPr>
            <ns10:r>
              <ns10:rPr sz="1200" b="0">
                <ns10:solidFill>
                  <ns10:srgbClr val="566574"/>
                </ns10:solidFill>
                <ns10:latin typeface="Segoe UI"/>
                <ns10:ea typeface="Segoe UI"/>
                <ns10:cs typeface="Segoe UI"/>
              </ns10:rPr>
              <ns10:t>COMM-GROW-A2-W04  ·  Lesson 9</ns10:t>
            </ns10:r>
          </ns10:p>
        </p:txBody>
      </p:sp>
      <p:sp>
        <p:nvSpPr>
          <p:cNvPr id="2" name="edition">
            <a:extLst xmlns:a="http://schemas.openxmlformats.org/drawingml/2006/main">
              <a:ext uri="{FF2B5EF4-FFF2-40B4-BE49-F238E27FC236}">
                <a16:creationId xmlns:a16="http://schemas.microsoft.com/office/drawing/2014/main" id="{D3C22464-1403-4B9B-AF0C-4A3A7561B617}"/>
              </a:ext>
            </a:extLst>
          </p:cNvPr>
          <p:cNvSpPr>
            <a:spLocks xmlns:a="http://schemas.openxmlformats.org/drawingml/2006/main" noGrp="1"/>
          </p:cNvSpPr>
          <p:nvPr/>
        </p:nvSpPr>
        <p:spPr>
          <a:xfrm xmlns:a="http://schemas.openxmlformats.org/drawingml/2006/main">
            <a:off x="7620000" y="190500"/>
            <a:ext cx="4048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defRPr sz="1050" b="0">
                <a:solidFill>
                  <a:srgbClr val="566574"/>
                </a:solidFill>
                <a:latin typeface="Segoe UI"/>
                <a:ea typeface="Segoe UI"/>
                <a:cs typeface="Segoe UI"/>
              </a:defRPr>
            </a:lvl1pPr>
            <a:lvl2pPr>
              <a:defRPr sz="1050" b="0">
                <a:solidFill>
                  <a:srgbClr val="566574"/>
                </a:solidFill>
                <a:latin typeface="Segoe UI"/>
                <a:ea typeface="Segoe UI"/>
                <a:cs typeface="Segoe UI"/>
              </a:defRPr>
            </a:lvl2pPr>
            <a:lvl3pPr>
              <a:defRPr sz="1050" b="0">
                <a:solidFill>
                  <a:srgbClr val="566574"/>
                </a:solidFill>
                <a:latin typeface="Segoe UI"/>
                <a:ea typeface="Segoe UI"/>
                <a:cs typeface="Segoe UI"/>
              </a:defRPr>
            </a:lvl3pPr>
            <a:lvl4pPr>
              <a:defRPr sz="1050" b="0">
                <a:solidFill>
                  <a:srgbClr val="566574"/>
                </a:solidFill>
                <a:latin typeface="Segoe UI"/>
                <a:ea typeface="Segoe UI"/>
                <a:cs typeface="Segoe UI"/>
              </a:defRPr>
            </a:lvl4pPr>
            <a:lvl5pPr>
              <a:defRPr sz="1050" b="0">
                <a:solidFill>
                  <a:srgbClr val="566574"/>
                </a:solidFill>
                <a:latin typeface="Segoe UI"/>
                <a:ea typeface="Segoe UI"/>
                <a:cs typeface="Segoe UI"/>
              </a:defRPr>
            </a:lvl5pPr>
            <a:lvl6pPr>
              <a:defRPr sz="1050" b="0">
                <a:solidFill>
                  <a:srgbClr val="566574"/>
                </a:solidFill>
                <a:latin typeface="Segoe UI"/>
                <a:ea typeface="Segoe UI"/>
                <a:cs typeface="Segoe UI"/>
              </a:defRPr>
            </a:lvl6pPr>
            <a:lvl7pPr>
              <a:defRPr sz="1050" b="0">
                <a:solidFill>
                  <a:srgbClr val="566574"/>
                </a:solidFill>
                <a:latin typeface="Segoe UI"/>
                <a:ea typeface="Segoe UI"/>
                <a:cs typeface="Segoe UI"/>
              </a:defRPr>
            </a:lvl7pPr>
            <a:lvl8pPr>
              <a:defRPr sz="1050" b="0">
                <a:solidFill>
                  <a:srgbClr val="566574"/>
                </a:solidFill>
                <a:latin typeface="Segoe UI"/>
                <a:ea typeface="Segoe UI"/>
                <a:cs typeface="Segoe UI"/>
              </a:defRPr>
            </a:lvl8pPr>
            <a:lvl9pPr>
              <a:defRPr sz="1050" b="0">
                <a:solidFill>
                  <a:srgbClr val="566574"/>
                </a:solidFill>
                <a:latin typeface="Segoe UI"/>
                <a:ea typeface="Segoe UI"/>
                <a:cs typeface="Segoe UI"/>
              </a:defRPr>
            </a:lvl9pPr>
          </a:lstStyle>
          <ns11:p xmlns:ns11="http://schemas.openxmlformats.org/drawingml/2006/main">
            <ns11:pPr>
              <ns11:defRPr sz="1050" b="0">
                <ns11:solidFill>
                  <ns11:srgbClr val="566574"/>
                </ns11:solidFill>
                <ns11:latin typeface="Segoe UI"/>
                <ns11:ea typeface="Segoe UI"/>
                <ns11:cs typeface="Segoe UI"/>
              </ns11:defRPr>
            </ns11:pPr>
            <ns11:r>
              <ns11:rPr sz="1050" b="0">
                <ns11:solidFill>
                  <ns11:srgbClr val="566574"/>
                </ns11:solidFill>
                <ns11:latin typeface="Segoe UI"/>
                <ns11:ea typeface="Segoe UI"/>
                <ns11:cs typeface="Segoe UI"/>
              </ns11:rPr>
              <ns11:t>Public edition</ns11:t>
            </ns11:r>
          </ns11:p>
        </p:txBody>
      </p:sp>
      <p:sp>
        <p:nvSpPr>
          <p:cNvPr id="3" name="stage-title">
            <a:extLst xmlns:a="http://schemas.openxmlformats.org/drawingml/2006/main">
              <a:ext uri="{FF2B5EF4-FFF2-40B4-BE49-F238E27FC236}">
                <a16:creationId xmlns:a16="http://schemas.microsoft.com/office/drawing/2014/main" id="{F84F0984-8C32-44C4-809C-DC6715C86678}"/>
              </a:ext>
            </a:extLst>
          </p:cNvPr>
          <p:cNvSpPr>
            <a:spLocks xmlns:a="http://schemas.openxmlformats.org/drawingml/2006/main" noGrp="1"/>
          </p:cNvSpPr>
          <p:nvPr/>
        </p:nvSpPr>
        <p:spPr>
          <a:xfrm xmlns:a="http://schemas.openxmlformats.org/drawingml/2006/main">
            <a:off x="533400" y="590550"/>
            <a:ext cx="11029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3300" b="1">
                <a:solidFill>
                  <a:srgbClr val="345D70"/>
                </a:solidFill>
                <a:latin typeface="Segoe UI"/>
                <a:ea typeface="Segoe UI"/>
                <a:cs typeface="Segoe UI"/>
              </a:defRPr>
            </a:defPPr>
            <a:lvl1pPr>
              <a:defRPr sz="3300" b="1">
                <a:solidFill>
                  <a:srgbClr val="345D70"/>
                </a:solidFill>
                <a:latin typeface="Segoe UI"/>
                <a:ea typeface="Segoe UI"/>
                <a:cs typeface="Segoe UI"/>
              </a:defRPr>
            </a:lvl1pPr>
            <a:lvl2pPr>
              <a:defRPr sz="3300" b="1">
                <a:solidFill>
                  <a:srgbClr val="345D70"/>
                </a:solidFill>
                <a:latin typeface="Segoe UI"/>
                <a:ea typeface="Segoe UI"/>
                <a:cs typeface="Segoe UI"/>
              </a:defRPr>
            </a:lvl2pPr>
            <a:lvl3pPr>
              <a:defRPr sz="3300" b="1">
                <a:solidFill>
                  <a:srgbClr val="345D70"/>
                </a:solidFill>
                <a:latin typeface="Segoe UI"/>
                <a:ea typeface="Segoe UI"/>
                <a:cs typeface="Segoe UI"/>
              </a:defRPr>
            </a:lvl3pPr>
            <a:lvl4pPr>
              <a:defRPr sz="3300" b="1">
                <a:solidFill>
                  <a:srgbClr val="345D70"/>
                </a:solidFill>
                <a:latin typeface="Segoe UI"/>
                <a:ea typeface="Segoe UI"/>
                <a:cs typeface="Segoe UI"/>
              </a:defRPr>
            </a:lvl4pPr>
            <a:lvl5pPr>
              <a:defRPr sz="3300" b="1">
                <a:solidFill>
                  <a:srgbClr val="345D70"/>
                </a:solidFill>
                <a:latin typeface="Segoe UI"/>
                <a:ea typeface="Segoe UI"/>
                <a:cs typeface="Segoe UI"/>
              </a:defRPr>
            </a:lvl5pPr>
            <a:lvl6pPr>
              <a:defRPr sz="3300" b="1">
                <a:solidFill>
                  <a:srgbClr val="345D70"/>
                </a:solidFill>
                <a:latin typeface="Segoe UI"/>
                <a:ea typeface="Segoe UI"/>
                <a:cs typeface="Segoe UI"/>
              </a:defRPr>
            </a:lvl6pPr>
            <a:lvl7pPr>
              <a:defRPr sz="3300" b="1">
                <a:solidFill>
                  <a:srgbClr val="345D70"/>
                </a:solidFill>
                <a:latin typeface="Segoe UI"/>
                <a:ea typeface="Segoe UI"/>
                <a:cs typeface="Segoe UI"/>
              </a:defRPr>
            </a:lvl7pPr>
            <a:lvl8pPr>
              <a:defRPr sz="3300" b="1">
                <a:solidFill>
                  <a:srgbClr val="345D70"/>
                </a:solidFill>
                <a:latin typeface="Segoe UI"/>
                <a:ea typeface="Segoe UI"/>
                <a:cs typeface="Segoe UI"/>
              </a:defRPr>
            </a:lvl8pPr>
            <a:lvl9pPr>
              <a:defRPr sz="3300" b="1">
                <a:solidFill>
                  <a:srgbClr val="345D70"/>
                </a:solidFill>
                <a:latin typeface="Segoe UI"/>
                <a:ea typeface="Segoe UI"/>
                <a:cs typeface="Segoe UI"/>
              </a:defRPr>
            </a:lvl9pPr>
          </a:lstStyle>
          <ns9:p xmlns:ns9="http://schemas.openxmlformats.org/drawingml/2006/main">
            <ns9:pPr>
              <ns9:defRPr sz="3300" b="1">
                <ns9:solidFill>
                  <ns9:srgbClr val="345D70"/>
                </ns9:solidFill>
                <ns9:latin typeface="Segoe UI"/>
                <ns9:ea typeface="Segoe UI"/>
                <ns9:cs typeface="Segoe UI"/>
              </ns9:defRPr>
            </ns9:pPr>
            <ns9:r>
              <ns9:rPr sz="3300" b="1">
                <ns9:solidFill>
                  <ns9:srgbClr val="345D70"/>
                </ns9:solidFill>
                <ns9:latin typeface="Segoe UI"/>
                <ns9:ea typeface="Segoe UI"/>
                <ns9:cs typeface="Segoe UI"/>
              </ns9:rPr>
              <ns9:t>I DO</ns9:t>
            </ns9:r>
          </ns9:p>
        </p:txBody>
      </p:sp>
      <p:sp>
        <p:nvSpPr>
          <p:cNvPr id="4" name="pupil-body">
            <a:extLst xmlns:a="http://schemas.openxmlformats.org/drawingml/2006/main">
              <a:ext uri="{FF2B5EF4-FFF2-40B4-BE49-F238E27FC236}">
                <a16:creationId xmlns:a16="http://schemas.microsoft.com/office/drawing/2014/main" id="{B38B9062-94F7-4EFE-ADA7-C33045BFD6EC}"/>
              </a:ext>
            </a:extLst>
          </p:cNvPr>
          <p:cNvSpPr>
            <a:spLocks xmlns:a="http://schemas.openxmlformats.org/drawingml/2006/main" noGrp="1"/>
          </p:cNvSpPr>
          <p:nvPr/>
        </p:nvSpPr>
        <p:spPr>
          <a:xfrm xmlns:a="http://schemas.openxmlformats.org/drawingml/2006/main">
            <a:off x="533400" y="1466850"/>
            <a:ext cx="11049000" cy="452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400" b="0">
                <a:solidFill>
                  <a:srgbClr val="192E3B"/>
                </a:solidFill>
                <a:latin typeface="Segoe UI"/>
                <a:ea typeface="Segoe UI"/>
                <a:cs typeface="Segoe UI"/>
              </a:defRPr>
            </a:defPPr>
            <a:lvl1pPr>
              <a:defRPr sz="2400" b="0">
                <a:solidFill>
                  <a:srgbClr val="192E3B"/>
                </a:solidFill>
                <a:latin typeface="Segoe UI"/>
                <a:ea typeface="Segoe UI"/>
                <a:cs typeface="Segoe UI"/>
              </a:defRPr>
            </a:lvl1pPr>
            <a:lvl2pPr>
              <a:defRPr sz="2400" b="0">
                <a:solidFill>
                  <a:srgbClr val="192E3B"/>
                </a:solidFill>
                <a:latin typeface="Segoe UI"/>
                <a:ea typeface="Segoe UI"/>
                <a:cs typeface="Segoe UI"/>
              </a:defRPr>
            </a:lvl2pPr>
            <a:lvl3pPr>
              <a:defRPr sz="2400" b="0">
                <a:solidFill>
                  <a:srgbClr val="192E3B"/>
                </a:solidFill>
                <a:latin typeface="Segoe UI"/>
                <a:ea typeface="Segoe UI"/>
                <a:cs typeface="Segoe UI"/>
              </a:defRPr>
            </a:lvl3pPr>
            <a:lvl4pPr>
              <a:defRPr sz="2400" b="0">
                <a:solidFill>
                  <a:srgbClr val="192E3B"/>
                </a:solidFill>
                <a:latin typeface="Segoe UI"/>
                <a:ea typeface="Segoe UI"/>
                <a:cs typeface="Segoe UI"/>
              </a:defRPr>
            </a:lvl4pPr>
            <a:lvl5pPr>
              <a:defRPr sz="2400" b="0">
                <a:solidFill>
                  <a:srgbClr val="192E3B"/>
                </a:solidFill>
                <a:latin typeface="Segoe UI"/>
                <a:ea typeface="Segoe UI"/>
                <a:cs typeface="Segoe UI"/>
              </a:defRPr>
            </a:lvl5pPr>
            <a:lvl6pPr>
              <a:defRPr sz="2400" b="0">
                <a:solidFill>
                  <a:srgbClr val="192E3B"/>
                </a:solidFill>
                <a:latin typeface="Segoe UI"/>
                <a:ea typeface="Segoe UI"/>
                <a:cs typeface="Segoe UI"/>
              </a:defRPr>
            </a:lvl6pPr>
            <a:lvl7pPr>
              <a:defRPr sz="2400" b="0">
                <a:solidFill>
                  <a:srgbClr val="192E3B"/>
                </a:solidFill>
                <a:latin typeface="Segoe UI"/>
                <a:ea typeface="Segoe UI"/>
                <a:cs typeface="Segoe UI"/>
              </a:defRPr>
            </a:lvl7pPr>
            <a:lvl8pPr>
              <a:defRPr sz="2400" b="0">
                <a:solidFill>
                  <a:srgbClr val="192E3B"/>
                </a:solidFill>
                <a:latin typeface="Segoe UI"/>
                <a:ea typeface="Segoe UI"/>
                <a:cs typeface="Segoe UI"/>
              </a:defRPr>
            </a:lvl8pPr>
            <a:lvl9pPr>
              <a:defRPr sz="2400" b="0">
                <a:solidFill>
                  <a:srgbClr val="192E3B"/>
                </a:solidFill>
                <a:latin typeface="Segoe UI"/>
                <a:ea typeface="Segoe UI"/>
                <a:cs typeface="Segoe UI"/>
              </a:defRPr>
            </a:lvl9pPr>
          </a:lstStyle>
          <ns0:p xmlns:ns0="http://schemas.openxmlformats.org/drawingml/2006/main">
            <ns0:pPr>
              <ns0:defRPr sz="2400" b="0">
                <ns0:solidFill>
                  <ns0:srgbClr val="192E3B"/>
                </ns0:solidFill>
                <ns0:latin typeface="Segoe UI"/>
                <ns0:ea typeface="Segoe UI"/>
                <ns0:cs typeface="Segoe UI"/>
              </ns0:defRPr>
            </ns0:pPr>
            <ns0:r>
              <ns0:rPr sz="2400" b="0">
                <ns0:solidFill>
                  <ns0:srgbClr val="192E3B"/>
                </ns0:solidFill>
                <ns0:latin typeface="Segoe UI"/>
                <ns0:ea typeface="Segoe UI"/>
                <ns0:cs typeface="Segoe UI"/>
              </ns0:rPr>
              <ns0:t>Model task: invite staff.</ns0:t>
            </ns0:r>
          </ns0:p>
          <ns1:p xmlns:ns1="http://schemas.openxmlformats.org/drawingml/2006/main">
            <ns1:pPr>
              <ns1:defRPr sz="2400" b="0">
                <ns1:solidFill>
                  <ns1:srgbClr val="192E3B"/>
                </ns1:solidFill>
                <ns1:latin typeface="Segoe UI"/>
                <ns1:ea typeface="Segoe UI"/>
                <ns1:cs typeface="Segoe UI"/>
              </ns1:defRPr>
            </ns1:pPr>
            <ns1:r>
              <ns1:rPr sz="2400" b="0">
                <ns1:solidFill>
                  <ns1:srgbClr val="192E3B"/>
                </ns1:solidFill>
                <ns1:latin typeface="Segoe UI"/>
                <ns1:ea typeface="Segoe UI"/>
                <ns1:cs typeface="Segoe UI"/>
              </ns1:rPr>
              <ns1:t/>
            </ns1:r>
          </ns1:p>
          <ns2:p xmlns:ns2="http://schemas.openxmlformats.org/drawingml/2006/main">
            <ns2:pPr>
              <ns2:defRPr sz="2400" b="0">
                <ns2:solidFill>
                  <ns2:srgbClr val="192E3B"/>
                </ns2:solidFill>
                <ns2:latin typeface="Segoe UI"/>
                <ns2:ea typeface="Segoe UI"/>
                <ns2:cs typeface="Segoe UI"/>
              </ns2:defRPr>
            </ns2:pPr>
            <ns2:r>
              <ns2:rPr sz="2400" b="0">
                <ns2:solidFill>
                  <ns2:srgbClr val="192E3B"/>
                </ns2:solidFill>
                <ns2:latin typeface="Segoe UI"/>
                <ns2:ea typeface="Segoe UI"/>
                <ns2:cs typeface="Segoe UI"/>
              </ns2:rPr>
              <ns2:t>Staff cake sale for Zoe’s Place.</ns2:t>
            </ns2:r>
          </ns2:p>
          <ns3:p xmlns:ns3="http://schemas.openxmlformats.org/drawingml/2006/main">
            <ns3:pPr>
              <ns3:defRPr sz="2400" b="0">
                <ns3:solidFill>
                  <ns3:srgbClr val="192E3B"/>
                </ns3:solidFill>
                <ns3:latin typeface="Segoe UI"/>
                <ns3:ea typeface="Segoe UI"/>
                <ns3:cs typeface="Segoe UI"/>
              </ns3:defRPr>
            </ns3:pPr>
            <ns3:r>
              <ns3:rPr sz="2400" b="0">
                <ns3:solidFill>
                  <ns3:srgbClr val="192E3B"/>
                </ns3:solidFill>
                <ns3:latin typeface="Segoe UI"/>
                <ns3:ea typeface="Segoe UI"/>
                <ns3:cs typeface="Segoe UI"/>
              </ns3:rPr>
              <ns3:t/>
            </ns3:r>
          </ns3:p>
          <ns4:p xmlns:ns4="http://schemas.openxmlformats.org/drawingml/2006/main">
            <ns4:pPr>
              <ns4:defRPr sz="2400" b="0">
                <ns4:solidFill>
                  <ns4:srgbClr val="192E3B"/>
                </ns4:solidFill>
                <ns4:latin typeface="Segoe UI"/>
                <ns4:ea typeface="Segoe UI"/>
                <ns4:cs typeface="Segoe UI"/>
              </ns4:defRPr>
            </ns4:pPr>
            <ns4:r>
              <ns4:rPr sz="2400" b="0">
                <ns4:solidFill>
                  <ns4:srgbClr val="192E3B"/>
                </ns4:solidFill>
                <ns4:latin typeface="Segoe UI"/>
                <ns4:ea typeface="Segoe UI"/>
                <ns4:cs typeface="Segoe UI"/>
              </ns4:rPr>
              <ns4:t>Thursday 3 December 2026, 13:30–14:10</ns4:t>
            </ns4:r>
          </ns4:p>
          <ns5:p xmlns:ns5="http://schemas.openxmlformats.org/drawingml/2006/main">
            <ns5:pPr>
              <ns5:defRPr sz="2400" b="0">
                <ns5:solidFill>
                  <ns5:srgbClr val="192E3B"/>
                </ns5:solidFill>
                <ns5:latin typeface="Segoe UI"/>
                <ns5:ea typeface="Segoe UI"/>
                <ns5:cs typeface="Segoe UI"/>
              </ns5:defRPr>
            </ns5:pPr>
            <ns5:r>
              <ns5:rPr sz="2400" b="0">
                <ns5:solidFill>
                  <ns5:srgbClr val="192E3B"/>
                </ns5:solidFill>
                <ns5:latin typeface="Segoe UI"/>
                <ns5:ea typeface="Segoe UI"/>
                <ns5:cs typeface="Segoe UI"/>
              </ns5:rPr>
              <ns5:t/>
            </ns5:r>
          </ns5:p>
          <ns6:p xmlns:ns6="http://schemas.openxmlformats.org/drawingml/2006/main">
            <ns6:pPr>
              <ns6:defRPr sz="2400" b="0">
                <ns6:solidFill>
                  <ns6:srgbClr val="192E3B"/>
                </ns6:solidFill>
                <ns6:latin typeface="Segoe UI"/>
                <ns6:ea typeface="Segoe UI"/>
                <ns6:cs typeface="Segoe UI"/>
              </ns6:defRPr>
            </ns6:pPr>
            <ns6:r>
              <ns6:rPr sz="2400" b="0">
                <ns6:solidFill>
                  <ns6:srgbClr val="192E3B"/>
                </ns6:solidFill>
                <ns6:latin typeface="Segoe UI"/>
                <ns6:ea typeface="Segoe UI"/>
                <ns6:cs typeface="Segoe UI"/>
              </ns6:rPr>
              <ns6:t>Care is free for families.</ns6:t>
            </ns6:r>
          </ns6:p>
          <ns7:p xmlns:ns7="http://schemas.openxmlformats.org/drawingml/2006/main">
            <ns7:pPr>
              <ns7:defRPr sz="2400" b="0">
                <ns7:solidFill>
                  <ns7:srgbClr val="192E3B"/>
                </ns7:solidFill>
                <ns7:latin typeface="Segoe UI"/>
                <ns7:ea typeface="Segoe UI"/>
                <ns7:cs typeface="Segoe UI"/>
              </ns7:defRPr>
            </ns7:pPr>
            <ns7:r>
              <ns7:rPr sz="2400" b="0">
                <ns7:solidFill>
                  <ns7:srgbClr val="192E3B"/>
                </ns7:solidFill>
                <ns7:latin typeface="Segoe UI"/>
                <ns7:ea typeface="Segoe UI"/>
                <ns7:cs typeface="Segoe UI"/>
              </ns7:rPr>
              <ns7:t/>
            </ns7:r>
          </ns7:p>
          <ns8:p xmlns:ns8="http://schemas.openxmlformats.org/drawingml/2006/main">
            <ns8:pPr>
              <ns8:defRPr sz="2400" b="0">
                <ns8:solidFill>
                  <ns8:srgbClr val="192E3B"/>
                </ns8:solidFill>
                <ns8:latin typeface="Segoe UI"/>
                <ns8:ea typeface="Segoe UI"/>
                <ns8:cs typeface="Segoe UI"/>
              </ns8:defRPr>
            </ns8:pPr>
            <ns8:r>
              <ns8:rPr sz="2400" b="0">
                <ns8:solidFill>
                  <ns8:srgbClr val="192E3B"/>
                </ns8:solidFill>
                <ns8:latin typeface="Segoe UI"/>
                <ns8:ea typeface="Segoe UI"/>
                <ns8:cs typeface="Segoe UI"/>
              </ns8:rPr>
              <ns8:t>Check facts and the stall space with an adult.</ns8:t>
            </ns8:r>
          </ns8:p>
        </p:txBody>
      </p:sp>
      <p:sp>
        <p:nvSpPr>
          <p:cNvPr id="5" name="credit">
            <a:extLst xmlns:a="http://schemas.openxmlformats.org/drawingml/2006/main">
              <a:ext uri="{FF2B5EF4-FFF2-40B4-BE49-F238E27FC236}">
                <a16:creationId xmlns:a16="http://schemas.microsoft.com/office/drawing/2014/main" id="{ED93D098-1EFA-40D8-ADC3-DF9F9A1D58F3}"/>
              </a:ext>
            </a:extLst>
          </p:cNvPr>
          <p:cNvSpPr>
            <a:spLocks xmlns:a="http://schemas.openxmlformats.org/drawingml/2006/main" noGrp="1"/>
          </p:cNvSpPr>
          <p:nvPr/>
        </p:nvSpPr>
        <p:spPr>
          <a:xfrm xmlns:a="http://schemas.openxmlformats.org/drawingml/2006/main">
            <a:off x="533400" y="6515100"/>
            <a:ext cx="1104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788" b="0">
                <a:solidFill>
                  <a:srgbClr val="566574"/>
                </a:solidFill>
                <a:latin typeface="Segoe UI"/>
                <a:ea typeface="Segoe UI"/>
                <a:cs typeface="Segoe UI"/>
              </a:defRPr>
            </a:defPPr>
            <a:lvl1pPr>
              <a:defRPr sz="788" b="0">
                <a:solidFill>
                  <a:srgbClr val="566574"/>
                </a:solidFill>
                <a:latin typeface="Segoe UI"/>
                <a:ea typeface="Segoe UI"/>
                <a:cs typeface="Segoe UI"/>
              </a:defRPr>
            </a:lvl1pPr>
            <a:lvl2pPr>
              <a:defRPr sz="788" b="0">
                <a:solidFill>
                  <a:srgbClr val="566574"/>
                </a:solidFill>
                <a:latin typeface="Segoe UI"/>
                <a:ea typeface="Segoe UI"/>
                <a:cs typeface="Segoe UI"/>
              </a:defRPr>
            </a:lvl2pPr>
            <a:lvl3pPr>
              <a:defRPr sz="788" b="0">
                <a:solidFill>
                  <a:srgbClr val="566574"/>
                </a:solidFill>
                <a:latin typeface="Segoe UI"/>
                <a:ea typeface="Segoe UI"/>
                <a:cs typeface="Segoe UI"/>
              </a:defRPr>
            </a:lvl3pPr>
            <a:lvl4pPr>
              <a:defRPr sz="788" b="0">
                <a:solidFill>
                  <a:srgbClr val="566574"/>
                </a:solidFill>
                <a:latin typeface="Segoe UI"/>
                <a:ea typeface="Segoe UI"/>
                <a:cs typeface="Segoe UI"/>
              </a:defRPr>
            </a:lvl4pPr>
            <a:lvl5pPr>
              <a:defRPr sz="788" b="0">
                <a:solidFill>
                  <a:srgbClr val="566574"/>
                </a:solidFill>
                <a:latin typeface="Segoe UI"/>
                <a:ea typeface="Segoe UI"/>
                <a:cs typeface="Segoe UI"/>
              </a:defRPr>
            </a:lvl5pPr>
            <a:lvl6pPr>
              <a:defRPr sz="788" b="0">
                <a:solidFill>
                  <a:srgbClr val="566574"/>
                </a:solidFill>
                <a:latin typeface="Segoe UI"/>
                <a:ea typeface="Segoe UI"/>
                <a:cs typeface="Segoe UI"/>
              </a:defRPr>
            </a:lvl6pPr>
            <a:lvl7pPr>
              <a:defRPr sz="788" b="0">
                <a:solidFill>
                  <a:srgbClr val="566574"/>
                </a:solidFill>
                <a:latin typeface="Segoe UI"/>
                <a:ea typeface="Segoe UI"/>
                <a:cs typeface="Segoe UI"/>
              </a:defRPr>
            </a:lvl7pPr>
            <a:lvl8pPr>
              <a:defRPr sz="788" b="0">
                <a:solidFill>
                  <a:srgbClr val="566574"/>
                </a:solidFill>
                <a:latin typeface="Segoe UI"/>
                <a:ea typeface="Segoe UI"/>
                <a:cs typeface="Segoe UI"/>
              </a:defRPr>
            </a:lvl8pPr>
            <a:lvl9pPr>
              <a:defRPr sz="788" b="0">
                <a:solidFill>
                  <a:srgbClr val="566574"/>
                </a:solidFill>
                <a:latin typeface="Segoe UI"/>
                <a:ea typeface="Segoe UI"/>
                <a:cs typeface="Segoe UI"/>
              </a:defRPr>
            </a:lvl9pPr>
          </a:lstStyle>
          <ns13:p xmlns:ns13="http://schemas.openxmlformats.org/drawingml/2006/main">
            <ns13:pPr>
              <ns13:defRPr sz="788" b="0">
                <ns13:solidFill>
                  <ns13:srgbClr val="566574"/>
                </ns13:solidFill>
                <ns13:latin typeface="Segoe UI"/>
                <ns13:ea typeface="Segoe UI"/>
                <ns13:cs typeface="Segoe UI"/>
              </ns13:defRPr>
            </ns13:pPr>
            <ns13:r>
              <ns13:rPr sz="788" b="0">
                <ns13:solidFill>
                  <ns13:srgbClr val="566574"/>
                </ns13:solidFill>
                <ns13:latin typeface="Segoe UI"/>
                <ns13:ea typeface="Segoe UI"/>
                <ns13:cs typeface="Segoe UI"/>
              </ns13:rPr>
              <ns13:t>Made by Matt · © Matt Roper · CC BY-NC-SA 4.0: free for classroom use, share and adapt with credit, no resale</ns13:t>
            </ns13:r>
          </ns13:p>
        </p:txBody>
      </p:sp>
      <p:sp>
        <p:nvSpPr>
          <p:cNvPr id="6" name="page-number">
            <a:extLst xmlns:a="http://schemas.openxmlformats.org/drawingml/2006/main">
              <a:ext uri="{FF2B5EF4-FFF2-40B4-BE49-F238E27FC236}">
                <a16:creationId xmlns:a16="http://schemas.microsoft.com/office/drawing/2014/main" id="{086BEDFE-93A0-4496-9BCB-63F04CA17472}"/>
              </a:ext>
            </a:extLst>
          </p:cNvPr>
          <p:cNvSpPr>
            <a:spLocks xmlns:a="http://schemas.openxmlformats.org/drawingml/2006/main" noGrp="1"/>
          </p:cNvSpPr>
          <p:nvPr/>
        </p:nvSpPr>
        <p:spPr>
          <a:xfrm xmlns:a="http://schemas.openxmlformats.org/drawingml/2006/main">
            <a:off x="11144250" y="62103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defRPr sz="1050" b="0">
                <a:solidFill>
                  <a:srgbClr val="566574"/>
                </a:solidFill>
                <a:latin typeface="Segoe UI"/>
                <a:ea typeface="Segoe UI"/>
                <a:cs typeface="Segoe UI"/>
              </a:defRPr>
            </a:lvl1pPr>
            <a:lvl2pPr>
              <a:defRPr sz="1050" b="0">
                <a:solidFill>
                  <a:srgbClr val="566574"/>
                </a:solidFill>
                <a:latin typeface="Segoe UI"/>
                <a:ea typeface="Segoe UI"/>
                <a:cs typeface="Segoe UI"/>
              </a:defRPr>
            </a:lvl2pPr>
            <a:lvl3pPr>
              <a:defRPr sz="1050" b="0">
                <a:solidFill>
                  <a:srgbClr val="566574"/>
                </a:solidFill>
                <a:latin typeface="Segoe UI"/>
                <a:ea typeface="Segoe UI"/>
                <a:cs typeface="Segoe UI"/>
              </a:defRPr>
            </a:lvl3pPr>
            <a:lvl4pPr>
              <a:defRPr sz="1050" b="0">
                <a:solidFill>
                  <a:srgbClr val="566574"/>
                </a:solidFill>
                <a:latin typeface="Segoe UI"/>
                <a:ea typeface="Segoe UI"/>
                <a:cs typeface="Segoe UI"/>
              </a:defRPr>
            </a:lvl4pPr>
            <a:lvl5pPr>
              <a:defRPr sz="1050" b="0">
                <a:solidFill>
                  <a:srgbClr val="566574"/>
                </a:solidFill>
                <a:latin typeface="Segoe UI"/>
                <a:ea typeface="Segoe UI"/>
                <a:cs typeface="Segoe UI"/>
              </a:defRPr>
            </a:lvl5pPr>
            <a:lvl6pPr>
              <a:defRPr sz="1050" b="0">
                <a:solidFill>
                  <a:srgbClr val="566574"/>
                </a:solidFill>
                <a:latin typeface="Segoe UI"/>
                <a:ea typeface="Segoe UI"/>
                <a:cs typeface="Segoe UI"/>
              </a:defRPr>
            </a:lvl6pPr>
            <a:lvl7pPr>
              <a:defRPr sz="1050" b="0">
                <a:solidFill>
                  <a:srgbClr val="566574"/>
                </a:solidFill>
                <a:latin typeface="Segoe UI"/>
                <a:ea typeface="Segoe UI"/>
                <a:cs typeface="Segoe UI"/>
              </a:defRPr>
            </a:lvl7pPr>
            <a:lvl8pPr>
              <a:defRPr sz="1050" b="0">
                <a:solidFill>
                  <a:srgbClr val="566574"/>
                </a:solidFill>
                <a:latin typeface="Segoe UI"/>
                <a:ea typeface="Segoe UI"/>
                <a:cs typeface="Segoe UI"/>
              </a:defRPr>
            </a:lvl8pPr>
            <a:lvl9pPr>
              <a:defRPr sz="1050" b="0">
                <a:solidFill>
                  <a:srgbClr val="566574"/>
                </a:solidFill>
                <a:latin typeface="Segoe UI"/>
                <a:ea typeface="Segoe UI"/>
                <a:cs typeface="Segoe UI"/>
              </a:defRPr>
            </a:lvl9pPr>
          </a:lstStyle>
          <ns12:p xmlns:ns12="http://schemas.openxmlformats.org/drawingml/2006/main">
            <ns12:pPr>
              <ns12:defRPr sz="1050" b="0">
                <ns12:solidFill>
                  <ns12:srgbClr val="566574"/>
                </ns12:solidFill>
                <ns12:latin typeface="Segoe UI"/>
                <ns12:ea typeface="Segoe UI"/>
                <ns12:cs typeface="Segoe UI"/>
              </ns12:defRPr>
            </ns12:pPr>
            <ns12:r>
              <ns12:rPr sz="1050" b="0">
                <ns12:solidFill>
                  <ns12:srgbClr val="566574"/>
                </ns12:solidFill>
                <ns12:latin typeface="Segoe UI"/>
                <ns12:ea typeface="Segoe UI"/>
                <ns12:cs typeface="Segoe UI"/>
              </ns12:rPr>
              <ns12:t>05</ns12:t>
            </ns12:r>
          </ns12:p>
        </p:txBody>
      </p:sp>
    </p:spTree>
    <p:extLst>
      <p:ext uri="{BB962C8B-B14F-4D97-AF65-F5344CB8AC3E}">
        <p14:creationId xmlns:p14="http://schemas.microsoft.com/office/powerpoint/2010/main" val="144065353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lesson-code">
            <a:extLst xmlns:a="http://schemas.openxmlformats.org/drawingml/2006/main">
              <a:ext uri="{FF2B5EF4-FFF2-40B4-BE49-F238E27FC236}">
                <a16:creationId xmlns:a16="http://schemas.microsoft.com/office/drawing/2014/main" id="{1D0CBD25-CCA4-49C6-AD08-458BB3D97C8C}"/>
              </a:ext>
            </a:extLst>
          </p:cNvPr>
          <p:cNvSpPr>
            <a:spLocks xmlns:a="http://schemas.openxmlformats.org/drawingml/2006/main" noGrp="1"/>
          </p:cNvSpPr>
          <p:nvPr/>
        </p:nvSpPr>
        <p:spPr>
          <a:xfrm xmlns:a="http://schemas.openxmlformats.org/drawingml/2006/main">
            <a:off x="533400" y="1905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defRPr sz="1200" b="0">
                <a:solidFill>
                  <a:srgbClr val="566574"/>
                </a:solidFill>
                <a:latin typeface="Segoe UI"/>
                <a:ea typeface="Segoe UI"/>
                <a:cs typeface="Segoe UI"/>
              </a:defRPr>
            </a:lvl1pPr>
            <a:lvl2pPr>
              <a:defRPr sz="1200" b="0">
                <a:solidFill>
                  <a:srgbClr val="566574"/>
                </a:solidFill>
                <a:latin typeface="Segoe UI"/>
                <a:ea typeface="Segoe UI"/>
                <a:cs typeface="Segoe UI"/>
              </a:defRPr>
            </a:lvl2pPr>
            <a:lvl3pPr>
              <a:defRPr sz="1200" b="0">
                <a:solidFill>
                  <a:srgbClr val="566574"/>
                </a:solidFill>
                <a:latin typeface="Segoe UI"/>
                <a:ea typeface="Segoe UI"/>
                <a:cs typeface="Segoe UI"/>
              </a:defRPr>
            </a:lvl3pPr>
            <a:lvl4pPr>
              <a:defRPr sz="1200" b="0">
                <a:solidFill>
                  <a:srgbClr val="566574"/>
                </a:solidFill>
                <a:latin typeface="Segoe UI"/>
                <a:ea typeface="Segoe UI"/>
                <a:cs typeface="Segoe UI"/>
              </a:defRPr>
            </a:lvl4pPr>
            <a:lvl5pPr>
              <a:defRPr sz="1200" b="0">
                <a:solidFill>
                  <a:srgbClr val="566574"/>
                </a:solidFill>
                <a:latin typeface="Segoe UI"/>
                <a:ea typeface="Segoe UI"/>
                <a:cs typeface="Segoe UI"/>
              </a:defRPr>
            </a:lvl5pPr>
            <a:lvl6pPr>
              <a:defRPr sz="1200" b="0">
                <a:solidFill>
                  <a:srgbClr val="566574"/>
                </a:solidFill>
                <a:latin typeface="Segoe UI"/>
                <a:ea typeface="Segoe UI"/>
                <a:cs typeface="Segoe UI"/>
              </a:defRPr>
            </a:lvl6pPr>
            <a:lvl7pPr>
              <a:defRPr sz="1200" b="0">
                <a:solidFill>
                  <a:srgbClr val="566574"/>
                </a:solidFill>
                <a:latin typeface="Segoe UI"/>
                <a:ea typeface="Segoe UI"/>
                <a:cs typeface="Segoe UI"/>
              </a:defRPr>
            </a:lvl7pPr>
            <a:lvl8pPr>
              <a:defRPr sz="1200" b="0">
                <a:solidFill>
                  <a:srgbClr val="566574"/>
                </a:solidFill>
                <a:latin typeface="Segoe UI"/>
                <a:ea typeface="Segoe UI"/>
                <a:cs typeface="Segoe UI"/>
              </a:defRPr>
            </a:lvl8pPr>
            <a:lvl9pPr>
              <a:defRPr sz="1200" b="0">
                <a:solidFill>
                  <a:srgbClr val="566574"/>
                </a:solidFill>
                <a:latin typeface="Segoe UI"/>
                <a:ea typeface="Segoe UI"/>
                <a:cs typeface="Segoe UI"/>
              </a:defRPr>
            </a:lvl9pPr>
          </a:lstStyle>
          <ns11:p xmlns:ns11="http://schemas.openxmlformats.org/drawingml/2006/main">
            <ns11:pPr>
              <ns11:defRPr sz="1200" b="0">
                <ns11:solidFill>
                  <ns11:srgbClr val="566574"/>
                </ns11:solidFill>
                <ns11:latin typeface="Segoe UI"/>
                <ns11:ea typeface="Segoe UI"/>
                <ns11:cs typeface="Segoe UI"/>
              </ns11:defRPr>
            </ns11:pPr>
            <ns11:r>
              <ns11:rPr sz="1200" b="0">
                <ns11:solidFill>
                  <ns11:srgbClr val="566574"/>
                </ns11:solidFill>
                <ns11:latin typeface="Segoe UI"/>
                <ns11:ea typeface="Segoe UI"/>
                <ns11:cs typeface="Segoe UI"/>
              </ns11:rPr>
              <ns11:t>COMM-GROW-A2-W04  ·  Lesson 9</ns11:t>
            </ns11:r>
          </ns11:p>
        </p:txBody>
      </p:sp>
      <p:sp>
        <p:nvSpPr>
          <p:cNvPr id="2" name="edition">
            <a:extLst xmlns:a="http://schemas.openxmlformats.org/drawingml/2006/main">
              <a:ext uri="{FF2B5EF4-FFF2-40B4-BE49-F238E27FC236}">
                <a16:creationId xmlns:a16="http://schemas.microsoft.com/office/drawing/2014/main" id="{AEA07F64-EECF-428B-AE12-53370DD1DA1F}"/>
              </a:ext>
            </a:extLst>
          </p:cNvPr>
          <p:cNvSpPr>
            <a:spLocks xmlns:a="http://schemas.openxmlformats.org/drawingml/2006/main" noGrp="1"/>
          </p:cNvSpPr>
          <p:nvPr/>
        </p:nvSpPr>
        <p:spPr>
          <a:xfrm xmlns:a="http://schemas.openxmlformats.org/drawingml/2006/main">
            <a:off x="7620000" y="190500"/>
            <a:ext cx="4048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defRPr sz="1050" b="0">
                <a:solidFill>
                  <a:srgbClr val="566574"/>
                </a:solidFill>
                <a:latin typeface="Segoe UI"/>
                <a:ea typeface="Segoe UI"/>
                <a:cs typeface="Segoe UI"/>
              </a:defRPr>
            </a:lvl1pPr>
            <a:lvl2pPr>
              <a:defRPr sz="1050" b="0">
                <a:solidFill>
                  <a:srgbClr val="566574"/>
                </a:solidFill>
                <a:latin typeface="Segoe UI"/>
                <a:ea typeface="Segoe UI"/>
                <a:cs typeface="Segoe UI"/>
              </a:defRPr>
            </a:lvl2pPr>
            <a:lvl3pPr>
              <a:defRPr sz="1050" b="0">
                <a:solidFill>
                  <a:srgbClr val="566574"/>
                </a:solidFill>
                <a:latin typeface="Segoe UI"/>
                <a:ea typeface="Segoe UI"/>
                <a:cs typeface="Segoe UI"/>
              </a:defRPr>
            </a:lvl3pPr>
            <a:lvl4pPr>
              <a:defRPr sz="1050" b="0">
                <a:solidFill>
                  <a:srgbClr val="566574"/>
                </a:solidFill>
                <a:latin typeface="Segoe UI"/>
                <a:ea typeface="Segoe UI"/>
                <a:cs typeface="Segoe UI"/>
              </a:defRPr>
            </a:lvl4pPr>
            <a:lvl5pPr>
              <a:defRPr sz="1050" b="0">
                <a:solidFill>
                  <a:srgbClr val="566574"/>
                </a:solidFill>
                <a:latin typeface="Segoe UI"/>
                <a:ea typeface="Segoe UI"/>
                <a:cs typeface="Segoe UI"/>
              </a:defRPr>
            </a:lvl5pPr>
            <a:lvl6pPr>
              <a:defRPr sz="1050" b="0">
                <a:solidFill>
                  <a:srgbClr val="566574"/>
                </a:solidFill>
                <a:latin typeface="Segoe UI"/>
                <a:ea typeface="Segoe UI"/>
                <a:cs typeface="Segoe UI"/>
              </a:defRPr>
            </a:lvl6pPr>
            <a:lvl7pPr>
              <a:defRPr sz="1050" b="0">
                <a:solidFill>
                  <a:srgbClr val="566574"/>
                </a:solidFill>
                <a:latin typeface="Segoe UI"/>
                <a:ea typeface="Segoe UI"/>
                <a:cs typeface="Segoe UI"/>
              </a:defRPr>
            </a:lvl7pPr>
            <a:lvl8pPr>
              <a:defRPr sz="1050" b="0">
                <a:solidFill>
                  <a:srgbClr val="566574"/>
                </a:solidFill>
                <a:latin typeface="Segoe UI"/>
                <a:ea typeface="Segoe UI"/>
                <a:cs typeface="Segoe UI"/>
              </a:defRPr>
            </a:lvl8pPr>
            <a:lvl9pPr>
              <a:defRPr sz="1050" b="0">
                <a:solidFill>
                  <a:srgbClr val="566574"/>
                </a:solidFill>
                <a:latin typeface="Segoe UI"/>
                <a:ea typeface="Segoe UI"/>
                <a:cs typeface="Segoe UI"/>
              </a:defRPr>
            </a:lvl9pPr>
          </a:lstStyle>
          <ns12:p xmlns:ns12="http://schemas.openxmlformats.org/drawingml/2006/main">
            <ns12:pPr>
              <ns12:defRPr sz="1050" b="0">
                <ns12:solidFill>
                  <ns12:srgbClr val="566574"/>
                </ns12:solidFill>
                <ns12:latin typeface="Segoe UI"/>
                <ns12:ea typeface="Segoe UI"/>
                <ns12:cs typeface="Segoe UI"/>
              </ns12:defRPr>
            </ns12:pPr>
            <ns12:r>
              <ns12:rPr sz="1050" b="0">
                <ns12:solidFill>
                  <ns12:srgbClr val="566574"/>
                </ns12:solidFill>
                <ns12:latin typeface="Segoe UI"/>
                <ns12:ea typeface="Segoe UI"/>
                <ns12:cs typeface="Segoe UI"/>
              </ns12:rPr>
              <ns12:t>Public edition</ns12:t>
            </ns12:r>
          </ns12:p>
        </p:txBody>
      </p:sp>
      <p:sp>
        <p:nvSpPr>
          <p:cNvPr id="3" name="stage-title">
            <a:extLst xmlns:a="http://schemas.openxmlformats.org/drawingml/2006/main">
              <a:ext uri="{FF2B5EF4-FFF2-40B4-BE49-F238E27FC236}">
                <a16:creationId xmlns:a16="http://schemas.microsoft.com/office/drawing/2014/main" id="{01642E62-995E-4C45-8434-098DCB1E4D80}"/>
              </a:ext>
            </a:extLst>
          </p:cNvPr>
          <p:cNvSpPr>
            <a:spLocks xmlns:a="http://schemas.openxmlformats.org/drawingml/2006/main" noGrp="1"/>
          </p:cNvSpPr>
          <p:nvPr/>
        </p:nvSpPr>
        <p:spPr>
          <a:xfrm xmlns:a="http://schemas.openxmlformats.org/drawingml/2006/main">
            <a:off x="533400" y="590550"/>
            <a:ext cx="11029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3300" b="1">
                <a:solidFill>
                  <a:srgbClr val="345D70"/>
                </a:solidFill>
                <a:latin typeface="Segoe UI"/>
                <a:ea typeface="Segoe UI"/>
                <a:cs typeface="Segoe UI"/>
              </a:defRPr>
            </a:defPPr>
            <a:lvl1pPr>
              <a:defRPr sz="3300" b="1">
                <a:solidFill>
                  <a:srgbClr val="345D70"/>
                </a:solidFill>
                <a:latin typeface="Segoe UI"/>
                <a:ea typeface="Segoe UI"/>
                <a:cs typeface="Segoe UI"/>
              </a:defRPr>
            </a:lvl1pPr>
            <a:lvl2pPr>
              <a:defRPr sz="3300" b="1">
                <a:solidFill>
                  <a:srgbClr val="345D70"/>
                </a:solidFill>
                <a:latin typeface="Segoe UI"/>
                <a:ea typeface="Segoe UI"/>
                <a:cs typeface="Segoe UI"/>
              </a:defRPr>
            </a:lvl2pPr>
            <a:lvl3pPr>
              <a:defRPr sz="3300" b="1">
                <a:solidFill>
                  <a:srgbClr val="345D70"/>
                </a:solidFill>
                <a:latin typeface="Segoe UI"/>
                <a:ea typeface="Segoe UI"/>
                <a:cs typeface="Segoe UI"/>
              </a:defRPr>
            </a:lvl3pPr>
            <a:lvl4pPr>
              <a:defRPr sz="3300" b="1">
                <a:solidFill>
                  <a:srgbClr val="345D70"/>
                </a:solidFill>
                <a:latin typeface="Segoe UI"/>
                <a:ea typeface="Segoe UI"/>
                <a:cs typeface="Segoe UI"/>
              </a:defRPr>
            </a:lvl4pPr>
            <a:lvl5pPr>
              <a:defRPr sz="3300" b="1">
                <a:solidFill>
                  <a:srgbClr val="345D70"/>
                </a:solidFill>
                <a:latin typeface="Segoe UI"/>
                <a:ea typeface="Segoe UI"/>
                <a:cs typeface="Segoe UI"/>
              </a:defRPr>
            </a:lvl5pPr>
            <a:lvl6pPr>
              <a:defRPr sz="3300" b="1">
                <a:solidFill>
                  <a:srgbClr val="345D70"/>
                </a:solidFill>
                <a:latin typeface="Segoe UI"/>
                <a:ea typeface="Segoe UI"/>
                <a:cs typeface="Segoe UI"/>
              </a:defRPr>
            </a:lvl6pPr>
            <a:lvl7pPr>
              <a:defRPr sz="3300" b="1">
                <a:solidFill>
                  <a:srgbClr val="345D70"/>
                </a:solidFill>
                <a:latin typeface="Segoe UI"/>
                <a:ea typeface="Segoe UI"/>
                <a:cs typeface="Segoe UI"/>
              </a:defRPr>
            </a:lvl7pPr>
            <a:lvl8pPr>
              <a:defRPr sz="3300" b="1">
                <a:solidFill>
                  <a:srgbClr val="345D70"/>
                </a:solidFill>
                <a:latin typeface="Segoe UI"/>
                <a:ea typeface="Segoe UI"/>
                <a:cs typeface="Segoe UI"/>
              </a:defRPr>
            </a:lvl8pPr>
            <a:lvl9pPr>
              <a:defRPr sz="3300" b="1">
                <a:solidFill>
                  <a:srgbClr val="345D70"/>
                </a:solidFill>
                <a:latin typeface="Segoe UI"/>
                <a:ea typeface="Segoe UI"/>
                <a:cs typeface="Segoe UI"/>
              </a:defRPr>
            </a:lvl9pPr>
          </a:lstStyle>
          <ns10:p xmlns:ns10="http://schemas.openxmlformats.org/drawingml/2006/main">
            <ns10:pPr>
              <ns10:defRPr sz="3300" b="1">
                <ns10:solidFill>
                  <ns10:srgbClr val="345D70"/>
                </ns10:solidFill>
                <ns10:latin typeface="Segoe UI"/>
                <ns10:ea typeface="Segoe UI"/>
                <ns10:cs typeface="Segoe UI"/>
              </ns10:defRPr>
            </ns10:pPr>
            <ns10:r>
              <ns10:rPr sz="3300" b="1">
                <ns10:solidFill>
                  <ns10:srgbClr val="345D70"/>
                </ns10:solidFill>
                <ns10:latin typeface="Segoe UI"/>
                <ns10:ea typeface="Segoe UI"/>
                <ns10:cs typeface="Segoe UI"/>
              </ns10:rPr>
              <ns10:t>WE DO</ns10:t>
            </ns10:r>
          </ns10:p>
        </p:txBody>
      </p:sp>
      <p:sp>
        <p:nvSpPr>
          <p:cNvPr id="4" name="practice-label">
            <a:extLst xmlns:a="http://schemas.openxmlformats.org/drawingml/2006/main">
              <a:ext uri="{FF2B5EF4-FFF2-40B4-BE49-F238E27FC236}">
                <a16:creationId xmlns:a16="http://schemas.microsoft.com/office/drawing/2014/main" id="{8D659BFC-CFA6-4C69-BEBD-ED1E35B899CE}"/>
              </a:ext>
            </a:extLst>
          </p:cNvPr>
          <p:cNvSpPr>
            <a:spLocks xmlns:a="http://schemas.openxmlformats.org/drawingml/2006/main" noGrp="1"/>
          </p:cNvSpPr>
          <p:nvPr/>
        </p:nvSpPr>
        <p:spPr>
          <a:xfrm xmlns:a="http://schemas.openxmlformats.org/drawingml/2006/main">
            <a:off x="533400" y="1409700"/>
            <a:ext cx="110490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75" b="0">
                <a:solidFill>
                  <a:srgbClr val="566574"/>
                </a:solidFill>
                <a:latin typeface="Segoe UI"/>
                <a:ea typeface="Segoe UI"/>
                <a:cs typeface="Segoe UI"/>
              </a:defRPr>
            </a:defPPr>
            <a:lvl1pPr>
              <a:defRPr sz="1875" b="0">
                <a:solidFill>
                  <a:srgbClr val="566574"/>
                </a:solidFill>
                <a:latin typeface="Segoe UI"/>
                <a:ea typeface="Segoe UI"/>
                <a:cs typeface="Segoe UI"/>
              </a:defRPr>
            </a:lvl1pPr>
            <a:lvl2pPr>
              <a:defRPr sz="1875" b="0">
                <a:solidFill>
                  <a:srgbClr val="566574"/>
                </a:solidFill>
                <a:latin typeface="Segoe UI"/>
                <a:ea typeface="Segoe UI"/>
                <a:cs typeface="Segoe UI"/>
              </a:defRPr>
            </a:lvl2pPr>
            <a:lvl3pPr>
              <a:defRPr sz="1875" b="0">
                <a:solidFill>
                  <a:srgbClr val="566574"/>
                </a:solidFill>
                <a:latin typeface="Segoe UI"/>
                <a:ea typeface="Segoe UI"/>
                <a:cs typeface="Segoe UI"/>
              </a:defRPr>
            </a:lvl3pPr>
            <a:lvl4pPr>
              <a:defRPr sz="1875" b="0">
                <a:solidFill>
                  <a:srgbClr val="566574"/>
                </a:solidFill>
                <a:latin typeface="Segoe UI"/>
                <a:ea typeface="Segoe UI"/>
                <a:cs typeface="Segoe UI"/>
              </a:defRPr>
            </a:lvl4pPr>
            <a:lvl5pPr>
              <a:defRPr sz="1875" b="0">
                <a:solidFill>
                  <a:srgbClr val="566574"/>
                </a:solidFill>
                <a:latin typeface="Segoe UI"/>
                <a:ea typeface="Segoe UI"/>
                <a:cs typeface="Segoe UI"/>
              </a:defRPr>
            </a:lvl5pPr>
            <a:lvl6pPr>
              <a:defRPr sz="1875" b="0">
                <a:solidFill>
                  <a:srgbClr val="566574"/>
                </a:solidFill>
                <a:latin typeface="Segoe UI"/>
                <a:ea typeface="Segoe UI"/>
                <a:cs typeface="Segoe UI"/>
              </a:defRPr>
            </a:lvl6pPr>
            <a:lvl7pPr>
              <a:defRPr sz="1875" b="0">
                <a:solidFill>
                  <a:srgbClr val="566574"/>
                </a:solidFill>
                <a:latin typeface="Segoe UI"/>
                <a:ea typeface="Segoe UI"/>
                <a:cs typeface="Segoe UI"/>
              </a:defRPr>
            </a:lvl7pPr>
            <a:lvl8pPr>
              <a:defRPr sz="1875" b="0">
                <a:solidFill>
                  <a:srgbClr val="566574"/>
                </a:solidFill>
                <a:latin typeface="Segoe UI"/>
                <a:ea typeface="Segoe UI"/>
                <a:cs typeface="Segoe UI"/>
              </a:defRPr>
            </a:lvl8pPr>
            <a:lvl9pPr>
              <a:defRPr sz="1875" b="0">
                <a:solidFill>
                  <a:srgbClr val="566574"/>
                </a:solidFill>
                <a:latin typeface="Segoe UI"/>
                <a:ea typeface="Segoe UI"/>
                <a:cs typeface="Segoe UI"/>
              </a:defRPr>
            </a:lvl9pPr>
          </a:lstStyle>
          <ns0:p xmlns:ns0="http://schemas.openxmlformats.org/drawingml/2006/main">
            <ns0:pPr>
              <ns0:defRPr sz="1875" b="0">
                <ns0:solidFill>
                  <ns0:srgbClr val="566574"/>
                </ns0:solidFill>
                <ns0:latin typeface="Segoe UI"/>
                <ns0:ea typeface="Segoe UI"/>
                <ns0:cs typeface="Segoe UI"/>
              </ns0:defRPr>
            </ns0:pPr>
            <ns0:r>
              <ns0:rPr sz="1875" b="0">
                <ns0:solidFill>
                  <ns0:srgbClr val="566574"/>
                </ns0:solidFill>
                <ns0:latin typeface="Segoe UI"/>
                <ns0:ea typeface="Segoe UI"/>
                <ns0:cs typeface="Segoe UI"/>
              </ns0:rPr>
              <ns0:t>Match each job to a finish check. Use our real records.</ns0:t>
            </ns0:r>
          </ns0:p>
        </p:txBody>
      </p:sp>
      <p:graphicFrame>
        <p:nvGraphicFramePr>
          <p:cNvPr id="5" name="">
            <a:extLst xmlns:a="http://schemas.openxmlformats.org/drawingml/2006/main">
              <a:ext uri="{FF2B5EF4-FFF2-40B4-BE49-F238E27FC236}">
                <a16:creationId xmlns:a16="http://schemas.microsoft.com/office/drawing/2014/main" id="{4EAC879E-5B65-490D-A7AE-89B96AE4F5D0}"/>
              </a:ext>
            </a:extLst>
          </p:cNvPr>
          <p:cNvGraphicFramePr/>
          <p:nvPr/>
        </p:nvGraphicFramePr>
        <p:xfrm>
          <a:off xmlns:a="http://schemas.openxmlformats.org/drawingml/2006/main" x="533400" y="2047875"/>
          <a:ext xmlns:a="http://schemas.openxmlformats.org/drawingml/2006/main" cx="5810250" cy="3333750"/>
        </p:xfrm>
        <a:graphic xmlns:a="http://schemas.openxmlformats.org/drawingml/2006/main">
          <a:graphicData uri="http://schemas.openxmlformats.org/drawingml/2006/table">
            <a:tbl>
              <a:tblPr/>
              <a:tblGrid>
                <a:gridCol w="3524250"/>
                <a:gridCol w="2286000"/>
              </a:tblGrid>
              <a:tr h="476250">
                <a:tc>
                  <a:txBody>
                    <a:bodyPr/>
                    <a:lstStyle/>
                    <a:p>
                      <a:r>
                        <a:rPr sz="1950" b="1">
                          <a:solidFill>
                            <a:srgbClr val="192E3B"/>
                          </a:solidFill>
                          <a:latin typeface="Segoe UI"/>
                          <a:ea typeface="Segoe UI"/>
                          <a:cs typeface="Segoe UI"/>
                        </a:rPr>
                        <a:t>Job</a:t>
                      </a:r>
                    </a:p>
                  </a:txBody>
                  <a:tcPr marL="91440" marR="91440" marT="45720" marB="45720">
                    <a:lnL w="9525">
                      <a:solidFill>
                        <a:srgbClr val="CDD8DD"/>
                      </a:solidFill>
                      <a:prstDash val="solid"/>
                    </a:lnL>
                    <a:lnR w="9525">
                      <a:solidFill>
                        <a:srgbClr val="CDD8DD"/>
                      </a:solidFill>
                      <a:prstDash val="solid"/>
                    </a:lnR>
                    <a:lnT w="9525">
                      <a:solidFill>
                        <a:srgbClr val="CDD8DD"/>
                      </a:solidFill>
                      <a:prstDash val="solid"/>
                    </a:lnT>
                    <a:lnB w="9525">
                      <a:solidFill>
                        <a:srgbClr val="CDD8DD"/>
                      </a:solidFill>
                      <a:prstDash val="solid"/>
                    </a:lnB>
                    <a:solidFill>
                      <a:srgbClr val="EDF2F4"/>
                    </a:solidFill>
                  </a:tcPr>
                </a:tc>
                <a:tc>
                  <a:txBody>
                    <a:bodyPr/>
                    <a:lstStyle/>
                    <a:p>
                      <a:r>
                        <a:rPr sz="1950" b="1">
                          <a:solidFill>
                            <a:srgbClr val="192E3B"/>
                          </a:solidFill>
                          <a:latin typeface="Segoe UI"/>
                          <a:ea typeface="Segoe UI"/>
                          <a:cs typeface="Segoe UI"/>
                        </a:rPr>
                        <a:t>Finish check</a:t>
                      </a:r>
                    </a:p>
                  </a:txBody>
                  <a:tcPr marL="91440" marR="91440" marT="45720" marB="45720">
                    <a:lnR w="9525">
                      <a:solidFill>
                        <a:srgbClr val="CDD8DD"/>
                      </a:solidFill>
                      <a:prstDash val="solid"/>
                    </a:lnR>
                    <a:lnT w="9525">
                      <a:solidFill>
                        <a:srgbClr val="CDD8DD"/>
                      </a:solidFill>
                      <a:prstDash val="solid"/>
                    </a:lnT>
                    <a:lnB w="9525">
                      <a:solidFill>
                        <a:srgbClr val="CDD8DD"/>
                      </a:solidFill>
                      <a:prstDash val="solid"/>
                    </a:lnB>
                    <a:solidFill>
                      <a:srgbClr val="EDF2F4"/>
                    </a:solidFill>
                  </a:tcPr>
                </a:tc>
              </a:tr>
              <a:tr h="476250">
                <a:tc>
                  <a:txBody>
                    <a:bodyPr/>
                    <a:lstStyle/>
                    <a:p>
                      <a:r>
                        <a:rPr sz="1950" b="0">
                          <a:solidFill>
                            <a:srgbClr val="192E3B"/>
                          </a:solidFill>
                          <a:latin typeface="Segoe UI"/>
                          <a:ea typeface="Segoe UI"/>
                          <a:cs typeface="Segoe UI"/>
                        </a:rPr>
                        <a:t>Poster/message</a:t>
                      </a:r>
                    </a:p>
                  </a:txBody>
                  <a:tcPr marL="91440" marR="91440" marT="45720" marB="45720">
                    <a:lnL w="9525">
                      <a:solidFill>
                        <a:srgbClr val="CDD8DD"/>
                      </a:solidFill>
                      <a:prstDash val="solid"/>
                    </a:lnL>
                    <a:lnR w="9525">
                      <a:solidFill>
                        <a:srgbClr val="CDD8DD"/>
                      </a:solidFill>
                      <a:prstDash val="solid"/>
                    </a:lnR>
                    <a:lnB w="9525">
                      <a:solidFill>
                        <a:srgbClr val="CDD8DD"/>
                      </a:solidFill>
                      <a:prstDash val="solid"/>
                    </a:lnB>
                    <a:solidFill>
                      <a:srgbClr val="FFFFFF"/>
                    </a:solidFill>
                  </a:tcPr>
                </a:tc>
                <a:tc>
                  <a:txBody>
                    <a:bodyPr/>
                    <a:lstStyle/>
                    <a:p>
                      <a:r>
                        <a:rPr sz="1950" b="0">
                          <a:solidFill>
                            <a:srgbClr val="192E3B"/>
                          </a:solidFill>
                          <a:latin typeface="Segoe UI"/>
                          <a:ea typeface="Segoe UI"/>
                          <a:cs typeface="Segoe UI"/>
                        </a:rPr>
                        <a:t>True facts</a:t>
                      </a:r>
                    </a:p>
                  </a:txBody>
                  <a:tcPr marL="91440" marR="91440" marT="45720" marB="45720">
                    <a:lnR w="9525">
                      <a:solidFill>
                        <a:srgbClr val="CDD8DD"/>
                      </a:solidFill>
                      <a:prstDash val="solid"/>
                    </a:lnR>
                    <a:lnB w="9525">
                      <a:solidFill>
                        <a:srgbClr val="CDD8DD"/>
                      </a:solidFill>
                      <a:prstDash val="solid"/>
                    </a:lnB>
                    <a:solidFill>
                      <a:srgbClr val="FFFFFF"/>
                    </a:solidFill>
                  </a:tcPr>
                </a:tc>
              </a:tr>
              <a:tr h="476250">
                <a:tc>
                  <a:txBody>
                    <a:bodyPr/>
                    <a:lstStyle/>
                    <a:p>
                      <a:r>
                        <a:rPr sz="1950" b="0">
                          <a:solidFill>
                            <a:srgbClr val="192E3B"/>
                          </a:solidFill>
                          <a:latin typeface="Segoe UI"/>
                          <a:ea typeface="Segoe UI"/>
                          <a:cs typeface="Segoe UI"/>
                        </a:rPr>
                        <a:t>Menu/price card</a:t>
                      </a:r>
                    </a:p>
                  </a:txBody>
                  <a:tcPr marL="91440" marR="91440" marT="45720" marB="45720">
                    <a:lnL w="9525">
                      <a:solidFill>
                        <a:srgbClr val="CDD8DD"/>
                      </a:solidFill>
                      <a:prstDash val="solid"/>
                    </a:lnL>
                    <a:lnR w="9525">
                      <a:solidFill>
                        <a:srgbClr val="CDD8DD"/>
                      </a:solidFill>
                      <a:prstDash val="solid"/>
                    </a:lnR>
                    <a:lnB w="9525">
                      <a:solidFill>
                        <a:srgbClr val="CDD8DD"/>
                      </a:solidFill>
                      <a:prstDash val="solid"/>
                    </a:lnB>
                    <a:solidFill>
                      <a:srgbClr val="FFFFFF"/>
                    </a:solidFill>
                  </a:tcPr>
                </a:tc>
                <a:tc>
                  <a:txBody>
                    <a:bodyPr/>
                    <a:lstStyle/>
                    <a:p>
                      <a:r>
                        <a:rPr sz="1950" b="0">
                          <a:solidFill>
                            <a:srgbClr val="192E3B"/>
                          </a:solidFill>
                          <a:latin typeface="Segoe UI"/>
                          <a:ea typeface="Segoe UI"/>
                          <a:cs typeface="Segoe UI"/>
                        </a:rPr>
                        <a:t>Agreed prices</a:t>
                      </a:r>
                    </a:p>
                  </a:txBody>
                  <a:tcPr marL="91440" marR="91440" marT="45720" marB="45720">
                    <a:lnR w="9525">
                      <a:solidFill>
                        <a:srgbClr val="CDD8DD"/>
                      </a:solidFill>
                      <a:prstDash val="solid"/>
                    </a:lnR>
                    <a:lnB w="9525">
                      <a:solidFill>
                        <a:srgbClr val="CDD8DD"/>
                      </a:solidFill>
                      <a:prstDash val="solid"/>
                    </a:lnB>
                    <a:solidFill>
                      <a:srgbClr val="FFFFFF"/>
                    </a:solidFill>
                  </a:tcPr>
                </a:tc>
              </a:tr>
              <a:tr h="476250">
                <a:tc>
                  <a:txBody>
                    <a:bodyPr/>
                    <a:lstStyle/>
                    <a:p>
                      <a:r>
                        <a:rPr sz="1950" b="0">
                          <a:solidFill>
                            <a:srgbClr val="192E3B"/>
                          </a:solidFill>
                          <a:latin typeface="Segoe UI"/>
                          <a:ea typeface="Segoe UI"/>
                          <a:cs typeface="Segoe UI"/>
                        </a:rPr>
                        <a:t>Food label</a:t>
                      </a:r>
                    </a:p>
                  </a:txBody>
                  <a:tcPr marL="91440" marR="91440" marT="45720" marB="45720">
                    <a:lnL w="9525">
                      <a:solidFill>
                        <a:srgbClr val="CDD8DD"/>
                      </a:solidFill>
                      <a:prstDash val="solid"/>
                    </a:lnL>
                    <a:lnR w="9525">
                      <a:solidFill>
                        <a:srgbClr val="CDD8DD"/>
                      </a:solidFill>
                      <a:prstDash val="solid"/>
                    </a:lnR>
                    <a:lnB w="9525">
                      <a:solidFill>
                        <a:srgbClr val="CDD8DD"/>
                      </a:solidFill>
                      <a:prstDash val="solid"/>
                    </a:lnB>
                    <a:solidFill>
                      <a:srgbClr val="FFFFFF"/>
                    </a:solidFill>
                  </a:tcPr>
                </a:tc>
                <a:tc>
                  <a:txBody>
                    <a:bodyPr/>
                    <a:lstStyle/>
                    <a:p>
                      <a:r>
                        <a:rPr sz="1950" b="0">
                          <a:solidFill>
                            <a:srgbClr val="192E3B"/>
                          </a:solidFill>
                          <a:latin typeface="Segoe UI"/>
                          <a:ea typeface="Segoe UI"/>
                          <a:cs typeface="Segoe UI"/>
                        </a:rPr>
                        <a:t>Adult checked</a:t>
                      </a:r>
                    </a:p>
                  </a:txBody>
                  <a:tcPr marL="91440" marR="91440" marT="45720" marB="45720">
                    <a:lnR w="9525">
                      <a:solidFill>
                        <a:srgbClr val="CDD8DD"/>
                      </a:solidFill>
                      <a:prstDash val="solid"/>
                    </a:lnR>
                    <a:lnB w="9525">
                      <a:solidFill>
                        <a:srgbClr val="CDD8DD"/>
                      </a:solidFill>
                      <a:prstDash val="solid"/>
                    </a:lnB>
                    <a:solidFill>
                      <a:srgbClr val="FFFFFF"/>
                    </a:solidFill>
                  </a:tcPr>
                </a:tc>
              </a:tr>
              <a:tr h="476250">
                <a:tc>
                  <a:txBody>
                    <a:bodyPr/>
                    <a:lstStyle/>
                    <a:p>
                      <a:r>
                        <a:rPr sz="1950" b="0">
                          <a:solidFill>
                            <a:srgbClr val="192E3B"/>
                          </a:solidFill>
                          <a:latin typeface="Segoe UI"/>
                          <a:ea typeface="Segoe UI"/>
                          <a:cs typeface="Segoe UI"/>
                        </a:rPr>
                        <a:t>Packaging</a:t>
                      </a:r>
                    </a:p>
                  </a:txBody>
                  <a:tcPr marL="91440" marR="91440" marT="45720" marB="45720">
                    <a:lnL w="9525">
                      <a:solidFill>
                        <a:srgbClr val="CDD8DD"/>
                      </a:solidFill>
                      <a:prstDash val="solid"/>
                    </a:lnL>
                    <a:lnR w="9525">
                      <a:solidFill>
                        <a:srgbClr val="CDD8DD"/>
                      </a:solidFill>
                      <a:prstDash val="solid"/>
                    </a:lnR>
                    <a:lnB w="9525">
                      <a:solidFill>
                        <a:srgbClr val="CDD8DD"/>
                      </a:solidFill>
                      <a:prstDash val="solid"/>
                    </a:lnB>
                    <a:solidFill>
                      <a:srgbClr val="FFFFFF"/>
                    </a:solidFill>
                  </a:tcPr>
                </a:tc>
                <a:tc>
                  <a:txBody>
                    <a:bodyPr/>
                    <a:lstStyle/>
                    <a:p>
                      <a:r>
                        <a:rPr sz="1950" b="0">
                          <a:solidFill>
                            <a:srgbClr val="192E3B"/>
                          </a:solidFill>
                          <a:latin typeface="Segoe UI"/>
                          <a:ea typeface="Segoe UI"/>
                          <a:cs typeface="Segoe UI"/>
                        </a:rPr>
                        <a:t>Clean and fits</a:t>
                      </a:r>
                    </a:p>
                  </a:txBody>
                  <a:tcPr marL="91440" marR="91440" marT="45720" marB="45720">
                    <a:lnR w="9525">
                      <a:solidFill>
                        <a:srgbClr val="CDD8DD"/>
                      </a:solidFill>
                      <a:prstDash val="solid"/>
                    </a:lnR>
                    <a:lnB w="9525">
                      <a:solidFill>
                        <a:srgbClr val="CDD8DD"/>
                      </a:solidFill>
                      <a:prstDash val="solid"/>
                    </a:lnB>
                    <a:solidFill>
                      <a:srgbClr val="FFFFFF"/>
                    </a:solidFill>
                  </a:tcPr>
                </a:tc>
              </a:tr>
              <a:tr h="476250">
                <a:tc>
                  <a:txBody>
                    <a:bodyPr/>
                    <a:lstStyle/>
                    <a:p>
                      <a:r>
                        <a:rPr sz="1950" b="0">
                          <a:solidFill>
                            <a:srgbClr val="192E3B"/>
                          </a:solidFill>
                          <a:latin typeface="Segoe UI"/>
                          <a:ea typeface="Segoe UI"/>
                          <a:cs typeface="Segoe UI"/>
                        </a:rPr>
                        <a:t>Stock and rota</a:t>
                      </a:r>
                    </a:p>
                  </a:txBody>
                  <a:tcPr marL="91440" marR="91440" marT="45720" marB="45720">
                    <a:lnL w="9525">
                      <a:solidFill>
                        <a:srgbClr val="CDD8DD"/>
                      </a:solidFill>
                      <a:prstDash val="solid"/>
                    </a:lnL>
                    <a:lnR w="9525">
                      <a:solidFill>
                        <a:srgbClr val="CDD8DD"/>
                      </a:solidFill>
                      <a:prstDash val="solid"/>
                    </a:lnR>
                    <a:lnB w="9525">
                      <a:solidFill>
                        <a:srgbClr val="CDD8DD"/>
                      </a:solidFill>
                      <a:prstDash val="solid"/>
                    </a:lnB>
                    <a:solidFill>
                      <a:srgbClr val="FFFFFF"/>
                    </a:solidFill>
                  </a:tcPr>
                </a:tc>
                <a:tc>
                  <a:txBody>
                    <a:bodyPr/>
                    <a:lstStyle/>
                    <a:p>
                      <a:r>
                        <a:rPr sz="1950" b="0">
                          <a:solidFill>
                            <a:srgbClr val="192E3B"/>
                          </a:solidFill>
                          <a:latin typeface="Segoe UI"/>
                          <a:ea typeface="Segoe UI"/>
                          <a:cs typeface="Segoe UI"/>
                        </a:rPr>
                        <a:t>Count and name</a:t>
                      </a:r>
                    </a:p>
                  </a:txBody>
                  <a:tcPr marL="91440" marR="91440" marT="45720" marB="45720">
                    <a:lnR w="9525">
                      <a:solidFill>
                        <a:srgbClr val="CDD8DD"/>
                      </a:solidFill>
                      <a:prstDash val="solid"/>
                    </a:lnR>
                    <a:lnB w="9525">
                      <a:solidFill>
                        <a:srgbClr val="CDD8DD"/>
                      </a:solidFill>
                      <a:prstDash val="solid"/>
                    </a:lnB>
                    <a:solidFill>
                      <a:srgbClr val="FFFFFF"/>
                    </a:solidFill>
                  </a:tcPr>
                </a:tc>
              </a:tr>
              <a:tr h="476250">
                <a:tc>
                  <a:txBody>
                    <a:bodyPr/>
                    <a:lstStyle/>
                    <a:p>
                      <a:r>
                        <a:rPr sz="1950" b="0">
                          <a:solidFill>
                            <a:srgbClr val="192E3B"/>
                          </a:solidFill>
                          <a:latin typeface="Segoe UI"/>
                          <a:ea typeface="Segoe UI"/>
                          <a:cs typeface="Segoe UI"/>
                        </a:rPr>
                        <a:t>Final checks</a:t>
                      </a:r>
                    </a:p>
                  </a:txBody>
                  <a:tcPr marL="91440" marR="91440" marT="45720" marB="45720">
                    <a:lnL w="9525">
                      <a:solidFill>
                        <a:srgbClr val="CDD8DD"/>
                      </a:solidFill>
                      <a:prstDash val="solid"/>
                    </a:lnL>
                    <a:lnR w="9525">
                      <a:solidFill>
                        <a:srgbClr val="CDD8DD"/>
                      </a:solidFill>
                      <a:prstDash val="solid"/>
                    </a:lnR>
                    <a:lnB w="9525">
                      <a:solidFill>
                        <a:srgbClr val="CDD8DD"/>
                      </a:solidFill>
                      <a:prstDash val="solid"/>
                    </a:lnB>
                    <a:solidFill>
                      <a:srgbClr val="FFFFFF"/>
                    </a:solidFill>
                  </a:tcPr>
                </a:tc>
                <a:tc>
                  <a:txBody>
                    <a:bodyPr/>
                    <a:lstStyle/>
                    <a:p>
                      <a:r>
                        <a:rPr sz="1950" b="0">
                          <a:solidFill>
                            <a:srgbClr val="192E3B"/>
                          </a:solidFill>
                          <a:latin typeface="Segoe UI"/>
                          <a:ea typeface="Segoe UI"/>
                          <a:cs typeface="Segoe UI"/>
                        </a:rPr>
                        <a:t>Gaps shared</a:t>
                      </a:r>
                    </a:p>
                  </a:txBody>
                  <a:tcPr marL="91440" marR="91440" marT="45720" marB="45720">
                    <a:lnR w="9525">
                      <a:solidFill>
                        <a:srgbClr val="CDD8DD"/>
                      </a:solidFill>
                      <a:prstDash val="solid"/>
                    </a:lnR>
                    <a:lnB w="9525">
                      <a:solidFill>
                        <a:srgbClr val="CDD8DD"/>
                      </a:solidFill>
                      <a:prstDash val="solid"/>
                    </a:lnB>
                    <a:solidFill>
                      <a:srgbClr val="FFFFFF"/>
                    </a:solidFill>
                  </a:tcPr>
                </a:tc>
              </a:tr>
            </a:tbl>
          </a:graphicData>
        </a:graphic>
      </p:graphicFrame>
      <p:sp>
        <p:nvSpPr>
          <p:cNvPr id="6" name="hinge">
            <a:extLst xmlns:a="http://schemas.openxmlformats.org/drawingml/2006/main">
              <a:ext uri="{FF2B5EF4-FFF2-40B4-BE49-F238E27FC236}">
                <a16:creationId xmlns:a16="http://schemas.microsoft.com/office/drawing/2014/main" id="{63D770AC-A7D4-4902-8E2B-A7ADB5C6EF05}"/>
              </a:ext>
            </a:extLst>
          </p:cNvPr>
          <p:cNvSpPr>
            <a:spLocks xmlns:a="http://schemas.openxmlformats.org/drawingml/2006/main" noGrp="1"/>
          </p:cNvSpPr>
          <p:nvPr/>
        </p:nvSpPr>
        <p:spPr>
          <a:xfrm xmlns:a="http://schemas.openxmlformats.org/drawingml/2006/main">
            <a:off x="6858000" y="2047875"/>
            <a:ext cx="4667250" cy="3238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250" b="0">
                <a:solidFill>
                  <a:srgbClr val="192E3B"/>
                </a:solidFill>
                <a:latin typeface="Segoe UI"/>
                <a:ea typeface="Segoe UI"/>
                <a:cs typeface="Segoe UI"/>
              </a:defRPr>
            </a:defPPr>
            <a:lvl1pPr>
              <a:defRPr sz="2250" b="0">
                <a:solidFill>
                  <a:srgbClr val="192E3B"/>
                </a:solidFill>
                <a:latin typeface="Segoe UI"/>
                <a:ea typeface="Segoe UI"/>
                <a:cs typeface="Segoe UI"/>
              </a:defRPr>
            </a:lvl1pPr>
            <a:lvl2pPr>
              <a:defRPr sz="2250" b="0">
                <a:solidFill>
                  <a:srgbClr val="192E3B"/>
                </a:solidFill>
                <a:latin typeface="Segoe UI"/>
                <a:ea typeface="Segoe UI"/>
                <a:cs typeface="Segoe UI"/>
              </a:defRPr>
            </a:lvl2pPr>
            <a:lvl3pPr>
              <a:defRPr sz="2250" b="0">
                <a:solidFill>
                  <a:srgbClr val="192E3B"/>
                </a:solidFill>
                <a:latin typeface="Segoe UI"/>
                <a:ea typeface="Segoe UI"/>
                <a:cs typeface="Segoe UI"/>
              </a:defRPr>
            </a:lvl3pPr>
            <a:lvl4pPr>
              <a:defRPr sz="2250" b="0">
                <a:solidFill>
                  <a:srgbClr val="192E3B"/>
                </a:solidFill>
                <a:latin typeface="Segoe UI"/>
                <a:ea typeface="Segoe UI"/>
                <a:cs typeface="Segoe UI"/>
              </a:defRPr>
            </a:lvl4pPr>
            <a:lvl5pPr>
              <a:defRPr sz="2250" b="0">
                <a:solidFill>
                  <a:srgbClr val="192E3B"/>
                </a:solidFill>
                <a:latin typeface="Segoe UI"/>
                <a:ea typeface="Segoe UI"/>
                <a:cs typeface="Segoe UI"/>
              </a:defRPr>
            </a:lvl5pPr>
            <a:lvl6pPr>
              <a:defRPr sz="2250" b="0">
                <a:solidFill>
                  <a:srgbClr val="192E3B"/>
                </a:solidFill>
                <a:latin typeface="Segoe UI"/>
                <a:ea typeface="Segoe UI"/>
                <a:cs typeface="Segoe UI"/>
              </a:defRPr>
            </a:lvl6pPr>
            <a:lvl7pPr>
              <a:defRPr sz="2250" b="0">
                <a:solidFill>
                  <a:srgbClr val="192E3B"/>
                </a:solidFill>
                <a:latin typeface="Segoe UI"/>
                <a:ea typeface="Segoe UI"/>
                <a:cs typeface="Segoe UI"/>
              </a:defRPr>
            </a:lvl7pPr>
            <a:lvl8pPr>
              <a:defRPr sz="2250" b="0">
                <a:solidFill>
                  <a:srgbClr val="192E3B"/>
                </a:solidFill>
                <a:latin typeface="Segoe UI"/>
                <a:ea typeface="Segoe UI"/>
                <a:cs typeface="Segoe UI"/>
              </a:defRPr>
            </a:lvl8pPr>
            <a:lvl9pPr>
              <a:defRPr sz="2250" b="0">
                <a:solidFill>
                  <a:srgbClr val="192E3B"/>
                </a:solidFill>
                <a:latin typeface="Segoe UI"/>
                <a:ea typeface="Segoe UI"/>
                <a:cs typeface="Segoe UI"/>
              </a:defRPr>
            </a:lvl9pPr>
          </a:lstStyle>
          <ns1:p xmlns:ns1="http://schemas.openxmlformats.org/drawingml/2006/main">
            <ns1:pPr>
              <ns1:defRPr sz="2250" b="0">
                <ns1:solidFill>
                  <ns1:srgbClr val="192E3B"/>
                </ns1:solidFill>
                <ns1:latin typeface="Segoe UI"/>
                <ns1:ea typeface="Segoe UI"/>
                <ns1:cs typeface="Segoe UI"/>
              </ns1:defRPr>
            </ns1:pPr>
            <ns1:r>
              <ns1:rPr sz="2250" b="0">
                <ns1:solidFill>
                  <ns1:srgbClr val="192E3B"/>
                </ns1:solidFill>
                <ns1:latin typeface="Segoe UI"/>
                <ns1:ea typeface="Segoe UI"/>
                <ns1:cs typeface="Segoe UI"/>
              </ns1:rPr>
              <ns1:t>The food label is not checked.</ns1:t>
            </ns1:r>
          </ns1:p>
          <ns2:p xmlns:ns2="http://schemas.openxmlformats.org/drawingml/2006/main">
            <ns2:pPr>
              <ns2:defRPr sz="2250" b="0">
                <ns2:solidFill>
                  <ns2:srgbClr val="192E3B"/>
                </ns2:solidFill>
                <ns2:latin typeface="Segoe UI"/>
                <ns2:ea typeface="Segoe UI"/>
                <ns2:cs typeface="Segoe UI"/>
              </ns2:defRPr>
            </ns2:pPr>
            <ns2:r>
              <ns2:rPr sz="2250" b="0">
                <ns2:solidFill>
                  <ns2:srgbClr val="192E3B"/>
                </ns2:solidFill>
                <ns2:latin typeface="Segoe UI"/>
                <ns2:ea typeface="Segoe UI"/>
                <ns2:cs typeface="Segoe UI"/>
              </ns2:rPr>
              <ns2:t>What now?</ns2:t>
            </ns2:r>
          </ns2:p>
          <ns3:p xmlns:ns3="http://schemas.openxmlformats.org/drawingml/2006/main">
            <ns3:pPr>
              <ns3:defRPr sz="2250" b="0">
                <ns3:solidFill>
                  <ns3:srgbClr val="192E3B"/>
                </ns3:solidFill>
                <ns3:latin typeface="Segoe UI"/>
                <ns3:ea typeface="Segoe UI"/>
                <ns3:cs typeface="Segoe UI"/>
              </ns3:defRPr>
            </ns3:pPr>
            <ns3:r>
              <ns3:rPr sz="2250" b="0">
                <ns3:solidFill>
                  <ns3:srgbClr val="192E3B"/>
                </ns3:solidFill>
                <ns3:latin typeface="Segoe UI"/>
                <ns3:ea typeface="Segoe UI"/>
                <ns3:cs typeface="Segoe UI"/>
              </ns3:rPr>
              <ns3:t/>
            </ns3:r>
          </ns3:p>
          <ns4:p xmlns:ns4="http://schemas.openxmlformats.org/drawingml/2006/main">
            <ns4:pPr>
              <ns4:defRPr sz="2250" b="0">
                <ns4:solidFill>
                  <ns4:srgbClr val="192E3B"/>
                </ns4:solidFill>
                <ns4:latin typeface="Segoe UI"/>
                <ns4:ea typeface="Segoe UI"/>
                <ns4:cs typeface="Segoe UI"/>
              </ns4:defRPr>
            </ns4:pPr>
            <ns4:r>
              <ns4:rPr sz="2250" b="0">
                <ns4:solidFill>
                  <ns4:srgbClr val="192E3B"/>
                </ns4:solidFill>
                <ns4:latin typeface="Segoe UI"/>
                <ns4:ea typeface="Segoe UI"/>
                <ns4:cs typeface="Segoe UI"/>
              </ns4:rPr>
              <ns4:t>A Put it out.</ns4:t>
            </ns4:r>
          </ns4:p>
          <ns5:p xmlns:ns5="http://schemas.openxmlformats.org/drawingml/2006/main">
            <ns5:pPr>
              <ns5:defRPr sz="2250" b="0">
                <ns5:solidFill>
                  <ns5:srgbClr val="192E3B"/>
                </ns5:solidFill>
                <ns5:latin typeface="Segoe UI"/>
                <ns5:ea typeface="Segoe UI"/>
                <ns5:cs typeface="Segoe UI"/>
              </ns5:defRPr>
            </ns5:pPr>
            <ns5:r>
              <ns5:rPr sz="2250" b="0">
                <ns5:solidFill>
                  <ns5:srgbClr val="192E3B"/>
                </ns5:solidFill>
                <ns5:latin typeface="Segoe UI"/>
                <ns5:ea typeface="Segoe UI"/>
                <ns5:cs typeface="Segoe UI"/>
              </ns5:rPr>
              <ns5:t>B Ask the adult.</ns5:t>
            </ns5:r>
          </ns5:p>
          <ns6:p xmlns:ns6="http://schemas.openxmlformats.org/drawingml/2006/main">
            <ns6:pPr>
              <ns6:defRPr sz="2250" b="0">
                <ns6:solidFill>
                  <ns6:srgbClr val="192E3B"/>
                </ns6:solidFill>
                <ns6:latin typeface="Segoe UI"/>
                <ns6:ea typeface="Segoe UI"/>
                <ns6:cs typeface="Segoe UI"/>
              </ns6:defRPr>
            </ns6:pPr>
            <ns6:r>
              <ns6:rPr sz="2250" b="0">
                <ns6:solidFill>
                  <ns6:srgbClr val="192E3B"/>
                </ns6:solidFill>
                <ns6:latin typeface="Segoe UI"/>
                <ns6:ea typeface="Segoe UI"/>
                <ns6:cs typeface="Segoe UI"/>
              </ns6:rPr>
              <ns6:t>C Guess it is right.</ns6:t>
            </ns6:r>
          </ns6:p>
          <ns7:p xmlns:ns7="http://schemas.openxmlformats.org/drawingml/2006/main">
            <ns7:pPr>
              <ns7:defRPr sz="2250" b="0">
                <ns7:solidFill>
                  <ns7:srgbClr val="192E3B"/>
                </ns7:solidFill>
                <ns7:latin typeface="Segoe UI"/>
                <ns7:ea typeface="Segoe UI"/>
                <ns7:cs typeface="Segoe UI"/>
              </ns7:defRPr>
            </ns7:pPr>
            <ns7:r>
              <ns7:rPr sz="2250" b="0">
                <ns7:solidFill>
                  <ns7:srgbClr val="192E3B"/>
                </ns7:solidFill>
                <ns7:latin typeface="Segoe UI"/>
                <ns7:ea typeface="Segoe UI"/>
                <ns7:cs typeface="Segoe UI"/>
              </ns7:rPr>
              <ns7:t/>
            </ns7:r>
          </ns7:p>
          <ns8:p xmlns:ns8="http://schemas.openxmlformats.org/drawingml/2006/main">
            <ns8:pPr>
              <ns8:defRPr sz="2250" b="0">
                <ns8:solidFill>
                  <ns8:srgbClr val="192E3B"/>
                </ns8:solidFill>
                <ns8:latin typeface="Segoe UI"/>
                <ns8:ea typeface="Segoe UI"/>
                <ns8:cs typeface="Segoe UI"/>
              </ns8:defRPr>
            </ns8:pPr>
            <ns8:r>
              <ns8:rPr sz="2250" b="0">
                <ns8:solidFill>
                  <ns8:srgbClr val="192E3B"/>
                </ns8:solidFill>
                <ns8:latin typeface="Segoe UI"/>
                <ns8:ea typeface="Segoe UI"/>
                <ns8:cs typeface="Segoe UI"/>
              </ns8:rPr>
              <ns8:t>I choose __ because __.</ns8:t>
            </ns8:r>
          </ns8:p>
        </p:txBody>
      </p:sp>
      <p:sp>
        <p:nvSpPr>
          <p:cNvPr id="7" name="model-assumption">
            <a:extLst xmlns:a="http://schemas.openxmlformats.org/drawingml/2006/main">
              <a:ext uri="{FF2B5EF4-FFF2-40B4-BE49-F238E27FC236}">
                <a16:creationId xmlns:a16="http://schemas.microsoft.com/office/drawing/2014/main" id="{DB27FA76-EC46-4D22-BDBA-F84DBBFBD961}"/>
              </a:ext>
            </a:extLst>
          </p:cNvPr>
          <p:cNvSpPr>
            <a:spLocks xmlns:a="http://schemas.openxmlformats.org/drawingml/2006/main" noGrp="1"/>
          </p:cNvSpPr>
          <p:nvPr/>
        </p:nvSpPr>
        <p:spPr>
          <a:xfrm xmlns:a="http://schemas.openxmlformats.org/drawingml/2006/main">
            <a:off x="533400" y="5619750"/>
            <a:ext cx="110013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725" b="0">
                <a:solidFill>
                  <a:srgbClr val="566574"/>
                </a:solidFill>
                <a:latin typeface="Segoe UI"/>
                <a:ea typeface="Segoe UI"/>
                <a:cs typeface="Segoe UI"/>
              </a:defRPr>
            </a:defPPr>
            <a:lvl1pPr>
              <a:defRPr sz="1725" b="0">
                <a:solidFill>
                  <a:srgbClr val="566574"/>
                </a:solidFill>
                <a:latin typeface="Segoe UI"/>
                <a:ea typeface="Segoe UI"/>
                <a:cs typeface="Segoe UI"/>
              </a:defRPr>
            </a:lvl1pPr>
            <a:lvl2pPr>
              <a:defRPr sz="1725" b="0">
                <a:solidFill>
                  <a:srgbClr val="566574"/>
                </a:solidFill>
                <a:latin typeface="Segoe UI"/>
                <a:ea typeface="Segoe UI"/>
                <a:cs typeface="Segoe UI"/>
              </a:defRPr>
            </a:lvl2pPr>
            <a:lvl3pPr>
              <a:defRPr sz="1725" b="0">
                <a:solidFill>
                  <a:srgbClr val="566574"/>
                </a:solidFill>
                <a:latin typeface="Segoe UI"/>
                <a:ea typeface="Segoe UI"/>
                <a:cs typeface="Segoe UI"/>
              </a:defRPr>
            </a:lvl3pPr>
            <a:lvl4pPr>
              <a:defRPr sz="1725" b="0">
                <a:solidFill>
                  <a:srgbClr val="566574"/>
                </a:solidFill>
                <a:latin typeface="Segoe UI"/>
                <a:ea typeface="Segoe UI"/>
                <a:cs typeface="Segoe UI"/>
              </a:defRPr>
            </a:lvl4pPr>
            <a:lvl5pPr>
              <a:defRPr sz="1725" b="0">
                <a:solidFill>
                  <a:srgbClr val="566574"/>
                </a:solidFill>
                <a:latin typeface="Segoe UI"/>
                <a:ea typeface="Segoe UI"/>
                <a:cs typeface="Segoe UI"/>
              </a:defRPr>
            </a:lvl5pPr>
            <a:lvl6pPr>
              <a:defRPr sz="1725" b="0">
                <a:solidFill>
                  <a:srgbClr val="566574"/>
                </a:solidFill>
                <a:latin typeface="Segoe UI"/>
                <a:ea typeface="Segoe UI"/>
                <a:cs typeface="Segoe UI"/>
              </a:defRPr>
            </a:lvl6pPr>
            <a:lvl7pPr>
              <a:defRPr sz="1725" b="0">
                <a:solidFill>
                  <a:srgbClr val="566574"/>
                </a:solidFill>
                <a:latin typeface="Segoe UI"/>
                <a:ea typeface="Segoe UI"/>
                <a:cs typeface="Segoe UI"/>
              </a:defRPr>
            </a:lvl7pPr>
            <a:lvl8pPr>
              <a:defRPr sz="1725" b="0">
                <a:solidFill>
                  <a:srgbClr val="566574"/>
                </a:solidFill>
                <a:latin typeface="Segoe UI"/>
                <a:ea typeface="Segoe UI"/>
                <a:cs typeface="Segoe UI"/>
              </a:defRPr>
            </a:lvl8pPr>
            <a:lvl9pPr>
              <a:defRPr sz="1725" b="0">
                <a:solidFill>
                  <a:srgbClr val="566574"/>
                </a:solidFill>
                <a:latin typeface="Segoe UI"/>
                <a:ea typeface="Segoe UI"/>
                <a:cs typeface="Segoe UI"/>
              </a:defRPr>
            </a:lvl9pPr>
          </a:lstStyle>
          <ns9:p xmlns:ns9="http://schemas.openxmlformats.org/drawingml/2006/main">
            <ns9:pPr>
              <ns9:defRPr sz="1725" b="0">
                <ns9:solidFill>
                  <ns9:srgbClr val="566574"/>
                </ns9:solidFill>
                <ns9:latin typeface="Segoe UI"/>
                <ns9:ea typeface="Segoe UI"/>
                <ns9:cs typeface="Segoe UI"/>
              </ns9:defRPr>
            </ns9:pPr>
            <ns9:r>
              <ns9:rPr sz="1725" b="0">
                <ns9:solidFill>
                  <ns9:srgbClr val="566574"/>
                </ns9:solidFill>
                <ns9:latin typeface="Segoe UI"/>
                <ns9:ea typeface="Segoe UI"/>
                <ns9:cs typeface="Segoe UI"/>
              </ns9:rPr>
              <ns9:t>B. Keep it out of use until the adult has checked it.</ns9:t>
            </ns9:r>
          </ns9:p>
        </p:txBody>
      </p:sp>
      <p:sp>
        <p:nvSpPr>
          <p:cNvPr id="8" name="credit">
            <a:extLst xmlns:a="http://schemas.openxmlformats.org/drawingml/2006/main">
              <a:ext uri="{FF2B5EF4-FFF2-40B4-BE49-F238E27FC236}">
                <a16:creationId xmlns:a16="http://schemas.microsoft.com/office/drawing/2014/main" id="{BAD5A6CD-CDD5-45B6-B2AF-C81A1C8739ED}"/>
              </a:ext>
            </a:extLst>
          </p:cNvPr>
          <p:cNvSpPr>
            <a:spLocks xmlns:a="http://schemas.openxmlformats.org/drawingml/2006/main" noGrp="1"/>
          </p:cNvSpPr>
          <p:nvPr/>
        </p:nvSpPr>
        <p:spPr>
          <a:xfrm xmlns:a="http://schemas.openxmlformats.org/drawingml/2006/main">
            <a:off x="533400" y="6515100"/>
            <a:ext cx="1104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788" b="0">
                <a:solidFill>
                  <a:srgbClr val="566574"/>
                </a:solidFill>
                <a:latin typeface="Segoe UI"/>
                <a:ea typeface="Segoe UI"/>
                <a:cs typeface="Segoe UI"/>
              </a:defRPr>
            </a:defPPr>
            <a:lvl1pPr>
              <a:defRPr sz="788" b="0">
                <a:solidFill>
                  <a:srgbClr val="566574"/>
                </a:solidFill>
                <a:latin typeface="Segoe UI"/>
                <a:ea typeface="Segoe UI"/>
                <a:cs typeface="Segoe UI"/>
              </a:defRPr>
            </a:lvl1pPr>
            <a:lvl2pPr>
              <a:defRPr sz="788" b="0">
                <a:solidFill>
                  <a:srgbClr val="566574"/>
                </a:solidFill>
                <a:latin typeface="Segoe UI"/>
                <a:ea typeface="Segoe UI"/>
                <a:cs typeface="Segoe UI"/>
              </a:defRPr>
            </a:lvl2pPr>
            <a:lvl3pPr>
              <a:defRPr sz="788" b="0">
                <a:solidFill>
                  <a:srgbClr val="566574"/>
                </a:solidFill>
                <a:latin typeface="Segoe UI"/>
                <a:ea typeface="Segoe UI"/>
                <a:cs typeface="Segoe UI"/>
              </a:defRPr>
            </a:lvl3pPr>
            <a:lvl4pPr>
              <a:defRPr sz="788" b="0">
                <a:solidFill>
                  <a:srgbClr val="566574"/>
                </a:solidFill>
                <a:latin typeface="Segoe UI"/>
                <a:ea typeface="Segoe UI"/>
                <a:cs typeface="Segoe UI"/>
              </a:defRPr>
            </a:lvl4pPr>
            <a:lvl5pPr>
              <a:defRPr sz="788" b="0">
                <a:solidFill>
                  <a:srgbClr val="566574"/>
                </a:solidFill>
                <a:latin typeface="Segoe UI"/>
                <a:ea typeface="Segoe UI"/>
                <a:cs typeface="Segoe UI"/>
              </a:defRPr>
            </a:lvl5pPr>
            <a:lvl6pPr>
              <a:defRPr sz="788" b="0">
                <a:solidFill>
                  <a:srgbClr val="566574"/>
                </a:solidFill>
                <a:latin typeface="Segoe UI"/>
                <a:ea typeface="Segoe UI"/>
                <a:cs typeface="Segoe UI"/>
              </a:defRPr>
            </a:lvl6pPr>
            <a:lvl7pPr>
              <a:defRPr sz="788" b="0">
                <a:solidFill>
                  <a:srgbClr val="566574"/>
                </a:solidFill>
                <a:latin typeface="Segoe UI"/>
                <a:ea typeface="Segoe UI"/>
                <a:cs typeface="Segoe UI"/>
              </a:defRPr>
            </a:lvl7pPr>
            <a:lvl8pPr>
              <a:defRPr sz="788" b="0">
                <a:solidFill>
                  <a:srgbClr val="566574"/>
                </a:solidFill>
                <a:latin typeface="Segoe UI"/>
                <a:ea typeface="Segoe UI"/>
                <a:cs typeface="Segoe UI"/>
              </a:defRPr>
            </a:lvl8pPr>
            <a:lvl9pPr>
              <a:defRPr sz="788" b="0">
                <a:solidFill>
                  <a:srgbClr val="566574"/>
                </a:solidFill>
                <a:latin typeface="Segoe UI"/>
                <a:ea typeface="Segoe UI"/>
                <a:cs typeface="Segoe UI"/>
              </a:defRPr>
            </a:lvl9pPr>
          </a:lstStyle>
          <ns14:p xmlns:ns14="http://schemas.openxmlformats.org/drawingml/2006/main">
            <ns14:pPr>
              <ns14:defRPr sz="788" b="0">
                <ns14:solidFill>
                  <ns14:srgbClr val="566574"/>
                </ns14:solidFill>
                <ns14:latin typeface="Segoe UI"/>
                <ns14:ea typeface="Segoe UI"/>
                <ns14:cs typeface="Segoe UI"/>
              </ns14:defRPr>
            </ns14:pPr>
            <ns14:r>
              <ns14:rPr sz="788" b="0">
                <ns14:solidFill>
                  <ns14:srgbClr val="566574"/>
                </ns14:solidFill>
                <ns14:latin typeface="Segoe UI"/>
                <ns14:ea typeface="Segoe UI"/>
                <ns14:cs typeface="Segoe UI"/>
              </ns14:rPr>
              <ns14:t>Made by Matt · © Matt Roper · CC BY-NC-SA 4.0: free for classroom use, share and adapt with credit, no resale</ns14:t>
            </ns14:r>
          </ns14:p>
        </p:txBody>
      </p:sp>
      <p:sp>
        <p:nvSpPr>
          <p:cNvPr id="9" name="page-number">
            <a:extLst xmlns:a="http://schemas.openxmlformats.org/drawingml/2006/main">
              <a:ext uri="{FF2B5EF4-FFF2-40B4-BE49-F238E27FC236}">
                <a16:creationId xmlns:a16="http://schemas.microsoft.com/office/drawing/2014/main" id="{20389BA4-B63F-434B-85B4-39BBFF0DD811}"/>
              </a:ext>
            </a:extLst>
          </p:cNvPr>
          <p:cNvSpPr>
            <a:spLocks xmlns:a="http://schemas.openxmlformats.org/drawingml/2006/main" noGrp="1"/>
          </p:cNvSpPr>
          <p:nvPr/>
        </p:nvSpPr>
        <p:spPr>
          <a:xfrm xmlns:a="http://schemas.openxmlformats.org/drawingml/2006/main">
            <a:off x="11144250" y="62103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defRPr sz="1050" b="0">
                <a:solidFill>
                  <a:srgbClr val="566574"/>
                </a:solidFill>
                <a:latin typeface="Segoe UI"/>
                <a:ea typeface="Segoe UI"/>
                <a:cs typeface="Segoe UI"/>
              </a:defRPr>
            </a:lvl1pPr>
            <a:lvl2pPr>
              <a:defRPr sz="1050" b="0">
                <a:solidFill>
                  <a:srgbClr val="566574"/>
                </a:solidFill>
                <a:latin typeface="Segoe UI"/>
                <a:ea typeface="Segoe UI"/>
                <a:cs typeface="Segoe UI"/>
              </a:defRPr>
            </a:lvl2pPr>
            <a:lvl3pPr>
              <a:defRPr sz="1050" b="0">
                <a:solidFill>
                  <a:srgbClr val="566574"/>
                </a:solidFill>
                <a:latin typeface="Segoe UI"/>
                <a:ea typeface="Segoe UI"/>
                <a:cs typeface="Segoe UI"/>
              </a:defRPr>
            </a:lvl3pPr>
            <a:lvl4pPr>
              <a:defRPr sz="1050" b="0">
                <a:solidFill>
                  <a:srgbClr val="566574"/>
                </a:solidFill>
                <a:latin typeface="Segoe UI"/>
                <a:ea typeface="Segoe UI"/>
                <a:cs typeface="Segoe UI"/>
              </a:defRPr>
            </a:lvl4pPr>
            <a:lvl5pPr>
              <a:defRPr sz="1050" b="0">
                <a:solidFill>
                  <a:srgbClr val="566574"/>
                </a:solidFill>
                <a:latin typeface="Segoe UI"/>
                <a:ea typeface="Segoe UI"/>
                <a:cs typeface="Segoe UI"/>
              </a:defRPr>
            </a:lvl5pPr>
            <a:lvl6pPr>
              <a:defRPr sz="1050" b="0">
                <a:solidFill>
                  <a:srgbClr val="566574"/>
                </a:solidFill>
                <a:latin typeface="Segoe UI"/>
                <a:ea typeface="Segoe UI"/>
                <a:cs typeface="Segoe UI"/>
              </a:defRPr>
            </a:lvl6pPr>
            <a:lvl7pPr>
              <a:defRPr sz="1050" b="0">
                <a:solidFill>
                  <a:srgbClr val="566574"/>
                </a:solidFill>
                <a:latin typeface="Segoe UI"/>
                <a:ea typeface="Segoe UI"/>
                <a:cs typeface="Segoe UI"/>
              </a:defRPr>
            </a:lvl7pPr>
            <a:lvl8pPr>
              <a:defRPr sz="1050" b="0">
                <a:solidFill>
                  <a:srgbClr val="566574"/>
                </a:solidFill>
                <a:latin typeface="Segoe UI"/>
                <a:ea typeface="Segoe UI"/>
                <a:cs typeface="Segoe UI"/>
              </a:defRPr>
            </a:lvl8pPr>
            <a:lvl9pPr>
              <a:defRPr sz="1050" b="0">
                <a:solidFill>
                  <a:srgbClr val="566574"/>
                </a:solidFill>
                <a:latin typeface="Segoe UI"/>
                <a:ea typeface="Segoe UI"/>
                <a:cs typeface="Segoe UI"/>
              </a:defRPr>
            </a:lvl9pPr>
          </a:lstStyle>
          <ns13:p xmlns:ns13="http://schemas.openxmlformats.org/drawingml/2006/main">
            <ns13:pPr>
              <ns13:defRPr sz="1050" b="0">
                <ns13:solidFill>
                  <ns13:srgbClr val="566574"/>
                </ns13:solidFill>
                <ns13:latin typeface="Segoe UI"/>
                <ns13:ea typeface="Segoe UI"/>
                <ns13:cs typeface="Segoe UI"/>
              </ns13:defRPr>
            </ns13:pPr>
            <ns13:r>
              <ns13:rPr sz="1050" b="0">
                <ns13:solidFill>
                  <ns13:srgbClr val="566574"/>
                </ns13:solidFill>
                <ns13:latin typeface="Segoe UI"/>
                <ns13:ea typeface="Segoe UI"/>
                <ns13:cs typeface="Segoe UI"/>
              </ns13:rPr>
              <ns13:t>06</ns13:t>
            </ns13:r>
          </ns13:p>
        </p:txBody>
      </p:sp>
    </p:spTree>
    <p:extLst>
      <p:ext uri="{BB962C8B-B14F-4D97-AF65-F5344CB8AC3E}">
        <p14:creationId xmlns:p14="http://schemas.microsoft.com/office/powerpoint/2010/main" val="69147644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lesson-code">
            <a:extLst xmlns:a="http://schemas.openxmlformats.org/drawingml/2006/main">
              <a:ext uri="{FF2B5EF4-FFF2-40B4-BE49-F238E27FC236}">
                <a16:creationId xmlns:a16="http://schemas.microsoft.com/office/drawing/2014/main" id="{E0C4F682-5281-4E6A-BE8E-B2F870C7A72A}"/>
              </a:ext>
            </a:extLst>
          </p:cNvPr>
          <p:cNvSpPr>
            <a:spLocks xmlns:a="http://schemas.openxmlformats.org/drawingml/2006/main" noGrp="1"/>
          </p:cNvSpPr>
          <p:nvPr/>
        </p:nvSpPr>
        <p:spPr>
          <a:xfrm xmlns:a="http://schemas.openxmlformats.org/drawingml/2006/main">
            <a:off x="533400" y="1905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defRPr sz="1200" b="0">
                <a:solidFill>
                  <a:srgbClr val="566574"/>
                </a:solidFill>
                <a:latin typeface="Segoe UI"/>
                <a:ea typeface="Segoe UI"/>
                <a:cs typeface="Segoe UI"/>
              </a:defRPr>
            </a:lvl1pPr>
            <a:lvl2pPr>
              <a:defRPr sz="1200" b="0">
                <a:solidFill>
                  <a:srgbClr val="566574"/>
                </a:solidFill>
                <a:latin typeface="Segoe UI"/>
                <a:ea typeface="Segoe UI"/>
                <a:cs typeface="Segoe UI"/>
              </a:defRPr>
            </a:lvl2pPr>
            <a:lvl3pPr>
              <a:defRPr sz="1200" b="0">
                <a:solidFill>
                  <a:srgbClr val="566574"/>
                </a:solidFill>
                <a:latin typeface="Segoe UI"/>
                <a:ea typeface="Segoe UI"/>
                <a:cs typeface="Segoe UI"/>
              </a:defRPr>
            </a:lvl3pPr>
            <a:lvl4pPr>
              <a:defRPr sz="1200" b="0">
                <a:solidFill>
                  <a:srgbClr val="566574"/>
                </a:solidFill>
                <a:latin typeface="Segoe UI"/>
                <a:ea typeface="Segoe UI"/>
                <a:cs typeface="Segoe UI"/>
              </a:defRPr>
            </a:lvl4pPr>
            <a:lvl5pPr>
              <a:defRPr sz="1200" b="0">
                <a:solidFill>
                  <a:srgbClr val="566574"/>
                </a:solidFill>
                <a:latin typeface="Segoe UI"/>
                <a:ea typeface="Segoe UI"/>
                <a:cs typeface="Segoe UI"/>
              </a:defRPr>
            </a:lvl5pPr>
            <a:lvl6pPr>
              <a:defRPr sz="1200" b="0">
                <a:solidFill>
                  <a:srgbClr val="566574"/>
                </a:solidFill>
                <a:latin typeface="Segoe UI"/>
                <a:ea typeface="Segoe UI"/>
                <a:cs typeface="Segoe UI"/>
              </a:defRPr>
            </a:lvl6pPr>
            <a:lvl7pPr>
              <a:defRPr sz="1200" b="0">
                <a:solidFill>
                  <a:srgbClr val="566574"/>
                </a:solidFill>
                <a:latin typeface="Segoe UI"/>
                <a:ea typeface="Segoe UI"/>
                <a:cs typeface="Segoe UI"/>
              </a:defRPr>
            </a:lvl7pPr>
            <a:lvl8pPr>
              <a:defRPr sz="1200" b="0">
                <a:solidFill>
                  <a:srgbClr val="566574"/>
                </a:solidFill>
                <a:latin typeface="Segoe UI"/>
                <a:ea typeface="Segoe UI"/>
                <a:cs typeface="Segoe UI"/>
              </a:defRPr>
            </a:lvl8pPr>
            <a:lvl9pPr>
              <a:defRPr sz="1200" b="0">
                <a:solidFill>
                  <a:srgbClr val="566574"/>
                </a:solidFill>
                <a:latin typeface="Segoe UI"/>
                <a:ea typeface="Segoe UI"/>
                <a:cs typeface="Segoe UI"/>
              </a:defRPr>
            </a:lvl9pPr>
          </a:lstStyle>
          <ns5:p xmlns:ns5="http://schemas.openxmlformats.org/drawingml/2006/main">
            <ns5:pPr>
              <ns5:defRPr sz="1200" b="0">
                <ns5:solidFill>
                  <ns5:srgbClr val="566574"/>
                </ns5:solidFill>
                <ns5:latin typeface="Segoe UI"/>
                <ns5:ea typeface="Segoe UI"/>
                <ns5:cs typeface="Segoe UI"/>
              </ns5:defRPr>
            </ns5:pPr>
            <ns5:r>
              <ns5:rPr sz="1200" b="0">
                <ns5:solidFill>
                  <ns5:srgbClr val="566574"/>
                </ns5:solidFill>
                <ns5:latin typeface="Segoe UI"/>
                <ns5:ea typeface="Segoe UI"/>
                <ns5:cs typeface="Segoe UI"/>
              </ns5:rPr>
              <ns5:t>COMM-GROW-A2-W04  ·  Lesson 9</ns5:t>
            </ns5:r>
          </ns5:p>
        </p:txBody>
      </p:sp>
      <p:sp>
        <p:nvSpPr>
          <p:cNvPr id="2" name="edition">
            <a:extLst xmlns:a="http://schemas.openxmlformats.org/drawingml/2006/main">
              <a:ext uri="{FF2B5EF4-FFF2-40B4-BE49-F238E27FC236}">
                <a16:creationId xmlns:a16="http://schemas.microsoft.com/office/drawing/2014/main" id="{DBC84076-3018-4ED9-AA50-CC4CA0140D14}"/>
              </a:ext>
            </a:extLst>
          </p:cNvPr>
          <p:cNvSpPr>
            <a:spLocks xmlns:a="http://schemas.openxmlformats.org/drawingml/2006/main" noGrp="1"/>
          </p:cNvSpPr>
          <p:nvPr/>
        </p:nvSpPr>
        <p:spPr>
          <a:xfrm xmlns:a="http://schemas.openxmlformats.org/drawingml/2006/main">
            <a:off x="7620000" y="190500"/>
            <a:ext cx="4048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defRPr sz="1050" b="0">
                <a:solidFill>
                  <a:srgbClr val="566574"/>
                </a:solidFill>
                <a:latin typeface="Segoe UI"/>
                <a:ea typeface="Segoe UI"/>
                <a:cs typeface="Segoe UI"/>
              </a:defRPr>
            </a:lvl1pPr>
            <a:lvl2pPr>
              <a:defRPr sz="1050" b="0">
                <a:solidFill>
                  <a:srgbClr val="566574"/>
                </a:solidFill>
                <a:latin typeface="Segoe UI"/>
                <a:ea typeface="Segoe UI"/>
                <a:cs typeface="Segoe UI"/>
              </a:defRPr>
            </a:lvl2pPr>
            <a:lvl3pPr>
              <a:defRPr sz="1050" b="0">
                <a:solidFill>
                  <a:srgbClr val="566574"/>
                </a:solidFill>
                <a:latin typeface="Segoe UI"/>
                <a:ea typeface="Segoe UI"/>
                <a:cs typeface="Segoe UI"/>
              </a:defRPr>
            </a:lvl3pPr>
            <a:lvl4pPr>
              <a:defRPr sz="1050" b="0">
                <a:solidFill>
                  <a:srgbClr val="566574"/>
                </a:solidFill>
                <a:latin typeface="Segoe UI"/>
                <a:ea typeface="Segoe UI"/>
                <a:cs typeface="Segoe UI"/>
              </a:defRPr>
            </a:lvl4pPr>
            <a:lvl5pPr>
              <a:defRPr sz="1050" b="0">
                <a:solidFill>
                  <a:srgbClr val="566574"/>
                </a:solidFill>
                <a:latin typeface="Segoe UI"/>
                <a:ea typeface="Segoe UI"/>
                <a:cs typeface="Segoe UI"/>
              </a:defRPr>
            </a:lvl5pPr>
            <a:lvl6pPr>
              <a:defRPr sz="1050" b="0">
                <a:solidFill>
                  <a:srgbClr val="566574"/>
                </a:solidFill>
                <a:latin typeface="Segoe UI"/>
                <a:ea typeface="Segoe UI"/>
                <a:cs typeface="Segoe UI"/>
              </a:defRPr>
            </a:lvl6pPr>
            <a:lvl7pPr>
              <a:defRPr sz="1050" b="0">
                <a:solidFill>
                  <a:srgbClr val="566574"/>
                </a:solidFill>
                <a:latin typeface="Segoe UI"/>
                <a:ea typeface="Segoe UI"/>
                <a:cs typeface="Segoe UI"/>
              </a:defRPr>
            </a:lvl7pPr>
            <a:lvl8pPr>
              <a:defRPr sz="1050" b="0">
                <a:solidFill>
                  <a:srgbClr val="566574"/>
                </a:solidFill>
                <a:latin typeface="Segoe UI"/>
                <a:ea typeface="Segoe UI"/>
                <a:cs typeface="Segoe UI"/>
              </a:defRPr>
            </a:lvl8pPr>
            <a:lvl9pPr>
              <a:defRPr sz="1050" b="0">
                <a:solidFill>
                  <a:srgbClr val="566574"/>
                </a:solidFill>
                <a:latin typeface="Segoe UI"/>
                <a:ea typeface="Segoe UI"/>
                <a:cs typeface="Segoe UI"/>
              </a:defRPr>
            </a:lvl9pPr>
          </a:lstStyle>
          <ns6:p xmlns:ns6="http://schemas.openxmlformats.org/drawingml/2006/main">
            <ns6:pPr>
              <ns6:defRPr sz="1050" b="0">
                <ns6:solidFill>
                  <ns6:srgbClr val="566574"/>
                </ns6:solidFill>
                <ns6:latin typeface="Segoe UI"/>
                <ns6:ea typeface="Segoe UI"/>
                <ns6:cs typeface="Segoe UI"/>
              </ns6:defRPr>
            </ns6:pPr>
            <ns6:r>
              <ns6:rPr sz="1050" b="0">
                <ns6:solidFill>
                  <ns6:srgbClr val="566574"/>
                </ns6:solidFill>
                <ns6:latin typeface="Segoe UI"/>
                <ns6:ea typeface="Segoe UI"/>
                <ns6:cs typeface="Segoe UI"/>
              </ns6:rPr>
              <ns6:t>Public edition</ns6:t>
            </ns6:r>
          </ns6:p>
        </p:txBody>
      </p:sp>
      <p:sp>
        <p:nvSpPr>
          <p:cNvPr id="3" name="stage-title">
            <a:extLst xmlns:a="http://schemas.openxmlformats.org/drawingml/2006/main">
              <a:ext uri="{FF2B5EF4-FFF2-40B4-BE49-F238E27FC236}">
                <a16:creationId xmlns:a16="http://schemas.microsoft.com/office/drawing/2014/main" id="{AB0C6E98-4F77-4EC8-9067-F0449D14F98F}"/>
              </a:ext>
            </a:extLst>
          </p:cNvPr>
          <p:cNvSpPr>
            <a:spLocks xmlns:a="http://schemas.openxmlformats.org/drawingml/2006/main" noGrp="1"/>
          </p:cNvSpPr>
          <p:nvPr/>
        </p:nvSpPr>
        <p:spPr>
          <a:xfrm xmlns:a="http://schemas.openxmlformats.org/drawingml/2006/main">
            <a:off x="533400" y="590550"/>
            <a:ext cx="11029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3300" b="1">
                <a:solidFill>
                  <a:srgbClr val="345D70"/>
                </a:solidFill>
                <a:latin typeface="Segoe UI"/>
                <a:ea typeface="Segoe UI"/>
                <a:cs typeface="Segoe UI"/>
              </a:defRPr>
            </a:defPPr>
            <a:lvl1pPr>
              <a:defRPr sz="3300" b="1">
                <a:solidFill>
                  <a:srgbClr val="345D70"/>
                </a:solidFill>
                <a:latin typeface="Segoe UI"/>
                <a:ea typeface="Segoe UI"/>
                <a:cs typeface="Segoe UI"/>
              </a:defRPr>
            </a:lvl1pPr>
            <a:lvl2pPr>
              <a:defRPr sz="3300" b="1">
                <a:solidFill>
                  <a:srgbClr val="345D70"/>
                </a:solidFill>
                <a:latin typeface="Segoe UI"/>
                <a:ea typeface="Segoe UI"/>
                <a:cs typeface="Segoe UI"/>
              </a:defRPr>
            </a:lvl2pPr>
            <a:lvl3pPr>
              <a:defRPr sz="3300" b="1">
                <a:solidFill>
                  <a:srgbClr val="345D70"/>
                </a:solidFill>
                <a:latin typeface="Segoe UI"/>
                <a:ea typeface="Segoe UI"/>
                <a:cs typeface="Segoe UI"/>
              </a:defRPr>
            </a:lvl3pPr>
            <a:lvl4pPr>
              <a:defRPr sz="3300" b="1">
                <a:solidFill>
                  <a:srgbClr val="345D70"/>
                </a:solidFill>
                <a:latin typeface="Segoe UI"/>
                <a:ea typeface="Segoe UI"/>
                <a:cs typeface="Segoe UI"/>
              </a:defRPr>
            </a:lvl4pPr>
            <a:lvl5pPr>
              <a:defRPr sz="3300" b="1">
                <a:solidFill>
                  <a:srgbClr val="345D70"/>
                </a:solidFill>
                <a:latin typeface="Segoe UI"/>
                <a:ea typeface="Segoe UI"/>
                <a:cs typeface="Segoe UI"/>
              </a:defRPr>
            </a:lvl5pPr>
            <a:lvl6pPr>
              <a:defRPr sz="3300" b="1">
                <a:solidFill>
                  <a:srgbClr val="345D70"/>
                </a:solidFill>
                <a:latin typeface="Segoe UI"/>
                <a:ea typeface="Segoe UI"/>
                <a:cs typeface="Segoe UI"/>
              </a:defRPr>
            </a:lvl6pPr>
            <a:lvl7pPr>
              <a:defRPr sz="3300" b="1">
                <a:solidFill>
                  <a:srgbClr val="345D70"/>
                </a:solidFill>
                <a:latin typeface="Segoe UI"/>
                <a:ea typeface="Segoe UI"/>
                <a:cs typeface="Segoe UI"/>
              </a:defRPr>
            </a:lvl7pPr>
            <a:lvl8pPr>
              <a:defRPr sz="3300" b="1">
                <a:solidFill>
                  <a:srgbClr val="345D70"/>
                </a:solidFill>
                <a:latin typeface="Segoe UI"/>
                <a:ea typeface="Segoe UI"/>
                <a:cs typeface="Segoe UI"/>
              </a:defRPr>
            </a:lvl8pPr>
            <a:lvl9pPr>
              <a:defRPr sz="3300" b="1">
                <a:solidFill>
                  <a:srgbClr val="345D70"/>
                </a:solidFill>
                <a:latin typeface="Segoe UI"/>
                <a:ea typeface="Segoe UI"/>
                <a:cs typeface="Segoe UI"/>
              </a:defRPr>
            </a:lvl9pPr>
          </a:lstStyle>
          <ns4:p xmlns:ns4="http://schemas.openxmlformats.org/drawingml/2006/main">
            <ns4:pPr>
              <ns4:defRPr sz="3300" b="1">
                <ns4:solidFill>
                  <ns4:srgbClr val="345D70"/>
                </ns4:solidFill>
                <ns4:latin typeface="Segoe UI"/>
                <ns4:ea typeface="Segoe UI"/>
                <ns4:cs typeface="Segoe UI"/>
              </ns4:defRPr>
            </ns4:pPr>
            <ns4:r>
              <ns4:rPr sz="3300" b="1">
                <ns4:solidFill>
                  <ns4:srgbClr val="345D70"/>
                </ns4:solidFill>
                <ns4:latin typeface="Segoe UI"/>
                <ns4:ea typeface="Segoe UI"/>
                <ns4:cs typeface="Segoe UI"/>
              </ns4:rPr>
              <ns4:t>YOU DO in your book</ns4:t>
            </ns4:r>
          </ns4:p>
        </p:txBody>
      </p:sp>
      <p:sp>
        <p:nvSpPr>
          <p:cNvPr id="4" name="task-main">
            <a:extLst xmlns:a="http://schemas.openxmlformats.org/drawingml/2006/main">
              <a:ext uri="{FF2B5EF4-FFF2-40B4-BE49-F238E27FC236}">
                <a16:creationId xmlns:a16="http://schemas.microsoft.com/office/drawing/2014/main" id="{2B159760-1615-4BCD-AB48-9D3E74B25B28}"/>
              </a:ext>
            </a:extLst>
          </p:cNvPr>
          <p:cNvSpPr>
            <a:spLocks xmlns:a="http://schemas.openxmlformats.org/drawingml/2006/main" noGrp="1"/>
          </p:cNvSpPr>
          <p:nvPr/>
        </p:nvSpPr>
        <p:spPr>
          <a:xfrm xmlns:a="http://schemas.openxmlformats.org/drawingml/2006/main">
            <a:off x="533400" y="1476375"/>
            <a:ext cx="11049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250" b="0">
                <a:solidFill>
                  <a:srgbClr val="192E3B"/>
                </a:solidFill>
                <a:latin typeface="Segoe UI"/>
                <a:ea typeface="Segoe UI"/>
                <a:cs typeface="Segoe UI"/>
              </a:defRPr>
            </a:defPPr>
            <a:lvl1pPr>
              <a:defRPr sz="2250" b="0">
                <a:solidFill>
                  <a:srgbClr val="192E3B"/>
                </a:solidFill>
                <a:latin typeface="Segoe UI"/>
                <a:ea typeface="Segoe UI"/>
                <a:cs typeface="Segoe UI"/>
              </a:defRPr>
            </a:lvl1pPr>
            <a:lvl2pPr>
              <a:defRPr sz="2250" b="0">
                <a:solidFill>
                  <a:srgbClr val="192E3B"/>
                </a:solidFill>
                <a:latin typeface="Segoe UI"/>
                <a:ea typeface="Segoe UI"/>
                <a:cs typeface="Segoe UI"/>
              </a:defRPr>
            </a:lvl2pPr>
            <a:lvl3pPr>
              <a:defRPr sz="2250" b="0">
                <a:solidFill>
                  <a:srgbClr val="192E3B"/>
                </a:solidFill>
                <a:latin typeface="Segoe UI"/>
                <a:ea typeface="Segoe UI"/>
                <a:cs typeface="Segoe UI"/>
              </a:defRPr>
            </a:lvl3pPr>
            <a:lvl4pPr>
              <a:defRPr sz="2250" b="0">
                <a:solidFill>
                  <a:srgbClr val="192E3B"/>
                </a:solidFill>
                <a:latin typeface="Segoe UI"/>
                <a:ea typeface="Segoe UI"/>
                <a:cs typeface="Segoe UI"/>
              </a:defRPr>
            </a:lvl4pPr>
            <a:lvl5pPr>
              <a:defRPr sz="2250" b="0">
                <a:solidFill>
                  <a:srgbClr val="192E3B"/>
                </a:solidFill>
                <a:latin typeface="Segoe UI"/>
                <a:ea typeface="Segoe UI"/>
                <a:cs typeface="Segoe UI"/>
              </a:defRPr>
            </a:lvl5pPr>
            <a:lvl6pPr>
              <a:defRPr sz="2250" b="0">
                <a:solidFill>
                  <a:srgbClr val="192E3B"/>
                </a:solidFill>
                <a:latin typeface="Segoe UI"/>
                <a:ea typeface="Segoe UI"/>
                <a:cs typeface="Segoe UI"/>
              </a:defRPr>
            </a:lvl6pPr>
            <a:lvl7pPr>
              <a:defRPr sz="2250" b="0">
                <a:solidFill>
                  <a:srgbClr val="192E3B"/>
                </a:solidFill>
                <a:latin typeface="Segoe UI"/>
                <a:ea typeface="Segoe UI"/>
                <a:cs typeface="Segoe UI"/>
              </a:defRPr>
            </a:lvl7pPr>
            <a:lvl8pPr>
              <a:defRPr sz="2250" b="0">
                <a:solidFill>
                  <a:srgbClr val="192E3B"/>
                </a:solidFill>
                <a:latin typeface="Segoe UI"/>
                <a:ea typeface="Segoe UI"/>
                <a:cs typeface="Segoe UI"/>
              </a:defRPr>
            </a:lvl8pPr>
            <a:lvl9pPr>
              <a:defRPr sz="2250" b="0">
                <a:solidFill>
                  <a:srgbClr val="192E3B"/>
                </a:solidFill>
                <a:latin typeface="Segoe UI"/>
                <a:ea typeface="Segoe UI"/>
                <a:cs typeface="Segoe UI"/>
              </a:defRPr>
            </a:lvl9pPr>
          </a:lstStyle>
          <ns0:p xmlns:ns0="http://schemas.openxmlformats.org/drawingml/2006/main">
            <ns0:pPr>
              <ns0:defRPr sz="2250" b="0">
                <ns0:solidFill>
                  <ns0:srgbClr val="192E3B"/>
                </ns0:solidFill>
                <ns0:latin typeface="Segoe UI"/>
                <ns0:ea typeface="Segoe UI"/>
                <ns0:cs typeface="Segoe UI"/>
              </ns0:defRPr>
            </ns0:pPr>
            <ns0:r>
              <ns0:rPr sz="2250" b="0">
                <ns0:solidFill>
                  <ns0:srgbClr val="192E3B"/>
                </ns0:solidFill>
                <ns0:latin typeface="Segoe UI"/>
                <ns0:ea typeface="Segoe UI"/>
                <ns0:cs typeface="Segoe UI"/>
              </ns0:rPr>
              <ns0:t>Choose one final job.</ns0:t>
            </ns0:r>
          </ns0:p>
          <ns1:p xmlns:ns1="http://schemas.openxmlformats.org/drawingml/2006/main">
            <ns1:pPr>
              <ns1:defRPr sz="2250" b="0">
                <ns1:solidFill>
                  <ns1:srgbClr val="192E3B"/>
                </ns1:solidFill>
                <ns1:latin typeface="Segoe UI"/>
                <ns1:ea typeface="Segoe UI"/>
                <ns1:cs typeface="Segoe UI"/>
              </ns1:defRPr>
            </ns1:pPr>
            <ns1:r>
              <ns1:rPr sz="2250" b="0">
                <ns1:solidFill>
                  <ns1:srgbClr val="192E3B"/>
                </ns1:solidFill>
                <ns1:latin typeface="Segoe UI"/>
                <ns1:ea typeface="Segoe UI"/>
                <ns1:cs typeface="Segoe UI"/>
              </ns1:rPr>
              <ns1:t>Use its role card and a real project record.</ns1:t>
            </ns1:r>
          </ns1:p>
          <ns2:p xmlns:ns2="http://schemas.openxmlformats.org/drawingml/2006/main">
            <ns2:pPr>
              <ns2:defRPr sz="2250" b="0">
                <ns2:solidFill>
                  <ns2:srgbClr val="192E3B"/>
                </ns2:solidFill>
                <ns2:latin typeface="Segoe UI"/>
                <ns2:ea typeface="Segoe UI"/>
                <ns2:cs typeface="Segoe UI"/>
              </ns2:defRPr>
            </ns2:pPr>
            <ns2:r>
              <ns2:rPr sz="2250" b="0">
                <ns2:solidFill>
                  <ns2:srgbClr val="192E3B"/>
                </ns2:solidFill>
                <ns2:latin typeface="Segoe UI"/>
                <ns2:ea typeface="Segoe UI"/>
                <ns2:cs typeface="Segoe UI"/>
              </ns2:rPr>
              <ns2:t>Plan your steps in your book.</ns2:t>
            </ns2:r>
          </ns2:p>
          <ns3:p xmlns:ns3="http://schemas.openxmlformats.org/drawingml/2006/main">
            <ns3:pPr>
              <ns3:defRPr sz="2250" b="0">
                <ns3:solidFill>
                  <ns3:srgbClr val="192E3B"/>
                </ns3:solidFill>
                <ns3:latin typeface="Segoe UI"/>
                <ns3:ea typeface="Segoe UI"/>
                <ns3:cs typeface="Segoe UI"/>
              </ns3:defRPr>
            </ns3:pPr>
            <ns3:r>
              <ns3:rPr sz="2250" b="0">
                <ns3:solidFill>
                  <ns3:srgbClr val="192E3B"/>
                </ns3:solidFill>
                <ns3:latin typeface="Segoe UI"/>
                <ns3:ea typeface="Segoe UI"/>
                <ns3:cs typeface="Segoe UI"/>
              </ns3:rPr>
              <ns3:t>My job is __. First I will __.</ns3:t>
            </ns3:r>
          </ns3:p>
        </p:txBody>
      </p:sp>
      <p:sp>
        <p:nvSpPr>
          <p:cNvPr id="5" name="route-SUPPORTED">
            <a:extLst xmlns:a="http://schemas.openxmlformats.org/drawingml/2006/main">
              <a:ext uri="{FF2B5EF4-FFF2-40B4-BE49-F238E27FC236}">
                <a16:creationId xmlns:a16="http://schemas.microsoft.com/office/drawing/2014/main" id="{3A1C00C8-DE7A-4CDD-A4E2-501F2712992D}"/>
              </a:ext>
            </a:extLst>
          </p:cNvPr>
          <p:cNvSpPr>
            <a:spLocks xmlns:a="http://schemas.openxmlformats.org/drawingml/2006/main" noGrp="1"/>
          </p:cNvSpPr>
          <p:nvPr/>
        </p:nvSpPr>
        <p:spPr>
          <a:xfrm xmlns:a="http://schemas.openxmlformats.org/drawingml/2006/main">
            <a:off x="533400" y="3524250"/>
            <a:ext cx="3476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1">
                <a:solidFill>
                  <a:srgbClr val="345D70"/>
                </a:solidFill>
                <a:latin typeface="Segoe UI"/>
                <a:ea typeface="Segoe UI"/>
                <a:cs typeface="Segoe UI"/>
              </a:defRPr>
            </a:defPPr>
            <a:lvl1pPr>
              <a:defRPr sz="1800" b="1">
                <a:solidFill>
                  <a:srgbClr val="345D70"/>
                </a:solidFill>
                <a:latin typeface="Segoe UI"/>
                <a:ea typeface="Segoe UI"/>
                <a:cs typeface="Segoe UI"/>
              </a:defRPr>
            </a:lvl1pPr>
            <a:lvl2pPr>
              <a:defRPr sz="1800" b="1">
                <a:solidFill>
                  <a:srgbClr val="345D70"/>
                </a:solidFill>
                <a:latin typeface="Segoe UI"/>
                <a:ea typeface="Segoe UI"/>
                <a:cs typeface="Segoe UI"/>
              </a:defRPr>
            </a:lvl2pPr>
            <a:lvl3pPr>
              <a:defRPr sz="1800" b="1">
                <a:solidFill>
                  <a:srgbClr val="345D70"/>
                </a:solidFill>
                <a:latin typeface="Segoe UI"/>
                <a:ea typeface="Segoe UI"/>
                <a:cs typeface="Segoe UI"/>
              </a:defRPr>
            </a:lvl3pPr>
            <a:lvl4pPr>
              <a:defRPr sz="1800" b="1">
                <a:solidFill>
                  <a:srgbClr val="345D70"/>
                </a:solidFill>
                <a:latin typeface="Segoe UI"/>
                <a:ea typeface="Segoe UI"/>
                <a:cs typeface="Segoe UI"/>
              </a:defRPr>
            </a:lvl4pPr>
            <a:lvl5pPr>
              <a:defRPr sz="1800" b="1">
                <a:solidFill>
                  <a:srgbClr val="345D70"/>
                </a:solidFill>
                <a:latin typeface="Segoe UI"/>
                <a:ea typeface="Segoe UI"/>
                <a:cs typeface="Segoe UI"/>
              </a:defRPr>
            </a:lvl5pPr>
            <a:lvl6pPr>
              <a:defRPr sz="1800" b="1">
                <a:solidFill>
                  <a:srgbClr val="345D70"/>
                </a:solidFill>
                <a:latin typeface="Segoe UI"/>
                <a:ea typeface="Segoe UI"/>
                <a:cs typeface="Segoe UI"/>
              </a:defRPr>
            </a:lvl6pPr>
            <a:lvl7pPr>
              <a:defRPr sz="1800" b="1">
                <a:solidFill>
                  <a:srgbClr val="345D70"/>
                </a:solidFill>
                <a:latin typeface="Segoe UI"/>
                <a:ea typeface="Segoe UI"/>
                <a:cs typeface="Segoe UI"/>
              </a:defRPr>
            </a:lvl7pPr>
            <a:lvl8pPr>
              <a:defRPr sz="1800" b="1">
                <a:solidFill>
                  <a:srgbClr val="345D70"/>
                </a:solidFill>
                <a:latin typeface="Segoe UI"/>
                <a:ea typeface="Segoe UI"/>
                <a:cs typeface="Segoe UI"/>
              </a:defRPr>
            </a:lvl8pPr>
            <a:lvl9pPr>
              <a:defRPr sz="1800" b="1">
                <a:solidFill>
                  <a:srgbClr val="345D70"/>
                </a:solidFill>
                <a:latin typeface="Segoe UI"/>
                <a:ea typeface="Segoe UI"/>
                <a:cs typeface="Segoe UI"/>
              </a:defRPr>
            </a:lvl9pPr>
          </a:lstStyle>
          <a:p xmlns:a="http://schemas.openxmlformats.org/drawingml/2006/main">
            <a:pPr>
              <a:defRPr sz="1800" b="1">
                <a:solidFill>
                  <a:srgbClr val="345D70"/>
                </a:solidFill>
                <a:latin typeface="Segoe UI"/>
                <a:ea typeface="Segoe UI"/>
                <a:cs typeface="Segoe UI"/>
              </a:defRPr>
            </a:pPr>
            <a:r>
              <a:rPr sz="1800" b="1">
                <a:solidFill>
                  <a:srgbClr val="345D70"/>
                </a:solidFill>
                <a:latin typeface="Segoe UI"/>
                <a:ea typeface="Segoe UI"/>
                <a:cs typeface="Segoe UI"/>
              </a:rPr>
              <a:t>SUPPORTED</a:t>
            </a:r>
          </a:p>
        </p:txBody>
      </p:sp>
      <p:sp>
        <p:nvSpPr>
          <p:cNvPr id="6" name="route-rule-SUPPORTED">
            <a:extLst xmlns:a="http://schemas.openxmlformats.org/drawingml/2006/main">
              <a:ext uri="{FF2B5EF4-FFF2-40B4-BE49-F238E27FC236}">
                <a16:creationId xmlns:a16="http://schemas.microsoft.com/office/drawing/2014/main" id="{BE1365CA-5AEB-42CE-B673-EDEBC5C313AA}"/>
              </a:ext>
            </a:extLst>
          </p:cNvPr>
          <p:cNvSpPr>
            <a:spLocks xmlns:a="http://schemas.openxmlformats.org/drawingml/2006/main" noGrp="1"/>
          </p:cNvSpPr>
          <p:nvPr/>
        </p:nvSpPr>
        <p:spPr>
          <a:xfrm xmlns:a="http://schemas.openxmlformats.org/drawingml/2006/main">
            <a:off x="533400" y="3971925"/>
            <a:ext cx="3476625" cy="19050"/>
          </a:xfrm>
          <a:prstGeom xmlns:a="http://schemas.openxmlformats.org/drawingml/2006/main" prst="rect">
            <a:avLst/>
          </a:prstGeom>
          <a:solidFill xmlns:a="http://schemas.openxmlformats.org/drawingml/2006/main">
            <a:srgbClr val="CDD8DD"/>
          </a:solidFill>
          <a:ln xmlns:a="http://schemas.openxmlformats.org/drawingml/2006/main" w="0">
            <a:noFill/>
            <a:prstDash val="solid"/>
          </a:ln>
        </p:spPr>
      </p:sp>
      <p:sp>
        <p:nvSpPr>
          <p:cNvPr id="7" name="route-body-SUPPORTED">
            <a:extLst xmlns:a="http://schemas.openxmlformats.org/drawingml/2006/main">
              <a:ext uri="{FF2B5EF4-FFF2-40B4-BE49-F238E27FC236}">
                <a16:creationId xmlns:a16="http://schemas.microsoft.com/office/drawing/2014/main" id="{B7623DBD-8563-455A-AD2C-FE0357E582C3}"/>
              </a:ext>
            </a:extLst>
          </p:cNvPr>
          <p:cNvSpPr>
            <a:spLocks xmlns:a="http://schemas.openxmlformats.org/drawingml/2006/main" noGrp="1"/>
          </p:cNvSpPr>
          <p:nvPr/>
        </p:nvSpPr>
        <p:spPr>
          <a:xfrm xmlns:a="http://schemas.openxmlformats.org/drawingml/2006/main">
            <a:off x="533400" y="4200525"/>
            <a:ext cx="3476625"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0">
                <a:solidFill>
                  <a:srgbClr val="192E3B"/>
                </a:solidFill>
                <a:latin typeface="Segoe UI"/>
                <a:ea typeface="Segoe UI"/>
                <a:cs typeface="Segoe UI"/>
              </a:defRPr>
            </a:defPPr>
            <a:lvl1pPr>
              <a:defRPr sz="1800" b="0">
                <a:solidFill>
                  <a:srgbClr val="192E3B"/>
                </a:solidFill>
                <a:latin typeface="Segoe UI"/>
                <a:ea typeface="Segoe UI"/>
                <a:cs typeface="Segoe UI"/>
              </a:defRPr>
            </a:lvl1pPr>
            <a:lvl2pPr>
              <a:defRPr sz="1800" b="0">
                <a:solidFill>
                  <a:srgbClr val="192E3B"/>
                </a:solidFill>
                <a:latin typeface="Segoe UI"/>
                <a:ea typeface="Segoe UI"/>
                <a:cs typeface="Segoe UI"/>
              </a:defRPr>
            </a:lvl2pPr>
            <a:lvl3pPr>
              <a:defRPr sz="1800" b="0">
                <a:solidFill>
                  <a:srgbClr val="192E3B"/>
                </a:solidFill>
                <a:latin typeface="Segoe UI"/>
                <a:ea typeface="Segoe UI"/>
                <a:cs typeface="Segoe UI"/>
              </a:defRPr>
            </a:lvl3pPr>
            <a:lvl4pPr>
              <a:defRPr sz="1800" b="0">
                <a:solidFill>
                  <a:srgbClr val="192E3B"/>
                </a:solidFill>
                <a:latin typeface="Segoe UI"/>
                <a:ea typeface="Segoe UI"/>
                <a:cs typeface="Segoe UI"/>
              </a:defRPr>
            </a:lvl4pPr>
            <a:lvl5pPr>
              <a:defRPr sz="1800" b="0">
                <a:solidFill>
                  <a:srgbClr val="192E3B"/>
                </a:solidFill>
                <a:latin typeface="Segoe UI"/>
                <a:ea typeface="Segoe UI"/>
                <a:cs typeface="Segoe UI"/>
              </a:defRPr>
            </a:lvl5pPr>
            <a:lvl6pPr>
              <a:defRPr sz="1800" b="0">
                <a:solidFill>
                  <a:srgbClr val="192E3B"/>
                </a:solidFill>
                <a:latin typeface="Segoe UI"/>
                <a:ea typeface="Segoe UI"/>
                <a:cs typeface="Segoe UI"/>
              </a:defRPr>
            </a:lvl6pPr>
            <a:lvl7pPr>
              <a:defRPr sz="1800" b="0">
                <a:solidFill>
                  <a:srgbClr val="192E3B"/>
                </a:solidFill>
                <a:latin typeface="Segoe UI"/>
                <a:ea typeface="Segoe UI"/>
                <a:cs typeface="Segoe UI"/>
              </a:defRPr>
            </a:lvl7pPr>
            <a:lvl8pPr>
              <a:defRPr sz="1800" b="0">
                <a:solidFill>
                  <a:srgbClr val="192E3B"/>
                </a:solidFill>
                <a:latin typeface="Segoe UI"/>
                <a:ea typeface="Segoe UI"/>
                <a:cs typeface="Segoe UI"/>
              </a:defRPr>
            </a:lvl8pPr>
            <a:lvl9pPr>
              <a:defRPr sz="1800" b="0">
                <a:solidFill>
                  <a:srgbClr val="192E3B"/>
                </a:solidFill>
                <a:latin typeface="Segoe UI"/>
                <a:ea typeface="Segoe UI"/>
                <a:cs typeface="Segoe UI"/>
              </a:defRPr>
            </a:lvl9pPr>
          </a:lstStyle>
          <ns9:p xmlns:ns9="http://schemas.openxmlformats.org/drawingml/2006/main">
            <ns9:pPr>
              <ns9:defRPr sz="1800" b="0">
                <ns9:solidFill>
                  <ns9:srgbClr val="192E3B"/>
                </ns9:solidFill>
                <ns9:latin typeface="Segoe UI"/>
                <ns9:ea typeface="Segoe UI"/>
                <ns9:cs typeface="Segoe UI"/>
              </ns9:defRPr>
            </ns9:pPr>
            <ns9:r>
              <ns9:rPr sz="1800" b="0">
                <ns9:solidFill>
                  <ns9:srgbClr val="192E3B"/>
                </ns9:solidFill>
                <ns9:latin typeface="Segoe UI"/>
                <ns9:ea typeface="Segoe UI"/>
                <ns9:cs typeface="Segoe UI"/>
              </ns9:rPr>
              <ns9:t>Choose from two role cards. Point or tell your steps.</ns9:t>
            </ns9:r>
          </ns9:p>
          <ns10:p xmlns:ns10="http://schemas.openxmlformats.org/drawingml/2006/main">
            <ns10:pPr>
              <ns10:defRPr sz="1800" b="0">
                <ns10:solidFill>
                  <ns10:srgbClr val="192E3B"/>
                </ns10:solidFill>
                <ns10:latin typeface="Segoe UI"/>
                <ns10:ea typeface="Segoe UI"/>
                <ns10:cs typeface="Segoe UI"/>
              </ns10:defRPr>
            </ns10:pPr>
            <ns10:r>
              <ns10:rPr sz="1800" b="0">
                <ns10:solidFill>
                  <ns10:srgbClr val="192E3B"/>
                </ns10:solidFill>
                <ns10:latin typeface="Segoe UI"/>
                <ns10:ea typeface="Segoe UI"/>
                <ns10:cs typeface="Segoe UI"/>
              </ns10:rPr>
              <ns10:t/>
            </ns10:r>
          </ns10:p>
          <ns11:p xmlns:ns11="http://schemas.openxmlformats.org/drawingml/2006/main">
            <ns11:pPr>
              <ns11:defRPr sz="1800" b="0">
                <ns11:solidFill>
                  <ns11:srgbClr val="192E3B"/>
                </ns11:solidFill>
                <ns11:latin typeface="Segoe UI"/>
                <ns11:ea typeface="Segoe UI"/>
                <ns11:cs typeface="Segoe UI"/>
              </ns11:defRPr>
            </ns11:pPr>
            <ns11:r>
              <ns11:rPr sz="1800" b="0">
                <ns11:solidFill>
                  <ns11:srgbClr val="192E3B"/>
                </ns11:solidFill>
                <ns11:latin typeface="Segoe UI"/>
                <ns11:ea typeface="Segoe UI"/>
                <ns11:cs typeface="Segoe UI"/>
              </ns11:rPr>
              <ns11:t>My job is __. First I __.</ns11:t>
            </ns11:r>
          </ns11:p>
        </p:txBody>
      </p:sp>
      <p:sp>
        <p:nvSpPr>
          <p:cNvPr id="8" name="route-STANDARD">
            <a:extLst xmlns:a="http://schemas.openxmlformats.org/drawingml/2006/main">
              <a:ext uri="{FF2B5EF4-FFF2-40B4-BE49-F238E27FC236}">
                <a16:creationId xmlns:a16="http://schemas.microsoft.com/office/drawing/2014/main" id="{9DB3FA0E-5CFE-48B0-81D9-60D07FE14457}"/>
              </a:ext>
            </a:extLst>
          </p:cNvPr>
          <p:cNvSpPr>
            <a:spLocks xmlns:a="http://schemas.openxmlformats.org/drawingml/2006/main" noGrp="1"/>
          </p:cNvSpPr>
          <p:nvPr/>
        </p:nvSpPr>
        <p:spPr>
          <a:xfrm xmlns:a="http://schemas.openxmlformats.org/drawingml/2006/main">
            <a:off x="4314825" y="3524250"/>
            <a:ext cx="3476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1">
                <a:solidFill>
                  <a:srgbClr val="345D70"/>
                </a:solidFill>
                <a:latin typeface="Segoe UI"/>
                <a:ea typeface="Segoe UI"/>
                <a:cs typeface="Segoe UI"/>
              </a:defRPr>
            </a:defPPr>
            <a:lvl1pPr>
              <a:defRPr sz="1800" b="1">
                <a:solidFill>
                  <a:srgbClr val="345D70"/>
                </a:solidFill>
                <a:latin typeface="Segoe UI"/>
                <a:ea typeface="Segoe UI"/>
                <a:cs typeface="Segoe UI"/>
              </a:defRPr>
            </a:lvl1pPr>
            <a:lvl2pPr>
              <a:defRPr sz="1800" b="1">
                <a:solidFill>
                  <a:srgbClr val="345D70"/>
                </a:solidFill>
                <a:latin typeface="Segoe UI"/>
                <a:ea typeface="Segoe UI"/>
                <a:cs typeface="Segoe UI"/>
              </a:defRPr>
            </a:lvl2pPr>
            <a:lvl3pPr>
              <a:defRPr sz="1800" b="1">
                <a:solidFill>
                  <a:srgbClr val="345D70"/>
                </a:solidFill>
                <a:latin typeface="Segoe UI"/>
                <a:ea typeface="Segoe UI"/>
                <a:cs typeface="Segoe UI"/>
              </a:defRPr>
            </a:lvl3pPr>
            <a:lvl4pPr>
              <a:defRPr sz="1800" b="1">
                <a:solidFill>
                  <a:srgbClr val="345D70"/>
                </a:solidFill>
                <a:latin typeface="Segoe UI"/>
                <a:ea typeface="Segoe UI"/>
                <a:cs typeface="Segoe UI"/>
              </a:defRPr>
            </a:lvl4pPr>
            <a:lvl5pPr>
              <a:defRPr sz="1800" b="1">
                <a:solidFill>
                  <a:srgbClr val="345D70"/>
                </a:solidFill>
                <a:latin typeface="Segoe UI"/>
                <a:ea typeface="Segoe UI"/>
                <a:cs typeface="Segoe UI"/>
              </a:defRPr>
            </a:lvl5pPr>
            <a:lvl6pPr>
              <a:defRPr sz="1800" b="1">
                <a:solidFill>
                  <a:srgbClr val="345D70"/>
                </a:solidFill>
                <a:latin typeface="Segoe UI"/>
                <a:ea typeface="Segoe UI"/>
                <a:cs typeface="Segoe UI"/>
              </a:defRPr>
            </a:lvl6pPr>
            <a:lvl7pPr>
              <a:defRPr sz="1800" b="1">
                <a:solidFill>
                  <a:srgbClr val="345D70"/>
                </a:solidFill>
                <a:latin typeface="Segoe UI"/>
                <a:ea typeface="Segoe UI"/>
                <a:cs typeface="Segoe UI"/>
              </a:defRPr>
            </a:lvl7pPr>
            <a:lvl8pPr>
              <a:defRPr sz="1800" b="1">
                <a:solidFill>
                  <a:srgbClr val="345D70"/>
                </a:solidFill>
                <a:latin typeface="Segoe UI"/>
                <a:ea typeface="Segoe UI"/>
                <a:cs typeface="Segoe UI"/>
              </a:defRPr>
            </a:lvl8pPr>
            <a:lvl9pPr>
              <a:defRPr sz="1800" b="1">
                <a:solidFill>
                  <a:srgbClr val="345D70"/>
                </a:solidFill>
                <a:latin typeface="Segoe UI"/>
                <a:ea typeface="Segoe UI"/>
                <a:cs typeface="Segoe UI"/>
              </a:defRPr>
            </a:lvl9pPr>
          </a:lstStyle>
          <a:p xmlns:a="http://schemas.openxmlformats.org/drawingml/2006/main">
            <a:pPr>
              <a:defRPr sz="1800" b="1">
                <a:solidFill>
                  <a:srgbClr val="345D70"/>
                </a:solidFill>
                <a:latin typeface="Segoe UI"/>
                <a:ea typeface="Segoe UI"/>
                <a:cs typeface="Segoe UI"/>
              </a:defRPr>
            </a:pPr>
            <a:r>
              <a:rPr sz="1800" b="1">
                <a:solidFill>
                  <a:srgbClr val="345D70"/>
                </a:solidFill>
                <a:latin typeface="Segoe UI"/>
                <a:ea typeface="Segoe UI"/>
                <a:cs typeface="Segoe UI"/>
              </a:rPr>
              <a:t>STANDARD</a:t>
            </a:r>
          </a:p>
        </p:txBody>
      </p:sp>
      <p:sp>
        <p:nvSpPr>
          <p:cNvPr id="9" name="route-rule-STANDARD">
            <a:extLst xmlns:a="http://schemas.openxmlformats.org/drawingml/2006/main">
              <a:ext uri="{FF2B5EF4-FFF2-40B4-BE49-F238E27FC236}">
                <a16:creationId xmlns:a16="http://schemas.microsoft.com/office/drawing/2014/main" id="{98CCEC1F-F6F5-40E0-9A7B-68C410CC4A65}"/>
              </a:ext>
            </a:extLst>
          </p:cNvPr>
          <p:cNvSpPr>
            <a:spLocks xmlns:a="http://schemas.openxmlformats.org/drawingml/2006/main" noGrp="1"/>
          </p:cNvSpPr>
          <p:nvPr/>
        </p:nvSpPr>
        <p:spPr>
          <a:xfrm xmlns:a="http://schemas.openxmlformats.org/drawingml/2006/main">
            <a:off x="4314825" y="3971925"/>
            <a:ext cx="3476625" cy="19050"/>
          </a:xfrm>
          <a:prstGeom xmlns:a="http://schemas.openxmlformats.org/drawingml/2006/main" prst="rect">
            <a:avLst/>
          </a:prstGeom>
          <a:solidFill xmlns:a="http://schemas.openxmlformats.org/drawingml/2006/main">
            <a:srgbClr val="CDD8DD"/>
          </a:solidFill>
          <a:ln xmlns:a="http://schemas.openxmlformats.org/drawingml/2006/main" w="0">
            <a:noFill/>
            <a:prstDash val="solid"/>
          </a:ln>
        </p:spPr>
      </p:sp>
      <p:sp>
        <p:nvSpPr>
          <p:cNvPr id="10" name="route-body-STANDARD">
            <a:extLst xmlns:a="http://schemas.openxmlformats.org/drawingml/2006/main">
              <a:ext uri="{FF2B5EF4-FFF2-40B4-BE49-F238E27FC236}">
                <a16:creationId xmlns:a16="http://schemas.microsoft.com/office/drawing/2014/main" id="{30D87C39-EDA1-478B-A213-7CF4F4EC28E5}"/>
              </a:ext>
            </a:extLst>
          </p:cNvPr>
          <p:cNvSpPr>
            <a:spLocks xmlns:a="http://schemas.openxmlformats.org/drawingml/2006/main" noGrp="1"/>
          </p:cNvSpPr>
          <p:nvPr/>
        </p:nvSpPr>
        <p:spPr>
          <a:xfrm xmlns:a="http://schemas.openxmlformats.org/drawingml/2006/main">
            <a:off x="4314825" y="4200525"/>
            <a:ext cx="3476625"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0">
                <a:solidFill>
                  <a:srgbClr val="192E3B"/>
                </a:solidFill>
                <a:latin typeface="Segoe UI"/>
                <a:ea typeface="Segoe UI"/>
                <a:cs typeface="Segoe UI"/>
              </a:defRPr>
            </a:defPPr>
            <a:lvl1pPr>
              <a:defRPr sz="1800" b="0">
                <a:solidFill>
                  <a:srgbClr val="192E3B"/>
                </a:solidFill>
                <a:latin typeface="Segoe UI"/>
                <a:ea typeface="Segoe UI"/>
                <a:cs typeface="Segoe UI"/>
              </a:defRPr>
            </a:lvl1pPr>
            <a:lvl2pPr>
              <a:defRPr sz="1800" b="0">
                <a:solidFill>
                  <a:srgbClr val="192E3B"/>
                </a:solidFill>
                <a:latin typeface="Segoe UI"/>
                <a:ea typeface="Segoe UI"/>
                <a:cs typeface="Segoe UI"/>
              </a:defRPr>
            </a:lvl2pPr>
            <a:lvl3pPr>
              <a:defRPr sz="1800" b="0">
                <a:solidFill>
                  <a:srgbClr val="192E3B"/>
                </a:solidFill>
                <a:latin typeface="Segoe UI"/>
                <a:ea typeface="Segoe UI"/>
                <a:cs typeface="Segoe UI"/>
              </a:defRPr>
            </a:lvl3pPr>
            <a:lvl4pPr>
              <a:defRPr sz="1800" b="0">
                <a:solidFill>
                  <a:srgbClr val="192E3B"/>
                </a:solidFill>
                <a:latin typeface="Segoe UI"/>
                <a:ea typeface="Segoe UI"/>
                <a:cs typeface="Segoe UI"/>
              </a:defRPr>
            </a:lvl4pPr>
            <a:lvl5pPr>
              <a:defRPr sz="1800" b="0">
                <a:solidFill>
                  <a:srgbClr val="192E3B"/>
                </a:solidFill>
                <a:latin typeface="Segoe UI"/>
                <a:ea typeface="Segoe UI"/>
                <a:cs typeface="Segoe UI"/>
              </a:defRPr>
            </a:lvl5pPr>
            <a:lvl6pPr>
              <a:defRPr sz="1800" b="0">
                <a:solidFill>
                  <a:srgbClr val="192E3B"/>
                </a:solidFill>
                <a:latin typeface="Segoe UI"/>
                <a:ea typeface="Segoe UI"/>
                <a:cs typeface="Segoe UI"/>
              </a:defRPr>
            </a:lvl6pPr>
            <a:lvl7pPr>
              <a:defRPr sz="1800" b="0">
                <a:solidFill>
                  <a:srgbClr val="192E3B"/>
                </a:solidFill>
                <a:latin typeface="Segoe UI"/>
                <a:ea typeface="Segoe UI"/>
                <a:cs typeface="Segoe UI"/>
              </a:defRPr>
            </a:lvl7pPr>
            <a:lvl8pPr>
              <a:defRPr sz="1800" b="0">
                <a:solidFill>
                  <a:srgbClr val="192E3B"/>
                </a:solidFill>
                <a:latin typeface="Segoe UI"/>
                <a:ea typeface="Segoe UI"/>
                <a:cs typeface="Segoe UI"/>
              </a:defRPr>
            </a:lvl8pPr>
            <a:lvl9pPr>
              <a:defRPr sz="1800" b="0">
                <a:solidFill>
                  <a:srgbClr val="192E3B"/>
                </a:solidFill>
                <a:latin typeface="Segoe UI"/>
                <a:ea typeface="Segoe UI"/>
                <a:cs typeface="Segoe UI"/>
              </a:defRPr>
            </a:lvl9pPr>
          </a:lstStyle>
          <ns12:p xmlns:ns12="http://schemas.openxmlformats.org/drawingml/2006/main">
            <ns12:pPr>
              <ns12:defRPr sz="1800" b="0">
                <ns12:solidFill>
                  <ns12:srgbClr val="192E3B"/>
                </ns12:solidFill>
                <ns12:latin typeface="Segoe UI"/>
                <ns12:ea typeface="Segoe UI"/>
                <ns12:cs typeface="Segoe UI"/>
              </ns12:defRPr>
            </ns12:pPr>
            <ns12:r>
              <ns12:rPr sz="1800" b="0">
                <ns12:solidFill>
                  <ns12:srgbClr val="192E3B"/>
                </ns12:solidFill>
                <ns12:latin typeface="Segoe UI"/>
                <ns12:ea typeface="Segoe UI"/>
                <ns12:cs typeface="Segoe UI"/>
              </ns12:rPr>
              <ns12:t>Plan your job and its finish check.</ns12:t>
            </ns12:r>
          </ns12:p>
          <ns13:p xmlns:ns13="http://schemas.openxmlformats.org/drawingml/2006/main">
            <ns13:pPr>
              <ns13:defRPr sz="1800" b="0">
                <ns13:solidFill>
                  <ns13:srgbClr val="192E3B"/>
                </ns13:solidFill>
                <ns13:latin typeface="Segoe UI"/>
                <ns13:ea typeface="Segoe UI"/>
                <ns13:cs typeface="Segoe UI"/>
              </ns13:defRPr>
            </ns13:pPr>
            <ns13:r>
              <ns13:rPr sz="1800" b="0">
                <ns13:solidFill>
                  <ns13:srgbClr val="192E3B"/>
                </ns13:solidFill>
                <ns13:latin typeface="Segoe UI"/>
                <ns13:ea typeface="Segoe UI"/>
                <ns13:cs typeface="Segoe UI"/>
              </ns13:rPr>
              <ns13:t/>
            </ns13:r>
          </ns13:p>
          <ns14:p xmlns:ns14="http://schemas.openxmlformats.org/drawingml/2006/main">
            <ns14:pPr>
              <ns14:defRPr sz="1800" b="0">
                <ns14:solidFill>
                  <ns14:srgbClr val="192E3B"/>
                </ns14:solidFill>
                <ns14:latin typeface="Segoe UI"/>
                <ns14:ea typeface="Segoe UI"/>
                <ns14:cs typeface="Segoe UI"/>
              </ns14:defRPr>
            </ns14:pPr>
            <ns14:r>
              <ns14:rPr sz="1800" b="0">
                <ns14:solidFill>
                  <ns14:srgbClr val="192E3B"/>
                </ns14:solidFill>
                <ns14:latin typeface="Segoe UI"/>
                <ns14:ea typeface="Segoe UI"/>
                <ns14:cs typeface="Segoe UI"/>
              </ns14:rPr>
              <ns14:t>My job is done when __.</ns14:t>
            </ns14:r>
          </ns14:p>
        </p:txBody>
      </p:sp>
      <p:sp>
        <p:nvSpPr>
          <p:cNvPr id="11" name="route-STRETCH">
            <a:extLst xmlns:a="http://schemas.openxmlformats.org/drawingml/2006/main">
              <a:ext uri="{FF2B5EF4-FFF2-40B4-BE49-F238E27FC236}">
                <a16:creationId xmlns:a16="http://schemas.microsoft.com/office/drawing/2014/main" id="{8CE2E9E8-FFD2-4B83-8239-53D05AEB055F}"/>
              </a:ext>
            </a:extLst>
          </p:cNvPr>
          <p:cNvSpPr>
            <a:spLocks xmlns:a="http://schemas.openxmlformats.org/drawingml/2006/main" noGrp="1"/>
          </p:cNvSpPr>
          <p:nvPr/>
        </p:nvSpPr>
        <p:spPr>
          <a:xfrm xmlns:a="http://schemas.openxmlformats.org/drawingml/2006/main">
            <a:off x="8096250" y="3524250"/>
            <a:ext cx="3476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1">
                <a:solidFill>
                  <a:srgbClr val="345D70"/>
                </a:solidFill>
                <a:latin typeface="Segoe UI"/>
                <a:ea typeface="Segoe UI"/>
                <a:cs typeface="Segoe UI"/>
              </a:defRPr>
            </a:defPPr>
            <a:lvl1pPr>
              <a:defRPr sz="1800" b="1">
                <a:solidFill>
                  <a:srgbClr val="345D70"/>
                </a:solidFill>
                <a:latin typeface="Segoe UI"/>
                <a:ea typeface="Segoe UI"/>
                <a:cs typeface="Segoe UI"/>
              </a:defRPr>
            </a:lvl1pPr>
            <a:lvl2pPr>
              <a:defRPr sz="1800" b="1">
                <a:solidFill>
                  <a:srgbClr val="345D70"/>
                </a:solidFill>
                <a:latin typeface="Segoe UI"/>
                <a:ea typeface="Segoe UI"/>
                <a:cs typeface="Segoe UI"/>
              </a:defRPr>
            </a:lvl2pPr>
            <a:lvl3pPr>
              <a:defRPr sz="1800" b="1">
                <a:solidFill>
                  <a:srgbClr val="345D70"/>
                </a:solidFill>
                <a:latin typeface="Segoe UI"/>
                <a:ea typeface="Segoe UI"/>
                <a:cs typeface="Segoe UI"/>
              </a:defRPr>
            </a:lvl3pPr>
            <a:lvl4pPr>
              <a:defRPr sz="1800" b="1">
                <a:solidFill>
                  <a:srgbClr val="345D70"/>
                </a:solidFill>
                <a:latin typeface="Segoe UI"/>
                <a:ea typeface="Segoe UI"/>
                <a:cs typeface="Segoe UI"/>
              </a:defRPr>
            </a:lvl4pPr>
            <a:lvl5pPr>
              <a:defRPr sz="1800" b="1">
                <a:solidFill>
                  <a:srgbClr val="345D70"/>
                </a:solidFill>
                <a:latin typeface="Segoe UI"/>
                <a:ea typeface="Segoe UI"/>
                <a:cs typeface="Segoe UI"/>
              </a:defRPr>
            </a:lvl5pPr>
            <a:lvl6pPr>
              <a:defRPr sz="1800" b="1">
                <a:solidFill>
                  <a:srgbClr val="345D70"/>
                </a:solidFill>
                <a:latin typeface="Segoe UI"/>
                <a:ea typeface="Segoe UI"/>
                <a:cs typeface="Segoe UI"/>
              </a:defRPr>
            </a:lvl6pPr>
            <a:lvl7pPr>
              <a:defRPr sz="1800" b="1">
                <a:solidFill>
                  <a:srgbClr val="345D70"/>
                </a:solidFill>
                <a:latin typeface="Segoe UI"/>
                <a:ea typeface="Segoe UI"/>
                <a:cs typeface="Segoe UI"/>
              </a:defRPr>
            </a:lvl7pPr>
            <a:lvl8pPr>
              <a:defRPr sz="1800" b="1">
                <a:solidFill>
                  <a:srgbClr val="345D70"/>
                </a:solidFill>
                <a:latin typeface="Segoe UI"/>
                <a:ea typeface="Segoe UI"/>
                <a:cs typeface="Segoe UI"/>
              </a:defRPr>
            </a:lvl8pPr>
            <a:lvl9pPr>
              <a:defRPr sz="1800" b="1">
                <a:solidFill>
                  <a:srgbClr val="345D70"/>
                </a:solidFill>
                <a:latin typeface="Segoe UI"/>
                <a:ea typeface="Segoe UI"/>
                <a:cs typeface="Segoe UI"/>
              </a:defRPr>
            </a:lvl9pPr>
          </a:lstStyle>
          <a:p xmlns:a="http://schemas.openxmlformats.org/drawingml/2006/main">
            <a:pPr>
              <a:defRPr sz="1800" b="1">
                <a:solidFill>
                  <a:srgbClr val="345D70"/>
                </a:solidFill>
                <a:latin typeface="Segoe UI"/>
                <a:ea typeface="Segoe UI"/>
                <a:cs typeface="Segoe UI"/>
              </a:defRPr>
            </a:pPr>
            <a:r>
              <a:rPr sz="1800" b="1">
                <a:solidFill>
                  <a:srgbClr val="345D70"/>
                </a:solidFill>
                <a:latin typeface="Segoe UI"/>
                <a:ea typeface="Segoe UI"/>
                <a:cs typeface="Segoe UI"/>
              </a:rPr>
              <a:t>STRETCH</a:t>
            </a:r>
          </a:p>
        </p:txBody>
      </p:sp>
      <p:sp>
        <p:nvSpPr>
          <p:cNvPr id="12" name="route-rule-STRETCH">
            <a:extLst xmlns:a="http://schemas.openxmlformats.org/drawingml/2006/main">
              <a:ext uri="{FF2B5EF4-FFF2-40B4-BE49-F238E27FC236}">
                <a16:creationId xmlns:a16="http://schemas.microsoft.com/office/drawing/2014/main" id="{A9F8715D-25AA-4710-B67B-5C46CE890000}"/>
              </a:ext>
            </a:extLst>
          </p:cNvPr>
          <p:cNvSpPr>
            <a:spLocks xmlns:a="http://schemas.openxmlformats.org/drawingml/2006/main" noGrp="1"/>
          </p:cNvSpPr>
          <p:nvPr/>
        </p:nvSpPr>
        <p:spPr>
          <a:xfrm xmlns:a="http://schemas.openxmlformats.org/drawingml/2006/main">
            <a:off x="8096250" y="3971925"/>
            <a:ext cx="3476625" cy="19050"/>
          </a:xfrm>
          <a:prstGeom xmlns:a="http://schemas.openxmlformats.org/drawingml/2006/main" prst="rect">
            <a:avLst/>
          </a:prstGeom>
          <a:solidFill xmlns:a="http://schemas.openxmlformats.org/drawingml/2006/main">
            <a:srgbClr val="CDD8DD"/>
          </a:solidFill>
          <a:ln xmlns:a="http://schemas.openxmlformats.org/drawingml/2006/main" w="0">
            <a:noFill/>
            <a:prstDash val="solid"/>
          </a:ln>
        </p:spPr>
      </p:sp>
      <p:sp>
        <p:nvSpPr>
          <p:cNvPr id="13" name="route-body-STRETCH">
            <a:extLst xmlns:a="http://schemas.openxmlformats.org/drawingml/2006/main">
              <a:ext uri="{FF2B5EF4-FFF2-40B4-BE49-F238E27FC236}">
                <a16:creationId xmlns:a16="http://schemas.microsoft.com/office/drawing/2014/main" id="{D2DBABA1-6B8E-450A-87E0-3476280A69FF}"/>
              </a:ext>
            </a:extLst>
          </p:cNvPr>
          <p:cNvSpPr>
            <a:spLocks xmlns:a="http://schemas.openxmlformats.org/drawingml/2006/main" noGrp="1"/>
          </p:cNvSpPr>
          <p:nvPr/>
        </p:nvSpPr>
        <p:spPr>
          <a:xfrm xmlns:a="http://schemas.openxmlformats.org/drawingml/2006/main">
            <a:off x="8096250" y="4200525"/>
            <a:ext cx="3476625"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0">
                <a:solidFill>
                  <a:srgbClr val="192E3B"/>
                </a:solidFill>
                <a:latin typeface="Segoe UI"/>
                <a:ea typeface="Segoe UI"/>
                <a:cs typeface="Segoe UI"/>
              </a:defRPr>
            </a:defPPr>
            <a:lvl1pPr>
              <a:defRPr sz="1800" b="0">
                <a:solidFill>
                  <a:srgbClr val="192E3B"/>
                </a:solidFill>
                <a:latin typeface="Segoe UI"/>
                <a:ea typeface="Segoe UI"/>
                <a:cs typeface="Segoe UI"/>
              </a:defRPr>
            </a:lvl1pPr>
            <a:lvl2pPr>
              <a:defRPr sz="1800" b="0">
                <a:solidFill>
                  <a:srgbClr val="192E3B"/>
                </a:solidFill>
                <a:latin typeface="Segoe UI"/>
                <a:ea typeface="Segoe UI"/>
                <a:cs typeface="Segoe UI"/>
              </a:defRPr>
            </a:lvl2pPr>
            <a:lvl3pPr>
              <a:defRPr sz="1800" b="0">
                <a:solidFill>
                  <a:srgbClr val="192E3B"/>
                </a:solidFill>
                <a:latin typeface="Segoe UI"/>
                <a:ea typeface="Segoe UI"/>
                <a:cs typeface="Segoe UI"/>
              </a:defRPr>
            </a:lvl3pPr>
            <a:lvl4pPr>
              <a:defRPr sz="1800" b="0">
                <a:solidFill>
                  <a:srgbClr val="192E3B"/>
                </a:solidFill>
                <a:latin typeface="Segoe UI"/>
                <a:ea typeface="Segoe UI"/>
                <a:cs typeface="Segoe UI"/>
              </a:defRPr>
            </a:lvl4pPr>
            <a:lvl5pPr>
              <a:defRPr sz="1800" b="0">
                <a:solidFill>
                  <a:srgbClr val="192E3B"/>
                </a:solidFill>
                <a:latin typeface="Segoe UI"/>
                <a:ea typeface="Segoe UI"/>
                <a:cs typeface="Segoe UI"/>
              </a:defRPr>
            </a:lvl5pPr>
            <a:lvl6pPr>
              <a:defRPr sz="1800" b="0">
                <a:solidFill>
                  <a:srgbClr val="192E3B"/>
                </a:solidFill>
                <a:latin typeface="Segoe UI"/>
                <a:ea typeface="Segoe UI"/>
                <a:cs typeface="Segoe UI"/>
              </a:defRPr>
            </a:lvl6pPr>
            <a:lvl7pPr>
              <a:defRPr sz="1800" b="0">
                <a:solidFill>
                  <a:srgbClr val="192E3B"/>
                </a:solidFill>
                <a:latin typeface="Segoe UI"/>
                <a:ea typeface="Segoe UI"/>
                <a:cs typeface="Segoe UI"/>
              </a:defRPr>
            </a:lvl7pPr>
            <a:lvl8pPr>
              <a:defRPr sz="1800" b="0">
                <a:solidFill>
                  <a:srgbClr val="192E3B"/>
                </a:solidFill>
                <a:latin typeface="Segoe UI"/>
                <a:ea typeface="Segoe UI"/>
                <a:cs typeface="Segoe UI"/>
              </a:defRPr>
            </a:lvl8pPr>
            <a:lvl9pPr>
              <a:defRPr sz="1800" b="0">
                <a:solidFill>
                  <a:srgbClr val="192E3B"/>
                </a:solidFill>
                <a:latin typeface="Segoe UI"/>
                <a:ea typeface="Segoe UI"/>
                <a:cs typeface="Segoe UI"/>
              </a:defRPr>
            </a:lvl9pPr>
          </a:lstStyle>
          <ns15:p xmlns:ns15="http://schemas.openxmlformats.org/drawingml/2006/main">
            <ns15:pPr>
              <ns15:defRPr sz="1800" b="0">
                <ns15:solidFill>
                  <ns15:srgbClr val="192E3B"/>
                </ns15:solidFill>
                <ns15:latin typeface="Segoe UI"/>
                <ns15:ea typeface="Segoe UI"/>
                <ns15:cs typeface="Segoe UI"/>
              </ns15:defRPr>
            </ns15:pPr>
            <ns15:r>
              <ns15:rPr sz="1800" b="0">
                <ns15:solidFill>
                  <ns15:srgbClr val="192E3B"/>
                </ns15:solidFill>
                <ns15:latin typeface="Segoe UI"/>
                <ns15:ea typeface="Segoe UI"/>
                <ns15:cs typeface="Segoe UI"/>
              </ns15:rPr>
              <ns15:t>Spot a gap that could stop the sale. Plan who can help.</ns15:t>
            </ns15:r>
          </ns15:p>
          <ns16:p xmlns:ns16="http://schemas.openxmlformats.org/drawingml/2006/main">
            <ns16:pPr>
              <ns16:defRPr sz="1800" b="0">
                <ns16:solidFill>
                  <ns16:srgbClr val="192E3B"/>
                </ns16:solidFill>
                <ns16:latin typeface="Segoe UI"/>
                <ns16:ea typeface="Segoe UI"/>
                <ns16:cs typeface="Segoe UI"/>
              </ns16:defRPr>
            </ns16:pPr>
            <ns16:r>
              <ns16:rPr sz="1800" b="0">
                <ns16:solidFill>
                  <ns16:srgbClr val="192E3B"/>
                </ns16:solidFill>
                <ns16:latin typeface="Segoe UI"/>
                <ns16:ea typeface="Segoe UI"/>
                <ns16:cs typeface="Segoe UI"/>
              </ns16:rPr>
              <ns16:t/>
            </ns16:r>
          </ns16:p>
          <ns17:p xmlns:ns17="http://schemas.openxmlformats.org/drawingml/2006/main">
            <ns17:pPr>
              <ns17:defRPr sz="1800" b="0">
                <ns17:solidFill>
                  <ns17:srgbClr val="192E3B"/>
                </ns17:solidFill>
                <ns17:latin typeface="Segoe UI"/>
                <ns17:ea typeface="Segoe UI"/>
                <ns17:cs typeface="Segoe UI"/>
              </ns17:defRPr>
            </ns17:pPr>
            <ns17:r>
              <ns17:rPr sz="1800" b="0">
                <ns17:solidFill>
                  <ns17:srgbClr val="192E3B"/>
                </ns17:solidFill>
                <ns17:latin typeface="Segoe UI"/>
                <ns17:ea typeface="Segoe UI"/>
                <ns17:cs typeface="Segoe UI"/>
              </ns17:rPr>
              <ns17:t>We need __ before __.</ns17:t>
            </ns17:r>
          </ns17:p>
        </p:txBody>
      </p:sp>
      <p:sp>
        <p:nvSpPr>
          <p:cNvPr id="14" name="credit">
            <a:extLst xmlns:a="http://schemas.openxmlformats.org/drawingml/2006/main">
              <a:ext uri="{FF2B5EF4-FFF2-40B4-BE49-F238E27FC236}">
                <a16:creationId xmlns:a16="http://schemas.microsoft.com/office/drawing/2014/main" id="{B2BBE6DC-B73F-446E-863B-635488A3D261}"/>
              </a:ext>
            </a:extLst>
          </p:cNvPr>
          <p:cNvSpPr>
            <a:spLocks xmlns:a="http://schemas.openxmlformats.org/drawingml/2006/main" noGrp="1"/>
          </p:cNvSpPr>
          <p:nvPr/>
        </p:nvSpPr>
        <p:spPr>
          <a:xfrm xmlns:a="http://schemas.openxmlformats.org/drawingml/2006/main">
            <a:off x="533400" y="6515100"/>
            <a:ext cx="1104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788" b="0">
                <a:solidFill>
                  <a:srgbClr val="566574"/>
                </a:solidFill>
                <a:latin typeface="Segoe UI"/>
                <a:ea typeface="Segoe UI"/>
                <a:cs typeface="Segoe UI"/>
              </a:defRPr>
            </a:defPPr>
            <a:lvl1pPr>
              <a:defRPr sz="788" b="0">
                <a:solidFill>
                  <a:srgbClr val="566574"/>
                </a:solidFill>
                <a:latin typeface="Segoe UI"/>
                <a:ea typeface="Segoe UI"/>
                <a:cs typeface="Segoe UI"/>
              </a:defRPr>
            </a:lvl1pPr>
            <a:lvl2pPr>
              <a:defRPr sz="788" b="0">
                <a:solidFill>
                  <a:srgbClr val="566574"/>
                </a:solidFill>
                <a:latin typeface="Segoe UI"/>
                <a:ea typeface="Segoe UI"/>
                <a:cs typeface="Segoe UI"/>
              </a:defRPr>
            </a:lvl2pPr>
            <a:lvl3pPr>
              <a:defRPr sz="788" b="0">
                <a:solidFill>
                  <a:srgbClr val="566574"/>
                </a:solidFill>
                <a:latin typeface="Segoe UI"/>
                <a:ea typeface="Segoe UI"/>
                <a:cs typeface="Segoe UI"/>
              </a:defRPr>
            </a:lvl3pPr>
            <a:lvl4pPr>
              <a:defRPr sz="788" b="0">
                <a:solidFill>
                  <a:srgbClr val="566574"/>
                </a:solidFill>
                <a:latin typeface="Segoe UI"/>
                <a:ea typeface="Segoe UI"/>
                <a:cs typeface="Segoe UI"/>
              </a:defRPr>
            </a:lvl4pPr>
            <a:lvl5pPr>
              <a:defRPr sz="788" b="0">
                <a:solidFill>
                  <a:srgbClr val="566574"/>
                </a:solidFill>
                <a:latin typeface="Segoe UI"/>
                <a:ea typeface="Segoe UI"/>
                <a:cs typeface="Segoe UI"/>
              </a:defRPr>
            </a:lvl5pPr>
            <a:lvl6pPr>
              <a:defRPr sz="788" b="0">
                <a:solidFill>
                  <a:srgbClr val="566574"/>
                </a:solidFill>
                <a:latin typeface="Segoe UI"/>
                <a:ea typeface="Segoe UI"/>
                <a:cs typeface="Segoe UI"/>
              </a:defRPr>
            </a:lvl6pPr>
            <a:lvl7pPr>
              <a:defRPr sz="788" b="0">
                <a:solidFill>
                  <a:srgbClr val="566574"/>
                </a:solidFill>
                <a:latin typeface="Segoe UI"/>
                <a:ea typeface="Segoe UI"/>
                <a:cs typeface="Segoe UI"/>
              </a:defRPr>
            </a:lvl7pPr>
            <a:lvl8pPr>
              <a:defRPr sz="788" b="0">
                <a:solidFill>
                  <a:srgbClr val="566574"/>
                </a:solidFill>
                <a:latin typeface="Segoe UI"/>
                <a:ea typeface="Segoe UI"/>
                <a:cs typeface="Segoe UI"/>
              </a:defRPr>
            </a:lvl8pPr>
            <a:lvl9pPr>
              <a:defRPr sz="788" b="0">
                <a:solidFill>
                  <a:srgbClr val="566574"/>
                </a:solidFill>
                <a:latin typeface="Segoe UI"/>
                <a:ea typeface="Segoe UI"/>
                <a:cs typeface="Segoe UI"/>
              </a:defRPr>
            </a:lvl9pPr>
          </a:lstStyle>
          <ns8:p xmlns:ns8="http://schemas.openxmlformats.org/drawingml/2006/main">
            <ns8:pPr>
              <ns8:defRPr sz="788" b="0">
                <ns8:solidFill>
                  <ns8:srgbClr val="566574"/>
                </ns8:solidFill>
                <ns8:latin typeface="Segoe UI"/>
                <ns8:ea typeface="Segoe UI"/>
                <ns8:cs typeface="Segoe UI"/>
              </ns8:defRPr>
            </ns8:pPr>
            <ns8:r>
              <ns8:rPr sz="788" b="0">
                <ns8:solidFill>
                  <ns8:srgbClr val="566574"/>
                </ns8:solidFill>
                <ns8:latin typeface="Segoe UI"/>
                <ns8:ea typeface="Segoe UI"/>
                <ns8:cs typeface="Segoe UI"/>
              </ns8:rPr>
              <ns8:t>Made by Matt · © Matt Roper · CC BY-NC-SA 4.0: free for classroom use, share and adapt with credit, no resale</ns8:t>
            </ns8:r>
          </ns8:p>
        </p:txBody>
      </p:sp>
      <p:sp>
        <p:nvSpPr>
          <p:cNvPr id="15" name="page-number">
            <a:extLst xmlns:a="http://schemas.openxmlformats.org/drawingml/2006/main">
              <a:ext uri="{FF2B5EF4-FFF2-40B4-BE49-F238E27FC236}">
                <a16:creationId xmlns:a16="http://schemas.microsoft.com/office/drawing/2014/main" id="{BC2B92A7-2E7C-453A-97EA-1993CE85D8F3}"/>
              </a:ext>
            </a:extLst>
          </p:cNvPr>
          <p:cNvSpPr>
            <a:spLocks xmlns:a="http://schemas.openxmlformats.org/drawingml/2006/main" noGrp="1"/>
          </p:cNvSpPr>
          <p:nvPr/>
        </p:nvSpPr>
        <p:spPr>
          <a:xfrm xmlns:a="http://schemas.openxmlformats.org/drawingml/2006/main">
            <a:off x="11144250" y="62103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defRPr sz="1050" b="0">
                <a:solidFill>
                  <a:srgbClr val="566574"/>
                </a:solidFill>
                <a:latin typeface="Segoe UI"/>
                <a:ea typeface="Segoe UI"/>
                <a:cs typeface="Segoe UI"/>
              </a:defRPr>
            </a:lvl1pPr>
            <a:lvl2pPr>
              <a:defRPr sz="1050" b="0">
                <a:solidFill>
                  <a:srgbClr val="566574"/>
                </a:solidFill>
                <a:latin typeface="Segoe UI"/>
                <a:ea typeface="Segoe UI"/>
                <a:cs typeface="Segoe UI"/>
              </a:defRPr>
            </a:lvl2pPr>
            <a:lvl3pPr>
              <a:defRPr sz="1050" b="0">
                <a:solidFill>
                  <a:srgbClr val="566574"/>
                </a:solidFill>
                <a:latin typeface="Segoe UI"/>
                <a:ea typeface="Segoe UI"/>
                <a:cs typeface="Segoe UI"/>
              </a:defRPr>
            </a:lvl3pPr>
            <a:lvl4pPr>
              <a:defRPr sz="1050" b="0">
                <a:solidFill>
                  <a:srgbClr val="566574"/>
                </a:solidFill>
                <a:latin typeface="Segoe UI"/>
                <a:ea typeface="Segoe UI"/>
                <a:cs typeface="Segoe UI"/>
              </a:defRPr>
            </a:lvl4pPr>
            <a:lvl5pPr>
              <a:defRPr sz="1050" b="0">
                <a:solidFill>
                  <a:srgbClr val="566574"/>
                </a:solidFill>
                <a:latin typeface="Segoe UI"/>
                <a:ea typeface="Segoe UI"/>
                <a:cs typeface="Segoe UI"/>
              </a:defRPr>
            </a:lvl5pPr>
            <a:lvl6pPr>
              <a:defRPr sz="1050" b="0">
                <a:solidFill>
                  <a:srgbClr val="566574"/>
                </a:solidFill>
                <a:latin typeface="Segoe UI"/>
                <a:ea typeface="Segoe UI"/>
                <a:cs typeface="Segoe UI"/>
              </a:defRPr>
            </a:lvl6pPr>
            <a:lvl7pPr>
              <a:defRPr sz="1050" b="0">
                <a:solidFill>
                  <a:srgbClr val="566574"/>
                </a:solidFill>
                <a:latin typeface="Segoe UI"/>
                <a:ea typeface="Segoe UI"/>
                <a:cs typeface="Segoe UI"/>
              </a:defRPr>
            </a:lvl7pPr>
            <a:lvl8pPr>
              <a:defRPr sz="1050" b="0">
                <a:solidFill>
                  <a:srgbClr val="566574"/>
                </a:solidFill>
                <a:latin typeface="Segoe UI"/>
                <a:ea typeface="Segoe UI"/>
                <a:cs typeface="Segoe UI"/>
              </a:defRPr>
            </a:lvl8pPr>
            <a:lvl9pPr>
              <a:defRPr sz="1050" b="0">
                <a:solidFill>
                  <a:srgbClr val="566574"/>
                </a:solidFill>
                <a:latin typeface="Segoe UI"/>
                <a:ea typeface="Segoe UI"/>
                <a:cs typeface="Segoe UI"/>
              </a:defRPr>
            </a:lvl9pPr>
          </a:lstStyle>
          <ns7:p xmlns:ns7="http://schemas.openxmlformats.org/drawingml/2006/main">
            <ns7:pPr>
              <ns7:defRPr sz="1050" b="0">
                <ns7:solidFill>
                  <ns7:srgbClr val="566574"/>
                </ns7:solidFill>
                <ns7:latin typeface="Segoe UI"/>
                <ns7:ea typeface="Segoe UI"/>
                <ns7:cs typeface="Segoe UI"/>
              </ns7:defRPr>
            </ns7:pPr>
            <ns7:r>
              <ns7:rPr sz="1050" b="0">
                <ns7:solidFill>
                  <ns7:srgbClr val="566574"/>
                </ns7:solidFill>
                <ns7:latin typeface="Segoe UI"/>
                <ns7:ea typeface="Segoe UI"/>
                <ns7:cs typeface="Segoe UI"/>
              </ns7:rPr>
              <ns7:t>07</ns7:t>
            </ns7:r>
          </ns7:p>
        </p:txBody>
      </p:sp>
    </p:spTree>
    <p:extLst>
      <p:ext uri="{BB962C8B-B14F-4D97-AF65-F5344CB8AC3E}">
        <p14:creationId xmlns:p14="http://schemas.microsoft.com/office/powerpoint/2010/main" val="53743660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lesson-code">
            <a:extLst xmlns:a="http://schemas.openxmlformats.org/drawingml/2006/main">
              <a:ext uri="{FF2B5EF4-FFF2-40B4-BE49-F238E27FC236}">
                <a16:creationId xmlns:a16="http://schemas.microsoft.com/office/drawing/2014/main" id="{5AF53238-707B-4359-B4AF-6EDC4854AAD6}"/>
              </a:ext>
            </a:extLst>
          </p:cNvPr>
          <p:cNvSpPr>
            <a:spLocks xmlns:a="http://schemas.openxmlformats.org/drawingml/2006/main" noGrp="1"/>
          </p:cNvSpPr>
          <p:nvPr/>
        </p:nvSpPr>
        <p:spPr>
          <a:xfrm xmlns:a="http://schemas.openxmlformats.org/drawingml/2006/main">
            <a:off x="533400" y="1905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defRPr sz="1200" b="0">
                <a:solidFill>
                  <a:srgbClr val="566574"/>
                </a:solidFill>
                <a:latin typeface="Segoe UI"/>
                <a:ea typeface="Segoe UI"/>
                <a:cs typeface="Segoe UI"/>
              </a:defRPr>
            </a:lvl1pPr>
            <a:lvl2pPr>
              <a:defRPr sz="1200" b="0">
                <a:solidFill>
                  <a:srgbClr val="566574"/>
                </a:solidFill>
                <a:latin typeface="Segoe UI"/>
                <a:ea typeface="Segoe UI"/>
                <a:cs typeface="Segoe UI"/>
              </a:defRPr>
            </a:lvl2pPr>
            <a:lvl3pPr>
              <a:defRPr sz="1200" b="0">
                <a:solidFill>
                  <a:srgbClr val="566574"/>
                </a:solidFill>
                <a:latin typeface="Segoe UI"/>
                <a:ea typeface="Segoe UI"/>
                <a:cs typeface="Segoe UI"/>
              </a:defRPr>
            </a:lvl3pPr>
            <a:lvl4pPr>
              <a:defRPr sz="1200" b="0">
                <a:solidFill>
                  <a:srgbClr val="566574"/>
                </a:solidFill>
                <a:latin typeface="Segoe UI"/>
                <a:ea typeface="Segoe UI"/>
                <a:cs typeface="Segoe UI"/>
              </a:defRPr>
            </a:lvl4pPr>
            <a:lvl5pPr>
              <a:defRPr sz="1200" b="0">
                <a:solidFill>
                  <a:srgbClr val="566574"/>
                </a:solidFill>
                <a:latin typeface="Segoe UI"/>
                <a:ea typeface="Segoe UI"/>
                <a:cs typeface="Segoe UI"/>
              </a:defRPr>
            </a:lvl5pPr>
            <a:lvl6pPr>
              <a:defRPr sz="1200" b="0">
                <a:solidFill>
                  <a:srgbClr val="566574"/>
                </a:solidFill>
                <a:latin typeface="Segoe UI"/>
                <a:ea typeface="Segoe UI"/>
                <a:cs typeface="Segoe UI"/>
              </a:defRPr>
            </a:lvl6pPr>
            <a:lvl7pPr>
              <a:defRPr sz="1200" b="0">
                <a:solidFill>
                  <a:srgbClr val="566574"/>
                </a:solidFill>
                <a:latin typeface="Segoe UI"/>
                <a:ea typeface="Segoe UI"/>
                <a:cs typeface="Segoe UI"/>
              </a:defRPr>
            </a:lvl7pPr>
            <a:lvl8pPr>
              <a:defRPr sz="1200" b="0">
                <a:solidFill>
                  <a:srgbClr val="566574"/>
                </a:solidFill>
                <a:latin typeface="Segoe UI"/>
                <a:ea typeface="Segoe UI"/>
                <a:cs typeface="Segoe UI"/>
              </a:defRPr>
            </a:lvl8pPr>
            <a:lvl9pPr>
              <a:defRPr sz="1200" b="0">
                <a:solidFill>
                  <a:srgbClr val="566574"/>
                </a:solidFill>
                <a:latin typeface="Segoe UI"/>
                <a:ea typeface="Segoe UI"/>
                <a:cs typeface="Segoe UI"/>
              </a:defRPr>
            </a:lvl9pPr>
          </a:lstStyle>
          <ns5:p xmlns:ns5="http://schemas.openxmlformats.org/drawingml/2006/main">
            <ns5:pPr>
              <ns5:defRPr sz="1200" b="0">
                <ns5:solidFill>
                  <ns5:srgbClr val="566574"/>
                </ns5:solidFill>
                <ns5:latin typeface="Segoe UI"/>
                <ns5:ea typeface="Segoe UI"/>
                <ns5:cs typeface="Segoe UI"/>
              </ns5:defRPr>
            </ns5:pPr>
            <ns5:r>
              <ns5:rPr sz="1200" b="0">
                <ns5:solidFill>
                  <ns5:srgbClr val="566574"/>
                </ns5:solidFill>
                <ns5:latin typeface="Segoe UI"/>
                <ns5:ea typeface="Segoe UI"/>
                <ns5:cs typeface="Segoe UI"/>
              </ns5:rPr>
              <ns5:t>COMM-GROW-A2-W04  ·  Lesson 9</ns5:t>
            </ns5:r>
          </ns5:p>
        </p:txBody>
      </p:sp>
      <p:sp>
        <p:nvSpPr>
          <p:cNvPr id="2" name="edition">
            <a:extLst xmlns:a="http://schemas.openxmlformats.org/drawingml/2006/main">
              <a:ext uri="{FF2B5EF4-FFF2-40B4-BE49-F238E27FC236}">
                <a16:creationId xmlns:a16="http://schemas.microsoft.com/office/drawing/2014/main" id="{8EB2C7F1-CCB4-431B-B449-A7164CC189EA}"/>
              </a:ext>
            </a:extLst>
          </p:cNvPr>
          <p:cNvSpPr>
            <a:spLocks xmlns:a="http://schemas.openxmlformats.org/drawingml/2006/main" noGrp="1"/>
          </p:cNvSpPr>
          <p:nvPr/>
        </p:nvSpPr>
        <p:spPr>
          <a:xfrm xmlns:a="http://schemas.openxmlformats.org/drawingml/2006/main">
            <a:off x="7620000" y="190500"/>
            <a:ext cx="4048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defRPr sz="1050" b="0">
                <a:solidFill>
                  <a:srgbClr val="566574"/>
                </a:solidFill>
                <a:latin typeface="Segoe UI"/>
                <a:ea typeface="Segoe UI"/>
                <a:cs typeface="Segoe UI"/>
              </a:defRPr>
            </a:lvl1pPr>
            <a:lvl2pPr>
              <a:defRPr sz="1050" b="0">
                <a:solidFill>
                  <a:srgbClr val="566574"/>
                </a:solidFill>
                <a:latin typeface="Segoe UI"/>
                <a:ea typeface="Segoe UI"/>
                <a:cs typeface="Segoe UI"/>
              </a:defRPr>
            </a:lvl2pPr>
            <a:lvl3pPr>
              <a:defRPr sz="1050" b="0">
                <a:solidFill>
                  <a:srgbClr val="566574"/>
                </a:solidFill>
                <a:latin typeface="Segoe UI"/>
                <a:ea typeface="Segoe UI"/>
                <a:cs typeface="Segoe UI"/>
              </a:defRPr>
            </a:lvl3pPr>
            <a:lvl4pPr>
              <a:defRPr sz="1050" b="0">
                <a:solidFill>
                  <a:srgbClr val="566574"/>
                </a:solidFill>
                <a:latin typeface="Segoe UI"/>
                <a:ea typeface="Segoe UI"/>
                <a:cs typeface="Segoe UI"/>
              </a:defRPr>
            </a:lvl4pPr>
            <a:lvl5pPr>
              <a:defRPr sz="1050" b="0">
                <a:solidFill>
                  <a:srgbClr val="566574"/>
                </a:solidFill>
                <a:latin typeface="Segoe UI"/>
                <a:ea typeface="Segoe UI"/>
                <a:cs typeface="Segoe UI"/>
              </a:defRPr>
            </a:lvl5pPr>
            <a:lvl6pPr>
              <a:defRPr sz="1050" b="0">
                <a:solidFill>
                  <a:srgbClr val="566574"/>
                </a:solidFill>
                <a:latin typeface="Segoe UI"/>
                <a:ea typeface="Segoe UI"/>
                <a:cs typeface="Segoe UI"/>
              </a:defRPr>
            </a:lvl6pPr>
            <a:lvl7pPr>
              <a:defRPr sz="1050" b="0">
                <a:solidFill>
                  <a:srgbClr val="566574"/>
                </a:solidFill>
                <a:latin typeface="Segoe UI"/>
                <a:ea typeface="Segoe UI"/>
                <a:cs typeface="Segoe UI"/>
              </a:defRPr>
            </a:lvl7pPr>
            <a:lvl8pPr>
              <a:defRPr sz="1050" b="0">
                <a:solidFill>
                  <a:srgbClr val="566574"/>
                </a:solidFill>
                <a:latin typeface="Segoe UI"/>
                <a:ea typeface="Segoe UI"/>
                <a:cs typeface="Segoe UI"/>
              </a:defRPr>
            </a:lvl8pPr>
            <a:lvl9pPr>
              <a:defRPr sz="1050" b="0">
                <a:solidFill>
                  <a:srgbClr val="566574"/>
                </a:solidFill>
                <a:latin typeface="Segoe UI"/>
                <a:ea typeface="Segoe UI"/>
                <a:cs typeface="Segoe UI"/>
              </a:defRPr>
            </a:lvl9pPr>
          </a:lstStyle>
          <ns6:p xmlns:ns6="http://schemas.openxmlformats.org/drawingml/2006/main">
            <ns6:pPr>
              <ns6:defRPr sz="1050" b="0">
                <ns6:solidFill>
                  <ns6:srgbClr val="566574"/>
                </ns6:solidFill>
                <ns6:latin typeface="Segoe UI"/>
                <ns6:ea typeface="Segoe UI"/>
                <ns6:cs typeface="Segoe UI"/>
              </ns6:defRPr>
            </ns6:pPr>
            <ns6:r>
              <ns6:rPr sz="1050" b="0">
                <ns6:solidFill>
                  <ns6:srgbClr val="566574"/>
                </ns6:solidFill>
                <ns6:latin typeface="Segoe UI"/>
                <ns6:ea typeface="Segoe UI"/>
                <ns6:cs typeface="Segoe UI"/>
              </ns6:rPr>
              <ns6:t>Public edition</ns6:t>
            </ns6:r>
          </ns6:p>
        </p:txBody>
      </p:sp>
      <p:sp>
        <p:nvSpPr>
          <p:cNvPr id="3" name="stage-title">
            <a:extLst xmlns:a="http://schemas.openxmlformats.org/drawingml/2006/main">
              <a:ext uri="{FF2B5EF4-FFF2-40B4-BE49-F238E27FC236}">
                <a16:creationId xmlns:a16="http://schemas.microsoft.com/office/drawing/2014/main" id="{AF084C49-F1E1-4685-9FA3-9F917758B351}"/>
              </a:ext>
            </a:extLst>
          </p:cNvPr>
          <p:cNvSpPr>
            <a:spLocks xmlns:a="http://schemas.openxmlformats.org/drawingml/2006/main" noGrp="1"/>
          </p:cNvSpPr>
          <p:nvPr/>
        </p:nvSpPr>
        <p:spPr>
          <a:xfrm xmlns:a="http://schemas.openxmlformats.org/drawingml/2006/main">
            <a:off x="533400" y="590550"/>
            <a:ext cx="11029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3300" b="1">
                <a:solidFill>
                  <a:srgbClr val="345D70"/>
                </a:solidFill>
                <a:latin typeface="Segoe UI"/>
                <a:ea typeface="Segoe UI"/>
                <a:cs typeface="Segoe UI"/>
              </a:defRPr>
            </a:defPPr>
            <a:lvl1pPr>
              <a:defRPr sz="3300" b="1">
                <a:solidFill>
                  <a:srgbClr val="345D70"/>
                </a:solidFill>
                <a:latin typeface="Segoe UI"/>
                <a:ea typeface="Segoe UI"/>
                <a:cs typeface="Segoe UI"/>
              </a:defRPr>
            </a:lvl1pPr>
            <a:lvl2pPr>
              <a:defRPr sz="3300" b="1">
                <a:solidFill>
                  <a:srgbClr val="345D70"/>
                </a:solidFill>
                <a:latin typeface="Segoe UI"/>
                <a:ea typeface="Segoe UI"/>
                <a:cs typeface="Segoe UI"/>
              </a:defRPr>
            </a:lvl2pPr>
            <a:lvl3pPr>
              <a:defRPr sz="3300" b="1">
                <a:solidFill>
                  <a:srgbClr val="345D70"/>
                </a:solidFill>
                <a:latin typeface="Segoe UI"/>
                <a:ea typeface="Segoe UI"/>
                <a:cs typeface="Segoe UI"/>
              </a:defRPr>
            </a:lvl3pPr>
            <a:lvl4pPr>
              <a:defRPr sz="3300" b="1">
                <a:solidFill>
                  <a:srgbClr val="345D70"/>
                </a:solidFill>
                <a:latin typeface="Segoe UI"/>
                <a:ea typeface="Segoe UI"/>
                <a:cs typeface="Segoe UI"/>
              </a:defRPr>
            </a:lvl4pPr>
            <a:lvl5pPr>
              <a:defRPr sz="3300" b="1">
                <a:solidFill>
                  <a:srgbClr val="345D70"/>
                </a:solidFill>
                <a:latin typeface="Segoe UI"/>
                <a:ea typeface="Segoe UI"/>
                <a:cs typeface="Segoe UI"/>
              </a:defRPr>
            </a:lvl5pPr>
            <a:lvl6pPr>
              <a:defRPr sz="3300" b="1">
                <a:solidFill>
                  <a:srgbClr val="345D70"/>
                </a:solidFill>
                <a:latin typeface="Segoe UI"/>
                <a:ea typeface="Segoe UI"/>
                <a:cs typeface="Segoe UI"/>
              </a:defRPr>
            </a:lvl6pPr>
            <a:lvl7pPr>
              <a:defRPr sz="3300" b="1">
                <a:solidFill>
                  <a:srgbClr val="345D70"/>
                </a:solidFill>
                <a:latin typeface="Segoe UI"/>
                <a:ea typeface="Segoe UI"/>
                <a:cs typeface="Segoe UI"/>
              </a:defRPr>
            </a:lvl7pPr>
            <a:lvl8pPr>
              <a:defRPr sz="3300" b="1">
                <a:solidFill>
                  <a:srgbClr val="345D70"/>
                </a:solidFill>
                <a:latin typeface="Segoe UI"/>
                <a:ea typeface="Segoe UI"/>
                <a:cs typeface="Segoe UI"/>
              </a:defRPr>
            </a:lvl8pPr>
            <a:lvl9pPr>
              <a:defRPr sz="3300" b="1">
                <a:solidFill>
                  <a:srgbClr val="345D70"/>
                </a:solidFill>
                <a:latin typeface="Segoe UI"/>
                <a:ea typeface="Segoe UI"/>
                <a:cs typeface="Segoe UI"/>
              </a:defRPr>
            </a:lvl9pPr>
          </a:lstStyle>
          <ns4:p xmlns:ns4="http://schemas.openxmlformats.org/drawingml/2006/main">
            <ns4:pPr>
              <ns4:defRPr sz="3300" b="1">
                <ns4:solidFill>
                  <ns4:srgbClr val="345D70"/>
                </ns4:solidFill>
                <ns4:latin typeface="Segoe UI"/>
                <ns4:ea typeface="Segoe UI"/>
                <ns4:cs typeface="Segoe UI"/>
              </ns4:defRPr>
            </ns4:pPr>
            <ns4:r>
              <ns4:rPr sz="3300" b="1">
                <ns4:solidFill>
                  <ns4:srgbClr val="345D70"/>
                </ns4:solidFill>
                <ns4:latin typeface="Segoe UI"/>
                <ns4:ea typeface="Segoe UI"/>
                <ns4:cs typeface="Segoe UI"/>
              </ns4:rPr>
              <ns4:t>YOU DO evidence capture</ns4:t>
            </ns4:r>
          </ns4:p>
        </p:txBody>
      </p:sp>
      <p:sp>
        <p:nvSpPr>
          <p:cNvPr id="4" name="task-main">
            <a:extLst xmlns:a="http://schemas.openxmlformats.org/drawingml/2006/main">
              <a:ext uri="{FF2B5EF4-FFF2-40B4-BE49-F238E27FC236}">
                <a16:creationId xmlns:a16="http://schemas.microsoft.com/office/drawing/2014/main" id="{0E7F6F7D-1AA9-4F28-960C-774E69294464}"/>
              </a:ext>
            </a:extLst>
          </p:cNvPr>
          <p:cNvSpPr>
            <a:spLocks xmlns:a="http://schemas.openxmlformats.org/drawingml/2006/main" noGrp="1"/>
          </p:cNvSpPr>
          <p:nvPr/>
        </p:nvSpPr>
        <p:spPr>
          <a:xfrm xmlns:a="http://schemas.openxmlformats.org/drawingml/2006/main">
            <a:off x="533400" y="1476375"/>
            <a:ext cx="11049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250" b="0">
                <a:solidFill>
                  <a:srgbClr val="192E3B"/>
                </a:solidFill>
                <a:latin typeface="Segoe UI"/>
                <a:ea typeface="Segoe UI"/>
                <a:cs typeface="Segoe UI"/>
              </a:defRPr>
            </a:defPPr>
            <a:lvl1pPr>
              <a:defRPr sz="2250" b="0">
                <a:solidFill>
                  <a:srgbClr val="192E3B"/>
                </a:solidFill>
                <a:latin typeface="Segoe UI"/>
                <a:ea typeface="Segoe UI"/>
                <a:cs typeface="Segoe UI"/>
              </a:defRPr>
            </a:lvl1pPr>
            <a:lvl2pPr>
              <a:defRPr sz="2250" b="0">
                <a:solidFill>
                  <a:srgbClr val="192E3B"/>
                </a:solidFill>
                <a:latin typeface="Segoe UI"/>
                <a:ea typeface="Segoe UI"/>
                <a:cs typeface="Segoe UI"/>
              </a:defRPr>
            </a:lvl2pPr>
            <a:lvl3pPr>
              <a:defRPr sz="2250" b="0">
                <a:solidFill>
                  <a:srgbClr val="192E3B"/>
                </a:solidFill>
                <a:latin typeface="Segoe UI"/>
                <a:ea typeface="Segoe UI"/>
                <a:cs typeface="Segoe UI"/>
              </a:defRPr>
            </a:lvl3pPr>
            <a:lvl4pPr>
              <a:defRPr sz="2250" b="0">
                <a:solidFill>
                  <a:srgbClr val="192E3B"/>
                </a:solidFill>
                <a:latin typeface="Segoe UI"/>
                <a:ea typeface="Segoe UI"/>
                <a:cs typeface="Segoe UI"/>
              </a:defRPr>
            </a:lvl4pPr>
            <a:lvl5pPr>
              <a:defRPr sz="2250" b="0">
                <a:solidFill>
                  <a:srgbClr val="192E3B"/>
                </a:solidFill>
                <a:latin typeface="Segoe UI"/>
                <a:ea typeface="Segoe UI"/>
                <a:cs typeface="Segoe UI"/>
              </a:defRPr>
            </a:lvl5pPr>
            <a:lvl6pPr>
              <a:defRPr sz="2250" b="0">
                <a:solidFill>
                  <a:srgbClr val="192E3B"/>
                </a:solidFill>
                <a:latin typeface="Segoe UI"/>
                <a:ea typeface="Segoe UI"/>
                <a:cs typeface="Segoe UI"/>
              </a:defRPr>
            </a:lvl6pPr>
            <a:lvl7pPr>
              <a:defRPr sz="2250" b="0">
                <a:solidFill>
                  <a:srgbClr val="192E3B"/>
                </a:solidFill>
                <a:latin typeface="Segoe UI"/>
                <a:ea typeface="Segoe UI"/>
                <a:cs typeface="Segoe UI"/>
              </a:defRPr>
            </a:lvl7pPr>
            <a:lvl8pPr>
              <a:defRPr sz="2250" b="0">
                <a:solidFill>
                  <a:srgbClr val="192E3B"/>
                </a:solidFill>
                <a:latin typeface="Segoe UI"/>
                <a:ea typeface="Segoe UI"/>
                <a:cs typeface="Segoe UI"/>
              </a:defRPr>
            </a:lvl8pPr>
            <a:lvl9pPr>
              <a:defRPr sz="2250" b="0">
                <a:solidFill>
                  <a:srgbClr val="192E3B"/>
                </a:solidFill>
                <a:latin typeface="Segoe UI"/>
                <a:ea typeface="Segoe UI"/>
                <a:cs typeface="Segoe UI"/>
              </a:defRPr>
            </a:lvl9pPr>
          </a:lstStyle>
          <ns0:p xmlns:ns0="http://schemas.openxmlformats.org/drawingml/2006/main">
            <ns0:pPr>
              <ns0:defRPr sz="2250" b="0">
                <ns0:solidFill>
                  <ns0:srgbClr val="192E3B"/>
                </ns0:solidFill>
                <ns0:latin typeface="Segoe UI"/>
                <ns0:ea typeface="Segoe UI"/>
                <ns0:cs typeface="Segoe UI"/>
              </ns0:defRPr>
            </ns0:pPr>
            <ns0:r>
              <ns0:rPr sz="2250" b="0">
                <ns0:solidFill>
                  <ns0:srgbClr val="192E3B"/>
                </ns0:solidFill>
                <ns0:latin typeface="Segoe UI"/>
                <ns0:ea typeface="Segoe UI"/>
                <ns0:cs typeface="Segoe UI"/>
              </ns0:rPr>
              <ns0:t>Do your own job. Check your work.</ns0:t>
            </ns0:r>
          </ns0:p>
          <ns1:p xmlns:ns1="http://schemas.openxmlformats.org/drawingml/2006/main">
            <ns1:pPr>
              <ns1:defRPr sz="2250" b="0">
                <ns1:solidFill>
                  <ns1:srgbClr val="192E3B"/>
                </ns1:solidFill>
                <ns1:latin typeface="Segoe UI"/>
                <ns1:ea typeface="Segoe UI"/>
                <ns1:cs typeface="Segoe UI"/>
              </ns1:defRPr>
            </ns1:pPr>
            <ns1:r>
              <ns1:rPr sz="2250" b="0">
                <ns1:solidFill>
                  <ns1:srgbClr val="192E3B"/>
                </ns1:solidFill>
                <ns1:latin typeface="Segoe UI"/>
                <ns1:ea typeface="Segoe UI"/>
                <ns1:cs typeface="Segoe UI"/>
              </ns1:rPr>
              <ns1:t>Keep your part for L9-E1.</ns1:t>
            </ns1:r>
          </ns1:p>
          <ns2:p xmlns:ns2="http://schemas.openxmlformats.org/drawingml/2006/main">
            <ns2:pPr>
              <ns2:defRPr sz="2250" b="0">
                <ns2:solidFill>
                  <ns2:srgbClr val="192E3B"/>
                </ns2:solidFill>
                <ns2:latin typeface="Segoe UI"/>
                <ns2:ea typeface="Segoe UI"/>
                <ns2:cs typeface="Segoe UI"/>
              </ns2:defRPr>
            </ns2:pPr>
            <ns2:r>
              <ns2:rPr sz="2250" b="0">
                <ns2:solidFill>
                  <ns2:srgbClr val="192E3B"/>
                </ns2:solidFill>
                <ns2:latin typeface="Segoe UI"/>
                <ns2:ea typeface="Segoe UI"/>
                <ns2:cs typeface="Segoe UI"/>
              </ns2:rPr>
              <ns2:t>Record your own check and any gap.</ns2:t>
            </ns2:r>
          </ns2:p>
          <ns3:p xmlns:ns3="http://schemas.openxmlformats.org/drawingml/2006/main">
            <ns3:pPr>
              <ns3:defRPr sz="2250" b="0">
                <ns3:solidFill>
                  <ns3:srgbClr val="192E3B"/>
                </ns3:solidFill>
                <ns3:latin typeface="Segoe UI"/>
                <ns3:ea typeface="Segoe UI"/>
                <ns3:cs typeface="Segoe UI"/>
              </ns3:defRPr>
            </ns3:pPr>
            <ns3:r>
              <ns3:rPr sz="2250" b="0">
                <ns3:solidFill>
                  <ns3:srgbClr val="192E3B"/>
                </ns3:solidFill>
                <ns3:latin typeface="Segoe UI"/>
                <ns3:ea typeface="Segoe UI"/>
                <ns3:cs typeface="Segoe UI"/>
              </ns3:rPr>
              <ns3:t>I did __. I checked __.</ns3:t>
            </ns3:r>
          </ns3:p>
        </p:txBody>
      </p:sp>
      <p:sp>
        <p:nvSpPr>
          <p:cNvPr id="5" name="route-SUPPORTED">
            <a:extLst xmlns:a="http://schemas.openxmlformats.org/drawingml/2006/main">
              <a:ext uri="{FF2B5EF4-FFF2-40B4-BE49-F238E27FC236}">
                <a16:creationId xmlns:a16="http://schemas.microsoft.com/office/drawing/2014/main" id="{A6A057AF-4EBE-4A53-8F7F-CC5C0DA160A5}"/>
              </a:ext>
            </a:extLst>
          </p:cNvPr>
          <p:cNvSpPr>
            <a:spLocks xmlns:a="http://schemas.openxmlformats.org/drawingml/2006/main" noGrp="1"/>
          </p:cNvSpPr>
          <p:nvPr/>
        </p:nvSpPr>
        <p:spPr>
          <a:xfrm xmlns:a="http://schemas.openxmlformats.org/drawingml/2006/main">
            <a:off x="533400" y="3524250"/>
            <a:ext cx="3476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1">
                <a:solidFill>
                  <a:srgbClr val="345D70"/>
                </a:solidFill>
                <a:latin typeface="Segoe UI"/>
                <a:ea typeface="Segoe UI"/>
                <a:cs typeface="Segoe UI"/>
              </a:defRPr>
            </a:defPPr>
            <a:lvl1pPr>
              <a:defRPr sz="1800" b="1">
                <a:solidFill>
                  <a:srgbClr val="345D70"/>
                </a:solidFill>
                <a:latin typeface="Segoe UI"/>
                <a:ea typeface="Segoe UI"/>
                <a:cs typeface="Segoe UI"/>
              </a:defRPr>
            </a:lvl1pPr>
            <a:lvl2pPr>
              <a:defRPr sz="1800" b="1">
                <a:solidFill>
                  <a:srgbClr val="345D70"/>
                </a:solidFill>
                <a:latin typeface="Segoe UI"/>
                <a:ea typeface="Segoe UI"/>
                <a:cs typeface="Segoe UI"/>
              </a:defRPr>
            </a:lvl2pPr>
            <a:lvl3pPr>
              <a:defRPr sz="1800" b="1">
                <a:solidFill>
                  <a:srgbClr val="345D70"/>
                </a:solidFill>
                <a:latin typeface="Segoe UI"/>
                <a:ea typeface="Segoe UI"/>
                <a:cs typeface="Segoe UI"/>
              </a:defRPr>
            </a:lvl3pPr>
            <a:lvl4pPr>
              <a:defRPr sz="1800" b="1">
                <a:solidFill>
                  <a:srgbClr val="345D70"/>
                </a:solidFill>
                <a:latin typeface="Segoe UI"/>
                <a:ea typeface="Segoe UI"/>
                <a:cs typeface="Segoe UI"/>
              </a:defRPr>
            </a:lvl4pPr>
            <a:lvl5pPr>
              <a:defRPr sz="1800" b="1">
                <a:solidFill>
                  <a:srgbClr val="345D70"/>
                </a:solidFill>
                <a:latin typeface="Segoe UI"/>
                <a:ea typeface="Segoe UI"/>
                <a:cs typeface="Segoe UI"/>
              </a:defRPr>
            </a:lvl5pPr>
            <a:lvl6pPr>
              <a:defRPr sz="1800" b="1">
                <a:solidFill>
                  <a:srgbClr val="345D70"/>
                </a:solidFill>
                <a:latin typeface="Segoe UI"/>
                <a:ea typeface="Segoe UI"/>
                <a:cs typeface="Segoe UI"/>
              </a:defRPr>
            </a:lvl6pPr>
            <a:lvl7pPr>
              <a:defRPr sz="1800" b="1">
                <a:solidFill>
                  <a:srgbClr val="345D70"/>
                </a:solidFill>
                <a:latin typeface="Segoe UI"/>
                <a:ea typeface="Segoe UI"/>
                <a:cs typeface="Segoe UI"/>
              </a:defRPr>
            </a:lvl7pPr>
            <a:lvl8pPr>
              <a:defRPr sz="1800" b="1">
                <a:solidFill>
                  <a:srgbClr val="345D70"/>
                </a:solidFill>
                <a:latin typeface="Segoe UI"/>
                <a:ea typeface="Segoe UI"/>
                <a:cs typeface="Segoe UI"/>
              </a:defRPr>
            </a:lvl8pPr>
            <a:lvl9pPr>
              <a:defRPr sz="1800" b="1">
                <a:solidFill>
                  <a:srgbClr val="345D70"/>
                </a:solidFill>
                <a:latin typeface="Segoe UI"/>
                <a:ea typeface="Segoe UI"/>
                <a:cs typeface="Segoe UI"/>
              </a:defRPr>
            </a:lvl9pPr>
          </a:lstStyle>
          <a:p xmlns:a="http://schemas.openxmlformats.org/drawingml/2006/main">
            <a:pPr>
              <a:defRPr sz="1800" b="1">
                <a:solidFill>
                  <a:srgbClr val="345D70"/>
                </a:solidFill>
                <a:latin typeface="Segoe UI"/>
                <a:ea typeface="Segoe UI"/>
                <a:cs typeface="Segoe UI"/>
              </a:defRPr>
            </a:pPr>
            <a:r>
              <a:rPr sz="1800" b="1">
                <a:solidFill>
                  <a:srgbClr val="345D70"/>
                </a:solidFill>
                <a:latin typeface="Segoe UI"/>
                <a:ea typeface="Segoe UI"/>
                <a:cs typeface="Segoe UI"/>
              </a:rPr>
              <a:t>SUPPORTED</a:t>
            </a:r>
          </a:p>
        </p:txBody>
      </p:sp>
      <p:sp>
        <p:nvSpPr>
          <p:cNvPr id="6" name="route-rule-SUPPORTED">
            <a:extLst xmlns:a="http://schemas.openxmlformats.org/drawingml/2006/main">
              <a:ext uri="{FF2B5EF4-FFF2-40B4-BE49-F238E27FC236}">
                <a16:creationId xmlns:a16="http://schemas.microsoft.com/office/drawing/2014/main" id="{0022F5DB-5C97-4DB7-A617-1E7FB058A6BB}"/>
              </a:ext>
            </a:extLst>
          </p:cNvPr>
          <p:cNvSpPr>
            <a:spLocks xmlns:a="http://schemas.openxmlformats.org/drawingml/2006/main" noGrp="1"/>
          </p:cNvSpPr>
          <p:nvPr/>
        </p:nvSpPr>
        <p:spPr>
          <a:xfrm xmlns:a="http://schemas.openxmlformats.org/drawingml/2006/main">
            <a:off x="533400" y="3971925"/>
            <a:ext cx="3476625" cy="19050"/>
          </a:xfrm>
          <a:prstGeom xmlns:a="http://schemas.openxmlformats.org/drawingml/2006/main" prst="rect">
            <a:avLst/>
          </a:prstGeom>
          <a:solidFill xmlns:a="http://schemas.openxmlformats.org/drawingml/2006/main">
            <a:srgbClr val="CDD8DD"/>
          </a:solidFill>
          <a:ln xmlns:a="http://schemas.openxmlformats.org/drawingml/2006/main" w="0">
            <a:noFill/>
            <a:prstDash val="solid"/>
          </a:ln>
        </p:spPr>
      </p:sp>
      <p:sp>
        <p:nvSpPr>
          <p:cNvPr id="7" name="route-body-SUPPORTED">
            <a:extLst xmlns:a="http://schemas.openxmlformats.org/drawingml/2006/main">
              <a:ext uri="{FF2B5EF4-FFF2-40B4-BE49-F238E27FC236}">
                <a16:creationId xmlns:a16="http://schemas.microsoft.com/office/drawing/2014/main" id="{7348654F-38AF-4D7B-9A25-AEA56E2E053A}"/>
              </a:ext>
            </a:extLst>
          </p:cNvPr>
          <p:cNvSpPr>
            <a:spLocks xmlns:a="http://schemas.openxmlformats.org/drawingml/2006/main" noGrp="1"/>
          </p:cNvSpPr>
          <p:nvPr/>
        </p:nvSpPr>
        <p:spPr>
          <a:xfrm xmlns:a="http://schemas.openxmlformats.org/drawingml/2006/main">
            <a:off x="533400" y="4200525"/>
            <a:ext cx="3476625"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0">
                <a:solidFill>
                  <a:srgbClr val="192E3B"/>
                </a:solidFill>
                <a:latin typeface="Segoe UI"/>
                <a:ea typeface="Segoe UI"/>
                <a:cs typeface="Segoe UI"/>
              </a:defRPr>
            </a:defPPr>
            <a:lvl1pPr>
              <a:defRPr sz="1800" b="0">
                <a:solidFill>
                  <a:srgbClr val="192E3B"/>
                </a:solidFill>
                <a:latin typeface="Segoe UI"/>
                <a:ea typeface="Segoe UI"/>
                <a:cs typeface="Segoe UI"/>
              </a:defRPr>
            </a:lvl1pPr>
            <a:lvl2pPr>
              <a:defRPr sz="1800" b="0">
                <a:solidFill>
                  <a:srgbClr val="192E3B"/>
                </a:solidFill>
                <a:latin typeface="Segoe UI"/>
                <a:ea typeface="Segoe UI"/>
                <a:cs typeface="Segoe UI"/>
              </a:defRPr>
            </a:lvl2pPr>
            <a:lvl3pPr>
              <a:defRPr sz="1800" b="0">
                <a:solidFill>
                  <a:srgbClr val="192E3B"/>
                </a:solidFill>
                <a:latin typeface="Segoe UI"/>
                <a:ea typeface="Segoe UI"/>
                <a:cs typeface="Segoe UI"/>
              </a:defRPr>
            </a:lvl3pPr>
            <a:lvl4pPr>
              <a:defRPr sz="1800" b="0">
                <a:solidFill>
                  <a:srgbClr val="192E3B"/>
                </a:solidFill>
                <a:latin typeface="Segoe UI"/>
                <a:ea typeface="Segoe UI"/>
                <a:cs typeface="Segoe UI"/>
              </a:defRPr>
            </a:lvl4pPr>
            <a:lvl5pPr>
              <a:defRPr sz="1800" b="0">
                <a:solidFill>
                  <a:srgbClr val="192E3B"/>
                </a:solidFill>
                <a:latin typeface="Segoe UI"/>
                <a:ea typeface="Segoe UI"/>
                <a:cs typeface="Segoe UI"/>
              </a:defRPr>
            </a:lvl5pPr>
            <a:lvl6pPr>
              <a:defRPr sz="1800" b="0">
                <a:solidFill>
                  <a:srgbClr val="192E3B"/>
                </a:solidFill>
                <a:latin typeface="Segoe UI"/>
                <a:ea typeface="Segoe UI"/>
                <a:cs typeface="Segoe UI"/>
              </a:defRPr>
            </a:lvl6pPr>
            <a:lvl7pPr>
              <a:defRPr sz="1800" b="0">
                <a:solidFill>
                  <a:srgbClr val="192E3B"/>
                </a:solidFill>
                <a:latin typeface="Segoe UI"/>
                <a:ea typeface="Segoe UI"/>
                <a:cs typeface="Segoe UI"/>
              </a:defRPr>
            </a:lvl7pPr>
            <a:lvl8pPr>
              <a:defRPr sz="1800" b="0">
                <a:solidFill>
                  <a:srgbClr val="192E3B"/>
                </a:solidFill>
                <a:latin typeface="Segoe UI"/>
                <a:ea typeface="Segoe UI"/>
                <a:cs typeface="Segoe UI"/>
              </a:defRPr>
            </a:lvl8pPr>
            <a:lvl9pPr>
              <a:defRPr sz="1800" b="0">
                <a:solidFill>
                  <a:srgbClr val="192E3B"/>
                </a:solidFill>
                <a:latin typeface="Segoe UI"/>
                <a:ea typeface="Segoe UI"/>
                <a:cs typeface="Segoe UI"/>
              </a:defRPr>
            </a:lvl9pPr>
          </a:lstStyle>
          <ns9:p xmlns:ns9="http://schemas.openxmlformats.org/drawingml/2006/main">
            <ns9:pPr>
              <ns9:defRPr sz="1800" b="0">
                <ns9:solidFill>
                  <ns9:srgbClr val="192E3B"/>
                </ns9:solidFill>
                <ns9:latin typeface="Segoe UI"/>
                <ns9:ea typeface="Segoe UI"/>
                <ns9:cs typeface="Segoe UI"/>
              </ns9:defRPr>
            </ns9:pPr>
            <ns9:r>
              <ns9:rPr sz="1800" b="0">
                <ns9:solidFill>
                  <ns9:srgbClr val="192E3B"/>
                </ns9:solidFill>
                <ns9:latin typeface="Segoe UI"/>
                <ns9:ea typeface="Segoe UI"/>
                <ns9:cs typeface="Segoe UI"/>
              </ns9:rPr>
              <ns9:t>Use one step at a time and a scribe. Keep the idea yours.</ns9:t>
            </ns9:r>
          </ns9:p>
          <ns10:p xmlns:ns10="http://schemas.openxmlformats.org/drawingml/2006/main">
            <ns10:pPr>
              <ns10:defRPr sz="1800" b="0">
                <ns10:solidFill>
                  <ns10:srgbClr val="192E3B"/>
                </ns10:solidFill>
                <ns10:latin typeface="Segoe UI"/>
                <ns10:ea typeface="Segoe UI"/>
                <ns10:cs typeface="Segoe UI"/>
              </ns10:defRPr>
            </ns10:pPr>
            <ns10:r>
              <ns10:rPr sz="1800" b="0">
                <ns10:solidFill>
                  <ns10:srgbClr val="192E3B"/>
                </ns10:solidFill>
                <ns10:latin typeface="Segoe UI"/>
                <ns10:ea typeface="Segoe UI"/>
                <ns10:cs typeface="Segoe UI"/>
              </ns10:rPr>
              <ns10:t/>
            </ns10:r>
          </ns10:p>
          <ns11:p xmlns:ns11="http://schemas.openxmlformats.org/drawingml/2006/main">
            <ns11:pPr>
              <ns11:defRPr sz="1800" b="0">
                <ns11:solidFill>
                  <ns11:srgbClr val="192E3B"/>
                </ns11:solidFill>
                <ns11:latin typeface="Segoe UI"/>
                <ns11:ea typeface="Segoe UI"/>
                <ns11:cs typeface="Segoe UI"/>
              </ns11:defRPr>
            </ns11:pPr>
            <ns11:r>
              <ns11:rPr sz="1800" b="0">
                <ns11:solidFill>
                  <ns11:srgbClr val="192E3B"/>
                </ns11:solidFill>
                <ns11:latin typeface="Segoe UI"/>
                <ns11:ea typeface="Segoe UI"/>
                <ns11:cs typeface="Segoe UI"/>
              </ns11:rPr>
              <ns11:t>I made or checked __.</ns11:t>
            </ns11:r>
          </ns11:p>
        </p:txBody>
      </p:sp>
      <p:sp>
        <p:nvSpPr>
          <p:cNvPr id="8" name="route-STANDARD">
            <a:extLst xmlns:a="http://schemas.openxmlformats.org/drawingml/2006/main">
              <a:ext uri="{FF2B5EF4-FFF2-40B4-BE49-F238E27FC236}">
                <a16:creationId xmlns:a16="http://schemas.microsoft.com/office/drawing/2014/main" id="{F33973E7-D693-4EDB-98AC-EE8EA46CDACA}"/>
              </a:ext>
            </a:extLst>
          </p:cNvPr>
          <p:cNvSpPr>
            <a:spLocks xmlns:a="http://schemas.openxmlformats.org/drawingml/2006/main" noGrp="1"/>
          </p:cNvSpPr>
          <p:nvPr/>
        </p:nvSpPr>
        <p:spPr>
          <a:xfrm xmlns:a="http://schemas.openxmlformats.org/drawingml/2006/main">
            <a:off x="4314825" y="3524250"/>
            <a:ext cx="3476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1">
                <a:solidFill>
                  <a:srgbClr val="345D70"/>
                </a:solidFill>
                <a:latin typeface="Segoe UI"/>
                <a:ea typeface="Segoe UI"/>
                <a:cs typeface="Segoe UI"/>
              </a:defRPr>
            </a:defPPr>
            <a:lvl1pPr>
              <a:defRPr sz="1800" b="1">
                <a:solidFill>
                  <a:srgbClr val="345D70"/>
                </a:solidFill>
                <a:latin typeface="Segoe UI"/>
                <a:ea typeface="Segoe UI"/>
                <a:cs typeface="Segoe UI"/>
              </a:defRPr>
            </a:lvl1pPr>
            <a:lvl2pPr>
              <a:defRPr sz="1800" b="1">
                <a:solidFill>
                  <a:srgbClr val="345D70"/>
                </a:solidFill>
                <a:latin typeface="Segoe UI"/>
                <a:ea typeface="Segoe UI"/>
                <a:cs typeface="Segoe UI"/>
              </a:defRPr>
            </a:lvl2pPr>
            <a:lvl3pPr>
              <a:defRPr sz="1800" b="1">
                <a:solidFill>
                  <a:srgbClr val="345D70"/>
                </a:solidFill>
                <a:latin typeface="Segoe UI"/>
                <a:ea typeface="Segoe UI"/>
                <a:cs typeface="Segoe UI"/>
              </a:defRPr>
            </a:lvl3pPr>
            <a:lvl4pPr>
              <a:defRPr sz="1800" b="1">
                <a:solidFill>
                  <a:srgbClr val="345D70"/>
                </a:solidFill>
                <a:latin typeface="Segoe UI"/>
                <a:ea typeface="Segoe UI"/>
                <a:cs typeface="Segoe UI"/>
              </a:defRPr>
            </a:lvl4pPr>
            <a:lvl5pPr>
              <a:defRPr sz="1800" b="1">
                <a:solidFill>
                  <a:srgbClr val="345D70"/>
                </a:solidFill>
                <a:latin typeface="Segoe UI"/>
                <a:ea typeface="Segoe UI"/>
                <a:cs typeface="Segoe UI"/>
              </a:defRPr>
            </a:lvl5pPr>
            <a:lvl6pPr>
              <a:defRPr sz="1800" b="1">
                <a:solidFill>
                  <a:srgbClr val="345D70"/>
                </a:solidFill>
                <a:latin typeface="Segoe UI"/>
                <a:ea typeface="Segoe UI"/>
                <a:cs typeface="Segoe UI"/>
              </a:defRPr>
            </a:lvl6pPr>
            <a:lvl7pPr>
              <a:defRPr sz="1800" b="1">
                <a:solidFill>
                  <a:srgbClr val="345D70"/>
                </a:solidFill>
                <a:latin typeface="Segoe UI"/>
                <a:ea typeface="Segoe UI"/>
                <a:cs typeface="Segoe UI"/>
              </a:defRPr>
            </a:lvl7pPr>
            <a:lvl8pPr>
              <a:defRPr sz="1800" b="1">
                <a:solidFill>
                  <a:srgbClr val="345D70"/>
                </a:solidFill>
                <a:latin typeface="Segoe UI"/>
                <a:ea typeface="Segoe UI"/>
                <a:cs typeface="Segoe UI"/>
              </a:defRPr>
            </a:lvl8pPr>
            <a:lvl9pPr>
              <a:defRPr sz="1800" b="1">
                <a:solidFill>
                  <a:srgbClr val="345D70"/>
                </a:solidFill>
                <a:latin typeface="Segoe UI"/>
                <a:ea typeface="Segoe UI"/>
                <a:cs typeface="Segoe UI"/>
              </a:defRPr>
            </a:lvl9pPr>
          </a:lstStyle>
          <a:p xmlns:a="http://schemas.openxmlformats.org/drawingml/2006/main">
            <a:pPr>
              <a:defRPr sz="1800" b="1">
                <a:solidFill>
                  <a:srgbClr val="345D70"/>
                </a:solidFill>
                <a:latin typeface="Segoe UI"/>
                <a:ea typeface="Segoe UI"/>
                <a:cs typeface="Segoe UI"/>
              </a:defRPr>
            </a:pPr>
            <a:r>
              <a:rPr sz="1800" b="1">
                <a:solidFill>
                  <a:srgbClr val="345D70"/>
                </a:solidFill>
                <a:latin typeface="Segoe UI"/>
                <a:ea typeface="Segoe UI"/>
                <a:cs typeface="Segoe UI"/>
              </a:rPr>
              <a:t>STANDARD</a:t>
            </a:r>
          </a:p>
        </p:txBody>
      </p:sp>
      <p:sp>
        <p:nvSpPr>
          <p:cNvPr id="9" name="route-rule-STANDARD">
            <a:extLst xmlns:a="http://schemas.openxmlformats.org/drawingml/2006/main">
              <a:ext uri="{FF2B5EF4-FFF2-40B4-BE49-F238E27FC236}">
                <a16:creationId xmlns:a16="http://schemas.microsoft.com/office/drawing/2014/main" id="{73C2340D-C3A4-4DB8-8F16-9508FD257F97}"/>
              </a:ext>
            </a:extLst>
          </p:cNvPr>
          <p:cNvSpPr>
            <a:spLocks xmlns:a="http://schemas.openxmlformats.org/drawingml/2006/main" noGrp="1"/>
          </p:cNvSpPr>
          <p:nvPr/>
        </p:nvSpPr>
        <p:spPr>
          <a:xfrm xmlns:a="http://schemas.openxmlformats.org/drawingml/2006/main">
            <a:off x="4314825" y="3971925"/>
            <a:ext cx="3476625" cy="19050"/>
          </a:xfrm>
          <a:prstGeom xmlns:a="http://schemas.openxmlformats.org/drawingml/2006/main" prst="rect">
            <a:avLst/>
          </a:prstGeom>
          <a:solidFill xmlns:a="http://schemas.openxmlformats.org/drawingml/2006/main">
            <a:srgbClr val="CDD8DD"/>
          </a:solidFill>
          <a:ln xmlns:a="http://schemas.openxmlformats.org/drawingml/2006/main" w="0">
            <a:noFill/>
            <a:prstDash val="solid"/>
          </a:ln>
        </p:spPr>
      </p:sp>
      <p:sp>
        <p:nvSpPr>
          <p:cNvPr id="10" name="route-body-STANDARD">
            <a:extLst xmlns:a="http://schemas.openxmlformats.org/drawingml/2006/main">
              <a:ext uri="{FF2B5EF4-FFF2-40B4-BE49-F238E27FC236}">
                <a16:creationId xmlns:a16="http://schemas.microsoft.com/office/drawing/2014/main" id="{4FEA4C94-F182-42A8-AD69-40DC5C48A9A8}"/>
              </a:ext>
            </a:extLst>
          </p:cNvPr>
          <p:cNvSpPr>
            <a:spLocks xmlns:a="http://schemas.openxmlformats.org/drawingml/2006/main" noGrp="1"/>
          </p:cNvSpPr>
          <p:nvPr/>
        </p:nvSpPr>
        <p:spPr>
          <a:xfrm xmlns:a="http://schemas.openxmlformats.org/drawingml/2006/main">
            <a:off x="4314825" y="4200525"/>
            <a:ext cx="3476625"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0">
                <a:solidFill>
                  <a:srgbClr val="192E3B"/>
                </a:solidFill>
                <a:latin typeface="Segoe UI"/>
                <a:ea typeface="Segoe UI"/>
                <a:cs typeface="Segoe UI"/>
              </a:defRPr>
            </a:defPPr>
            <a:lvl1pPr>
              <a:defRPr sz="1800" b="0">
                <a:solidFill>
                  <a:srgbClr val="192E3B"/>
                </a:solidFill>
                <a:latin typeface="Segoe UI"/>
                <a:ea typeface="Segoe UI"/>
                <a:cs typeface="Segoe UI"/>
              </a:defRPr>
            </a:lvl1pPr>
            <a:lvl2pPr>
              <a:defRPr sz="1800" b="0">
                <a:solidFill>
                  <a:srgbClr val="192E3B"/>
                </a:solidFill>
                <a:latin typeface="Segoe UI"/>
                <a:ea typeface="Segoe UI"/>
                <a:cs typeface="Segoe UI"/>
              </a:defRPr>
            </a:lvl2pPr>
            <a:lvl3pPr>
              <a:defRPr sz="1800" b="0">
                <a:solidFill>
                  <a:srgbClr val="192E3B"/>
                </a:solidFill>
                <a:latin typeface="Segoe UI"/>
                <a:ea typeface="Segoe UI"/>
                <a:cs typeface="Segoe UI"/>
              </a:defRPr>
            </a:lvl3pPr>
            <a:lvl4pPr>
              <a:defRPr sz="1800" b="0">
                <a:solidFill>
                  <a:srgbClr val="192E3B"/>
                </a:solidFill>
                <a:latin typeface="Segoe UI"/>
                <a:ea typeface="Segoe UI"/>
                <a:cs typeface="Segoe UI"/>
              </a:defRPr>
            </a:lvl4pPr>
            <a:lvl5pPr>
              <a:defRPr sz="1800" b="0">
                <a:solidFill>
                  <a:srgbClr val="192E3B"/>
                </a:solidFill>
                <a:latin typeface="Segoe UI"/>
                <a:ea typeface="Segoe UI"/>
                <a:cs typeface="Segoe UI"/>
              </a:defRPr>
            </a:lvl5pPr>
            <a:lvl6pPr>
              <a:defRPr sz="1800" b="0">
                <a:solidFill>
                  <a:srgbClr val="192E3B"/>
                </a:solidFill>
                <a:latin typeface="Segoe UI"/>
                <a:ea typeface="Segoe UI"/>
                <a:cs typeface="Segoe UI"/>
              </a:defRPr>
            </a:lvl6pPr>
            <a:lvl7pPr>
              <a:defRPr sz="1800" b="0">
                <a:solidFill>
                  <a:srgbClr val="192E3B"/>
                </a:solidFill>
                <a:latin typeface="Segoe UI"/>
                <a:ea typeface="Segoe UI"/>
                <a:cs typeface="Segoe UI"/>
              </a:defRPr>
            </a:lvl7pPr>
            <a:lvl8pPr>
              <a:defRPr sz="1800" b="0">
                <a:solidFill>
                  <a:srgbClr val="192E3B"/>
                </a:solidFill>
                <a:latin typeface="Segoe UI"/>
                <a:ea typeface="Segoe UI"/>
                <a:cs typeface="Segoe UI"/>
              </a:defRPr>
            </a:lvl8pPr>
            <a:lvl9pPr>
              <a:defRPr sz="1800" b="0">
                <a:solidFill>
                  <a:srgbClr val="192E3B"/>
                </a:solidFill>
                <a:latin typeface="Segoe UI"/>
                <a:ea typeface="Segoe UI"/>
                <a:cs typeface="Segoe UI"/>
              </a:defRPr>
            </a:lvl9pPr>
          </a:lstStyle>
          <ns12:p xmlns:ns12="http://schemas.openxmlformats.org/drawingml/2006/main">
            <ns12:pPr>
              <ns12:defRPr sz="1800" b="0">
                <ns12:solidFill>
                  <ns12:srgbClr val="192E3B"/>
                </ns12:solidFill>
                <ns12:latin typeface="Segoe UI"/>
                <ns12:ea typeface="Segoe UI"/>
                <ns12:cs typeface="Segoe UI"/>
              </ns12:defRPr>
            </ns12:pPr>
            <ns12:r>
              <ns12:rPr sz="1800" b="0">
                <ns12:solidFill>
                  <ns12:srgbClr val="192E3B"/>
                </ns12:solidFill>
                <ns12:latin typeface="Segoe UI"/>
                <ns12:ea typeface="Segoe UI"/>
                <ns12:cs typeface="Segoe UI"/>
              </ns12:rPr>
              <ns12:t>Finish your job. Ask for a check. Name your own part.</ns12:t>
            </ns12:r>
          </ns12:p>
          <ns13:p xmlns:ns13="http://schemas.openxmlformats.org/drawingml/2006/main">
            <ns13:pPr>
              <ns13:defRPr sz="1800" b="0">
                <ns13:solidFill>
                  <ns13:srgbClr val="192E3B"/>
                </ns13:solidFill>
                <ns13:latin typeface="Segoe UI"/>
                <ns13:ea typeface="Segoe UI"/>
                <ns13:cs typeface="Segoe UI"/>
              </ns13:defRPr>
            </ns13:pPr>
            <ns13:r>
              <ns13:rPr sz="1800" b="0">
                <ns13:solidFill>
                  <ns13:srgbClr val="192E3B"/>
                </ns13:solidFill>
                <ns13:latin typeface="Segoe UI"/>
                <ns13:ea typeface="Segoe UI"/>
                <ns13:cs typeface="Segoe UI"/>
              </ns13:rPr>
              <ns13:t/>
            </ns13:r>
          </ns13:p>
          <ns14:p xmlns:ns14="http://schemas.openxmlformats.org/drawingml/2006/main">
            <ns14:pPr>
              <ns14:defRPr sz="1800" b="0">
                <ns14:solidFill>
                  <ns14:srgbClr val="192E3B"/>
                </ns14:solidFill>
                <ns14:latin typeface="Segoe UI"/>
                <ns14:ea typeface="Segoe UI"/>
                <ns14:cs typeface="Segoe UI"/>
              </ns14:defRPr>
            </ns14:pPr>
            <ns14:r>
              <ns14:rPr sz="1800" b="0">
                <ns14:solidFill>
                  <ns14:srgbClr val="192E3B"/>
                </ns14:solidFill>
                <ns14:latin typeface="Segoe UI"/>
                <ns14:ea typeface="Segoe UI"/>
                <ns14:cs typeface="Segoe UI"/>
              </ns14:rPr>
              <ns14:t>My work is ready because __.</ns14:t>
            </ns14:r>
          </ns14:p>
        </p:txBody>
      </p:sp>
      <p:sp>
        <p:nvSpPr>
          <p:cNvPr id="11" name="route-STRETCH">
            <a:extLst xmlns:a="http://schemas.openxmlformats.org/drawingml/2006/main">
              <a:ext uri="{FF2B5EF4-FFF2-40B4-BE49-F238E27FC236}">
                <a16:creationId xmlns:a16="http://schemas.microsoft.com/office/drawing/2014/main" id="{B13A8038-781A-4892-B600-DBAC4C9A1207}"/>
              </a:ext>
            </a:extLst>
          </p:cNvPr>
          <p:cNvSpPr>
            <a:spLocks xmlns:a="http://schemas.openxmlformats.org/drawingml/2006/main" noGrp="1"/>
          </p:cNvSpPr>
          <p:nvPr/>
        </p:nvSpPr>
        <p:spPr>
          <a:xfrm xmlns:a="http://schemas.openxmlformats.org/drawingml/2006/main">
            <a:off x="8096250" y="3524250"/>
            <a:ext cx="3476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1">
                <a:solidFill>
                  <a:srgbClr val="345D70"/>
                </a:solidFill>
                <a:latin typeface="Segoe UI"/>
                <a:ea typeface="Segoe UI"/>
                <a:cs typeface="Segoe UI"/>
              </a:defRPr>
            </a:defPPr>
            <a:lvl1pPr>
              <a:defRPr sz="1800" b="1">
                <a:solidFill>
                  <a:srgbClr val="345D70"/>
                </a:solidFill>
                <a:latin typeface="Segoe UI"/>
                <a:ea typeface="Segoe UI"/>
                <a:cs typeface="Segoe UI"/>
              </a:defRPr>
            </a:lvl1pPr>
            <a:lvl2pPr>
              <a:defRPr sz="1800" b="1">
                <a:solidFill>
                  <a:srgbClr val="345D70"/>
                </a:solidFill>
                <a:latin typeface="Segoe UI"/>
                <a:ea typeface="Segoe UI"/>
                <a:cs typeface="Segoe UI"/>
              </a:defRPr>
            </a:lvl2pPr>
            <a:lvl3pPr>
              <a:defRPr sz="1800" b="1">
                <a:solidFill>
                  <a:srgbClr val="345D70"/>
                </a:solidFill>
                <a:latin typeface="Segoe UI"/>
                <a:ea typeface="Segoe UI"/>
                <a:cs typeface="Segoe UI"/>
              </a:defRPr>
            </a:lvl3pPr>
            <a:lvl4pPr>
              <a:defRPr sz="1800" b="1">
                <a:solidFill>
                  <a:srgbClr val="345D70"/>
                </a:solidFill>
                <a:latin typeface="Segoe UI"/>
                <a:ea typeface="Segoe UI"/>
                <a:cs typeface="Segoe UI"/>
              </a:defRPr>
            </a:lvl4pPr>
            <a:lvl5pPr>
              <a:defRPr sz="1800" b="1">
                <a:solidFill>
                  <a:srgbClr val="345D70"/>
                </a:solidFill>
                <a:latin typeface="Segoe UI"/>
                <a:ea typeface="Segoe UI"/>
                <a:cs typeface="Segoe UI"/>
              </a:defRPr>
            </a:lvl5pPr>
            <a:lvl6pPr>
              <a:defRPr sz="1800" b="1">
                <a:solidFill>
                  <a:srgbClr val="345D70"/>
                </a:solidFill>
                <a:latin typeface="Segoe UI"/>
                <a:ea typeface="Segoe UI"/>
                <a:cs typeface="Segoe UI"/>
              </a:defRPr>
            </a:lvl6pPr>
            <a:lvl7pPr>
              <a:defRPr sz="1800" b="1">
                <a:solidFill>
                  <a:srgbClr val="345D70"/>
                </a:solidFill>
                <a:latin typeface="Segoe UI"/>
                <a:ea typeface="Segoe UI"/>
                <a:cs typeface="Segoe UI"/>
              </a:defRPr>
            </a:lvl7pPr>
            <a:lvl8pPr>
              <a:defRPr sz="1800" b="1">
                <a:solidFill>
                  <a:srgbClr val="345D70"/>
                </a:solidFill>
                <a:latin typeface="Segoe UI"/>
                <a:ea typeface="Segoe UI"/>
                <a:cs typeface="Segoe UI"/>
              </a:defRPr>
            </a:lvl8pPr>
            <a:lvl9pPr>
              <a:defRPr sz="1800" b="1">
                <a:solidFill>
                  <a:srgbClr val="345D70"/>
                </a:solidFill>
                <a:latin typeface="Segoe UI"/>
                <a:ea typeface="Segoe UI"/>
                <a:cs typeface="Segoe UI"/>
              </a:defRPr>
            </a:lvl9pPr>
          </a:lstStyle>
          <a:p xmlns:a="http://schemas.openxmlformats.org/drawingml/2006/main">
            <a:pPr>
              <a:defRPr sz="1800" b="1">
                <a:solidFill>
                  <a:srgbClr val="345D70"/>
                </a:solidFill>
                <a:latin typeface="Segoe UI"/>
                <a:ea typeface="Segoe UI"/>
                <a:cs typeface="Segoe UI"/>
              </a:defRPr>
            </a:pPr>
            <a:r>
              <a:rPr sz="1800" b="1">
                <a:solidFill>
                  <a:srgbClr val="345D70"/>
                </a:solidFill>
                <a:latin typeface="Segoe UI"/>
                <a:ea typeface="Segoe UI"/>
                <a:cs typeface="Segoe UI"/>
              </a:rPr>
              <a:t>STRETCH</a:t>
            </a:r>
          </a:p>
        </p:txBody>
      </p:sp>
      <p:sp>
        <p:nvSpPr>
          <p:cNvPr id="12" name="route-rule-STRETCH">
            <a:extLst xmlns:a="http://schemas.openxmlformats.org/drawingml/2006/main">
              <a:ext uri="{FF2B5EF4-FFF2-40B4-BE49-F238E27FC236}">
                <a16:creationId xmlns:a16="http://schemas.microsoft.com/office/drawing/2014/main" id="{EAE6F8CE-0A4C-4530-808D-8855BCF34C82}"/>
              </a:ext>
            </a:extLst>
          </p:cNvPr>
          <p:cNvSpPr>
            <a:spLocks xmlns:a="http://schemas.openxmlformats.org/drawingml/2006/main" noGrp="1"/>
          </p:cNvSpPr>
          <p:nvPr/>
        </p:nvSpPr>
        <p:spPr>
          <a:xfrm xmlns:a="http://schemas.openxmlformats.org/drawingml/2006/main">
            <a:off x="8096250" y="3971925"/>
            <a:ext cx="3476625" cy="19050"/>
          </a:xfrm>
          <a:prstGeom xmlns:a="http://schemas.openxmlformats.org/drawingml/2006/main" prst="rect">
            <a:avLst/>
          </a:prstGeom>
          <a:solidFill xmlns:a="http://schemas.openxmlformats.org/drawingml/2006/main">
            <a:srgbClr val="CDD8DD"/>
          </a:solidFill>
          <a:ln xmlns:a="http://schemas.openxmlformats.org/drawingml/2006/main" w="0">
            <a:noFill/>
            <a:prstDash val="solid"/>
          </a:ln>
        </p:spPr>
      </p:sp>
      <p:sp>
        <p:nvSpPr>
          <p:cNvPr id="13" name="route-body-STRETCH">
            <a:extLst xmlns:a="http://schemas.openxmlformats.org/drawingml/2006/main">
              <a:ext uri="{FF2B5EF4-FFF2-40B4-BE49-F238E27FC236}">
                <a16:creationId xmlns:a16="http://schemas.microsoft.com/office/drawing/2014/main" id="{D605C871-4A08-4C87-99E7-00029B08B734}"/>
              </a:ext>
            </a:extLst>
          </p:cNvPr>
          <p:cNvSpPr>
            <a:spLocks xmlns:a="http://schemas.openxmlformats.org/drawingml/2006/main" noGrp="1"/>
          </p:cNvSpPr>
          <p:nvPr/>
        </p:nvSpPr>
        <p:spPr>
          <a:xfrm xmlns:a="http://schemas.openxmlformats.org/drawingml/2006/main">
            <a:off x="8096250" y="4200525"/>
            <a:ext cx="3476625"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0">
                <a:solidFill>
                  <a:srgbClr val="192E3B"/>
                </a:solidFill>
                <a:latin typeface="Segoe UI"/>
                <a:ea typeface="Segoe UI"/>
                <a:cs typeface="Segoe UI"/>
              </a:defRPr>
            </a:defPPr>
            <a:lvl1pPr>
              <a:defRPr sz="1800" b="0">
                <a:solidFill>
                  <a:srgbClr val="192E3B"/>
                </a:solidFill>
                <a:latin typeface="Segoe UI"/>
                <a:ea typeface="Segoe UI"/>
                <a:cs typeface="Segoe UI"/>
              </a:defRPr>
            </a:lvl1pPr>
            <a:lvl2pPr>
              <a:defRPr sz="1800" b="0">
                <a:solidFill>
                  <a:srgbClr val="192E3B"/>
                </a:solidFill>
                <a:latin typeface="Segoe UI"/>
                <a:ea typeface="Segoe UI"/>
                <a:cs typeface="Segoe UI"/>
              </a:defRPr>
            </a:lvl2pPr>
            <a:lvl3pPr>
              <a:defRPr sz="1800" b="0">
                <a:solidFill>
                  <a:srgbClr val="192E3B"/>
                </a:solidFill>
                <a:latin typeface="Segoe UI"/>
                <a:ea typeface="Segoe UI"/>
                <a:cs typeface="Segoe UI"/>
              </a:defRPr>
            </a:lvl3pPr>
            <a:lvl4pPr>
              <a:defRPr sz="1800" b="0">
                <a:solidFill>
                  <a:srgbClr val="192E3B"/>
                </a:solidFill>
                <a:latin typeface="Segoe UI"/>
                <a:ea typeface="Segoe UI"/>
                <a:cs typeface="Segoe UI"/>
              </a:defRPr>
            </a:lvl4pPr>
            <a:lvl5pPr>
              <a:defRPr sz="1800" b="0">
                <a:solidFill>
                  <a:srgbClr val="192E3B"/>
                </a:solidFill>
                <a:latin typeface="Segoe UI"/>
                <a:ea typeface="Segoe UI"/>
                <a:cs typeface="Segoe UI"/>
              </a:defRPr>
            </a:lvl5pPr>
            <a:lvl6pPr>
              <a:defRPr sz="1800" b="0">
                <a:solidFill>
                  <a:srgbClr val="192E3B"/>
                </a:solidFill>
                <a:latin typeface="Segoe UI"/>
                <a:ea typeface="Segoe UI"/>
                <a:cs typeface="Segoe UI"/>
              </a:defRPr>
            </a:lvl6pPr>
            <a:lvl7pPr>
              <a:defRPr sz="1800" b="0">
                <a:solidFill>
                  <a:srgbClr val="192E3B"/>
                </a:solidFill>
                <a:latin typeface="Segoe UI"/>
                <a:ea typeface="Segoe UI"/>
                <a:cs typeface="Segoe UI"/>
              </a:defRPr>
            </a:lvl7pPr>
            <a:lvl8pPr>
              <a:defRPr sz="1800" b="0">
                <a:solidFill>
                  <a:srgbClr val="192E3B"/>
                </a:solidFill>
                <a:latin typeface="Segoe UI"/>
                <a:ea typeface="Segoe UI"/>
                <a:cs typeface="Segoe UI"/>
              </a:defRPr>
            </a:lvl8pPr>
            <a:lvl9pPr>
              <a:defRPr sz="1800" b="0">
                <a:solidFill>
                  <a:srgbClr val="192E3B"/>
                </a:solidFill>
                <a:latin typeface="Segoe UI"/>
                <a:ea typeface="Segoe UI"/>
                <a:cs typeface="Segoe UI"/>
              </a:defRPr>
            </a:lvl9pPr>
          </a:lstStyle>
          <ns15:p xmlns:ns15="http://schemas.openxmlformats.org/drawingml/2006/main">
            <ns15:pPr>
              <ns15:defRPr sz="1800" b="0">
                <ns15:solidFill>
                  <ns15:srgbClr val="192E3B"/>
                </ns15:solidFill>
                <ns15:latin typeface="Segoe UI"/>
                <ns15:ea typeface="Segoe UI"/>
                <ns15:cs typeface="Segoe UI"/>
              </ns15:defRPr>
            </ns15:pPr>
            <ns15:r>
              <ns15:rPr sz="1800" b="0">
                <ns15:solidFill>
                  <ns15:srgbClr val="192E3B"/>
                </ns15:solidFill>
                <ns15:latin typeface="Segoe UI"/>
                <ns15:ea typeface="Segoe UI"/>
                <ns15:cs typeface="Segoe UI"/>
              </ns15:rPr>
              <ns15:t>Act on feedback. Show what changed and what is left.</ns15:t>
            </ns15:r>
          </ns15:p>
          <ns16:p xmlns:ns16="http://schemas.openxmlformats.org/drawingml/2006/main">
            <ns16:pPr>
              <ns16:defRPr sz="1800" b="0">
                <ns16:solidFill>
                  <ns16:srgbClr val="192E3B"/>
                </ns16:solidFill>
                <ns16:latin typeface="Segoe UI"/>
                <ns16:ea typeface="Segoe UI"/>
                <ns16:cs typeface="Segoe UI"/>
              </ns16:defRPr>
            </ns16:pPr>
            <ns16:r>
              <ns16:rPr sz="1800" b="0">
                <ns16:solidFill>
                  <ns16:srgbClr val="192E3B"/>
                </ns16:solidFill>
                <ns16:latin typeface="Segoe UI"/>
                <ns16:ea typeface="Segoe UI"/>
                <ns16:cs typeface="Segoe UI"/>
              </ns16:rPr>
              <ns16:t/>
            </ns16:r>
          </ns16:p>
          <ns17:p xmlns:ns17="http://schemas.openxmlformats.org/drawingml/2006/main">
            <ns17:pPr>
              <ns17:defRPr sz="1800" b="0">
                <ns17:solidFill>
                  <ns17:srgbClr val="192E3B"/>
                </ns17:solidFill>
                <ns17:latin typeface="Segoe UI"/>
                <ns17:ea typeface="Segoe UI"/>
                <ns17:cs typeface="Segoe UI"/>
              </ns17:defRPr>
            </ns17:pPr>
            <ns17:r>
              <ns17:rPr sz="1800" b="0">
                <ns17:solidFill>
                  <ns17:srgbClr val="192E3B"/>
                </ns17:solidFill>
                <ns17:latin typeface="Segoe UI"/>
                <ns17:ea typeface="Segoe UI"/>
                <ns17:cs typeface="Segoe UI"/>
              </ns17:rPr>
              <ns17:t>I changed __. Next __.</ns17:t>
            </ns17:r>
          </ns17:p>
        </p:txBody>
      </p:sp>
      <p:sp>
        <p:nvSpPr>
          <p:cNvPr id="14" name="credit">
            <a:extLst xmlns:a="http://schemas.openxmlformats.org/drawingml/2006/main">
              <a:ext uri="{FF2B5EF4-FFF2-40B4-BE49-F238E27FC236}">
                <a16:creationId xmlns:a16="http://schemas.microsoft.com/office/drawing/2014/main" id="{902F9024-E8D6-4C4C-8FB4-09B17044104C}"/>
              </a:ext>
            </a:extLst>
          </p:cNvPr>
          <p:cNvSpPr>
            <a:spLocks xmlns:a="http://schemas.openxmlformats.org/drawingml/2006/main" noGrp="1"/>
          </p:cNvSpPr>
          <p:nvPr/>
        </p:nvSpPr>
        <p:spPr>
          <a:xfrm xmlns:a="http://schemas.openxmlformats.org/drawingml/2006/main">
            <a:off x="533400" y="6515100"/>
            <a:ext cx="1104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788" b="0">
                <a:solidFill>
                  <a:srgbClr val="566574"/>
                </a:solidFill>
                <a:latin typeface="Segoe UI"/>
                <a:ea typeface="Segoe UI"/>
                <a:cs typeface="Segoe UI"/>
              </a:defRPr>
            </a:defPPr>
            <a:lvl1pPr>
              <a:defRPr sz="788" b="0">
                <a:solidFill>
                  <a:srgbClr val="566574"/>
                </a:solidFill>
                <a:latin typeface="Segoe UI"/>
                <a:ea typeface="Segoe UI"/>
                <a:cs typeface="Segoe UI"/>
              </a:defRPr>
            </a:lvl1pPr>
            <a:lvl2pPr>
              <a:defRPr sz="788" b="0">
                <a:solidFill>
                  <a:srgbClr val="566574"/>
                </a:solidFill>
                <a:latin typeface="Segoe UI"/>
                <a:ea typeface="Segoe UI"/>
                <a:cs typeface="Segoe UI"/>
              </a:defRPr>
            </a:lvl2pPr>
            <a:lvl3pPr>
              <a:defRPr sz="788" b="0">
                <a:solidFill>
                  <a:srgbClr val="566574"/>
                </a:solidFill>
                <a:latin typeface="Segoe UI"/>
                <a:ea typeface="Segoe UI"/>
                <a:cs typeface="Segoe UI"/>
              </a:defRPr>
            </a:lvl3pPr>
            <a:lvl4pPr>
              <a:defRPr sz="788" b="0">
                <a:solidFill>
                  <a:srgbClr val="566574"/>
                </a:solidFill>
                <a:latin typeface="Segoe UI"/>
                <a:ea typeface="Segoe UI"/>
                <a:cs typeface="Segoe UI"/>
              </a:defRPr>
            </a:lvl4pPr>
            <a:lvl5pPr>
              <a:defRPr sz="788" b="0">
                <a:solidFill>
                  <a:srgbClr val="566574"/>
                </a:solidFill>
                <a:latin typeface="Segoe UI"/>
                <a:ea typeface="Segoe UI"/>
                <a:cs typeface="Segoe UI"/>
              </a:defRPr>
            </a:lvl5pPr>
            <a:lvl6pPr>
              <a:defRPr sz="788" b="0">
                <a:solidFill>
                  <a:srgbClr val="566574"/>
                </a:solidFill>
                <a:latin typeface="Segoe UI"/>
                <a:ea typeface="Segoe UI"/>
                <a:cs typeface="Segoe UI"/>
              </a:defRPr>
            </a:lvl6pPr>
            <a:lvl7pPr>
              <a:defRPr sz="788" b="0">
                <a:solidFill>
                  <a:srgbClr val="566574"/>
                </a:solidFill>
                <a:latin typeface="Segoe UI"/>
                <a:ea typeface="Segoe UI"/>
                <a:cs typeface="Segoe UI"/>
              </a:defRPr>
            </a:lvl7pPr>
            <a:lvl8pPr>
              <a:defRPr sz="788" b="0">
                <a:solidFill>
                  <a:srgbClr val="566574"/>
                </a:solidFill>
                <a:latin typeface="Segoe UI"/>
                <a:ea typeface="Segoe UI"/>
                <a:cs typeface="Segoe UI"/>
              </a:defRPr>
            </a:lvl8pPr>
            <a:lvl9pPr>
              <a:defRPr sz="788" b="0">
                <a:solidFill>
                  <a:srgbClr val="566574"/>
                </a:solidFill>
                <a:latin typeface="Segoe UI"/>
                <a:ea typeface="Segoe UI"/>
                <a:cs typeface="Segoe UI"/>
              </a:defRPr>
            </a:lvl9pPr>
          </a:lstStyle>
          <ns8:p xmlns:ns8="http://schemas.openxmlformats.org/drawingml/2006/main">
            <ns8:pPr>
              <ns8:defRPr sz="788" b="0">
                <ns8:solidFill>
                  <ns8:srgbClr val="566574"/>
                </ns8:solidFill>
                <ns8:latin typeface="Segoe UI"/>
                <ns8:ea typeface="Segoe UI"/>
                <ns8:cs typeface="Segoe UI"/>
              </ns8:defRPr>
            </ns8:pPr>
            <ns8:r>
              <ns8:rPr sz="788" b="0">
                <ns8:solidFill>
                  <ns8:srgbClr val="566574"/>
                </ns8:solidFill>
                <ns8:latin typeface="Segoe UI"/>
                <ns8:ea typeface="Segoe UI"/>
                <ns8:cs typeface="Segoe UI"/>
              </ns8:rPr>
              <ns8:t>Made by Matt · © Matt Roper · CC BY-NC-SA 4.0: free for classroom use, share and adapt with credit, no resale</ns8:t>
            </ns8:r>
          </ns8:p>
        </p:txBody>
      </p:sp>
      <p:sp>
        <p:nvSpPr>
          <p:cNvPr id="15" name="page-number">
            <a:extLst xmlns:a="http://schemas.openxmlformats.org/drawingml/2006/main">
              <a:ext uri="{FF2B5EF4-FFF2-40B4-BE49-F238E27FC236}">
                <a16:creationId xmlns:a16="http://schemas.microsoft.com/office/drawing/2014/main" id="{5C2F24A5-D857-4C5C-82A3-F9276E529B75}"/>
              </a:ext>
            </a:extLst>
          </p:cNvPr>
          <p:cNvSpPr>
            <a:spLocks xmlns:a="http://schemas.openxmlformats.org/drawingml/2006/main" noGrp="1"/>
          </p:cNvSpPr>
          <p:nvPr/>
        </p:nvSpPr>
        <p:spPr>
          <a:xfrm xmlns:a="http://schemas.openxmlformats.org/drawingml/2006/main">
            <a:off x="11144250" y="62103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defRPr sz="1050" b="0">
                <a:solidFill>
                  <a:srgbClr val="566574"/>
                </a:solidFill>
                <a:latin typeface="Segoe UI"/>
                <a:ea typeface="Segoe UI"/>
                <a:cs typeface="Segoe UI"/>
              </a:defRPr>
            </a:lvl1pPr>
            <a:lvl2pPr>
              <a:defRPr sz="1050" b="0">
                <a:solidFill>
                  <a:srgbClr val="566574"/>
                </a:solidFill>
                <a:latin typeface="Segoe UI"/>
                <a:ea typeface="Segoe UI"/>
                <a:cs typeface="Segoe UI"/>
              </a:defRPr>
            </a:lvl2pPr>
            <a:lvl3pPr>
              <a:defRPr sz="1050" b="0">
                <a:solidFill>
                  <a:srgbClr val="566574"/>
                </a:solidFill>
                <a:latin typeface="Segoe UI"/>
                <a:ea typeface="Segoe UI"/>
                <a:cs typeface="Segoe UI"/>
              </a:defRPr>
            </a:lvl3pPr>
            <a:lvl4pPr>
              <a:defRPr sz="1050" b="0">
                <a:solidFill>
                  <a:srgbClr val="566574"/>
                </a:solidFill>
                <a:latin typeface="Segoe UI"/>
                <a:ea typeface="Segoe UI"/>
                <a:cs typeface="Segoe UI"/>
              </a:defRPr>
            </a:lvl4pPr>
            <a:lvl5pPr>
              <a:defRPr sz="1050" b="0">
                <a:solidFill>
                  <a:srgbClr val="566574"/>
                </a:solidFill>
                <a:latin typeface="Segoe UI"/>
                <a:ea typeface="Segoe UI"/>
                <a:cs typeface="Segoe UI"/>
              </a:defRPr>
            </a:lvl5pPr>
            <a:lvl6pPr>
              <a:defRPr sz="1050" b="0">
                <a:solidFill>
                  <a:srgbClr val="566574"/>
                </a:solidFill>
                <a:latin typeface="Segoe UI"/>
                <a:ea typeface="Segoe UI"/>
                <a:cs typeface="Segoe UI"/>
              </a:defRPr>
            </a:lvl6pPr>
            <a:lvl7pPr>
              <a:defRPr sz="1050" b="0">
                <a:solidFill>
                  <a:srgbClr val="566574"/>
                </a:solidFill>
                <a:latin typeface="Segoe UI"/>
                <a:ea typeface="Segoe UI"/>
                <a:cs typeface="Segoe UI"/>
              </a:defRPr>
            </a:lvl7pPr>
            <a:lvl8pPr>
              <a:defRPr sz="1050" b="0">
                <a:solidFill>
                  <a:srgbClr val="566574"/>
                </a:solidFill>
                <a:latin typeface="Segoe UI"/>
                <a:ea typeface="Segoe UI"/>
                <a:cs typeface="Segoe UI"/>
              </a:defRPr>
            </a:lvl8pPr>
            <a:lvl9pPr>
              <a:defRPr sz="1050" b="0">
                <a:solidFill>
                  <a:srgbClr val="566574"/>
                </a:solidFill>
                <a:latin typeface="Segoe UI"/>
                <a:ea typeface="Segoe UI"/>
                <a:cs typeface="Segoe UI"/>
              </a:defRPr>
            </a:lvl9pPr>
          </a:lstStyle>
          <ns7:p xmlns:ns7="http://schemas.openxmlformats.org/drawingml/2006/main">
            <ns7:pPr>
              <ns7:defRPr sz="1050" b="0">
                <ns7:solidFill>
                  <ns7:srgbClr val="566574"/>
                </ns7:solidFill>
                <ns7:latin typeface="Segoe UI"/>
                <ns7:ea typeface="Segoe UI"/>
                <ns7:cs typeface="Segoe UI"/>
              </ns7:defRPr>
            </ns7:pPr>
            <ns7:r>
              <ns7:rPr sz="1050" b="0">
                <ns7:solidFill>
                  <ns7:srgbClr val="566574"/>
                </ns7:solidFill>
                <ns7:latin typeface="Segoe UI"/>
                <ns7:ea typeface="Segoe UI"/>
                <ns7:cs typeface="Segoe UI"/>
              </ns7:rPr>
              <ns7:t>08</ns7:t>
            </ns7:r>
          </ns7:p>
        </p:txBody>
      </p:sp>
    </p:spTree>
    <p:extLst>
      <p:ext uri="{BB962C8B-B14F-4D97-AF65-F5344CB8AC3E}">
        <p14:creationId xmlns:p14="http://schemas.microsoft.com/office/powerpoint/2010/main" val="20285082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lesson-code">
            <a:extLst xmlns:a="http://schemas.openxmlformats.org/drawingml/2006/main">
              <a:ext uri="{FF2B5EF4-FFF2-40B4-BE49-F238E27FC236}">
                <a16:creationId xmlns:a16="http://schemas.microsoft.com/office/drawing/2014/main" id="{74EFD080-33E1-4C48-842F-F4614E7D740D}"/>
              </a:ext>
            </a:extLst>
          </p:cNvPr>
          <p:cNvSpPr>
            <a:spLocks xmlns:a="http://schemas.openxmlformats.org/drawingml/2006/main" noGrp="1"/>
          </p:cNvSpPr>
          <p:nvPr/>
        </p:nvSpPr>
        <p:spPr>
          <a:xfrm xmlns:a="http://schemas.openxmlformats.org/drawingml/2006/main">
            <a:off x="533400" y="1905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defRPr sz="1200" b="0">
                <a:solidFill>
                  <a:srgbClr val="566574"/>
                </a:solidFill>
                <a:latin typeface="Segoe UI"/>
                <a:ea typeface="Segoe UI"/>
                <a:cs typeface="Segoe UI"/>
              </a:defRPr>
            </a:lvl1pPr>
            <a:lvl2pPr>
              <a:defRPr sz="1200" b="0">
                <a:solidFill>
                  <a:srgbClr val="566574"/>
                </a:solidFill>
                <a:latin typeface="Segoe UI"/>
                <a:ea typeface="Segoe UI"/>
                <a:cs typeface="Segoe UI"/>
              </a:defRPr>
            </a:lvl2pPr>
            <a:lvl3pPr>
              <a:defRPr sz="1200" b="0">
                <a:solidFill>
                  <a:srgbClr val="566574"/>
                </a:solidFill>
                <a:latin typeface="Segoe UI"/>
                <a:ea typeface="Segoe UI"/>
                <a:cs typeface="Segoe UI"/>
              </a:defRPr>
            </a:lvl3pPr>
            <a:lvl4pPr>
              <a:defRPr sz="1200" b="0">
                <a:solidFill>
                  <a:srgbClr val="566574"/>
                </a:solidFill>
                <a:latin typeface="Segoe UI"/>
                <a:ea typeface="Segoe UI"/>
                <a:cs typeface="Segoe UI"/>
              </a:defRPr>
            </a:lvl4pPr>
            <a:lvl5pPr>
              <a:defRPr sz="1200" b="0">
                <a:solidFill>
                  <a:srgbClr val="566574"/>
                </a:solidFill>
                <a:latin typeface="Segoe UI"/>
                <a:ea typeface="Segoe UI"/>
                <a:cs typeface="Segoe UI"/>
              </a:defRPr>
            </a:lvl5pPr>
            <a:lvl6pPr>
              <a:defRPr sz="1200" b="0">
                <a:solidFill>
                  <a:srgbClr val="566574"/>
                </a:solidFill>
                <a:latin typeface="Segoe UI"/>
                <a:ea typeface="Segoe UI"/>
                <a:cs typeface="Segoe UI"/>
              </a:defRPr>
            </a:lvl6pPr>
            <a:lvl7pPr>
              <a:defRPr sz="1200" b="0">
                <a:solidFill>
                  <a:srgbClr val="566574"/>
                </a:solidFill>
                <a:latin typeface="Segoe UI"/>
                <a:ea typeface="Segoe UI"/>
                <a:cs typeface="Segoe UI"/>
              </a:defRPr>
            </a:lvl7pPr>
            <a:lvl8pPr>
              <a:defRPr sz="1200" b="0">
                <a:solidFill>
                  <a:srgbClr val="566574"/>
                </a:solidFill>
                <a:latin typeface="Segoe UI"/>
                <a:ea typeface="Segoe UI"/>
                <a:cs typeface="Segoe UI"/>
              </a:defRPr>
            </a:lvl8pPr>
            <a:lvl9pPr>
              <a:defRPr sz="1200" b="0">
                <a:solidFill>
                  <a:srgbClr val="566574"/>
                </a:solidFill>
                <a:latin typeface="Segoe UI"/>
                <a:ea typeface="Segoe UI"/>
                <a:cs typeface="Segoe UI"/>
              </a:defRPr>
            </a:lvl9pPr>
          </a:lstStyle>
          <ns10:p xmlns:ns10="http://schemas.openxmlformats.org/drawingml/2006/main">
            <ns10:pPr>
              <ns10:defRPr sz="1200" b="0">
                <ns10:solidFill>
                  <ns10:srgbClr val="566574"/>
                </ns10:solidFill>
                <ns10:latin typeface="Segoe UI"/>
                <ns10:ea typeface="Segoe UI"/>
                <ns10:cs typeface="Segoe UI"/>
              </ns10:defRPr>
            </ns10:pPr>
            <ns10:r>
              <ns10:rPr sz="1200" b="0">
                <ns10:solidFill>
                  <ns10:srgbClr val="566574"/>
                </ns10:solidFill>
                <ns10:latin typeface="Segoe UI"/>
                <ns10:ea typeface="Segoe UI"/>
                <ns10:cs typeface="Segoe UI"/>
              </ns10:rPr>
              <ns10:t>COMM-GROW-A2-W04  ·  Lesson 9</ns10:t>
            </ns10:r>
          </ns10:p>
        </p:txBody>
      </p:sp>
      <p:sp>
        <p:nvSpPr>
          <p:cNvPr id="2" name="edition">
            <a:extLst xmlns:a="http://schemas.openxmlformats.org/drawingml/2006/main">
              <a:ext uri="{FF2B5EF4-FFF2-40B4-BE49-F238E27FC236}">
                <a16:creationId xmlns:a16="http://schemas.microsoft.com/office/drawing/2014/main" id="{8D102D91-F0B5-4F93-B03F-7FD7540FA626}"/>
              </a:ext>
            </a:extLst>
          </p:cNvPr>
          <p:cNvSpPr>
            <a:spLocks xmlns:a="http://schemas.openxmlformats.org/drawingml/2006/main" noGrp="1"/>
          </p:cNvSpPr>
          <p:nvPr/>
        </p:nvSpPr>
        <p:spPr>
          <a:xfrm xmlns:a="http://schemas.openxmlformats.org/drawingml/2006/main">
            <a:off x="7620000" y="190500"/>
            <a:ext cx="4048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defRPr sz="1050" b="0">
                <a:solidFill>
                  <a:srgbClr val="566574"/>
                </a:solidFill>
                <a:latin typeface="Segoe UI"/>
                <a:ea typeface="Segoe UI"/>
                <a:cs typeface="Segoe UI"/>
              </a:defRPr>
            </a:lvl1pPr>
            <a:lvl2pPr>
              <a:defRPr sz="1050" b="0">
                <a:solidFill>
                  <a:srgbClr val="566574"/>
                </a:solidFill>
                <a:latin typeface="Segoe UI"/>
                <a:ea typeface="Segoe UI"/>
                <a:cs typeface="Segoe UI"/>
              </a:defRPr>
            </a:lvl2pPr>
            <a:lvl3pPr>
              <a:defRPr sz="1050" b="0">
                <a:solidFill>
                  <a:srgbClr val="566574"/>
                </a:solidFill>
                <a:latin typeface="Segoe UI"/>
                <a:ea typeface="Segoe UI"/>
                <a:cs typeface="Segoe UI"/>
              </a:defRPr>
            </a:lvl3pPr>
            <a:lvl4pPr>
              <a:defRPr sz="1050" b="0">
                <a:solidFill>
                  <a:srgbClr val="566574"/>
                </a:solidFill>
                <a:latin typeface="Segoe UI"/>
                <a:ea typeface="Segoe UI"/>
                <a:cs typeface="Segoe UI"/>
              </a:defRPr>
            </a:lvl4pPr>
            <a:lvl5pPr>
              <a:defRPr sz="1050" b="0">
                <a:solidFill>
                  <a:srgbClr val="566574"/>
                </a:solidFill>
                <a:latin typeface="Segoe UI"/>
                <a:ea typeface="Segoe UI"/>
                <a:cs typeface="Segoe UI"/>
              </a:defRPr>
            </a:lvl5pPr>
            <a:lvl6pPr>
              <a:defRPr sz="1050" b="0">
                <a:solidFill>
                  <a:srgbClr val="566574"/>
                </a:solidFill>
                <a:latin typeface="Segoe UI"/>
                <a:ea typeface="Segoe UI"/>
                <a:cs typeface="Segoe UI"/>
              </a:defRPr>
            </a:lvl6pPr>
            <a:lvl7pPr>
              <a:defRPr sz="1050" b="0">
                <a:solidFill>
                  <a:srgbClr val="566574"/>
                </a:solidFill>
                <a:latin typeface="Segoe UI"/>
                <a:ea typeface="Segoe UI"/>
                <a:cs typeface="Segoe UI"/>
              </a:defRPr>
            </a:lvl7pPr>
            <a:lvl8pPr>
              <a:defRPr sz="1050" b="0">
                <a:solidFill>
                  <a:srgbClr val="566574"/>
                </a:solidFill>
                <a:latin typeface="Segoe UI"/>
                <a:ea typeface="Segoe UI"/>
                <a:cs typeface="Segoe UI"/>
              </a:defRPr>
            </a:lvl8pPr>
            <a:lvl9pPr>
              <a:defRPr sz="1050" b="0">
                <a:solidFill>
                  <a:srgbClr val="566574"/>
                </a:solidFill>
                <a:latin typeface="Segoe UI"/>
                <a:ea typeface="Segoe UI"/>
                <a:cs typeface="Segoe UI"/>
              </a:defRPr>
            </a:lvl9pPr>
          </a:lstStyle>
          <ns11:p xmlns:ns11="http://schemas.openxmlformats.org/drawingml/2006/main">
            <ns11:pPr>
              <ns11:defRPr sz="1050" b="0">
                <ns11:solidFill>
                  <ns11:srgbClr val="566574"/>
                </ns11:solidFill>
                <ns11:latin typeface="Segoe UI"/>
                <ns11:ea typeface="Segoe UI"/>
                <ns11:cs typeface="Segoe UI"/>
              </ns11:defRPr>
            </ns11:pPr>
            <ns11:r>
              <ns11:rPr sz="1050" b="0">
                <ns11:solidFill>
                  <ns11:srgbClr val="566574"/>
                </ns11:solidFill>
                <ns11:latin typeface="Segoe UI"/>
                <ns11:ea typeface="Segoe UI"/>
                <ns11:cs typeface="Segoe UI"/>
              </ns11:rPr>
              <ns11:t>Public edition</ns11:t>
            </ns11:r>
          </ns11:p>
        </p:txBody>
      </p:sp>
      <p:sp>
        <p:nvSpPr>
          <p:cNvPr id="3" name="stage-title">
            <a:extLst xmlns:a="http://schemas.openxmlformats.org/drawingml/2006/main">
              <a:ext uri="{FF2B5EF4-FFF2-40B4-BE49-F238E27FC236}">
                <a16:creationId xmlns:a16="http://schemas.microsoft.com/office/drawing/2014/main" id="{4C6A499F-7F3E-46E7-8E6C-4512728F7571}"/>
              </a:ext>
            </a:extLst>
          </p:cNvPr>
          <p:cNvSpPr>
            <a:spLocks xmlns:a="http://schemas.openxmlformats.org/drawingml/2006/main" noGrp="1"/>
          </p:cNvSpPr>
          <p:nvPr/>
        </p:nvSpPr>
        <p:spPr>
          <a:xfrm xmlns:a="http://schemas.openxmlformats.org/drawingml/2006/main">
            <a:off x="533400" y="590550"/>
            <a:ext cx="11029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3300" b="1">
                <a:solidFill>
                  <a:srgbClr val="345D70"/>
                </a:solidFill>
                <a:latin typeface="Segoe UI"/>
                <a:ea typeface="Segoe UI"/>
                <a:cs typeface="Segoe UI"/>
              </a:defRPr>
            </a:defPPr>
            <a:lvl1pPr>
              <a:defRPr sz="3300" b="1">
                <a:solidFill>
                  <a:srgbClr val="345D70"/>
                </a:solidFill>
                <a:latin typeface="Segoe UI"/>
                <a:ea typeface="Segoe UI"/>
                <a:cs typeface="Segoe UI"/>
              </a:defRPr>
            </a:lvl1pPr>
            <a:lvl2pPr>
              <a:defRPr sz="3300" b="1">
                <a:solidFill>
                  <a:srgbClr val="345D70"/>
                </a:solidFill>
                <a:latin typeface="Segoe UI"/>
                <a:ea typeface="Segoe UI"/>
                <a:cs typeface="Segoe UI"/>
              </a:defRPr>
            </a:lvl2pPr>
            <a:lvl3pPr>
              <a:defRPr sz="3300" b="1">
                <a:solidFill>
                  <a:srgbClr val="345D70"/>
                </a:solidFill>
                <a:latin typeface="Segoe UI"/>
                <a:ea typeface="Segoe UI"/>
                <a:cs typeface="Segoe UI"/>
              </a:defRPr>
            </a:lvl3pPr>
            <a:lvl4pPr>
              <a:defRPr sz="3300" b="1">
                <a:solidFill>
                  <a:srgbClr val="345D70"/>
                </a:solidFill>
                <a:latin typeface="Segoe UI"/>
                <a:ea typeface="Segoe UI"/>
                <a:cs typeface="Segoe UI"/>
              </a:defRPr>
            </a:lvl4pPr>
            <a:lvl5pPr>
              <a:defRPr sz="3300" b="1">
                <a:solidFill>
                  <a:srgbClr val="345D70"/>
                </a:solidFill>
                <a:latin typeface="Segoe UI"/>
                <a:ea typeface="Segoe UI"/>
                <a:cs typeface="Segoe UI"/>
              </a:defRPr>
            </a:lvl5pPr>
            <a:lvl6pPr>
              <a:defRPr sz="3300" b="1">
                <a:solidFill>
                  <a:srgbClr val="345D70"/>
                </a:solidFill>
                <a:latin typeface="Segoe UI"/>
                <a:ea typeface="Segoe UI"/>
                <a:cs typeface="Segoe UI"/>
              </a:defRPr>
            </a:lvl6pPr>
            <a:lvl7pPr>
              <a:defRPr sz="3300" b="1">
                <a:solidFill>
                  <a:srgbClr val="345D70"/>
                </a:solidFill>
                <a:latin typeface="Segoe UI"/>
                <a:ea typeface="Segoe UI"/>
                <a:cs typeface="Segoe UI"/>
              </a:defRPr>
            </a:lvl7pPr>
            <a:lvl8pPr>
              <a:defRPr sz="3300" b="1">
                <a:solidFill>
                  <a:srgbClr val="345D70"/>
                </a:solidFill>
                <a:latin typeface="Segoe UI"/>
                <a:ea typeface="Segoe UI"/>
                <a:cs typeface="Segoe UI"/>
              </a:defRPr>
            </a:lvl8pPr>
            <a:lvl9pPr>
              <a:defRPr sz="3300" b="1">
                <a:solidFill>
                  <a:srgbClr val="345D70"/>
                </a:solidFill>
                <a:latin typeface="Segoe UI"/>
                <a:ea typeface="Segoe UI"/>
                <a:cs typeface="Segoe UI"/>
              </a:defRPr>
            </a:lvl9pPr>
          </a:lstStyle>
          <ns9:p xmlns:ns9="http://schemas.openxmlformats.org/drawingml/2006/main">
            <ns9:pPr>
              <ns9:defRPr sz="3300" b="1">
                <ns9:solidFill>
                  <ns9:srgbClr val="345D70"/>
                </ns9:solidFill>
                <ns9:latin typeface="Segoe UI"/>
                <ns9:ea typeface="Segoe UI"/>
                <ns9:cs typeface="Segoe UI"/>
              </ns9:defRPr>
            </ns9:pPr>
            <ns9:r>
              <ns9:rPr sz="3300" b="1">
                <ns9:solidFill>
                  <ns9:srgbClr val="345D70"/>
                </ns9:solidFill>
                <ns9:latin typeface="Segoe UI"/>
                <ns9:ea typeface="Segoe UI"/>
                <ns9:cs typeface="Segoe UI"/>
              </ns9:rPr>
              <ns9:t>Evidence check before hand-in</ns9:t>
            </ns9:r>
          </ns9:p>
        </p:txBody>
      </p:sp>
      <p:sp>
        <p:nvSpPr>
          <p:cNvPr id="4" name="pupil-body">
            <a:extLst xmlns:a="http://schemas.openxmlformats.org/drawingml/2006/main">
              <a:ext uri="{FF2B5EF4-FFF2-40B4-BE49-F238E27FC236}">
                <a16:creationId xmlns:a16="http://schemas.microsoft.com/office/drawing/2014/main" id="{A32EEE5B-C0DD-40D0-8F45-FAA23D64FEC3}"/>
              </a:ext>
            </a:extLst>
          </p:cNvPr>
          <p:cNvSpPr>
            <a:spLocks xmlns:a="http://schemas.openxmlformats.org/drawingml/2006/main" noGrp="1"/>
          </p:cNvSpPr>
          <p:nvPr/>
        </p:nvSpPr>
        <p:spPr>
          <a:xfrm xmlns:a="http://schemas.openxmlformats.org/drawingml/2006/main">
            <a:off x="533400" y="1466850"/>
            <a:ext cx="11049000" cy="452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175" b="0">
                <a:solidFill>
                  <a:srgbClr val="192E3B"/>
                </a:solidFill>
                <a:latin typeface="Segoe UI"/>
                <a:ea typeface="Segoe UI"/>
                <a:cs typeface="Segoe UI"/>
              </a:defRPr>
            </a:defPPr>
            <a:lvl1pPr>
              <a:defRPr sz="2175" b="0">
                <a:solidFill>
                  <a:srgbClr val="192E3B"/>
                </a:solidFill>
                <a:latin typeface="Segoe UI"/>
                <a:ea typeface="Segoe UI"/>
                <a:cs typeface="Segoe UI"/>
              </a:defRPr>
            </a:lvl1pPr>
            <a:lvl2pPr>
              <a:defRPr sz="2175" b="0">
                <a:solidFill>
                  <a:srgbClr val="192E3B"/>
                </a:solidFill>
                <a:latin typeface="Segoe UI"/>
                <a:ea typeface="Segoe UI"/>
                <a:cs typeface="Segoe UI"/>
              </a:defRPr>
            </a:lvl2pPr>
            <a:lvl3pPr>
              <a:defRPr sz="2175" b="0">
                <a:solidFill>
                  <a:srgbClr val="192E3B"/>
                </a:solidFill>
                <a:latin typeface="Segoe UI"/>
                <a:ea typeface="Segoe UI"/>
                <a:cs typeface="Segoe UI"/>
              </a:defRPr>
            </a:lvl3pPr>
            <a:lvl4pPr>
              <a:defRPr sz="2175" b="0">
                <a:solidFill>
                  <a:srgbClr val="192E3B"/>
                </a:solidFill>
                <a:latin typeface="Segoe UI"/>
                <a:ea typeface="Segoe UI"/>
                <a:cs typeface="Segoe UI"/>
              </a:defRPr>
            </a:lvl4pPr>
            <a:lvl5pPr>
              <a:defRPr sz="2175" b="0">
                <a:solidFill>
                  <a:srgbClr val="192E3B"/>
                </a:solidFill>
                <a:latin typeface="Segoe UI"/>
                <a:ea typeface="Segoe UI"/>
                <a:cs typeface="Segoe UI"/>
              </a:defRPr>
            </a:lvl5pPr>
            <a:lvl6pPr>
              <a:defRPr sz="2175" b="0">
                <a:solidFill>
                  <a:srgbClr val="192E3B"/>
                </a:solidFill>
                <a:latin typeface="Segoe UI"/>
                <a:ea typeface="Segoe UI"/>
                <a:cs typeface="Segoe UI"/>
              </a:defRPr>
            </a:lvl6pPr>
            <a:lvl7pPr>
              <a:defRPr sz="2175" b="0">
                <a:solidFill>
                  <a:srgbClr val="192E3B"/>
                </a:solidFill>
                <a:latin typeface="Segoe UI"/>
                <a:ea typeface="Segoe UI"/>
                <a:cs typeface="Segoe UI"/>
              </a:defRPr>
            </a:lvl7pPr>
            <a:lvl8pPr>
              <a:defRPr sz="2175" b="0">
                <a:solidFill>
                  <a:srgbClr val="192E3B"/>
                </a:solidFill>
                <a:latin typeface="Segoe UI"/>
                <a:ea typeface="Segoe UI"/>
                <a:cs typeface="Segoe UI"/>
              </a:defRPr>
            </a:lvl8pPr>
            <a:lvl9pPr>
              <a:defRPr sz="2175" b="0">
                <a:solidFill>
                  <a:srgbClr val="192E3B"/>
                </a:solidFill>
                <a:latin typeface="Segoe UI"/>
                <a:ea typeface="Segoe UI"/>
                <a:cs typeface="Segoe UI"/>
              </a:defRPr>
            </a:lvl9pPr>
          </a:lstStyle>
          <ns0:p xmlns:ns0="http://schemas.openxmlformats.org/drawingml/2006/main">
            <ns0:pPr>
              <ns0:defRPr sz="2175" b="0">
                <ns0:solidFill>
                  <ns0:srgbClr val="192E3B"/>
                </ns0:solidFill>
                <ns0:latin typeface="Segoe UI"/>
                <ns0:ea typeface="Segoe UI"/>
                <ns0:cs typeface="Segoe UI"/>
              </ns0:defRPr>
            </ns0:pPr>
            <ns0:r>
              <ns0:rPr sz="2175" b="0">
                <ns0:solidFill>
                  <ns0:srgbClr val="192E3B"/>
                </ns0:solidFill>
                <ns0:latin typeface="Segoe UI"/>
                <ns0:ea typeface="Segoe UI"/>
                <ns0:cs typeface="Segoe UI"/>
              </ns0:rPr>
              <ns0:t>One job and my own work.</ns0:t>
            </ns0:r>
          </ns0:p>
          <ns1:p xmlns:ns1="http://schemas.openxmlformats.org/drawingml/2006/main">
            <ns1:pPr>
              <ns1:defRPr sz="2175" b="0">
                <ns1:solidFill>
                  <ns1:srgbClr val="192E3B"/>
                </ns1:solidFill>
                <ns1:latin typeface="Segoe UI"/>
                <ns1:ea typeface="Segoe UI"/>
                <ns1:cs typeface="Segoe UI"/>
              </ns1:defRPr>
            </ns1:pPr>
            <ns1:r>
              <ns1:rPr sz="2175" b="0">
                <ns1:solidFill>
                  <ns1:srgbClr val="192E3B"/>
                </ns1:solidFill>
                <ns1:latin typeface="Segoe UI"/>
                <ns1:ea typeface="Segoe UI"/>
                <ns1:cs typeface="Segoe UI"/>
              </ns1:rPr>
              <ns1:t/>
            </ns1:r>
          </ns1:p>
          <ns2:p xmlns:ns2="http://schemas.openxmlformats.org/drawingml/2006/main">
            <ns2:pPr>
              <ns2:defRPr sz="2175" b="0">
                <ns2:solidFill>
                  <ns2:srgbClr val="192E3B"/>
                </ns2:solidFill>
                <ns2:latin typeface="Segoe UI"/>
                <ns2:ea typeface="Segoe UI"/>
                <ns2:cs typeface="Segoe UI"/>
              </ns2:defRPr>
            </ns2:pPr>
            <ns2:r>
              <ns2:rPr sz="2175" b="0">
                <ns2:solidFill>
                  <ns2:srgbClr val="192E3B"/>
                </ns2:solidFill>
                <ns2:latin typeface="Segoe UI"/>
                <ns2:ea typeface="Segoe UI"/>
                <ns2:cs typeface="Segoe UI"/>
              </ns2:rPr>
              <ns2:t>My date, check and help are clear.</ns2:t>
            </ns2:r>
          </ns2:p>
          <ns3:p xmlns:ns3="http://schemas.openxmlformats.org/drawingml/2006/main">
            <ns3:pPr>
              <ns3:defRPr sz="2175" b="0">
                <ns3:solidFill>
                  <ns3:srgbClr val="192E3B"/>
                </ns3:solidFill>
                <ns3:latin typeface="Segoe UI"/>
                <ns3:ea typeface="Segoe UI"/>
                <ns3:cs typeface="Segoe UI"/>
              </ns3:defRPr>
            </ns3:pPr>
            <ns3:r>
              <ns3:rPr sz="2175" b="0">
                <ns3:solidFill>
                  <ns3:srgbClr val="192E3B"/>
                </ns3:solidFill>
                <ns3:latin typeface="Segoe UI"/>
                <ns3:ea typeface="Segoe UI"/>
                <ns3:cs typeface="Segoe UI"/>
              </ns3:rPr>
              <ns3:t/>
            </ns3:r>
          </ns3:p>
          <ns4:p xmlns:ns4="http://schemas.openxmlformats.org/drawingml/2006/main">
            <ns4:pPr>
              <ns4:defRPr sz="2175" b="0">
                <ns4:solidFill>
                  <ns4:srgbClr val="192E3B"/>
                </ns4:solidFill>
                <ns4:latin typeface="Segoe UI"/>
                <ns4:ea typeface="Segoe UI"/>
                <ns4:cs typeface="Segoe UI"/>
              </ns4:defRPr>
            </ns4:pPr>
            <ns4:r>
              <ns4:rPr sz="2175" b="0">
                <ns4:solidFill>
                  <ns4:srgbClr val="192E3B"/>
                </ns4:solidFill>
                <ns4:latin typeface="Segoe UI"/>
                <ns4:ea typeface="Segoe UI"/>
                <ns4:cs typeface="Segoe UI"/>
              </ns4:rPr>
              <ns4:t>I show any part that is not ready.</ns4:t>
            </ns4:r>
          </ns4:p>
          <ns5:p xmlns:ns5="http://schemas.openxmlformats.org/drawingml/2006/main">
            <ns5:pPr>
              <ns5:defRPr sz="2175" b="0">
                <ns5:solidFill>
                  <ns5:srgbClr val="192E3B"/>
                </ns5:solidFill>
                <ns5:latin typeface="Segoe UI"/>
                <ns5:ea typeface="Segoe UI"/>
                <ns5:cs typeface="Segoe UI"/>
              </ns5:defRPr>
            </ns5:pPr>
            <ns5:r>
              <ns5:rPr sz="2175" b="0">
                <ns5:solidFill>
                  <ns5:srgbClr val="192E3B"/>
                </ns5:solidFill>
                <ns5:latin typeface="Segoe UI"/>
                <ns5:ea typeface="Segoe UI"/>
                <ns5:cs typeface="Segoe UI"/>
              </ns5:rPr>
              <ns5:t/>
            </ns5:r>
          </ns5:p>
          <ns6:p xmlns:ns6="http://schemas.openxmlformats.org/drawingml/2006/main">
            <ns6:pPr>
              <ns6:defRPr sz="2175" b="0">
                <ns6:solidFill>
                  <ns6:srgbClr val="192E3B"/>
                </ns6:solidFill>
                <ns6:latin typeface="Segoe UI"/>
                <ns6:ea typeface="Segoe UI"/>
                <ns6:cs typeface="Segoe UI"/>
              </ns6:defRPr>
            </ns6:pPr>
            <ns6:r>
              <ns6:rPr sz="2175" b="0">
                <ns6:solidFill>
                  <ns6:srgbClr val="192E3B"/>
                </ns6:solidFill>
                <ns6:latin typeface="Segoe UI"/>
                <ns6:ea typeface="Segoe UI"/>
                <ns6:cs typeface="Segoe UI"/>
              </ns6:rPr>
              <ns6:t>The adult checks food and sale plans.</ns6:t>
            </ns6:r>
          </ns6:p>
          <ns7:p xmlns:ns7="http://schemas.openxmlformats.org/drawingml/2006/main">
            <ns7:pPr>
              <ns7:defRPr sz="2175" b="0">
                <ns7:solidFill>
                  <ns7:srgbClr val="192E3B"/>
                </ns7:solidFill>
                <ns7:latin typeface="Segoe UI"/>
                <ns7:ea typeface="Segoe UI"/>
                <ns7:cs typeface="Segoe UI"/>
              </ns7:defRPr>
            </ns7:pPr>
            <ns7:r>
              <ns7:rPr sz="2175" b="0">
                <ns7:solidFill>
                  <ns7:srgbClr val="192E3B"/>
                </ns7:solidFill>
                <ns7:latin typeface="Segoe UI"/>
                <ns7:ea typeface="Segoe UI"/>
                <ns7:cs typeface="Segoe UI"/>
              </ns7:rPr>
              <ns7:t/>
            </ns7:r>
          </ns7:p>
          <ns8:p xmlns:ns8="http://schemas.openxmlformats.org/drawingml/2006/main">
            <ns8:pPr>
              <ns8:defRPr sz="2175" b="0">
                <ns8:solidFill>
                  <ns8:srgbClr val="192E3B"/>
                </ns8:solidFill>
                <ns8:latin typeface="Segoe UI"/>
                <ns8:ea typeface="Segoe UI"/>
                <ns8:cs typeface="Segoe UI"/>
              </ns8:defRPr>
            </ns8:pPr>
            <ns8:r>
              <ns8:rPr sz="2175" b="0">
                <ns8:solidFill>
                  <ns8:srgbClr val="192E3B"/>
                </ns8:solidFill>
                <ns8:latin typeface="Segoe UI"/>
                <ns8:ea typeface="Segoe UI"/>
                <ns8:cs typeface="Segoe UI"/>
              </ns8:rPr>
              <ns8:t>Ready means checked, with no open gap.</ns8:t>
            </ns8:r>
          </ns8:p>
        </p:txBody>
      </p:sp>
      <p:sp>
        <p:nvSpPr>
          <p:cNvPr id="5" name="credit">
            <a:extLst xmlns:a="http://schemas.openxmlformats.org/drawingml/2006/main">
              <a:ext uri="{FF2B5EF4-FFF2-40B4-BE49-F238E27FC236}">
                <a16:creationId xmlns:a16="http://schemas.microsoft.com/office/drawing/2014/main" id="{05929817-59C3-4690-BD5E-49E2852D3DCC}"/>
              </a:ext>
            </a:extLst>
          </p:cNvPr>
          <p:cNvSpPr>
            <a:spLocks xmlns:a="http://schemas.openxmlformats.org/drawingml/2006/main" noGrp="1"/>
          </p:cNvSpPr>
          <p:nvPr/>
        </p:nvSpPr>
        <p:spPr>
          <a:xfrm xmlns:a="http://schemas.openxmlformats.org/drawingml/2006/main">
            <a:off x="533400" y="6515100"/>
            <a:ext cx="1104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788" b="0">
                <a:solidFill>
                  <a:srgbClr val="566574"/>
                </a:solidFill>
                <a:latin typeface="Segoe UI"/>
                <a:ea typeface="Segoe UI"/>
                <a:cs typeface="Segoe UI"/>
              </a:defRPr>
            </a:defPPr>
            <a:lvl1pPr>
              <a:defRPr sz="788" b="0">
                <a:solidFill>
                  <a:srgbClr val="566574"/>
                </a:solidFill>
                <a:latin typeface="Segoe UI"/>
                <a:ea typeface="Segoe UI"/>
                <a:cs typeface="Segoe UI"/>
              </a:defRPr>
            </a:lvl1pPr>
            <a:lvl2pPr>
              <a:defRPr sz="788" b="0">
                <a:solidFill>
                  <a:srgbClr val="566574"/>
                </a:solidFill>
                <a:latin typeface="Segoe UI"/>
                <a:ea typeface="Segoe UI"/>
                <a:cs typeface="Segoe UI"/>
              </a:defRPr>
            </a:lvl2pPr>
            <a:lvl3pPr>
              <a:defRPr sz="788" b="0">
                <a:solidFill>
                  <a:srgbClr val="566574"/>
                </a:solidFill>
                <a:latin typeface="Segoe UI"/>
                <a:ea typeface="Segoe UI"/>
                <a:cs typeface="Segoe UI"/>
              </a:defRPr>
            </a:lvl3pPr>
            <a:lvl4pPr>
              <a:defRPr sz="788" b="0">
                <a:solidFill>
                  <a:srgbClr val="566574"/>
                </a:solidFill>
                <a:latin typeface="Segoe UI"/>
                <a:ea typeface="Segoe UI"/>
                <a:cs typeface="Segoe UI"/>
              </a:defRPr>
            </a:lvl4pPr>
            <a:lvl5pPr>
              <a:defRPr sz="788" b="0">
                <a:solidFill>
                  <a:srgbClr val="566574"/>
                </a:solidFill>
                <a:latin typeface="Segoe UI"/>
                <a:ea typeface="Segoe UI"/>
                <a:cs typeface="Segoe UI"/>
              </a:defRPr>
            </a:lvl5pPr>
            <a:lvl6pPr>
              <a:defRPr sz="788" b="0">
                <a:solidFill>
                  <a:srgbClr val="566574"/>
                </a:solidFill>
                <a:latin typeface="Segoe UI"/>
                <a:ea typeface="Segoe UI"/>
                <a:cs typeface="Segoe UI"/>
              </a:defRPr>
            </a:lvl6pPr>
            <a:lvl7pPr>
              <a:defRPr sz="788" b="0">
                <a:solidFill>
                  <a:srgbClr val="566574"/>
                </a:solidFill>
                <a:latin typeface="Segoe UI"/>
                <a:ea typeface="Segoe UI"/>
                <a:cs typeface="Segoe UI"/>
              </a:defRPr>
            </a:lvl7pPr>
            <a:lvl8pPr>
              <a:defRPr sz="788" b="0">
                <a:solidFill>
                  <a:srgbClr val="566574"/>
                </a:solidFill>
                <a:latin typeface="Segoe UI"/>
                <a:ea typeface="Segoe UI"/>
                <a:cs typeface="Segoe UI"/>
              </a:defRPr>
            </a:lvl8pPr>
            <a:lvl9pPr>
              <a:defRPr sz="788" b="0">
                <a:solidFill>
                  <a:srgbClr val="566574"/>
                </a:solidFill>
                <a:latin typeface="Segoe UI"/>
                <a:ea typeface="Segoe UI"/>
                <a:cs typeface="Segoe UI"/>
              </a:defRPr>
            </a:lvl9pPr>
          </a:lstStyle>
          <ns13:p xmlns:ns13="http://schemas.openxmlformats.org/drawingml/2006/main">
            <ns13:pPr>
              <ns13:defRPr sz="788" b="0">
                <ns13:solidFill>
                  <ns13:srgbClr val="566574"/>
                </ns13:solidFill>
                <ns13:latin typeface="Segoe UI"/>
                <ns13:ea typeface="Segoe UI"/>
                <ns13:cs typeface="Segoe UI"/>
              </ns13:defRPr>
            </ns13:pPr>
            <ns13:r>
              <ns13:rPr sz="788" b="0">
                <ns13:solidFill>
                  <ns13:srgbClr val="566574"/>
                </ns13:solidFill>
                <ns13:latin typeface="Segoe UI"/>
                <ns13:ea typeface="Segoe UI"/>
                <ns13:cs typeface="Segoe UI"/>
              </ns13:rPr>
              <ns13:t>Made by Matt · © Matt Roper · CC BY-NC-SA 4.0: free for classroom use, share and adapt with credit, no resale</ns13:t>
            </ns13:r>
          </ns13:p>
        </p:txBody>
      </p:sp>
      <p:sp>
        <p:nvSpPr>
          <p:cNvPr id="6" name="page-number">
            <a:extLst xmlns:a="http://schemas.openxmlformats.org/drawingml/2006/main">
              <a:ext uri="{FF2B5EF4-FFF2-40B4-BE49-F238E27FC236}">
                <a16:creationId xmlns:a16="http://schemas.microsoft.com/office/drawing/2014/main" id="{8C2D46D7-A444-45AB-A9EA-ABAA28CFED5C}"/>
              </a:ext>
            </a:extLst>
          </p:cNvPr>
          <p:cNvSpPr>
            <a:spLocks xmlns:a="http://schemas.openxmlformats.org/drawingml/2006/main" noGrp="1"/>
          </p:cNvSpPr>
          <p:nvPr/>
        </p:nvSpPr>
        <p:spPr>
          <a:xfrm xmlns:a="http://schemas.openxmlformats.org/drawingml/2006/main">
            <a:off x="11144250" y="62103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defRPr sz="1050" b="0">
                <a:solidFill>
                  <a:srgbClr val="566574"/>
                </a:solidFill>
                <a:latin typeface="Segoe UI"/>
                <a:ea typeface="Segoe UI"/>
                <a:cs typeface="Segoe UI"/>
              </a:defRPr>
            </a:lvl1pPr>
            <a:lvl2pPr>
              <a:defRPr sz="1050" b="0">
                <a:solidFill>
                  <a:srgbClr val="566574"/>
                </a:solidFill>
                <a:latin typeface="Segoe UI"/>
                <a:ea typeface="Segoe UI"/>
                <a:cs typeface="Segoe UI"/>
              </a:defRPr>
            </a:lvl2pPr>
            <a:lvl3pPr>
              <a:defRPr sz="1050" b="0">
                <a:solidFill>
                  <a:srgbClr val="566574"/>
                </a:solidFill>
                <a:latin typeface="Segoe UI"/>
                <a:ea typeface="Segoe UI"/>
                <a:cs typeface="Segoe UI"/>
              </a:defRPr>
            </a:lvl3pPr>
            <a:lvl4pPr>
              <a:defRPr sz="1050" b="0">
                <a:solidFill>
                  <a:srgbClr val="566574"/>
                </a:solidFill>
                <a:latin typeface="Segoe UI"/>
                <a:ea typeface="Segoe UI"/>
                <a:cs typeface="Segoe UI"/>
              </a:defRPr>
            </a:lvl4pPr>
            <a:lvl5pPr>
              <a:defRPr sz="1050" b="0">
                <a:solidFill>
                  <a:srgbClr val="566574"/>
                </a:solidFill>
                <a:latin typeface="Segoe UI"/>
                <a:ea typeface="Segoe UI"/>
                <a:cs typeface="Segoe UI"/>
              </a:defRPr>
            </a:lvl5pPr>
            <a:lvl6pPr>
              <a:defRPr sz="1050" b="0">
                <a:solidFill>
                  <a:srgbClr val="566574"/>
                </a:solidFill>
                <a:latin typeface="Segoe UI"/>
                <a:ea typeface="Segoe UI"/>
                <a:cs typeface="Segoe UI"/>
              </a:defRPr>
            </a:lvl6pPr>
            <a:lvl7pPr>
              <a:defRPr sz="1050" b="0">
                <a:solidFill>
                  <a:srgbClr val="566574"/>
                </a:solidFill>
                <a:latin typeface="Segoe UI"/>
                <a:ea typeface="Segoe UI"/>
                <a:cs typeface="Segoe UI"/>
              </a:defRPr>
            </a:lvl7pPr>
            <a:lvl8pPr>
              <a:defRPr sz="1050" b="0">
                <a:solidFill>
                  <a:srgbClr val="566574"/>
                </a:solidFill>
                <a:latin typeface="Segoe UI"/>
                <a:ea typeface="Segoe UI"/>
                <a:cs typeface="Segoe UI"/>
              </a:defRPr>
            </a:lvl8pPr>
            <a:lvl9pPr>
              <a:defRPr sz="1050" b="0">
                <a:solidFill>
                  <a:srgbClr val="566574"/>
                </a:solidFill>
                <a:latin typeface="Segoe UI"/>
                <a:ea typeface="Segoe UI"/>
                <a:cs typeface="Segoe UI"/>
              </a:defRPr>
            </a:lvl9pPr>
          </a:lstStyle>
          <ns12:p xmlns:ns12="http://schemas.openxmlformats.org/drawingml/2006/main">
            <ns12:pPr>
              <ns12:defRPr sz="1050" b="0">
                <ns12:solidFill>
                  <ns12:srgbClr val="566574"/>
                </ns12:solidFill>
                <ns12:latin typeface="Segoe UI"/>
                <ns12:ea typeface="Segoe UI"/>
                <ns12:cs typeface="Segoe UI"/>
              </ns12:defRPr>
            </ns12:pPr>
            <ns12:r>
              <ns12:rPr sz="1050" b="0">
                <ns12:solidFill>
                  <ns12:srgbClr val="566574"/>
                </ns12:solidFill>
                <ns12:latin typeface="Segoe UI"/>
                <ns12:ea typeface="Segoe UI"/>
                <ns12:cs typeface="Segoe UI"/>
              </ns12:rPr>
              <ns12:t>09</ns12:t>
            </ns12:r>
          </ns12:p>
        </p:txBody>
      </p:sp>
    </p:spTree>
    <p:extLst>
      <p:ext uri="{BB962C8B-B14F-4D97-AF65-F5344CB8AC3E}">
        <p14:creationId xmlns:p14="http://schemas.microsoft.com/office/powerpoint/2010/main" val="106442192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lesson-code">
            <a:extLst xmlns:a="http://schemas.openxmlformats.org/drawingml/2006/main">
              <a:ext uri="{FF2B5EF4-FFF2-40B4-BE49-F238E27FC236}">
                <a16:creationId xmlns:a16="http://schemas.microsoft.com/office/drawing/2014/main" id="{6F8D3FC2-7A29-4685-AA02-3C12DCB2E6E4}"/>
              </a:ext>
            </a:extLst>
          </p:cNvPr>
          <p:cNvSpPr>
            <a:spLocks xmlns:a="http://schemas.openxmlformats.org/drawingml/2006/main" noGrp="1"/>
          </p:cNvSpPr>
          <p:nvPr/>
        </p:nvSpPr>
        <p:spPr>
          <a:xfrm xmlns:a="http://schemas.openxmlformats.org/drawingml/2006/main">
            <a:off x="533400" y="1905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defRPr sz="1200" b="0">
                <a:solidFill>
                  <a:srgbClr val="566574"/>
                </a:solidFill>
                <a:latin typeface="Segoe UI"/>
                <a:ea typeface="Segoe UI"/>
                <a:cs typeface="Segoe UI"/>
              </a:defRPr>
            </a:lvl1pPr>
            <a:lvl2pPr>
              <a:defRPr sz="1200" b="0">
                <a:solidFill>
                  <a:srgbClr val="566574"/>
                </a:solidFill>
                <a:latin typeface="Segoe UI"/>
                <a:ea typeface="Segoe UI"/>
                <a:cs typeface="Segoe UI"/>
              </a:defRPr>
            </a:lvl2pPr>
            <a:lvl3pPr>
              <a:defRPr sz="1200" b="0">
                <a:solidFill>
                  <a:srgbClr val="566574"/>
                </a:solidFill>
                <a:latin typeface="Segoe UI"/>
                <a:ea typeface="Segoe UI"/>
                <a:cs typeface="Segoe UI"/>
              </a:defRPr>
            </a:lvl3pPr>
            <a:lvl4pPr>
              <a:defRPr sz="1200" b="0">
                <a:solidFill>
                  <a:srgbClr val="566574"/>
                </a:solidFill>
                <a:latin typeface="Segoe UI"/>
                <a:ea typeface="Segoe UI"/>
                <a:cs typeface="Segoe UI"/>
              </a:defRPr>
            </a:lvl4pPr>
            <a:lvl5pPr>
              <a:defRPr sz="1200" b="0">
                <a:solidFill>
                  <a:srgbClr val="566574"/>
                </a:solidFill>
                <a:latin typeface="Segoe UI"/>
                <a:ea typeface="Segoe UI"/>
                <a:cs typeface="Segoe UI"/>
              </a:defRPr>
            </a:lvl5pPr>
            <a:lvl6pPr>
              <a:defRPr sz="1200" b="0">
                <a:solidFill>
                  <a:srgbClr val="566574"/>
                </a:solidFill>
                <a:latin typeface="Segoe UI"/>
                <a:ea typeface="Segoe UI"/>
                <a:cs typeface="Segoe UI"/>
              </a:defRPr>
            </a:lvl6pPr>
            <a:lvl7pPr>
              <a:defRPr sz="1200" b="0">
                <a:solidFill>
                  <a:srgbClr val="566574"/>
                </a:solidFill>
                <a:latin typeface="Segoe UI"/>
                <a:ea typeface="Segoe UI"/>
                <a:cs typeface="Segoe UI"/>
              </a:defRPr>
            </a:lvl7pPr>
            <a:lvl8pPr>
              <a:defRPr sz="1200" b="0">
                <a:solidFill>
                  <a:srgbClr val="566574"/>
                </a:solidFill>
                <a:latin typeface="Segoe UI"/>
                <a:ea typeface="Segoe UI"/>
                <a:cs typeface="Segoe UI"/>
              </a:defRPr>
            </a:lvl8pPr>
            <a:lvl9pPr>
              <a:defRPr sz="1200" b="0">
                <a:solidFill>
                  <a:srgbClr val="566574"/>
                </a:solidFill>
                <a:latin typeface="Segoe UI"/>
                <a:ea typeface="Segoe UI"/>
                <a:cs typeface="Segoe UI"/>
              </a:defRPr>
            </a:lvl9pPr>
          </a:lstStyle>
          <ns8:p xmlns:ns8="http://schemas.openxmlformats.org/drawingml/2006/main">
            <ns8:pPr>
              <ns8:defRPr sz="1200" b="0">
                <ns8:solidFill>
                  <ns8:srgbClr val="566574"/>
                </ns8:solidFill>
                <ns8:latin typeface="Segoe UI"/>
                <ns8:ea typeface="Segoe UI"/>
                <ns8:cs typeface="Segoe UI"/>
              </ns8:defRPr>
            </ns8:pPr>
            <ns8:r>
              <ns8:rPr sz="1200" b="0">
                <ns8:solidFill>
                  <ns8:srgbClr val="566574"/>
                </ns8:solidFill>
                <ns8:latin typeface="Segoe UI"/>
                <ns8:ea typeface="Segoe UI"/>
                <ns8:cs typeface="Segoe UI"/>
              </ns8:rPr>
              <ns8:t>COMM-GROW-A2-W04  ·  Lesson 9</ns8:t>
            </ns8:r>
          </ns8:p>
        </p:txBody>
      </p:sp>
      <p:sp>
        <p:nvSpPr>
          <p:cNvPr id="2" name="edition">
            <a:extLst xmlns:a="http://schemas.openxmlformats.org/drawingml/2006/main">
              <a:ext uri="{FF2B5EF4-FFF2-40B4-BE49-F238E27FC236}">
                <a16:creationId xmlns:a16="http://schemas.microsoft.com/office/drawing/2014/main" id="{86FC3099-5CEE-4373-9571-73C546270A67}"/>
              </a:ext>
            </a:extLst>
          </p:cNvPr>
          <p:cNvSpPr>
            <a:spLocks xmlns:a="http://schemas.openxmlformats.org/drawingml/2006/main" noGrp="1"/>
          </p:cNvSpPr>
          <p:nvPr/>
        </p:nvSpPr>
        <p:spPr>
          <a:xfrm xmlns:a="http://schemas.openxmlformats.org/drawingml/2006/main">
            <a:off x="7620000" y="190500"/>
            <a:ext cx="4048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defRPr sz="1050" b="0">
                <a:solidFill>
                  <a:srgbClr val="566574"/>
                </a:solidFill>
                <a:latin typeface="Segoe UI"/>
                <a:ea typeface="Segoe UI"/>
                <a:cs typeface="Segoe UI"/>
              </a:defRPr>
            </a:lvl1pPr>
            <a:lvl2pPr>
              <a:defRPr sz="1050" b="0">
                <a:solidFill>
                  <a:srgbClr val="566574"/>
                </a:solidFill>
                <a:latin typeface="Segoe UI"/>
                <a:ea typeface="Segoe UI"/>
                <a:cs typeface="Segoe UI"/>
              </a:defRPr>
            </a:lvl2pPr>
            <a:lvl3pPr>
              <a:defRPr sz="1050" b="0">
                <a:solidFill>
                  <a:srgbClr val="566574"/>
                </a:solidFill>
                <a:latin typeface="Segoe UI"/>
                <a:ea typeface="Segoe UI"/>
                <a:cs typeface="Segoe UI"/>
              </a:defRPr>
            </a:lvl3pPr>
            <a:lvl4pPr>
              <a:defRPr sz="1050" b="0">
                <a:solidFill>
                  <a:srgbClr val="566574"/>
                </a:solidFill>
                <a:latin typeface="Segoe UI"/>
                <a:ea typeface="Segoe UI"/>
                <a:cs typeface="Segoe UI"/>
              </a:defRPr>
            </a:lvl4pPr>
            <a:lvl5pPr>
              <a:defRPr sz="1050" b="0">
                <a:solidFill>
                  <a:srgbClr val="566574"/>
                </a:solidFill>
                <a:latin typeface="Segoe UI"/>
                <a:ea typeface="Segoe UI"/>
                <a:cs typeface="Segoe UI"/>
              </a:defRPr>
            </a:lvl5pPr>
            <a:lvl6pPr>
              <a:defRPr sz="1050" b="0">
                <a:solidFill>
                  <a:srgbClr val="566574"/>
                </a:solidFill>
                <a:latin typeface="Segoe UI"/>
                <a:ea typeface="Segoe UI"/>
                <a:cs typeface="Segoe UI"/>
              </a:defRPr>
            </a:lvl6pPr>
            <a:lvl7pPr>
              <a:defRPr sz="1050" b="0">
                <a:solidFill>
                  <a:srgbClr val="566574"/>
                </a:solidFill>
                <a:latin typeface="Segoe UI"/>
                <a:ea typeface="Segoe UI"/>
                <a:cs typeface="Segoe UI"/>
              </a:defRPr>
            </a:lvl7pPr>
            <a:lvl8pPr>
              <a:defRPr sz="1050" b="0">
                <a:solidFill>
                  <a:srgbClr val="566574"/>
                </a:solidFill>
                <a:latin typeface="Segoe UI"/>
                <a:ea typeface="Segoe UI"/>
                <a:cs typeface="Segoe UI"/>
              </a:defRPr>
            </a:lvl8pPr>
            <a:lvl9pPr>
              <a:defRPr sz="1050" b="0">
                <a:solidFill>
                  <a:srgbClr val="566574"/>
                </a:solidFill>
                <a:latin typeface="Segoe UI"/>
                <a:ea typeface="Segoe UI"/>
                <a:cs typeface="Segoe UI"/>
              </a:defRPr>
            </a:lvl9pPr>
          </a:lstStyle>
          <ns9:p xmlns:ns9="http://schemas.openxmlformats.org/drawingml/2006/main">
            <ns9:pPr>
              <ns9:defRPr sz="1050" b="0">
                <ns9:solidFill>
                  <ns9:srgbClr val="566574"/>
                </ns9:solidFill>
                <ns9:latin typeface="Segoe UI"/>
                <ns9:ea typeface="Segoe UI"/>
                <ns9:cs typeface="Segoe UI"/>
              </ns9:defRPr>
            </ns9:pPr>
            <ns9:r>
              <ns9:rPr sz="1050" b="0">
                <ns9:solidFill>
                  <ns9:srgbClr val="566574"/>
                </ns9:solidFill>
                <ns9:latin typeface="Segoe UI"/>
                <ns9:ea typeface="Segoe UI"/>
                <ns9:cs typeface="Segoe UI"/>
              </ns9:rPr>
              <ns9:t>Public edition</ns9:t>
            </ns9:r>
          </ns9:p>
        </p:txBody>
      </p:sp>
      <p:sp>
        <p:nvSpPr>
          <p:cNvPr id="3" name="stage-title">
            <a:extLst xmlns:a="http://schemas.openxmlformats.org/drawingml/2006/main">
              <a:ext uri="{FF2B5EF4-FFF2-40B4-BE49-F238E27FC236}">
                <a16:creationId xmlns:a16="http://schemas.microsoft.com/office/drawing/2014/main" id="{B31C3E97-FDD6-44C4-BB86-9F852B7F3616}"/>
              </a:ext>
            </a:extLst>
          </p:cNvPr>
          <p:cNvSpPr>
            <a:spLocks xmlns:a="http://schemas.openxmlformats.org/drawingml/2006/main" noGrp="1"/>
          </p:cNvSpPr>
          <p:nvPr/>
        </p:nvSpPr>
        <p:spPr>
          <a:xfrm xmlns:a="http://schemas.openxmlformats.org/drawingml/2006/main">
            <a:off x="533400" y="590550"/>
            <a:ext cx="11029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3300" b="1">
                <a:solidFill>
                  <a:srgbClr val="345D70"/>
                </a:solidFill>
                <a:latin typeface="Segoe UI"/>
                <a:ea typeface="Segoe UI"/>
                <a:cs typeface="Segoe UI"/>
              </a:defRPr>
            </a:defPPr>
            <a:lvl1pPr>
              <a:defRPr sz="3300" b="1">
                <a:solidFill>
                  <a:srgbClr val="345D70"/>
                </a:solidFill>
                <a:latin typeface="Segoe UI"/>
                <a:ea typeface="Segoe UI"/>
                <a:cs typeface="Segoe UI"/>
              </a:defRPr>
            </a:lvl1pPr>
            <a:lvl2pPr>
              <a:defRPr sz="3300" b="1">
                <a:solidFill>
                  <a:srgbClr val="345D70"/>
                </a:solidFill>
                <a:latin typeface="Segoe UI"/>
                <a:ea typeface="Segoe UI"/>
                <a:cs typeface="Segoe UI"/>
              </a:defRPr>
            </a:lvl2pPr>
            <a:lvl3pPr>
              <a:defRPr sz="3300" b="1">
                <a:solidFill>
                  <a:srgbClr val="345D70"/>
                </a:solidFill>
                <a:latin typeface="Segoe UI"/>
                <a:ea typeface="Segoe UI"/>
                <a:cs typeface="Segoe UI"/>
              </a:defRPr>
            </a:lvl3pPr>
            <a:lvl4pPr>
              <a:defRPr sz="3300" b="1">
                <a:solidFill>
                  <a:srgbClr val="345D70"/>
                </a:solidFill>
                <a:latin typeface="Segoe UI"/>
                <a:ea typeface="Segoe UI"/>
                <a:cs typeface="Segoe UI"/>
              </a:defRPr>
            </a:lvl4pPr>
            <a:lvl5pPr>
              <a:defRPr sz="3300" b="1">
                <a:solidFill>
                  <a:srgbClr val="345D70"/>
                </a:solidFill>
                <a:latin typeface="Segoe UI"/>
                <a:ea typeface="Segoe UI"/>
                <a:cs typeface="Segoe UI"/>
              </a:defRPr>
            </a:lvl5pPr>
            <a:lvl6pPr>
              <a:defRPr sz="3300" b="1">
                <a:solidFill>
                  <a:srgbClr val="345D70"/>
                </a:solidFill>
                <a:latin typeface="Segoe UI"/>
                <a:ea typeface="Segoe UI"/>
                <a:cs typeface="Segoe UI"/>
              </a:defRPr>
            </a:lvl6pPr>
            <a:lvl7pPr>
              <a:defRPr sz="3300" b="1">
                <a:solidFill>
                  <a:srgbClr val="345D70"/>
                </a:solidFill>
                <a:latin typeface="Segoe UI"/>
                <a:ea typeface="Segoe UI"/>
                <a:cs typeface="Segoe UI"/>
              </a:defRPr>
            </a:lvl7pPr>
            <a:lvl8pPr>
              <a:defRPr sz="3300" b="1">
                <a:solidFill>
                  <a:srgbClr val="345D70"/>
                </a:solidFill>
                <a:latin typeface="Segoe UI"/>
                <a:ea typeface="Segoe UI"/>
                <a:cs typeface="Segoe UI"/>
              </a:defRPr>
            </a:lvl8pPr>
            <a:lvl9pPr>
              <a:defRPr sz="3300" b="1">
                <a:solidFill>
                  <a:srgbClr val="345D70"/>
                </a:solidFill>
                <a:latin typeface="Segoe UI"/>
                <a:ea typeface="Segoe UI"/>
                <a:cs typeface="Segoe UI"/>
              </a:defRPr>
            </a:lvl9pPr>
          </a:lstStyle>
          <ns7:p xmlns:ns7="http://schemas.openxmlformats.org/drawingml/2006/main">
            <ns7:pPr>
              <ns7:defRPr sz="3300" b="1">
                <ns7:solidFill>
                  <ns7:srgbClr val="345D70"/>
                </ns7:solidFill>
                <ns7:latin typeface="Segoe UI"/>
                <ns7:ea typeface="Segoe UI"/>
                <ns7:cs typeface="Segoe UI"/>
              </ns7:defRPr>
            </ns7:pPr>
            <ns7:r>
              <ns7:rPr sz="3300" b="1">
                <ns7:solidFill>
                  <ns7:srgbClr val="345D70"/>
                </ns7:solidFill>
                <ns7:latin typeface="Segoe UI"/>
                <ns7:ea typeface="Segoe UI"/>
                <ns7:cs typeface="Segoe UI"/>
              </ns7:rPr>
              <ns7:t>Exit ticket</ns7:t>
            </ns7:r>
          </ns7:p>
        </p:txBody>
      </p:sp>
      <p:sp>
        <p:nvSpPr>
          <p:cNvPr id="4" name="pupil-body">
            <a:extLst xmlns:a="http://schemas.openxmlformats.org/drawingml/2006/main">
              <a:ext uri="{FF2B5EF4-FFF2-40B4-BE49-F238E27FC236}">
                <a16:creationId xmlns:a16="http://schemas.microsoft.com/office/drawing/2014/main" id="{2DDBA7C4-696A-405E-9D8E-4A9D2E8DEA39}"/>
              </a:ext>
            </a:extLst>
          </p:cNvPr>
          <p:cNvSpPr>
            <a:spLocks xmlns:a="http://schemas.openxmlformats.org/drawingml/2006/main" noGrp="1"/>
          </p:cNvSpPr>
          <p:nvPr/>
        </p:nvSpPr>
        <p:spPr>
          <a:xfrm xmlns:a="http://schemas.openxmlformats.org/drawingml/2006/main">
            <a:off x="533400" y="1466850"/>
            <a:ext cx="11049000" cy="452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400" b="0">
                <a:solidFill>
                  <a:srgbClr val="192E3B"/>
                </a:solidFill>
                <a:latin typeface="Segoe UI"/>
                <a:ea typeface="Segoe UI"/>
                <a:cs typeface="Segoe UI"/>
              </a:defRPr>
            </a:defPPr>
            <a:lvl1pPr>
              <a:defRPr sz="2400" b="0">
                <a:solidFill>
                  <a:srgbClr val="192E3B"/>
                </a:solidFill>
                <a:latin typeface="Segoe UI"/>
                <a:ea typeface="Segoe UI"/>
                <a:cs typeface="Segoe UI"/>
              </a:defRPr>
            </a:lvl1pPr>
            <a:lvl2pPr>
              <a:defRPr sz="2400" b="0">
                <a:solidFill>
                  <a:srgbClr val="192E3B"/>
                </a:solidFill>
                <a:latin typeface="Segoe UI"/>
                <a:ea typeface="Segoe UI"/>
                <a:cs typeface="Segoe UI"/>
              </a:defRPr>
            </a:lvl2pPr>
            <a:lvl3pPr>
              <a:defRPr sz="2400" b="0">
                <a:solidFill>
                  <a:srgbClr val="192E3B"/>
                </a:solidFill>
                <a:latin typeface="Segoe UI"/>
                <a:ea typeface="Segoe UI"/>
                <a:cs typeface="Segoe UI"/>
              </a:defRPr>
            </a:lvl3pPr>
            <a:lvl4pPr>
              <a:defRPr sz="2400" b="0">
                <a:solidFill>
                  <a:srgbClr val="192E3B"/>
                </a:solidFill>
                <a:latin typeface="Segoe UI"/>
                <a:ea typeface="Segoe UI"/>
                <a:cs typeface="Segoe UI"/>
              </a:defRPr>
            </a:lvl4pPr>
            <a:lvl5pPr>
              <a:defRPr sz="2400" b="0">
                <a:solidFill>
                  <a:srgbClr val="192E3B"/>
                </a:solidFill>
                <a:latin typeface="Segoe UI"/>
                <a:ea typeface="Segoe UI"/>
                <a:cs typeface="Segoe UI"/>
              </a:defRPr>
            </a:lvl5pPr>
            <a:lvl6pPr>
              <a:defRPr sz="2400" b="0">
                <a:solidFill>
                  <a:srgbClr val="192E3B"/>
                </a:solidFill>
                <a:latin typeface="Segoe UI"/>
                <a:ea typeface="Segoe UI"/>
                <a:cs typeface="Segoe UI"/>
              </a:defRPr>
            </a:lvl6pPr>
            <a:lvl7pPr>
              <a:defRPr sz="2400" b="0">
                <a:solidFill>
                  <a:srgbClr val="192E3B"/>
                </a:solidFill>
                <a:latin typeface="Segoe UI"/>
                <a:ea typeface="Segoe UI"/>
                <a:cs typeface="Segoe UI"/>
              </a:defRPr>
            </a:lvl7pPr>
            <a:lvl8pPr>
              <a:defRPr sz="2400" b="0">
                <a:solidFill>
                  <a:srgbClr val="192E3B"/>
                </a:solidFill>
                <a:latin typeface="Segoe UI"/>
                <a:ea typeface="Segoe UI"/>
                <a:cs typeface="Segoe UI"/>
              </a:defRPr>
            </a:lvl8pPr>
            <a:lvl9pPr>
              <a:defRPr sz="2400" b="0">
                <a:solidFill>
                  <a:srgbClr val="192E3B"/>
                </a:solidFill>
                <a:latin typeface="Segoe UI"/>
                <a:ea typeface="Segoe UI"/>
                <a:cs typeface="Segoe UI"/>
              </a:defRPr>
            </a:lvl9pPr>
          </a:lstStyle>
          <ns0:p xmlns:ns0="http://schemas.openxmlformats.org/drawingml/2006/main">
            <ns0:pPr>
              <ns0:defRPr sz="2400" b="0">
                <ns0:solidFill>
                  <ns0:srgbClr val="192E3B"/>
                </ns0:solidFill>
                <ns0:latin typeface="Segoe UI"/>
                <ns0:ea typeface="Segoe UI"/>
                <ns0:cs typeface="Segoe UI"/>
              </ns0:defRPr>
            </ns0:pPr>
            <ns0:r>
              <ns0:rPr sz="2400" b="0">
                <ns0:solidFill>
                  <ns0:srgbClr val="192E3B"/>
                </ns0:solidFill>
                <ns0:latin typeface="Segoe UI"/>
                <ns0:ea typeface="Segoe UI"/>
                <ns0:cs typeface="Segoe UI"/>
              </ns0:rPr>
              <ns0:t>Is my responsibility complete?</ns0:t>
            </ns0:r>
          </ns0:p>
          <ns1:p xmlns:ns1="http://schemas.openxmlformats.org/drawingml/2006/main">
            <ns1:pPr>
              <ns1:defRPr sz="2400" b="0">
                <ns1:solidFill>
                  <ns1:srgbClr val="192E3B"/>
                </ns1:solidFill>
                <ns1:latin typeface="Segoe UI"/>
                <ns1:ea typeface="Segoe UI"/>
                <ns1:cs typeface="Segoe UI"/>
              </ns1:defRPr>
            </ns1:pPr>
            <ns1:r>
              <ns1:rPr sz="2400" b="0">
                <ns1:solidFill>
                  <ns1:srgbClr val="192E3B"/>
                </ns1:solidFill>
                <ns1:latin typeface="Segoe UI"/>
                <ns1:ea typeface="Segoe UI"/>
                <ns1:cs typeface="Segoe UI"/>
              </ns1:rPr>
              <ns1:t/>
            </ns1:r>
          </ns1:p>
          <ns2:p xmlns:ns2="http://schemas.openxmlformats.org/drawingml/2006/main">
            <ns2:pPr>
              <ns2:defRPr sz="2400" b="0">
                <ns2:solidFill>
                  <ns2:srgbClr val="192E3B"/>
                </ns2:solidFill>
                <ns2:latin typeface="Segoe UI"/>
                <ns2:ea typeface="Segoe UI"/>
                <ns2:cs typeface="Segoe UI"/>
              </ns2:defRPr>
            </ns2:pPr>
            <ns2:r>
              <ns2:rPr sz="2400" b="0">
                <ns2:solidFill>
                  <ns2:srgbClr val="192E3B"/>
                </ns2:solidFill>
                <ns2:latin typeface="Segoe UI"/>
                <ns2:ea typeface="Segoe UI"/>
                <ns2:cs typeface="Segoe UI"/>
              </ns2:rPr>
              <ns2:t>It is ready / not ready yet because __.</ns2:t>
            </ns2:r>
          </ns2:p>
          <ns3:p xmlns:ns3="http://schemas.openxmlformats.org/drawingml/2006/main">
            <ns3:pPr>
              <ns3:defRPr sz="2400" b="0">
                <ns3:solidFill>
                  <ns3:srgbClr val="192E3B"/>
                </ns3:solidFill>
                <ns3:latin typeface="Segoe UI"/>
                <ns3:ea typeface="Segoe UI"/>
                <ns3:cs typeface="Segoe UI"/>
              </ns3:defRPr>
            </ns3:pPr>
            <ns3:r>
              <ns3:rPr sz="2400" b="0">
                <ns3:solidFill>
                  <ns3:srgbClr val="192E3B"/>
                </ns3:solidFill>
                <ns3:latin typeface="Segoe UI"/>
                <ns3:ea typeface="Segoe UI"/>
                <ns3:cs typeface="Segoe UI"/>
              </ns3:rPr>
              <ns3:t/>
            </ns3:r>
          </ns3:p>
          <ns4:p xmlns:ns4="http://schemas.openxmlformats.org/drawingml/2006/main">
            <ns4:pPr>
              <ns4:defRPr sz="2400" b="0">
                <ns4:solidFill>
                  <ns4:srgbClr val="192E3B"/>
                </ns4:solidFill>
                <ns4:latin typeface="Segoe UI"/>
                <ns4:ea typeface="Segoe UI"/>
                <ns4:cs typeface="Segoe UI"/>
              </ns4:defRPr>
            </ns4:pPr>
            <ns4:r>
              <ns4:rPr sz="2400" b="0">
                <ns4:solidFill>
                  <ns4:srgbClr val="192E3B"/>
                </ns4:solidFill>
                <ns4:latin typeface="Segoe UI"/>
                <ns4:ea typeface="Segoe UI"/>
                <ns4:cs typeface="Segoe UI"/>
              </ns4:rPr>
              <ns4:t>The next step is __. Who can help?</ns4:t>
            </ns4:r>
          </ns4:p>
          <ns5:p xmlns:ns5="http://schemas.openxmlformats.org/drawingml/2006/main">
            <ns5:pPr>
              <ns5:defRPr sz="2400" b="0">
                <ns5:solidFill>
                  <ns5:srgbClr val="192E3B"/>
                </ns5:solidFill>
                <ns5:latin typeface="Segoe UI"/>
                <ns5:ea typeface="Segoe UI"/>
                <ns5:cs typeface="Segoe UI"/>
              </ns5:defRPr>
            </ns5:pPr>
            <ns5:r>
              <ns5:rPr sz="2400" b="0">
                <ns5:solidFill>
                  <ns5:srgbClr val="192E3B"/>
                </ns5:solidFill>
                <ns5:latin typeface="Segoe UI"/>
                <ns5:ea typeface="Segoe UI"/>
                <ns5:cs typeface="Segoe UI"/>
              </ns5:rPr>
              <ns5:t/>
            </ns5:r>
          </ns5:p>
          <ns6:p xmlns:ns6="http://schemas.openxmlformats.org/drawingml/2006/main">
            <ns6:pPr>
              <ns6:defRPr sz="2400" b="0">
                <ns6:solidFill>
                  <ns6:srgbClr val="192E3B"/>
                </ns6:solidFill>
                <ns6:latin typeface="Segoe UI"/>
                <ns6:ea typeface="Segoe UI"/>
                <ns6:cs typeface="Segoe UI"/>
              </ns6:defRPr>
            </ns6:pPr>
            <ns6:r>
              <ns6:rPr sz="2400" b="0">
                <ns6:solidFill>
                  <ns6:srgbClr val="192E3B"/>
                </ns6:solidFill>
                <ns6:latin typeface="Segoe UI"/>
                <ns6:ea typeface="Segoe UI"/>
                <ns6:cs typeface="Segoe UI"/>
              </ns6:rPr>
              <ns6:t>Sale: Thursday 3 December 2026, 13:30–14:10</ns6:t>
            </ns6:r>
          </ns6:p>
        </p:txBody>
      </p:sp>
      <p:sp>
        <p:nvSpPr>
          <p:cNvPr id="5" name="credit">
            <a:extLst xmlns:a="http://schemas.openxmlformats.org/drawingml/2006/main">
              <a:ext uri="{FF2B5EF4-FFF2-40B4-BE49-F238E27FC236}">
                <a16:creationId xmlns:a16="http://schemas.microsoft.com/office/drawing/2014/main" id="{6D7E8F75-2156-4B62-BD47-E940AA7E08B8}"/>
              </a:ext>
            </a:extLst>
          </p:cNvPr>
          <p:cNvSpPr>
            <a:spLocks xmlns:a="http://schemas.openxmlformats.org/drawingml/2006/main" noGrp="1"/>
          </p:cNvSpPr>
          <p:nvPr/>
        </p:nvSpPr>
        <p:spPr>
          <a:xfrm xmlns:a="http://schemas.openxmlformats.org/drawingml/2006/main">
            <a:off x="533400" y="6515100"/>
            <a:ext cx="1104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788" b="0">
                <a:solidFill>
                  <a:srgbClr val="566574"/>
                </a:solidFill>
                <a:latin typeface="Segoe UI"/>
                <a:ea typeface="Segoe UI"/>
                <a:cs typeface="Segoe UI"/>
              </a:defRPr>
            </a:defPPr>
            <a:lvl1pPr>
              <a:defRPr sz="788" b="0">
                <a:solidFill>
                  <a:srgbClr val="566574"/>
                </a:solidFill>
                <a:latin typeface="Segoe UI"/>
                <a:ea typeface="Segoe UI"/>
                <a:cs typeface="Segoe UI"/>
              </a:defRPr>
            </a:lvl1pPr>
            <a:lvl2pPr>
              <a:defRPr sz="788" b="0">
                <a:solidFill>
                  <a:srgbClr val="566574"/>
                </a:solidFill>
                <a:latin typeface="Segoe UI"/>
                <a:ea typeface="Segoe UI"/>
                <a:cs typeface="Segoe UI"/>
              </a:defRPr>
            </a:lvl2pPr>
            <a:lvl3pPr>
              <a:defRPr sz="788" b="0">
                <a:solidFill>
                  <a:srgbClr val="566574"/>
                </a:solidFill>
                <a:latin typeface="Segoe UI"/>
                <a:ea typeface="Segoe UI"/>
                <a:cs typeface="Segoe UI"/>
              </a:defRPr>
            </a:lvl3pPr>
            <a:lvl4pPr>
              <a:defRPr sz="788" b="0">
                <a:solidFill>
                  <a:srgbClr val="566574"/>
                </a:solidFill>
                <a:latin typeface="Segoe UI"/>
                <a:ea typeface="Segoe UI"/>
                <a:cs typeface="Segoe UI"/>
              </a:defRPr>
            </a:lvl4pPr>
            <a:lvl5pPr>
              <a:defRPr sz="788" b="0">
                <a:solidFill>
                  <a:srgbClr val="566574"/>
                </a:solidFill>
                <a:latin typeface="Segoe UI"/>
                <a:ea typeface="Segoe UI"/>
                <a:cs typeface="Segoe UI"/>
              </a:defRPr>
            </a:lvl5pPr>
            <a:lvl6pPr>
              <a:defRPr sz="788" b="0">
                <a:solidFill>
                  <a:srgbClr val="566574"/>
                </a:solidFill>
                <a:latin typeface="Segoe UI"/>
                <a:ea typeface="Segoe UI"/>
                <a:cs typeface="Segoe UI"/>
              </a:defRPr>
            </a:lvl6pPr>
            <a:lvl7pPr>
              <a:defRPr sz="788" b="0">
                <a:solidFill>
                  <a:srgbClr val="566574"/>
                </a:solidFill>
                <a:latin typeface="Segoe UI"/>
                <a:ea typeface="Segoe UI"/>
                <a:cs typeface="Segoe UI"/>
              </a:defRPr>
            </a:lvl7pPr>
            <a:lvl8pPr>
              <a:defRPr sz="788" b="0">
                <a:solidFill>
                  <a:srgbClr val="566574"/>
                </a:solidFill>
                <a:latin typeface="Segoe UI"/>
                <a:ea typeface="Segoe UI"/>
                <a:cs typeface="Segoe UI"/>
              </a:defRPr>
            </a:lvl8pPr>
            <a:lvl9pPr>
              <a:defRPr sz="788" b="0">
                <a:solidFill>
                  <a:srgbClr val="566574"/>
                </a:solidFill>
                <a:latin typeface="Segoe UI"/>
                <a:ea typeface="Segoe UI"/>
                <a:cs typeface="Segoe UI"/>
              </a:defRPr>
            </a:lvl9pPr>
          </a:lstStyle>
          <ns11:p xmlns:ns11="http://schemas.openxmlformats.org/drawingml/2006/main">
            <ns11:pPr>
              <ns11:defRPr sz="788" b="0">
                <ns11:solidFill>
                  <ns11:srgbClr val="566574"/>
                </ns11:solidFill>
                <ns11:latin typeface="Segoe UI"/>
                <ns11:ea typeface="Segoe UI"/>
                <ns11:cs typeface="Segoe UI"/>
              </ns11:defRPr>
            </ns11:pPr>
            <ns11:r>
              <ns11:rPr sz="788" b="0">
                <ns11:solidFill>
                  <ns11:srgbClr val="566574"/>
                </ns11:solidFill>
                <ns11:latin typeface="Segoe UI"/>
                <ns11:ea typeface="Segoe UI"/>
                <ns11:cs typeface="Segoe UI"/>
              </ns11:rPr>
              <ns11:t>Made by Matt · © Matt Roper · CC BY-NC-SA 4.0: free for classroom use, share and adapt with credit, no resale</ns11:t>
            </ns11:r>
          </ns11:p>
        </p:txBody>
      </p:sp>
      <p:sp>
        <p:nvSpPr>
          <p:cNvPr id="6" name="page-number">
            <a:extLst xmlns:a="http://schemas.openxmlformats.org/drawingml/2006/main">
              <a:ext uri="{FF2B5EF4-FFF2-40B4-BE49-F238E27FC236}">
                <a16:creationId xmlns:a16="http://schemas.microsoft.com/office/drawing/2014/main" id="{E8AD49A9-BC58-4846-8899-86BF69622262}"/>
              </a:ext>
            </a:extLst>
          </p:cNvPr>
          <p:cNvSpPr>
            <a:spLocks xmlns:a="http://schemas.openxmlformats.org/drawingml/2006/main" noGrp="1"/>
          </p:cNvSpPr>
          <p:nvPr/>
        </p:nvSpPr>
        <p:spPr>
          <a:xfrm xmlns:a="http://schemas.openxmlformats.org/drawingml/2006/main">
            <a:off x="11144250" y="62103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defRPr sz="1050" b="0">
                <a:solidFill>
                  <a:srgbClr val="566574"/>
                </a:solidFill>
                <a:latin typeface="Segoe UI"/>
                <a:ea typeface="Segoe UI"/>
                <a:cs typeface="Segoe UI"/>
              </a:defRPr>
            </a:lvl1pPr>
            <a:lvl2pPr>
              <a:defRPr sz="1050" b="0">
                <a:solidFill>
                  <a:srgbClr val="566574"/>
                </a:solidFill>
                <a:latin typeface="Segoe UI"/>
                <a:ea typeface="Segoe UI"/>
                <a:cs typeface="Segoe UI"/>
              </a:defRPr>
            </a:lvl2pPr>
            <a:lvl3pPr>
              <a:defRPr sz="1050" b="0">
                <a:solidFill>
                  <a:srgbClr val="566574"/>
                </a:solidFill>
                <a:latin typeface="Segoe UI"/>
                <a:ea typeface="Segoe UI"/>
                <a:cs typeface="Segoe UI"/>
              </a:defRPr>
            </a:lvl3pPr>
            <a:lvl4pPr>
              <a:defRPr sz="1050" b="0">
                <a:solidFill>
                  <a:srgbClr val="566574"/>
                </a:solidFill>
                <a:latin typeface="Segoe UI"/>
                <a:ea typeface="Segoe UI"/>
                <a:cs typeface="Segoe UI"/>
              </a:defRPr>
            </a:lvl4pPr>
            <a:lvl5pPr>
              <a:defRPr sz="1050" b="0">
                <a:solidFill>
                  <a:srgbClr val="566574"/>
                </a:solidFill>
                <a:latin typeface="Segoe UI"/>
                <a:ea typeface="Segoe UI"/>
                <a:cs typeface="Segoe UI"/>
              </a:defRPr>
            </a:lvl5pPr>
            <a:lvl6pPr>
              <a:defRPr sz="1050" b="0">
                <a:solidFill>
                  <a:srgbClr val="566574"/>
                </a:solidFill>
                <a:latin typeface="Segoe UI"/>
                <a:ea typeface="Segoe UI"/>
                <a:cs typeface="Segoe UI"/>
              </a:defRPr>
            </a:lvl6pPr>
            <a:lvl7pPr>
              <a:defRPr sz="1050" b="0">
                <a:solidFill>
                  <a:srgbClr val="566574"/>
                </a:solidFill>
                <a:latin typeface="Segoe UI"/>
                <a:ea typeface="Segoe UI"/>
                <a:cs typeface="Segoe UI"/>
              </a:defRPr>
            </a:lvl7pPr>
            <a:lvl8pPr>
              <a:defRPr sz="1050" b="0">
                <a:solidFill>
                  <a:srgbClr val="566574"/>
                </a:solidFill>
                <a:latin typeface="Segoe UI"/>
                <a:ea typeface="Segoe UI"/>
                <a:cs typeface="Segoe UI"/>
              </a:defRPr>
            </a:lvl8pPr>
            <a:lvl9pPr>
              <a:defRPr sz="1050" b="0">
                <a:solidFill>
                  <a:srgbClr val="566574"/>
                </a:solidFill>
                <a:latin typeface="Segoe UI"/>
                <a:ea typeface="Segoe UI"/>
                <a:cs typeface="Segoe UI"/>
              </a:defRPr>
            </a:lvl9pPr>
          </a:lstStyle>
          <ns10:p xmlns:ns10="http://schemas.openxmlformats.org/drawingml/2006/main">
            <ns10:pPr>
              <ns10:defRPr sz="1050" b="0">
                <ns10:solidFill>
                  <ns10:srgbClr val="566574"/>
                </ns10:solidFill>
                <ns10:latin typeface="Segoe UI"/>
                <ns10:ea typeface="Segoe UI"/>
                <ns10:cs typeface="Segoe UI"/>
              </ns10:defRPr>
            </ns10:pPr>
            <ns10:r>
              <ns10:rPr sz="1050" b="0">
                <ns10:solidFill>
                  <ns10:srgbClr val="566574"/>
                </ns10:solidFill>
                <ns10:latin typeface="Segoe UI"/>
                <ns10:ea typeface="Segoe UI"/>
                <ns10:cs typeface="Segoe UI"/>
              </ns10:rPr>
              <ns10:t>10</ns10:t>
            </ns10:r>
          </ns10:p>
        </p:txBody>
      </p:sp>
    </p:spTree>
    <p:extLst>
      <p:ext uri="{BB962C8B-B14F-4D97-AF65-F5344CB8AC3E}">
        <p14:creationId xmlns:p14="http://schemas.microsoft.com/office/powerpoint/2010/main" val="179903787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lesson-code">
            <a:extLst xmlns:a="http://schemas.openxmlformats.org/drawingml/2006/main">
              <a:ext uri="{FF2B5EF4-FFF2-40B4-BE49-F238E27FC236}">
                <a16:creationId xmlns:a16="http://schemas.microsoft.com/office/drawing/2014/main" id="{0680BA48-3AEB-4EE0-8CBD-32190F4133E6}"/>
              </a:ext>
            </a:extLst>
          </p:cNvPr>
          <p:cNvSpPr>
            <a:spLocks xmlns:a="http://schemas.openxmlformats.org/drawingml/2006/main" noGrp="1"/>
          </p:cNvSpPr>
          <p:nvPr/>
        </p:nvSpPr>
        <p:spPr>
          <a:xfrm xmlns:a="http://schemas.openxmlformats.org/drawingml/2006/main">
            <a:off x="533400" y="1905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defRPr sz="1200" b="0">
                <a:solidFill>
                  <a:srgbClr val="566574"/>
                </a:solidFill>
                <a:latin typeface="Segoe UI"/>
                <a:ea typeface="Segoe UI"/>
                <a:cs typeface="Segoe UI"/>
              </a:defRPr>
            </a:lvl1pPr>
            <a:lvl2pPr>
              <a:defRPr sz="1200" b="0">
                <a:solidFill>
                  <a:srgbClr val="566574"/>
                </a:solidFill>
                <a:latin typeface="Segoe UI"/>
                <a:ea typeface="Segoe UI"/>
                <a:cs typeface="Segoe UI"/>
              </a:defRPr>
            </a:lvl2pPr>
            <a:lvl3pPr>
              <a:defRPr sz="1200" b="0">
                <a:solidFill>
                  <a:srgbClr val="566574"/>
                </a:solidFill>
                <a:latin typeface="Segoe UI"/>
                <a:ea typeface="Segoe UI"/>
                <a:cs typeface="Segoe UI"/>
              </a:defRPr>
            </a:lvl3pPr>
            <a:lvl4pPr>
              <a:defRPr sz="1200" b="0">
                <a:solidFill>
                  <a:srgbClr val="566574"/>
                </a:solidFill>
                <a:latin typeface="Segoe UI"/>
                <a:ea typeface="Segoe UI"/>
                <a:cs typeface="Segoe UI"/>
              </a:defRPr>
            </a:lvl4pPr>
            <a:lvl5pPr>
              <a:defRPr sz="1200" b="0">
                <a:solidFill>
                  <a:srgbClr val="566574"/>
                </a:solidFill>
                <a:latin typeface="Segoe UI"/>
                <a:ea typeface="Segoe UI"/>
                <a:cs typeface="Segoe UI"/>
              </a:defRPr>
            </a:lvl5pPr>
            <a:lvl6pPr>
              <a:defRPr sz="1200" b="0">
                <a:solidFill>
                  <a:srgbClr val="566574"/>
                </a:solidFill>
                <a:latin typeface="Segoe UI"/>
                <a:ea typeface="Segoe UI"/>
                <a:cs typeface="Segoe UI"/>
              </a:defRPr>
            </a:lvl6pPr>
            <a:lvl7pPr>
              <a:defRPr sz="1200" b="0">
                <a:solidFill>
                  <a:srgbClr val="566574"/>
                </a:solidFill>
                <a:latin typeface="Segoe UI"/>
                <a:ea typeface="Segoe UI"/>
                <a:cs typeface="Segoe UI"/>
              </a:defRPr>
            </a:lvl7pPr>
            <a:lvl8pPr>
              <a:defRPr sz="1200" b="0">
                <a:solidFill>
                  <a:srgbClr val="566574"/>
                </a:solidFill>
                <a:latin typeface="Segoe UI"/>
                <a:ea typeface="Segoe UI"/>
                <a:cs typeface="Segoe UI"/>
              </a:defRPr>
            </a:lvl8pPr>
            <a:lvl9pPr>
              <a:defRPr sz="1200" b="0">
                <a:solidFill>
                  <a:srgbClr val="566574"/>
                </a:solidFill>
                <a:latin typeface="Segoe UI"/>
                <a:ea typeface="Segoe UI"/>
                <a:cs typeface="Segoe UI"/>
              </a:defRPr>
            </a:lvl9pPr>
          </a:lstStyle>
          <ns1:p xmlns:ns1="http://schemas.openxmlformats.org/drawingml/2006/main">
            <ns1:pPr>
              <ns1:defRPr sz="1200" b="0">
                <ns1:solidFill>
                  <ns1:srgbClr val="566574"/>
                </ns1:solidFill>
                <ns1:latin typeface="Segoe UI"/>
                <ns1:ea typeface="Segoe UI"/>
                <ns1:cs typeface="Segoe UI"/>
              </ns1:defRPr>
            </ns1:pPr>
            <ns1:r>
              <ns1:rPr sz="1200" b="0">
                <ns1:solidFill>
                  <ns1:srgbClr val="566574"/>
                </ns1:solidFill>
                <ns1:latin typeface="Segoe UI"/>
                <ns1:ea typeface="Segoe UI"/>
                <ns1:cs typeface="Segoe UI"/>
              </ns1:rPr>
              <ns1:t>COMM-GROW-A2-W04  ·  Lesson 9</ns1:t>
            </ns1:r>
          </ns1:p>
        </p:txBody>
      </p:sp>
      <p:sp>
        <p:nvSpPr>
          <p:cNvPr id="2" name="edition">
            <a:extLst xmlns:a="http://schemas.openxmlformats.org/drawingml/2006/main">
              <a:ext uri="{FF2B5EF4-FFF2-40B4-BE49-F238E27FC236}">
                <a16:creationId xmlns:a16="http://schemas.microsoft.com/office/drawing/2014/main" id="{CC03158C-E904-4511-BC30-21BF7FE6B6BF}"/>
              </a:ext>
            </a:extLst>
          </p:cNvPr>
          <p:cNvSpPr>
            <a:spLocks xmlns:a="http://schemas.openxmlformats.org/drawingml/2006/main" noGrp="1"/>
          </p:cNvSpPr>
          <p:nvPr/>
        </p:nvSpPr>
        <p:spPr>
          <a:xfrm xmlns:a="http://schemas.openxmlformats.org/drawingml/2006/main">
            <a:off x="7620000" y="190500"/>
            <a:ext cx="4048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defRPr sz="1050" b="0">
                <a:solidFill>
                  <a:srgbClr val="566574"/>
                </a:solidFill>
                <a:latin typeface="Segoe UI"/>
                <a:ea typeface="Segoe UI"/>
                <a:cs typeface="Segoe UI"/>
              </a:defRPr>
            </a:lvl1pPr>
            <a:lvl2pPr>
              <a:defRPr sz="1050" b="0">
                <a:solidFill>
                  <a:srgbClr val="566574"/>
                </a:solidFill>
                <a:latin typeface="Segoe UI"/>
                <a:ea typeface="Segoe UI"/>
                <a:cs typeface="Segoe UI"/>
              </a:defRPr>
            </a:lvl2pPr>
            <a:lvl3pPr>
              <a:defRPr sz="1050" b="0">
                <a:solidFill>
                  <a:srgbClr val="566574"/>
                </a:solidFill>
                <a:latin typeface="Segoe UI"/>
                <a:ea typeface="Segoe UI"/>
                <a:cs typeface="Segoe UI"/>
              </a:defRPr>
            </a:lvl3pPr>
            <a:lvl4pPr>
              <a:defRPr sz="1050" b="0">
                <a:solidFill>
                  <a:srgbClr val="566574"/>
                </a:solidFill>
                <a:latin typeface="Segoe UI"/>
                <a:ea typeface="Segoe UI"/>
                <a:cs typeface="Segoe UI"/>
              </a:defRPr>
            </a:lvl4pPr>
            <a:lvl5pPr>
              <a:defRPr sz="1050" b="0">
                <a:solidFill>
                  <a:srgbClr val="566574"/>
                </a:solidFill>
                <a:latin typeface="Segoe UI"/>
                <a:ea typeface="Segoe UI"/>
                <a:cs typeface="Segoe UI"/>
              </a:defRPr>
            </a:lvl5pPr>
            <a:lvl6pPr>
              <a:defRPr sz="1050" b="0">
                <a:solidFill>
                  <a:srgbClr val="566574"/>
                </a:solidFill>
                <a:latin typeface="Segoe UI"/>
                <a:ea typeface="Segoe UI"/>
                <a:cs typeface="Segoe UI"/>
              </a:defRPr>
            </a:lvl6pPr>
            <a:lvl7pPr>
              <a:defRPr sz="1050" b="0">
                <a:solidFill>
                  <a:srgbClr val="566574"/>
                </a:solidFill>
                <a:latin typeface="Segoe UI"/>
                <a:ea typeface="Segoe UI"/>
                <a:cs typeface="Segoe UI"/>
              </a:defRPr>
            </a:lvl7pPr>
            <a:lvl8pPr>
              <a:defRPr sz="1050" b="0">
                <a:solidFill>
                  <a:srgbClr val="566574"/>
                </a:solidFill>
                <a:latin typeface="Segoe UI"/>
                <a:ea typeface="Segoe UI"/>
                <a:cs typeface="Segoe UI"/>
              </a:defRPr>
            </a:lvl8pPr>
            <a:lvl9pPr>
              <a:defRPr sz="1050" b="0">
                <a:solidFill>
                  <a:srgbClr val="566574"/>
                </a:solidFill>
                <a:latin typeface="Segoe UI"/>
                <a:ea typeface="Segoe UI"/>
                <a:cs typeface="Segoe UI"/>
              </a:defRPr>
            </a:lvl9pPr>
          </a:lstStyle>
          <ns2:p xmlns:ns2="http://schemas.openxmlformats.org/drawingml/2006/main">
            <ns2:pPr>
              <ns2:defRPr sz="1050" b="0">
                <ns2:solidFill>
                  <ns2:srgbClr val="566574"/>
                </ns2:solidFill>
                <ns2:latin typeface="Segoe UI"/>
                <ns2:ea typeface="Segoe UI"/>
                <ns2:cs typeface="Segoe UI"/>
              </ns2:defRPr>
            </ns2:pPr>
            <ns2:r>
              <ns2:rPr sz="1050" b="0">
                <ns2:solidFill>
                  <ns2:srgbClr val="566574"/>
                </ns2:solidFill>
                <ns2:latin typeface="Segoe UI"/>
                <ns2:ea typeface="Segoe UI"/>
                <ns2:cs typeface="Segoe UI"/>
              </ns2:rPr>
              <ns2:t>Public edition</ns2:t>
            </ns2:r>
          </ns2:p>
        </p:txBody>
      </p:sp>
      <p:sp>
        <p:nvSpPr>
          <p:cNvPr id="3" name="stage-title">
            <a:extLst xmlns:a="http://schemas.openxmlformats.org/drawingml/2006/main">
              <a:ext uri="{FF2B5EF4-FFF2-40B4-BE49-F238E27FC236}">
                <a16:creationId xmlns:a16="http://schemas.microsoft.com/office/drawing/2014/main" id="{39D1E514-D02A-427D-A171-77449C74B5B0}"/>
              </a:ext>
            </a:extLst>
          </p:cNvPr>
          <p:cNvSpPr>
            <a:spLocks xmlns:a="http://schemas.openxmlformats.org/drawingml/2006/main" noGrp="1"/>
          </p:cNvSpPr>
          <p:nvPr/>
        </p:nvSpPr>
        <p:spPr>
          <a:xfrm xmlns:a="http://schemas.openxmlformats.org/drawingml/2006/main">
            <a:off x="533400" y="590550"/>
            <a:ext cx="11029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3300" b="1">
                <a:solidFill>
                  <a:srgbClr val="345D70"/>
                </a:solidFill>
                <a:latin typeface="Segoe UI"/>
                <a:ea typeface="Segoe UI"/>
                <a:cs typeface="Segoe UI"/>
              </a:defRPr>
            </a:defPPr>
            <a:lvl1pPr>
              <a:defRPr sz="3300" b="1">
                <a:solidFill>
                  <a:srgbClr val="345D70"/>
                </a:solidFill>
                <a:latin typeface="Segoe UI"/>
                <a:ea typeface="Segoe UI"/>
                <a:cs typeface="Segoe UI"/>
              </a:defRPr>
            </a:lvl1pPr>
            <a:lvl2pPr>
              <a:defRPr sz="3300" b="1">
                <a:solidFill>
                  <a:srgbClr val="345D70"/>
                </a:solidFill>
                <a:latin typeface="Segoe UI"/>
                <a:ea typeface="Segoe UI"/>
                <a:cs typeface="Segoe UI"/>
              </a:defRPr>
            </a:lvl2pPr>
            <a:lvl3pPr>
              <a:defRPr sz="3300" b="1">
                <a:solidFill>
                  <a:srgbClr val="345D70"/>
                </a:solidFill>
                <a:latin typeface="Segoe UI"/>
                <a:ea typeface="Segoe UI"/>
                <a:cs typeface="Segoe UI"/>
              </a:defRPr>
            </a:lvl3pPr>
            <a:lvl4pPr>
              <a:defRPr sz="3300" b="1">
                <a:solidFill>
                  <a:srgbClr val="345D70"/>
                </a:solidFill>
                <a:latin typeface="Segoe UI"/>
                <a:ea typeface="Segoe UI"/>
                <a:cs typeface="Segoe UI"/>
              </a:defRPr>
            </a:lvl4pPr>
            <a:lvl5pPr>
              <a:defRPr sz="3300" b="1">
                <a:solidFill>
                  <a:srgbClr val="345D70"/>
                </a:solidFill>
                <a:latin typeface="Segoe UI"/>
                <a:ea typeface="Segoe UI"/>
                <a:cs typeface="Segoe UI"/>
              </a:defRPr>
            </a:lvl5pPr>
            <a:lvl6pPr>
              <a:defRPr sz="3300" b="1">
                <a:solidFill>
                  <a:srgbClr val="345D70"/>
                </a:solidFill>
                <a:latin typeface="Segoe UI"/>
                <a:ea typeface="Segoe UI"/>
                <a:cs typeface="Segoe UI"/>
              </a:defRPr>
            </a:lvl6pPr>
            <a:lvl7pPr>
              <a:defRPr sz="3300" b="1">
                <a:solidFill>
                  <a:srgbClr val="345D70"/>
                </a:solidFill>
                <a:latin typeface="Segoe UI"/>
                <a:ea typeface="Segoe UI"/>
                <a:cs typeface="Segoe UI"/>
              </a:defRPr>
            </a:lvl7pPr>
            <a:lvl8pPr>
              <a:defRPr sz="3300" b="1">
                <a:solidFill>
                  <a:srgbClr val="345D70"/>
                </a:solidFill>
                <a:latin typeface="Segoe UI"/>
                <a:ea typeface="Segoe UI"/>
                <a:cs typeface="Segoe UI"/>
              </a:defRPr>
            </a:lvl8pPr>
            <a:lvl9pPr>
              <a:defRPr sz="3300" b="1">
                <a:solidFill>
                  <a:srgbClr val="345D70"/>
                </a:solidFill>
                <a:latin typeface="Segoe UI"/>
                <a:ea typeface="Segoe UI"/>
                <a:cs typeface="Segoe UI"/>
              </a:defRPr>
            </a:lvl9pPr>
          </a:lstStyle>
          <ns0:p xmlns:ns0="http://schemas.openxmlformats.org/drawingml/2006/main">
            <ns0:pPr>
              <ns0:defRPr sz="3300" b="1">
                <ns0:solidFill>
                  <ns0:srgbClr val="345D70"/>
                </ns0:solidFill>
                <ns0:latin typeface="Segoe UI"/>
                <ns0:ea typeface="Segoe UI"/>
                <ns0:cs typeface="Segoe UI"/>
              </ns0:defRPr>
            </ns0:pPr>
            <ns0:r>
              <ns0:rPr sz="3300" b="1">
                <ns0:solidFill>
                  <ns0:srgbClr val="345D70"/>
                </ns0:solidFill>
                <ns0:latin typeface="Segoe UI"/>
                <ns0:ea typeface="Segoe UI"/>
                <ns0:cs typeface="Segoe UI"/>
              </ns0:rPr>
              <ns0:t>Key vocabulary mat</ns0:t>
            </ns0:r>
          </ns0:p>
        </p:txBody>
      </p:sp>
      <p:pic>
        <p:nvPicPr>
          <p:cNvPr id="4" name="picture-cue-1" descr="Flat hand cue for role." title="role">
            <a:extLst xmlns:a="http://schemas.openxmlformats.org/drawingml/2006/main">
              <a:ext uri="{FF2B5EF4-FFF2-40B4-BE49-F238E27FC236}">
                <a16:creationId xmlns:a16="http://schemas.microsoft.com/office/drawing/2014/main" id="{3E0FE664-71BE-4F81-A370-D5BDD071B2FA}"/>
              </a:ext>
            </a:extLst>
          </p:cNvPr>
          <p:cNvPicPr>
            <a:picLocks xmlns:a="http://schemas.openxmlformats.org/drawingml/2006/main" noChangeAspect="1"/>
          </p:cNvPicPr>
          <p:nvPr/>
        </p:nvPicPr>
        <p:blipFill>
          <a:blip xmlns:r="http://schemas.openxmlformats.org/officeDocument/2006/relationships" xmlns:a="http://schemas.openxmlformats.org/drawingml/2006/main" r:embed="Ra524a347ae674527"/>
          <a:stretch xmlns:a="http://schemas.openxmlformats.org/drawingml/2006/main"/>
        </p:blipFill>
        <p:spPr>
          <a:xfrm xmlns:a="http://schemas.openxmlformats.org/drawingml/2006/main">
            <a:off x="533400" y="1504950"/>
            <a:ext cx="457200" cy="457200"/>
          </a:xfrm>
          <a:prstGeom xmlns:a="http://schemas.openxmlformats.org/drawingml/2006/main" prst="rect">
            <a:avLst/>
          </a:prstGeom>
        </p:spPr>
      </p:pic>
      <p:sp>
        <p:nvSpPr>
          <p:cNvPr id="5" name="word-0">
            <a:extLst xmlns:a="http://schemas.openxmlformats.org/drawingml/2006/main">
              <a:ext uri="{FF2B5EF4-FFF2-40B4-BE49-F238E27FC236}">
                <a16:creationId xmlns:a16="http://schemas.microsoft.com/office/drawing/2014/main" id="{8B44405A-4476-445D-A2D1-384985958A6B}"/>
              </a:ext>
            </a:extLst>
          </p:cNvPr>
          <p:cNvSpPr>
            <a:spLocks xmlns:a="http://schemas.openxmlformats.org/drawingml/2006/main" noGrp="1"/>
          </p:cNvSpPr>
          <p:nvPr/>
        </p:nvSpPr>
        <p:spPr>
          <a:xfrm xmlns:a="http://schemas.openxmlformats.org/drawingml/2006/main">
            <a:off x="1162050" y="1457325"/>
            <a:ext cx="4762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75" b="1">
                <a:solidFill>
                  <a:srgbClr val="345D70"/>
                </a:solidFill>
                <a:latin typeface="Segoe UI"/>
                <a:ea typeface="Segoe UI"/>
                <a:cs typeface="Segoe UI"/>
              </a:defRPr>
            </a:defPPr>
            <a:lvl1pPr>
              <a:defRPr sz="1875" b="1">
                <a:solidFill>
                  <a:srgbClr val="345D70"/>
                </a:solidFill>
                <a:latin typeface="Segoe UI"/>
                <a:ea typeface="Segoe UI"/>
                <a:cs typeface="Segoe UI"/>
              </a:defRPr>
            </a:lvl1pPr>
            <a:lvl2pPr>
              <a:defRPr sz="1875" b="1">
                <a:solidFill>
                  <a:srgbClr val="345D70"/>
                </a:solidFill>
                <a:latin typeface="Segoe UI"/>
                <a:ea typeface="Segoe UI"/>
                <a:cs typeface="Segoe UI"/>
              </a:defRPr>
            </a:lvl2pPr>
            <a:lvl3pPr>
              <a:defRPr sz="1875" b="1">
                <a:solidFill>
                  <a:srgbClr val="345D70"/>
                </a:solidFill>
                <a:latin typeface="Segoe UI"/>
                <a:ea typeface="Segoe UI"/>
                <a:cs typeface="Segoe UI"/>
              </a:defRPr>
            </a:lvl3pPr>
            <a:lvl4pPr>
              <a:defRPr sz="1875" b="1">
                <a:solidFill>
                  <a:srgbClr val="345D70"/>
                </a:solidFill>
                <a:latin typeface="Segoe UI"/>
                <a:ea typeface="Segoe UI"/>
                <a:cs typeface="Segoe UI"/>
              </a:defRPr>
            </a:lvl4pPr>
            <a:lvl5pPr>
              <a:defRPr sz="1875" b="1">
                <a:solidFill>
                  <a:srgbClr val="345D70"/>
                </a:solidFill>
                <a:latin typeface="Segoe UI"/>
                <a:ea typeface="Segoe UI"/>
                <a:cs typeface="Segoe UI"/>
              </a:defRPr>
            </a:lvl5pPr>
            <a:lvl6pPr>
              <a:defRPr sz="1875" b="1">
                <a:solidFill>
                  <a:srgbClr val="345D70"/>
                </a:solidFill>
                <a:latin typeface="Segoe UI"/>
                <a:ea typeface="Segoe UI"/>
                <a:cs typeface="Segoe UI"/>
              </a:defRPr>
            </a:lvl6pPr>
            <a:lvl7pPr>
              <a:defRPr sz="1875" b="1">
                <a:solidFill>
                  <a:srgbClr val="345D70"/>
                </a:solidFill>
                <a:latin typeface="Segoe UI"/>
                <a:ea typeface="Segoe UI"/>
                <a:cs typeface="Segoe UI"/>
              </a:defRPr>
            </a:lvl7pPr>
            <a:lvl8pPr>
              <a:defRPr sz="1875" b="1">
                <a:solidFill>
                  <a:srgbClr val="345D70"/>
                </a:solidFill>
                <a:latin typeface="Segoe UI"/>
                <a:ea typeface="Segoe UI"/>
                <a:cs typeface="Segoe UI"/>
              </a:defRPr>
            </a:lvl8pPr>
            <a:lvl9pPr>
              <a:defRPr sz="1875" b="1">
                <a:solidFill>
                  <a:srgbClr val="345D70"/>
                </a:solidFill>
                <a:latin typeface="Segoe UI"/>
                <a:ea typeface="Segoe UI"/>
                <a:cs typeface="Segoe UI"/>
              </a:defRPr>
            </a:lvl9pPr>
          </a:lstStyle>
          <ns5:p xmlns:ns5="http://schemas.openxmlformats.org/drawingml/2006/main">
            <ns5:pPr>
              <ns5:defRPr sz="1875" b="1">
                <ns5:solidFill>
                  <ns5:srgbClr val="345D70"/>
                </ns5:solidFill>
                <ns5:latin typeface="Segoe UI"/>
                <ns5:ea typeface="Segoe UI"/>
                <ns5:cs typeface="Segoe UI"/>
              </ns5:defRPr>
            </ns5:pPr>
            <ns5:r>
              <ns5:rPr sz="1875" b="1">
                <ns5:solidFill>
                  <ns5:srgbClr val="345D70"/>
                </ns5:solidFill>
                <ns5:latin typeface="Segoe UI"/>
                <ns5:ea typeface="Segoe UI"/>
                <ns5:cs typeface="Segoe UI"/>
              </ns5:rPr>
              <ns5:t>role</ns5:t>
            </ns5:r>
          </ns5:p>
        </p:txBody>
      </p:sp>
      <p:sp>
        <p:nvSpPr>
          <p:cNvPr id="6" name="definition-0">
            <a:extLst xmlns:a="http://schemas.openxmlformats.org/drawingml/2006/main">
              <a:ext uri="{FF2B5EF4-FFF2-40B4-BE49-F238E27FC236}">
                <a16:creationId xmlns:a16="http://schemas.microsoft.com/office/drawing/2014/main" id="{44E9CDD8-4184-4615-9711-F392805A2B3F}"/>
              </a:ext>
            </a:extLst>
          </p:cNvPr>
          <p:cNvSpPr>
            <a:spLocks xmlns:a="http://schemas.openxmlformats.org/drawingml/2006/main" noGrp="1"/>
          </p:cNvSpPr>
          <p:nvPr/>
        </p:nvSpPr>
        <p:spPr>
          <a:xfrm xmlns:a="http://schemas.openxmlformats.org/drawingml/2006/main">
            <a:off x="1162050" y="1800225"/>
            <a:ext cx="4762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0">
                <a:solidFill>
                  <a:srgbClr val="192E3B"/>
                </a:solidFill>
                <a:latin typeface="Segoe UI"/>
                <a:ea typeface="Segoe UI"/>
                <a:cs typeface="Segoe UI"/>
              </a:defRPr>
            </a:defPPr>
            <a:lvl1pPr>
              <a:defRPr sz="1800" b="0">
                <a:solidFill>
                  <a:srgbClr val="192E3B"/>
                </a:solidFill>
                <a:latin typeface="Segoe UI"/>
                <a:ea typeface="Segoe UI"/>
                <a:cs typeface="Segoe UI"/>
              </a:defRPr>
            </a:lvl1pPr>
            <a:lvl2pPr>
              <a:defRPr sz="1800" b="0">
                <a:solidFill>
                  <a:srgbClr val="192E3B"/>
                </a:solidFill>
                <a:latin typeface="Segoe UI"/>
                <a:ea typeface="Segoe UI"/>
                <a:cs typeface="Segoe UI"/>
              </a:defRPr>
            </a:lvl2pPr>
            <a:lvl3pPr>
              <a:defRPr sz="1800" b="0">
                <a:solidFill>
                  <a:srgbClr val="192E3B"/>
                </a:solidFill>
                <a:latin typeface="Segoe UI"/>
                <a:ea typeface="Segoe UI"/>
                <a:cs typeface="Segoe UI"/>
              </a:defRPr>
            </a:lvl3pPr>
            <a:lvl4pPr>
              <a:defRPr sz="1800" b="0">
                <a:solidFill>
                  <a:srgbClr val="192E3B"/>
                </a:solidFill>
                <a:latin typeface="Segoe UI"/>
                <a:ea typeface="Segoe UI"/>
                <a:cs typeface="Segoe UI"/>
              </a:defRPr>
            </a:lvl4pPr>
            <a:lvl5pPr>
              <a:defRPr sz="1800" b="0">
                <a:solidFill>
                  <a:srgbClr val="192E3B"/>
                </a:solidFill>
                <a:latin typeface="Segoe UI"/>
                <a:ea typeface="Segoe UI"/>
                <a:cs typeface="Segoe UI"/>
              </a:defRPr>
            </a:lvl5pPr>
            <a:lvl6pPr>
              <a:defRPr sz="1800" b="0">
                <a:solidFill>
                  <a:srgbClr val="192E3B"/>
                </a:solidFill>
                <a:latin typeface="Segoe UI"/>
                <a:ea typeface="Segoe UI"/>
                <a:cs typeface="Segoe UI"/>
              </a:defRPr>
            </a:lvl6pPr>
            <a:lvl7pPr>
              <a:defRPr sz="1800" b="0">
                <a:solidFill>
                  <a:srgbClr val="192E3B"/>
                </a:solidFill>
                <a:latin typeface="Segoe UI"/>
                <a:ea typeface="Segoe UI"/>
                <a:cs typeface="Segoe UI"/>
              </a:defRPr>
            </a:lvl7pPr>
            <a:lvl8pPr>
              <a:defRPr sz="1800" b="0">
                <a:solidFill>
                  <a:srgbClr val="192E3B"/>
                </a:solidFill>
                <a:latin typeface="Segoe UI"/>
                <a:ea typeface="Segoe UI"/>
                <a:cs typeface="Segoe UI"/>
              </a:defRPr>
            </a:lvl8pPr>
            <a:lvl9pPr>
              <a:defRPr sz="1800" b="0">
                <a:solidFill>
                  <a:srgbClr val="192E3B"/>
                </a:solidFill>
                <a:latin typeface="Segoe UI"/>
                <a:ea typeface="Segoe UI"/>
                <a:cs typeface="Segoe UI"/>
              </a:defRPr>
            </a:lvl9pPr>
          </a:lstStyle>
          <ns6:p xmlns:ns6="http://schemas.openxmlformats.org/drawingml/2006/main">
            <ns6:pPr>
              <ns6:defRPr sz="1800" b="0">
                <ns6:solidFill>
                  <ns6:srgbClr val="192E3B"/>
                </ns6:solidFill>
                <ns6:latin typeface="Segoe UI"/>
                <ns6:ea typeface="Segoe UI"/>
                <ns6:cs typeface="Segoe UI"/>
              </ns6:defRPr>
            </ns6:pPr>
            <ns6:r>
              <ns6:rPr sz="1800" b="0">
                <ns6:solidFill>
                  <ns6:srgbClr val="192E3B"/>
                </ns6:solidFill>
                <ns6:latin typeface="Segoe UI"/>
                <ns6:ea typeface="Segoe UI"/>
                <ns6:cs typeface="Segoe UI"/>
              </ns6:rPr>
              <ns6:t>One job you take on.</ns6:t>
            </ns6:r>
          </ns6:p>
        </p:txBody>
      </p:sp>
      <p:pic>
        <p:nvPicPr>
          <p:cNvPr id="7" name="picture-cue-2" descr="Flat tag cue for publicity." title="publicity">
            <a:extLst xmlns:a="http://schemas.openxmlformats.org/drawingml/2006/main">
              <a:ext uri="{FF2B5EF4-FFF2-40B4-BE49-F238E27FC236}">
                <a16:creationId xmlns:a16="http://schemas.microsoft.com/office/drawing/2014/main" id="{3CB89668-C826-4199-B3C2-A51306B49D6F}"/>
              </a:ext>
            </a:extLst>
          </p:cNvPr>
          <p:cNvPicPr>
            <a:picLocks xmlns:a="http://schemas.openxmlformats.org/drawingml/2006/main" noChangeAspect="1"/>
          </p:cNvPicPr>
          <p:nvPr/>
        </p:nvPicPr>
        <p:blipFill>
          <a:blip xmlns:r="http://schemas.openxmlformats.org/officeDocument/2006/relationships" xmlns:a="http://schemas.openxmlformats.org/drawingml/2006/main" r:embed="Rced7992d3541451e"/>
          <a:stretch xmlns:a="http://schemas.openxmlformats.org/drawingml/2006/main"/>
        </p:blipFill>
        <p:spPr>
          <a:xfrm xmlns:a="http://schemas.openxmlformats.org/drawingml/2006/main">
            <a:off x="6248400" y="1504950"/>
            <a:ext cx="457200" cy="457200"/>
          </a:xfrm>
          <a:prstGeom xmlns:a="http://schemas.openxmlformats.org/drawingml/2006/main" prst="rect">
            <a:avLst/>
          </a:prstGeom>
        </p:spPr>
      </p:pic>
      <p:sp>
        <p:nvSpPr>
          <p:cNvPr id="8" name="word-1">
            <a:extLst xmlns:a="http://schemas.openxmlformats.org/drawingml/2006/main">
              <a:ext uri="{FF2B5EF4-FFF2-40B4-BE49-F238E27FC236}">
                <a16:creationId xmlns:a16="http://schemas.microsoft.com/office/drawing/2014/main" id="{3546E402-3135-4CAA-AF04-4265933E5C4B}"/>
              </a:ext>
            </a:extLst>
          </p:cNvPr>
          <p:cNvSpPr>
            <a:spLocks xmlns:a="http://schemas.openxmlformats.org/drawingml/2006/main" noGrp="1"/>
          </p:cNvSpPr>
          <p:nvPr/>
        </p:nvSpPr>
        <p:spPr>
          <a:xfrm xmlns:a="http://schemas.openxmlformats.org/drawingml/2006/main">
            <a:off x="6877050" y="1457325"/>
            <a:ext cx="4762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75" b="1">
                <a:solidFill>
                  <a:srgbClr val="345D70"/>
                </a:solidFill>
                <a:latin typeface="Segoe UI"/>
                <a:ea typeface="Segoe UI"/>
                <a:cs typeface="Segoe UI"/>
              </a:defRPr>
            </a:defPPr>
            <a:lvl1pPr>
              <a:defRPr sz="1875" b="1">
                <a:solidFill>
                  <a:srgbClr val="345D70"/>
                </a:solidFill>
                <a:latin typeface="Segoe UI"/>
                <a:ea typeface="Segoe UI"/>
                <a:cs typeface="Segoe UI"/>
              </a:defRPr>
            </a:lvl1pPr>
            <a:lvl2pPr>
              <a:defRPr sz="1875" b="1">
                <a:solidFill>
                  <a:srgbClr val="345D70"/>
                </a:solidFill>
                <a:latin typeface="Segoe UI"/>
                <a:ea typeface="Segoe UI"/>
                <a:cs typeface="Segoe UI"/>
              </a:defRPr>
            </a:lvl2pPr>
            <a:lvl3pPr>
              <a:defRPr sz="1875" b="1">
                <a:solidFill>
                  <a:srgbClr val="345D70"/>
                </a:solidFill>
                <a:latin typeface="Segoe UI"/>
                <a:ea typeface="Segoe UI"/>
                <a:cs typeface="Segoe UI"/>
              </a:defRPr>
            </a:lvl3pPr>
            <a:lvl4pPr>
              <a:defRPr sz="1875" b="1">
                <a:solidFill>
                  <a:srgbClr val="345D70"/>
                </a:solidFill>
                <a:latin typeface="Segoe UI"/>
                <a:ea typeface="Segoe UI"/>
                <a:cs typeface="Segoe UI"/>
              </a:defRPr>
            </a:lvl4pPr>
            <a:lvl5pPr>
              <a:defRPr sz="1875" b="1">
                <a:solidFill>
                  <a:srgbClr val="345D70"/>
                </a:solidFill>
                <a:latin typeface="Segoe UI"/>
                <a:ea typeface="Segoe UI"/>
                <a:cs typeface="Segoe UI"/>
              </a:defRPr>
            </a:lvl5pPr>
            <a:lvl6pPr>
              <a:defRPr sz="1875" b="1">
                <a:solidFill>
                  <a:srgbClr val="345D70"/>
                </a:solidFill>
                <a:latin typeface="Segoe UI"/>
                <a:ea typeface="Segoe UI"/>
                <a:cs typeface="Segoe UI"/>
              </a:defRPr>
            </a:lvl6pPr>
            <a:lvl7pPr>
              <a:defRPr sz="1875" b="1">
                <a:solidFill>
                  <a:srgbClr val="345D70"/>
                </a:solidFill>
                <a:latin typeface="Segoe UI"/>
                <a:ea typeface="Segoe UI"/>
                <a:cs typeface="Segoe UI"/>
              </a:defRPr>
            </a:lvl7pPr>
            <a:lvl8pPr>
              <a:defRPr sz="1875" b="1">
                <a:solidFill>
                  <a:srgbClr val="345D70"/>
                </a:solidFill>
                <a:latin typeface="Segoe UI"/>
                <a:ea typeface="Segoe UI"/>
                <a:cs typeface="Segoe UI"/>
              </a:defRPr>
            </a:lvl8pPr>
            <a:lvl9pPr>
              <a:defRPr sz="1875" b="1">
                <a:solidFill>
                  <a:srgbClr val="345D70"/>
                </a:solidFill>
                <a:latin typeface="Segoe UI"/>
                <a:ea typeface="Segoe UI"/>
                <a:cs typeface="Segoe UI"/>
              </a:defRPr>
            </a:lvl9pPr>
          </a:lstStyle>
          <ns7:p xmlns:ns7="http://schemas.openxmlformats.org/drawingml/2006/main">
            <ns7:pPr>
              <ns7:defRPr sz="1875" b="1">
                <ns7:solidFill>
                  <ns7:srgbClr val="345D70"/>
                </ns7:solidFill>
                <ns7:latin typeface="Segoe UI"/>
                <ns7:ea typeface="Segoe UI"/>
                <ns7:cs typeface="Segoe UI"/>
              </ns7:defRPr>
            </ns7:pPr>
            <ns7:r>
              <ns7:rPr sz="1875" b="1">
                <ns7:solidFill>
                  <ns7:srgbClr val="345D70"/>
                </ns7:solidFill>
                <ns7:latin typeface="Segoe UI"/>
                <ns7:ea typeface="Segoe UI"/>
                <ns7:cs typeface="Segoe UI"/>
              </ns7:rPr>
              <ns7:t>publicity</ns7:t>
            </ns7:r>
          </ns7:p>
        </p:txBody>
      </p:sp>
      <p:sp>
        <p:nvSpPr>
          <p:cNvPr id="9" name="definition-1">
            <a:extLst xmlns:a="http://schemas.openxmlformats.org/drawingml/2006/main">
              <a:ext uri="{FF2B5EF4-FFF2-40B4-BE49-F238E27FC236}">
                <a16:creationId xmlns:a16="http://schemas.microsoft.com/office/drawing/2014/main" id="{D819ABBC-A6B4-4918-AFFE-FFD1C32EA19B}"/>
              </a:ext>
            </a:extLst>
          </p:cNvPr>
          <p:cNvSpPr>
            <a:spLocks xmlns:a="http://schemas.openxmlformats.org/drawingml/2006/main" noGrp="1"/>
          </p:cNvSpPr>
          <p:nvPr/>
        </p:nvSpPr>
        <p:spPr>
          <a:xfrm xmlns:a="http://schemas.openxmlformats.org/drawingml/2006/main">
            <a:off x="6877050" y="1800225"/>
            <a:ext cx="4762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0">
                <a:solidFill>
                  <a:srgbClr val="192E3B"/>
                </a:solidFill>
                <a:latin typeface="Segoe UI"/>
                <a:ea typeface="Segoe UI"/>
                <a:cs typeface="Segoe UI"/>
              </a:defRPr>
            </a:defPPr>
            <a:lvl1pPr>
              <a:defRPr sz="1800" b="0">
                <a:solidFill>
                  <a:srgbClr val="192E3B"/>
                </a:solidFill>
                <a:latin typeface="Segoe UI"/>
                <a:ea typeface="Segoe UI"/>
                <a:cs typeface="Segoe UI"/>
              </a:defRPr>
            </a:lvl1pPr>
            <a:lvl2pPr>
              <a:defRPr sz="1800" b="0">
                <a:solidFill>
                  <a:srgbClr val="192E3B"/>
                </a:solidFill>
                <a:latin typeface="Segoe UI"/>
                <a:ea typeface="Segoe UI"/>
                <a:cs typeface="Segoe UI"/>
              </a:defRPr>
            </a:lvl2pPr>
            <a:lvl3pPr>
              <a:defRPr sz="1800" b="0">
                <a:solidFill>
                  <a:srgbClr val="192E3B"/>
                </a:solidFill>
                <a:latin typeface="Segoe UI"/>
                <a:ea typeface="Segoe UI"/>
                <a:cs typeface="Segoe UI"/>
              </a:defRPr>
            </a:lvl3pPr>
            <a:lvl4pPr>
              <a:defRPr sz="1800" b="0">
                <a:solidFill>
                  <a:srgbClr val="192E3B"/>
                </a:solidFill>
                <a:latin typeface="Segoe UI"/>
                <a:ea typeface="Segoe UI"/>
                <a:cs typeface="Segoe UI"/>
              </a:defRPr>
            </a:lvl4pPr>
            <a:lvl5pPr>
              <a:defRPr sz="1800" b="0">
                <a:solidFill>
                  <a:srgbClr val="192E3B"/>
                </a:solidFill>
                <a:latin typeface="Segoe UI"/>
                <a:ea typeface="Segoe UI"/>
                <a:cs typeface="Segoe UI"/>
              </a:defRPr>
            </a:lvl5pPr>
            <a:lvl6pPr>
              <a:defRPr sz="1800" b="0">
                <a:solidFill>
                  <a:srgbClr val="192E3B"/>
                </a:solidFill>
                <a:latin typeface="Segoe UI"/>
                <a:ea typeface="Segoe UI"/>
                <a:cs typeface="Segoe UI"/>
              </a:defRPr>
            </a:lvl6pPr>
            <a:lvl7pPr>
              <a:defRPr sz="1800" b="0">
                <a:solidFill>
                  <a:srgbClr val="192E3B"/>
                </a:solidFill>
                <a:latin typeface="Segoe UI"/>
                <a:ea typeface="Segoe UI"/>
                <a:cs typeface="Segoe UI"/>
              </a:defRPr>
            </a:lvl7pPr>
            <a:lvl8pPr>
              <a:defRPr sz="1800" b="0">
                <a:solidFill>
                  <a:srgbClr val="192E3B"/>
                </a:solidFill>
                <a:latin typeface="Segoe UI"/>
                <a:ea typeface="Segoe UI"/>
                <a:cs typeface="Segoe UI"/>
              </a:defRPr>
            </a:lvl8pPr>
            <a:lvl9pPr>
              <a:defRPr sz="1800" b="0">
                <a:solidFill>
                  <a:srgbClr val="192E3B"/>
                </a:solidFill>
                <a:latin typeface="Segoe UI"/>
                <a:ea typeface="Segoe UI"/>
                <a:cs typeface="Segoe UI"/>
              </a:defRPr>
            </a:lvl9pPr>
          </a:lstStyle>
          <ns8:p xmlns:ns8="http://schemas.openxmlformats.org/drawingml/2006/main">
            <ns8:pPr>
              <ns8:defRPr sz="1800" b="0">
                <ns8:solidFill>
                  <ns8:srgbClr val="192E3B"/>
                </ns8:solidFill>
                <ns8:latin typeface="Segoe UI"/>
                <ns8:ea typeface="Segoe UI"/>
                <ns8:cs typeface="Segoe UI"/>
              </ns8:defRPr>
            </ns8:pPr>
            <ns8:r>
              <ns8:rPr sz="1800" b="0">
                <ns8:solidFill>
                  <ns8:srgbClr val="192E3B"/>
                </ns8:solidFill>
                <ns8:latin typeface="Segoe UI"/>
                <ns8:ea typeface="Segoe UI"/>
                <ns8:cs typeface="Segoe UI"/>
              </ns8:rPr>
              <ns8:t>Words and pictures that invite people.</ns8:t>
            </ns8:r>
          </ns8:p>
        </p:txBody>
      </p:sp>
      <p:pic>
        <p:nvPicPr>
          <p:cNvPr id="10" name="picture-cue-3" descr="Flat chart no axes column cue for stock." title="stock">
            <a:extLst xmlns:a="http://schemas.openxmlformats.org/drawingml/2006/main">
              <a:ext uri="{FF2B5EF4-FFF2-40B4-BE49-F238E27FC236}">
                <a16:creationId xmlns:a16="http://schemas.microsoft.com/office/drawing/2014/main" id="{E3AB64FD-500C-4FAA-9E67-B77D37421318}"/>
              </a:ext>
            </a:extLst>
          </p:cNvPr>
          <p:cNvPicPr>
            <a:picLocks xmlns:a="http://schemas.openxmlformats.org/drawingml/2006/main" noChangeAspect="1"/>
          </p:cNvPicPr>
          <p:nvPr/>
        </p:nvPicPr>
        <p:blipFill>
          <a:blip xmlns:r="http://schemas.openxmlformats.org/officeDocument/2006/relationships" xmlns:a="http://schemas.openxmlformats.org/drawingml/2006/main" r:embed="Rd57204122dab4110"/>
          <a:stretch xmlns:a="http://schemas.openxmlformats.org/drawingml/2006/main"/>
        </p:blipFill>
        <p:spPr>
          <a:xfrm xmlns:a="http://schemas.openxmlformats.org/drawingml/2006/main">
            <a:off x="533400" y="2647950"/>
            <a:ext cx="457200" cy="457200"/>
          </a:xfrm>
          <a:prstGeom xmlns:a="http://schemas.openxmlformats.org/drawingml/2006/main" prst="rect">
            <a:avLst/>
          </a:prstGeom>
        </p:spPr>
      </p:pic>
      <p:sp>
        <p:nvSpPr>
          <p:cNvPr id="11" name="word-2">
            <a:extLst xmlns:a="http://schemas.openxmlformats.org/drawingml/2006/main">
              <a:ext uri="{FF2B5EF4-FFF2-40B4-BE49-F238E27FC236}">
                <a16:creationId xmlns:a16="http://schemas.microsoft.com/office/drawing/2014/main" id="{D577F1C3-F8D7-4E4E-9067-43CC57441AE6}"/>
              </a:ext>
            </a:extLst>
          </p:cNvPr>
          <p:cNvSpPr>
            <a:spLocks xmlns:a="http://schemas.openxmlformats.org/drawingml/2006/main" noGrp="1"/>
          </p:cNvSpPr>
          <p:nvPr/>
        </p:nvSpPr>
        <p:spPr>
          <a:xfrm xmlns:a="http://schemas.openxmlformats.org/drawingml/2006/main">
            <a:off x="1162050" y="2600325"/>
            <a:ext cx="4762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75" b="1">
                <a:solidFill>
                  <a:srgbClr val="345D70"/>
                </a:solidFill>
                <a:latin typeface="Segoe UI"/>
                <a:ea typeface="Segoe UI"/>
                <a:cs typeface="Segoe UI"/>
              </a:defRPr>
            </a:defPPr>
            <a:lvl1pPr>
              <a:defRPr sz="1875" b="1">
                <a:solidFill>
                  <a:srgbClr val="345D70"/>
                </a:solidFill>
                <a:latin typeface="Segoe UI"/>
                <a:ea typeface="Segoe UI"/>
                <a:cs typeface="Segoe UI"/>
              </a:defRPr>
            </a:lvl1pPr>
            <a:lvl2pPr>
              <a:defRPr sz="1875" b="1">
                <a:solidFill>
                  <a:srgbClr val="345D70"/>
                </a:solidFill>
                <a:latin typeface="Segoe UI"/>
                <a:ea typeface="Segoe UI"/>
                <a:cs typeface="Segoe UI"/>
              </a:defRPr>
            </a:lvl2pPr>
            <a:lvl3pPr>
              <a:defRPr sz="1875" b="1">
                <a:solidFill>
                  <a:srgbClr val="345D70"/>
                </a:solidFill>
                <a:latin typeface="Segoe UI"/>
                <a:ea typeface="Segoe UI"/>
                <a:cs typeface="Segoe UI"/>
              </a:defRPr>
            </a:lvl3pPr>
            <a:lvl4pPr>
              <a:defRPr sz="1875" b="1">
                <a:solidFill>
                  <a:srgbClr val="345D70"/>
                </a:solidFill>
                <a:latin typeface="Segoe UI"/>
                <a:ea typeface="Segoe UI"/>
                <a:cs typeface="Segoe UI"/>
              </a:defRPr>
            </a:lvl4pPr>
            <a:lvl5pPr>
              <a:defRPr sz="1875" b="1">
                <a:solidFill>
                  <a:srgbClr val="345D70"/>
                </a:solidFill>
                <a:latin typeface="Segoe UI"/>
                <a:ea typeface="Segoe UI"/>
                <a:cs typeface="Segoe UI"/>
              </a:defRPr>
            </a:lvl5pPr>
            <a:lvl6pPr>
              <a:defRPr sz="1875" b="1">
                <a:solidFill>
                  <a:srgbClr val="345D70"/>
                </a:solidFill>
                <a:latin typeface="Segoe UI"/>
                <a:ea typeface="Segoe UI"/>
                <a:cs typeface="Segoe UI"/>
              </a:defRPr>
            </a:lvl6pPr>
            <a:lvl7pPr>
              <a:defRPr sz="1875" b="1">
                <a:solidFill>
                  <a:srgbClr val="345D70"/>
                </a:solidFill>
                <a:latin typeface="Segoe UI"/>
                <a:ea typeface="Segoe UI"/>
                <a:cs typeface="Segoe UI"/>
              </a:defRPr>
            </a:lvl7pPr>
            <a:lvl8pPr>
              <a:defRPr sz="1875" b="1">
                <a:solidFill>
                  <a:srgbClr val="345D70"/>
                </a:solidFill>
                <a:latin typeface="Segoe UI"/>
                <a:ea typeface="Segoe UI"/>
                <a:cs typeface="Segoe UI"/>
              </a:defRPr>
            </a:lvl8pPr>
            <a:lvl9pPr>
              <a:defRPr sz="1875" b="1">
                <a:solidFill>
                  <a:srgbClr val="345D70"/>
                </a:solidFill>
                <a:latin typeface="Segoe UI"/>
                <a:ea typeface="Segoe UI"/>
                <a:cs typeface="Segoe UI"/>
              </a:defRPr>
            </a:lvl9pPr>
          </a:lstStyle>
          <ns9:p xmlns:ns9="http://schemas.openxmlformats.org/drawingml/2006/main">
            <ns9:pPr>
              <ns9:defRPr sz="1875" b="1">
                <ns9:solidFill>
                  <ns9:srgbClr val="345D70"/>
                </ns9:solidFill>
                <ns9:latin typeface="Segoe UI"/>
                <ns9:ea typeface="Segoe UI"/>
                <ns9:cs typeface="Segoe UI"/>
              </ns9:defRPr>
            </ns9:pPr>
            <ns9:r>
              <ns9:rPr sz="1875" b="1">
                <ns9:solidFill>
                  <ns9:srgbClr val="345D70"/>
                </ns9:solidFill>
                <ns9:latin typeface="Segoe UI"/>
                <ns9:ea typeface="Segoe UI"/>
                <ns9:cs typeface="Segoe UI"/>
              </ns9:rPr>
              <ns9:t>stock</ns9:t>
            </ns9:r>
          </ns9:p>
        </p:txBody>
      </p:sp>
      <p:sp>
        <p:nvSpPr>
          <p:cNvPr id="12" name="definition-2">
            <a:extLst xmlns:a="http://schemas.openxmlformats.org/drawingml/2006/main">
              <a:ext uri="{FF2B5EF4-FFF2-40B4-BE49-F238E27FC236}">
                <a16:creationId xmlns:a16="http://schemas.microsoft.com/office/drawing/2014/main" id="{A77D7834-DFF6-441A-AD33-794475CDC021}"/>
              </a:ext>
            </a:extLst>
          </p:cNvPr>
          <p:cNvSpPr>
            <a:spLocks xmlns:a="http://schemas.openxmlformats.org/drawingml/2006/main" noGrp="1"/>
          </p:cNvSpPr>
          <p:nvPr/>
        </p:nvSpPr>
        <p:spPr>
          <a:xfrm xmlns:a="http://schemas.openxmlformats.org/drawingml/2006/main">
            <a:off x="1162050" y="2943225"/>
            <a:ext cx="4762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0">
                <a:solidFill>
                  <a:srgbClr val="192E3B"/>
                </a:solidFill>
                <a:latin typeface="Segoe UI"/>
                <a:ea typeface="Segoe UI"/>
                <a:cs typeface="Segoe UI"/>
              </a:defRPr>
            </a:defPPr>
            <a:lvl1pPr>
              <a:defRPr sz="1800" b="0">
                <a:solidFill>
                  <a:srgbClr val="192E3B"/>
                </a:solidFill>
                <a:latin typeface="Segoe UI"/>
                <a:ea typeface="Segoe UI"/>
                <a:cs typeface="Segoe UI"/>
              </a:defRPr>
            </a:lvl1pPr>
            <a:lvl2pPr>
              <a:defRPr sz="1800" b="0">
                <a:solidFill>
                  <a:srgbClr val="192E3B"/>
                </a:solidFill>
                <a:latin typeface="Segoe UI"/>
                <a:ea typeface="Segoe UI"/>
                <a:cs typeface="Segoe UI"/>
              </a:defRPr>
            </a:lvl2pPr>
            <a:lvl3pPr>
              <a:defRPr sz="1800" b="0">
                <a:solidFill>
                  <a:srgbClr val="192E3B"/>
                </a:solidFill>
                <a:latin typeface="Segoe UI"/>
                <a:ea typeface="Segoe UI"/>
                <a:cs typeface="Segoe UI"/>
              </a:defRPr>
            </a:lvl3pPr>
            <a:lvl4pPr>
              <a:defRPr sz="1800" b="0">
                <a:solidFill>
                  <a:srgbClr val="192E3B"/>
                </a:solidFill>
                <a:latin typeface="Segoe UI"/>
                <a:ea typeface="Segoe UI"/>
                <a:cs typeface="Segoe UI"/>
              </a:defRPr>
            </a:lvl4pPr>
            <a:lvl5pPr>
              <a:defRPr sz="1800" b="0">
                <a:solidFill>
                  <a:srgbClr val="192E3B"/>
                </a:solidFill>
                <a:latin typeface="Segoe UI"/>
                <a:ea typeface="Segoe UI"/>
                <a:cs typeface="Segoe UI"/>
              </a:defRPr>
            </a:lvl5pPr>
            <a:lvl6pPr>
              <a:defRPr sz="1800" b="0">
                <a:solidFill>
                  <a:srgbClr val="192E3B"/>
                </a:solidFill>
                <a:latin typeface="Segoe UI"/>
                <a:ea typeface="Segoe UI"/>
                <a:cs typeface="Segoe UI"/>
              </a:defRPr>
            </a:lvl6pPr>
            <a:lvl7pPr>
              <a:defRPr sz="1800" b="0">
                <a:solidFill>
                  <a:srgbClr val="192E3B"/>
                </a:solidFill>
                <a:latin typeface="Segoe UI"/>
                <a:ea typeface="Segoe UI"/>
                <a:cs typeface="Segoe UI"/>
              </a:defRPr>
            </a:lvl7pPr>
            <a:lvl8pPr>
              <a:defRPr sz="1800" b="0">
                <a:solidFill>
                  <a:srgbClr val="192E3B"/>
                </a:solidFill>
                <a:latin typeface="Segoe UI"/>
                <a:ea typeface="Segoe UI"/>
                <a:cs typeface="Segoe UI"/>
              </a:defRPr>
            </a:lvl8pPr>
            <a:lvl9pPr>
              <a:defRPr sz="1800" b="0">
                <a:solidFill>
                  <a:srgbClr val="192E3B"/>
                </a:solidFill>
                <a:latin typeface="Segoe UI"/>
                <a:ea typeface="Segoe UI"/>
                <a:cs typeface="Segoe UI"/>
              </a:defRPr>
            </a:lvl9pPr>
          </a:lstStyle>
          <ns10:p xmlns:ns10="http://schemas.openxmlformats.org/drawingml/2006/main">
            <ns10:pPr>
              <ns10:defRPr sz="1800" b="0">
                <ns10:solidFill>
                  <ns10:srgbClr val="192E3B"/>
                </ns10:solidFill>
                <ns10:latin typeface="Segoe UI"/>
                <ns10:ea typeface="Segoe UI"/>
                <ns10:cs typeface="Segoe UI"/>
              </ns10:defRPr>
            </ns10:pPr>
            <ns10:r>
              <ns10:rPr sz="1800" b="0">
                <ns10:solidFill>
                  <ns10:srgbClr val="192E3B"/>
                </ns10:solidFill>
                <ns10:latin typeface="Segoe UI"/>
                <ns10:ea typeface="Segoe UI"/>
                <ns10:cs typeface="Segoe UI"/>
              </ns10:rPr>
              <ns10:t>Items we have for sale.</ns10:t>
            </ns10:r>
          </ns10:p>
        </p:txBody>
      </p:sp>
      <p:pic>
        <p:nvPicPr>
          <p:cNvPr id="13" name="picture-cue-4" descr="Flat list checks cue for rota." title="rota">
            <a:extLst xmlns:a="http://schemas.openxmlformats.org/drawingml/2006/main">
              <a:ext uri="{FF2B5EF4-FFF2-40B4-BE49-F238E27FC236}">
                <a16:creationId xmlns:a16="http://schemas.microsoft.com/office/drawing/2014/main" id="{5258971A-CC2B-4424-860B-5E2D5733DEFC}"/>
              </a:ext>
            </a:extLst>
          </p:cNvPr>
          <p:cNvPicPr>
            <a:picLocks xmlns:a="http://schemas.openxmlformats.org/drawingml/2006/main" noChangeAspect="1"/>
          </p:cNvPicPr>
          <p:nvPr/>
        </p:nvPicPr>
        <p:blipFill>
          <a:blip xmlns:r="http://schemas.openxmlformats.org/officeDocument/2006/relationships" xmlns:a="http://schemas.openxmlformats.org/drawingml/2006/main" r:embed="Re539814f057443c6"/>
          <a:stretch xmlns:a="http://schemas.openxmlformats.org/drawingml/2006/main"/>
        </p:blipFill>
        <p:spPr>
          <a:xfrm xmlns:a="http://schemas.openxmlformats.org/drawingml/2006/main">
            <a:off x="6248400" y="2647950"/>
            <a:ext cx="457200" cy="457200"/>
          </a:xfrm>
          <a:prstGeom xmlns:a="http://schemas.openxmlformats.org/drawingml/2006/main" prst="rect">
            <a:avLst/>
          </a:prstGeom>
        </p:spPr>
      </p:pic>
      <p:sp>
        <p:nvSpPr>
          <p:cNvPr id="14" name="word-3">
            <a:extLst xmlns:a="http://schemas.openxmlformats.org/drawingml/2006/main">
              <a:ext uri="{FF2B5EF4-FFF2-40B4-BE49-F238E27FC236}">
                <a16:creationId xmlns:a16="http://schemas.microsoft.com/office/drawing/2014/main" id="{3EF82CD5-7BDE-4559-92FA-60DFB773ED7A}"/>
              </a:ext>
            </a:extLst>
          </p:cNvPr>
          <p:cNvSpPr>
            <a:spLocks xmlns:a="http://schemas.openxmlformats.org/drawingml/2006/main" noGrp="1"/>
          </p:cNvSpPr>
          <p:nvPr/>
        </p:nvSpPr>
        <p:spPr>
          <a:xfrm xmlns:a="http://schemas.openxmlformats.org/drawingml/2006/main">
            <a:off x="6877050" y="2600325"/>
            <a:ext cx="4762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75" b="1">
                <a:solidFill>
                  <a:srgbClr val="345D70"/>
                </a:solidFill>
                <a:latin typeface="Segoe UI"/>
                <a:ea typeface="Segoe UI"/>
                <a:cs typeface="Segoe UI"/>
              </a:defRPr>
            </a:defPPr>
            <a:lvl1pPr>
              <a:defRPr sz="1875" b="1">
                <a:solidFill>
                  <a:srgbClr val="345D70"/>
                </a:solidFill>
                <a:latin typeface="Segoe UI"/>
                <a:ea typeface="Segoe UI"/>
                <a:cs typeface="Segoe UI"/>
              </a:defRPr>
            </a:lvl1pPr>
            <a:lvl2pPr>
              <a:defRPr sz="1875" b="1">
                <a:solidFill>
                  <a:srgbClr val="345D70"/>
                </a:solidFill>
                <a:latin typeface="Segoe UI"/>
                <a:ea typeface="Segoe UI"/>
                <a:cs typeface="Segoe UI"/>
              </a:defRPr>
            </a:lvl2pPr>
            <a:lvl3pPr>
              <a:defRPr sz="1875" b="1">
                <a:solidFill>
                  <a:srgbClr val="345D70"/>
                </a:solidFill>
                <a:latin typeface="Segoe UI"/>
                <a:ea typeface="Segoe UI"/>
                <a:cs typeface="Segoe UI"/>
              </a:defRPr>
            </a:lvl3pPr>
            <a:lvl4pPr>
              <a:defRPr sz="1875" b="1">
                <a:solidFill>
                  <a:srgbClr val="345D70"/>
                </a:solidFill>
                <a:latin typeface="Segoe UI"/>
                <a:ea typeface="Segoe UI"/>
                <a:cs typeface="Segoe UI"/>
              </a:defRPr>
            </a:lvl4pPr>
            <a:lvl5pPr>
              <a:defRPr sz="1875" b="1">
                <a:solidFill>
                  <a:srgbClr val="345D70"/>
                </a:solidFill>
                <a:latin typeface="Segoe UI"/>
                <a:ea typeface="Segoe UI"/>
                <a:cs typeface="Segoe UI"/>
              </a:defRPr>
            </a:lvl5pPr>
            <a:lvl6pPr>
              <a:defRPr sz="1875" b="1">
                <a:solidFill>
                  <a:srgbClr val="345D70"/>
                </a:solidFill>
                <a:latin typeface="Segoe UI"/>
                <a:ea typeface="Segoe UI"/>
                <a:cs typeface="Segoe UI"/>
              </a:defRPr>
            </a:lvl6pPr>
            <a:lvl7pPr>
              <a:defRPr sz="1875" b="1">
                <a:solidFill>
                  <a:srgbClr val="345D70"/>
                </a:solidFill>
                <a:latin typeface="Segoe UI"/>
                <a:ea typeface="Segoe UI"/>
                <a:cs typeface="Segoe UI"/>
              </a:defRPr>
            </a:lvl7pPr>
            <a:lvl8pPr>
              <a:defRPr sz="1875" b="1">
                <a:solidFill>
                  <a:srgbClr val="345D70"/>
                </a:solidFill>
                <a:latin typeface="Segoe UI"/>
                <a:ea typeface="Segoe UI"/>
                <a:cs typeface="Segoe UI"/>
              </a:defRPr>
            </a:lvl8pPr>
            <a:lvl9pPr>
              <a:defRPr sz="1875" b="1">
                <a:solidFill>
                  <a:srgbClr val="345D70"/>
                </a:solidFill>
                <a:latin typeface="Segoe UI"/>
                <a:ea typeface="Segoe UI"/>
                <a:cs typeface="Segoe UI"/>
              </a:defRPr>
            </a:lvl9pPr>
          </a:lstStyle>
          <ns11:p xmlns:ns11="http://schemas.openxmlformats.org/drawingml/2006/main">
            <ns11:pPr>
              <ns11:defRPr sz="1875" b="1">
                <ns11:solidFill>
                  <ns11:srgbClr val="345D70"/>
                </ns11:solidFill>
                <ns11:latin typeface="Segoe UI"/>
                <ns11:ea typeface="Segoe UI"/>
                <ns11:cs typeface="Segoe UI"/>
              </ns11:defRPr>
            </ns11:pPr>
            <ns11:r>
              <ns11:rPr sz="1875" b="1">
                <ns11:solidFill>
                  <ns11:srgbClr val="345D70"/>
                </ns11:solidFill>
                <ns11:latin typeface="Segoe UI"/>
                <ns11:ea typeface="Segoe UI"/>
                <ns11:cs typeface="Segoe UI"/>
              </ns11:rPr>
              <ns11:t>rota</ns11:t>
            </ns11:r>
          </ns11:p>
        </p:txBody>
      </p:sp>
      <p:sp>
        <p:nvSpPr>
          <p:cNvPr id="15" name="definition-3">
            <a:extLst xmlns:a="http://schemas.openxmlformats.org/drawingml/2006/main">
              <a:ext uri="{FF2B5EF4-FFF2-40B4-BE49-F238E27FC236}">
                <a16:creationId xmlns:a16="http://schemas.microsoft.com/office/drawing/2014/main" id="{FFC34263-AE4E-4CD9-804B-5630F41B4727}"/>
              </a:ext>
            </a:extLst>
          </p:cNvPr>
          <p:cNvSpPr>
            <a:spLocks xmlns:a="http://schemas.openxmlformats.org/drawingml/2006/main" noGrp="1"/>
          </p:cNvSpPr>
          <p:nvPr/>
        </p:nvSpPr>
        <p:spPr>
          <a:xfrm xmlns:a="http://schemas.openxmlformats.org/drawingml/2006/main">
            <a:off x="6877050" y="2943225"/>
            <a:ext cx="4762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0">
                <a:solidFill>
                  <a:srgbClr val="192E3B"/>
                </a:solidFill>
                <a:latin typeface="Segoe UI"/>
                <a:ea typeface="Segoe UI"/>
                <a:cs typeface="Segoe UI"/>
              </a:defRPr>
            </a:defPPr>
            <a:lvl1pPr>
              <a:defRPr sz="1800" b="0">
                <a:solidFill>
                  <a:srgbClr val="192E3B"/>
                </a:solidFill>
                <a:latin typeface="Segoe UI"/>
                <a:ea typeface="Segoe UI"/>
                <a:cs typeface="Segoe UI"/>
              </a:defRPr>
            </a:lvl1pPr>
            <a:lvl2pPr>
              <a:defRPr sz="1800" b="0">
                <a:solidFill>
                  <a:srgbClr val="192E3B"/>
                </a:solidFill>
                <a:latin typeface="Segoe UI"/>
                <a:ea typeface="Segoe UI"/>
                <a:cs typeface="Segoe UI"/>
              </a:defRPr>
            </a:lvl2pPr>
            <a:lvl3pPr>
              <a:defRPr sz="1800" b="0">
                <a:solidFill>
                  <a:srgbClr val="192E3B"/>
                </a:solidFill>
                <a:latin typeface="Segoe UI"/>
                <a:ea typeface="Segoe UI"/>
                <a:cs typeface="Segoe UI"/>
              </a:defRPr>
            </a:lvl3pPr>
            <a:lvl4pPr>
              <a:defRPr sz="1800" b="0">
                <a:solidFill>
                  <a:srgbClr val="192E3B"/>
                </a:solidFill>
                <a:latin typeface="Segoe UI"/>
                <a:ea typeface="Segoe UI"/>
                <a:cs typeface="Segoe UI"/>
              </a:defRPr>
            </a:lvl4pPr>
            <a:lvl5pPr>
              <a:defRPr sz="1800" b="0">
                <a:solidFill>
                  <a:srgbClr val="192E3B"/>
                </a:solidFill>
                <a:latin typeface="Segoe UI"/>
                <a:ea typeface="Segoe UI"/>
                <a:cs typeface="Segoe UI"/>
              </a:defRPr>
            </a:lvl5pPr>
            <a:lvl6pPr>
              <a:defRPr sz="1800" b="0">
                <a:solidFill>
                  <a:srgbClr val="192E3B"/>
                </a:solidFill>
                <a:latin typeface="Segoe UI"/>
                <a:ea typeface="Segoe UI"/>
                <a:cs typeface="Segoe UI"/>
              </a:defRPr>
            </a:lvl6pPr>
            <a:lvl7pPr>
              <a:defRPr sz="1800" b="0">
                <a:solidFill>
                  <a:srgbClr val="192E3B"/>
                </a:solidFill>
                <a:latin typeface="Segoe UI"/>
                <a:ea typeface="Segoe UI"/>
                <a:cs typeface="Segoe UI"/>
              </a:defRPr>
            </a:lvl7pPr>
            <a:lvl8pPr>
              <a:defRPr sz="1800" b="0">
                <a:solidFill>
                  <a:srgbClr val="192E3B"/>
                </a:solidFill>
                <a:latin typeface="Segoe UI"/>
                <a:ea typeface="Segoe UI"/>
                <a:cs typeface="Segoe UI"/>
              </a:defRPr>
            </a:lvl8pPr>
            <a:lvl9pPr>
              <a:defRPr sz="1800" b="0">
                <a:solidFill>
                  <a:srgbClr val="192E3B"/>
                </a:solidFill>
                <a:latin typeface="Segoe UI"/>
                <a:ea typeface="Segoe UI"/>
                <a:cs typeface="Segoe UI"/>
              </a:defRPr>
            </a:lvl9pPr>
          </a:lstStyle>
          <ns12:p xmlns:ns12="http://schemas.openxmlformats.org/drawingml/2006/main">
            <ns12:pPr>
              <ns12:defRPr sz="1800" b="0">
                <ns12:solidFill>
                  <ns12:srgbClr val="192E3B"/>
                </ns12:solidFill>
                <ns12:latin typeface="Segoe UI"/>
                <ns12:ea typeface="Segoe UI"/>
                <ns12:cs typeface="Segoe UI"/>
              </ns12:defRPr>
            </ns12:pPr>
            <ns12:r>
              <ns12:rPr sz="1800" b="0">
                <ns12:solidFill>
                  <ns12:srgbClr val="192E3B"/>
                </ns12:solidFill>
                <ns12:latin typeface="Segoe UI"/>
                <ns12:ea typeface="Segoe UI"/>
                <ns12:cs typeface="Segoe UI"/>
              </ns12:rPr>
              <ns12:t>A list of who does what and when.</ns12:t>
            </ns12:r>
          </ns12:p>
        </p:txBody>
      </p:sp>
      <p:pic>
        <p:nvPicPr>
          <p:cNvPr id="16" name="picture-cue-5" descr="Flat file check cue for label." title="label">
            <a:extLst xmlns:a="http://schemas.openxmlformats.org/drawingml/2006/main">
              <a:ext uri="{FF2B5EF4-FFF2-40B4-BE49-F238E27FC236}">
                <a16:creationId xmlns:a16="http://schemas.microsoft.com/office/drawing/2014/main" id="{2D1CC118-D26F-4A6D-BF5F-46BA46841981}"/>
              </a:ext>
            </a:extLst>
          </p:cNvPr>
          <p:cNvPicPr>
            <a:picLocks xmlns:a="http://schemas.openxmlformats.org/drawingml/2006/main" noChangeAspect="1"/>
          </p:cNvPicPr>
          <p:nvPr/>
        </p:nvPicPr>
        <p:blipFill>
          <a:blip xmlns:r="http://schemas.openxmlformats.org/officeDocument/2006/relationships" xmlns:a="http://schemas.openxmlformats.org/drawingml/2006/main" r:embed="R19f2b9ae2e2041fa"/>
          <a:stretch xmlns:a="http://schemas.openxmlformats.org/drawingml/2006/main"/>
        </p:blipFill>
        <p:spPr>
          <a:xfrm xmlns:a="http://schemas.openxmlformats.org/drawingml/2006/main">
            <a:off x="533400" y="3790950"/>
            <a:ext cx="457200" cy="457200"/>
          </a:xfrm>
          <a:prstGeom xmlns:a="http://schemas.openxmlformats.org/drawingml/2006/main" prst="rect">
            <a:avLst/>
          </a:prstGeom>
        </p:spPr>
      </p:pic>
      <p:sp>
        <p:nvSpPr>
          <p:cNvPr id="17" name="word-4">
            <a:extLst xmlns:a="http://schemas.openxmlformats.org/drawingml/2006/main">
              <a:ext uri="{FF2B5EF4-FFF2-40B4-BE49-F238E27FC236}">
                <a16:creationId xmlns:a16="http://schemas.microsoft.com/office/drawing/2014/main" id="{A1935756-E83B-491C-AA7E-842252C77BE8}"/>
              </a:ext>
            </a:extLst>
          </p:cNvPr>
          <p:cNvSpPr>
            <a:spLocks xmlns:a="http://schemas.openxmlformats.org/drawingml/2006/main" noGrp="1"/>
          </p:cNvSpPr>
          <p:nvPr/>
        </p:nvSpPr>
        <p:spPr>
          <a:xfrm xmlns:a="http://schemas.openxmlformats.org/drawingml/2006/main">
            <a:off x="1162050" y="3743325"/>
            <a:ext cx="4762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75" b="1">
                <a:solidFill>
                  <a:srgbClr val="345D70"/>
                </a:solidFill>
                <a:latin typeface="Segoe UI"/>
                <a:ea typeface="Segoe UI"/>
                <a:cs typeface="Segoe UI"/>
              </a:defRPr>
            </a:defPPr>
            <a:lvl1pPr>
              <a:defRPr sz="1875" b="1">
                <a:solidFill>
                  <a:srgbClr val="345D70"/>
                </a:solidFill>
                <a:latin typeface="Segoe UI"/>
                <a:ea typeface="Segoe UI"/>
                <a:cs typeface="Segoe UI"/>
              </a:defRPr>
            </a:lvl1pPr>
            <a:lvl2pPr>
              <a:defRPr sz="1875" b="1">
                <a:solidFill>
                  <a:srgbClr val="345D70"/>
                </a:solidFill>
                <a:latin typeface="Segoe UI"/>
                <a:ea typeface="Segoe UI"/>
                <a:cs typeface="Segoe UI"/>
              </a:defRPr>
            </a:lvl2pPr>
            <a:lvl3pPr>
              <a:defRPr sz="1875" b="1">
                <a:solidFill>
                  <a:srgbClr val="345D70"/>
                </a:solidFill>
                <a:latin typeface="Segoe UI"/>
                <a:ea typeface="Segoe UI"/>
                <a:cs typeface="Segoe UI"/>
              </a:defRPr>
            </a:lvl3pPr>
            <a:lvl4pPr>
              <a:defRPr sz="1875" b="1">
                <a:solidFill>
                  <a:srgbClr val="345D70"/>
                </a:solidFill>
                <a:latin typeface="Segoe UI"/>
                <a:ea typeface="Segoe UI"/>
                <a:cs typeface="Segoe UI"/>
              </a:defRPr>
            </a:lvl4pPr>
            <a:lvl5pPr>
              <a:defRPr sz="1875" b="1">
                <a:solidFill>
                  <a:srgbClr val="345D70"/>
                </a:solidFill>
                <a:latin typeface="Segoe UI"/>
                <a:ea typeface="Segoe UI"/>
                <a:cs typeface="Segoe UI"/>
              </a:defRPr>
            </a:lvl5pPr>
            <a:lvl6pPr>
              <a:defRPr sz="1875" b="1">
                <a:solidFill>
                  <a:srgbClr val="345D70"/>
                </a:solidFill>
                <a:latin typeface="Segoe UI"/>
                <a:ea typeface="Segoe UI"/>
                <a:cs typeface="Segoe UI"/>
              </a:defRPr>
            </a:lvl6pPr>
            <a:lvl7pPr>
              <a:defRPr sz="1875" b="1">
                <a:solidFill>
                  <a:srgbClr val="345D70"/>
                </a:solidFill>
                <a:latin typeface="Segoe UI"/>
                <a:ea typeface="Segoe UI"/>
                <a:cs typeface="Segoe UI"/>
              </a:defRPr>
            </a:lvl7pPr>
            <a:lvl8pPr>
              <a:defRPr sz="1875" b="1">
                <a:solidFill>
                  <a:srgbClr val="345D70"/>
                </a:solidFill>
                <a:latin typeface="Segoe UI"/>
                <a:ea typeface="Segoe UI"/>
                <a:cs typeface="Segoe UI"/>
              </a:defRPr>
            </a:lvl8pPr>
            <a:lvl9pPr>
              <a:defRPr sz="1875" b="1">
                <a:solidFill>
                  <a:srgbClr val="345D70"/>
                </a:solidFill>
                <a:latin typeface="Segoe UI"/>
                <a:ea typeface="Segoe UI"/>
                <a:cs typeface="Segoe UI"/>
              </a:defRPr>
            </a:lvl9pPr>
          </a:lstStyle>
          <ns13:p xmlns:ns13="http://schemas.openxmlformats.org/drawingml/2006/main">
            <ns13:pPr>
              <ns13:defRPr sz="1875" b="1">
                <ns13:solidFill>
                  <ns13:srgbClr val="345D70"/>
                </ns13:solidFill>
                <ns13:latin typeface="Segoe UI"/>
                <ns13:ea typeface="Segoe UI"/>
                <ns13:cs typeface="Segoe UI"/>
              </ns13:defRPr>
            </ns13:pPr>
            <ns13:r>
              <ns13:rPr sz="1875" b="1">
                <ns13:solidFill>
                  <ns13:srgbClr val="345D70"/>
                </ns13:solidFill>
                <ns13:latin typeface="Segoe UI"/>
                <ns13:ea typeface="Segoe UI"/>
                <ns13:cs typeface="Segoe UI"/>
              </ns13:rPr>
              <ns13:t>label</ns13:t>
            </ns13:r>
          </ns13:p>
        </p:txBody>
      </p:sp>
      <p:sp>
        <p:nvSpPr>
          <p:cNvPr id="18" name="definition-4">
            <a:extLst xmlns:a="http://schemas.openxmlformats.org/drawingml/2006/main">
              <a:ext uri="{FF2B5EF4-FFF2-40B4-BE49-F238E27FC236}">
                <a16:creationId xmlns:a16="http://schemas.microsoft.com/office/drawing/2014/main" id="{DC20ECF5-3051-4AB7-A9BE-CC49C1248A2D}"/>
              </a:ext>
            </a:extLst>
          </p:cNvPr>
          <p:cNvSpPr>
            <a:spLocks xmlns:a="http://schemas.openxmlformats.org/drawingml/2006/main" noGrp="1"/>
          </p:cNvSpPr>
          <p:nvPr/>
        </p:nvSpPr>
        <p:spPr>
          <a:xfrm xmlns:a="http://schemas.openxmlformats.org/drawingml/2006/main">
            <a:off x="1162050" y="4086225"/>
            <a:ext cx="4762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0">
                <a:solidFill>
                  <a:srgbClr val="192E3B"/>
                </a:solidFill>
                <a:latin typeface="Segoe UI"/>
                <a:ea typeface="Segoe UI"/>
                <a:cs typeface="Segoe UI"/>
              </a:defRPr>
            </a:defPPr>
            <a:lvl1pPr>
              <a:defRPr sz="1800" b="0">
                <a:solidFill>
                  <a:srgbClr val="192E3B"/>
                </a:solidFill>
                <a:latin typeface="Segoe UI"/>
                <a:ea typeface="Segoe UI"/>
                <a:cs typeface="Segoe UI"/>
              </a:defRPr>
            </a:lvl1pPr>
            <a:lvl2pPr>
              <a:defRPr sz="1800" b="0">
                <a:solidFill>
                  <a:srgbClr val="192E3B"/>
                </a:solidFill>
                <a:latin typeface="Segoe UI"/>
                <a:ea typeface="Segoe UI"/>
                <a:cs typeface="Segoe UI"/>
              </a:defRPr>
            </a:lvl2pPr>
            <a:lvl3pPr>
              <a:defRPr sz="1800" b="0">
                <a:solidFill>
                  <a:srgbClr val="192E3B"/>
                </a:solidFill>
                <a:latin typeface="Segoe UI"/>
                <a:ea typeface="Segoe UI"/>
                <a:cs typeface="Segoe UI"/>
              </a:defRPr>
            </a:lvl3pPr>
            <a:lvl4pPr>
              <a:defRPr sz="1800" b="0">
                <a:solidFill>
                  <a:srgbClr val="192E3B"/>
                </a:solidFill>
                <a:latin typeface="Segoe UI"/>
                <a:ea typeface="Segoe UI"/>
                <a:cs typeface="Segoe UI"/>
              </a:defRPr>
            </a:lvl4pPr>
            <a:lvl5pPr>
              <a:defRPr sz="1800" b="0">
                <a:solidFill>
                  <a:srgbClr val="192E3B"/>
                </a:solidFill>
                <a:latin typeface="Segoe UI"/>
                <a:ea typeface="Segoe UI"/>
                <a:cs typeface="Segoe UI"/>
              </a:defRPr>
            </a:lvl5pPr>
            <a:lvl6pPr>
              <a:defRPr sz="1800" b="0">
                <a:solidFill>
                  <a:srgbClr val="192E3B"/>
                </a:solidFill>
                <a:latin typeface="Segoe UI"/>
                <a:ea typeface="Segoe UI"/>
                <a:cs typeface="Segoe UI"/>
              </a:defRPr>
            </a:lvl6pPr>
            <a:lvl7pPr>
              <a:defRPr sz="1800" b="0">
                <a:solidFill>
                  <a:srgbClr val="192E3B"/>
                </a:solidFill>
                <a:latin typeface="Segoe UI"/>
                <a:ea typeface="Segoe UI"/>
                <a:cs typeface="Segoe UI"/>
              </a:defRPr>
            </a:lvl7pPr>
            <a:lvl8pPr>
              <a:defRPr sz="1800" b="0">
                <a:solidFill>
                  <a:srgbClr val="192E3B"/>
                </a:solidFill>
                <a:latin typeface="Segoe UI"/>
                <a:ea typeface="Segoe UI"/>
                <a:cs typeface="Segoe UI"/>
              </a:defRPr>
            </a:lvl8pPr>
            <a:lvl9pPr>
              <a:defRPr sz="1800" b="0">
                <a:solidFill>
                  <a:srgbClr val="192E3B"/>
                </a:solidFill>
                <a:latin typeface="Segoe UI"/>
                <a:ea typeface="Segoe UI"/>
                <a:cs typeface="Segoe UI"/>
              </a:defRPr>
            </a:lvl9pPr>
          </a:lstStyle>
          <ns14:p xmlns:ns14="http://schemas.openxmlformats.org/drawingml/2006/main">
            <ns14:pPr>
              <ns14:defRPr sz="1800" b="0">
                <ns14:solidFill>
                  <ns14:srgbClr val="192E3B"/>
                </ns14:solidFill>
                <ns14:latin typeface="Segoe UI"/>
                <ns14:ea typeface="Segoe UI"/>
                <ns14:cs typeface="Segoe UI"/>
              </ns14:defRPr>
            </ns14:pPr>
            <ns14:r>
              <ns14:rPr sz="1800" b="0">
                <ns14:solidFill>
                  <ns14:srgbClr val="192E3B"/>
                </ns14:solidFill>
                <ns14:latin typeface="Segoe UI"/>
                <ns14:ea typeface="Segoe UI"/>
                <ns14:cs typeface="Segoe UI"/>
              </ns14:rPr>
              <ns14:t>Facts attached to an item.</ns14:t>
            </ns14:r>
          </ns14:p>
        </p:txBody>
      </p:sp>
      <p:pic>
        <p:nvPicPr>
          <p:cNvPr id="19" name="picture-cue-6" descr="Flat clipboard check cue for check." title="check">
            <a:extLst xmlns:a="http://schemas.openxmlformats.org/drawingml/2006/main">
              <a:ext uri="{FF2B5EF4-FFF2-40B4-BE49-F238E27FC236}">
                <a16:creationId xmlns:a16="http://schemas.microsoft.com/office/drawing/2014/main" id="{84190FDF-CECE-4CBF-A3E6-3FE0BC363E12}"/>
              </a:ext>
            </a:extLst>
          </p:cNvPr>
          <p:cNvPicPr>
            <a:picLocks xmlns:a="http://schemas.openxmlformats.org/drawingml/2006/main" noChangeAspect="1"/>
          </p:cNvPicPr>
          <p:nvPr/>
        </p:nvPicPr>
        <p:blipFill>
          <a:blip xmlns:r="http://schemas.openxmlformats.org/officeDocument/2006/relationships" xmlns:a="http://schemas.openxmlformats.org/drawingml/2006/main" r:embed="Rd9e0c911d8a14a09"/>
          <a:stretch xmlns:a="http://schemas.openxmlformats.org/drawingml/2006/main"/>
        </p:blipFill>
        <p:spPr>
          <a:xfrm xmlns:a="http://schemas.openxmlformats.org/drawingml/2006/main">
            <a:off x="6248400" y="3790950"/>
            <a:ext cx="457200" cy="457200"/>
          </a:xfrm>
          <a:prstGeom xmlns:a="http://schemas.openxmlformats.org/drawingml/2006/main" prst="rect">
            <a:avLst/>
          </a:prstGeom>
        </p:spPr>
      </p:pic>
      <p:sp>
        <p:nvSpPr>
          <p:cNvPr id="20" name="word-5">
            <a:extLst xmlns:a="http://schemas.openxmlformats.org/drawingml/2006/main">
              <a:ext uri="{FF2B5EF4-FFF2-40B4-BE49-F238E27FC236}">
                <a16:creationId xmlns:a16="http://schemas.microsoft.com/office/drawing/2014/main" id="{C4987B07-1B32-45EC-BF6F-566CAEB61DBA}"/>
              </a:ext>
            </a:extLst>
          </p:cNvPr>
          <p:cNvSpPr>
            <a:spLocks xmlns:a="http://schemas.openxmlformats.org/drawingml/2006/main" noGrp="1"/>
          </p:cNvSpPr>
          <p:nvPr/>
        </p:nvSpPr>
        <p:spPr>
          <a:xfrm xmlns:a="http://schemas.openxmlformats.org/drawingml/2006/main">
            <a:off x="6877050" y="3743325"/>
            <a:ext cx="4762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75" b="1">
                <a:solidFill>
                  <a:srgbClr val="345D70"/>
                </a:solidFill>
                <a:latin typeface="Segoe UI"/>
                <a:ea typeface="Segoe UI"/>
                <a:cs typeface="Segoe UI"/>
              </a:defRPr>
            </a:defPPr>
            <a:lvl1pPr>
              <a:defRPr sz="1875" b="1">
                <a:solidFill>
                  <a:srgbClr val="345D70"/>
                </a:solidFill>
                <a:latin typeface="Segoe UI"/>
                <a:ea typeface="Segoe UI"/>
                <a:cs typeface="Segoe UI"/>
              </a:defRPr>
            </a:lvl1pPr>
            <a:lvl2pPr>
              <a:defRPr sz="1875" b="1">
                <a:solidFill>
                  <a:srgbClr val="345D70"/>
                </a:solidFill>
                <a:latin typeface="Segoe UI"/>
                <a:ea typeface="Segoe UI"/>
                <a:cs typeface="Segoe UI"/>
              </a:defRPr>
            </a:lvl2pPr>
            <a:lvl3pPr>
              <a:defRPr sz="1875" b="1">
                <a:solidFill>
                  <a:srgbClr val="345D70"/>
                </a:solidFill>
                <a:latin typeface="Segoe UI"/>
                <a:ea typeface="Segoe UI"/>
                <a:cs typeface="Segoe UI"/>
              </a:defRPr>
            </a:lvl3pPr>
            <a:lvl4pPr>
              <a:defRPr sz="1875" b="1">
                <a:solidFill>
                  <a:srgbClr val="345D70"/>
                </a:solidFill>
                <a:latin typeface="Segoe UI"/>
                <a:ea typeface="Segoe UI"/>
                <a:cs typeface="Segoe UI"/>
              </a:defRPr>
            </a:lvl4pPr>
            <a:lvl5pPr>
              <a:defRPr sz="1875" b="1">
                <a:solidFill>
                  <a:srgbClr val="345D70"/>
                </a:solidFill>
                <a:latin typeface="Segoe UI"/>
                <a:ea typeface="Segoe UI"/>
                <a:cs typeface="Segoe UI"/>
              </a:defRPr>
            </a:lvl5pPr>
            <a:lvl6pPr>
              <a:defRPr sz="1875" b="1">
                <a:solidFill>
                  <a:srgbClr val="345D70"/>
                </a:solidFill>
                <a:latin typeface="Segoe UI"/>
                <a:ea typeface="Segoe UI"/>
                <a:cs typeface="Segoe UI"/>
              </a:defRPr>
            </a:lvl6pPr>
            <a:lvl7pPr>
              <a:defRPr sz="1875" b="1">
                <a:solidFill>
                  <a:srgbClr val="345D70"/>
                </a:solidFill>
                <a:latin typeface="Segoe UI"/>
                <a:ea typeface="Segoe UI"/>
                <a:cs typeface="Segoe UI"/>
              </a:defRPr>
            </a:lvl7pPr>
            <a:lvl8pPr>
              <a:defRPr sz="1875" b="1">
                <a:solidFill>
                  <a:srgbClr val="345D70"/>
                </a:solidFill>
                <a:latin typeface="Segoe UI"/>
                <a:ea typeface="Segoe UI"/>
                <a:cs typeface="Segoe UI"/>
              </a:defRPr>
            </a:lvl8pPr>
            <a:lvl9pPr>
              <a:defRPr sz="1875" b="1">
                <a:solidFill>
                  <a:srgbClr val="345D70"/>
                </a:solidFill>
                <a:latin typeface="Segoe UI"/>
                <a:ea typeface="Segoe UI"/>
                <a:cs typeface="Segoe UI"/>
              </a:defRPr>
            </a:lvl9pPr>
          </a:lstStyle>
          <ns15:p xmlns:ns15="http://schemas.openxmlformats.org/drawingml/2006/main">
            <ns15:pPr>
              <ns15:defRPr sz="1875" b="1">
                <ns15:solidFill>
                  <ns15:srgbClr val="345D70"/>
                </ns15:solidFill>
                <ns15:latin typeface="Segoe UI"/>
                <ns15:ea typeface="Segoe UI"/>
                <ns15:cs typeface="Segoe UI"/>
              </ns15:defRPr>
            </ns15:pPr>
            <ns15:r>
              <ns15:rPr sz="1875" b="1">
                <ns15:solidFill>
                  <ns15:srgbClr val="345D70"/>
                </ns15:solidFill>
                <ns15:latin typeface="Segoe UI"/>
                <ns15:ea typeface="Segoe UI"/>
                <ns15:cs typeface="Segoe UI"/>
              </ns15:rPr>
              <ns15:t>check</ns15:t>
            </ns15:r>
          </ns15:p>
        </p:txBody>
      </p:sp>
      <p:sp>
        <p:nvSpPr>
          <p:cNvPr id="21" name="definition-5">
            <a:extLst xmlns:a="http://schemas.openxmlformats.org/drawingml/2006/main">
              <a:ext uri="{FF2B5EF4-FFF2-40B4-BE49-F238E27FC236}">
                <a16:creationId xmlns:a16="http://schemas.microsoft.com/office/drawing/2014/main" id="{3902EEC6-9CEB-4E7A-8733-B00D620CB860}"/>
              </a:ext>
            </a:extLst>
          </p:cNvPr>
          <p:cNvSpPr>
            <a:spLocks xmlns:a="http://schemas.openxmlformats.org/drawingml/2006/main" noGrp="1"/>
          </p:cNvSpPr>
          <p:nvPr/>
        </p:nvSpPr>
        <p:spPr>
          <a:xfrm xmlns:a="http://schemas.openxmlformats.org/drawingml/2006/main">
            <a:off x="6877050" y="4086225"/>
            <a:ext cx="4762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0">
                <a:solidFill>
                  <a:srgbClr val="192E3B"/>
                </a:solidFill>
                <a:latin typeface="Segoe UI"/>
                <a:ea typeface="Segoe UI"/>
                <a:cs typeface="Segoe UI"/>
              </a:defRPr>
            </a:defPPr>
            <a:lvl1pPr>
              <a:defRPr sz="1800" b="0">
                <a:solidFill>
                  <a:srgbClr val="192E3B"/>
                </a:solidFill>
                <a:latin typeface="Segoe UI"/>
                <a:ea typeface="Segoe UI"/>
                <a:cs typeface="Segoe UI"/>
              </a:defRPr>
            </a:lvl1pPr>
            <a:lvl2pPr>
              <a:defRPr sz="1800" b="0">
                <a:solidFill>
                  <a:srgbClr val="192E3B"/>
                </a:solidFill>
                <a:latin typeface="Segoe UI"/>
                <a:ea typeface="Segoe UI"/>
                <a:cs typeface="Segoe UI"/>
              </a:defRPr>
            </a:lvl2pPr>
            <a:lvl3pPr>
              <a:defRPr sz="1800" b="0">
                <a:solidFill>
                  <a:srgbClr val="192E3B"/>
                </a:solidFill>
                <a:latin typeface="Segoe UI"/>
                <a:ea typeface="Segoe UI"/>
                <a:cs typeface="Segoe UI"/>
              </a:defRPr>
            </a:lvl3pPr>
            <a:lvl4pPr>
              <a:defRPr sz="1800" b="0">
                <a:solidFill>
                  <a:srgbClr val="192E3B"/>
                </a:solidFill>
                <a:latin typeface="Segoe UI"/>
                <a:ea typeface="Segoe UI"/>
                <a:cs typeface="Segoe UI"/>
              </a:defRPr>
            </a:lvl4pPr>
            <a:lvl5pPr>
              <a:defRPr sz="1800" b="0">
                <a:solidFill>
                  <a:srgbClr val="192E3B"/>
                </a:solidFill>
                <a:latin typeface="Segoe UI"/>
                <a:ea typeface="Segoe UI"/>
                <a:cs typeface="Segoe UI"/>
              </a:defRPr>
            </a:lvl5pPr>
            <a:lvl6pPr>
              <a:defRPr sz="1800" b="0">
                <a:solidFill>
                  <a:srgbClr val="192E3B"/>
                </a:solidFill>
                <a:latin typeface="Segoe UI"/>
                <a:ea typeface="Segoe UI"/>
                <a:cs typeface="Segoe UI"/>
              </a:defRPr>
            </a:lvl6pPr>
            <a:lvl7pPr>
              <a:defRPr sz="1800" b="0">
                <a:solidFill>
                  <a:srgbClr val="192E3B"/>
                </a:solidFill>
                <a:latin typeface="Segoe UI"/>
                <a:ea typeface="Segoe UI"/>
                <a:cs typeface="Segoe UI"/>
              </a:defRPr>
            </a:lvl7pPr>
            <a:lvl8pPr>
              <a:defRPr sz="1800" b="0">
                <a:solidFill>
                  <a:srgbClr val="192E3B"/>
                </a:solidFill>
                <a:latin typeface="Segoe UI"/>
                <a:ea typeface="Segoe UI"/>
                <a:cs typeface="Segoe UI"/>
              </a:defRPr>
            </a:lvl8pPr>
            <a:lvl9pPr>
              <a:defRPr sz="1800" b="0">
                <a:solidFill>
                  <a:srgbClr val="192E3B"/>
                </a:solidFill>
                <a:latin typeface="Segoe UI"/>
                <a:ea typeface="Segoe UI"/>
                <a:cs typeface="Segoe UI"/>
              </a:defRPr>
            </a:lvl9pPr>
          </a:lstStyle>
          <ns16:p xmlns:ns16="http://schemas.openxmlformats.org/drawingml/2006/main">
            <ns16:pPr>
              <ns16:defRPr sz="1800" b="0">
                <ns16:solidFill>
                  <ns16:srgbClr val="192E3B"/>
                </ns16:solidFill>
                <ns16:latin typeface="Segoe UI"/>
                <ns16:ea typeface="Segoe UI"/>
                <ns16:cs typeface="Segoe UI"/>
              </ns16:defRPr>
            </ns16:pPr>
            <ns16:r>
              <ns16:rPr sz="1800" b="0">
                <ns16:solidFill>
                  <ns16:srgbClr val="192E3B"/>
                </ns16:solidFill>
                <ns16:latin typeface="Segoe UI"/>
                <ns16:ea typeface="Segoe UI"/>
                <ns16:cs typeface="Segoe UI"/>
              </ns16:rPr>
              <ns16:t>Look again to see if it is right.</ns16:t>
            </ns16:r>
          </ns16:p>
        </p:txBody>
      </p:sp>
      <p:pic>
        <p:nvPicPr>
          <p:cNvPr id="22" name="picture-cue-7" descr="Flat target cue for ready." title="ready">
            <a:extLst xmlns:a="http://schemas.openxmlformats.org/drawingml/2006/main">
              <a:ext uri="{FF2B5EF4-FFF2-40B4-BE49-F238E27FC236}">
                <a16:creationId xmlns:a16="http://schemas.microsoft.com/office/drawing/2014/main" id="{C8F15AE0-3226-406F-B5C0-DF7C76368630}"/>
              </a:ext>
            </a:extLst>
          </p:cNvPr>
          <p:cNvPicPr>
            <a:picLocks xmlns:a="http://schemas.openxmlformats.org/drawingml/2006/main" noChangeAspect="1"/>
          </p:cNvPicPr>
          <p:nvPr/>
        </p:nvPicPr>
        <p:blipFill>
          <a:blip xmlns:r="http://schemas.openxmlformats.org/officeDocument/2006/relationships" xmlns:a="http://schemas.openxmlformats.org/drawingml/2006/main" r:embed="R203ce88a1cb64dad"/>
          <a:stretch xmlns:a="http://schemas.openxmlformats.org/drawingml/2006/main"/>
        </p:blipFill>
        <p:spPr>
          <a:xfrm xmlns:a="http://schemas.openxmlformats.org/drawingml/2006/main">
            <a:off x="533400" y="4933950"/>
            <a:ext cx="457200" cy="457200"/>
          </a:xfrm>
          <a:prstGeom xmlns:a="http://schemas.openxmlformats.org/drawingml/2006/main" prst="rect">
            <a:avLst/>
          </a:prstGeom>
        </p:spPr>
      </p:pic>
      <p:sp>
        <p:nvSpPr>
          <p:cNvPr id="23" name="word-6">
            <a:extLst xmlns:a="http://schemas.openxmlformats.org/drawingml/2006/main">
              <a:ext uri="{FF2B5EF4-FFF2-40B4-BE49-F238E27FC236}">
                <a16:creationId xmlns:a16="http://schemas.microsoft.com/office/drawing/2014/main" id="{1CC31CF8-6683-4F8A-B74C-C2BF0B001A9A}"/>
              </a:ext>
            </a:extLst>
          </p:cNvPr>
          <p:cNvSpPr>
            <a:spLocks xmlns:a="http://schemas.openxmlformats.org/drawingml/2006/main" noGrp="1"/>
          </p:cNvSpPr>
          <p:nvPr/>
        </p:nvSpPr>
        <p:spPr>
          <a:xfrm xmlns:a="http://schemas.openxmlformats.org/drawingml/2006/main">
            <a:off x="1162050" y="4886325"/>
            <a:ext cx="4762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75" b="1">
                <a:solidFill>
                  <a:srgbClr val="345D70"/>
                </a:solidFill>
                <a:latin typeface="Segoe UI"/>
                <a:ea typeface="Segoe UI"/>
                <a:cs typeface="Segoe UI"/>
              </a:defRPr>
            </a:defPPr>
            <a:lvl1pPr>
              <a:defRPr sz="1875" b="1">
                <a:solidFill>
                  <a:srgbClr val="345D70"/>
                </a:solidFill>
                <a:latin typeface="Segoe UI"/>
                <a:ea typeface="Segoe UI"/>
                <a:cs typeface="Segoe UI"/>
              </a:defRPr>
            </a:lvl1pPr>
            <a:lvl2pPr>
              <a:defRPr sz="1875" b="1">
                <a:solidFill>
                  <a:srgbClr val="345D70"/>
                </a:solidFill>
                <a:latin typeface="Segoe UI"/>
                <a:ea typeface="Segoe UI"/>
                <a:cs typeface="Segoe UI"/>
              </a:defRPr>
            </a:lvl2pPr>
            <a:lvl3pPr>
              <a:defRPr sz="1875" b="1">
                <a:solidFill>
                  <a:srgbClr val="345D70"/>
                </a:solidFill>
                <a:latin typeface="Segoe UI"/>
                <a:ea typeface="Segoe UI"/>
                <a:cs typeface="Segoe UI"/>
              </a:defRPr>
            </a:lvl3pPr>
            <a:lvl4pPr>
              <a:defRPr sz="1875" b="1">
                <a:solidFill>
                  <a:srgbClr val="345D70"/>
                </a:solidFill>
                <a:latin typeface="Segoe UI"/>
                <a:ea typeface="Segoe UI"/>
                <a:cs typeface="Segoe UI"/>
              </a:defRPr>
            </a:lvl4pPr>
            <a:lvl5pPr>
              <a:defRPr sz="1875" b="1">
                <a:solidFill>
                  <a:srgbClr val="345D70"/>
                </a:solidFill>
                <a:latin typeface="Segoe UI"/>
                <a:ea typeface="Segoe UI"/>
                <a:cs typeface="Segoe UI"/>
              </a:defRPr>
            </a:lvl5pPr>
            <a:lvl6pPr>
              <a:defRPr sz="1875" b="1">
                <a:solidFill>
                  <a:srgbClr val="345D70"/>
                </a:solidFill>
                <a:latin typeface="Segoe UI"/>
                <a:ea typeface="Segoe UI"/>
                <a:cs typeface="Segoe UI"/>
              </a:defRPr>
            </a:lvl6pPr>
            <a:lvl7pPr>
              <a:defRPr sz="1875" b="1">
                <a:solidFill>
                  <a:srgbClr val="345D70"/>
                </a:solidFill>
                <a:latin typeface="Segoe UI"/>
                <a:ea typeface="Segoe UI"/>
                <a:cs typeface="Segoe UI"/>
              </a:defRPr>
            </a:lvl7pPr>
            <a:lvl8pPr>
              <a:defRPr sz="1875" b="1">
                <a:solidFill>
                  <a:srgbClr val="345D70"/>
                </a:solidFill>
                <a:latin typeface="Segoe UI"/>
                <a:ea typeface="Segoe UI"/>
                <a:cs typeface="Segoe UI"/>
              </a:defRPr>
            </a:lvl8pPr>
            <a:lvl9pPr>
              <a:defRPr sz="1875" b="1">
                <a:solidFill>
                  <a:srgbClr val="345D70"/>
                </a:solidFill>
                <a:latin typeface="Segoe UI"/>
                <a:ea typeface="Segoe UI"/>
                <a:cs typeface="Segoe UI"/>
              </a:defRPr>
            </a:lvl9pPr>
          </a:lstStyle>
          <ns17:p xmlns:ns17="http://schemas.openxmlformats.org/drawingml/2006/main">
            <ns17:pPr>
              <ns17:defRPr sz="1875" b="1">
                <ns17:solidFill>
                  <ns17:srgbClr val="345D70"/>
                </ns17:solidFill>
                <ns17:latin typeface="Segoe UI"/>
                <ns17:ea typeface="Segoe UI"/>
                <ns17:cs typeface="Segoe UI"/>
              </ns17:defRPr>
            </ns17:pPr>
            <ns17:r>
              <ns17:rPr sz="1875" b="1">
                <ns17:solidFill>
                  <ns17:srgbClr val="345D70"/>
                </ns17:solidFill>
                <ns17:latin typeface="Segoe UI"/>
                <ns17:ea typeface="Segoe UI"/>
                <ns17:cs typeface="Segoe UI"/>
              </ns17:rPr>
              <ns17:t>ready</ns17:t>
            </ns17:r>
          </ns17:p>
        </p:txBody>
      </p:sp>
      <p:sp>
        <p:nvSpPr>
          <p:cNvPr id="24" name="definition-6">
            <a:extLst xmlns:a="http://schemas.openxmlformats.org/drawingml/2006/main">
              <a:ext uri="{FF2B5EF4-FFF2-40B4-BE49-F238E27FC236}">
                <a16:creationId xmlns:a16="http://schemas.microsoft.com/office/drawing/2014/main" id="{FC46D56F-35AA-4F95-97FD-CA93F88E39BE}"/>
              </a:ext>
            </a:extLst>
          </p:cNvPr>
          <p:cNvSpPr>
            <a:spLocks xmlns:a="http://schemas.openxmlformats.org/drawingml/2006/main" noGrp="1"/>
          </p:cNvSpPr>
          <p:nvPr/>
        </p:nvSpPr>
        <p:spPr>
          <a:xfrm xmlns:a="http://schemas.openxmlformats.org/drawingml/2006/main">
            <a:off x="1162050" y="5229225"/>
            <a:ext cx="4762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0">
                <a:solidFill>
                  <a:srgbClr val="192E3B"/>
                </a:solidFill>
                <a:latin typeface="Segoe UI"/>
                <a:ea typeface="Segoe UI"/>
                <a:cs typeface="Segoe UI"/>
              </a:defRPr>
            </a:defPPr>
            <a:lvl1pPr>
              <a:defRPr sz="1800" b="0">
                <a:solidFill>
                  <a:srgbClr val="192E3B"/>
                </a:solidFill>
                <a:latin typeface="Segoe UI"/>
                <a:ea typeface="Segoe UI"/>
                <a:cs typeface="Segoe UI"/>
              </a:defRPr>
            </a:lvl1pPr>
            <a:lvl2pPr>
              <a:defRPr sz="1800" b="0">
                <a:solidFill>
                  <a:srgbClr val="192E3B"/>
                </a:solidFill>
                <a:latin typeface="Segoe UI"/>
                <a:ea typeface="Segoe UI"/>
                <a:cs typeface="Segoe UI"/>
              </a:defRPr>
            </a:lvl2pPr>
            <a:lvl3pPr>
              <a:defRPr sz="1800" b="0">
                <a:solidFill>
                  <a:srgbClr val="192E3B"/>
                </a:solidFill>
                <a:latin typeface="Segoe UI"/>
                <a:ea typeface="Segoe UI"/>
                <a:cs typeface="Segoe UI"/>
              </a:defRPr>
            </a:lvl3pPr>
            <a:lvl4pPr>
              <a:defRPr sz="1800" b="0">
                <a:solidFill>
                  <a:srgbClr val="192E3B"/>
                </a:solidFill>
                <a:latin typeface="Segoe UI"/>
                <a:ea typeface="Segoe UI"/>
                <a:cs typeface="Segoe UI"/>
              </a:defRPr>
            </a:lvl4pPr>
            <a:lvl5pPr>
              <a:defRPr sz="1800" b="0">
                <a:solidFill>
                  <a:srgbClr val="192E3B"/>
                </a:solidFill>
                <a:latin typeface="Segoe UI"/>
                <a:ea typeface="Segoe UI"/>
                <a:cs typeface="Segoe UI"/>
              </a:defRPr>
            </a:lvl5pPr>
            <a:lvl6pPr>
              <a:defRPr sz="1800" b="0">
                <a:solidFill>
                  <a:srgbClr val="192E3B"/>
                </a:solidFill>
                <a:latin typeface="Segoe UI"/>
                <a:ea typeface="Segoe UI"/>
                <a:cs typeface="Segoe UI"/>
              </a:defRPr>
            </a:lvl6pPr>
            <a:lvl7pPr>
              <a:defRPr sz="1800" b="0">
                <a:solidFill>
                  <a:srgbClr val="192E3B"/>
                </a:solidFill>
                <a:latin typeface="Segoe UI"/>
                <a:ea typeface="Segoe UI"/>
                <a:cs typeface="Segoe UI"/>
              </a:defRPr>
            </a:lvl7pPr>
            <a:lvl8pPr>
              <a:defRPr sz="1800" b="0">
                <a:solidFill>
                  <a:srgbClr val="192E3B"/>
                </a:solidFill>
                <a:latin typeface="Segoe UI"/>
                <a:ea typeface="Segoe UI"/>
                <a:cs typeface="Segoe UI"/>
              </a:defRPr>
            </a:lvl8pPr>
            <a:lvl9pPr>
              <a:defRPr sz="1800" b="0">
                <a:solidFill>
                  <a:srgbClr val="192E3B"/>
                </a:solidFill>
                <a:latin typeface="Segoe UI"/>
                <a:ea typeface="Segoe UI"/>
                <a:cs typeface="Segoe UI"/>
              </a:defRPr>
            </a:lvl9pPr>
          </a:lstStyle>
          <ns18:p xmlns:ns18="http://schemas.openxmlformats.org/drawingml/2006/main">
            <ns18:pPr>
              <ns18:defRPr sz="1800" b="0">
                <ns18:solidFill>
                  <ns18:srgbClr val="192E3B"/>
                </ns18:solidFill>
                <ns18:latin typeface="Segoe UI"/>
                <ns18:ea typeface="Segoe UI"/>
                <ns18:cs typeface="Segoe UI"/>
              </ns18:defRPr>
            </ns18:pPr>
            <ns18:r>
              <ns18:rPr sz="1800" b="0">
                <ns18:solidFill>
                  <ns18:srgbClr val="192E3B"/>
                </ns18:solidFill>
                <ns18:latin typeface="Segoe UI"/>
                <ns18:ea typeface="Segoe UI"/>
                <ns18:cs typeface="Segoe UI"/>
              </ns18:rPr>
              <ns18:t>All the checks we need are done.</ns18:t>
            </ns18:r>
          </ns18:p>
        </p:txBody>
      </p:sp>
      <p:pic>
        <p:nvPicPr>
          <p:cNvPr id="25" name="picture-cue-8" descr="Flat shield check cue for allergen." title="allergen">
            <a:extLst xmlns:a="http://schemas.openxmlformats.org/drawingml/2006/main">
              <a:ext uri="{FF2B5EF4-FFF2-40B4-BE49-F238E27FC236}">
                <a16:creationId xmlns:a16="http://schemas.microsoft.com/office/drawing/2014/main" id="{578F5F33-D35A-4A2A-B352-4CF3C62EC60D}"/>
              </a:ext>
            </a:extLst>
          </p:cNvPr>
          <p:cNvPicPr>
            <a:picLocks xmlns:a="http://schemas.openxmlformats.org/drawingml/2006/main" noChangeAspect="1"/>
          </p:cNvPicPr>
          <p:nvPr/>
        </p:nvPicPr>
        <p:blipFill>
          <a:blip xmlns:r="http://schemas.openxmlformats.org/officeDocument/2006/relationships" xmlns:a="http://schemas.openxmlformats.org/drawingml/2006/main" r:embed="R5dd78c7271b243a9"/>
          <a:stretch xmlns:a="http://schemas.openxmlformats.org/drawingml/2006/main"/>
        </p:blipFill>
        <p:spPr>
          <a:xfrm xmlns:a="http://schemas.openxmlformats.org/drawingml/2006/main">
            <a:off x="6248400" y="4933950"/>
            <a:ext cx="457200" cy="457200"/>
          </a:xfrm>
          <a:prstGeom xmlns:a="http://schemas.openxmlformats.org/drawingml/2006/main" prst="rect">
            <a:avLst/>
          </a:prstGeom>
        </p:spPr>
      </p:pic>
      <p:sp>
        <p:nvSpPr>
          <p:cNvPr id="26" name="word-7">
            <a:extLst xmlns:a="http://schemas.openxmlformats.org/drawingml/2006/main">
              <a:ext uri="{FF2B5EF4-FFF2-40B4-BE49-F238E27FC236}">
                <a16:creationId xmlns:a16="http://schemas.microsoft.com/office/drawing/2014/main" id="{16093ADE-531E-4B49-B9EE-86B2B2A85D9B}"/>
              </a:ext>
            </a:extLst>
          </p:cNvPr>
          <p:cNvSpPr>
            <a:spLocks xmlns:a="http://schemas.openxmlformats.org/drawingml/2006/main" noGrp="1"/>
          </p:cNvSpPr>
          <p:nvPr/>
        </p:nvSpPr>
        <p:spPr>
          <a:xfrm xmlns:a="http://schemas.openxmlformats.org/drawingml/2006/main">
            <a:off x="6877050" y="4886325"/>
            <a:ext cx="4762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75" b="1">
                <a:solidFill>
                  <a:srgbClr val="345D70"/>
                </a:solidFill>
                <a:latin typeface="Segoe UI"/>
                <a:ea typeface="Segoe UI"/>
                <a:cs typeface="Segoe UI"/>
              </a:defRPr>
            </a:defPPr>
            <a:lvl1pPr>
              <a:defRPr sz="1875" b="1">
                <a:solidFill>
                  <a:srgbClr val="345D70"/>
                </a:solidFill>
                <a:latin typeface="Segoe UI"/>
                <a:ea typeface="Segoe UI"/>
                <a:cs typeface="Segoe UI"/>
              </a:defRPr>
            </a:lvl1pPr>
            <a:lvl2pPr>
              <a:defRPr sz="1875" b="1">
                <a:solidFill>
                  <a:srgbClr val="345D70"/>
                </a:solidFill>
                <a:latin typeface="Segoe UI"/>
                <a:ea typeface="Segoe UI"/>
                <a:cs typeface="Segoe UI"/>
              </a:defRPr>
            </a:lvl2pPr>
            <a:lvl3pPr>
              <a:defRPr sz="1875" b="1">
                <a:solidFill>
                  <a:srgbClr val="345D70"/>
                </a:solidFill>
                <a:latin typeface="Segoe UI"/>
                <a:ea typeface="Segoe UI"/>
                <a:cs typeface="Segoe UI"/>
              </a:defRPr>
            </a:lvl3pPr>
            <a:lvl4pPr>
              <a:defRPr sz="1875" b="1">
                <a:solidFill>
                  <a:srgbClr val="345D70"/>
                </a:solidFill>
                <a:latin typeface="Segoe UI"/>
                <a:ea typeface="Segoe UI"/>
                <a:cs typeface="Segoe UI"/>
              </a:defRPr>
            </a:lvl4pPr>
            <a:lvl5pPr>
              <a:defRPr sz="1875" b="1">
                <a:solidFill>
                  <a:srgbClr val="345D70"/>
                </a:solidFill>
                <a:latin typeface="Segoe UI"/>
                <a:ea typeface="Segoe UI"/>
                <a:cs typeface="Segoe UI"/>
              </a:defRPr>
            </a:lvl5pPr>
            <a:lvl6pPr>
              <a:defRPr sz="1875" b="1">
                <a:solidFill>
                  <a:srgbClr val="345D70"/>
                </a:solidFill>
                <a:latin typeface="Segoe UI"/>
                <a:ea typeface="Segoe UI"/>
                <a:cs typeface="Segoe UI"/>
              </a:defRPr>
            </a:lvl6pPr>
            <a:lvl7pPr>
              <a:defRPr sz="1875" b="1">
                <a:solidFill>
                  <a:srgbClr val="345D70"/>
                </a:solidFill>
                <a:latin typeface="Segoe UI"/>
                <a:ea typeface="Segoe UI"/>
                <a:cs typeface="Segoe UI"/>
              </a:defRPr>
            </a:lvl7pPr>
            <a:lvl8pPr>
              <a:defRPr sz="1875" b="1">
                <a:solidFill>
                  <a:srgbClr val="345D70"/>
                </a:solidFill>
                <a:latin typeface="Segoe UI"/>
                <a:ea typeface="Segoe UI"/>
                <a:cs typeface="Segoe UI"/>
              </a:defRPr>
            </a:lvl8pPr>
            <a:lvl9pPr>
              <a:defRPr sz="1875" b="1">
                <a:solidFill>
                  <a:srgbClr val="345D70"/>
                </a:solidFill>
                <a:latin typeface="Segoe UI"/>
                <a:ea typeface="Segoe UI"/>
                <a:cs typeface="Segoe UI"/>
              </a:defRPr>
            </a:lvl9pPr>
          </a:lstStyle>
          <ns19:p xmlns:ns19="http://schemas.openxmlformats.org/drawingml/2006/main">
            <ns19:pPr>
              <ns19:defRPr sz="1875" b="1">
                <ns19:solidFill>
                  <ns19:srgbClr val="345D70"/>
                </ns19:solidFill>
                <ns19:latin typeface="Segoe UI"/>
                <ns19:ea typeface="Segoe UI"/>
                <ns19:cs typeface="Segoe UI"/>
              </ns19:defRPr>
            </ns19:pPr>
            <ns19:r>
              <ns19:rPr sz="1875" b="1">
                <ns19:solidFill>
                  <ns19:srgbClr val="345D70"/>
                </ns19:solidFill>
                <ns19:latin typeface="Segoe UI"/>
                <ns19:ea typeface="Segoe UI"/>
                <ns19:cs typeface="Segoe UI"/>
              </ns19:rPr>
              <ns19:t>allergen</ns19:t>
            </ns19:r>
          </ns19:p>
        </p:txBody>
      </p:sp>
      <p:sp>
        <p:nvSpPr>
          <p:cNvPr id="27" name="definition-7">
            <a:extLst xmlns:a="http://schemas.openxmlformats.org/drawingml/2006/main">
              <a:ext uri="{FF2B5EF4-FFF2-40B4-BE49-F238E27FC236}">
                <a16:creationId xmlns:a16="http://schemas.microsoft.com/office/drawing/2014/main" id="{F478B5FF-CB65-440A-AF9D-852E168E8A3C}"/>
              </a:ext>
            </a:extLst>
          </p:cNvPr>
          <p:cNvSpPr>
            <a:spLocks xmlns:a="http://schemas.openxmlformats.org/drawingml/2006/main" noGrp="1"/>
          </p:cNvSpPr>
          <p:nvPr/>
        </p:nvSpPr>
        <p:spPr>
          <a:xfrm xmlns:a="http://schemas.openxmlformats.org/drawingml/2006/main">
            <a:off x="6877050" y="5229225"/>
            <a:ext cx="4762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500" b="0">
                <a:solidFill>
                  <a:srgbClr val="192E3B"/>
                </a:solidFill>
                <a:latin typeface="Segoe UI"/>
                <a:ea typeface="Segoe UI"/>
                <a:cs typeface="Segoe UI"/>
              </a:defRPr>
            </a:defPPr>
            <a:lvl1pPr>
              <a:defRPr sz="1500" b="0">
                <a:solidFill>
                  <a:srgbClr val="192E3B"/>
                </a:solidFill>
                <a:latin typeface="Segoe UI"/>
                <a:ea typeface="Segoe UI"/>
                <a:cs typeface="Segoe UI"/>
              </a:defRPr>
            </a:lvl1pPr>
            <a:lvl2pPr>
              <a:defRPr sz="1500" b="0">
                <a:solidFill>
                  <a:srgbClr val="192E3B"/>
                </a:solidFill>
                <a:latin typeface="Segoe UI"/>
                <a:ea typeface="Segoe UI"/>
                <a:cs typeface="Segoe UI"/>
              </a:defRPr>
            </a:lvl2pPr>
            <a:lvl3pPr>
              <a:defRPr sz="1500" b="0">
                <a:solidFill>
                  <a:srgbClr val="192E3B"/>
                </a:solidFill>
                <a:latin typeface="Segoe UI"/>
                <a:ea typeface="Segoe UI"/>
                <a:cs typeface="Segoe UI"/>
              </a:defRPr>
            </a:lvl3pPr>
            <a:lvl4pPr>
              <a:defRPr sz="1500" b="0">
                <a:solidFill>
                  <a:srgbClr val="192E3B"/>
                </a:solidFill>
                <a:latin typeface="Segoe UI"/>
                <a:ea typeface="Segoe UI"/>
                <a:cs typeface="Segoe UI"/>
              </a:defRPr>
            </a:lvl4pPr>
            <a:lvl5pPr>
              <a:defRPr sz="1500" b="0">
                <a:solidFill>
                  <a:srgbClr val="192E3B"/>
                </a:solidFill>
                <a:latin typeface="Segoe UI"/>
                <a:ea typeface="Segoe UI"/>
                <a:cs typeface="Segoe UI"/>
              </a:defRPr>
            </a:lvl5pPr>
            <a:lvl6pPr>
              <a:defRPr sz="1500" b="0">
                <a:solidFill>
                  <a:srgbClr val="192E3B"/>
                </a:solidFill>
                <a:latin typeface="Segoe UI"/>
                <a:ea typeface="Segoe UI"/>
                <a:cs typeface="Segoe UI"/>
              </a:defRPr>
            </a:lvl6pPr>
            <a:lvl7pPr>
              <a:defRPr sz="1500" b="0">
                <a:solidFill>
                  <a:srgbClr val="192E3B"/>
                </a:solidFill>
                <a:latin typeface="Segoe UI"/>
                <a:ea typeface="Segoe UI"/>
                <a:cs typeface="Segoe UI"/>
              </a:defRPr>
            </a:lvl7pPr>
            <a:lvl8pPr>
              <a:defRPr sz="1500" b="0">
                <a:solidFill>
                  <a:srgbClr val="192E3B"/>
                </a:solidFill>
                <a:latin typeface="Segoe UI"/>
                <a:ea typeface="Segoe UI"/>
                <a:cs typeface="Segoe UI"/>
              </a:defRPr>
            </a:lvl8pPr>
            <a:lvl9pPr>
              <a:defRPr sz="1500" b="0">
                <a:solidFill>
                  <a:srgbClr val="192E3B"/>
                </a:solidFill>
                <a:latin typeface="Segoe UI"/>
                <a:ea typeface="Segoe UI"/>
                <a:cs typeface="Segoe UI"/>
              </a:defRPr>
            </a:lvl9pPr>
          </a:lstStyle>
          <ns20:p xmlns:ns20="http://schemas.openxmlformats.org/drawingml/2006/main">
            <ns20:pPr>
              <ns20:defRPr sz="1500" b="0">
                <ns20:solidFill>
                  <ns20:srgbClr val="192E3B"/>
                </ns20:solidFill>
                <ns20:latin typeface="Segoe UI"/>
                <ns20:ea typeface="Segoe UI"/>
                <ns20:cs typeface="Segoe UI"/>
              </ns20:defRPr>
            </ns20:pPr>
            <ns20:r>
              <ns20:rPr sz="1500" b="0">
                <ns20:solidFill>
                  <ns20:srgbClr val="192E3B"/>
                </ns20:solidFill>
                <ns20:latin typeface="Segoe UI"/>
                <ns20:ea typeface="Segoe UI"/>
                <ns20:cs typeface="Segoe UI"/>
              </ns20:rPr>
              <ns20:t>Something in food that can cause an allergy.</ns20:t>
            </ns20:r>
          </ns20:p>
        </p:txBody>
      </p:sp>
      <p:sp>
        <p:nvSpPr>
          <p:cNvPr id="28" name="credit">
            <a:extLst xmlns:a="http://schemas.openxmlformats.org/drawingml/2006/main">
              <a:ext uri="{FF2B5EF4-FFF2-40B4-BE49-F238E27FC236}">
                <a16:creationId xmlns:a16="http://schemas.microsoft.com/office/drawing/2014/main" id="{C713B5BB-BBCB-404C-8749-28FA190D2837}"/>
              </a:ext>
            </a:extLst>
          </p:cNvPr>
          <p:cNvSpPr>
            <a:spLocks xmlns:a="http://schemas.openxmlformats.org/drawingml/2006/main" noGrp="1"/>
          </p:cNvSpPr>
          <p:nvPr/>
        </p:nvSpPr>
        <p:spPr>
          <a:xfrm xmlns:a="http://schemas.openxmlformats.org/drawingml/2006/main">
            <a:off x="533400" y="6515100"/>
            <a:ext cx="1104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788" b="0">
                <a:solidFill>
                  <a:srgbClr val="566574"/>
                </a:solidFill>
                <a:latin typeface="Segoe UI"/>
                <a:ea typeface="Segoe UI"/>
                <a:cs typeface="Segoe UI"/>
              </a:defRPr>
            </a:defPPr>
            <a:lvl1pPr>
              <a:defRPr sz="788" b="0">
                <a:solidFill>
                  <a:srgbClr val="566574"/>
                </a:solidFill>
                <a:latin typeface="Segoe UI"/>
                <a:ea typeface="Segoe UI"/>
                <a:cs typeface="Segoe UI"/>
              </a:defRPr>
            </a:lvl1pPr>
            <a:lvl2pPr>
              <a:defRPr sz="788" b="0">
                <a:solidFill>
                  <a:srgbClr val="566574"/>
                </a:solidFill>
                <a:latin typeface="Segoe UI"/>
                <a:ea typeface="Segoe UI"/>
                <a:cs typeface="Segoe UI"/>
              </a:defRPr>
            </a:lvl2pPr>
            <a:lvl3pPr>
              <a:defRPr sz="788" b="0">
                <a:solidFill>
                  <a:srgbClr val="566574"/>
                </a:solidFill>
                <a:latin typeface="Segoe UI"/>
                <a:ea typeface="Segoe UI"/>
                <a:cs typeface="Segoe UI"/>
              </a:defRPr>
            </a:lvl3pPr>
            <a:lvl4pPr>
              <a:defRPr sz="788" b="0">
                <a:solidFill>
                  <a:srgbClr val="566574"/>
                </a:solidFill>
                <a:latin typeface="Segoe UI"/>
                <a:ea typeface="Segoe UI"/>
                <a:cs typeface="Segoe UI"/>
              </a:defRPr>
            </a:lvl4pPr>
            <a:lvl5pPr>
              <a:defRPr sz="788" b="0">
                <a:solidFill>
                  <a:srgbClr val="566574"/>
                </a:solidFill>
                <a:latin typeface="Segoe UI"/>
                <a:ea typeface="Segoe UI"/>
                <a:cs typeface="Segoe UI"/>
              </a:defRPr>
            </a:lvl5pPr>
            <a:lvl6pPr>
              <a:defRPr sz="788" b="0">
                <a:solidFill>
                  <a:srgbClr val="566574"/>
                </a:solidFill>
                <a:latin typeface="Segoe UI"/>
                <a:ea typeface="Segoe UI"/>
                <a:cs typeface="Segoe UI"/>
              </a:defRPr>
            </a:lvl6pPr>
            <a:lvl7pPr>
              <a:defRPr sz="788" b="0">
                <a:solidFill>
                  <a:srgbClr val="566574"/>
                </a:solidFill>
                <a:latin typeface="Segoe UI"/>
                <a:ea typeface="Segoe UI"/>
                <a:cs typeface="Segoe UI"/>
              </a:defRPr>
            </a:lvl7pPr>
            <a:lvl8pPr>
              <a:defRPr sz="788" b="0">
                <a:solidFill>
                  <a:srgbClr val="566574"/>
                </a:solidFill>
                <a:latin typeface="Segoe UI"/>
                <a:ea typeface="Segoe UI"/>
                <a:cs typeface="Segoe UI"/>
              </a:defRPr>
            </a:lvl8pPr>
            <a:lvl9pPr>
              <a:defRPr sz="788" b="0">
                <a:solidFill>
                  <a:srgbClr val="566574"/>
                </a:solidFill>
                <a:latin typeface="Segoe UI"/>
                <a:ea typeface="Segoe UI"/>
                <a:cs typeface="Segoe UI"/>
              </a:defRPr>
            </a:lvl9pPr>
          </a:lstStyle>
          <ns4:p xmlns:ns4="http://schemas.openxmlformats.org/drawingml/2006/main">
            <ns4:pPr>
              <ns4:defRPr sz="788" b="0">
                <ns4:solidFill>
                  <ns4:srgbClr val="566574"/>
                </ns4:solidFill>
                <ns4:latin typeface="Segoe UI"/>
                <ns4:ea typeface="Segoe UI"/>
                <ns4:cs typeface="Segoe UI"/>
              </ns4:defRPr>
            </ns4:pPr>
            <ns4:r>
              <ns4:rPr sz="788" b="0">
                <ns4:solidFill>
                  <ns4:srgbClr val="566574"/>
                </ns4:solidFill>
                <ns4:latin typeface="Segoe UI"/>
                <ns4:ea typeface="Segoe UI"/>
                <ns4:cs typeface="Segoe UI"/>
              </ns4:rPr>
              <ns4:t>Made by Matt · © Matt Roper · CC BY-NC-SA 4.0: free for classroom use, share and adapt with credit, no resale</ns4:t>
            </ns4:r>
          </ns4:p>
        </p:txBody>
      </p:sp>
      <p:sp>
        <p:nvSpPr>
          <p:cNvPr id="29" name="page-number">
            <a:extLst xmlns:a="http://schemas.openxmlformats.org/drawingml/2006/main">
              <a:ext uri="{FF2B5EF4-FFF2-40B4-BE49-F238E27FC236}">
                <a16:creationId xmlns:a16="http://schemas.microsoft.com/office/drawing/2014/main" id="{007B73D0-2718-4AF9-AA28-A4F4563E188A}"/>
              </a:ext>
            </a:extLst>
          </p:cNvPr>
          <p:cNvSpPr>
            <a:spLocks xmlns:a="http://schemas.openxmlformats.org/drawingml/2006/main" noGrp="1"/>
          </p:cNvSpPr>
          <p:nvPr/>
        </p:nvSpPr>
        <p:spPr>
          <a:xfrm xmlns:a="http://schemas.openxmlformats.org/drawingml/2006/main">
            <a:off x="11144250" y="62103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defRPr sz="1050" b="0">
                <a:solidFill>
                  <a:srgbClr val="566574"/>
                </a:solidFill>
                <a:latin typeface="Segoe UI"/>
                <a:ea typeface="Segoe UI"/>
                <a:cs typeface="Segoe UI"/>
              </a:defRPr>
            </a:lvl1pPr>
            <a:lvl2pPr>
              <a:defRPr sz="1050" b="0">
                <a:solidFill>
                  <a:srgbClr val="566574"/>
                </a:solidFill>
                <a:latin typeface="Segoe UI"/>
                <a:ea typeface="Segoe UI"/>
                <a:cs typeface="Segoe UI"/>
              </a:defRPr>
            </a:lvl2pPr>
            <a:lvl3pPr>
              <a:defRPr sz="1050" b="0">
                <a:solidFill>
                  <a:srgbClr val="566574"/>
                </a:solidFill>
                <a:latin typeface="Segoe UI"/>
                <a:ea typeface="Segoe UI"/>
                <a:cs typeface="Segoe UI"/>
              </a:defRPr>
            </a:lvl3pPr>
            <a:lvl4pPr>
              <a:defRPr sz="1050" b="0">
                <a:solidFill>
                  <a:srgbClr val="566574"/>
                </a:solidFill>
                <a:latin typeface="Segoe UI"/>
                <a:ea typeface="Segoe UI"/>
                <a:cs typeface="Segoe UI"/>
              </a:defRPr>
            </a:lvl4pPr>
            <a:lvl5pPr>
              <a:defRPr sz="1050" b="0">
                <a:solidFill>
                  <a:srgbClr val="566574"/>
                </a:solidFill>
                <a:latin typeface="Segoe UI"/>
                <a:ea typeface="Segoe UI"/>
                <a:cs typeface="Segoe UI"/>
              </a:defRPr>
            </a:lvl5pPr>
            <a:lvl6pPr>
              <a:defRPr sz="1050" b="0">
                <a:solidFill>
                  <a:srgbClr val="566574"/>
                </a:solidFill>
                <a:latin typeface="Segoe UI"/>
                <a:ea typeface="Segoe UI"/>
                <a:cs typeface="Segoe UI"/>
              </a:defRPr>
            </a:lvl6pPr>
            <a:lvl7pPr>
              <a:defRPr sz="1050" b="0">
                <a:solidFill>
                  <a:srgbClr val="566574"/>
                </a:solidFill>
                <a:latin typeface="Segoe UI"/>
                <a:ea typeface="Segoe UI"/>
                <a:cs typeface="Segoe UI"/>
              </a:defRPr>
            </a:lvl7pPr>
            <a:lvl8pPr>
              <a:defRPr sz="1050" b="0">
                <a:solidFill>
                  <a:srgbClr val="566574"/>
                </a:solidFill>
                <a:latin typeface="Segoe UI"/>
                <a:ea typeface="Segoe UI"/>
                <a:cs typeface="Segoe UI"/>
              </a:defRPr>
            </a:lvl8pPr>
            <a:lvl9pPr>
              <a:defRPr sz="1050" b="0">
                <a:solidFill>
                  <a:srgbClr val="566574"/>
                </a:solidFill>
                <a:latin typeface="Segoe UI"/>
                <a:ea typeface="Segoe UI"/>
                <a:cs typeface="Segoe UI"/>
              </a:defRPr>
            </a:lvl9pPr>
          </a:lstStyle>
          <ns3:p xmlns:ns3="http://schemas.openxmlformats.org/drawingml/2006/main">
            <ns3:pPr>
              <ns3:defRPr sz="1050" b="0">
                <ns3:solidFill>
                  <ns3:srgbClr val="566574"/>
                </ns3:solidFill>
                <ns3:latin typeface="Segoe UI"/>
                <ns3:ea typeface="Segoe UI"/>
                <ns3:cs typeface="Segoe UI"/>
              </ns3:defRPr>
            </ns3:pPr>
            <ns3:r>
              <ns3:rPr sz="1050" b="0">
                <ns3:solidFill>
                  <ns3:srgbClr val="566574"/>
                </ns3:solidFill>
                <ns3:latin typeface="Segoe UI"/>
                <ns3:ea typeface="Segoe UI"/>
                <ns3:cs typeface="Segoe UI"/>
              </ns3:rPr>
              <ns3:t>11</ns3:t>
            </ns3:r>
          </ns3:p>
        </p:txBody>
      </p:sp>
    </p:spTree>
    <p:extLst>
      <p:ext uri="{BB962C8B-B14F-4D97-AF65-F5344CB8AC3E}">
        <p14:creationId xmlns:p14="http://schemas.microsoft.com/office/powerpoint/2010/main" val="1579991060"/>
      </p:ext>
    </p:extLst>
  </p:cSld>
</p:sld>
</file>

<file path=ppt/slides/slide12.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lesson-code">
            <a:extLst xmlns:a="http://schemas.openxmlformats.org/drawingml/2006/main">
              <a:ext uri="{FF2B5EF4-FFF2-40B4-BE49-F238E27FC236}">
                <a16:creationId xmlns:a16="http://schemas.microsoft.com/office/drawing/2014/main" id="{7AC396FD-EF18-4B48-A678-18CFBB46BBA5}"/>
              </a:ext>
            </a:extLst>
          </p:cNvPr>
          <p:cNvSpPr>
            <a:spLocks xmlns:a="http://schemas.openxmlformats.org/drawingml/2006/main" noGrp="1"/>
          </p:cNvSpPr>
          <p:nvPr/>
        </p:nvSpPr>
        <p:spPr>
          <a:xfrm xmlns:a="http://schemas.openxmlformats.org/drawingml/2006/main">
            <a:off x="533400" y="1905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defRPr sz="1200" b="0">
                <a:solidFill>
                  <a:srgbClr val="566574"/>
                </a:solidFill>
                <a:latin typeface="Segoe UI"/>
                <a:ea typeface="Segoe UI"/>
                <a:cs typeface="Segoe UI"/>
              </a:defRPr>
            </a:lvl1pPr>
            <a:lvl2pPr>
              <a:defRPr sz="1200" b="0">
                <a:solidFill>
                  <a:srgbClr val="566574"/>
                </a:solidFill>
                <a:latin typeface="Segoe UI"/>
                <a:ea typeface="Segoe UI"/>
                <a:cs typeface="Segoe UI"/>
              </a:defRPr>
            </a:lvl2pPr>
            <a:lvl3pPr>
              <a:defRPr sz="1200" b="0">
                <a:solidFill>
                  <a:srgbClr val="566574"/>
                </a:solidFill>
                <a:latin typeface="Segoe UI"/>
                <a:ea typeface="Segoe UI"/>
                <a:cs typeface="Segoe UI"/>
              </a:defRPr>
            </a:lvl3pPr>
            <a:lvl4pPr>
              <a:defRPr sz="1200" b="0">
                <a:solidFill>
                  <a:srgbClr val="566574"/>
                </a:solidFill>
                <a:latin typeface="Segoe UI"/>
                <a:ea typeface="Segoe UI"/>
                <a:cs typeface="Segoe UI"/>
              </a:defRPr>
            </a:lvl4pPr>
            <a:lvl5pPr>
              <a:defRPr sz="1200" b="0">
                <a:solidFill>
                  <a:srgbClr val="566574"/>
                </a:solidFill>
                <a:latin typeface="Segoe UI"/>
                <a:ea typeface="Segoe UI"/>
                <a:cs typeface="Segoe UI"/>
              </a:defRPr>
            </a:lvl5pPr>
            <a:lvl6pPr>
              <a:defRPr sz="1200" b="0">
                <a:solidFill>
                  <a:srgbClr val="566574"/>
                </a:solidFill>
                <a:latin typeface="Segoe UI"/>
                <a:ea typeface="Segoe UI"/>
                <a:cs typeface="Segoe UI"/>
              </a:defRPr>
            </a:lvl6pPr>
            <a:lvl7pPr>
              <a:defRPr sz="1200" b="0">
                <a:solidFill>
                  <a:srgbClr val="566574"/>
                </a:solidFill>
                <a:latin typeface="Segoe UI"/>
                <a:ea typeface="Segoe UI"/>
                <a:cs typeface="Segoe UI"/>
              </a:defRPr>
            </a:lvl7pPr>
            <a:lvl8pPr>
              <a:defRPr sz="1200" b="0">
                <a:solidFill>
                  <a:srgbClr val="566574"/>
                </a:solidFill>
                <a:latin typeface="Segoe UI"/>
                <a:ea typeface="Segoe UI"/>
                <a:cs typeface="Segoe UI"/>
              </a:defRPr>
            </a:lvl8pPr>
            <a:lvl9pPr>
              <a:defRPr sz="1200" b="0">
                <a:solidFill>
                  <a:srgbClr val="566574"/>
                </a:solidFill>
                <a:latin typeface="Segoe UI"/>
                <a:ea typeface="Segoe UI"/>
                <a:cs typeface="Segoe UI"/>
              </a:defRPr>
            </a:lvl9pPr>
          </a:lstStyle>
          <ns12:p xmlns:ns12="http://schemas.openxmlformats.org/drawingml/2006/main">
            <ns12:pPr>
              <ns12:defRPr sz="1200" b="0">
                <ns12:solidFill>
                  <ns12:srgbClr val="566574"/>
                </ns12:solidFill>
                <ns12:latin typeface="Segoe UI"/>
                <ns12:ea typeface="Segoe UI"/>
                <ns12:cs typeface="Segoe UI"/>
              </ns12:defRPr>
            </ns12:pPr>
            <ns12:r>
              <ns12:rPr sz="1200" b="0">
                <ns12:solidFill>
                  <ns12:srgbClr val="566574"/>
                </ns12:solidFill>
                <ns12:latin typeface="Segoe UI"/>
                <ns12:ea typeface="Segoe UI"/>
                <ns12:cs typeface="Segoe UI"/>
              </ns12:rPr>
              <ns12:t>COMM-GROW-A2-W04  ·  Lesson 9</ns12:t>
            </ns12:r>
          </ns12:p>
        </p:txBody>
      </p:sp>
      <p:sp>
        <p:nvSpPr>
          <p:cNvPr id="2" name="edition">
            <a:extLst xmlns:a="http://schemas.openxmlformats.org/drawingml/2006/main">
              <a:ext uri="{FF2B5EF4-FFF2-40B4-BE49-F238E27FC236}">
                <a16:creationId xmlns:a16="http://schemas.microsoft.com/office/drawing/2014/main" id="{62D2C575-8261-4E86-BD77-097D3831354C}"/>
              </a:ext>
            </a:extLst>
          </p:cNvPr>
          <p:cNvSpPr>
            <a:spLocks xmlns:a="http://schemas.openxmlformats.org/drawingml/2006/main" noGrp="1"/>
          </p:cNvSpPr>
          <p:nvPr/>
        </p:nvSpPr>
        <p:spPr>
          <a:xfrm xmlns:a="http://schemas.openxmlformats.org/drawingml/2006/main">
            <a:off x="7620000" y="190500"/>
            <a:ext cx="4048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defRPr sz="1050" b="0">
                <a:solidFill>
                  <a:srgbClr val="566574"/>
                </a:solidFill>
                <a:latin typeface="Segoe UI"/>
                <a:ea typeface="Segoe UI"/>
                <a:cs typeface="Segoe UI"/>
              </a:defRPr>
            </a:lvl1pPr>
            <a:lvl2pPr>
              <a:defRPr sz="1050" b="0">
                <a:solidFill>
                  <a:srgbClr val="566574"/>
                </a:solidFill>
                <a:latin typeface="Segoe UI"/>
                <a:ea typeface="Segoe UI"/>
                <a:cs typeface="Segoe UI"/>
              </a:defRPr>
            </a:lvl2pPr>
            <a:lvl3pPr>
              <a:defRPr sz="1050" b="0">
                <a:solidFill>
                  <a:srgbClr val="566574"/>
                </a:solidFill>
                <a:latin typeface="Segoe UI"/>
                <a:ea typeface="Segoe UI"/>
                <a:cs typeface="Segoe UI"/>
              </a:defRPr>
            </a:lvl3pPr>
            <a:lvl4pPr>
              <a:defRPr sz="1050" b="0">
                <a:solidFill>
                  <a:srgbClr val="566574"/>
                </a:solidFill>
                <a:latin typeface="Segoe UI"/>
                <a:ea typeface="Segoe UI"/>
                <a:cs typeface="Segoe UI"/>
              </a:defRPr>
            </a:lvl4pPr>
            <a:lvl5pPr>
              <a:defRPr sz="1050" b="0">
                <a:solidFill>
                  <a:srgbClr val="566574"/>
                </a:solidFill>
                <a:latin typeface="Segoe UI"/>
                <a:ea typeface="Segoe UI"/>
                <a:cs typeface="Segoe UI"/>
              </a:defRPr>
            </a:lvl5pPr>
            <a:lvl6pPr>
              <a:defRPr sz="1050" b="0">
                <a:solidFill>
                  <a:srgbClr val="566574"/>
                </a:solidFill>
                <a:latin typeface="Segoe UI"/>
                <a:ea typeface="Segoe UI"/>
                <a:cs typeface="Segoe UI"/>
              </a:defRPr>
            </a:lvl6pPr>
            <a:lvl7pPr>
              <a:defRPr sz="1050" b="0">
                <a:solidFill>
                  <a:srgbClr val="566574"/>
                </a:solidFill>
                <a:latin typeface="Segoe UI"/>
                <a:ea typeface="Segoe UI"/>
                <a:cs typeface="Segoe UI"/>
              </a:defRPr>
            </a:lvl7pPr>
            <a:lvl8pPr>
              <a:defRPr sz="1050" b="0">
                <a:solidFill>
                  <a:srgbClr val="566574"/>
                </a:solidFill>
                <a:latin typeface="Segoe UI"/>
                <a:ea typeface="Segoe UI"/>
                <a:cs typeface="Segoe UI"/>
              </a:defRPr>
            </a:lvl8pPr>
            <a:lvl9pPr>
              <a:defRPr sz="1050" b="0">
                <a:solidFill>
                  <a:srgbClr val="566574"/>
                </a:solidFill>
                <a:latin typeface="Segoe UI"/>
                <a:ea typeface="Segoe UI"/>
                <a:cs typeface="Segoe UI"/>
              </a:defRPr>
            </a:lvl9pPr>
          </a:lstStyle>
          <ns13:p xmlns:ns13="http://schemas.openxmlformats.org/drawingml/2006/main">
            <ns13:pPr>
              <ns13:defRPr sz="1050" b="0">
                <ns13:solidFill>
                  <ns13:srgbClr val="566574"/>
                </ns13:solidFill>
                <ns13:latin typeface="Segoe UI"/>
                <ns13:ea typeface="Segoe UI"/>
                <ns13:cs typeface="Segoe UI"/>
              </ns13:defRPr>
            </ns13:pPr>
            <ns13:r>
              <ns13:rPr sz="1050" b="0">
                <ns13:solidFill>
                  <ns13:srgbClr val="566574"/>
                </ns13:solidFill>
                <ns13:latin typeface="Segoe UI"/>
                <ns13:ea typeface="Segoe UI"/>
                <ns13:cs typeface="Segoe UI"/>
              </ns13:rPr>
              <ns13:t>Public edition</ns13:t>
            </ns13:r>
          </ns13:p>
        </p:txBody>
      </p:sp>
      <p:sp>
        <p:nvSpPr>
          <p:cNvPr id="3" name="stage-title">
            <a:extLst xmlns:a="http://schemas.openxmlformats.org/drawingml/2006/main">
              <a:ext uri="{FF2B5EF4-FFF2-40B4-BE49-F238E27FC236}">
                <a16:creationId xmlns:a16="http://schemas.microsoft.com/office/drawing/2014/main" id="{03012EEC-1802-4BA0-BAE2-F94034B97851}"/>
              </a:ext>
            </a:extLst>
          </p:cNvPr>
          <p:cNvSpPr>
            <a:spLocks xmlns:a="http://schemas.openxmlformats.org/drawingml/2006/main" noGrp="1"/>
          </p:cNvSpPr>
          <p:nvPr/>
        </p:nvSpPr>
        <p:spPr>
          <a:xfrm xmlns:a="http://schemas.openxmlformats.org/drawingml/2006/main">
            <a:off x="533400" y="590550"/>
            <a:ext cx="11029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3300" b="1">
                <a:solidFill>
                  <a:srgbClr val="345D70"/>
                </a:solidFill>
                <a:latin typeface="Segoe UI"/>
                <a:ea typeface="Segoe UI"/>
                <a:cs typeface="Segoe UI"/>
              </a:defRPr>
            </a:defPPr>
            <a:lvl1pPr>
              <a:defRPr sz="3300" b="1">
                <a:solidFill>
                  <a:srgbClr val="345D70"/>
                </a:solidFill>
                <a:latin typeface="Segoe UI"/>
                <a:ea typeface="Segoe UI"/>
                <a:cs typeface="Segoe UI"/>
              </a:defRPr>
            </a:lvl1pPr>
            <a:lvl2pPr>
              <a:defRPr sz="3300" b="1">
                <a:solidFill>
                  <a:srgbClr val="345D70"/>
                </a:solidFill>
                <a:latin typeface="Segoe UI"/>
                <a:ea typeface="Segoe UI"/>
                <a:cs typeface="Segoe UI"/>
              </a:defRPr>
            </a:lvl2pPr>
            <a:lvl3pPr>
              <a:defRPr sz="3300" b="1">
                <a:solidFill>
                  <a:srgbClr val="345D70"/>
                </a:solidFill>
                <a:latin typeface="Segoe UI"/>
                <a:ea typeface="Segoe UI"/>
                <a:cs typeface="Segoe UI"/>
              </a:defRPr>
            </a:lvl3pPr>
            <a:lvl4pPr>
              <a:defRPr sz="3300" b="1">
                <a:solidFill>
                  <a:srgbClr val="345D70"/>
                </a:solidFill>
                <a:latin typeface="Segoe UI"/>
                <a:ea typeface="Segoe UI"/>
                <a:cs typeface="Segoe UI"/>
              </a:defRPr>
            </a:lvl4pPr>
            <a:lvl5pPr>
              <a:defRPr sz="3300" b="1">
                <a:solidFill>
                  <a:srgbClr val="345D70"/>
                </a:solidFill>
                <a:latin typeface="Segoe UI"/>
                <a:ea typeface="Segoe UI"/>
                <a:cs typeface="Segoe UI"/>
              </a:defRPr>
            </a:lvl5pPr>
            <a:lvl6pPr>
              <a:defRPr sz="3300" b="1">
                <a:solidFill>
                  <a:srgbClr val="345D70"/>
                </a:solidFill>
                <a:latin typeface="Segoe UI"/>
                <a:ea typeface="Segoe UI"/>
                <a:cs typeface="Segoe UI"/>
              </a:defRPr>
            </a:lvl6pPr>
            <a:lvl7pPr>
              <a:defRPr sz="3300" b="1">
                <a:solidFill>
                  <a:srgbClr val="345D70"/>
                </a:solidFill>
                <a:latin typeface="Segoe UI"/>
                <a:ea typeface="Segoe UI"/>
                <a:cs typeface="Segoe UI"/>
              </a:defRPr>
            </a:lvl7pPr>
            <a:lvl8pPr>
              <a:defRPr sz="3300" b="1">
                <a:solidFill>
                  <a:srgbClr val="345D70"/>
                </a:solidFill>
                <a:latin typeface="Segoe UI"/>
                <a:ea typeface="Segoe UI"/>
                <a:cs typeface="Segoe UI"/>
              </a:defRPr>
            </a:lvl8pPr>
            <a:lvl9pPr>
              <a:defRPr sz="3300" b="1">
                <a:solidFill>
                  <a:srgbClr val="345D70"/>
                </a:solidFill>
                <a:latin typeface="Segoe UI"/>
                <a:ea typeface="Segoe UI"/>
                <a:cs typeface="Segoe UI"/>
              </a:defRPr>
            </a:lvl9pPr>
          </a:lstStyle>
          <ns11:p xmlns:ns11="http://schemas.openxmlformats.org/drawingml/2006/main">
            <ns11:pPr>
              <ns11:defRPr sz="3300" b="1">
                <ns11:solidFill>
                  <ns11:srgbClr val="345D70"/>
                </ns11:solidFill>
                <ns11:latin typeface="Segoe UI"/>
                <ns11:ea typeface="Segoe UI"/>
                <ns11:cs typeface="Segoe UI"/>
              </ns11:defRPr>
            </ns11:pPr>
            <ns11:r>
              <ns11:rPr sz="3300" b="1">
                <ns11:solidFill>
                  <ns11:srgbClr val="345D70"/>
                </ns11:solidFill>
                <ns11:latin typeface="Segoe UI"/>
                <ns11:ea typeface="Segoe UI"/>
                <ns11:cs typeface="Segoe UI"/>
              </ns11:rPr>
              <ns11:t>TA and staff brief</ns11:t>
            </ns11:r>
          </ns11:p>
        </p:txBody>
      </p:sp>
      <p:sp>
        <p:nvSpPr>
          <p:cNvPr id="4" name="staff-main">
            <a:extLst xmlns:a="http://schemas.openxmlformats.org/drawingml/2006/main">
              <a:ext uri="{FF2B5EF4-FFF2-40B4-BE49-F238E27FC236}">
                <a16:creationId xmlns:a16="http://schemas.microsoft.com/office/drawing/2014/main" id="{5A621FC8-A651-4A0D-96CF-F1282DD64757}"/>
              </a:ext>
            </a:extLst>
          </p:cNvPr>
          <p:cNvSpPr>
            <a:spLocks xmlns:a="http://schemas.openxmlformats.org/drawingml/2006/main" noGrp="1"/>
          </p:cNvSpPr>
          <p:nvPr/>
        </p:nvSpPr>
        <p:spPr>
          <a:xfrm xmlns:a="http://schemas.openxmlformats.org/drawingml/2006/main">
            <a:off x="533400" y="1457325"/>
            <a:ext cx="1104900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75" b="0">
                <a:solidFill>
                  <a:srgbClr val="192E3B"/>
                </a:solidFill>
                <a:latin typeface="Segoe UI"/>
                <a:ea typeface="Segoe UI"/>
                <a:cs typeface="Segoe UI"/>
              </a:defRPr>
            </a:defPPr>
            <a:lvl1pPr>
              <a:defRPr sz="1875" b="0">
                <a:solidFill>
                  <a:srgbClr val="192E3B"/>
                </a:solidFill>
                <a:latin typeface="Segoe UI"/>
                <a:ea typeface="Segoe UI"/>
                <a:cs typeface="Segoe UI"/>
              </a:defRPr>
            </a:lvl1pPr>
            <a:lvl2pPr>
              <a:defRPr sz="1875" b="0">
                <a:solidFill>
                  <a:srgbClr val="192E3B"/>
                </a:solidFill>
                <a:latin typeface="Segoe UI"/>
                <a:ea typeface="Segoe UI"/>
                <a:cs typeface="Segoe UI"/>
              </a:defRPr>
            </a:lvl2pPr>
            <a:lvl3pPr>
              <a:defRPr sz="1875" b="0">
                <a:solidFill>
                  <a:srgbClr val="192E3B"/>
                </a:solidFill>
                <a:latin typeface="Segoe UI"/>
                <a:ea typeface="Segoe UI"/>
                <a:cs typeface="Segoe UI"/>
              </a:defRPr>
            </a:lvl3pPr>
            <a:lvl4pPr>
              <a:defRPr sz="1875" b="0">
                <a:solidFill>
                  <a:srgbClr val="192E3B"/>
                </a:solidFill>
                <a:latin typeface="Segoe UI"/>
                <a:ea typeface="Segoe UI"/>
                <a:cs typeface="Segoe UI"/>
              </a:defRPr>
            </a:lvl4pPr>
            <a:lvl5pPr>
              <a:defRPr sz="1875" b="0">
                <a:solidFill>
                  <a:srgbClr val="192E3B"/>
                </a:solidFill>
                <a:latin typeface="Segoe UI"/>
                <a:ea typeface="Segoe UI"/>
                <a:cs typeface="Segoe UI"/>
              </a:defRPr>
            </a:lvl5pPr>
            <a:lvl6pPr>
              <a:defRPr sz="1875" b="0">
                <a:solidFill>
                  <a:srgbClr val="192E3B"/>
                </a:solidFill>
                <a:latin typeface="Segoe UI"/>
                <a:ea typeface="Segoe UI"/>
                <a:cs typeface="Segoe UI"/>
              </a:defRPr>
            </a:lvl6pPr>
            <a:lvl7pPr>
              <a:defRPr sz="1875" b="0">
                <a:solidFill>
                  <a:srgbClr val="192E3B"/>
                </a:solidFill>
                <a:latin typeface="Segoe UI"/>
                <a:ea typeface="Segoe UI"/>
                <a:cs typeface="Segoe UI"/>
              </a:defRPr>
            </a:lvl7pPr>
            <a:lvl8pPr>
              <a:defRPr sz="1875" b="0">
                <a:solidFill>
                  <a:srgbClr val="192E3B"/>
                </a:solidFill>
                <a:latin typeface="Segoe UI"/>
                <a:ea typeface="Segoe UI"/>
                <a:cs typeface="Segoe UI"/>
              </a:defRPr>
            </a:lvl8pPr>
            <a:lvl9pPr>
              <a:defRPr sz="1875" b="0">
                <a:solidFill>
                  <a:srgbClr val="192E3B"/>
                </a:solidFill>
                <a:latin typeface="Segoe UI"/>
                <a:ea typeface="Segoe UI"/>
                <a:cs typeface="Segoe UI"/>
              </a:defRPr>
            </a:lvl9pPr>
          </a:lstStyle>
          <ns0:p xmlns:ns0="http://schemas.openxmlformats.org/drawingml/2006/main">
            <ns0:pPr>
              <ns0:defRPr sz="1875" b="0">
                <ns0:solidFill>
                  <ns0:srgbClr val="192E3B"/>
                </ns0:solidFill>
                <ns0:latin typeface="Segoe UI"/>
                <ns0:ea typeface="Segoe UI"/>
                <ns0:cs typeface="Segoe UI"/>
              </ns0:defRPr>
            </ns0:pPr>
            <ns0:r>
              <ns0:rPr sz="1875" b="0">
                <ns0:solidFill>
                  <ns0:srgbClr val="192E3B"/>
                </ns0:solidFill>
                <ns0:latin typeface="Segoe UI"/>
                <ns0:ea typeface="Segoe UI"/>
                <ns0:cs typeface="Segoe UI"/>
              </ns0:rPr>
              <ns0:t>Each learner owns one real final job.</ns0:t>
            </ns0:r>
          </ns0:p>
          <ns1:p xmlns:ns1="http://schemas.openxmlformats.org/drawingml/2006/main">
            <ns1:pPr>
              <ns1:defRPr sz="1875" b="0">
                <ns1:solidFill>
                  <ns1:srgbClr val="192E3B"/>
                </ns1:solidFill>
                <ns1:latin typeface="Segoe UI"/>
                <ns1:ea typeface="Segoe UI"/>
                <ns1:cs typeface="Segoe UI"/>
              </ns1:defRPr>
            </ns1:pPr>
            <ns1:r>
              <ns1:rPr sz="1875" b="0">
                <ns1:solidFill>
                  <ns1:srgbClr val="192E3B"/>
                </ns1:solidFill>
                <ns1:latin typeface="Segoe UI"/>
                <ns1:ea typeface="Segoe UI"/>
                <ns1:cs typeface="Segoe UI"/>
              </ns1:rPr>
              <ns1:t>TA: read, rephrase or scribe their words.</ns1:t>
            </ns1:r>
          </ns1:p>
          <ns2:p xmlns:ns2="http://schemas.openxmlformats.org/drawingml/2006/main">
            <ns2:pPr>
              <ns2:defRPr sz="1875" b="0">
                <ns2:solidFill>
                  <ns2:srgbClr val="192E3B"/>
                </ns2:solidFill>
                <ns2:latin typeface="Segoe UI"/>
                <ns2:ea typeface="Segoe UI"/>
                <ns2:cs typeface="Segoe UI"/>
              </ns2:defRPr>
            </ns2:pPr>
            <ns2:r>
              <ns2:rPr sz="1875" b="0">
                <ns2:solidFill>
                  <ns2:srgbClr val="192E3B"/>
                </ns2:solidFill>
                <ns2:latin typeface="Segoe UI"/>
                <ns2:ea typeface="Segoe UI"/>
                <ns2:cs typeface="Segoe UI"/>
              </ns2:rPr>
              <ns2:t>Adults sign food and money checks.</ns2:t>
            </ns2:r>
          </ns2:p>
          <ns3:p xmlns:ns3="http://schemas.openxmlformats.org/drawingml/2006/main">
            <ns3:pPr>
              <ns3:defRPr sz="1875" b="0">
                <ns3:solidFill>
                  <ns3:srgbClr val="192E3B"/>
                </ns3:solidFill>
                <ns3:latin typeface="Segoe UI"/>
                <ns3:ea typeface="Segoe UI"/>
                <ns3:cs typeface="Segoe UI"/>
              </ns3:defRPr>
            </ns3:pPr>
            <ns3:r>
              <ns3:rPr sz="1875" b="0">
                <ns3:solidFill>
                  <ns3:srgbClr val="192E3B"/>
                </ns3:solidFill>
                <ns3:latin typeface="Segoe UI"/>
                <ns3:ea typeface="Segoe UI"/>
                <ns3:cs typeface="Segoe UI"/>
              </ns3:rPr>
              <ns3:t>Lundy: Space, Voice, Audience, Influence.</ns3:t>
            </ns3:r>
          </ns3:p>
          <ns4:p xmlns:ns4="http://schemas.openxmlformats.org/drawingml/2006/main">
            <ns4:pPr>
              <ns4:defRPr sz="1875" b="0">
                <ns4:solidFill>
                  <ns4:srgbClr val="192E3B"/>
                </ns4:solidFill>
                <ns4:latin typeface="Segoe UI"/>
                <ns4:ea typeface="Segoe UI"/>
                <ns4:cs typeface="Segoe UI"/>
              </ns4:defRPr>
            </ns4:pPr>
            <ns4:r>
              <ns4:rPr sz="1875" b="0">
                <ns4:solidFill>
                  <ns4:srgbClr val="192E3B"/>
                </ns4:solidFill>
                <ns4:latin typeface="Segoe UI"/>
                <ns4:ea typeface="Segoe UI"/>
                <ns4:cs typeface="Segoe UI"/>
              </ns4:rPr>
              <ns4:t>VF · WS · I · NS · E · R</ns4:t>
            </ns4:r>
          </ns4:p>
          <ns5:p xmlns:ns5="http://schemas.openxmlformats.org/drawingml/2006/main">
            <ns5:pPr>
              <ns5:defRPr sz="1875" b="0">
                <ns5:solidFill>
                  <ns5:srgbClr val="192E3B"/>
                </ns5:solidFill>
                <ns5:latin typeface="Segoe UI"/>
                <ns5:ea typeface="Segoe UI"/>
                <ns5:cs typeface="Segoe UI"/>
              </ns5:defRPr>
            </ns5:pPr>
            <ns5:r>
              <ns5:rPr sz="1875" b="0">
                <ns5:solidFill>
                  <ns5:srgbClr val="192E3B"/>
                </ns5:solidFill>
                <ns5:latin typeface="Segoe UI"/>
                <ns5:ea typeface="Segoe UI"/>
                <ns5:cs typeface="Segoe UI"/>
              </ns5:rPr>
              <ns5:t>Capture in the evidence app.</ns5:t>
            </ns5:r>
          </ns5:p>
        </p:txBody>
      </p:sp>
      <p:sp>
        <p:nvSpPr>
          <p:cNvPr id="5" name="cold-call-detail">
            <a:extLst xmlns:a="http://schemas.openxmlformats.org/drawingml/2006/main">
              <a:ext uri="{FF2B5EF4-FFF2-40B4-BE49-F238E27FC236}">
                <a16:creationId xmlns:a16="http://schemas.microsoft.com/office/drawing/2014/main" id="{0CE8D1B2-5991-4D41-B244-45503C248715}"/>
              </a:ext>
            </a:extLst>
          </p:cNvPr>
          <p:cNvSpPr>
            <a:spLocks xmlns:a="http://schemas.openxmlformats.org/drawingml/2006/main" noGrp="1"/>
          </p:cNvSpPr>
          <p:nvPr/>
        </p:nvSpPr>
        <p:spPr>
          <a:xfrm xmlns:a="http://schemas.openxmlformats.org/drawingml/2006/main">
            <a:off x="533400" y="4000500"/>
            <a:ext cx="11049000" cy="1952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725" b="0">
                <a:solidFill>
                  <a:srgbClr val="192E3B"/>
                </a:solidFill>
                <a:latin typeface="Segoe UI"/>
                <a:ea typeface="Segoe UI"/>
                <a:cs typeface="Segoe UI"/>
              </a:defRPr>
            </a:defPPr>
            <a:lvl1pPr>
              <a:defRPr sz="1725" b="0">
                <a:solidFill>
                  <a:srgbClr val="192E3B"/>
                </a:solidFill>
                <a:latin typeface="Segoe UI"/>
                <a:ea typeface="Segoe UI"/>
                <a:cs typeface="Segoe UI"/>
              </a:defRPr>
            </a:lvl1pPr>
            <a:lvl2pPr>
              <a:defRPr sz="1725" b="0">
                <a:solidFill>
                  <a:srgbClr val="192E3B"/>
                </a:solidFill>
                <a:latin typeface="Segoe UI"/>
                <a:ea typeface="Segoe UI"/>
                <a:cs typeface="Segoe UI"/>
              </a:defRPr>
            </a:lvl2pPr>
            <a:lvl3pPr>
              <a:defRPr sz="1725" b="0">
                <a:solidFill>
                  <a:srgbClr val="192E3B"/>
                </a:solidFill>
                <a:latin typeface="Segoe UI"/>
                <a:ea typeface="Segoe UI"/>
                <a:cs typeface="Segoe UI"/>
              </a:defRPr>
            </a:lvl3pPr>
            <a:lvl4pPr>
              <a:defRPr sz="1725" b="0">
                <a:solidFill>
                  <a:srgbClr val="192E3B"/>
                </a:solidFill>
                <a:latin typeface="Segoe UI"/>
                <a:ea typeface="Segoe UI"/>
                <a:cs typeface="Segoe UI"/>
              </a:defRPr>
            </a:lvl4pPr>
            <a:lvl5pPr>
              <a:defRPr sz="1725" b="0">
                <a:solidFill>
                  <a:srgbClr val="192E3B"/>
                </a:solidFill>
                <a:latin typeface="Segoe UI"/>
                <a:ea typeface="Segoe UI"/>
                <a:cs typeface="Segoe UI"/>
              </a:defRPr>
            </a:lvl5pPr>
            <a:lvl6pPr>
              <a:defRPr sz="1725" b="0">
                <a:solidFill>
                  <a:srgbClr val="192E3B"/>
                </a:solidFill>
                <a:latin typeface="Segoe UI"/>
                <a:ea typeface="Segoe UI"/>
                <a:cs typeface="Segoe UI"/>
              </a:defRPr>
            </a:lvl6pPr>
            <a:lvl7pPr>
              <a:defRPr sz="1725" b="0">
                <a:solidFill>
                  <a:srgbClr val="192E3B"/>
                </a:solidFill>
                <a:latin typeface="Segoe UI"/>
                <a:ea typeface="Segoe UI"/>
                <a:cs typeface="Segoe UI"/>
              </a:defRPr>
            </a:lvl7pPr>
            <a:lvl8pPr>
              <a:defRPr sz="1725" b="0">
                <a:solidFill>
                  <a:srgbClr val="192E3B"/>
                </a:solidFill>
                <a:latin typeface="Segoe UI"/>
                <a:ea typeface="Segoe UI"/>
                <a:cs typeface="Segoe UI"/>
              </a:defRPr>
            </a:lvl8pPr>
            <a:lvl9pPr>
              <a:defRPr sz="1725" b="0">
                <a:solidFill>
                  <a:srgbClr val="192E3B"/>
                </a:solidFill>
                <a:latin typeface="Segoe UI"/>
                <a:ea typeface="Segoe UI"/>
                <a:cs typeface="Segoe UI"/>
              </a:defRPr>
            </a:lvl9pPr>
          </a:lstStyle>
          <ns6:p xmlns:ns6="http://schemas.openxmlformats.org/drawingml/2006/main">
            <ns6:pPr>
              <ns6:defRPr sz="1725" b="0">
                <ns6:solidFill>
                  <ns6:srgbClr val="192E3B"/>
                </ns6:solidFill>
                <ns6:latin typeface="Segoe UI"/>
                <ns6:ea typeface="Segoe UI"/>
                <ns6:cs typeface="Segoe UI"/>
              </ns6:defRPr>
            </ns6:pPr>
            <ns6:r>
              <ns6:rPr sz="1725" b="0">
                <ns6:solidFill>
                  <ns6:srgbClr val="192E3B"/>
                </ns6:solidFill>
                <ns6:latin typeface="Segoe UI"/>
                <ns6:ea typeface="Segoe UI"/>
                <ns6:cs typeface="Segoe UI"/>
              </ns6:rPr>
              <ns6:t>1. How do you know your job is complete?</ns6:t>
            </ns6:r>
          </ns6:p>
          <ns7:p xmlns:ns7="http://schemas.openxmlformats.org/drawingml/2006/main">
            <ns7:pPr>
              <ns7:defRPr sz="1725" b="0">
                <ns7:solidFill>
                  <ns7:srgbClr val="192E3B"/>
                </ns7:solidFill>
                <ns7:latin typeface="Segoe UI"/>
                <ns7:ea typeface="Segoe UI"/>
                <ns7:cs typeface="Segoe UI"/>
              </ns7:defRPr>
            </ns7:pPr>
            <ns7:r>
              <ns7:rPr sz="1725" b="0">
                <ns7:solidFill>
                  <ns7:srgbClr val="192E3B"/>
                </ns7:solidFill>
                <ns7:latin typeface="Segoe UI"/>
                <ns7:ea typeface="Segoe UI"/>
                <ns7:cs typeface="Segoe UI"/>
              </ns7:rPr>
              <ns7:t/>
            </ns7:r>
          </ns7:p>
          <ns8:p xmlns:ns8="http://schemas.openxmlformats.org/drawingml/2006/main">
            <ns8:pPr>
              <ns8:defRPr sz="1725" b="0">
                <ns8:solidFill>
                  <ns8:srgbClr val="192E3B"/>
                </ns8:solidFill>
                <ns8:latin typeface="Segoe UI"/>
                <ns8:ea typeface="Segoe UI"/>
                <ns8:cs typeface="Segoe UI"/>
              </ns8:defRPr>
            </ns8:pPr>
            <ns8:r>
              <ns8:rPr sz="1725" b="0">
                <ns8:solidFill>
                  <ns8:srgbClr val="192E3B"/>
                </ns8:solidFill>
                <ns8:latin typeface="Segoe UI"/>
                <ns8:ea typeface="Segoe UI"/>
                <ns8:cs typeface="Segoe UI"/>
              </ns8:rPr>
              <ns8:t>2. What if a food label is not checked?</ns8:t>
            </ns8:r>
          </ns8:p>
          <ns9:p xmlns:ns9="http://schemas.openxmlformats.org/drawingml/2006/main">
            <ns9:pPr>
              <ns9:defRPr sz="1725" b="0">
                <ns9:solidFill>
                  <ns9:srgbClr val="192E3B"/>
                </ns9:solidFill>
                <ns9:latin typeface="Segoe UI"/>
                <ns9:ea typeface="Segoe UI"/>
                <ns9:cs typeface="Segoe UI"/>
              </ns9:defRPr>
            </ns9:pPr>
            <ns9:r>
              <ns9:rPr sz="1725" b="0">
                <ns9:solidFill>
                  <ns9:srgbClr val="192E3B"/>
                </ns9:solidFill>
                <ns9:latin typeface="Segoe UI"/>
                <ns9:ea typeface="Segoe UI"/>
                <ns9:cs typeface="Segoe UI"/>
              </ns9:rPr>
              <ns9:t/>
            </ns9:r>
          </ns9:p>
          <ns10:p xmlns:ns10="http://schemas.openxmlformats.org/drawingml/2006/main">
            <ns10:pPr>
              <ns10:defRPr sz="1725" b="0">
                <ns10:solidFill>
                  <ns10:srgbClr val="192E3B"/>
                </ns10:solidFill>
                <ns10:latin typeface="Segoe UI"/>
                <ns10:ea typeface="Segoe UI"/>
                <ns10:cs typeface="Segoe UI"/>
              </ns10:defRPr>
            </ns10:pPr>
            <ns10:r>
              <ns10:rPr sz="1725" b="0">
                <ns10:solidFill>
                  <ns10:srgbClr val="192E3B"/>
                </ns10:solidFill>
                <ns10:latin typeface="Segoe UI"/>
                <ns10:ea typeface="Segoe UI"/>
                <ns10:cs typeface="Segoe UI"/>
              </ns10:rPr>
              <ns10:t>3. What happens if a sale check is not ready?</ns10:t>
            </ns10:r>
          </ns10:p>
        </p:txBody>
      </p:sp>
      <p:sp>
        <p:nvSpPr>
          <p:cNvPr id="6" name="credit">
            <a:extLst xmlns:a="http://schemas.openxmlformats.org/drawingml/2006/main">
              <a:ext uri="{FF2B5EF4-FFF2-40B4-BE49-F238E27FC236}">
                <a16:creationId xmlns:a16="http://schemas.microsoft.com/office/drawing/2014/main" id="{87D92B85-6966-4333-B3C5-A62E840CE4D8}"/>
              </a:ext>
            </a:extLst>
          </p:cNvPr>
          <p:cNvSpPr>
            <a:spLocks xmlns:a="http://schemas.openxmlformats.org/drawingml/2006/main" noGrp="1"/>
          </p:cNvSpPr>
          <p:nvPr/>
        </p:nvSpPr>
        <p:spPr>
          <a:xfrm xmlns:a="http://schemas.openxmlformats.org/drawingml/2006/main">
            <a:off x="533400" y="6515100"/>
            <a:ext cx="1104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788" b="0">
                <a:solidFill>
                  <a:srgbClr val="566574"/>
                </a:solidFill>
                <a:latin typeface="Segoe UI"/>
                <a:ea typeface="Segoe UI"/>
                <a:cs typeface="Segoe UI"/>
              </a:defRPr>
            </a:defPPr>
            <a:lvl1pPr>
              <a:defRPr sz="788" b="0">
                <a:solidFill>
                  <a:srgbClr val="566574"/>
                </a:solidFill>
                <a:latin typeface="Segoe UI"/>
                <a:ea typeface="Segoe UI"/>
                <a:cs typeface="Segoe UI"/>
              </a:defRPr>
            </a:lvl1pPr>
            <a:lvl2pPr>
              <a:defRPr sz="788" b="0">
                <a:solidFill>
                  <a:srgbClr val="566574"/>
                </a:solidFill>
                <a:latin typeface="Segoe UI"/>
                <a:ea typeface="Segoe UI"/>
                <a:cs typeface="Segoe UI"/>
              </a:defRPr>
            </a:lvl2pPr>
            <a:lvl3pPr>
              <a:defRPr sz="788" b="0">
                <a:solidFill>
                  <a:srgbClr val="566574"/>
                </a:solidFill>
                <a:latin typeface="Segoe UI"/>
                <a:ea typeface="Segoe UI"/>
                <a:cs typeface="Segoe UI"/>
              </a:defRPr>
            </a:lvl3pPr>
            <a:lvl4pPr>
              <a:defRPr sz="788" b="0">
                <a:solidFill>
                  <a:srgbClr val="566574"/>
                </a:solidFill>
                <a:latin typeface="Segoe UI"/>
                <a:ea typeface="Segoe UI"/>
                <a:cs typeface="Segoe UI"/>
              </a:defRPr>
            </a:lvl4pPr>
            <a:lvl5pPr>
              <a:defRPr sz="788" b="0">
                <a:solidFill>
                  <a:srgbClr val="566574"/>
                </a:solidFill>
                <a:latin typeface="Segoe UI"/>
                <a:ea typeface="Segoe UI"/>
                <a:cs typeface="Segoe UI"/>
              </a:defRPr>
            </a:lvl5pPr>
            <a:lvl6pPr>
              <a:defRPr sz="788" b="0">
                <a:solidFill>
                  <a:srgbClr val="566574"/>
                </a:solidFill>
                <a:latin typeface="Segoe UI"/>
                <a:ea typeface="Segoe UI"/>
                <a:cs typeface="Segoe UI"/>
              </a:defRPr>
            </a:lvl6pPr>
            <a:lvl7pPr>
              <a:defRPr sz="788" b="0">
                <a:solidFill>
                  <a:srgbClr val="566574"/>
                </a:solidFill>
                <a:latin typeface="Segoe UI"/>
                <a:ea typeface="Segoe UI"/>
                <a:cs typeface="Segoe UI"/>
              </a:defRPr>
            </a:lvl7pPr>
            <a:lvl8pPr>
              <a:defRPr sz="788" b="0">
                <a:solidFill>
                  <a:srgbClr val="566574"/>
                </a:solidFill>
                <a:latin typeface="Segoe UI"/>
                <a:ea typeface="Segoe UI"/>
                <a:cs typeface="Segoe UI"/>
              </a:defRPr>
            </a:lvl8pPr>
            <a:lvl9pPr>
              <a:defRPr sz="788" b="0">
                <a:solidFill>
                  <a:srgbClr val="566574"/>
                </a:solidFill>
                <a:latin typeface="Segoe UI"/>
                <a:ea typeface="Segoe UI"/>
                <a:cs typeface="Segoe UI"/>
              </a:defRPr>
            </a:lvl9pPr>
          </a:lstStyle>
          <ns15:p xmlns:ns15="http://schemas.openxmlformats.org/drawingml/2006/main">
            <ns15:pPr>
              <ns15:defRPr sz="788" b="0">
                <ns15:solidFill>
                  <ns15:srgbClr val="566574"/>
                </ns15:solidFill>
                <ns15:latin typeface="Segoe UI"/>
                <ns15:ea typeface="Segoe UI"/>
                <ns15:cs typeface="Segoe UI"/>
              </ns15:defRPr>
            </ns15:pPr>
            <ns15:r>
              <ns15:rPr sz="788" b="0">
                <ns15:solidFill>
                  <ns15:srgbClr val="566574"/>
                </ns15:solidFill>
                <ns15:latin typeface="Segoe UI"/>
                <ns15:ea typeface="Segoe UI"/>
                <ns15:cs typeface="Segoe UI"/>
              </ns15:rPr>
              <ns15:t>Made by Matt · © Matt Roper · CC BY-NC-SA 4.0: free for classroom use, share and adapt with credit, no resale</ns15:t>
            </ns15:r>
          </ns15:p>
        </p:txBody>
      </p:sp>
      <p:sp>
        <p:nvSpPr>
          <p:cNvPr id="7" name="page-number">
            <a:extLst xmlns:a="http://schemas.openxmlformats.org/drawingml/2006/main">
              <a:ext uri="{FF2B5EF4-FFF2-40B4-BE49-F238E27FC236}">
                <a16:creationId xmlns:a16="http://schemas.microsoft.com/office/drawing/2014/main" id="{2B8DB049-A9DA-4AA9-9ACC-B335CEEC7912}"/>
              </a:ext>
            </a:extLst>
          </p:cNvPr>
          <p:cNvSpPr>
            <a:spLocks xmlns:a="http://schemas.openxmlformats.org/drawingml/2006/main" noGrp="1"/>
          </p:cNvSpPr>
          <p:nvPr/>
        </p:nvSpPr>
        <p:spPr>
          <a:xfrm xmlns:a="http://schemas.openxmlformats.org/drawingml/2006/main">
            <a:off x="11144250" y="62103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defRPr sz="1050" b="0">
                <a:solidFill>
                  <a:srgbClr val="566574"/>
                </a:solidFill>
                <a:latin typeface="Segoe UI"/>
                <a:ea typeface="Segoe UI"/>
                <a:cs typeface="Segoe UI"/>
              </a:defRPr>
            </a:lvl1pPr>
            <a:lvl2pPr>
              <a:defRPr sz="1050" b="0">
                <a:solidFill>
                  <a:srgbClr val="566574"/>
                </a:solidFill>
                <a:latin typeface="Segoe UI"/>
                <a:ea typeface="Segoe UI"/>
                <a:cs typeface="Segoe UI"/>
              </a:defRPr>
            </a:lvl2pPr>
            <a:lvl3pPr>
              <a:defRPr sz="1050" b="0">
                <a:solidFill>
                  <a:srgbClr val="566574"/>
                </a:solidFill>
                <a:latin typeface="Segoe UI"/>
                <a:ea typeface="Segoe UI"/>
                <a:cs typeface="Segoe UI"/>
              </a:defRPr>
            </a:lvl3pPr>
            <a:lvl4pPr>
              <a:defRPr sz="1050" b="0">
                <a:solidFill>
                  <a:srgbClr val="566574"/>
                </a:solidFill>
                <a:latin typeface="Segoe UI"/>
                <a:ea typeface="Segoe UI"/>
                <a:cs typeface="Segoe UI"/>
              </a:defRPr>
            </a:lvl4pPr>
            <a:lvl5pPr>
              <a:defRPr sz="1050" b="0">
                <a:solidFill>
                  <a:srgbClr val="566574"/>
                </a:solidFill>
                <a:latin typeface="Segoe UI"/>
                <a:ea typeface="Segoe UI"/>
                <a:cs typeface="Segoe UI"/>
              </a:defRPr>
            </a:lvl5pPr>
            <a:lvl6pPr>
              <a:defRPr sz="1050" b="0">
                <a:solidFill>
                  <a:srgbClr val="566574"/>
                </a:solidFill>
                <a:latin typeface="Segoe UI"/>
                <a:ea typeface="Segoe UI"/>
                <a:cs typeface="Segoe UI"/>
              </a:defRPr>
            </a:lvl6pPr>
            <a:lvl7pPr>
              <a:defRPr sz="1050" b="0">
                <a:solidFill>
                  <a:srgbClr val="566574"/>
                </a:solidFill>
                <a:latin typeface="Segoe UI"/>
                <a:ea typeface="Segoe UI"/>
                <a:cs typeface="Segoe UI"/>
              </a:defRPr>
            </a:lvl7pPr>
            <a:lvl8pPr>
              <a:defRPr sz="1050" b="0">
                <a:solidFill>
                  <a:srgbClr val="566574"/>
                </a:solidFill>
                <a:latin typeface="Segoe UI"/>
                <a:ea typeface="Segoe UI"/>
                <a:cs typeface="Segoe UI"/>
              </a:defRPr>
            </a:lvl8pPr>
            <a:lvl9pPr>
              <a:defRPr sz="1050" b="0">
                <a:solidFill>
                  <a:srgbClr val="566574"/>
                </a:solidFill>
                <a:latin typeface="Segoe UI"/>
                <a:ea typeface="Segoe UI"/>
                <a:cs typeface="Segoe UI"/>
              </a:defRPr>
            </a:lvl9pPr>
          </a:lstStyle>
          <ns14:p xmlns:ns14="http://schemas.openxmlformats.org/drawingml/2006/main">
            <ns14:pPr>
              <ns14:defRPr sz="1050" b="0">
                <ns14:solidFill>
                  <ns14:srgbClr val="566574"/>
                </ns14:solidFill>
                <ns14:latin typeface="Segoe UI"/>
                <ns14:ea typeface="Segoe UI"/>
                <ns14:cs typeface="Segoe UI"/>
              </ns14:defRPr>
            </ns14:pPr>
            <ns14:r>
              <ns14:rPr sz="1050" b="0">
                <ns14:solidFill>
                  <ns14:srgbClr val="566574"/>
                </ns14:solidFill>
                <ns14:latin typeface="Segoe UI"/>
                <ns14:ea typeface="Segoe UI"/>
                <ns14:cs typeface="Segoe UI"/>
              </ns14:rPr>
              <ns14:t>12</ns14:t>
            </ns14:r>
          </ns14:p>
        </p:txBody>
      </p:sp>
    </p:spTree>
    <p:extLst>
      <p:ext uri="{BB962C8B-B14F-4D97-AF65-F5344CB8AC3E}">
        <p14:creationId xmlns:p14="http://schemas.microsoft.com/office/powerpoint/2010/main" val="172081936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12</ap:Slides>
  <ap:Notes>12</ap:Notes>
  <ap:HiddenSlides>1</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Lesson resource</dc:creator>
  <lastModifiedBy/>
  <dc:title>GROW Community Project Lesson 9</dc:title>
  <dcterms:created xsi:type="dcterms:W3CDTF">2026-10-22T09:44:26.0040000Z</dcterms:created>
  <dcterms:modified xsi:type="dcterms:W3CDTF">2026-10-22T09:44:26.0040000Z</dcterms:modified>
  <dc:subject>COMM-GROW-A2-W04</dc:subject>
  <keywords/>
  <dc:description>Publicity and final preparation</dc:description>
</coreProperties>
</file>