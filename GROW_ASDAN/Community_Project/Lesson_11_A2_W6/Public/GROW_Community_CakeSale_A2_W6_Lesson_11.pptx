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077c19d1c254c70" /><Relationship Type="http://schemas.openxmlformats.org/officeDocument/2006/relationships/extended-properties" Target="/docProps/app.xml" Id="R8c2dbaa2d8f444b6" /><Relationship Type="http://schemas.openxmlformats.org/officeDocument/2006/relationships/officeDocument" Target="/ppt/presentation.xml" Id="R73a92be915414a43" /></Relationships>
</file>

<file path=ppt/presentation.xml><?xml version="1.0" encoding="utf-8"?>
<p:presentation xmlns:p="http://schemas.openxmlformats.org/presentationml/2006/main">
  <p:sldMasterIdLst>
    <p:sldMasterId xmlns:r="http://schemas.openxmlformats.org/officeDocument/2006/relationships" id="2147483648" r:id="R80ffcebe96ec4c3f"/>
  </p:sldMasterIdLst>
  <p:notesMasterIdLst>
    <p:notesMasterId xmlns:r="http://schemas.openxmlformats.org/officeDocument/2006/relationships" r:id="R7a2a469732104570"/>
  </p:notesMasterIdLst>
  <p:sldIdLst>
    <p:sldId xmlns:r="http://schemas.openxmlformats.org/officeDocument/2006/relationships" id="256" r:id="R141cd3afcda14768"/>
    <p:sldId xmlns:r="http://schemas.openxmlformats.org/officeDocument/2006/relationships" id="257" r:id="R49416bb510e4485e"/>
    <p:sldId xmlns:r="http://schemas.openxmlformats.org/officeDocument/2006/relationships" id="258" r:id="R8e17b17ab1e24502"/>
    <p:sldId xmlns:r="http://schemas.openxmlformats.org/officeDocument/2006/relationships" id="259" r:id="R418ec3e305704aec"/>
    <p:sldId xmlns:r="http://schemas.openxmlformats.org/officeDocument/2006/relationships" id="260" r:id="R3403cbb292d74c2d"/>
    <p:sldId xmlns:r="http://schemas.openxmlformats.org/officeDocument/2006/relationships" id="261" r:id="R665c6b2393c04f00"/>
    <p:sldId xmlns:r="http://schemas.openxmlformats.org/officeDocument/2006/relationships" id="262" r:id="R52862510a3034c2c"/>
    <p:sldId xmlns:r="http://schemas.openxmlformats.org/officeDocument/2006/relationships" id="263" r:id="Rd15ba5028e6f4a0b"/>
    <p:sldId xmlns:r="http://schemas.openxmlformats.org/officeDocument/2006/relationships" id="264" r:id="Re1c8c220b5cb4831"/>
    <p:sldId xmlns:r="http://schemas.openxmlformats.org/officeDocument/2006/relationships" id="265" r:id="Rbb1ed7a8d6a3445f"/>
    <p:sldId xmlns:r="http://schemas.openxmlformats.org/officeDocument/2006/relationships" id="266" r:id="Re8d967ea87634a0f"/>
    <p:sldId xmlns:r="http://schemas.openxmlformats.org/officeDocument/2006/relationships" id="267" r:id="R909c5d2ce95740e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088bb3d0e9c490c" /><Relationship Type="http://schemas.openxmlformats.org/officeDocument/2006/relationships/slideMaster" Target="/ppt/slideMasters/slideMaster1.xml" Id="R80ffcebe96ec4c3f" /><Relationship Type="http://schemas.openxmlformats.org/officeDocument/2006/relationships/notesMaster" Target="/ppt/notesMasters/notesMaster1.xml" Id="R7a2a469732104570" /><Relationship Type="http://schemas.openxmlformats.org/officeDocument/2006/relationships/presProps" Target="/ppt/presProps.xml" Id="R182faeecc844464f" /><Relationship Type="http://schemas.openxmlformats.org/officeDocument/2006/relationships/tableStyles" Target="/ppt/tableStyles.xml" Id="Rdfaa24535def4619" /><Relationship Type="http://schemas.openxmlformats.org/officeDocument/2006/relationships/slide" Target="/ppt/slides/slide1.xml" Id="R141cd3afcda14768" /><Relationship Type="http://schemas.openxmlformats.org/officeDocument/2006/relationships/slide" Target="/ppt/slides/slide2.xml" Id="R49416bb510e4485e" /><Relationship Type="http://schemas.openxmlformats.org/officeDocument/2006/relationships/slide" Target="/ppt/slides/slide3.xml" Id="R8e17b17ab1e24502" /><Relationship Type="http://schemas.openxmlformats.org/officeDocument/2006/relationships/slide" Target="/ppt/slides/slide4.xml" Id="R418ec3e305704aec" /><Relationship Type="http://schemas.openxmlformats.org/officeDocument/2006/relationships/slide" Target="/ppt/slides/slide5.xml" Id="R3403cbb292d74c2d" /><Relationship Type="http://schemas.openxmlformats.org/officeDocument/2006/relationships/slide" Target="/ppt/slides/slide6.xml" Id="R665c6b2393c04f00" /><Relationship Type="http://schemas.openxmlformats.org/officeDocument/2006/relationships/slide" Target="/ppt/slides/slide7.xml" Id="R52862510a3034c2c" /><Relationship Type="http://schemas.openxmlformats.org/officeDocument/2006/relationships/slide" Target="/ppt/slides/slide8.xml" Id="Rd15ba5028e6f4a0b" /><Relationship Type="http://schemas.openxmlformats.org/officeDocument/2006/relationships/slide" Target="/ppt/slides/slide9.xml" Id="Re1c8c220b5cb4831" /><Relationship Type="http://schemas.openxmlformats.org/officeDocument/2006/relationships/slide" Target="/ppt/slides/slide10.xml" Id="Rbb1ed7a8d6a3445f" /><Relationship Type="http://schemas.openxmlformats.org/officeDocument/2006/relationships/slide" Target="/ppt/slides/slide11.xml" Id="Re8d967ea87634a0f" /><Relationship Type="http://schemas.openxmlformats.org/officeDocument/2006/relationships/slide" Target="/ppt/slides/slide12.xml" Id="R909c5d2ce95740e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eed8bc0f49b4c0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68bab38a9b24aa8" /><Relationship Type="http://schemas.openxmlformats.org/officeDocument/2006/relationships/notesMaster" Target="/ppt/notesMasters/notesMaster1.xml" Id="R6be028bd9f084825" /></Relationships>
</file>

<file path=ppt/notesSlides/_rels/notesSlide2.xml.rels>&#65279;<?xml version="1.0" encoding="utf-8"?><Relationships xmlns="http://schemas.openxmlformats.org/package/2006/relationships"><Relationship Type="http://schemas.openxmlformats.org/officeDocument/2006/relationships/slide" Target="/ppt/slides/slide2.xml" Id="Rb822413466874229" /><Relationship Type="http://schemas.openxmlformats.org/officeDocument/2006/relationships/notesMaster" Target="/ppt/notesMasters/notesMaster1.xml" Id="R5fc73bd6a3c94ee3" /></Relationships>
</file>

<file path=ppt/notesSlides/_rels/notesSlide3.xml.rels>&#65279;<?xml version="1.0" encoding="utf-8"?><Relationships xmlns="http://schemas.openxmlformats.org/package/2006/relationships"><Relationship Type="http://schemas.openxmlformats.org/officeDocument/2006/relationships/slide" Target="/ppt/slides/slide3.xml" Id="R35ea10009baa482b" /><Relationship Type="http://schemas.openxmlformats.org/officeDocument/2006/relationships/notesMaster" Target="/ppt/notesMasters/notesMaster1.xml" Id="R2752f35dc58640db" /></Relationships>
</file>

<file path=ppt/notesSlides/_rels/notesSlide4.xml.rels>&#65279;<?xml version="1.0" encoding="utf-8"?><Relationships xmlns="http://schemas.openxmlformats.org/package/2006/relationships"><Relationship Type="http://schemas.openxmlformats.org/officeDocument/2006/relationships/slide" Target="/ppt/slides/slide4.xml" Id="R82ed4a8d67f84d97" /><Relationship Type="http://schemas.openxmlformats.org/officeDocument/2006/relationships/notesMaster" Target="/ppt/notesMasters/notesMaster1.xml" Id="Ra4e859cefcef43f0" /></Relationships>
</file>

<file path=ppt/notesSlides/_rels/notesSlide5.xml.rels>&#65279;<?xml version="1.0" encoding="utf-8"?><Relationships xmlns="http://schemas.openxmlformats.org/package/2006/relationships"><Relationship Type="http://schemas.openxmlformats.org/officeDocument/2006/relationships/slide" Target="/ppt/slides/slide5.xml" Id="R599334cfd8c147a8" /><Relationship Type="http://schemas.openxmlformats.org/officeDocument/2006/relationships/notesMaster" Target="/ppt/notesMasters/notesMaster1.xml" Id="Rbc82bd10d0554810" /></Relationships>
</file>

<file path=ppt/notesSlides/_rels/notesSlide6.xml.rels>&#65279;<?xml version="1.0" encoding="utf-8"?><Relationships xmlns="http://schemas.openxmlformats.org/package/2006/relationships"><Relationship Type="http://schemas.openxmlformats.org/officeDocument/2006/relationships/slide" Target="/ppt/slides/slide6.xml" Id="Rdb85cf7a704c4514" /><Relationship Type="http://schemas.openxmlformats.org/officeDocument/2006/relationships/notesMaster" Target="/ppt/notesMasters/notesMaster1.xml" Id="R9af17c950537490b" /></Relationships>
</file>

<file path=ppt/notesSlides/_rels/notesSlide7.xml.rels>&#65279;<?xml version="1.0" encoding="utf-8"?><Relationships xmlns="http://schemas.openxmlformats.org/package/2006/relationships"><Relationship Type="http://schemas.openxmlformats.org/officeDocument/2006/relationships/slide" Target="/ppt/slides/slide7.xml" Id="R423c561814534dfd" /><Relationship Type="http://schemas.openxmlformats.org/officeDocument/2006/relationships/notesMaster" Target="/ppt/notesMasters/notesMaster1.xml" Id="Rdf859db1d6284825" /></Relationships>
</file>

<file path=ppt/notesSlides/_rels/notesSlide8.xml.rels>&#65279;<?xml version="1.0" encoding="utf-8"?><Relationships xmlns="http://schemas.openxmlformats.org/package/2006/relationships"><Relationship Type="http://schemas.openxmlformats.org/officeDocument/2006/relationships/slide" Target="/ppt/slides/slide8.xml" Id="Rad1cdea36be94c5b" /><Relationship Type="http://schemas.openxmlformats.org/officeDocument/2006/relationships/notesMaster" Target="/ppt/notesMasters/notesMaster1.xml" Id="Rd63f64e63f614df0" /></Relationships>
</file>

<file path=ppt/notesSlides/_rels/notesSlide9.xml.rels>&#65279;<?xml version="1.0" encoding="utf-8"?><Relationships xmlns="http://schemas.openxmlformats.org/package/2006/relationships"><Relationship Type="http://schemas.openxmlformats.org/officeDocument/2006/relationships/slide" Target="/ppt/slides/slide9.xml" Id="R44fde21edd2846fc" /><Relationship Type="http://schemas.openxmlformats.org/officeDocument/2006/relationships/notesMaster" Target="/ppt/notesMasters/notesMaster1.xml" Id="Rebaf151a0c7c4fb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268895106dc4a70" /><Relationship Type="http://schemas.openxmlformats.org/officeDocument/2006/relationships/notesMaster" Target="/ppt/notesMasters/notesMaster1.xml" Id="R0022c78c8fff43a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07480627082458d" /><Relationship Type="http://schemas.openxmlformats.org/officeDocument/2006/relationships/notesMaster" Target="/ppt/notesMasters/notesMaster1.xml" Id="R8f87848a03bf490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4b334fb43cc4fe0" /><Relationship Type="http://schemas.openxmlformats.org/officeDocument/2006/relationships/notesMaster" Target="/ppt/notesMasters/notesMaster1.xml" Id="R8f9c728a85c04fa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Year A · Lesson 11 · Week 6, w/c 7 December 2026</a:t>
            </a:r>
          </a:p>
          <a:p xmlns:a="http://schemas.openxmlformats.org/drawingml/2006/main">
            <a:r>
              <a:t>Stage: Trip and community impact</a:t>
            </a:r>
          </a:p>
          <a:p xmlns:a="http://schemas.openxmlformats.org/drawingml/2006/main">
            <a:r>
              <a:t>Active learning minutes: 0</a:t>
            </a:r>
          </a:p>
          <a:p xmlns:a="http://schemas.openxmlformats.org/drawingml/2006/main">
            <a:r>
              <a:t>The Week 6 trip is approved in principle, subject to scheme fit and four weeks of organising time. Begin organisation no later than 9 November. The actual date, venue, transport and duration are not fixed by this pack. Use 12 active learning minutes before, 18 during and 10 after the visit; travel and welfare time are additional. Check a genuine community-impact link before confirming the visit. Retain the donation, thanks and impact outcomes of the Week 6 scheme row. The 3 December sale and 17 December P5 reflection remain unchanged.</a:t>
            </a:r>
          </a:p>
          <a:p xmlns:a="http://schemas.openxmlformats.org/drawingml/2006/main">
            <a:r>
              <a:t>Source: 06_SOW_EXTRACT_Cake_Sale.md, Aut2 W6, revision 2026-10-21; owner calendar instruction, revision 2026-10-25.</a:t>
            </a:r>
          </a:p>
          <a:p xmlns:a="http://schemas.openxmlformats.org/drawingml/2006/main">
            <a:r>
              <a:t>Made by Matt · © Matt Roper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Year A · Lesson 11 · Week 6, w/c 7 December 2026</a:t>
            </a:r>
          </a:p>
          <a:p xmlns:a="http://schemas.openxmlformats.org/drawingml/2006/main">
            <a:r>
              <a:t>Stage: Arrival and regulation check</a:t>
            </a:r>
          </a:p>
          <a:p xmlns:a="http://schemas.openxmlformats.org/drawingml/2006/main">
            <a:r>
              <a:t>Active learning minutes: 2</a:t>
            </a:r>
          </a:p>
          <a:p xmlns:a="http://schemas.openxmlformats.org/drawingml/2006/main">
            <a:r>
              <a:t>Before the visit, agree the named responsible adult locally, how to ask for a pause, the safe meeting routine and an accessible response option. Keep actual names and contact details in the separate restricted visit record. Offer a classroom route for a learner who cannot attend.</a:t>
            </a:r>
          </a:p>
          <a:p xmlns:a="http://schemas.openxmlformats.org/drawingml/2006/main">
            <a:r>
              <a:t>Source: 06_SOW_EXTRACT_Cake_Sale.md, Aut2 W6, revision 2026-10-21; owner calendar instruction, revision 2026-10-25.</a:t>
            </a:r>
          </a:p>
          <a:p xmlns:a="http://schemas.openxmlformats.org/drawingml/2006/main">
            <a:r>
              <a:t>Made by Matt · © Matt Roper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Year A · Lesson 11 · Week 6, w/c 7 December 2026</a:t>
            </a:r>
          </a:p>
          <a:p xmlns:a="http://schemas.openxmlformats.org/drawingml/2006/main">
            <a:r>
              <a:t>Stage: Retrieval</a:t>
            </a:r>
          </a:p>
          <a:p xmlns:a="http://schemas.openxmlformats.org/drawingml/2006/main">
            <a:r>
              <a:t>Active learning minutes: 2</a:t>
            </a:r>
          </a:p>
          <a:p xmlns:a="http://schemas.openxmlformats.org/drawingml/2006/main">
            <a:r>
              <a:t>Use the completed sale record, original goal and an agreed visit question. Do not invent a figure or imply the host is the charity. Ask how the visit will help pupils understand community contribution, service or impact. If this link is absent, the scheme-fit condition is not met.</a:t>
            </a:r>
          </a:p>
          <a:p xmlns:a="http://schemas.openxmlformats.org/drawingml/2006/main">
            <a:r>
              <a:t>Source: 06_SOW_EXTRACT_Cake_Sale.md, Aut2 W6, revision 2026-10-21; owner calendar instruction, revision 2026-10-25.</a:t>
            </a:r>
          </a:p>
          <a:p xmlns:a="http://schemas.openxmlformats.org/drawingml/2006/main">
            <a:r>
              <a:t>Made by Matt · © Matt Roper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Year A · Lesson 11 · Week 6, w/c 7 December 2026</a:t>
            </a:r>
          </a:p>
          <a:p xmlns:a="http://schemas.openxmlformats.org/drawingml/2006/main">
            <a:r>
              <a:t>Stage: Today</a:t>
            </a:r>
          </a:p>
          <a:p xmlns:a="http://schemas.openxmlformats.org/drawingml/2006/main">
            <a:r>
              <a:t>Active learning minutes: 1</a:t>
            </a:r>
          </a:p>
          <a:p xmlns:a="http://schemas.openxmlformats.org/drawingml/2006/main">
            <a:r>
              <a:t>Each learner checks one source, asks or contributes one question, and records one fact with an honest thank-you. Choose speech, a question card, pointing or scribing. Record individual contribution and support; group attendance alone is not evidence of achievement.</a:t>
            </a:r>
          </a:p>
          <a:p xmlns:a="http://schemas.openxmlformats.org/drawingml/2006/main">
            <a:r>
              <a:t>Source: 06_SOW_EXTRACT_Cake_Sale.md, Aut2 W6, revision 2026-10-21; owner calendar instruction, revision 2026-10-25.</a:t>
            </a:r>
          </a:p>
          <a:p xmlns:a="http://schemas.openxmlformats.org/drawingml/2006/main">
            <a:r>
              <a:t>Made by Matt · © Matt Roper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Year A · Lesson 11 · Week 6, w/c 7 December 2026</a:t>
            </a:r>
          </a:p>
          <a:p xmlns:a="http://schemas.openxmlformats.org/drawingml/2006/main">
            <a:r>
              <a:t>Stage: I DO</a:t>
            </a:r>
          </a:p>
          <a:p xmlns:a="http://schemas.openxmlformats.org/drawingml/2006/main">
            <a:r>
              <a:t>Active learning minutes: 3</a:t>
            </a:r>
          </a:p>
          <a:p xmlns:a="http://schemas.openxmlformats.org/drawingml/2006/main">
            <a:r>
              <a:t>Model the retained example: cake sales £14 plus gifts £2 gives funds £16; agreed costs £4 leaves £12. The example net target is £10. These are teaching values, never actual results. The editable chart compares the same two measures. Verify the real tally and the source for any impact claim before sharing it.</a:t>
            </a:r>
          </a:p>
          <a:p xmlns:a="http://schemas.openxmlformats.org/drawingml/2006/main">
            <a:r>
              <a:t>Source: 06_SOW_EXTRACT_Cake_Sale.md, Aut2 W6, revision 2026-10-21; owner calendar instruction, revision 2026-10-25.</a:t>
            </a:r>
          </a:p>
          <a:p xmlns:a="http://schemas.openxmlformats.org/drawingml/2006/main">
            <a:r>
              <a:t>Made by Matt · © Matt Roper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Year A · Lesson 11 · Week 6, w/c 7 December 2026</a:t>
            </a:r>
          </a:p>
          <a:p xmlns:a="http://schemas.openxmlformats.org/drawingml/2006/main">
            <a:r>
              <a:t>Stage: WE DO</a:t>
            </a:r>
          </a:p>
          <a:p xmlns:a="http://schemas.openxmlformats.org/drawingml/2006/main">
            <a:r>
              <a:t>Active learning minutes: 4</a:t>
            </a:r>
          </a:p>
          <a:p xmlns:a="http://schemas.openxmlformats.org/drawingml/2006/main">
            <a:r>
              <a:t>Before the visit: hinge answer B. The float is borrowed change, not income. Check the real A–K record, agreed costs L and donation M = K − L. Retain the original target basis. Each learner checks one line. An adult confirms the amount; unresolved totals stay pending. Draft one book-first question or thank-you line before departure.</a:t>
            </a:r>
          </a:p>
          <a:p xmlns:a="http://schemas.openxmlformats.org/drawingml/2006/main">
            <a:r>
              <a:t>Source: 06_SOW_EXTRACT_Cake_Sale.md, Aut2 W6, revision 2026-10-21; owner calendar instruction, revision 2026-10-25.</a:t>
            </a:r>
          </a:p>
          <a:p xmlns:a="http://schemas.openxmlformats.org/drawingml/2006/main">
            <a:r>
              <a:t>Made by Matt · © Matt Roper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Year A · Lesson 11 · Week 6, w/c 7 December 2026</a:t>
            </a:r>
          </a:p>
          <a:p xmlns:a="http://schemas.openxmlformats.org/drawingml/2006/main">
            <a:r>
              <a:t>Stage: YOU DO on the trip</a:t>
            </a:r>
          </a:p>
          <a:p xmlns:a="http://schemas.openxmlformats.org/drawingml/2006/main">
            <a:r>
              <a:t>Active learning minutes: 18</a:t>
            </a:r>
          </a:p>
          <a:p xmlns:a="http://schemas.openxmlformats.org/drawingml/2006/main">
            <a:r>
              <a:t>During the visit, use an 18-minute learning window within the locally confirmed itinerary. Allow one question, short observation and source note per learner. Questions may be spoken, read by an adult or handed over. Record the real date and source; observe one community role or act of service and link it to the project. Keep pauses and adult supervision within the visit arrangements. A charity handover happens only if separately arranged and authorised; do not imply the visit host receives the donation.</a:t>
            </a:r>
          </a:p>
          <a:p xmlns:a="http://schemas.openxmlformats.org/drawingml/2006/main">
            <a:r>
              <a:t>Source: 06_SOW_EXTRACT_Cake_Sale.md, Aut2 W6, revision 2026-10-21; owner calendar instruction, revision 2026-10-25.</a:t>
            </a:r>
          </a:p>
          <a:p xmlns:a="http://schemas.openxmlformats.org/drawingml/2006/main">
            <a:r>
              <a:t>Made by Matt · © Matt Roper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Year A · Lesson 11 · Week 6, w/c 7 December 2026</a:t>
            </a:r>
          </a:p>
          <a:p xmlns:a="http://schemas.openxmlformats.org/drawingml/2006/main">
            <a:r>
              <a:t>Stage: YOU DO after the trip</a:t>
            </a:r>
          </a:p>
          <a:p xmlns:a="http://schemas.openxmlformats.org/drawingml/2006/main">
            <a:r>
              <a:t>Active learning minutes: 6</a:t>
            </a:r>
          </a:p>
          <a:p xmlns:a="http://schemas.openxmlformats.org/drawingml/2006/main">
            <a:r>
              <a:t>After the visit, use six minutes to record the personal fact and draft thanks. Keep the checked sum, source, contribution and support on L11-E1. Distinguish a thank-you to the visit host from the separate charity donation. Mark amounts planned, approved, sent or received only from real records. If the visit cannot proceed, use an adult-selected community source in the same learning window and label it classroom work.</a:t>
            </a:r>
          </a:p>
          <a:p xmlns:a="http://schemas.openxmlformats.org/drawingml/2006/main">
            <a:r>
              <a:t>Source: 06_SOW_EXTRACT_Cake_Sale.md, Aut2 W6, revision 2026-10-21; owner calendar instruction, revision 2026-10-25.</a:t>
            </a:r>
          </a:p>
          <a:p xmlns:a="http://schemas.openxmlformats.org/drawingml/2006/main">
            <a:r>
              <a:t>Made by Matt · © Matt Roper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Year A · Lesson 11 · Week 6, w/c 7 December 2026</a:t>
            </a:r>
          </a:p>
          <a:p xmlns:a="http://schemas.openxmlformats.org/drawingml/2006/main">
            <a:r>
              <a:t>Stage: Evidence check before hand-in</a:t>
            </a:r>
          </a:p>
          <a:p xmlns:a="http://schemas.openxmlformats.org/drawingml/2006/main">
            <a:r>
              <a:t>Active learning minutes: 2</a:t>
            </a:r>
          </a:p>
          <a:p xmlns:a="http://schemas.openxmlformats.org/drawingml/2006/main">
            <a:r>
              <a:t>Use two minutes to check real activity dates, individual words, source and support. Keep approval, transfer and receipt status accurate. Adults retain responsibility for finance, consent and sharing. Retain a missing record as pending.</a:t>
            </a:r>
          </a:p>
          <a:p xmlns:a="http://schemas.openxmlformats.org/drawingml/2006/main">
            <a:r>
              <a:t>Source: 06_SOW_EXTRACT_Cake_Sale.md, Aut2 W6, revision 2026-10-21; owner calendar instruction, revision 2026-10-25.</a:t>
            </a:r>
          </a:p>
          <a:p xmlns:a="http://schemas.openxmlformats.org/drawingml/2006/main">
            <a:r>
              <a:t>Made by Matt · © Matt Roper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Year A · Lesson 11 · Week 6, w/c 7 December 2026</a:t>
            </a:r>
          </a:p>
          <a:p xmlns:a="http://schemas.openxmlformats.org/drawingml/2006/main">
            <a:r>
              <a:t>Stage: Exit ticket</a:t>
            </a:r>
          </a:p>
          <a:p xmlns:a="http://schemas.openxmlformats.org/drawingml/2006/main">
            <a:r>
              <a:t>Active learning minutes: 2</a:t>
            </a:r>
          </a:p>
          <a:p xmlns:a="http://schemas.openxmlformats.org/drawingml/2006/main">
            <a:r>
              <a:t>Use two minutes for a personal exit response. Compare the actual goals and checked result. Keep all real trip or classroom evidence for the reflection and assessing lesson on Thursday 17 December, P5 12:50–13:30. Do not record the trip as completed before it happens.</a:t>
            </a:r>
          </a:p>
          <a:p xmlns:a="http://schemas.openxmlformats.org/drawingml/2006/main">
            <a:r>
              <a:t>Source: 06_SOW_EXTRACT_Cake_Sale.md, Aut2 W6, revision 2026-10-21; owner calendar instruction, revision 2026-10-25.</a:t>
            </a:r>
          </a:p>
          <a:p xmlns:a="http://schemas.openxmlformats.org/drawingml/2006/main">
            <a:r>
              <a:t>Made by Matt · © Matt Roper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Year A · Lesson 11 · Week 6, w/c 7 December 2026</a:t>
            </a:r>
          </a:p>
          <a:p xmlns:a="http://schemas.openxmlformats.org/drawingml/2006/main">
            <a:r>
              <a:t>Stage: Key vocabulary mat</a:t>
            </a:r>
          </a:p>
          <a:p xmlns:a="http://schemas.openxmlformats.org/drawingml/2006/main">
            <a:r>
              <a:t>Active learning minutes: 0</a:t>
            </a:r>
          </a:p>
          <a:p xmlns:a="http://schemas.openxmlformats.org/drawingml/2006/main">
            <a:r>
              <a:t>Reference slide. Teach selected words before the visit and use the mat for the checked tally and impact message. Retain all eight definitions.</a:t>
            </a:r>
          </a:p>
          <a:p xmlns:a="http://schemas.openxmlformats.org/drawingml/2006/main">
            <a:r>
              <a:t>Source: 06_SOW_EXTRACT_Cake_Sale.md, Aut2 W6, revision 2026-10-21; owner calendar instruction, revision 2026-10-25.</a:t>
            </a:r>
          </a:p>
          <a:p xmlns:a="http://schemas.openxmlformats.org/drawingml/2006/main">
            <a:r>
              <a:t>Made by Matt · © Matt Roper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Year A · Lesson 11 · Week 6, w/c 7 December 2026</a:t>
            </a:r>
          </a:p>
          <a:p xmlns:a="http://schemas.openxmlformats.org/drawingml/2006/main">
            <a:r>
              <a:t>Stage: TA and staff brief</a:t>
            </a:r>
          </a:p>
          <a:p xmlns:a="http://schemas.openxmlformats.org/drawingml/2006/main">
            <a:r>
              <a:t>Active learning minutes: 0</a:t>
            </a:r>
          </a:p>
          <a:p xmlns:a="http://schemas.openxmlformats.org/drawingml/2006/main">
            <a:r>
              <a:t>Confirm the educational link and start organising by 9 November. Complete local approval, consent, staffing, access, travel, welfare and contingency arrangements before departure. Do not treat this learning sequence as a risk assessment or booking. Use 12/18/10 active learning minutes around the actual itinerary. Keep funds with authorised adults; no pupil carries donation cash by default. If the visit cannot proceed, use the classroom source route and keep evidence truthful. Answers: share only an adult-checked total; explain a link to community contribution or impact; cite the actual observation or source.</a:t>
            </a:r>
          </a:p>
          <a:p xmlns:a="http://schemas.openxmlformats.org/drawingml/2006/main">
            <a:r>
              <a:t>Source: 06_SOW_EXTRACT_Cake_Sale.md, Aut2 W6, revision 2026-10-21; owner calendar instruction, revision 2026-10-25.</a:t>
            </a:r>
          </a:p>
          <a:p xmlns:a="http://schemas.openxmlformats.org/drawingml/2006/main">
            <a:r>
              <a:t>Made by Matt · © Matt Roper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adf9ae850c0428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8d88fad451248d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e4d771d79bb4b6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ac21bbbcd4f484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64beb51c6d3452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d4b85b2863e483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091425A-E021-4213-BE2C-2690BC47E30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6E2CD15-41D8-4B2F-B8BA-3723C6A2688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425B122-DF08-4CB1-8EFA-73ACB4261FB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6F0F002-AD74-4662-A2D2-C311925664E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8613E12-E44A-4ADF-9BD3-220EB0B0142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9DDFF0E-7EC4-45C6-8806-617C70B5FA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1D894B5-DCED-4552-B7DB-3A2061A310F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86EB2EA-AAA8-44EE-8EAD-8074E48309F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2CF7F5C-5804-4BB4-9E3B-05002B3CB8B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B0C94EB-9700-4807-ADA2-FD7BCA091A4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abb2ccf52e8494b" /><Relationship Type="http://schemas.openxmlformats.org/officeDocument/2006/relationships/slideLayout" Target="/ppt/slideLayouts/slideLayout1.xml" Id="Rffaf957174384b0f" /><Relationship Type="http://schemas.openxmlformats.org/officeDocument/2006/relationships/slideLayout" Target="/ppt/slideLayouts/slideLayout2.xml" Id="Raf45053bb6e04151" /><Relationship Type="http://schemas.openxmlformats.org/officeDocument/2006/relationships/slideLayout" Target="/ppt/slideLayouts/slideLayout3.xml" Id="R3412de5db139432d" /><Relationship Type="http://schemas.openxmlformats.org/officeDocument/2006/relationships/slideLayout" Target="/ppt/slideLayouts/slideLayout4.xml" Id="Rda10be2dc0994b7c" /><Relationship Type="http://schemas.openxmlformats.org/officeDocument/2006/relationships/slideLayout" Target="/ppt/slideLayouts/slideLayout5.xml" Id="Rf50cfdd56f1944ec" /><Relationship Type="http://schemas.openxmlformats.org/officeDocument/2006/relationships/slideLayout" Target="/ppt/slideLayouts/slideLayout6.xml" Id="Rb610898503b64e4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faf957174384b0f"/>
    <p:sldLayoutId xmlns:r="http://schemas.openxmlformats.org/officeDocument/2006/relationships" id="2147483650" r:id="Raf45053bb6e04151"/>
    <p:sldLayoutId xmlns:r="http://schemas.openxmlformats.org/officeDocument/2006/relationships" id="2147483651" r:id="R3412de5db139432d"/>
    <p:sldLayoutId xmlns:r="http://schemas.openxmlformats.org/officeDocument/2006/relationships" id="2147483652" r:id="Rda10be2dc0994b7c"/>
    <p:sldLayoutId xmlns:r="http://schemas.openxmlformats.org/officeDocument/2006/relationships" id="2147483653" r:id="Rf50cfdd56f1944ec"/>
    <p:sldLayoutId xmlns:r="http://schemas.openxmlformats.org/officeDocument/2006/relationships" id="2147483654" r:id="Rb610898503b64e4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8b2511aeaa341ca" /><Relationship Type="http://schemas.openxmlformats.org/officeDocument/2006/relationships/image" Target="/ppt/media/image.png" Id="R95fae4ce32d0453f" /><Relationship Type="http://schemas.openxmlformats.org/officeDocument/2006/relationships/notesSlide" Target="/ppt/notesSlides/notesSlide1.xml" Id="R2815db271b2f494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6fa13be3a0441cf" /><Relationship Type="http://schemas.openxmlformats.org/officeDocument/2006/relationships/notesSlide" Target="/ppt/notesSlides/notesSlide2.xml" Id="R79eaf44349f5400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d4cdc9817bc4a9f" /><Relationship Type="http://schemas.openxmlformats.org/officeDocument/2006/relationships/notesSlide" Target="/ppt/notesSlides/notesSlide3.xml" Id="R592721e6968d4f9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5b1ffa650944b5c" /><Relationship Type="http://schemas.openxmlformats.org/officeDocument/2006/relationships/notesSlide" Target="/ppt/notesSlides/notesSlide4.xml" Id="R6757affbaa514a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43d43f94c9c4d40" /><Relationship Type="http://schemas.openxmlformats.org/officeDocument/2006/relationships/chart" Target="/ppt/slides/charts/chart1.xml" Id="Ref257002c4c142b1" /><Relationship Type="http://schemas.openxmlformats.org/officeDocument/2006/relationships/notesSlide" Target="/ppt/notesSlides/notesSlide5.xml" Id="R363c2fe4f685424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67c1ca0779a4d1f" /><Relationship Type="http://schemas.openxmlformats.org/officeDocument/2006/relationships/notesSlide" Target="/ppt/notesSlides/notesSlide6.xml" Id="R23c76ebf8ed84bc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84cab19f54842dd" /><Relationship Type="http://schemas.openxmlformats.org/officeDocument/2006/relationships/notesSlide" Target="/ppt/notesSlides/notesSlide7.xml" Id="R63ccd47899d1454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513cc4de9a242da" /><Relationship Type="http://schemas.openxmlformats.org/officeDocument/2006/relationships/notesSlide" Target="/ppt/notesSlides/notesSlide8.xml" Id="Rcfefbf4e13f244d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cecf27996fb4790" /><Relationship Type="http://schemas.openxmlformats.org/officeDocument/2006/relationships/notesSlide" Target="/ppt/notesSlides/notesSlide9.xml" Id="R09ac9edb941d47e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0a119d569a04cb2" /><Relationship Type="http://schemas.openxmlformats.org/officeDocument/2006/relationships/notesSlide" Target="/ppt/notesSlides/notesSlide10.xml" Id="Rcd0861d4dd1a464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84366d55b7245b8" /><Relationship Type="http://schemas.openxmlformats.org/officeDocument/2006/relationships/image" Target="/ppt/media/image2.png" Id="R0d986d55115c4b6a" /><Relationship Type="http://schemas.openxmlformats.org/officeDocument/2006/relationships/image" Target="/ppt/media/image3.png" Id="R5eaa1d43fa094eab" /><Relationship Type="http://schemas.openxmlformats.org/officeDocument/2006/relationships/image" Target="/ppt/media/image4.png" Id="R23d9283e1a0b446c" /><Relationship Type="http://schemas.openxmlformats.org/officeDocument/2006/relationships/image" Target="/ppt/media/image5.png" Id="R047ed9d3dbd94801" /><Relationship Type="http://schemas.openxmlformats.org/officeDocument/2006/relationships/image" Target="/ppt/media/image6.png" Id="R5a670e69b9114072" /><Relationship Type="http://schemas.openxmlformats.org/officeDocument/2006/relationships/image" Target="/ppt/media/image7.png" Id="Ra29ea990d1154e71" /><Relationship Type="http://schemas.openxmlformats.org/officeDocument/2006/relationships/image" Target="/ppt/media/image8.png" Id="R986967a978e64b64" /><Relationship Type="http://schemas.openxmlformats.org/officeDocument/2006/relationships/image" Target="/ppt/media/image9.png" Id="R4fea4820d513410a" /><Relationship Type="http://schemas.openxmlformats.org/officeDocument/2006/relationships/notesSlide" Target="/ppt/notesSlides/notesSlide11.xml" Id="R91033e3bde484b6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080e019cbf74031" /><Relationship Type="http://schemas.openxmlformats.org/officeDocument/2006/relationships/notesSlide" Target="/ppt/notesSlides/notesSlide12.xml" Id="Re87b94fd37c047d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a:solidFill>
                  <a:srgbClr val="19313E"/>
                </a:solidFill>
                <a:latin typeface="Segoe UI"/>
                <a:ea typeface="Segoe UI"/>
                <a:cs typeface="Segoe UI"/>
              </a:rPr>
              <a:t>Example only in pounds</a:t>
            </a:r>
          </a:p>
        </c:rich>
      </c:tx>
      <c:overlay val="0"/>
      <c:txPr>
        <a:bodyPr xmlns:a="http://schemas.openxmlformats.org/drawingml/2006/main" anchorCtr="1"/>
        <a:lstStyle xmlns:a="http://schemas.openxmlformats.org/drawingml/2006/main"/>
        <a:p xmlns:a="http://schemas.openxmlformats.org/drawingml/2006/main">
          <a:pPr>
            <a:defRPr sz="1875">
              <a:solidFill>
                <a:srgbClr val="19313E"/>
              </a:solidFill>
              <a:latin typeface="Segoe UI"/>
              <a:ea typeface="Segoe UI"/>
              <a:cs typeface="Segoe UI"/>
            </a:defRPr>
          </a:pPr>
        </a:p>
      </c:txPr>
    </c:title>
    <c:plotArea>
      <c:barChart>
        <c:barDir val="col"/>
        <c:grouping val="clustered"/>
        <c:varyColors val="0"/>
        <c:ser>
          <c:idx val="0"/>
          <c:order val="0"/>
          <c:tx>
            <c:v>Pounds</c:v>
          </c:tx>
          <c:spPr>
            <a:solidFill xmlns:a="http://schemas.openxmlformats.org/drawingml/2006/main">
              <a:srgbClr val="315F70"/>
            </a:solidFill>
          </c:spPr>
          <c:invertIfNegative val="0"/>
          <c:cat>
            <c:strRef>
              <c:f>'Chart Data'!$A$2:$A$3</c:f>
              <c:strCache>
                <c:ptCount val="2"/>
                <c:pt idx="0">
                  <c:v>Target</c:v>
                </c:pt>
                <c:pt idx="1">
                  <c:v>Money to give</c:v>
                </c:pt>
              </c:strCache>
            </c:strRef>
          </c:cat>
          <c:val>
            <c:numRef>
              <c:f>'Chart Data'!$B$2:$B$3</c:f>
              <c:numCache>
                <c:formatCode>£0</c:formatCode>
                <c:ptCount val="2"/>
                <c:pt idx="0">
                  <c:v>10</c:v>
                </c:pt>
                <c:pt idx="1">
                  <c:v>12</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875">
                  <a:solidFill>
                    <a:srgbClr val="19313E"/>
                  </a:solidFill>
                  <a:latin typeface="Segoe UI"/>
                  <a:ea typeface="Segoe UI"/>
                  <a:cs typeface="Segoe UI"/>
                </a:defRPr>
              </a:pPr>
            </a:p>
          </c:txPr>
          <c:dLblPos val="outEnd"/>
          <c:showLegendKey val="0"/>
          <c:showVal val="1"/>
          <c:showCatName val="0"/>
          <c:showSerName val="0"/>
          <c:showPercent val="0"/>
          <c:showBubbleSize val="0"/>
          <c:showLeaderLines val="0"/>
        </c:dLbls>
        <c:gapWidth val="1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9313E"/>
                </a:solidFill>
                <a:latin typeface="Segoe UI"/>
                <a:ea typeface="Segoe UI"/>
                <a:cs typeface="Segoe UI"/>
              </a:defRPr>
            </a:pPr>
          </a:p>
        </c:txPr>
        <c:crossAx val="48672768"/>
      </c:catAx>
      <c:valAx>
        <c:axId val="48672768"/>
        <c:scaling>
          <c:orientation val="minMax"/>
          <c:max val="15"/>
          <c:min val="0"/>
        </c:scaling>
        <c:delete val="0"/>
        <c:axPos val="l"/>
        <c:majorGridlines>
          <c:spPr>
            <a:ln xmlns:a="http://schemas.openxmlformats.org/drawingml/2006/main" w="9525">
              <a:solidFill>
                <a:srgbClr val="D9E3E7"/>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9313E"/>
                </a:solidFill>
                <a:latin typeface="Segoe UI"/>
                <a:ea typeface="Segoe UI"/>
                <a:cs typeface="Segoe UI"/>
              </a:defRPr>
            </a:pPr>
          </a:p>
        </c:txPr>
        <c:crossAx val="48650112"/>
        <c:crossBetween val="between"/>
        <c:majorUnit val="5"/>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esson-code">
            <a:extLst xmlns:a="http://schemas.openxmlformats.org/drawingml/2006/main">
              <a:ext uri="{FF2B5EF4-FFF2-40B4-BE49-F238E27FC236}">
                <a16:creationId xmlns:a16="http://schemas.microsoft.com/office/drawing/2014/main" id="{04F70C49-F501-4400-A98F-828435730B9B}"/>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200" b="0">
                <a:solidFill>
                  <a:srgbClr val="566574"/>
                </a:solidFill>
                <a:latin typeface="Segoe UI"/>
                <a:ea typeface="Segoe UI"/>
                <a:cs typeface="Segoe UI"/>
              </a:defRPr>
            </a:lvl1pPr>
            <a:lvl2pPr>
              <a:buNone/>
              <a:defRPr sz="1200" b="0">
                <a:solidFill>
                  <a:srgbClr val="566574"/>
                </a:solidFill>
                <a:latin typeface="Segoe UI"/>
                <a:ea typeface="Segoe UI"/>
                <a:cs typeface="Segoe UI"/>
              </a:defRPr>
            </a:lvl2pPr>
            <a:lvl3pPr>
              <a:buNone/>
              <a:defRPr sz="1200" b="0">
                <a:solidFill>
                  <a:srgbClr val="566574"/>
                </a:solidFill>
                <a:latin typeface="Segoe UI"/>
                <a:ea typeface="Segoe UI"/>
                <a:cs typeface="Segoe UI"/>
              </a:defRPr>
            </a:lvl3pPr>
            <a:lvl4pPr>
              <a:buNone/>
              <a:defRPr sz="1200" b="0">
                <a:solidFill>
                  <a:srgbClr val="566574"/>
                </a:solidFill>
                <a:latin typeface="Segoe UI"/>
                <a:ea typeface="Segoe UI"/>
                <a:cs typeface="Segoe UI"/>
              </a:defRPr>
            </a:lvl4pPr>
            <a:lvl5pPr>
              <a:buNone/>
              <a:defRPr sz="1200" b="0">
                <a:solidFill>
                  <a:srgbClr val="566574"/>
                </a:solidFill>
                <a:latin typeface="Segoe UI"/>
                <a:ea typeface="Segoe UI"/>
                <a:cs typeface="Segoe UI"/>
              </a:defRPr>
            </a:lvl5pPr>
            <a:lvl6pPr>
              <a:buNone/>
              <a:defRPr sz="1200" b="0">
                <a:solidFill>
                  <a:srgbClr val="566574"/>
                </a:solidFill>
                <a:latin typeface="Segoe UI"/>
                <a:ea typeface="Segoe UI"/>
                <a:cs typeface="Segoe UI"/>
              </a:defRPr>
            </a:lvl6pPr>
            <a:lvl7pPr>
              <a:buNone/>
              <a:defRPr sz="1200" b="0">
                <a:solidFill>
                  <a:srgbClr val="566574"/>
                </a:solidFill>
                <a:latin typeface="Segoe UI"/>
                <a:ea typeface="Segoe UI"/>
                <a:cs typeface="Segoe UI"/>
              </a:defRPr>
            </a:lvl7pPr>
            <a:lvl8pPr>
              <a:buNone/>
              <a:defRPr sz="1200" b="0">
                <a:solidFill>
                  <a:srgbClr val="566574"/>
                </a:solidFill>
                <a:latin typeface="Segoe UI"/>
                <a:ea typeface="Segoe UI"/>
                <a:cs typeface="Segoe UI"/>
              </a:defRPr>
            </a:lvl8pPr>
            <a:lvl9pPr>
              <a:buNone/>
              <a:defRPr sz="1200" b="0">
                <a:solidFill>
                  <a:srgbClr val="566574"/>
                </a:solidFill>
                <a:latin typeface="Segoe UI"/>
                <a:ea typeface="Segoe UI"/>
                <a:cs typeface="Segoe UI"/>
              </a:defRPr>
            </a:lvl9pPr>
          </a:lstStyle>
          <a:p xmlns:a="http://schemas.openxmlformats.org/drawingml/2006/main">
            <a:pPr>
              <a:buNone/>
              <a:defRPr sz="1200" b="0">
                <a:solidFill>
                  <a:srgbClr val="566574"/>
                </a:solidFill>
                <a:latin typeface="Segoe UI"/>
                <a:ea typeface="Segoe UI"/>
                <a:cs typeface="Segoe UI"/>
              </a:defRPr>
            </a:pPr>
            <a:r>
              <a:rPr sz="1200" b="0">
                <a:solidFill>
                  <a:srgbClr val="566574"/>
                </a:solidFill>
                <a:latin typeface="Segoe UI"/>
                <a:ea typeface="Segoe UI"/>
                <a:cs typeface="Segoe UI"/>
              </a:rPr>
              <a:t>COMM-GROW-A2-W06  ·  Lesson 11</a:t>
            </a:r>
          </a:p>
        </p:txBody>
      </p:sp>
      <p:sp>
        <p:nvSpPr>
          <p:cNvPr id="2" name="label">
            <a:extLst xmlns:a="http://schemas.openxmlformats.org/drawingml/2006/main">
              <a:ext uri="{FF2B5EF4-FFF2-40B4-BE49-F238E27FC236}">
                <a16:creationId xmlns:a16="http://schemas.microsoft.com/office/drawing/2014/main" id="{58E6A7D8-B3B0-4E2D-842D-A6E77B8061AE}"/>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200" b="0">
                <a:solidFill>
                  <a:srgbClr val="566574"/>
                </a:solidFill>
                <a:latin typeface="Segoe UI"/>
                <a:ea typeface="Segoe UI"/>
                <a:cs typeface="Segoe UI"/>
              </a:rPr>
              <a:t>Public edition · Year A</a:t>
            </a:r>
          </a:p>
        </p:txBody>
      </p:sp>
      <p:sp>
        <p:nvSpPr>
          <p:cNvPr id="3" name="stage-title">
            <a:extLst xmlns:a="http://schemas.openxmlformats.org/drawingml/2006/main">
              <a:ext uri="{FF2B5EF4-FFF2-40B4-BE49-F238E27FC236}">
                <a16:creationId xmlns:a16="http://schemas.microsoft.com/office/drawing/2014/main" id="{FA22D79A-4D2B-4573-A49F-1E9E6C3C66E1}"/>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buNone/>
              <a:defRPr sz="3225" b="1">
                <a:solidFill>
                  <a:srgbClr val="345D70"/>
                </a:solidFill>
                <a:latin typeface="Segoe UI"/>
                <a:ea typeface="Segoe UI"/>
                <a:cs typeface="Segoe UI"/>
              </a:defRPr>
            </a:lvl1pPr>
            <a:lvl2pPr>
              <a:buNone/>
              <a:defRPr sz="3225" b="1">
                <a:solidFill>
                  <a:srgbClr val="345D70"/>
                </a:solidFill>
                <a:latin typeface="Segoe UI"/>
                <a:ea typeface="Segoe UI"/>
                <a:cs typeface="Segoe UI"/>
              </a:defRPr>
            </a:lvl2pPr>
            <a:lvl3pPr>
              <a:buNone/>
              <a:defRPr sz="3225" b="1">
                <a:solidFill>
                  <a:srgbClr val="345D70"/>
                </a:solidFill>
                <a:latin typeface="Segoe UI"/>
                <a:ea typeface="Segoe UI"/>
                <a:cs typeface="Segoe UI"/>
              </a:defRPr>
            </a:lvl3pPr>
            <a:lvl4pPr>
              <a:buNone/>
              <a:defRPr sz="3225" b="1">
                <a:solidFill>
                  <a:srgbClr val="345D70"/>
                </a:solidFill>
                <a:latin typeface="Segoe UI"/>
                <a:ea typeface="Segoe UI"/>
                <a:cs typeface="Segoe UI"/>
              </a:defRPr>
            </a:lvl4pPr>
            <a:lvl5pPr>
              <a:buNone/>
              <a:defRPr sz="3225" b="1">
                <a:solidFill>
                  <a:srgbClr val="345D70"/>
                </a:solidFill>
                <a:latin typeface="Segoe UI"/>
                <a:ea typeface="Segoe UI"/>
                <a:cs typeface="Segoe UI"/>
              </a:defRPr>
            </a:lvl5pPr>
            <a:lvl6pPr>
              <a:buNone/>
              <a:defRPr sz="3225" b="1">
                <a:solidFill>
                  <a:srgbClr val="345D70"/>
                </a:solidFill>
                <a:latin typeface="Segoe UI"/>
                <a:ea typeface="Segoe UI"/>
                <a:cs typeface="Segoe UI"/>
              </a:defRPr>
            </a:lvl6pPr>
            <a:lvl7pPr>
              <a:buNone/>
              <a:defRPr sz="3225" b="1">
                <a:solidFill>
                  <a:srgbClr val="345D70"/>
                </a:solidFill>
                <a:latin typeface="Segoe UI"/>
                <a:ea typeface="Segoe UI"/>
                <a:cs typeface="Segoe UI"/>
              </a:defRPr>
            </a:lvl7pPr>
            <a:lvl8pPr>
              <a:buNone/>
              <a:defRPr sz="3225" b="1">
                <a:solidFill>
                  <a:srgbClr val="345D70"/>
                </a:solidFill>
                <a:latin typeface="Segoe UI"/>
                <a:ea typeface="Segoe UI"/>
                <a:cs typeface="Segoe UI"/>
              </a:defRPr>
            </a:lvl8pPr>
            <a:lvl9pPr>
              <a:buNone/>
              <a:defRPr sz="3225" b="1">
                <a:solidFill>
                  <a:srgbClr val="345D70"/>
                </a:solidFill>
                <a:latin typeface="Segoe UI"/>
                <a:ea typeface="Segoe UI"/>
                <a:cs typeface="Segoe UI"/>
              </a:defRPr>
            </a:lvl9pPr>
          </a:lstStyle>
          <a:p xmlns:a="http://schemas.openxmlformats.org/drawingml/2006/main">
            <a:pPr>
              <a:buNone/>
              <a:defRPr sz="3225" b="1">
                <a:solidFill>
                  <a:srgbClr val="345D70"/>
                </a:solidFill>
                <a:latin typeface="Segoe UI"/>
                <a:ea typeface="Segoe UI"/>
                <a:cs typeface="Segoe UI"/>
              </a:defRPr>
            </a:pPr>
            <a:r>
              <a:rPr sz="3300" b="1">
                <a:solidFill>
                  <a:srgbClr val="345D70"/>
                </a:solidFill>
                <a:latin typeface="Segoe UI"/>
                <a:ea typeface="Segoe UI"/>
                <a:cs typeface="Segoe UI"/>
              </a:rPr>
              <a:t>Trip and community impact</a:t>
            </a:r>
          </a:p>
        </p:txBody>
      </p:sp>
      <p:sp>
        <p:nvSpPr>
          <p:cNvPr id="4" name="big-question">
            <a:extLst xmlns:a="http://schemas.openxmlformats.org/drawingml/2006/main">
              <a:ext uri="{FF2B5EF4-FFF2-40B4-BE49-F238E27FC236}">
                <a16:creationId xmlns:a16="http://schemas.microsoft.com/office/drawing/2014/main" id="{2A0D3FBF-C803-43A7-9C36-21F112F5EFA4}"/>
              </a:ext>
            </a:extLst>
          </p:cNvPr>
          <p:cNvSpPr>
            <a:spLocks xmlns:a="http://schemas.openxmlformats.org/drawingml/2006/main" noGrp="1"/>
          </p:cNvSpPr>
          <p:nvPr/>
        </p:nvSpPr>
        <p:spPr>
          <a:xfrm xmlns:a="http://schemas.openxmlformats.org/drawingml/2006/main">
            <a:off x="533400" y="2000250"/>
            <a:ext cx="8953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600" b="1">
                <a:solidFill>
                  <a:srgbClr val="192E3B"/>
                </a:solidFill>
                <a:latin typeface="Segoe UI"/>
                <a:ea typeface="Segoe UI"/>
                <a:cs typeface="Segoe UI"/>
              </a:defRPr>
            </a:defPPr>
            <a:lvl1pPr>
              <a:buNone/>
              <a:defRPr sz="3600" b="1">
                <a:solidFill>
                  <a:srgbClr val="192E3B"/>
                </a:solidFill>
                <a:latin typeface="Segoe UI"/>
                <a:ea typeface="Segoe UI"/>
                <a:cs typeface="Segoe UI"/>
              </a:defRPr>
            </a:lvl1pPr>
            <a:lvl2pPr>
              <a:buNone/>
              <a:defRPr sz="3600" b="1">
                <a:solidFill>
                  <a:srgbClr val="192E3B"/>
                </a:solidFill>
                <a:latin typeface="Segoe UI"/>
                <a:ea typeface="Segoe UI"/>
                <a:cs typeface="Segoe UI"/>
              </a:defRPr>
            </a:lvl2pPr>
            <a:lvl3pPr>
              <a:buNone/>
              <a:defRPr sz="3600" b="1">
                <a:solidFill>
                  <a:srgbClr val="192E3B"/>
                </a:solidFill>
                <a:latin typeface="Segoe UI"/>
                <a:ea typeface="Segoe UI"/>
                <a:cs typeface="Segoe UI"/>
              </a:defRPr>
            </a:lvl3pPr>
            <a:lvl4pPr>
              <a:buNone/>
              <a:defRPr sz="3600" b="1">
                <a:solidFill>
                  <a:srgbClr val="192E3B"/>
                </a:solidFill>
                <a:latin typeface="Segoe UI"/>
                <a:ea typeface="Segoe UI"/>
                <a:cs typeface="Segoe UI"/>
              </a:defRPr>
            </a:lvl4pPr>
            <a:lvl5pPr>
              <a:buNone/>
              <a:defRPr sz="3600" b="1">
                <a:solidFill>
                  <a:srgbClr val="192E3B"/>
                </a:solidFill>
                <a:latin typeface="Segoe UI"/>
                <a:ea typeface="Segoe UI"/>
                <a:cs typeface="Segoe UI"/>
              </a:defRPr>
            </a:lvl5pPr>
            <a:lvl6pPr>
              <a:buNone/>
              <a:defRPr sz="3600" b="1">
                <a:solidFill>
                  <a:srgbClr val="192E3B"/>
                </a:solidFill>
                <a:latin typeface="Segoe UI"/>
                <a:ea typeface="Segoe UI"/>
                <a:cs typeface="Segoe UI"/>
              </a:defRPr>
            </a:lvl6pPr>
            <a:lvl7pPr>
              <a:buNone/>
              <a:defRPr sz="3600" b="1">
                <a:solidFill>
                  <a:srgbClr val="192E3B"/>
                </a:solidFill>
                <a:latin typeface="Segoe UI"/>
                <a:ea typeface="Segoe UI"/>
                <a:cs typeface="Segoe UI"/>
              </a:defRPr>
            </a:lvl7pPr>
            <a:lvl8pPr>
              <a:buNone/>
              <a:defRPr sz="3600" b="1">
                <a:solidFill>
                  <a:srgbClr val="192E3B"/>
                </a:solidFill>
                <a:latin typeface="Segoe UI"/>
                <a:ea typeface="Segoe UI"/>
                <a:cs typeface="Segoe UI"/>
              </a:defRPr>
            </a:lvl8pPr>
            <a:lvl9pPr>
              <a:buNone/>
              <a:defRPr sz="3600" b="1">
                <a:solidFill>
                  <a:srgbClr val="192E3B"/>
                </a:solidFill>
                <a:latin typeface="Segoe UI"/>
                <a:ea typeface="Segoe UI"/>
                <a:cs typeface="Segoe UI"/>
              </a:defRPr>
            </a:lvl9pPr>
          </a:lstStyle>
          <a:p xmlns:a="http://schemas.openxmlformats.org/drawingml/2006/main">
            <a:pPr>
              <a:buNone/>
              <a:defRPr sz="3600" b="1">
                <a:solidFill>
                  <a:srgbClr val="192E3B"/>
                </a:solidFill>
                <a:latin typeface="Segoe UI"/>
                <a:ea typeface="Segoe UI"/>
                <a:cs typeface="Segoe UI"/>
              </a:defRPr>
            </a:pPr>
            <a:r>
              <a:rPr sz="3600" b="1">
                <a:solidFill>
                  <a:srgbClr val="192E3B"/>
                </a:solidFill>
                <a:latin typeface="Segoe UI"/>
                <a:ea typeface="Segoe UI"/>
                <a:cs typeface="Segoe UI"/>
              </a:rPr>
              <a:t>What can our trip help us learn?</a:t>
            </a:r>
          </a:p>
        </p:txBody>
      </p:sp>
      <p:sp>
        <p:nvSpPr>
          <p:cNvPr id="5" name="purpose">
            <a:extLst xmlns:a="http://schemas.openxmlformats.org/drawingml/2006/main">
              <a:ext uri="{FF2B5EF4-FFF2-40B4-BE49-F238E27FC236}">
                <a16:creationId xmlns:a16="http://schemas.microsoft.com/office/drawing/2014/main" id="{5393B481-8CC5-4079-813D-4C7271C53424}"/>
              </a:ext>
            </a:extLst>
          </p:cNvPr>
          <p:cNvSpPr>
            <a:spLocks xmlns:a="http://schemas.openxmlformats.org/drawingml/2006/main" noGrp="1"/>
          </p:cNvSpPr>
          <p:nvPr/>
        </p:nvSpPr>
        <p:spPr>
          <a:xfrm xmlns:a="http://schemas.openxmlformats.org/drawingml/2006/main">
            <a:off x="533400" y="3810000"/>
            <a:ext cx="9144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700" b="0">
                <a:solidFill>
                  <a:srgbClr val="192E3B"/>
                </a:solidFill>
                <a:latin typeface="Segoe UI"/>
                <a:ea typeface="Segoe UI"/>
                <a:cs typeface="Segoe UI"/>
              </a:defRPr>
            </a:defPPr>
            <a:lvl1pPr>
              <a:buNone/>
              <a:defRPr sz="2550" b="0">
                <a:solidFill>
                  <a:srgbClr val="192E3B"/>
                </a:solidFill>
                <a:latin typeface="Segoe UI"/>
                <a:ea typeface="Segoe UI"/>
                <a:cs typeface="Segoe UI"/>
              </a:defRPr>
            </a:lvl1pPr>
            <a:lvl2pPr>
              <a:buNone/>
              <a:defRPr sz="2550" b="0">
                <a:solidFill>
                  <a:srgbClr val="192E3B"/>
                </a:solidFill>
                <a:latin typeface="Segoe UI"/>
                <a:ea typeface="Segoe UI"/>
                <a:cs typeface="Segoe UI"/>
              </a:defRPr>
            </a:lvl2pPr>
            <a:lvl3pPr>
              <a:buNone/>
              <a:defRPr sz="2550" b="0">
                <a:solidFill>
                  <a:srgbClr val="192E3B"/>
                </a:solidFill>
                <a:latin typeface="Segoe UI"/>
                <a:ea typeface="Segoe UI"/>
                <a:cs typeface="Segoe UI"/>
              </a:defRPr>
            </a:lvl3pPr>
            <a:lvl4pPr>
              <a:buNone/>
              <a:defRPr sz="2550" b="0">
                <a:solidFill>
                  <a:srgbClr val="192E3B"/>
                </a:solidFill>
                <a:latin typeface="Segoe UI"/>
                <a:ea typeface="Segoe UI"/>
                <a:cs typeface="Segoe UI"/>
              </a:defRPr>
            </a:lvl4pPr>
            <a:lvl5pPr>
              <a:buNone/>
              <a:defRPr sz="2550" b="0">
                <a:solidFill>
                  <a:srgbClr val="192E3B"/>
                </a:solidFill>
                <a:latin typeface="Segoe UI"/>
                <a:ea typeface="Segoe UI"/>
                <a:cs typeface="Segoe UI"/>
              </a:defRPr>
            </a:lvl5pPr>
            <a:lvl6pPr>
              <a:buNone/>
              <a:defRPr sz="2550" b="0">
                <a:solidFill>
                  <a:srgbClr val="192E3B"/>
                </a:solidFill>
                <a:latin typeface="Segoe UI"/>
                <a:ea typeface="Segoe UI"/>
                <a:cs typeface="Segoe UI"/>
              </a:defRPr>
            </a:lvl6pPr>
            <a:lvl7pPr>
              <a:buNone/>
              <a:defRPr sz="2550" b="0">
                <a:solidFill>
                  <a:srgbClr val="192E3B"/>
                </a:solidFill>
                <a:latin typeface="Segoe UI"/>
                <a:ea typeface="Segoe UI"/>
                <a:cs typeface="Segoe UI"/>
              </a:defRPr>
            </a:lvl7pPr>
            <a:lvl8pPr>
              <a:buNone/>
              <a:defRPr sz="2550" b="0">
                <a:solidFill>
                  <a:srgbClr val="192E3B"/>
                </a:solidFill>
                <a:latin typeface="Segoe UI"/>
                <a:ea typeface="Segoe UI"/>
                <a:cs typeface="Segoe UI"/>
              </a:defRPr>
            </a:lvl8pPr>
            <a:lvl9pPr>
              <a:buNone/>
              <a:defRPr sz="2550" b="0">
                <a:solidFill>
                  <a:srgbClr val="192E3B"/>
                </a:solidFill>
                <a:latin typeface="Segoe UI"/>
                <a:ea typeface="Segoe UI"/>
                <a:cs typeface="Segoe UI"/>
              </a:defRPr>
            </a:lvl9pPr>
          </a:lstStyle>
          <a:p xmlns:a="http://schemas.openxmlformats.org/drawingml/2006/main">
            <a:pPr>
              <a:buNone/>
              <a:defRPr sz="2550" b="0">
                <a:solidFill>
                  <a:srgbClr val="192E3B"/>
                </a:solidFill>
                <a:latin typeface="Segoe UI"/>
                <a:ea typeface="Segoe UI"/>
                <a:cs typeface="Segoe UI"/>
              </a:defRPr>
            </a:pPr>
            <a:r>
              <a:rPr sz="2700" b="0">
                <a:solidFill>
                  <a:srgbClr val="192E3B"/>
                </a:solidFill>
                <a:latin typeface="Segoe UI"/>
                <a:ea typeface="Segoe UI"/>
                <a:cs typeface="Segoe UI"/>
              </a:rPr>
              <a:t>Check our funds. Ask, listen and thank.</a:t>
            </a:r>
          </a:p>
        </p:txBody>
      </p:sp>
      <p:pic>
        <p:nvPicPr>
          <p:cNvPr id="6" name="picture-cue-1">
            <a:extLst xmlns:a="http://schemas.openxmlformats.org/drawingml/2006/main">
              <a:ext uri="{FF2B5EF4-FFF2-40B4-BE49-F238E27FC236}">
                <a16:creationId xmlns:a16="http://schemas.microsoft.com/office/drawing/2014/main" id="{567B2436-5367-42B0-B296-66C81B7273D8}"/>
              </a:ext>
            </a:extLst>
          </p:cNvPr>
          <p:cNvPicPr>
            <a:picLocks xmlns:a="http://schemas.openxmlformats.org/drawingml/2006/main" noChangeAspect="1"/>
          </p:cNvPicPr>
          <p:nvPr/>
        </p:nvPicPr>
        <p:blipFill>
          <a:blip xmlns:r="http://schemas.openxmlformats.org/officeDocument/2006/relationships" xmlns:a="http://schemas.openxmlformats.org/drawingml/2006/main" r:embed="R95fae4ce32d0453f"/>
          <a:stretch xmlns:a="http://schemas.openxmlformats.org/drawingml/2006/main"/>
        </p:blipFill>
        <p:spPr>
          <a:xfrm xmlns:a="http://schemas.openxmlformats.org/drawingml/2006/main">
            <a:off x="10001250" y="2286000"/>
            <a:ext cx="1238250" cy="1238250"/>
          </a:xfrm>
          <a:prstGeom xmlns:a="http://schemas.openxmlformats.org/drawingml/2006/main" prst="rect">
            <a:avLst/>
          </a:prstGeom>
        </p:spPr>
      </p:pic>
      <p:sp>
        <p:nvSpPr>
          <p:cNvPr id="7" name="date">
            <a:extLst xmlns:a="http://schemas.openxmlformats.org/drawingml/2006/main">
              <a:ext uri="{FF2B5EF4-FFF2-40B4-BE49-F238E27FC236}">
                <a16:creationId xmlns:a16="http://schemas.microsoft.com/office/drawing/2014/main" id="{78867101-38D2-440A-8D10-08B897D02A17}"/>
              </a:ext>
            </a:extLst>
          </p:cNvPr>
          <p:cNvSpPr>
            <a:spLocks xmlns:a="http://schemas.openxmlformats.org/drawingml/2006/main" noGrp="1"/>
          </p:cNvSpPr>
          <p:nvPr/>
        </p:nvSpPr>
        <p:spPr>
          <a:xfrm xmlns:a="http://schemas.openxmlformats.org/drawingml/2006/main">
            <a:off x="533400" y="54292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0">
                <a:solidFill>
                  <a:srgbClr val="566574"/>
                </a:solidFill>
                <a:latin typeface="Segoe UI"/>
                <a:ea typeface="Segoe UI"/>
                <a:cs typeface="Segoe UI"/>
              </a:defRPr>
            </a:defPPr>
            <a:lvl1pPr>
              <a:buNone/>
              <a:defRPr sz="1800" b="0">
                <a:solidFill>
                  <a:srgbClr val="566574"/>
                </a:solidFill>
                <a:latin typeface="Segoe UI"/>
                <a:ea typeface="Segoe UI"/>
                <a:cs typeface="Segoe UI"/>
              </a:defRPr>
            </a:lvl1pPr>
            <a:lvl2pPr>
              <a:buNone/>
              <a:defRPr sz="1800" b="0">
                <a:solidFill>
                  <a:srgbClr val="566574"/>
                </a:solidFill>
                <a:latin typeface="Segoe UI"/>
                <a:ea typeface="Segoe UI"/>
                <a:cs typeface="Segoe UI"/>
              </a:defRPr>
            </a:lvl2pPr>
            <a:lvl3pPr>
              <a:buNone/>
              <a:defRPr sz="1800" b="0">
                <a:solidFill>
                  <a:srgbClr val="566574"/>
                </a:solidFill>
                <a:latin typeface="Segoe UI"/>
                <a:ea typeface="Segoe UI"/>
                <a:cs typeface="Segoe UI"/>
              </a:defRPr>
            </a:lvl3pPr>
            <a:lvl4pPr>
              <a:buNone/>
              <a:defRPr sz="1800" b="0">
                <a:solidFill>
                  <a:srgbClr val="566574"/>
                </a:solidFill>
                <a:latin typeface="Segoe UI"/>
                <a:ea typeface="Segoe UI"/>
                <a:cs typeface="Segoe UI"/>
              </a:defRPr>
            </a:lvl4pPr>
            <a:lvl5pPr>
              <a:buNone/>
              <a:defRPr sz="1800" b="0">
                <a:solidFill>
                  <a:srgbClr val="566574"/>
                </a:solidFill>
                <a:latin typeface="Segoe UI"/>
                <a:ea typeface="Segoe UI"/>
                <a:cs typeface="Segoe UI"/>
              </a:defRPr>
            </a:lvl5pPr>
            <a:lvl6pPr>
              <a:buNone/>
              <a:defRPr sz="1800" b="0">
                <a:solidFill>
                  <a:srgbClr val="566574"/>
                </a:solidFill>
                <a:latin typeface="Segoe UI"/>
                <a:ea typeface="Segoe UI"/>
                <a:cs typeface="Segoe UI"/>
              </a:defRPr>
            </a:lvl6pPr>
            <a:lvl7pPr>
              <a:buNone/>
              <a:defRPr sz="1800" b="0">
                <a:solidFill>
                  <a:srgbClr val="566574"/>
                </a:solidFill>
                <a:latin typeface="Segoe UI"/>
                <a:ea typeface="Segoe UI"/>
                <a:cs typeface="Segoe UI"/>
              </a:defRPr>
            </a:lvl7pPr>
            <a:lvl8pPr>
              <a:buNone/>
              <a:defRPr sz="1800" b="0">
                <a:solidFill>
                  <a:srgbClr val="566574"/>
                </a:solidFill>
                <a:latin typeface="Segoe UI"/>
                <a:ea typeface="Segoe UI"/>
                <a:cs typeface="Segoe UI"/>
              </a:defRPr>
            </a:lvl8pPr>
            <a:lvl9pPr>
              <a:buNone/>
              <a:defRPr sz="1800" b="0">
                <a:solidFill>
                  <a:srgbClr val="566574"/>
                </a:solidFill>
                <a:latin typeface="Segoe UI"/>
                <a:ea typeface="Segoe UI"/>
                <a:cs typeface="Segoe UI"/>
              </a:defRPr>
            </a:lvl9pPr>
          </a:lstStyle>
          <a:p xmlns:a="http://schemas.openxmlformats.org/drawingml/2006/main">
            <a:pPr>
              <a:buNone/>
              <a:defRPr sz="1800" b="0">
                <a:solidFill>
                  <a:srgbClr val="566574"/>
                </a:solidFill>
                <a:latin typeface="Segoe UI"/>
                <a:ea typeface="Segoe UI"/>
                <a:cs typeface="Segoe UI"/>
              </a:defRPr>
            </a:pPr>
            <a:r>
              <a:rPr sz="1875" b="0">
                <a:solidFill>
                  <a:srgbClr val="566574"/>
                </a:solidFill>
                <a:latin typeface="Segoe UI"/>
                <a:ea typeface="Segoe UI"/>
                <a:cs typeface="Segoe UI"/>
              </a:rPr>
              <a:t>Year A · Week 6 · w/c 7 December 2026</a:t>
            </a:r>
          </a:p>
        </p:txBody>
      </p:sp>
      <p:sp>
        <p:nvSpPr>
          <p:cNvPr id="8" name="credit">
            <a:extLst xmlns:a="http://schemas.openxmlformats.org/drawingml/2006/main">
              <a:ext uri="{FF2B5EF4-FFF2-40B4-BE49-F238E27FC236}">
                <a16:creationId xmlns:a16="http://schemas.microsoft.com/office/drawing/2014/main" id="{2A242ABE-9CAE-4AA7-9DE9-7B4CC953CC98}"/>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buNone/>
              <a:defRPr sz="788" b="0">
                <a:solidFill>
                  <a:srgbClr val="566574"/>
                </a:solidFill>
                <a:latin typeface="Segoe UI"/>
                <a:ea typeface="Segoe UI"/>
                <a:cs typeface="Segoe UI"/>
              </a:defRPr>
            </a:lvl1pPr>
            <a:lvl2pPr>
              <a:buNone/>
              <a:defRPr sz="788" b="0">
                <a:solidFill>
                  <a:srgbClr val="566574"/>
                </a:solidFill>
                <a:latin typeface="Segoe UI"/>
                <a:ea typeface="Segoe UI"/>
                <a:cs typeface="Segoe UI"/>
              </a:defRPr>
            </a:lvl2pPr>
            <a:lvl3pPr>
              <a:buNone/>
              <a:defRPr sz="788" b="0">
                <a:solidFill>
                  <a:srgbClr val="566574"/>
                </a:solidFill>
                <a:latin typeface="Segoe UI"/>
                <a:ea typeface="Segoe UI"/>
                <a:cs typeface="Segoe UI"/>
              </a:defRPr>
            </a:lvl3pPr>
            <a:lvl4pPr>
              <a:buNone/>
              <a:defRPr sz="788" b="0">
                <a:solidFill>
                  <a:srgbClr val="566574"/>
                </a:solidFill>
                <a:latin typeface="Segoe UI"/>
                <a:ea typeface="Segoe UI"/>
                <a:cs typeface="Segoe UI"/>
              </a:defRPr>
            </a:lvl4pPr>
            <a:lvl5pPr>
              <a:buNone/>
              <a:defRPr sz="788" b="0">
                <a:solidFill>
                  <a:srgbClr val="566574"/>
                </a:solidFill>
                <a:latin typeface="Segoe UI"/>
                <a:ea typeface="Segoe UI"/>
                <a:cs typeface="Segoe UI"/>
              </a:defRPr>
            </a:lvl5pPr>
            <a:lvl6pPr>
              <a:buNone/>
              <a:defRPr sz="788" b="0">
                <a:solidFill>
                  <a:srgbClr val="566574"/>
                </a:solidFill>
                <a:latin typeface="Segoe UI"/>
                <a:ea typeface="Segoe UI"/>
                <a:cs typeface="Segoe UI"/>
              </a:defRPr>
            </a:lvl6pPr>
            <a:lvl7pPr>
              <a:buNone/>
              <a:defRPr sz="788" b="0">
                <a:solidFill>
                  <a:srgbClr val="566574"/>
                </a:solidFill>
                <a:latin typeface="Segoe UI"/>
                <a:ea typeface="Segoe UI"/>
                <a:cs typeface="Segoe UI"/>
              </a:defRPr>
            </a:lvl7pPr>
            <a:lvl8pPr>
              <a:buNone/>
              <a:defRPr sz="788" b="0">
                <a:solidFill>
                  <a:srgbClr val="566574"/>
                </a:solidFill>
                <a:latin typeface="Segoe UI"/>
                <a:ea typeface="Segoe UI"/>
                <a:cs typeface="Segoe UI"/>
              </a:defRPr>
            </a:lvl8pPr>
            <a:lvl9pPr>
              <a:buNone/>
              <a:defRPr sz="788" b="0">
                <a:solidFill>
                  <a:srgbClr val="566574"/>
                </a:solidFill>
                <a:latin typeface="Segoe UI"/>
                <a:ea typeface="Segoe UI"/>
                <a:cs typeface="Segoe UI"/>
              </a:defRPr>
            </a:lvl9pPr>
          </a:lstStyle>
          <a:p xmlns:a="http://schemas.openxmlformats.org/drawingml/2006/main">
            <a:pPr>
              <a:buNone/>
              <a:defRPr sz="788" b="0">
                <a:solidFill>
                  <a:srgbClr val="566574"/>
                </a:solidFill>
                <a:latin typeface="Segoe UI"/>
                <a:ea typeface="Segoe UI"/>
                <a:cs typeface="Segoe UI"/>
              </a:defRPr>
            </a:pPr>
            <a:r>
              <a:rPr sz="788" b="0">
                <a:solidFill>
                  <a:srgbClr val="566574"/>
                </a:solidFill>
                <a:latin typeface="Segoe UI"/>
                <a:ea typeface="Segoe UI"/>
                <a:cs typeface="Segoe UI"/>
              </a:rPr>
              <a:t>Made by Matt · © Matt Roper · CC BY-NC-SA 4.0: free for classroom use, share and adapt with credit, no resale</a:t>
            </a:r>
          </a:p>
        </p:txBody>
      </p:sp>
      <p:sp>
        <p:nvSpPr>
          <p:cNvPr id="9" name="page-number">
            <a:extLst xmlns:a="http://schemas.openxmlformats.org/drawingml/2006/main">
              <a:ext uri="{FF2B5EF4-FFF2-40B4-BE49-F238E27FC236}">
                <a16:creationId xmlns:a16="http://schemas.microsoft.com/office/drawing/2014/main" id="{1FB229CA-5975-40CF-B83E-38269DFE69C2}"/>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050" b="0">
                <a:solidFill>
                  <a:srgbClr val="566574"/>
                </a:solidFill>
                <a:latin typeface="Segoe UI"/>
                <a:ea typeface="Segoe UI"/>
                <a:cs typeface="Segoe UI"/>
              </a:rPr>
              <a:t>01</a:t>
            </a:r>
          </a:p>
        </p:txBody>
      </p:sp>
    </p:spTree>
    <p:extLst>
      <p:ext uri="{BB962C8B-B14F-4D97-AF65-F5344CB8AC3E}">
        <p14:creationId xmlns:p14="http://schemas.microsoft.com/office/powerpoint/2010/main" val="128966036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code">
            <a:extLst xmlns:a="http://schemas.openxmlformats.org/drawingml/2006/main">
              <a:ext uri="{FF2B5EF4-FFF2-40B4-BE49-F238E27FC236}">
                <a16:creationId xmlns:a16="http://schemas.microsoft.com/office/drawing/2014/main" id="{636364A0-4E68-4C03-A289-7EA41B43A37C}"/>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200" b="0">
                <a:solidFill>
                  <a:srgbClr val="566574"/>
                </a:solidFill>
                <a:latin typeface="Segoe UI"/>
                <a:ea typeface="Segoe UI"/>
                <a:cs typeface="Segoe UI"/>
              </a:defRPr>
            </a:lvl1pPr>
            <a:lvl2pPr>
              <a:buNone/>
              <a:defRPr sz="1200" b="0">
                <a:solidFill>
                  <a:srgbClr val="566574"/>
                </a:solidFill>
                <a:latin typeface="Segoe UI"/>
                <a:ea typeface="Segoe UI"/>
                <a:cs typeface="Segoe UI"/>
              </a:defRPr>
            </a:lvl2pPr>
            <a:lvl3pPr>
              <a:buNone/>
              <a:defRPr sz="1200" b="0">
                <a:solidFill>
                  <a:srgbClr val="566574"/>
                </a:solidFill>
                <a:latin typeface="Segoe UI"/>
                <a:ea typeface="Segoe UI"/>
                <a:cs typeface="Segoe UI"/>
              </a:defRPr>
            </a:lvl3pPr>
            <a:lvl4pPr>
              <a:buNone/>
              <a:defRPr sz="1200" b="0">
                <a:solidFill>
                  <a:srgbClr val="566574"/>
                </a:solidFill>
                <a:latin typeface="Segoe UI"/>
                <a:ea typeface="Segoe UI"/>
                <a:cs typeface="Segoe UI"/>
              </a:defRPr>
            </a:lvl4pPr>
            <a:lvl5pPr>
              <a:buNone/>
              <a:defRPr sz="1200" b="0">
                <a:solidFill>
                  <a:srgbClr val="566574"/>
                </a:solidFill>
                <a:latin typeface="Segoe UI"/>
                <a:ea typeface="Segoe UI"/>
                <a:cs typeface="Segoe UI"/>
              </a:defRPr>
            </a:lvl5pPr>
            <a:lvl6pPr>
              <a:buNone/>
              <a:defRPr sz="1200" b="0">
                <a:solidFill>
                  <a:srgbClr val="566574"/>
                </a:solidFill>
                <a:latin typeface="Segoe UI"/>
                <a:ea typeface="Segoe UI"/>
                <a:cs typeface="Segoe UI"/>
              </a:defRPr>
            </a:lvl6pPr>
            <a:lvl7pPr>
              <a:buNone/>
              <a:defRPr sz="1200" b="0">
                <a:solidFill>
                  <a:srgbClr val="566574"/>
                </a:solidFill>
                <a:latin typeface="Segoe UI"/>
                <a:ea typeface="Segoe UI"/>
                <a:cs typeface="Segoe UI"/>
              </a:defRPr>
            </a:lvl7pPr>
            <a:lvl8pPr>
              <a:buNone/>
              <a:defRPr sz="1200" b="0">
                <a:solidFill>
                  <a:srgbClr val="566574"/>
                </a:solidFill>
                <a:latin typeface="Segoe UI"/>
                <a:ea typeface="Segoe UI"/>
                <a:cs typeface="Segoe UI"/>
              </a:defRPr>
            </a:lvl8pPr>
            <a:lvl9pPr>
              <a:buNone/>
              <a:defRPr sz="1200" b="0">
                <a:solidFill>
                  <a:srgbClr val="566574"/>
                </a:solidFill>
                <a:latin typeface="Segoe UI"/>
                <a:ea typeface="Segoe UI"/>
                <a:cs typeface="Segoe UI"/>
              </a:defRPr>
            </a:lvl9pPr>
          </a:lstStyle>
          <a:p xmlns:a="http://schemas.openxmlformats.org/drawingml/2006/main">
            <a:pPr>
              <a:buNone/>
              <a:defRPr sz="1200" b="0">
                <a:solidFill>
                  <a:srgbClr val="566574"/>
                </a:solidFill>
                <a:latin typeface="Segoe UI"/>
                <a:ea typeface="Segoe UI"/>
                <a:cs typeface="Segoe UI"/>
              </a:defRPr>
            </a:pPr>
            <a:r>
              <a:rPr sz="1200" b="0">
                <a:solidFill>
                  <a:srgbClr val="566574"/>
                </a:solidFill>
                <a:latin typeface="Segoe UI"/>
                <a:ea typeface="Segoe UI"/>
                <a:cs typeface="Segoe UI"/>
              </a:rPr>
              <a:t>COMM-GROW-A2-W06  ·  Lesson 11</a:t>
            </a:r>
          </a:p>
        </p:txBody>
      </p:sp>
      <p:sp>
        <p:nvSpPr>
          <p:cNvPr id="2" name="label">
            <a:extLst xmlns:a="http://schemas.openxmlformats.org/drawingml/2006/main">
              <a:ext uri="{FF2B5EF4-FFF2-40B4-BE49-F238E27FC236}">
                <a16:creationId xmlns:a16="http://schemas.microsoft.com/office/drawing/2014/main" id="{8414106D-32D7-4155-AEA8-A9F1DBFCE2A4}"/>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200" b="0">
                <a:solidFill>
                  <a:srgbClr val="566574"/>
                </a:solidFill>
                <a:latin typeface="Segoe UI"/>
                <a:ea typeface="Segoe UI"/>
                <a:cs typeface="Segoe UI"/>
              </a:rPr>
              <a:t>Public edition · Year A</a:t>
            </a:r>
          </a:p>
        </p:txBody>
      </p:sp>
      <p:sp>
        <p:nvSpPr>
          <p:cNvPr id="3" name="stage-title">
            <a:extLst xmlns:a="http://schemas.openxmlformats.org/drawingml/2006/main">
              <a:ext uri="{FF2B5EF4-FFF2-40B4-BE49-F238E27FC236}">
                <a16:creationId xmlns:a16="http://schemas.microsoft.com/office/drawing/2014/main" id="{577D7231-4484-4991-9D33-0BB808938A3A}"/>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buNone/>
              <a:defRPr sz="3300" b="1">
                <a:solidFill>
                  <a:srgbClr val="345D70"/>
                </a:solidFill>
                <a:latin typeface="Segoe UI"/>
                <a:ea typeface="Segoe UI"/>
                <a:cs typeface="Segoe UI"/>
              </a:defRPr>
            </a:lvl1pPr>
            <a:lvl2pPr>
              <a:buNone/>
              <a:defRPr sz="3300" b="1">
                <a:solidFill>
                  <a:srgbClr val="345D70"/>
                </a:solidFill>
                <a:latin typeface="Segoe UI"/>
                <a:ea typeface="Segoe UI"/>
                <a:cs typeface="Segoe UI"/>
              </a:defRPr>
            </a:lvl2pPr>
            <a:lvl3pPr>
              <a:buNone/>
              <a:defRPr sz="3300" b="1">
                <a:solidFill>
                  <a:srgbClr val="345D70"/>
                </a:solidFill>
                <a:latin typeface="Segoe UI"/>
                <a:ea typeface="Segoe UI"/>
                <a:cs typeface="Segoe UI"/>
              </a:defRPr>
            </a:lvl3pPr>
            <a:lvl4pPr>
              <a:buNone/>
              <a:defRPr sz="3300" b="1">
                <a:solidFill>
                  <a:srgbClr val="345D70"/>
                </a:solidFill>
                <a:latin typeface="Segoe UI"/>
                <a:ea typeface="Segoe UI"/>
                <a:cs typeface="Segoe UI"/>
              </a:defRPr>
            </a:lvl4pPr>
            <a:lvl5pPr>
              <a:buNone/>
              <a:defRPr sz="3300" b="1">
                <a:solidFill>
                  <a:srgbClr val="345D70"/>
                </a:solidFill>
                <a:latin typeface="Segoe UI"/>
                <a:ea typeface="Segoe UI"/>
                <a:cs typeface="Segoe UI"/>
              </a:defRPr>
            </a:lvl5pPr>
            <a:lvl6pPr>
              <a:buNone/>
              <a:defRPr sz="3300" b="1">
                <a:solidFill>
                  <a:srgbClr val="345D70"/>
                </a:solidFill>
                <a:latin typeface="Segoe UI"/>
                <a:ea typeface="Segoe UI"/>
                <a:cs typeface="Segoe UI"/>
              </a:defRPr>
            </a:lvl6pPr>
            <a:lvl7pPr>
              <a:buNone/>
              <a:defRPr sz="3300" b="1">
                <a:solidFill>
                  <a:srgbClr val="345D70"/>
                </a:solidFill>
                <a:latin typeface="Segoe UI"/>
                <a:ea typeface="Segoe UI"/>
                <a:cs typeface="Segoe UI"/>
              </a:defRPr>
            </a:lvl7pPr>
            <a:lvl8pPr>
              <a:buNone/>
              <a:defRPr sz="3300" b="1">
                <a:solidFill>
                  <a:srgbClr val="345D70"/>
                </a:solidFill>
                <a:latin typeface="Segoe UI"/>
                <a:ea typeface="Segoe UI"/>
                <a:cs typeface="Segoe UI"/>
              </a:defRPr>
            </a:lvl8pPr>
            <a:lvl9pPr>
              <a:buNone/>
              <a:defRPr sz="3300" b="1">
                <a:solidFill>
                  <a:srgbClr val="345D70"/>
                </a:solidFill>
                <a:latin typeface="Segoe UI"/>
                <a:ea typeface="Segoe UI"/>
                <a:cs typeface="Segoe UI"/>
              </a:defRPr>
            </a:lvl9pPr>
          </a:lstStyle>
          <a:p xmlns:a="http://schemas.openxmlformats.org/drawingml/2006/main">
            <a:pPr>
              <a:buNone/>
              <a:defRPr sz="3300" b="1">
                <a:solidFill>
                  <a:srgbClr val="345D70"/>
                </a:solidFill>
                <a:latin typeface="Segoe UI"/>
                <a:ea typeface="Segoe UI"/>
                <a:cs typeface="Segoe UI"/>
              </a:defRPr>
            </a:pPr>
            <a:r>
              <a:rPr sz="3300" b="1">
                <a:solidFill>
                  <a:srgbClr val="345D70"/>
                </a:solidFill>
                <a:latin typeface="Segoe UI"/>
                <a:ea typeface="Segoe UI"/>
                <a:cs typeface="Segoe UI"/>
              </a:rPr>
              <a:t>Arrival and regulation check</a:t>
            </a:r>
          </a:p>
        </p:txBody>
      </p:sp>
      <p:sp>
        <p:nvSpPr>
          <p:cNvPr id="4" name="check-prompt">
            <a:extLst xmlns:a="http://schemas.openxmlformats.org/drawingml/2006/main">
              <a:ext uri="{FF2B5EF4-FFF2-40B4-BE49-F238E27FC236}">
                <a16:creationId xmlns:a16="http://schemas.microsoft.com/office/drawing/2014/main" id="{C476F151-6161-4EBE-B9C5-5F0AE62FED2A}"/>
              </a:ext>
            </a:extLst>
          </p:cNvPr>
          <p:cNvSpPr>
            <a:spLocks xmlns:a="http://schemas.openxmlformats.org/drawingml/2006/main" noGrp="1"/>
          </p:cNvSpPr>
          <p:nvPr/>
        </p:nvSpPr>
        <p:spPr>
          <a:xfrm xmlns:a="http://schemas.openxmlformats.org/drawingml/2006/main">
            <a:off x="533400" y="1524000"/>
            <a:ext cx="952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buNone/>
              <a:defRPr sz="2550" b="0">
                <a:solidFill>
                  <a:srgbClr val="192E3B"/>
                </a:solidFill>
                <a:latin typeface="Segoe UI"/>
                <a:ea typeface="Segoe UI"/>
                <a:cs typeface="Segoe UI"/>
              </a:defRPr>
            </a:lvl1pPr>
            <a:lvl2pPr>
              <a:buNone/>
              <a:defRPr sz="2550" b="0">
                <a:solidFill>
                  <a:srgbClr val="192E3B"/>
                </a:solidFill>
                <a:latin typeface="Segoe UI"/>
                <a:ea typeface="Segoe UI"/>
                <a:cs typeface="Segoe UI"/>
              </a:defRPr>
            </a:lvl2pPr>
            <a:lvl3pPr>
              <a:buNone/>
              <a:defRPr sz="2550" b="0">
                <a:solidFill>
                  <a:srgbClr val="192E3B"/>
                </a:solidFill>
                <a:latin typeface="Segoe UI"/>
                <a:ea typeface="Segoe UI"/>
                <a:cs typeface="Segoe UI"/>
              </a:defRPr>
            </a:lvl3pPr>
            <a:lvl4pPr>
              <a:buNone/>
              <a:defRPr sz="2550" b="0">
                <a:solidFill>
                  <a:srgbClr val="192E3B"/>
                </a:solidFill>
                <a:latin typeface="Segoe UI"/>
                <a:ea typeface="Segoe UI"/>
                <a:cs typeface="Segoe UI"/>
              </a:defRPr>
            </a:lvl4pPr>
            <a:lvl5pPr>
              <a:buNone/>
              <a:defRPr sz="2550" b="0">
                <a:solidFill>
                  <a:srgbClr val="192E3B"/>
                </a:solidFill>
                <a:latin typeface="Segoe UI"/>
                <a:ea typeface="Segoe UI"/>
                <a:cs typeface="Segoe UI"/>
              </a:defRPr>
            </a:lvl5pPr>
            <a:lvl6pPr>
              <a:buNone/>
              <a:defRPr sz="2550" b="0">
                <a:solidFill>
                  <a:srgbClr val="192E3B"/>
                </a:solidFill>
                <a:latin typeface="Segoe UI"/>
                <a:ea typeface="Segoe UI"/>
                <a:cs typeface="Segoe UI"/>
              </a:defRPr>
            </a:lvl6pPr>
            <a:lvl7pPr>
              <a:buNone/>
              <a:defRPr sz="2550" b="0">
                <a:solidFill>
                  <a:srgbClr val="192E3B"/>
                </a:solidFill>
                <a:latin typeface="Segoe UI"/>
                <a:ea typeface="Segoe UI"/>
                <a:cs typeface="Segoe UI"/>
              </a:defRPr>
            </a:lvl7pPr>
            <a:lvl8pPr>
              <a:buNone/>
              <a:defRPr sz="2550" b="0">
                <a:solidFill>
                  <a:srgbClr val="192E3B"/>
                </a:solidFill>
                <a:latin typeface="Segoe UI"/>
                <a:ea typeface="Segoe UI"/>
                <a:cs typeface="Segoe UI"/>
              </a:defRPr>
            </a:lvl8pPr>
            <a:lvl9pPr>
              <a:buNone/>
              <a:defRPr sz="2550" b="0">
                <a:solidFill>
                  <a:srgbClr val="192E3B"/>
                </a:solidFill>
                <a:latin typeface="Segoe UI"/>
                <a:ea typeface="Segoe UI"/>
                <a:cs typeface="Segoe UI"/>
              </a:defRPr>
            </a:lvl9pPr>
          </a:lstStyle>
          <a:p xmlns:a="http://schemas.openxmlformats.org/drawingml/2006/main">
            <a:pPr>
              <a:buNone/>
              <a:defRPr sz="2550" b="0">
                <a:solidFill>
                  <a:srgbClr val="192E3B"/>
                </a:solidFill>
                <a:latin typeface="Segoe UI"/>
                <a:ea typeface="Segoe UI"/>
                <a:cs typeface="Segoe UI"/>
              </a:defRPr>
            </a:pPr>
            <a:r>
              <a:rPr sz="2250" b="0">
                <a:solidFill>
                  <a:srgbClr val="192E3B"/>
                </a:solidFill>
                <a:latin typeface="Segoe UI"/>
                <a:ea typeface="Segoe UI"/>
                <a:cs typeface="Segoe UI"/>
              </a:rPr>
              <a:t>Check how you feel.</a:t>
            </a:r>
          </a:p>
        </p:txBody>
      </p:sp>
      <p:sp>
        <p:nvSpPr>
          <p:cNvPr id="5" name="colour-BLUE">
            <a:extLst xmlns:a="http://schemas.openxmlformats.org/drawingml/2006/main">
              <a:ext uri="{FF2B5EF4-FFF2-40B4-BE49-F238E27FC236}">
                <a16:creationId xmlns:a16="http://schemas.microsoft.com/office/drawing/2014/main" id="{BD274778-8355-41CE-AB1D-4831EFCCB194}"/>
              </a:ext>
            </a:extLst>
          </p:cNvPr>
          <p:cNvSpPr>
            <a:spLocks xmlns:a="http://schemas.openxmlformats.org/drawingml/2006/main" noGrp="1"/>
          </p:cNvSpPr>
          <p:nvPr/>
        </p:nvSpPr>
        <p:spPr>
          <a:xfrm xmlns:a="http://schemas.openxmlformats.org/drawingml/2006/main">
            <a:off x="533400" y="2286000"/>
            <a:ext cx="2571750" cy="1190625"/>
          </a:xfrm>
          <a:prstGeom xmlns:a="http://schemas.openxmlformats.org/drawingml/2006/main" prst="rect">
            <a:avLst/>
          </a:prstGeom>
          <a:solidFill xmlns:a="http://schemas.openxmlformats.org/drawingml/2006/main">
            <a:srgbClr val="DFEAF7"/>
          </a:solidFill>
          <a:ln xmlns:a="http://schemas.openxmlformats.org/drawingml/2006/main" w="0">
            <a:noFill/>
            <a:prstDash val="solid"/>
          </a:ln>
        </p:spPr>
      </p:sp>
      <p:sp>
        <p:nvSpPr>
          <p:cNvPr id="6" name="label-BLUE">
            <a:extLst xmlns:a="http://schemas.openxmlformats.org/drawingml/2006/main">
              <a:ext uri="{FF2B5EF4-FFF2-40B4-BE49-F238E27FC236}">
                <a16:creationId xmlns:a16="http://schemas.microsoft.com/office/drawing/2014/main" id="{F96E9743-6D4C-41BE-AAA0-88CE66469573}"/>
              </a:ext>
            </a:extLst>
          </p:cNvPr>
          <p:cNvSpPr>
            <a:spLocks xmlns:a="http://schemas.openxmlformats.org/drawingml/2006/main" noGrp="1"/>
          </p:cNvSpPr>
          <p:nvPr/>
        </p:nvSpPr>
        <p:spPr>
          <a:xfrm xmlns:a="http://schemas.openxmlformats.org/drawingml/2006/main">
            <a:off x="685800" y="24288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1">
                <a:solidFill>
                  <a:srgbClr val="192E3B"/>
                </a:solidFill>
                <a:latin typeface="Segoe UI"/>
                <a:ea typeface="Segoe UI"/>
                <a:cs typeface="Segoe UI"/>
              </a:defRPr>
            </a:defPPr>
            <a:lvl1pPr>
              <a:buNone/>
              <a:defRPr sz="2250" b="1">
                <a:solidFill>
                  <a:srgbClr val="192E3B"/>
                </a:solidFill>
                <a:latin typeface="Segoe UI"/>
                <a:ea typeface="Segoe UI"/>
                <a:cs typeface="Segoe UI"/>
              </a:defRPr>
            </a:lvl1pPr>
            <a:lvl2pPr>
              <a:buNone/>
              <a:defRPr sz="2250" b="1">
                <a:solidFill>
                  <a:srgbClr val="192E3B"/>
                </a:solidFill>
                <a:latin typeface="Segoe UI"/>
                <a:ea typeface="Segoe UI"/>
                <a:cs typeface="Segoe UI"/>
              </a:defRPr>
            </a:lvl2pPr>
            <a:lvl3pPr>
              <a:buNone/>
              <a:defRPr sz="2250" b="1">
                <a:solidFill>
                  <a:srgbClr val="192E3B"/>
                </a:solidFill>
                <a:latin typeface="Segoe UI"/>
                <a:ea typeface="Segoe UI"/>
                <a:cs typeface="Segoe UI"/>
              </a:defRPr>
            </a:lvl3pPr>
            <a:lvl4pPr>
              <a:buNone/>
              <a:defRPr sz="2250" b="1">
                <a:solidFill>
                  <a:srgbClr val="192E3B"/>
                </a:solidFill>
                <a:latin typeface="Segoe UI"/>
                <a:ea typeface="Segoe UI"/>
                <a:cs typeface="Segoe UI"/>
              </a:defRPr>
            </a:lvl4pPr>
            <a:lvl5pPr>
              <a:buNone/>
              <a:defRPr sz="2250" b="1">
                <a:solidFill>
                  <a:srgbClr val="192E3B"/>
                </a:solidFill>
                <a:latin typeface="Segoe UI"/>
                <a:ea typeface="Segoe UI"/>
                <a:cs typeface="Segoe UI"/>
              </a:defRPr>
            </a:lvl5pPr>
            <a:lvl6pPr>
              <a:buNone/>
              <a:defRPr sz="2250" b="1">
                <a:solidFill>
                  <a:srgbClr val="192E3B"/>
                </a:solidFill>
                <a:latin typeface="Segoe UI"/>
                <a:ea typeface="Segoe UI"/>
                <a:cs typeface="Segoe UI"/>
              </a:defRPr>
            </a:lvl6pPr>
            <a:lvl7pPr>
              <a:buNone/>
              <a:defRPr sz="2250" b="1">
                <a:solidFill>
                  <a:srgbClr val="192E3B"/>
                </a:solidFill>
                <a:latin typeface="Segoe UI"/>
                <a:ea typeface="Segoe UI"/>
                <a:cs typeface="Segoe UI"/>
              </a:defRPr>
            </a:lvl7pPr>
            <a:lvl8pPr>
              <a:buNone/>
              <a:defRPr sz="2250" b="1">
                <a:solidFill>
                  <a:srgbClr val="192E3B"/>
                </a:solidFill>
                <a:latin typeface="Segoe UI"/>
                <a:ea typeface="Segoe UI"/>
                <a:cs typeface="Segoe UI"/>
              </a:defRPr>
            </a:lvl8pPr>
            <a:lvl9pPr>
              <a:buNone/>
              <a:defRPr sz="2250" b="1">
                <a:solidFill>
                  <a:srgbClr val="192E3B"/>
                </a:solidFill>
                <a:latin typeface="Segoe UI"/>
                <a:ea typeface="Segoe UI"/>
                <a:cs typeface="Segoe UI"/>
              </a:defRPr>
            </a:lvl9pPr>
          </a:lstStyle>
          <a:p xmlns:a="http://schemas.openxmlformats.org/drawingml/2006/main">
            <a:pPr>
              <a:buNone/>
              <a:defRPr sz="2250" b="1">
                <a:solidFill>
                  <a:srgbClr val="192E3B"/>
                </a:solidFill>
                <a:latin typeface="Segoe UI"/>
                <a:ea typeface="Segoe UI"/>
                <a:cs typeface="Segoe UI"/>
              </a:defRPr>
            </a:pPr>
            <a:r>
              <a:rPr sz="2250" b="1">
                <a:solidFill>
                  <a:srgbClr val="192E3B"/>
                </a:solidFill>
                <a:latin typeface="Segoe UI"/>
                <a:ea typeface="Segoe UI"/>
                <a:cs typeface="Segoe UI"/>
              </a:rPr>
              <a:t>BLUE</a:t>
            </a:r>
          </a:p>
        </p:txBody>
      </p:sp>
      <p:sp>
        <p:nvSpPr>
          <p:cNvPr id="7" name="meaning-BLUE">
            <a:extLst xmlns:a="http://schemas.openxmlformats.org/drawingml/2006/main">
              <a:ext uri="{FF2B5EF4-FFF2-40B4-BE49-F238E27FC236}">
                <a16:creationId xmlns:a16="http://schemas.microsoft.com/office/drawing/2014/main" id="{A6EA3268-31D2-48F1-885F-BA2B0C1A001A}"/>
              </a:ext>
            </a:extLst>
          </p:cNvPr>
          <p:cNvSpPr>
            <a:spLocks xmlns:a="http://schemas.openxmlformats.org/drawingml/2006/main" noGrp="1"/>
          </p:cNvSpPr>
          <p:nvPr/>
        </p:nvSpPr>
        <p:spPr>
          <a:xfrm xmlns:a="http://schemas.openxmlformats.org/drawingml/2006/main">
            <a:off x="685800" y="29241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buNone/>
              <a:defRPr sz="2100" b="0">
                <a:solidFill>
                  <a:srgbClr val="192E3B"/>
                </a:solidFill>
                <a:latin typeface="Segoe UI"/>
                <a:ea typeface="Segoe UI"/>
                <a:cs typeface="Segoe UI"/>
              </a:defRPr>
            </a:lvl1pPr>
            <a:lvl2pPr>
              <a:buNone/>
              <a:defRPr sz="2100" b="0">
                <a:solidFill>
                  <a:srgbClr val="192E3B"/>
                </a:solidFill>
                <a:latin typeface="Segoe UI"/>
                <a:ea typeface="Segoe UI"/>
                <a:cs typeface="Segoe UI"/>
              </a:defRPr>
            </a:lvl2pPr>
            <a:lvl3pPr>
              <a:buNone/>
              <a:defRPr sz="2100" b="0">
                <a:solidFill>
                  <a:srgbClr val="192E3B"/>
                </a:solidFill>
                <a:latin typeface="Segoe UI"/>
                <a:ea typeface="Segoe UI"/>
                <a:cs typeface="Segoe UI"/>
              </a:defRPr>
            </a:lvl3pPr>
            <a:lvl4pPr>
              <a:buNone/>
              <a:defRPr sz="2100" b="0">
                <a:solidFill>
                  <a:srgbClr val="192E3B"/>
                </a:solidFill>
                <a:latin typeface="Segoe UI"/>
                <a:ea typeface="Segoe UI"/>
                <a:cs typeface="Segoe UI"/>
              </a:defRPr>
            </a:lvl4pPr>
            <a:lvl5pPr>
              <a:buNone/>
              <a:defRPr sz="2100" b="0">
                <a:solidFill>
                  <a:srgbClr val="192E3B"/>
                </a:solidFill>
                <a:latin typeface="Segoe UI"/>
                <a:ea typeface="Segoe UI"/>
                <a:cs typeface="Segoe UI"/>
              </a:defRPr>
            </a:lvl5pPr>
            <a:lvl6pPr>
              <a:buNone/>
              <a:defRPr sz="2100" b="0">
                <a:solidFill>
                  <a:srgbClr val="192E3B"/>
                </a:solidFill>
                <a:latin typeface="Segoe UI"/>
                <a:ea typeface="Segoe UI"/>
                <a:cs typeface="Segoe UI"/>
              </a:defRPr>
            </a:lvl6pPr>
            <a:lvl7pPr>
              <a:buNone/>
              <a:defRPr sz="2100" b="0">
                <a:solidFill>
                  <a:srgbClr val="192E3B"/>
                </a:solidFill>
                <a:latin typeface="Segoe UI"/>
                <a:ea typeface="Segoe UI"/>
                <a:cs typeface="Segoe UI"/>
              </a:defRPr>
            </a:lvl7pPr>
            <a:lvl8pPr>
              <a:buNone/>
              <a:defRPr sz="2100" b="0">
                <a:solidFill>
                  <a:srgbClr val="192E3B"/>
                </a:solidFill>
                <a:latin typeface="Segoe UI"/>
                <a:ea typeface="Segoe UI"/>
                <a:cs typeface="Segoe UI"/>
              </a:defRPr>
            </a:lvl8pPr>
            <a:lvl9pPr>
              <a:buNone/>
              <a:defRPr sz="2100" b="0">
                <a:solidFill>
                  <a:srgbClr val="192E3B"/>
                </a:solidFill>
                <a:latin typeface="Segoe UI"/>
                <a:ea typeface="Segoe UI"/>
                <a:cs typeface="Segoe UI"/>
              </a:defRPr>
            </a:lvl9pPr>
          </a:lstStyle>
          <a:p xmlns:a="http://schemas.openxmlformats.org/drawingml/2006/main">
            <a:pPr>
              <a:buNone/>
              <a:defRPr sz="2100" b="0">
                <a:solidFill>
                  <a:srgbClr val="192E3B"/>
                </a:solidFill>
                <a:latin typeface="Segoe UI"/>
                <a:ea typeface="Segoe UI"/>
                <a:cs typeface="Segoe UI"/>
              </a:defRPr>
            </a:pPr>
            <a:r>
              <a:rPr sz="2250" b="0">
                <a:solidFill>
                  <a:srgbClr val="192E3B"/>
                </a:solidFill>
                <a:latin typeface="Segoe UI"/>
                <a:ea typeface="Segoe UI"/>
                <a:cs typeface="Segoe UI"/>
              </a:rPr>
              <a:t>Low energy</a:t>
            </a:r>
          </a:p>
        </p:txBody>
      </p:sp>
      <p:sp>
        <p:nvSpPr>
          <p:cNvPr id="8" name="colour-GREEN">
            <a:extLst xmlns:a="http://schemas.openxmlformats.org/drawingml/2006/main">
              <a:ext uri="{FF2B5EF4-FFF2-40B4-BE49-F238E27FC236}">
                <a16:creationId xmlns:a16="http://schemas.microsoft.com/office/drawing/2014/main" id="{1B92131C-076F-4740-9E71-6357D0A55667}"/>
              </a:ext>
            </a:extLst>
          </p:cNvPr>
          <p:cNvSpPr>
            <a:spLocks xmlns:a="http://schemas.openxmlformats.org/drawingml/2006/main" noGrp="1"/>
          </p:cNvSpPr>
          <p:nvPr/>
        </p:nvSpPr>
        <p:spPr>
          <a:xfrm xmlns:a="http://schemas.openxmlformats.org/drawingml/2006/main">
            <a:off x="3333750" y="2286000"/>
            <a:ext cx="2571750" cy="1190625"/>
          </a:xfrm>
          <a:prstGeom xmlns:a="http://schemas.openxmlformats.org/drawingml/2006/main" prst="rect">
            <a:avLst/>
          </a:prstGeom>
          <a:solidFill xmlns:a="http://schemas.openxmlformats.org/drawingml/2006/main">
            <a:srgbClr val="E3F0E5"/>
          </a:solidFill>
          <a:ln xmlns:a="http://schemas.openxmlformats.org/drawingml/2006/main" w="0">
            <a:noFill/>
            <a:prstDash val="solid"/>
          </a:ln>
        </p:spPr>
      </p:sp>
      <p:sp>
        <p:nvSpPr>
          <p:cNvPr id="9" name="label-GREEN">
            <a:extLst xmlns:a="http://schemas.openxmlformats.org/drawingml/2006/main">
              <a:ext uri="{FF2B5EF4-FFF2-40B4-BE49-F238E27FC236}">
                <a16:creationId xmlns:a16="http://schemas.microsoft.com/office/drawing/2014/main" id="{EDD8D23E-AE8C-4E00-9AD3-72371B3CF861}"/>
              </a:ext>
            </a:extLst>
          </p:cNvPr>
          <p:cNvSpPr>
            <a:spLocks xmlns:a="http://schemas.openxmlformats.org/drawingml/2006/main" noGrp="1"/>
          </p:cNvSpPr>
          <p:nvPr/>
        </p:nvSpPr>
        <p:spPr>
          <a:xfrm xmlns:a="http://schemas.openxmlformats.org/drawingml/2006/main">
            <a:off x="3486150" y="24288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1">
                <a:solidFill>
                  <a:srgbClr val="192E3B"/>
                </a:solidFill>
                <a:latin typeface="Segoe UI"/>
                <a:ea typeface="Segoe UI"/>
                <a:cs typeface="Segoe UI"/>
              </a:defRPr>
            </a:defPPr>
            <a:lvl1pPr>
              <a:buNone/>
              <a:defRPr sz="2250" b="1">
                <a:solidFill>
                  <a:srgbClr val="192E3B"/>
                </a:solidFill>
                <a:latin typeface="Segoe UI"/>
                <a:ea typeface="Segoe UI"/>
                <a:cs typeface="Segoe UI"/>
              </a:defRPr>
            </a:lvl1pPr>
            <a:lvl2pPr>
              <a:buNone/>
              <a:defRPr sz="2250" b="1">
                <a:solidFill>
                  <a:srgbClr val="192E3B"/>
                </a:solidFill>
                <a:latin typeface="Segoe UI"/>
                <a:ea typeface="Segoe UI"/>
                <a:cs typeface="Segoe UI"/>
              </a:defRPr>
            </a:lvl2pPr>
            <a:lvl3pPr>
              <a:buNone/>
              <a:defRPr sz="2250" b="1">
                <a:solidFill>
                  <a:srgbClr val="192E3B"/>
                </a:solidFill>
                <a:latin typeface="Segoe UI"/>
                <a:ea typeface="Segoe UI"/>
                <a:cs typeface="Segoe UI"/>
              </a:defRPr>
            </a:lvl3pPr>
            <a:lvl4pPr>
              <a:buNone/>
              <a:defRPr sz="2250" b="1">
                <a:solidFill>
                  <a:srgbClr val="192E3B"/>
                </a:solidFill>
                <a:latin typeface="Segoe UI"/>
                <a:ea typeface="Segoe UI"/>
                <a:cs typeface="Segoe UI"/>
              </a:defRPr>
            </a:lvl4pPr>
            <a:lvl5pPr>
              <a:buNone/>
              <a:defRPr sz="2250" b="1">
                <a:solidFill>
                  <a:srgbClr val="192E3B"/>
                </a:solidFill>
                <a:latin typeface="Segoe UI"/>
                <a:ea typeface="Segoe UI"/>
                <a:cs typeface="Segoe UI"/>
              </a:defRPr>
            </a:lvl5pPr>
            <a:lvl6pPr>
              <a:buNone/>
              <a:defRPr sz="2250" b="1">
                <a:solidFill>
                  <a:srgbClr val="192E3B"/>
                </a:solidFill>
                <a:latin typeface="Segoe UI"/>
                <a:ea typeface="Segoe UI"/>
                <a:cs typeface="Segoe UI"/>
              </a:defRPr>
            </a:lvl6pPr>
            <a:lvl7pPr>
              <a:buNone/>
              <a:defRPr sz="2250" b="1">
                <a:solidFill>
                  <a:srgbClr val="192E3B"/>
                </a:solidFill>
                <a:latin typeface="Segoe UI"/>
                <a:ea typeface="Segoe UI"/>
                <a:cs typeface="Segoe UI"/>
              </a:defRPr>
            </a:lvl7pPr>
            <a:lvl8pPr>
              <a:buNone/>
              <a:defRPr sz="2250" b="1">
                <a:solidFill>
                  <a:srgbClr val="192E3B"/>
                </a:solidFill>
                <a:latin typeface="Segoe UI"/>
                <a:ea typeface="Segoe UI"/>
                <a:cs typeface="Segoe UI"/>
              </a:defRPr>
            </a:lvl8pPr>
            <a:lvl9pPr>
              <a:buNone/>
              <a:defRPr sz="2250" b="1">
                <a:solidFill>
                  <a:srgbClr val="192E3B"/>
                </a:solidFill>
                <a:latin typeface="Segoe UI"/>
                <a:ea typeface="Segoe UI"/>
                <a:cs typeface="Segoe UI"/>
              </a:defRPr>
            </a:lvl9pPr>
          </a:lstStyle>
          <a:p xmlns:a="http://schemas.openxmlformats.org/drawingml/2006/main">
            <a:pPr>
              <a:buNone/>
              <a:defRPr sz="2250" b="1">
                <a:solidFill>
                  <a:srgbClr val="192E3B"/>
                </a:solidFill>
                <a:latin typeface="Segoe UI"/>
                <a:ea typeface="Segoe UI"/>
                <a:cs typeface="Segoe UI"/>
              </a:defRPr>
            </a:pPr>
            <a:r>
              <a:rPr sz="2250" b="1">
                <a:solidFill>
                  <a:srgbClr val="192E3B"/>
                </a:solidFill>
                <a:latin typeface="Segoe UI"/>
                <a:ea typeface="Segoe UI"/>
                <a:cs typeface="Segoe UI"/>
              </a:rPr>
              <a:t>GREEN</a:t>
            </a:r>
          </a:p>
        </p:txBody>
      </p:sp>
      <p:sp>
        <p:nvSpPr>
          <p:cNvPr id="10" name="meaning-GREEN">
            <a:extLst xmlns:a="http://schemas.openxmlformats.org/drawingml/2006/main">
              <a:ext uri="{FF2B5EF4-FFF2-40B4-BE49-F238E27FC236}">
                <a16:creationId xmlns:a16="http://schemas.microsoft.com/office/drawing/2014/main" id="{2457630C-AA5A-4047-9286-F3702C6F2415}"/>
              </a:ext>
            </a:extLst>
          </p:cNvPr>
          <p:cNvSpPr>
            <a:spLocks xmlns:a="http://schemas.openxmlformats.org/drawingml/2006/main" noGrp="1"/>
          </p:cNvSpPr>
          <p:nvPr/>
        </p:nvSpPr>
        <p:spPr>
          <a:xfrm xmlns:a="http://schemas.openxmlformats.org/drawingml/2006/main">
            <a:off x="3486150" y="29241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buNone/>
              <a:defRPr sz="2100" b="0">
                <a:solidFill>
                  <a:srgbClr val="192E3B"/>
                </a:solidFill>
                <a:latin typeface="Segoe UI"/>
                <a:ea typeface="Segoe UI"/>
                <a:cs typeface="Segoe UI"/>
              </a:defRPr>
            </a:lvl1pPr>
            <a:lvl2pPr>
              <a:buNone/>
              <a:defRPr sz="2100" b="0">
                <a:solidFill>
                  <a:srgbClr val="192E3B"/>
                </a:solidFill>
                <a:latin typeface="Segoe UI"/>
                <a:ea typeface="Segoe UI"/>
                <a:cs typeface="Segoe UI"/>
              </a:defRPr>
            </a:lvl2pPr>
            <a:lvl3pPr>
              <a:buNone/>
              <a:defRPr sz="2100" b="0">
                <a:solidFill>
                  <a:srgbClr val="192E3B"/>
                </a:solidFill>
                <a:latin typeface="Segoe UI"/>
                <a:ea typeface="Segoe UI"/>
                <a:cs typeface="Segoe UI"/>
              </a:defRPr>
            </a:lvl3pPr>
            <a:lvl4pPr>
              <a:buNone/>
              <a:defRPr sz="2100" b="0">
                <a:solidFill>
                  <a:srgbClr val="192E3B"/>
                </a:solidFill>
                <a:latin typeface="Segoe UI"/>
                <a:ea typeface="Segoe UI"/>
                <a:cs typeface="Segoe UI"/>
              </a:defRPr>
            </a:lvl4pPr>
            <a:lvl5pPr>
              <a:buNone/>
              <a:defRPr sz="2100" b="0">
                <a:solidFill>
                  <a:srgbClr val="192E3B"/>
                </a:solidFill>
                <a:latin typeface="Segoe UI"/>
                <a:ea typeface="Segoe UI"/>
                <a:cs typeface="Segoe UI"/>
              </a:defRPr>
            </a:lvl5pPr>
            <a:lvl6pPr>
              <a:buNone/>
              <a:defRPr sz="2100" b="0">
                <a:solidFill>
                  <a:srgbClr val="192E3B"/>
                </a:solidFill>
                <a:latin typeface="Segoe UI"/>
                <a:ea typeface="Segoe UI"/>
                <a:cs typeface="Segoe UI"/>
              </a:defRPr>
            </a:lvl6pPr>
            <a:lvl7pPr>
              <a:buNone/>
              <a:defRPr sz="2100" b="0">
                <a:solidFill>
                  <a:srgbClr val="192E3B"/>
                </a:solidFill>
                <a:latin typeface="Segoe UI"/>
                <a:ea typeface="Segoe UI"/>
                <a:cs typeface="Segoe UI"/>
              </a:defRPr>
            </a:lvl7pPr>
            <a:lvl8pPr>
              <a:buNone/>
              <a:defRPr sz="2100" b="0">
                <a:solidFill>
                  <a:srgbClr val="192E3B"/>
                </a:solidFill>
                <a:latin typeface="Segoe UI"/>
                <a:ea typeface="Segoe UI"/>
                <a:cs typeface="Segoe UI"/>
              </a:defRPr>
            </a:lvl8pPr>
            <a:lvl9pPr>
              <a:buNone/>
              <a:defRPr sz="2100" b="0">
                <a:solidFill>
                  <a:srgbClr val="192E3B"/>
                </a:solidFill>
                <a:latin typeface="Segoe UI"/>
                <a:ea typeface="Segoe UI"/>
                <a:cs typeface="Segoe UI"/>
              </a:defRPr>
            </a:lvl9pPr>
          </a:lstStyle>
          <a:p xmlns:a="http://schemas.openxmlformats.org/drawingml/2006/main">
            <a:pPr>
              <a:buNone/>
              <a:defRPr sz="2100" b="0">
                <a:solidFill>
                  <a:srgbClr val="192E3B"/>
                </a:solidFill>
                <a:latin typeface="Segoe UI"/>
                <a:ea typeface="Segoe UI"/>
                <a:cs typeface="Segoe UI"/>
              </a:defRPr>
            </a:pPr>
            <a:r>
              <a:rPr sz="2250" b="0">
                <a:solidFill>
                  <a:srgbClr val="192E3B"/>
                </a:solidFill>
                <a:latin typeface="Segoe UI"/>
                <a:ea typeface="Segoe UI"/>
                <a:cs typeface="Segoe UI"/>
              </a:rPr>
              <a:t>Ready</a:t>
            </a:r>
          </a:p>
        </p:txBody>
      </p:sp>
      <p:sp>
        <p:nvSpPr>
          <p:cNvPr id="11" name="colour-AMBER">
            <a:extLst xmlns:a="http://schemas.openxmlformats.org/drawingml/2006/main">
              <a:ext uri="{FF2B5EF4-FFF2-40B4-BE49-F238E27FC236}">
                <a16:creationId xmlns:a16="http://schemas.microsoft.com/office/drawing/2014/main" id="{69C6E3FC-A1D6-42A1-811B-323664CA5771}"/>
              </a:ext>
            </a:extLst>
          </p:cNvPr>
          <p:cNvSpPr>
            <a:spLocks xmlns:a="http://schemas.openxmlformats.org/drawingml/2006/main" noGrp="1"/>
          </p:cNvSpPr>
          <p:nvPr/>
        </p:nvSpPr>
        <p:spPr>
          <a:xfrm xmlns:a="http://schemas.openxmlformats.org/drawingml/2006/main">
            <a:off x="6134100" y="2286000"/>
            <a:ext cx="2571750" cy="1190625"/>
          </a:xfrm>
          <a:prstGeom xmlns:a="http://schemas.openxmlformats.org/drawingml/2006/main" prst="rect">
            <a:avLst/>
          </a:prstGeom>
          <a:solidFill xmlns:a="http://schemas.openxmlformats.org/drawingml/2006/main">
            <a:srgbClr val="FFF0C9"/>
          </a:solidFill>
          <a:ln xmlns:a="http://schemas.openxmlformats.org/drawingml/2006/main" w="0">
            <a:noFill/>
            <a:prstDash val="solid"/>
          </a:ln>
        </p:spPr>
      </p:sp>
      <p:sp>
        <p:nvSpPr>
          <p:cNvPr id="12" name="label-AMBER">
            <a:extLst xmlns:a="http://schemas.openxmlformats.org/drawingml/2006/main">
              <a:ext uri="{FF2B5EF4-FFF2-40B4-BE49-F238E27FC236}">
                <a16:creationId xmlns:a16="http://schemas.microsoft.com/office/drawing/2014/main" id="{3F7A6382-3634-4E1B-95D5-03D5D4EBD161}"/>
              </a:ext>
            </a:extLst>
          </p:cNvPr>
          <p:cNvSpPr>
            <a:spLocks xmlns:a="http://schemas.openxmlformats.org/drawingml/2006/main" noGrp="1"/>
          </p:cNvSpPr>
          <p:nvPr/>
        </p:nvSpPr>
        <p:spPr>
          <a:xfrm xmlns:a="http://schemas.openxmlformats.org/drawingml/2006/main">
            <a:off x="6286500" y="24288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1">
                <a:solidFill>
                  <a:srgbClr val="192E3B"/>
                </a:solidFill>
                <a:latin typeface="Segoe UI"/>
                <a:ea typeface="Segoe UI"/>
                <a:cs typeface="Segoe UI"/>
              </a:defRPr>
            </a:defPPr>
            <a:lvl1pPr>
              <a:buNone/>
              <a:defRPr sz="2250" b="1">
                <a:solidFill>
                  <a:srgbClr val="192E3B"/>
                </a:solidFill>
                <a:latin typeface="Segoe UI"/>
                <a:ea typeface="Segoe UI"/>
                <a:cs typeface="Segoe UI"/>
              </a:defRPr>
            </a:lvl1pPr>
            <a:lvl2pPr>
              <a:buNone/>
              <a:defRPr sz="2250" b="1">
                <a:solidFill>
                  <a:srgbClr val="192E3B"/>
                </a:solidFill>
                <a:latin typeface="Segoe UI"/>
                <a:ea typeface="Segoe UI"/>
                <a:cs typeface="Segoe UI"/>
              </a:defRPr>
            </a:lvl2pPr>
            <a:lvl3pPr>
              <a:buNone/>
              <a:defRPr sz="2250" b="1">
                <a:solidFill>
                  <a:srgbClr val="192E3B"/>
                </a:solidFill>
                <a:latin typeface="Segoe UI"/>
                <a:ea typeface="Segoe UI"/>
                <a:cs typeface="Segoe UI"/>
              </a:defRPr>
            </a:lvl3pPr>
            <a:lvl4pPr>
              <a:buNone/>
              <a:defRPr sz="2250" b="1">
                <a:solidFill>
                  <a:srgbClr val="192E3B"/>
                </a:solidFill>
                <a:latin typeface="Segoe UI"/>
                <a:ea typeface="Segoe UI"/>
                <a:cs typeface="Segoe UI"/>
              </a:defRPr>
            </a:lvl4pPr>
            <a:lvl5pPr>
              <a:buNone/>
              <a:defRPr sz="2250" b="1">
                <a:solidFill>
                  <a:srgbClr val="192E3B"/>
                </a:solidFill>
                <a:latin typeface="Segoe UI"/>
                <a:ea typeface="Segoe UI"/>
                <a:cs typeface="Segoe UI"/>
              </a:defRPr>
            </a:lvl5pPr>
            <a:lvl6pPr>
              <a:buNone/>
              <a:defRPr sz="2250" b="1">
                <a:solidFill>
                  <a:srgbClr val="192E3B"/>
                </a:solidFill>
                <a:latin typeface="Segoe UI"/>
                <a:ea typeface="Segoe UI"/>
                <a:cs typeface="Segoe UI"/>
              </a:defRPr>
            </a:lvl6pPr>
            <a:lvl7pPr>
              <a:buNone/>
              <a:defRPr sz="2250" b="1">
                <a:solidFill>
                  <a:srgbClr val="192E3B"/>
                </a:solidFill>
                <a:latin typeface="Segoe UI"/>
                <a:ea typeface="Segoe UI"/>
                <a:cs typeface="Segoe UI"/>
              </a:defRPr>
            </a:lvl7pPr>
            <a:lvl8pPr>
              <a:buNone/>
              <a:defRPr sz="2250" b="1">
                <a:solidFill>
                  <a:srgbClr val="192E3B"/>
                </a:solidFill>
                <a:latin typeface="Segoe UI"/>
                <a:ea typeface="Segoe UI"/>
                <a:cs typeface="Segoe UI"/>
              </a:defRPr>
            </a:lvl8pPr>
            <a:lvl9pPr>
              <a:buNone/>
              <a:defRPr sz="2250" b="1">
                <a:solidFill>
                  <a:srgbClr val="192E3B"/>
                </a:solidFill>
                <a:latin typeface="Segoe UI"/>
                <a:ea typeface="Segoe UI"/>
                <a:cs typeface="Segoe UI"/>
              </a:defRPr>
            </a:lvl9pPr>
          </a:lstStyle>
          <a:p xmlns:a="http://schemas.openxmlformats.org/drawingml/2006/main">
            <a:pPr>
              <a:buNone/>
              <a:defRPr sz="2250" b="1">
                <a:solidFill>
                  <a:srgbClr val="192E3B"/>
                </a:solidFill>
                <a:latin typeface="Segoe UI"/>
                <a:ea typeface="Segoe UI"/>
                <a:cs typeface="Segoe UI"/>
              </a:defRPr>
            </a:pPr>
            <a:r>
              <a:rPr sz="2250" b="1">
                <a:solidFill>
                  <a:srgbClr val="192E3B"/>
                </a:solidFill>
                <a:latin typeface="Segoe UI"/>
                <a:ea typeface="Segoe UI"/>
                <a:cs typeface="Segoe UI"/>
              </a:rPr>
              <a:t>AMBER</a:t>
            </a:r>
          </a:p>
        </p:txBody>
      </p:sp>
      <p:sp>
        <p:nvSpPr>
          <p:cNvPr id="13" name="meaning-AMBER">
            <a:extLst xmlns:a="http://schemas.openxmlformats.org/drawingml/2006/main">
              <a:ext uri="{FF2B5EF4-FFF2-40B4-BE49-F238E27FC236}">
                <a16:creationId xmlns:a16="http://schemas.microsoft.com/office/drawing/2014/main" id="{864AC6B1-1E1E-4FF8-ADC7-2D54B57A9051}"/>
              </a:ext>
            </a:extLst>
          </p:cNvPr>
          <p:cNvSpPr>
            <a:spLocks xmlns:a="http://schemas.openxmlformats.org/drawingml/2006/main" noGrp="1"/>
          </p:cNvSpPr>
          <p:nvPr/>
        </p:nvSpPr>
        <p:spPr>
          <a:xfrm xmlns:a="http://schemas.openxmlformats.org/drawingml/2006/main">
            <a:off x="6286500" y="29241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buNone/>
              <a:defRPr sz="2100" b="0">
                <a:solidFill>
                  <a:srgbClr val="192E3B"/>
                </a:solidFill>
                <a:latin typeface="Segoe UI"/>
                <a:ea typeface="Segoe UI"/>
                <a:cs typeface="Segoe UI"/>
              </a:defRPr>
            </a:lvl1pPr>
            <a:lvl2pPr>
              <a:buNone/>
              <a:defRPr sz="2100" b="0">
                <a:solidFill>
                  <a:srgbClr val="192E3B"/>
                </a:solidFill>
                <a:latin typeface="Segoe UI"/>
                <a:ea typeface="Segoe UI"/>
                <a:cs typeface="Segoe UI"/>
              </a:defRPr>
            </a:lvl2pPr>
            <a:lvl3pPr>
              <a:buNone/>
              <a:defRPr sz="2100" b="0">
                <a:solidFill>
                  <a:srgbClr val="192E3B"/>
                </a:solidFill>
                <a:latin typeface="Segoe UI"/>
                <a:ea typeface="Segoe UI"/>
                <a:cs typeface="Segoe UI"/>
              </a:defRPr>
            </a:lvl3pPr>
            <a:lvl4pPr>
              <a:buNone/>
              <a:defRPr sz="2100" b="0">
                <a:solidFill>
                  <a:srgbClr val="192E3B"/>
                </a:solidFill>
                <a:latin typeface="Segoe UI"/>
                <a:ea typeface="Segoe UI"/>
                <a:cs typeface="Segoe UI"/>
              </a:defRPr>
            </a:lvl4pPr>
            <a:lvl5pPr>
              <a:buNone/>
              <a:defRPr sz="2100" b="0">
                <a:solidFill>
                  <a:srgbClr val="192E3B"/>
                </a:solidFill>
                <a:latin typeface="Segoe UI"/>
                <a:ea typeface="Segoe UI"/>
                <a:cs typeface="Segoe UI"/>
              </a:defRPr>
            </a:lvl5pPr>
            <a:lvl6pPr>
              <a:buNone/>
              <a:defRPr sz="2100" b="0">
                <a:solidFill>
                  <a:srgbClr val="192E3B"/>
                </a:solidFill>
                <a:latin typeface="Segoe UI"/>
                <a:ea typeface="Segoe UI"/>
                <a:cs typeface="Segoe UI"/>
              </a:defRPr>
            </a:lvl6pPr>
            <a:lvl7pPr>
              <a:buNone/>
              <a:defRPr sz="2100" b="0">
                <a:solidFill>
                  <a:srgbClr val="192E3B"/>
                </a:solidFill>
                <a:latin typeface="Segoe UI"/>
                <a:ea typeface="Segoe UI"/>
                <a:cs typeface="Segoe UI"/>
              </a:defRPr>
            </a:lvl7pPr>
            <a:lvl8pPr>
              <a:buNone/>
              <a:defRPr sz="2100" b="0">
                <a:solidFill>
                  <a:srgbClr val="192E3B"/>
                </a:solidFill>
                <a:latin typeface="Segoe UI"/>
                <a:ea typeface="Segoe UI"/>
                <a:cs typeface="Segoe UI"/>
              </a:defRPr>
            </a:lvl8pPr>
            <a:lvl9pPr>
              <a:buNone/>
              <a:defRPr sz="2100" b="0">
                <a:solidFill>
                  <a:srgbClr val="192E3B"/>
                </a:solidFill>
                <a:latin typeface="Segoe UI"/>
                <a:ea typeface="Segoe UI"/>
                <a:cs typeface="Segoe UI"/>
              </a:defRPr>
            </a:lvl9pPr>
          </a:lstStyle>
          <a:p xmlns:a="http://schemas.openxmlformats.org/drawingml/2006/main">
            <a:pPr>
              <a:buNone/>
              <a:defRPr sz="2100" b="0">
                <a:solidFill>
                  <a:srgbClr val="192E3B"/>
                </a:solidFill>
                <a:latin typeface="Segoe UI"/>
                <a:ea typeface="Segoe UI"/>
                <a:cs typeface="Segoe UI"/>
              </a:defRPr>
            </a:pPr>
            <a:r>
              <a:rPr sz="2250" b="0">
                <a:solidFill>
                  <a:srgbClr val="192E3B"/>
                </a:solidFill>
                <a:latin typeface="Segoe UI"/>
                <a:ea typeface="Segoe UI"/>
                <a:cs typeface="Segoe UI"/>
              </a:rPr>
              <a:t>Pause</a:t>
            </a:r>
          </a:p>
        </p:txBody>
      </p:sp>
      <p:sp>
        <p:nvSpPr>
          <p:cNvPr id="14" name="colour-RED">
            <a:extLst xmlns:a="http://schemas.openxmlformats.org/drawingml/2006/main">
              <a:ext uri="{FF2B5EF4-FFF2-40B4-BE49-F238E27FC236}">
                <a16:creationId xmlns:a16="http://schemas.microsoft.com/office/drawing/2014/main" id="{B2E2DC8E-B572-4BC0-9E16-D8F6B1FAA98B}"/>
              </a:ext>
            </a:extLst>
          </p:cNvPr>
          <p:cNvSpPr>
            <a:spLocks xmlns:a="http://schemas.openxmlformats.org/drawingml/2006/main" noGrp="1"/>
          </p:cNvSpPr>
          <p:nvPr/>
        </p:nvSpPr>
        <p:spPr>
          <a:xfrm xmlns:a="http://schemas.openxmlformats.org/drawingml/2006/main">
            <a:off x="8934450" y="2286000"/>
            <a:ext cx="2571750" cy="1190625"/>
          </a:xfrm>
          <a:prstGeom xmlns:a="http://schemas.openxmlformats.org/drawingml/2006/main" prst="rect">
            <a:avLst/>
          </a:prstGeom>
          <a:solidFill xmlns:a="http://schemas.openxmlformats.org/drawingml/2006/main">
            <a:srgbClr val="F9E4E2"/>
          </a:solidFill>
          <a:ln xmlns:a="http://schemas.openxmlformats.org/drawingml/2006/main" w="0">
            <a:noFill/>
            <a:prstDash val="solid"/>
          </a:ln>
        </p:spPr>
      </p:sp>
      <p:sp>
        <p:nvSpPr>
          <p:cNvPr id="15" name="label-RED">
            <a:extLst xmlns:a="http://schemas.openxmlformats.org/drawingml/2006/main">
              <a:ext uri="{FF2B5EF4-FFF2-40B4-BE49-F238E27FC236}">
                <a16:creationId xmlns:a16="http://schemas.microsoft.com/office/drawing/2014/main" id="{8D065C48-36EC-41F3-A772-63D51BCB97CC}"/>
              </a:ext>
            </a:extLst>
          </p:cNvPr>
          <p:cNvSpPr>
            <a:spLocks xmlns:a="http://schemas.openxmlformats.org/drawingml/2006/main" noGrp="1"/>
          </p:cNvSpPr>
          <p:nvPr/>
        </p:nvSpPr>
        <p:spPr>
          <a:xfrm xmlns:a="http://schemas.openxmlformats.org/drawingml/2006/main">
            <a:off x="9086850" y="24288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1">
                <a:solidFill>
                  <a:srgbClr val="192E3B"/>
                </a:solidFill>
                <a:latin typeface="Segoe UI"/>
                <a:ea typeface="Segoe UI"/>
                <a:cs typeface="Segoe UI"/>
              </a:defRPr>
            </a:defPPr>
            <a:lvl1pPr>
              <a:buNone/>
              <a:defRPr sz="2250" b="1">
                <a:solidFill>
                  <a:srgbClr val="192E3B"/>
                </a:solidFill>
                <a:latin typeface="Segoe UI"/>
                <a:ea typeface="Segoe UI"/>
                <a:cs typeface="Segoe UI"/>
              </a:defRPr>
            </a:lvl1pPr>
            <a:lvl2pPr>
              <a:buNone/>
              <a:defRPr sz="2250" b="1">
                <a:solidFill>
                  <a:srgbClr val="192E3B"/>
                </a:solidFill>
                <a:latin typeface="Segoe UI"/>
                <a:ea typeface="Segoe UI"/>
                <a:cs typeface="Segoe UI"/>
              </a:defRPr>
            </a:lvl2pPr>
            <a:lvl3pPr>
              <a:buNone/>
              <a:defRPr sz="2250" b="1">
                <a:solidFill>
                  <a:srgbClr val="192E3B"/>
                </a:solidFill>
                <a:latin typeface="Segoe UI"/>
                <a:ea typeface="Segoe UI"/>
                <a:cs typeface="Segoe UI"/>
              </a:defRPr>
            </a:lvl3pPr>
            <a:lvl4pPr>
              <a:buNone/>
              <a:defRPr sz="2250" b="1">
                <a:solidFill>
                  <a:srgbClr val="192E3B"/>
                </a:solidFill>
                <a:latin typeface="Segoe UI"/>
                <a:ea typeface="Segoe UI"/>
                <a:cs typeface="Segoe UI"/>
              </a:defRPr>
            </a:lvl4pPr>
            <a:lvl5pPr>
              <a:buNone/>
              <a:defRPr sz="2250" b="1">
                <a:solidFill>
                  <a:srgbClr val="192E3B"/>
                </a:solidFill>
                <a:latin typeface="Segoe UI"/>
                <a:ea typeface="Segoe UI"/>
                <a:cs typeface="Segoe UI"/>
              </a:defRPr>
            </a:lvl5pPr>
            <a:lvl6pPr>
              <a:buNone/>
              <a:defRPr sz="2250" b="1">
                <a:solidFill>
                  <a:srgbClr val="192E3B"/>
                </a:solidFill>
                <a:latin typeface="Segoe UI"/>
                <a:ea typeface="Segoe UI"/>
                <a:cs typeface="Segoe UI"/>
              </a:defRPr>
            </a:lvl6pPr>
            <a:lvl7pPr>
              <a:buNone/>
              <a:defRPr sz="2250" b="1">
                <a:solidFill>
                  <a:srgbClr val="192E3B"/>
                </a:solidFill>
                <a:latin typeface="Segoe UI"/>
                <a:ea typeface="Segoe UI"/>
                <a:cs typeface="Segoe UI"/>
              </a:defRPr>
            </a:lvl7pPr>
            <a:lvl8pPr>
              <a:buNone/>
              <a:defRPr sz="2250" b="1">
                <a:solidFill>
                  <a:srgbClr val="192E3B"/>
                </a:solidFill>
                <a:latin typeface="Segoe UI"/>
                <a:ea typeface="Segoe UI"/>
                <a:cs typeface="Segoe UI"/>
              </a:defRPr>
            </a:lvl8pPr>
            <a:lvl9pPr>
              <a:buNone/>
              <a:defRPr sz="2250" b="1">
                <a:solidFill>
                  <a:srgbClr val="192E3B"/>
                </a:solidFill>
                <a:latin typeface="Segoe UI"/>
                <a:ea typeface="Segoe UI"/>
                <a:cs typeface="Segoe UI"/>
              </a:defRPr>
            </a:lvl9pPr>
          </a:lstStyle>
          <a:p xmlns:a="http://schemas.openxmlformats.org/drawingml/2006/main">
            <a:pPr>
              <a:buNone/>
              <a:defRPr sz="2250" b="1">
                <a:solidFill>
                  <a:srgbClr val="192E3B"/>
                </a:solidFill>
                <a:latin typeface="Segoe UI"/>
                <a:ea typeface="Segoe UI"/>
                <a:cs typeface="Segoe UI"/>
              </a:defRPr>
            </a:pPr>
            <a:r>
              <a:rPr sz="2250" b="1">
                <a:solidFill>
                  <a:srgbClr val="192E3B"/>
                </a:solidFill>
                <a:latin typeface="Segoe UI"/>
                <a:ea typeface="Segoe UI"/>
                <a:cs typeface="Segoe UI"/>
              </a:rPr>
              <a:t>RED</a:t>
            </a:r>
          </a:p>
        </p:txBody>
      </p:sp>
      <p:sp>
        <p:nvSpPr>
          <p:cNvPr id="16" name="meaning-RED">
            <a:extLst xmlns:a="http://schemas.openxmlformats.org/drawingml/2006/main">
              <a:ext uri="{FF2B5EF4-FFF2-40B4-BE49-F238E27FC236}">
                <a16:creationId xmlns:a16="http://schemas.microsoft.com/office/drawing/2014/main" id="{94F863B9-7FC3-4AF1-8CB5-A83FF071CBE5}"/>
              </a:ext>
            </a:extLst>
          </p:cNvPr>
          <p:cNvSpPr>
            <a:spLocks xmlns:a="http://schemas.openxmlformats.org/drawingml/2006/main" noGrp="1"/>
          </p:cNvSpPr>
          <p:nvPr/>
        </p:nvSpPr>
        <p:spPr>
          <a:xfrm xmlns:a="http://schemas.openxmlformats.org/drawingml/2006/main">
            <a:off x="9086850" y="29241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buNone/>
              <a:defRPr sz="2100" b="0">
                <a:solidFill>
                  <a:srgbClr val="192E3B"/>
                </a:solidFill>
                <a:latin typeface="Segoe UI"/>
                <a:ea typeface="Segoe UI"/>
                <a:cs typeface="Segoe UI"/>
              </a:defRPr>
            </a:lvl1pPr>
            <a:lvl2pPr>
              <a:buNone/>
              <a:defRPr sz="2100" b="0">
                <a:solidFill>
                  <a:srgbClr val="192E3B"/>
                </a:solidFill>
                <a:latin typeface="Segoe UI"/>
                <a:ea typeface="Segoe UI"/>
                <a:cs typeface="Segoe UI"/>
              </a:defRPr>
            </a:lvl2pPr>
            <a:lvl3pPr>
              <a:buNone/>
              <a:defRPr sz="2100" b="0">
                <a:solidFill>
                  <a:srgbClr val="192E3B"/>
                </a:solidFill>
                <a:latin typeface="Segoe UI"/>
                <a:ea typeface="Segoe UI"/>
                <a:cs typeface="Segoe UI"/>
              </a:defRPr>
            </a:lvl3pPr>
            <a:lvl4pPr>
              <a:buNone/>
              <a:defRPr sz="2100" b="0">
                <a:solidFill>
                  <a:srgbClr val="192E3B"/>
                </a:solidFill>
                <a:latin typeface="Segoe UI"/>
                <a:ea typeface="Segoe UI"/>
                <a:cs typeface="Segoe UI"/>
              </a:defRPr>
            </a:lvl4pPr>
            <a:lvl5pPr>
              <a:buNone/>
              <a:defRPr sz="2100" b="0">
                <a:solidFill>
                  <a:srgbClr val="192E3B"/>
                </a:solidFill>
                <a:latin typeface="Segoe UI"/>
                <a:ea typeface="Segoe UI"/>
                <a:cs typeface="Segoe UI"/>
              </a:defRPr>
            </a:lvl5pPr>
            <a:lvl6pPr>
              <a:buNone/>
              <a:defRPr sz="2100" b="0">
                <a:solidFill>
                  <a:srgbClr val="192E3B"/>
                </a:solidFill>
                <a:latin typeface="Segoe UI"/>
                <a:ea typeface="Segoe UI"/>
                <a:cs typeface="Segoe UI"/>
              </a:defRPr>
            </a:lvl6pPr>
            <a:lvl7pPr>
              <a:buNone/>
              <a:defRPr sz="2100" b="0">
                <a:solidFill>
                  <a:srgbClr val="192E3B"/>
                </a:solidFill>
                <a:latin typeface="Segoe UI"/>
                <a:ea typeface="Segoe UI"/>
                <a:cs typeface="Segoe UI"/>
              </a:defRPr>
            </a:lvl7pPr>
            <a:lvl8pPr>
              <a:buNone/>
              <a:defRPr sz="2100" b="0">
                <a:solidFill>
                  <a:srgbClr val="192E3B"/>
                </a:solidFill>
                <a:latin typeface="Segoe UI"/>
                <a:ea typeface="Segoe UI"/>
                <a:cs typeface="Segoe UI"/>
              </a:defRPr>
            </a:lvl8pPr>
            <a:lvl9pPr>
              <a:buNone/>
              <a:defRPr sz="2100" b="0">
                <a:solidFill>
                  <a:srgbClr val="192E3B"/>
                </a:solidFill>
                <a:latin typeface="Segoe UI"/>
                <a:ea typeface="Segoe UI"/>
                <a:cs typeface="Segoe UI"/>
              </a:defRPr>
            </a:lvl9pPr>
          </a:lstStyle>
          <a:p xmlns:a="http://schemas.openxmlformats.org/drawingml/2006/main">
            <a:pPr>
              <a:buNone/>
              <a:defRPr sz="2100" b="0">
                <a:solidFill>
                  <a:srgbClr val="192E3B"/>
                </a:solidFill>
                <a:latin typeface="Segoe UI"/>
                <a:ea typeface="Segoe UI"/>
                <a:cs typeface="Segoe UI"/>
              </a:defRPr>
            </a:pPr>
            <a:r>
              <a:rPr sz="2250" b="0">
                <a:solidFill>
                  <a:srgbClr val="192E3B"/>
                </a:solidFill>
                <a:latin typeface="Segoe UI"/>
                <a:ea typeface="Segoe UI"/>
                <a:cs typeface="Segoe UI"/>
              </a:rPr>
              <a:t>Adult help</a:t>
            </a:r>
          </a:p>
        </p:txBody>
      </p:sp>
      <p:sp>
        <p:nvSpPr>
          <p:cNvPr id="17" name="reset">
            <a:extLst xmlns:a="http://schemas.openxmlformats.org/drawingml/2006/main">
              <a:ext uri="{FF2B5EF4-FFF2-40B4-BE49-F238E27FC236}">
                <a16:creationId xmlns:a16="http://schemas.microsoft.com/office/drawing/2014/main" id="{CCD41404-E20B-4CF4-BD5A-EE94CC726EBE}"/>
              </a:ext>
            </a:extLst>
          </p:cNvPr>
          <p:cNvSpPr>
            <a:spLocks xmlns:a="http://schemas.openxmlformats.org/drawingml/2006/main" noGrp="1"/>
          </p:cNvSpPr>
          <p:nvPr/>
        </p:nvSpPr>
        <p:spPr>
          <a:xfrm xmlns:a="http://schemas.openxmlformats.org/drawingml/2006/main">
            <a:off x="533400" y="4000500"/>
            <a:ext cx="109537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buNone/>
              <a:defRPr sz="2250" b="0">
                <a:solidFill>
                  <a:srgbClr val="192E3B"/>
                </a:solidFill>
                <a:latin typeface="Segoe UI"/>
                <a:ea typeface="Segoe UI"/>
                <a:cs typeface="Segoe UI"/>
              </a:defRPr>
            </a:lvl1pPr>
            <a:lvl2pPr>
              <a:buNone/>
              <a:defRPr sz="2250" b="0">
                <a:solidFill>
                  <a:srgbClr val="192E3B"/>
                </a:solidFill>
                <a:latin typeface="Segoe UI"/>
                <a:ea typeface="Segoe UI"/>
                <a:cs typeface="Segoe UI"/>
              </a:defRPr>
            </a:lvl2pPr>
            <a:lvl3pPr>
              <a:buNone/>
              <a:defRPr sz="2250" b="0">
                <a:solidFill>
                  <a:srgbClr val="192E3B"/>
                </a:solidFill>
                <a:latin typeface="Segoe UI"/>
                <a:ea typeface="Segoe UI"/>
                <a:cs typeface="Segoe UI"/>
              </a:defRPr>
            </a:lvl3pPr>
            <a:lvl4pPr>
              <a:buNone/>
              <a:defRPr sz="2250" b="0">
                <a:solidFill>
                  <a:srgbClr val="192E3B"/>
                </a:solidFill>
                <a:latin typeface="Segoe UI"/>
                <a:ea typeface="Segoe UI"/>
                <a:cs typeface="Segoe UI"/>
              </a:defRPr>
            </a:lvl4pPr>
            <a:lvl5pPr>
              <a:buNone/>
              <a:defRPr sz="2250" b="0">
                <a:solidFill>
                  <a:srgbClr val="192E3B"/>
                </a:solidFill>
                <a:latin typeface="Segoe UI"/>
                <a:ea typeface="Segoe UI"/>
                <a:cs typeface="Segoe UI"/>
              </a:defRPr>
            </a:lvl5pPr>
            <a:lvl6pPr>
              <a:buNone/>
              <a:defRPr sz="2250" b="0">
                <a:solidFill>
                  <a:srgbClr val="192E3B"/>
                </a:solidFill>
                <a:latin typeface="Segoe UI"/>
                <a:ea typeface="Segoe UI"/>
                <a:cs typeface="Segoe UI"/>
              </a:defRPr>
            </a:lvl6pPr>
            <a:lvl7pPr>
              <a:buNone/>
              <a:defRPr sz="2250" b="0">
                <a:solidFill>
                  <a:srgbClr val="192E3B"/>
                </a:solidFill>
                <a:latin typeface="Segoe UI"/>
                <a:ea typeface="Segoe UI"/>
                <a:cs typeface="Segoe UI"/>
              </a:defRPr>
            </a:lvl7pPr>
            <a:lvl8pPr>
              <a:buNone/>
              <a:defRPr sz="2250" b="0">
                <a:solidFill>
                  <a:srgbClr val="192E3B"/>
                </a:solidFill>
                <a:latin typeface="Segoe UI"/>
                <a:ea typeface="Segoe UI"/>
                <a:cs typeface="Segoe UI"/>
              </a:defRPr>
            </a:lvl8pPr>
            <a:lvl9pPr>
              <a:buNone/>
              <a:defRPr sz="2250" b="0">
                <a:solidFill>
                  <a:srgbClr val="192E3B"/>
                </a:solidFill>
                <a:latin typeface="Segoe UI"/>
                <a:ea typeface="Segoe UI"/>
                <a:cs typeface="Segoe UI"/>
              </a:defRPr>
            </a:lvl9pPr>
          </a:lstStyle>
          <a:p xmlns:a="http://schemas.openxmlformats.org/drawingml/2006/main">
            <a:pPr>
              <a:buNone/>
              <a:defRPr sz="2250" b="0">
                <a:solidFill>
                  <a:srgbClr val="192E3B"/>
                </a:solidFill>
                <a:latin typeface="Segoe UI"/>
                <a:ea typeface="Segoe UI"/>
                <a:cs typeface="Segoe UI"/>
              </a:defRPr>
            </a:pPr>
            <a:r>
              <a:rPr sz="2250" b="0">
                <a:solidFill>
                  <a:srgbClr val="192E3B"/>
                </a:solidFill>
                <a:latin typeface="Segoe UI"/>
                <a:ea typeface="Segoe UI"/>
                <a:cs typeface="Segoe UI"/>
              </a:rPr>
              <a:t>Tell an adult what helps you.</a:t>
            </a:r>
          </a:p>
          <a:p xmlns:a="http://schemas.openxmlformats.org/drawingml/2006/main">
            <a:pPr>
              <a:buNone/>
              <a:defRPr sz="2250" b="0">
                <a:solidFill>
                  <a:srgbClr val="192E3B"/>
                </a:solidFill>
                <a:latin typeface="Segoe UI"/>
                <a:ea typeface="Segoe UI"/>
                <a:cs typeface="Segoe UI"/>
              </a:defRPr>
            </a:pPr>
            <a:r>
              <a:rPr sz="2250" b="0">
                <a:solidFill>
                  <a:srgbClr val="192E3B"/>
                </a:solidFill>
                <a:latin typeface="Segoe UI"/>
                <a:ea typeface="Segoe UI"/>
                <a:cs typeface="Segoe UI"/>
              </a:rPr>
              <a:t>I need __. My safe plan is __.</a:t>
            </a:r>
          </a:p>
        </p:txBody>
      </p:sp>
      <p:sp>
        <p:nvSpPr>
          <p:cNvPr id="18" name="credit">
            <a:extLst xmlns:a="http://schemas.openxmlformats.org/drawingml/2006/main">
              <a:ext uri="{FF2B5EF4-FFF2-40B4-BE49-F238E27FC236}">
                <a16:creationId xmlns:a16="http://schemas.microsoft.com/office/drawing/2014/main" id="{D9BED002-A2CD-4AF6-8399-AFD60953018D}"/>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buNone/>
              <a:defRPr sz="788" b="0">
                <a:solidFill>
                  <a:srgbClr val="566574"/>
                </a:solidFill>
                <a:latin typeface="Segoe UI"/>
                <a:ea typeface="Segoe UI"/>
                <a:cs typeface="Segoe UI"/>
              </a:defRPr>
            </a:lvl1pPr>
            <a:lvl2pPr>
              <a:buNone/>
              <a:defRPr sz="788" b="0">
                <a:solidFill>
                  <a:srgbClr val="566574"/>
                </a:solidFill>
                <a:latin typeface="Segoe UI"/>
                <a:ea typeface="Segoe UI"/>
                <a:cs typeface="Segoe UI"/>
              </a:defRPr>
            </a:lvl2pPr>
            <a:lvl3pPr>
              <a:buNone/>
              <a:defRPr sz="788" b="0">
                <a:solidFill>
                  <a:srgbClr val="566574"/>
                </a:solidFill>
                <a:latin typeface="Segoe UI"/>
                <a:ea typeface="Segoe UI"/>
                <a:cs typeface="Segoe UI"/>
              </a:defRPr>
            </a:lvl3pPr>
            <a:lvl4pPr>
              <a:buNone/>
              <a:defRPr sz="788" b="0">
                <a:solidFill>
                  <a:srgbClr val="566574"/>
                </a:solidFill>
                <a:latin typeface="Segoe UI"/>
                <a:ea typeface="Segoe UI"/>
                <a:cs typeface="Segoe UI"/>
              </a:defRPr>
            </a:lvl4pPr>
            <a:lvl5pPr>
              <a:buNone/>
              <a:defRPr sz="788" b="0">
                <a:solidFill>
                  <a:srgbClr val="566574"/>
                </a:solidFill>
                <a:latin typeface="Segoe UI"/>
                <a:ea typeface="Segoe UI"/>
                <a:cs typeface="Segoe UI"/>
              </a:defRPr>
            </a:lvl5pPr>
            <a:lvl6pPr>
              <a:buNone/>
              <a:defRPr sz="788" b="0">
                <a:solidFill>
                  <a:srgbClr val="566574"/>
                </a:solidFill>
                <a:latin typeface="Segoe UI"/>
                <a:ea typeface="Segoe UI"/>
                <a:cs typeface="Segoe UI"/>
              </a:defRPr>
            </a:lvl6pPr>
            <a:lvl7pPr>
              <a:buNone/>
              <a:defRPr sz="788" b="0">
                <a:solidFill>
                  <a:srgbClr val="566574"/>
                </a:solidFill>
                <a:latin typeface="Segoe UI"/>
                <a:ea typeface="Segoe UI"/>
                <a:cs typeface="Segoe UI"/>
              </a:defRPr>
            </a:lvl7pPr>
            <a:lvl8pPr>
              <a:buNone/>
              <a:defRPr sz="788" b="0">
                <a:solidFill>
                  <a:srgbClr val="566574"/>
                </a:solidFill>
                <a:latin typeface="Segoe UI"/>
                <a:ea typeface="Segoe UI"/>
                <a:cs typeface="Segoe UI"/>
              </a:defRPr>
            </a:lvl8pPr>
            <a:lvl9pPr>
              <a:buNone/>
              <a:defRPr sz="788" b="0">
                <a:solidFill>
                  <a:srgbClr val="566574"/>
                </a:solidFill>
                <a:latin typeface="Segoe UI"/>
                <a:ea typeface="Segoe UI"/>
                <a:cs typeface="Segoe UI"/>
              </a:defRPr>
            </a:lvl9pPr>
          </a:lstStyle>
          <a:p xmlns:a="http://schemas.openxmlformats.org/drawingml/2006/main">
            <a:pPr>
              <a:buNone/>
              <a:defRPr sz="788" b="0">
                <a:solidFill>
                  <a:srgbClr val="566574"/>
                </a:solidFill>
                <a:latin typeface="Segoe UI"/>
                <a:ea typeface="Segoe UI"/>
                <a:cs typeface="Segoe UI"/>
              </a:defRPr>
            </a:pPr>
            <a:r>
              <a:rPr sz="788" b="0">
                <a:solidFill>
                  <a:srgbClr val="566574"/>
                </a:solidFill>
                <a:latin typeface="Segoe UI"/>
                <a:ea typeface="Segoe UI"/>
                <a:cs typeface="Segoe UI"/>
              </a:rPr>
              <a:t>Made by Matt · © Matt Roper · CC BY-NC-SA 4.0: free for classroom use, share and adapt with credit, no resale</a:t>
            </a:r>
          </a:p>
        </p:txBody>
      </p:sp>
      <p:sp>
        <p:nvSpPr>
          <p:cNvPr id="19" name="page-number">
            <a:extLst xmlns:a="http://schemas.openxmlformats.org/drawingml/2006/main">
              <a:ext uri="{FF2B5EF4-FFF2-40B4-BE49-F238E27FC236}">
                <a16:creationId xmlns:a16="http://schemas.microsoft.com/office/drawing/2014/main" id="{53AA85A8-2228-4712-A708-EC9652AC6831}"/>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050" b="0">
                <a:solidFill>
                  <a:srgbClr val="566574"/>
                </a:solidFill>
                <a:latin typeface="Segoe UI"/>
                <a:ea typeface="Segoe UI"/>
                <a:cs typeface="Segoe UI"/>
              </a:rPr>
              <a:t>02</a:t>
            </a:r>
          </a:p>
        </p:txBody>
      </p:sp>
    </p:spTree>
    <p:extLst>
      <p:ext uri="{BB962C8B-B14F-4D97-AF65-F5344CB8AC3E}">
        <p14:creationId xmlns:p14="http://schemas.microsoft.com/office/powerpoint/2010/main" val="87153325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lesson-code">
            <a:extLst xmlns:a="http://schemas.openxmlformats.org/drawingml/2006/main">
              <a:ext uri="{FF2B5EF4-FFF2-40B4-BE49-F238E27FC236}">
                <a16:creationId xmlns:a16="http://schemas.microsoft.com/office/drawing/2014/main" id="{B5C5BFE6-CE19-4C04-B94B-2BDC620195D5}"/>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200" b="0">
                <a:solidFill>
                  <a:srgbClr val="566574"/>
                </a:solidFill>
                <a:latin typeface="Segoe UI"/>
                <a:ea typeface="Segoe UI"/>
                <a:cs typeface="Segoe UI"/>
              </a:defRPr>
            </a:lvl1pPr>
            <a:lvl2pPr>
              <a:buNone/>
              <a:defRPr sz="1200" b="0">
                <a:solidFill>
                  <a:srgbClr val="566574"/>
                </a:solidFill>
                <a:latin typeface="Segoe UI"/>
                <a:ea typeface="Segoe UI"/>
                <a:cs typeface="Segoe UI"/>
              </a:defRPr>
            </a:lvl2pPr>
            <a:lvl3pPr>
              <a:buNone/>
              <a:defRPr sz="1200" b="0">
                <a:solidFill>
                  <a:srgbClr val="566574"/>
                </a:solidFill>
                <a:latin typeface="Segoe UI"/>
                <a:ea typeface="Segoe UI"/>
                <a:cs typeface="Segoe UI"/>
              </a:defRPr>
            </a:lvl3pPr>
            <a:lvl4pPr>
              <a:buNone/>
              <a:defRPr sz="1200" b="0">
                <a:solidFill>
                  <a:srgbClr val="566574"/>
                </a:solidFill>
                <a:latin typeface="Segoe UI"/>
                <a:ea typeface="Segoe UI"/>
                <a:cs typeface="Segoe UI"/>
              </a:defRPr>
            </a:lvl4pPr>
            <a:lvl5pPr>
              <a:buNone/>
              <a:defRPr sz="1200" b="0">
                <a:solidFill>
                  <a:srgbClr val="566574"/>
                </a:solidFill>
                <a:latin typeface="Segoe UI"/>
                <a:ea typeface="Segoe UI"/>
                <a:cs typeface="Segoe UI"/>
              </a:defRPr>
            </a:lvl5pPr>
            <a:lvl6pPr>
              <a:buNone/>
              <a:defRPr sz="1200" b="0">
                <a:solidFill>
                  <a:srgbClr val="566574"/>
                </a:solidFill>
                <a:latin typeface="Segoe UI"/>
                <a:ea typeface="Segoe UI"/>
                <a:cs typeface="Segoe UI"/>
              </a:defRPr>
            </a:lvl6pPr>
            <a:lvl7pPr>
              <a:buNone/>
              <a:defRPr sz="1200" b="0">
                <a:solidFill>
                  <a:srgbClr val="566574"/>
                </a:solidFill>
                <a:latin typeface="Segoe UI"/>
                <a:ea typeface="Segoe UI"/>
                <a:cs typeface="Segoe UI"/>
              </a:defRPr>
            </a:lvl7pPr>
            <a:lvl8pPr>
              <a:buNone/>
              <a:defRPr sz="1200" b="0">
                <a:solidFill>
                  <a:srgbClr val="566574"/>
                </a:solidFill>
                <a:latin typeface="Segoe UI"/>
                <a:ea typeface="Segoe UI"/>
                <a:cs typeface="Segoe UI"/>
              </a:defRPr>
            </a:lvl8pPr>
            <a:lvl9pPr>
              <a:buNone/>
              <a:defRPr sz="1200" b="0">
                <a:solidFill>
                  <a:srgbClr val="566574"/>
                </a:solidFill>
                <a:latin typeface="Segoe UI"/>
                <a:ea typeface="Segoe UI"/>
                <a:cs typeface="Segoe UI"/>
              </a:defRPr>
            </a:lvl9pPr>
          </a:lstStyle>
          <a:p xmlns:a="http://schemas.openxmlformats.org/drawingml/2006/main">
            <a:pPr>
              <a:buNone/>
              <a:defRPr sz="1200" b="0">
                <a:solidFill>
                  <a:srgbClr val="566574"/>
                </a:solidFill>
                <a:latin typeface="Segoe UI"/>
                <a:ea typeface="Segoe UI"/>
                <a:cs typeface="Segoe UI"/>
              </a:defRPr>
            </a:pPr>
            <a:r>
              <a:rPr sz="1200" b="0">
                <a:solidFill>
                  <a:srgbClr val="566574"/>
                </a:solidFill>
                <a:latin typeface="Segoe UI"/>
                <a:ea typeface="Segoe UI"/>
                <a:cs typeface="Segoe UI"/>
              </a:rPr>
              <a:t>COMM-GROW-A2-W06  ·  Lesson 11</a:t>
            </a:r>
          </a:p>
        </p:txBody>
      </p:sp>
      <p:sp>
        <p:nvSpPr>
          <p:cNvPr id="2" name="label">
            <a:extLst xmlns:a="http://schemas.openxmlformats.org/drawingml/2006/main">
              <a:ext uri="{FF2B5EF4-FFF2-40B4-BE49-F238E27FC236}">
                <a16:creationId xmlns:a16="http://schemas.microsoft.com/office/drawing/2014/main" id="{232B2090-E876-42BF-BA5A-60D0D938AC85}"/>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200" b="0">
                <a:solidFill>
                  <a:srgbClr val="566574"/>
                </a:solidFill>
                <a:latin typeface="Segoe UI"/>
                <a:ea typeface="Segoe UI"/>
                <a:cs typeface="Segoe UI"/>
              </a:rPr>
              <a:t>Public edition · Year A</a:t>
            </a:r>
          </a:p>
        </p:txBody>
      </p:sp>
      <p:sp>
        <p:nvSpPr>
          <p:cNvPr id="3" name="stage-title">
            <a:extLst xmlns:a="http://schemas.openxmlformats.org/drawingml/2006/main">
              <a:ext uri="{FF2B5EF4-FFF2-40B4-BE49-F238E27FC236}">
                <a16:creationId xmlns:a16="http://schemas.microsoft.com/office/drawing/2014/main" id="{DE6615DC-9A00-4DAE-B613-0FEE5830C9BA}"/>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buNone/>
              <a:defRPr sz="3300" b="1">
                <a:solidFill>
                  <a:srgbClr val="345D70"/>
                </a:solidFill>
                <a:latin typeface="Segoe UI"/>
                <a:ea typeface="Segoe UI"/>
                <a:cs typeface="Segoe UI"/>
              </a:defRPr>
            </a:lvl1pPr>
            <a:lvl2pPr>
              <a:buNone/>
              <a:defRPr sz="3300" b="1">
                <a:solidFill>
                  <a:srgbClr val="345D70"/>
                </a:solidFill>
                <a:latin typeface="Segoe UI"/>
                <a:ea typeface="Segoe UI"/>
                <a:cs typeface="Segoe UI"/>
              </a:defRPr>
            </a:lvl2pPr>
            <a:lvl3pPr>
              <a:buNone/>
              <a:defRPr sz="3300" b="1">
                <a:solidFill>
                  <a:srgbClr val="345D70"/>
                </a:solidFill>
                <a:latin typeface="Segoe UI"/>
                <a:ea typeface="Segoe UI"/>
                <a:cs typeface="Segoe UI"/>
              </a:defRPr>
            </a:lvl3pPr>
            <a:lvl4pPr>
              <a:buNone/>
              <a:defRPr sz="3300" b="1">
                <a:solidFill>
                  <a:srgbClr val="345D70"/>
                </a:solidFill>
                <a:latin typeface="Segoe UI"/>
                <a:ea typeface="Segoe UI"/>
                <a:cs typeface="Segoe UI"/>
              </a:defRPr>
            </a:lvl4pPr>
            <a:lvl5pPr>
              <a:buNone/>
              <a:defRPr sz="3300" b="1">
                <a:solidFill>
                  <a:srgbClr val="345D70"/>
                </a:solidFill>
                <a:latin typeface="Segoe UI"/>
                <a:ea typeface="Segoe UI"/>
                <a:cs typeface="Segoe UI"/>
              </a:defRPr>
            </a:lvl5pPr>
            <a:lvl6pPr>
              <a:buNone/>
              <a:defRPr sz="3300" b="1">
                <a:solidFill>
                  <a:srgbClr val="345D70"/>
                </a:solidFill>
                <a:latin typeface="Segoe UI"/>
                <a:ea typeface="Segoe UI"/>
                <a:cs typeface="Segoe UI"/>
              </a:defRPr>
            </a:lvl6pPr>
            <a:lvl7pPr>
              <a:buNone/>
              <a:defRPr sz="3300" b="1">
                <a:solidFill>
                  <a:srgbClr val="345D70"/>
                </a:solidFill>
                <a:latin typeface="Segoe UI"/>
                <a:ea typeface="Segoe UI"/>
                <a:cs typeface="Segoe UI"/>
              </a:defRPr>
            </a:lvl7pPr>
            <a:lvl8pPr>
              <a:buNone/>
              <a:defRPr sz="3300" b="1">
                <a:solidFill>
                  <a:srgbClr val="345D70"/>
                </a:solidFill>
                <a:latin typeface="Segoe UI"/>
                <a:ea typeface="Segoe UI"/>
                <a:cs typeface="Segoe UI"/>
              </a:defRPr>
            </a:lvl8pPr>
            <a:lvl9pPr>
              <a:buNone/>
              <a:defRPr sz="3300" b="1">
                <a:solidFill>
                  <a:srgbClr val="345D70"/>
                </a:solidFill>
                <a:latin typeface="Segoe UI"/>
                <a:ea typeface="Segoe UI"/>
                <a:cs typeface="Segoe UI"/>
              </a:defRPr>
            </a:lvl9pPr>
          </a:lstStyle>
          <a:p xmlns:a="http://schemas.openxmlformats.org/drawingml/2006/main">
            <a:pPr>
              <a:buNone/>
              <a:defRPr sz="3300" b="1">
                <a:solidFill>
                  <a:srgbClr val="345D70"/>
                </a:solidFill>
                <a:latin typeface="Segoe UI"/>
                <a:ea typeface="Segoe UI"/>
                <a:cs typeface="Segoe UI"/>
              </a:defRPr>
            </a:pPr>
            <a:r>
              <a:rPr sz="3300" b="1">
                <a:solidFill>
                  <a:srgbClr val="345D70"/>
                </a:solidFill>
                <a:latin typeface="Segoe UI"/>
                <a:ea typeface="Segoe UI"/>
                <a:cs typeface="Segoe UI"/>
              </a:rPr>
              <a:t>Retrieval</a:t>
            </a:r>
          </a:p>
        </p:txBody>
      </p:sp>
      <p:sp>
        <p:nvSpPr>
          <p:cNvPr id="4" name="pupil-body">
            <a:extLst xmlns:a="http://schemas.openxmlformats.org/drawingml/2006/main">
              <a:ext uri="{FF2B5EF4-FFF2-40B4-BE49-F238E27FC236}">
                <a16:creationId xmlns:a16="http://schemas.microsoft.com/office/drawing/2014/main" id="{E4BF6289-DC6E-47BD-A06D-AAC89C8C8D56}"/>
              </a:ext>
            </a:extLst>
          </p:cNvPr>
          <p:cNvSpPr>
            <a:spLocks xmlns:a="http://schemas.openxmlformats.org/drawingml/2006/main" noGrp="1"/>
          </p:cNvSpPr>
          <p:nvPr/>
        </p:nvSpPr>
        <p:spPr>
          <a:xfrm xmlns:a="http://schemas.openxmlformats.org/drawingml/2006/main">
            <a:off x="533400" y="1466850"/>
            <a:ext cx="11049000" cy="452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buNone/>
              <a:defRPr sz="2400" b="0">
                <a:solidFill>
                  <a:srgbClr val="192E3B"/>
                </a:solidFill>
                <a:latin typeface="Segoe UI"/>
                <a:ea typeface="Segoe UI"/>
                <a:cs typeface="Segoe UI"/>
              </a:defRPr>
            </a:lvl1pPr>
            <a:lvl2pPr>
              <a:buNone/>
              <a:defRPr sz="2400" b="0">
                <a:solidFill>
                  <a:srgbClr val="192E3B"/>
                </a:solidFill>
                <a:latin typeface="Segoe UI"/>
                <a:ea typeface="Segoe UI"/>
                <a:cs typeface="Segoe UI"/>
              </a:defRPr>
            </a:lvl2pPr>
            <a:lvl3pPr>
              <a:buNone/>
              <a:defRPr sz="2400" b="0">
                <a:solidFill>
                  <a:srgbClr val="192E3B"/>
                </a:solidFill>
                <a:latin typeface="Segoe UI"/>
                <a:ea typeface="Segoe UI"/>
                <a:cs typeface="Segoe UI"/>
              </a:defRPr>
            </a:lvl3pPr>
            <a:lvl4pPr>
              <a:buNone/>
              <a:defRPr sz="2400" b="0">
                <a:solidFill>
                  <a:srgbClr val="192E3B"/>
                </a:solidFill>
                <a:latin typeface="Segoe UI"/>
                <a:ea typeface="Segoe UI"/>
                <a:cs typeface="Segoe UI"/>
              </a:defRPr>
            </a:lvl4pPr>
            <a:lvl5pPr>
              <a:buNone/>
              <a:defRPr sz="2400" b="0">
                <a:solidFill>
                  <a:srgbClr val="192E3B"/>
                </a:solidFill>
                <a:latin typeface="Segoe UI"/>
                <a:ea typeface="Segoe UI"/>
                <a:cs typeface="Segoe UI"/>
              </a:defRPr>
            </a:lvl5pPr>
            <a:lvl6pPr>
              <a:buNone/>
              <a:defRPr sz="2400" b="0">
                <a:solidFill>
                  <a:srgbClr val="192E3B"/>
                </a:solidFill>
                <a:latin typeface="Segoe UI"/>
                <a:ea typeface="Segoe UI"/>
                <a:cs typeface="Segoe UI"/>
              </a:defRPr>
            </a:lvl6pPr>
            <a:lvl7pPr>
              <a:buNone/>
              <a:defRPr sz="2400" b="0">
                <a:solidFill>
                  <a:srgbClr val="192E3B"/>
                </a:solidFill>
                <a:latin typeface="Segoe UI"/>
                <a:ea typeface="Segoe UI"/>
                <a:cs typeface="Segoe UI"/>
              </a:defRPr>
            </a:lvl7pPr>
            <a:lvl8pPr>
              <a:buNone/>
              <a:defRPr sz="2400" b="0">
                <a:solidFill>
                  <a:srgbClr val="192E3B"/>
                </a:solidFill>
                <a:latin typeface="Segoe UI"/>
                <a:ea typeface="Segoe UI"/>
                <a:cs typeface="Segoe UI"/>
              </a:defRPr>
            </a:lvl8pPr>
            <a:lvl9pPr>
              <a:buNone/>
              <a:defRPr sz="2400" b="0">
                <a:solidFill>
                  <a:srgbClr val="192E3B"/>
                </a:solidFill>
                <a:latin typeface="Segoe UI"/>
                <a:ea typeface="Segoe UI"/>
                <a:cs typeface="Segoe UI"/>
              </a:defRPr>
            </a:lvl9pPr>
          </a:lstStyle>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What was your own sale job?</a:t>
            </a:r>
          </a:p>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Which total has an adult checked?</a:t>
            </a:r>
          </a:p>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What do we want to find out?</a:t>
            </a:r>
          </a:p>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Who will help us on the trip?</a:t>
            </a:r>
          </a:p>
        </p:txBody>
      </p:sp>
      <p:sp>
        <p:nvSpPr>
          <p:cNvPr id="5" name="credit">
            <a:extLst xmlns:a="http://schemas.openxmlformats.org/drawingml/2006/main">
              <a:ext uri="{FF2B5EF4-FFF2-40B4-BE49-F238E27FC236}">
                <a16:creationId xmlns:a16="http://schemas.microsoft.com/office/drawing/2014/main" id="{5E38B7DA-F93D-4ECF-B5C7-14E8BE28367D}"/>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buNone/>
              <a:defRPr sz="788" b="0">
                <a:solidFill>
                  <a:srgbClr val="566574"/>
                </a:solidFill>
                <a:latin typeface="Segoe UI"/>
                <a:ea typeface="Segoe UI"/>
                <a:cs typeface="Segoe UI"/>
              </a:defRPr>
            </a:lvl1pPr>
            <a:lvl2pPr>
              <a:buNone/>
              <a:defRPr sz="788" b="0">
                <a:solidFill>
                  <a:srgbClr val="566574"/>
                </a:solidFill>
                <a:latin typeface="Segoe UI"/>
                <a:ea typeface="Segoe UI"/>
                <a:cs typeface="Segoe UI"/>
              </a:defRPr>
            </a:lvl2pPr>
            <a:lvl3pPr>
              <a:buNone/>
              <a:defRPr sz="788" b="0">
                <a:solidFill>
                  <a:srgbClr val="566574"/>
                </a:solidFill>
                <a:latin typeface="Segoe UI"/>
                <a:ea typeface="Segoe UI"/>
                <a:cs typeface="Segoe UI"/>
              </a:defRPr>
            </a:lvl3pPr>
            <a:lvl4pPr>
              <a:buNone/>
              <a:defRPr sz="788" b="0">
                <a:solidFill>
                  <a:srgbClr val="566574"/>
                </a:solidFill>
                <a:latin typeface="Segoe UI"/>
                <a:ea typeface="Segoe UI"/>
                <a:cs typeface="Segoe UI"/>
              </a:defRPr>
            </a:lvl4pPr>
            <a:lvl5pPr>
              <a:buNone/>
              <a:defRPr sz="788" b="0">
                <a:solidFill>
                  <a:srgbClr val="566574"/>
                </a:solidFill>
                <a:latin typeface="Segoe UI"/>
                <a:ea typeface="Segoe UI"/>
                <a:cs typeface="Segoe UI"/>
              </a:defRPr>
            </a:lvl5pPr>
            <a:lvl6pPr>
              <a:buNone/>
              <a:defRPr sz="788" b="0">
                <a:solidFill>
                  <a:srgbClr val="566574"/>
                </a:solidFill>
                <a:latin typeface="Segoe UI"/>
                <a:ea typeface="Segoe UI"/>
                <a:cs typeface="Segoe UI"/>
              </a:defRPr>
            </a:lvl6pPr>
            <a:lvl7pPr>
              <a:buNone/>
              <a:defRPr sz="788" b="0">
                <a:solidFill>
                  <a:srgbClr val="566574"/>
                </a:solidFill>
                <a:latin typeface="Segoe UI"/>
                <a:ea typeface="Segoe UI"/>
                <a:cs typeface="Segoe UI"/>
              </a:defRPr>
            </a:lvl7pPr>
            <a:lvl8pPr>
              <a:buNone/>
              <a:defRPr sz="788" b="0">
                <a:solidFill>
                  <a:srgbClr val="566574"/>
                </a:solidFill>
                <a:latin typeface="Segoe UI"/>
                <a:ea typeface="Segoe UI"/>
                <a:cs typeface="Segoe UI"/>
              </a:defRPr>
            </a:lvl8pPr>
            <a:lvl9pPr>
              <a:buNone/>
              <a:defRPr sz="788" b="0">
                <a:solidFill>
                  <a:srgbClr val="566574"/>
                </a:solidFill>
                <a:latin typeface="Segoe UI"/>
                <a:ea typeface="Segoe UI"/>
                <a:cs typeface="Segoe UI"/>
              </a:defRPr>
            </a:lvl9pPr>
          </a:lstStyle>
          <a:p xmlns:a="http://schemas.openxmlformats.org/drawingml/2006/main">
            <a:pPr>
              <a:buNone/>
              <a:defRPr sz="788" b="0">
                <a:solidFill>
                  <a:srgbClr val="566574"/>
                </a:solidFill>
                <a:latin typeface="Segoe UI"/>
                <a:ea typeface="Segoe UI"/>
                <a:cs typeface="Segoe UI"/>
              </a:defRPr>
            </a:pPr>
            <a:r>
              <a:rPr sz="788" b="0">
                <a:solidFill>
                  <a:srgbClr val="566574"/>
                </a:solidFill>
                <a:latin typeface="Segoe UI"/>
                <a:ea typeface="Segoe UI"/>
                <a:cs typeface="Segoe UI"/>
              </a:rPr>
              <a:t>Made by Matt · © Matt Roper · CC BY-NC-SA 4.0: free for classroom use, share and adapt with credit, no resale</a:t>
            </a:r>
          </a:p>
        </p:txBody>
      </p:sp>
      <p:sp>
        <p:nvSpPr>
          <p:cNvPr id="6" name="page-number">
            <a:extLst xmlns:a="http://schemas.openxmlformats.org/drawingml/2006/main">
              <a:ext uri="{FF2B5EF4-FFF2-40B4-BE49-F238E27FC236}">
                <a16:creationId xmlns:a16="http://schemas.microsoft.com/office/drawing/2014/main" id="{2F93BD88-D252-49CF-8143-F5E446697D2B}"/>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050" b="0">
                <a:solidFill>
                  <a:srgbClr val="566574"/>
                </a:solidFill>
                <a:latin typeface="Segoe UI"/>
                <a:ea typeface="Segoe UI"/>
                <a:cs typeface="Segoe UI"/>
              </a:rPr>
              <a:t>03</a:t>
            </a:r>
          </a:p>
        </p:txBody>
      </p:sp>
    </p:spTree>
    <p:extLst>
      <p:ext uri="{BB962C8B-B14F-4D97-AF65-F5344CB8AC3E}">
        <p14:creationId xmlns:p14="http://schemas.microsoft.com/office/powerpoint/2010/main" val="188808604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lesson-code">
            <a:extLst xmlns:a="http://schemas.openxmlformats.org/drawingml/2006/main">
              <a:ext uri="{FF2B5EF4-FFF2-40B4-BE49-F238E27FC236}">
                <a16:creationId xmlns:a16="http://schemas.microsoft.com/office/drawing/2014/main" id="{DA4856AF-2117-451E-9754-FA16DC20AFBF}"/>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200" b="0">
                <a:solidFill>
                  <a:srgbClr val="566574"/>
                </a:solidFill>
                <a:latin typeface="Segoe UI"/>
                <a:ea typeface="Segoe UI"/>
                <a:cs typeface="Segoe UI"/>
              </a:defRPr>
            </a:lvl1pPr>
            <a:lvl2pPr>
              <a:buNone/>
              <a:defRPr sz="1200" b="0">
                <a:solidFill>
                  <a:srgbClr val="566574"/>
                </a:solidFill>
                <a:latin typeface="Segoe UI"/>
                <a:ea typeface="Segoe UI"/>
                <a:cs typeface="Segoe UI"/>
              </a:defRPr>
            </a:lvl2pPr>
            <a:lvl3pPr>
              <a:buNone/>
              <a:defRPr sz="1200" b="0">
                <a:solidFill>
                  <a:srgbClr val="566574"/>
                </a:solidFill>
                <a:latin typeface="Segoe UI"/>
                <a:ea typeface="Segoe UI"/>
                <a:cs typeface="Segoe UI"/>
              </a:defRPr>
            </a:lvl3pPr>
            <a:lvl4pPr>
              <a:buNone/>
              <a:defRPr sz="1200" b="0">
                <a:solidFill>
                  <a:srgbClr val="566574"/>
                </a:solidFill>
                <a:latin typeface="Segoe UI"/>
                <a:ea typeface="Segoe UI"/>
                <a:cs typeface="Segoe UI"/>
              </a:defRPr>
            </a:lvl4pPr>
            <a:lvl5pPr>
              <a:buNone/>
              <a:defRPr sz="1200" b="0">
                <a:solidFill>
                  <a:srgbClr val="566574"/>
                </a:solidFill>
                <a:latin typeface="Segoe UI"/>
                <a:ea typeface="Segoe UI"/>
                <a:cs typeface="Segoe UI"/>
              </a:defRPr>
            </a:lvl5pPr>
            <a:lvl6pPr>
              <a:buNone/>
              <a:defRPr sz="1200" b="0">
                <a:solidFill>
                  <a:srgbClr val="566574"/>
                </a:solidFill>
                <a:latin typeface="Segoe UI"/>
                <a:ea typeface="Segoe UI"/>
                <a:cs typeface="Segoe UI"/>
              </a:defRPr>
            </a:lvl6pPr>
            <a:lvl7pPr>
              <a:buNone/>
              <a:defRPr sz="1200" b="0">
                <a:solidFill>
                  <a:srgbClr val="566574"/>
                </a:solidFill>
                <a:latin typeface="Segoe UI"/>
                <a:ea typeface="Segoe UI"/>
                <a:cs typeface="Segoe UI"/>
              </a:defRPr>
            </a:lvl7pPr>
            <a:lvl8pPr>
              <a:buNone/>
              <a:defRPr sz="1200" b="0">
                <a:solidFill>
                  <a:srgbClr val="566574"/>
                </a:solidFill>
                <a:latin typeface="Segoe UI"/>
                <a:ea typeface="Segoe UI"/>
                <a:cs typeface="Segoe UI"/>
              </a:defRPr>
            </a:lvl8pPr>
            <a:lvl9pPr>
              <a:buNone/>
              <a:defRPr sz="1200" b="0">
                <a:solidFill>
                  <a:srgbClr val="566574"/>
                </a:solidFill>
                <a:latin typeface="Segoe UI"/>
                <a:ea typeface="Segoe UI"/>
                <a:cs typeface="Segoe UI"/>
              </a:defRPr>
            </a:lvl9pPr>
          </a:lstStyle>
          <a:p xmlns:a="http://schemas.openxmlformats.org/drawingml/2006/main">
            <a:pPr>
              <a:buNone/>
              <a:defRPr sz="1200" b="0">
                <a:solidFill>
                  <a:srgbClr val="566574"/>
                </a:solidFill>
                <a:latin typeface="Segoe UI"/>
                <a:ea typeface="Segoe UI"/>
                <a:cs typeface="Segoe UI"/>
              </a:defRPr>
            </a:pPr>
            <a:r>
              <a:rPr sz="1200" b="0">
                <a:solidFill>
                  <a:srgbClr val="566574"/>
                </a:solidFill>
                <a:latin typeface="Segoe UI"/>
                <a:ea typeface="Segoe UI"/>
                <a:cs typeface="Segoe UI"/>
              </a:rPr>
              <a:t>COMM-GROW-A2-W06  ·  Lesson 11</a:t>
            </a:r>
          </a:p>
        </p:txBody>
      </p:sp>
      <p:sp>
        <p:nvSpPr>
          <p:cNvPr id="2" name="label">
            <a:extLst xmlns:a="http://schemas.openxmlformats.org/drawingml/2006/main">
              <a:ext uri="{FF2B5EF4-FFF2-40B4-BE49-F238E27FC236}">
                <a16:creationId xmlns:a16="http://schemas.microsoft.com/office/drawing/2014/main" id="{B996BAE7-D4C6-4392-9D72-99287CFE4172}"/>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200" b="0">
                <a:solidFill>
                  <a:srgbClr val="566574"/>
                </a:solidFill>
                <a:latin typeface="Segoe UI"/>
                <a:ea typeface="Segoe UI"/>
                <a:cs typeface="Segoe UI"/>
              </a:rPr>
              <a:t>Public edition · Year A</a:t>
            </a:r>
          </a:p>
        </p:txBody>
      </p:sp>
      <p:sp>
        <p:nvSpPr>
          <p:cNvPr id="3" name="stage-title">
            <a:extLst xmlns:a="http://schemas.openxmlformats.org/drawingml/2006/main">
              <a:ext uri="{FF2B5EF4-FFF2-40B4-BE49-F238E27FC236}">
                <a16:creationId xmlns:a16="http://schemas.microsoft.com/office/drawing/2014/main" id="{02401B9C-3979-46DD-B9EE-488A97998B59}"/>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buNone/>
              <a:defRPr sz="3300" b="1">
                <a:solidFill>
                  <a:srgbClr val="345D70"/>
                </a:solidFill>
                <a:latin typeface="Segoe UI"/>
                <a:ea typeface="Segoe UI"/>
                <a:cs typeface="Segoe UI"/>
              </a:defRPr>
            </a:lvl1pPr>
            <a:lvl2pPr>
              <a:buNone/>
              <a:defRPr sz="3300" b="1">
                <a:solidFill>
                  <a:srgbClr val="345D70"/>
                </a:solidFill>
                <a:latin typeface="Segoe UI"/>
                <a:ea typeface="Segoe UI"/>
                <a:cs typeface="Segoe UI"/>
              </a:defRPr>
            </a:lvl2pPr>
            <a:lvl3pPr>
              <a:buNone/>
              <a:defRPr sz="3300" b="1">
                <a:solidFill>
                  <a:srgbClr val="345D70"/>
                </a:solidFill>
                <a:latin typeface="Segoe UI"/>
                <a:ea typeface="Segoe UI"/>
                <a:cs typeface="Segoe UI"/>
              </a:defRPr>
            </a:lvl3pPr>
            <a:lvl4pPr>
              <a:buNone/>
              <a:defRPr sz="3300" b="1">
                <a:solidFill>
                  <a:srgbClr val="345D70"/>
                </a:solidFill>
                <a:latin typeface="Segoe UI"/>
                <a:ea typeface="Segoe UI"/>
                <a:cs typeface="Segoe UI"/>
              </a:defRPr>
            </a:lvl4pPr>
            <a:lvl5pPr>
              <a:buNone/>
              <a:defRPr sz="3300" b="1">
                <a:solidFill>
                  <a:srgbClr val="345D70"/>
                </a:solidFill>
                <a:latin typeface="Segoe UI"/>
                <a:ea typeface="Segoe UI"/>
                <a:cs typeface="Segoe UI"/>
              </a:defRPr>
            </a:lvl5pPr>
            <a:lvl6pPr>
              <a:buNone/>
              <a:defRPr sz="3300" b="1">
                <a:solidFill>
                  <a:srgbClr val="345D70"/>
                </a:solidFill>
                <a:latin typeface="Segoe UI"/>
                <a:ea typeface="Segoe UI"/>
                <a:cs typeface="Segoe UI"/>
              </a:defRPr>
            </a:lvl6pPr>
            <a:lvl7pPr>
              <a:buNone/>
              <a:defRPr sz="3300" b="1">
                <a:solidFill>
                  <a:srgbClr val="345D70"/>
                </a:solidFill>
                <a:latin typeface="Segoe UI"/>
                <a:ea typeface="Segoe UI"/>
                <a:cs typeface="Segoe UI"/>
              </a:defRPr>
            </a:lvl7pPr>
            <a:lvl8pPr>
              <a:buNone/>
              <a:defRPr sz="3300" b="1">
                <a:solidFill>
                  <a:srgbClr val="345D70"/>
                </a:solidFill>
                <a:latin typeface="Segoe UI"/>
                <a:ea typeface="Segoe UI"/>
                <a:cs typeface="Segoe UI"/>
              </a:defRPr>
            </a:lvl8pPr>
            <a:lvl9pPr>
              <a:buNone/>
              <a:defRPr sz="3300" b="1">
                <a:solidFill>
                  <a:srgbClr val="345D70"/>
                </a:solidFill>
                <a:latin typeface="Segoe UI"/>
                <a:ea typeface="Segoe UI"/>
                <a:cs typeface="Segoe UI"/>
              </a:defRPr>
            </a:lvl9pPr>
          </a:lstStyle>
          <a:p xmlns:a="http://schemas.openxmlformats.org/drawingml/2006/main">
            <a:pPr>
              <a:buNone/>
              <a:defRPr sz="3300" b="1">
                <a:solidFill>
                  <a:srgbClr val="345D70"/>
                </a:solidFill>
                <a:latin typeface="Segoe UI"/>
                <a:ea typeface="Segoe UI"/>
                <a:cs typeface="Segoe UI"/>
              </a:defRPr>
            </a:pPr>
            <a:r>
              <a:rPr sz="3300" b="1">
                <a:solidFill>
                  <a:srgbClr val="345D70"/>
                </a:solidFill>
                <a:latin typeface="Segoe UI"/>
                <a:ea typeface="Segoe UI"/>
                <a:cs typeface="Segoe UI"/>
              </a:rPr>
              <a:t>Today</a:t>
            </a:r>
          </a:p>
        </p:txBody>
      </p:sp>
      <p:sp>
        <p:nvSpPr>
          <p:cNvPr id="4" name="pupil-body">
            <a:extLst xmlns:a="http://schemas.openxmlformats.org/drawingml/2006/main">
              <a:ext uri="{FF2B5EF4-FFF2-40B4-BE49-F238E27FC236}">
                <a16:creationId xmlns:a16="http://schemas.microsoft.com/office/drawing/2014/main" id="{6F2C9D78-5458-4C01-AB33-3C5D5A851E25}"/>
              </a:ext>
            </a:extLst>
          </p:cNvPr>
          <p:cNvSpPr>
            <a:spLocks xmlns:a="http://schemas.openxmlformats.org/drawingml/2006/main" noGrp="1"/>
          </p:cNvSpPr>
          <p:nvPr/>
        </p:nvSpPr>
        <p:spPr>
          <a:xfrm xmlns:a="http://schemas.openxmlformats.org/drawingml/2006/main">
            <a:off x="533400" y="1466850"/>
            <a:ext cx="11049000" cy="452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buNone/>
              <a:defRPr sz="2400" b="0">
                <a:solidFill>
                  <a:srgbClr val="192E3B"/>
                </a:solidFill>
                <a:latin typeface="Segoe UI"/>
                <a:ea typeface="Segoe UI"/>
                <a:cs typeface="Segoe UI"/>
              </a:defRPr>
            </a:lvl1pPr>
            <a:lvl2pPr>
              <a:buNone/>
              <a:defRPr sz="2400" b="0">
                <a:solidFill>
                  <a:srgbClr val="192E3B"/>
                </a:solidFill>
                <a:latin typeface="Segoe UI"/>
                <a:ea typeface="Segoe UI"/>
                <a:cs typeface="Segoe UI"/>
              </a:defRPr>
            </a:lvl2pPr>
            <a:lvl3pPr>
              <a:buNone/>
              <a:defRPr sz="2400" b="0">
                <a:solidFill>
                  <a:srgbClr val="192E3B"/>
                </a:solidFill>
                <a:latin typeface="Segoe UI"/>
                <a:ea typeface="Segoe UI"/>
                <a:cs typeface="Segoe UI"/>
              </a:defRPr>
            </a:lvl3pPr>
            <a:lvl4pPr>
              <a:buNone/>
              <a:defRPr sz="2400" b="0">
                <a:solidFill>
                  <a:srgbClr val="192E3B"/>
                </a:solidFill>
                <a:latin typeface="Segoe UI"/>
                <a:ea typeface="Segoe UI"/>
                <a:cs typeface="Segoe UI"/>
              </a:defRPr>
            </a:lvl4pPr>
            <a:lvl5pPr>
              <a:buNone/>
              <a:defRPr sz="2400" b="0">
                <a:solidFill>
                  <a:srgbClr val="192E3B"/>
                </a:solidFill>
                <a:latin typeface="Segoe UI"/>
                <a:ea typeface="Segoe UI"/>
                <a:cs typeface="Segoe UI"/>
              </a:defRPr>
            </a:lvl5pPr>
            <a:lvl6pPr>
              <a:buNone/>
              <a:defRPr sz="2400" b="0">
                <a:solidFill>
                  <a:srgbClr val="192E3B"/>
                </a:solidFill>
                <a:latin typeface="Segoe UI"/>
                <a:ea typeface="Segoe UI"/>
                <a:cs typeface="Segoe UI"/>
              </a:defRPr>
            </a:lvl6pPr>
            <a:lvl7pPr>
              <a:buNone/>
              <a:defRPr sz="2400" b="0">
                <a:solidFill>
                  <a:srgbClr val="192E3B"/>
                </a:solidFill>
                <a:latin typeface="Segoe UI"/>
                <a:ea typeface="Segoe UI"/>
                <a:cs typeface="Segoe UI"/>
              </a:defRPr>
            </a:lvl7pPr>
            <a:lvl8pPr>
              <a:buNone/>
              <a:defRPr sz="2400" b="0">
                <a:solidFill>
                  <a:srgbClr val="192E3B"/>
                </a:solidFill>
                <a:latin typeface="Segoe UI"/>
                <a:ea typeface="Segoe UI"/>
                <a:cs typeface="Segoe UI"/>
              </a:defRPr>
            </a:lvl8pPr>
            <a:lvl9pPr>
              <a:buNone/>
              <a:defRPr sz="2400" b="0">
                <a:solidFill>
                  <a:srgbClr val="192E3B"/>
                </a:solidFill>
                <a:latin typeface="Segoe UI"/>
                <a:ea typeface="Segoe UI"/>
                <a:cs typeface="Segoe UI"/>
              </a:defRPr>
            </a:lvl9pPr>
          </a:lstStyle>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Check one fact before our trip.</a:t>
            </a:r>
          </a:p>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I can ask or share one true point.</a:t>
            </a:r>
          </a:p>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I can show what I learned.</a:t>
            </a:r>
          </a:p>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I can plan a kind thank-you.</a:t>
            </a:r>
          </a:p>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L11-E1 · My check and my message</a:t>
            </a:r>
          </a:p>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My own work and community role</a:t>
            </a:r>
          </a:p>
        </p:txBody>
      </p:sp>
      <p:sp>
        <p:nvSpPr>
          <p:cNvPr id="5" name="credit">
            <a:extLst xmlns:a="http://schemas.openxmlformats.org/drawingml/2006/main">
              <a:ext uri="{FF2B5EF4-FFF2-40B4-BE49-F238E27FC236}">
                <a16:creationId xmlns:a16="http://schemas.microsoft.com/office/drawing/2014/main" id="{B8243C6F-3AC6-4C3B-904C-93859CC099E0}"/>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buNone/>
              <a:defRPr sz="788" b="0">
                <a:solidFill>
                  <a:srgbClr val="566574"/>
                </a:solidFill>
                <a:latin typeface="Segoe UI"/>
                <a:ea typeface="Segoe UI"/>
                <a:cs typeface="Segoe UI"/>
              </a:defRPr>
            </a:lvl1pPr>
            <a:lvl2pPr>
              <a:buNone/>
              <a:defRPr sz="788" b="0">
                <a:solidFill>
                  <a:srgbClr val="566574"/>
                </a:solidFill>
                <a:latin typeface="Segoe UI"/>
                <a:ea typeface="Segoe UI"/>
                <a:cs typeface="Segoe UI"/>
              </a:defRPr>
            </a:lvl2pPr>
            <a:lvl3pPr>
              <a:buNone/>
              <a:defRPr sz="788" b="0">
                <a:solidFill>
                  <a:srgbClr val="566574"/>
                </a:solidFill>
                <a:latin typeface="Segoe UI"/>
                <a:ea typeface="Segoe UI"/>
                <a:cs typeface="Segoe UI"/>
              </a:defRPr>
            </a:lvl3pPr>
            <a:lvl4pPr>
              <a:buNone/>
              <a:defRPr sz="788" b="0">
                <a:solidFill>
                  <a:srgbClr val="566574"/>
                </a:solidFill>
                <a:latin typeface="Segoe UI"/>
                <a:ea typeface="Segoe UI"/>
                <a:cs typeface="Segoe UI"/>
              </a:defRPr>
            </a:lvl4pPr>
            <a:lvl5pPr>
              <a:buNone/>
              <a:defRPr sz="788" b="0">
                <a:solidFill>
                  <a:srgbClr val="566574"/>
                </a:solidFill>
                <a:latin typeface="Segoe UI"/>
                <a:ea typeface="Segoe UI"/>
                <a:cs typeface="Segoe UI"/>
              </a:defRPr>
            </a:lvl5pPr>
            <a:lvl6pPr>
              <a:buNone/>
              <a:defRPr sz="788" b="0">
                <a:solidFill>
                  <a:srgbClr val="566574"/>
                </a:solidFill>
                <a:latin typeface="Segoe UI"/>
                <a:ea typeface="Segoe UI"/>
                <a:cs typeface="Segoe UI"/>
              </a:defRPr>
            </a:lvl6pPr>
            <a:lvl7pPr>
              <a:buNone/>
              <a:defRPr sz="788" b="0">
                <a:solidFill>
                  <a:srgbClr val="566574"/>
                </a:solidFill>
                <a:latin typeface="Segoe UI"/>
                <a:ea typeface="Segoe UI"/>
                <a:cs typeface="Segoe UI"/>
              </a:defRPr>
            </a:lvl7pPr>
            <a:lvl8pPr>
              <a:buNone/>
              <a:defRPr sz="788" b="0">
                <a:solidFill>
                  <a:srgbClr val="566574"/>
                </a:solidFill>
                <a:latin typeface="Segoe UI"/>
                <a:ea typeface="Segoe UI"/>
                <a:cs typeface="Segoe UI"/>
              </a:defRPr>
            </a:lvl8pPr>
            <a:lvl9pPr>
              <a:buNone/>
              <a:defRPr sz="788" b="0">
                <a:solidFill>
                  <a:srgbClr val="566574"/>
                </a:solidFill>
                <a:latin typeface="Segoe UI"/>
                <a:ea typeface="Segoe UI"/>
                <a:cs typeface="Segoe UI"/>
              </a:defRPr>
            </a:lvl9pPr>
          </a:lstStyle>
          <a:p xmlns:a="http://schemas.openxmlformats.org/drawingml/2006/main">
            <a:pPr>
              <a:buNone/>
              <a:defRPr sz="788" b="0">
                <a:solidFill>
                  <a:srgbClr val="566574"/>
                </a:solidFill>
                <a:latin typeface="Segoe UI"/>
                <a:ea typeface="Segoe UI"/>
                <a:cs typeface="Segoe UI"/>
              </a:defRPr>
            </a:pPr>
            <a:r>
              <a:rPr sz="788" b="0">
                <a:solidFill>
                  <a:srgbClr val="566574"/>
                </a:solidFill>
                <a:latin typeface="Segoe UI"/>
                <a:ea typeface="Segoe UI"/>
                <a:cs typeface="Segoe UI"/>
              </a:rPr>
              <a:t>Made by Matt · © Matt Roper · CC BY-NC-SA 4.0: free for classroom use, share and adapt with credit, no resale</a:t>
            </a:r>
          </a:p>
        </p:txBody>
      </p:sp>
      <p:sp>
        <p:nvSpPr>
          <p:cNvPr id="6" name="page-number">
            <a:extLst xmlns:a="http://schemas.openxmlformats.org/drawingml/2006/main">
              <a:ext uri="{FF2B5EF4-FFF2-40B4-BE49-F238E27FC236}">
                <a16:creationId xmlns:a16="http://schemas.microsoft.com/office/drawing/2014/main" id="{D39B06D8-5325-4A42-9E5E-10A5D1B0D14F}"/>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050" b="0">
                <a:solidFill>
                  <a:srgbClr val="566574"/>
                </a:solidFill>
                <a:latin typeface="Segoe UI"/>
                <a:ea typeface="Segoe UI"/>
                <a:cs typeface="Segoe UI"/>
              </a:rPr>
              <a:t>04</a:t>
            </a:r>
          </a:p>
        </p:txBody>
      </p:sp>
    </p:spTree>
    <p:extLst>
      <p:ext uri="{BB962C8B-B14F-4D97-AF65-F5344CB8AC3E}">
        <p14:creationId xmlns:p14="http://schemas.microsoft.com/office/powerpoint/2010/main" val="116937396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lesson-code">
            <a:extLst xmlns:a="http://schemas.openxmlformats.org/drawingml/2006/main">
              <a:ext uri="{FF2B5EF4-FFF2-40B4-BE49-F238E27FC236}">
                <a16:creationId xmlns:a16="http://schemas.microsoft.com/office/drawing/2014/main" id="{AD2E75D8-CED0-40CF-A81C-4F80037C7B36}"/>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200" b="0">
                <a:solidFill>
                  <a:srgbClr val="566574"/>
                </a:solidFill>
                <a:latin typeface="Segoe UI"/>
                <a:ea typeface="Segoe UI"/>
                <a:cs typeface="Segoe UI"/>
              </a:defRPr>
            </a:lvl1pPr>
            <a:lvl2pPr>
              <a:buNone/>
              <a:defRPr sz="1200" b="0">
                <a:solidFill>
                  <a:srgbClr val="566574"/>
                </a:solidFill>
                <a:latin typeface="Segoe UI"/>
                <a:ea typeface="Segoe UI"/>
                <a:cs typeface="Segoe UI"/>
              </a:defRPr>
            </a:lvl2pPr>
            <a:lvl3pPr>
              <a:buNone/>
              <a:defRPr sz="1200" b="0">
                <a:solidFill>
                  <a:srgbClr val="566574"/>
                </a:solidFill>
                <a:latin typeface="Segoe UI"/>
                <a:ea typeface="Segoe UI"/>
                <a:cs typeface="Segoe UI"/>
              </a:defRPr>
            </a:lvl3pPr>
            <a:lvl4pPr>
              <a:buNone/>
              <a:defRPr sz="1200" b="0">
                <a:solidFill>
                  <a:srgbClr val="566574"/>
                </a:solidFill>
                <a:latin typeface="Segoe UI"/>
                <a:ea typeface="Segoe UI"/>
                <a:cs typeface="Segoe UI"/>
              </a:defRPr>
            </a:lvl4pPr>
            <a:lvl5pPr>
              <a:buNone/>
              <a:defRPr sz="1200" b="0">
                <a:solidFill>
                  <a:srgbClr val="566574"/>
                </a:solidFill>
                <a:latin typeface="Segoe UI"/>
                <a:ea typeface="Segoe UI"/>
                <a:cs typeface="Segoe UI"/>
              </a:defRPr>
            </a:lvl5pPr>
            <a:lvl6pPr>
              <a:buNone/>
              <a:defRPr sz="1200" b="0">
                <a:solidFill>
                  <a:srgbClr val="566574"/>
                </a:solidFill>
                <a:latin typeface="Segoe UI"/>
                <a:ea typeface="Segoe UI"/>
                <a:cs typeface="Segoe UI"/>
              </a:defRPr>
            </a:lvl6pPr>
            <a:lvl7pPr>
              <a:buNone/>
              <a:defRPr sz="1200" b="0">
                <a:solidFill>
                  <a:srgbClr val="566574"/>
                </a:solidFill>
                <a:latin typeface="Segoe UI"/>
                <a:ea typeface="Segoe UI"/>
                <a:cs typeface="Segoe UI"/>
              </a:defRPr>
            </a:lvl7pPr>
            <a:lvl8pPr>
              <a:buNone/>
              <a:defRPr sz="1200" b="0">
                <a:solidFill>
                  <a:srgbClr val="566574"/>
                </a:solidFill>
                <a:latin typeface="Segoe UI"/>
                <a:ea typeface="Segoe UI"/>
                <a:cs typeface="Segoe UI"/>
              </a:defRPr>
            </a:lvl8pPr>
            <a:lvl9pPr>
              <a:buNone/>
              <a:defRPr sz="1200" b="0">
                <a:solidFill>
                  <a:srgbClr val="566574"/>
                </a:solidFill>
                <a:latin typeface="Segoe UI"/>
                <a:ea typeface="Segoe UI"/>
                <a:cs typeface="Segoe UI"/>
              </a:defRPr>
            </a:lvl9pPr>
          </a:lstStyle>
          <a:p xmlns:a="http://schemas.openxmlformats.org/drawingml/2006/main">
            <a:pPr>
              <a:buNone/>
              <a:defRPr sz="1200" b="0">
                <a:solidFill>
                  <a:srgbClr val="566574"/>
                </a:solidFill>
                <a:latin typeface="Segoe UI"/>
                <a:ea typeface="Segoe UI"/>
                <a:cs typeface="Segoe UI"/>
              </a:defRPr>
            </a:pPr>
            <a:r>
              <a:rPr sz="1200" b="0">
                <a:solidFill>
                  <a:srgbClr val="566574"/>
                </a:solidFill>
                <a:latin typeface="Segoe UI"/>
                <a:ea typeface="Segoe UI"/>
                <a:cs typeface="Segoe UI"/>
              </a:rPr>
              <a:t>COMM-GROW-A2-W06  ·  Lesson 11</a:t>
            </a:r>
          </a:p>
        </p:txBody>
      </p:sp>
      <p:sp>
        <p:nvSpPr>
          <p:cNvPr id="2" name="label">
            <a:extLst xmlns:a="http://schemas.openxmlformats.org/drawingml/2006/main">
              <a:ext uri="{FF2B5EF4-FFF2-40B4-BE49-F238E27FC236}">
                <a16:creationId xmlns:a16="http://schemas.microsoft.com/office/drawing/2014/main" id="{68B39E7D-8AC0-4326-A338-F35687202973}"/>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200" b="0">
                <a:solidFill>
                  <a:srgbClr val="566574"/>
                </a:solidFill>
                <a:latin typeface="Segoe UI"/>
                <a:ea typeface="Segoe UI"/>
                <a:cs typeface="Segoe UI"/>
              </a:rPr>
              <a:t>Public edition · Year A</a:t>
            </a:r>
          </a:p>
        </p:txBody>
      </p:sp>
      <p:sp>
        <p:nvSpPr>
          <p:cNvPr id="3" name="stage-title">
            <a:extLst xmlns:a="http://schemas.openxmlformats.org/drawingml/2006/main">
              <a:ext uri="{FF2B5EF4-FFF2-40B4-BE49-F238E27FC236}">
                <a16:creationId xmlns:a16="http://schemas.microsoft.com/office/drawing/2014/main" id="{8DF9DAF6-566A-4BA7-B018-EAC40408D21F}"/>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buNone/>
              <a:defRPr sz="3300" b="1">
                <a:solidFill>
                  <a:srgbClr val="345D70"/>
                </a:solidFill>
                <a:latin typeface="Segoe UI"/>
                <a:ea typeface="Segoe UI"/>
                <a:cs typeface="Segoe UI"/>
              </a:defRPr>
            </a:lvl1pPr>
            <a:lvl2pPr>
              <a:buNone/>
              <a:defRPr sz="3300" b="1">
                <a:solidFill>
                  <a:srgbClr val="345D70"/>
                </a:solidFill>
                <a:latin typeface="Segoe UI"/>
                <a:ea typeface="Segoe UI"/>
                <a:cs typeface="Segoe UI"/>
              </a:defRPr>
            </a:lvl2pPr>
            <a:lvl3pPr>
              <a:buNone/>
              <a:defRPr sz="3300" b="1">
                <a:solidFill>
                  <a:srgbClr val="345D70"/>
                </a:solidFill>
                <a:latin typeface="Segoe UI"/>
                <a:ea typeface="Segoe UI"/>
                <a:cs typeface="Segoe UI"/>
              </a:defRPr>
            </a:lvl3pPr>
            <a:lvl4pPr>
              <a:buNone/>
              <a:defRPr sz="3300" b="1">
                <a:solidFill>
                  <a:srgbClr val="345D70"/>
                </a:solidFill>
                <a:latin typeface="Segoe UI"/>
                <a:ea typeface="Segoe UI"/>
                <a:cs typeface="Segoe UI"/>
              </a:defRPr>
            </a:lvl4pPr>
            <a:lvl5pPr>
              <a:buNone/>
              <a:defRPr sz="3300" b="1">
                <a:solidFill>
                  <a:srgbClr val="345D70"/>
                </a:solidFill>
                <a:latin typeface="Segoe UI"/>
                <a:ea typeface="Segoe UI"/>
                <a:cs typeface="Segoe UI"/>
              </a:defRPr>
            </a:lvl5pPr>
            <a:lvl6pPr>
              <a:buNone/>
              <a:defRPr sz="3300" b="1">
                <a:solidFill>
                  <a:srgbClr val="345D70"/>
                </a:solidFill>
                <a:latin typeface="Segoe UI"/>
                <a:ea typeface="Segoe UI"/>
                <a:cs typeface="Segoe UI"/>
              </a:defRPr>
            </a:lvl6pPr>
            <a:lvl7pPr>
              <a:buNone/>
              <a:defRPr sz="3300" b="1">
                <a:solidFill>
                  <a:srgbClr val="345D70"/>
                </a:solidFill>
                <a:latin typeface="Segoe UI"/>
                <a:ea typeface="Segoe UI"/>
                <a:cs typeface="Segoe UI"/>
              </a:defRPr>
            </a:lvl7pPr>
            <a:lvl8pPr>
              <a:buNone/>
              <a:defRPr sz="3300" b="1">
                <a:solidFill>
                  <a:srgbClr val="345D70"/>
                </a:solidFill>
                <a:latin typeface="Segoe UI"/>
                <a:ea typeface="Segoe UI"/>
                <a:cs typeface="Segoe UI"/>
              </a:defRPr>
            </a:lvl8pPr>
            <a:lvl9pPr>
              <a:buNone/>
              <a:defRPr sz="3300" b="1">
                <a:solidFill>
                  <a:srgbClr val="345D70"/>
                </a:solidFill>
                <a:latin typeface="Segoe UI"/>
                <a:ea typeface="Segoe UI"/>
                <a:cs typeface="Segoe UI"/>
              </a:defRPr>
            </a:lvl9pPr>
          </a:lstStyle>
          <a:p xmlns:a="http://schemas.openxmlformats.org/drawingml/2006/main">
            <a:pPr>
              <a:buNone/>
              <a:defRPr sz="3300" b="1">
                <a:solidFill>
                  <a:srgbClr val="345D70"/>
                </a:solidFill>
                <a:latin typeface="Segoe UI"/>
                <a:ea typeface="Segoe UI"/>
                <a:cs typeface="Segoe UI"/>
              </a:defRPr>
            </a:pPr>
            <a:r>
              <a:rPr sz="3300" b="1">
                <a:solidFill>
                  <a:srgbClr val="345D70"/>
                </a:solidFill>
                <a:latin typeface="Segoe UI"/>
                <a:ea typeface="Segoe UI"/>
                <a:cs typeface="Segoe UI"/>
              </a:rPr>
              <a:t>I DO</a:t>
            </a:r>
          </a:p>
        </p:txBody>
      </p:sp>
      <p:sp>
        <p:nvSpPr>
          <p:cNvPr id="4" name="pupil-body">
            <a:extLst xmlns:a="http://schemas.openxmlformats.org/drawingml/2006/main">
              <a:ext uri="{FF2B5EF4-FFF2-40B4-BE49-F238E27FC236}">
                <a16:creationId xmlns:a16="http://schemas.microsoft.com/office/drawing/2014/main" id="{D720424E-2F5D-43E6-9CC5-20AC80DDE199}"/>
              </a:ext>
            </a:extLst>
          </p:cNvPr>
          <p:cNvSpPr>
            <a:spLocks xmlns:a="http://schemas.openxmlformats.org/drawingml/2006/main" noGrp="1"/>
          </p:cNvSpPr>
          <p:nvPr/>
        </p:nvSpPr>
        <p:spPr>
          <a:xfrm xmlns:a="http://schemas.openxmlformats.org/drawingml/2006/main">
            <a:off x="619125" y="1666875"/>
            <a:ext cx="5429250" cy="3619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buNone/>
              <a:defRPr sz="2400" b="0">
                <a:solidFill>
                  <a:srgbClr val="192E3B"/>
                </a:solidFill>
                <a:latin typeface="Segoe UI"/>
                <a:ea typeface="Segoe UI"/>
                <a:cs typeface="Segoe UI"/>
              </a:defRPr>
            </a:lvl1pPr>
            <a:lvl2pPr>
              <a:buNone/>
              <a:defRPr sz="2400" b="0">
                <a:solidFill>
                  <a:srgbClr val="192E3B"/>
                </a:solidFill>
                <a:latin typeface="Segoe UI"/>
                <a:ea typeface="Segoe UI"/>
                <a:cs typeface="Segoe UI"/>
              </a:defRPr>
            </a:lvl2pPr>
            <a:lvl3pPr>
              <a:buNone/>
              <a:defRPr sz="2400" b="0">
                <a:solidFill>
                  <a:srgbClr val="192E3B"/>
                </a:solidFill>
                <a:latin typeface="Segoe UI"/>
                <a:ea typeface="Segoe UI"/>
                <a:cs typeface="Segoe UI"/>
              </a:defRPr>
            </a:lvl3pPr>
            <a:lvl4pPr>
              <a:buNone/>
              <a:defRPr sz="2400" b="0">
                <a:solidFill>
                  <a:srgbClr val="192E3B"/>
                </a:solidFill>
                <a:latin typeface="Segoe UI"/>
                <a:ea typeface="Segoe UI"/>
                <a:cs typeface="Segoe UI"/>
              </a:defRPr>
            </a:lvl4pPr>
            <a:lvl5pPr>
              <a:buNone/>
              <a:defRPr sz="2400" b="0">
                <a:solidFill>
                  <a:srgbClr val="192E3B"/>
                </a:solidFill>
                <a:latin typeface="Segoe UI"/>
                <a:ea typeface="Segoe UI"/>
                <a:cs typeface="Segoe UI"/>
              </a:defRPr>
            </a:lvl5pPr>
            <a:lvl6pPr>
              <a:buNone/>
              <a:defRPr sz="2400" b="0">
                <a:solidFill>
                  <a:srgbClr val="192E3B"/>
                </a:solidFill>
                <a:latin typeface="Segoe UI"/>
                <a:ea typeface="Segoe UI"/>
                <a:cs typeface="Segoe UI"/>
              </a:defRPr>
            </a:lvl6pPr>
            <a:lvl7pPr>
              <a:buNone/>
              <a:defRPr sz="2400" b="0">
                <a:solidFill>
                  <a:srgbClr val="192E3B"/>
                </a:solidFill>
                <a:latin typeface="Segoe UI"/>
                <a:ea typeface="Segoe UI"/>
                <a:cs typeface="Segoe UI"/>
              </a:defRPr>
            </a:lvl7pPr>
            <a:lvl8pPr>
              <a:buNone/>
              <a:defRPr sz="2400" b="0">
                <a:solidFill>
                  <a:srgbClr val="192E3B"/>
                </a:solidFill>
                <a:latin typeface="Segoe UI"/>
                <a:ea typeface="Segoe UI"/>
                <a:cs typeface="Segoe UI"/>
              </a:defRPr>
            </a:lvl8pPr>
            <a:lvl9pPr>
              <a:buNone/>
              <a:defRPr sz="2400" b="0">
                <a:solidFill>
                  <a:srgbClr val="192E3B"/>
                </a:solidFill>
                <a:latin typeface="Segoe UI"/>
                <a:ea typeface="Segoe UI"/>
                <a:cs typeface="Segoe UI"/>
              </a:defRPr>
            </a:lvl9pPr>
          </a:lstStyle>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EXAMPLE ONLY</a:t>
            </a:r>
          </a:p>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Funds £16. Agreed costs £4.</a:t>
            </a:r>
          </a:p>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£16 − £4 = £12 to give.</a:t>
            </a:r>
          </a:p>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Target £10. We are £2 above it.</a:t>
            </a:r>
          </a:p>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Use checked facts in our message.</a:t>
            </a:r>
          </a:p>
        </p:txBody>
      </p:sp>
      <p:sp>
        <p:nvSpPr>
          <p:cNvPr id="5" name="credit">
            <a:extLst xmlns:a="http://schemas.openxmlformats.org/drawingml/2006/main">
              <a:ext uri="{FF2B5EF4-FFF2-40B4-BE49-F238E27FC236}">
                <a16:creationId xmlns:a16="http://schemas.microsoft.com/office/drawing/2014/main" id="{24EF6882-8FD0-457F-9CF5-388D8EE7254B}"/>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buNone/>
              <a:defRPr sz="788" b="0">
                <a:solidFill>
                  <a:srgbClr val="566574"/>
                </a:solidFill>
                <a:latin typeface="Segoe UI"/>
                <a:ea typeface="Segoe UI"/>
                <a:cs typeface="Segoe UI"/>
              </a:defRPr>
            </a:lvl1pPr>
            <a:lvl2pPr>
              <a:buNone/>
              <a:defRPr sz="788" b="0">
                <a:solidFill>
                  <a:srgbClr val="566574"/>
                </a:solidFill>
                <a:latin typeface="Segoe UI"/>
                <a:ea typeface="Segoe UI"/>
                <a:cs typeface="Segoe UI"/>
              </a:defRPr>
            </a:lvl2pPr>
            <a:lvl3pPr>
              <a:buNone/>
              <a:defRPr sz="788" b="0">
                <a:solidFill>
                  <a:srgbClr val="566574"/>
                </a:solidFill>
                <a:latin typeface="Segoe UI"/>
                <a:ea typeface="Segoe UI"/>
                <a:cs typeface="Segoe UI"/>
              </a:defRPr>
            </a:lvl3pPr>
            <a:lvl4pPr>
              <a:buNone/>
              <a:defRPr sz="788" b="0">
                <a:solidFill>
                  <a:srgbClr val="566574"/>
                </a:solidFill>
                <a:latin typeface="Segoe UI"/>
                <a:ea typeface="Segoe UI"/>
                <a:cs typeface="Segoe UI"/>
              </a:defRPr>
            </a:lvl4pPr>
            <a:lvl5pPr>
              <a:buNone/>
              <a:defRPr sz="788" b="0">
                <a:solidFill>
                  <a:srgbClr val="566574"/>
                </a:solidFill>
                <a:latin typeface="Segoe UI"/>
                <a:ea typeface="Segoe UI"/>
                <a:cs typeface="Segoe UI"/>
              </a:defRPr>
            </a:lvl5pPr>
            <a:lvl6pPr>
              <a:buNone/>
              <a:defRPr sz="788" b="0">
                <a:solidFill>
                  <a:srgbClr val="566574"/>
                </a:solidFill>
                <a:latin typeface="Segoe UI"/>
                <a:ea typeface="Segoe UI"/>
                <a:cs typeface="Segoe UI"/>
              </a:defRPr>
            </a:lvl6pPr>
            <a:lvl7pPr>
              <a:buNone/>
              <a:defRPr sz="788" b="0">
                <a:solidFill>
                  <a:srgbClr val="566574"/>
                </a:solidFill>
                <a:latin typeface="Segoe UI"/>
                <a:ea typeface="Segoe UI"/>
                <a:cs typeface="Segoe UI"/>
              </a:defRPr>
            </a:lvl7pPr>
            <a:lvl8pPr>
              <a:buNone/>
              <a:defRPr sz="788" b="0">
                <a:solidFill>
                  <a:srgbClr val="566574"/>
                </a:solidFill>
                <a:latin typeface="Segoe UI"/>
                <a:ea typeface="Segoe UI"/>
                <a:cs typeface="Segoe UI"/>
              </a:defRPr>
            </a:lvl8pPr>
            <a:lvl9pPr>
              <a:buNone/>
              <a:defRPr sz="788" b="0">
                <a:solidFill>
                  <a:srgbClr val="566574"/>
                </a:solidFill>
                <a:latin typeface="Segoe UI"/>
                <a:ea typeface="Segoe UI"/>
                <a:cs typeface="Segoe UI"/>
              </a:defRPr>
            </a:lvl9pPr>
          </a:lstStyle>
          <a:p xmlns:a="http://schemas.openxmlformats.org/drawingml/2006/main">
            <a:pPr>
              <a:buNone/>
              <a:defRPr sz="788" b="0">
                <a:solidFill>
                  <a:srgbClr val="566574"/>
                </a:solidFill>
                <a:latin typeface="Segoe UI"/>
                <a:ea typeface="Segoe UI"/>
                <a:cs typeface="Segoe UI"/>
              </a:defRPr>
            </a:pPr>
            <a:r>
              <a:rPr sz="788" b="0">
                <a:solidFill>
                  <a:srgbClr val="566574"/>
                </a:solidFill>
                <a:latin typeface="Segoe UI"/>
                <a:ea typeface="Segoe UI"/>
                <a:cs typeface="Segoe UI"/>
              </a:rPr>
              <a:t>Made by Matt · © Matt Roper · CC BY-NC-SA 4.0: free for classroom use, share and adapt with credit, no resale</a:t>
            </a:r>
          </a:p>
        </p:txBody>
      </p:sp>
      <p:sp>
        <p:nvSpPr>
          <p:cNvPr id="6" name="page-number">
            <a:extLst xmlns:a="http://schemas.openxmlformats.org/drawingml/2006/main">
              <a:ext uri="{FF2B5EF4-FFF2-40B4-BE49-F238E27FC236}">
                <a16:creationId xmlns:a16="http://schemas.microsoft.com/office/drawing/2014/main" id="{D32872EE-FDD5-4A55-9CAB-CCAEB6681487}"/>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050" b="0">
                <a:solidFill>
                  <a:srgbClr val="566574"/>
                </a:solidFill>
                <a:latin typeface="Segoe UI"/>
                <a:ea typeface="Segoe UI"/>
                <a:cs typeface="Segoe UI"/>
              </a:rPr>
              <a:t>05</a:t>
            </a:r>
          </a:p>
        </p:txBody>
      </p:sp>
      <p:graphicFrame>
        <p:nvGraphicFramePr>
          <p:cNvPr id="8" name="Chart">
            <a:extLst xmlns:a="http://schemas.openxmlformats.org/drawingml/2006/main">
              <a:ext uri="{FF2B5EF4-FFF2-40B4-BE49-F238E27FC236}">
                <a16:creationId xmlns:a16="http://schemas.microsoft.com/office/drawing/2014/main" id="{76BDB78C-B684-4AFF-A9CC-4C1058003852}"/>
              </a:ext>
            </a:extLst>
          </p:cNvPr>
          <p:cNvGraphicFramePr/>
          <p:nvPr/>
        </p:nvGraphicFramePr>
        <p:xfrm>
          <a:off xmlns:a="http://schemas.openxmlformats.org/drawingml/2006/main" x="6334125" y="1666875"/>
          <a:ext xmlns:a="http://schemas.openxmlformats.org/drawingml/2006/main" cx="5238750" cy="3810000"/>
        </p:xfrm>
        <a:graphic xmlns:a="http://schemas.openxmlformats.org/drawingml/2006/main">
          <a:graphicData uri="http://schemas.openxmlformats.org/drawingml/2006/chart">
            <c:chart xmlns:r="http://schemas.openxmlformats.org/officeDocument/2006/relationships" xmlns:c="http://schemas.openxmlformats.org/drawingml/2006/chart" r:id="Ref257002c4c142b1"/>
          </a:graphicData>
        </a:graphic>
      </p:graphicFrame>
    </p:spTree>
    <p:extLst>
      <p:ext uri="{BB962C8B-B14F-4D97-AF65-F5344CB8AC3E}">
        <p14:creationId xmlns:p14="http://schemas.microsoft.com/office/powerpoint/2010/main" val="182180549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esson-code">
            <a:extLst xmlns:a="http://schemas.openxmlformats.org/drawingml/2006/main">
              <a:ext uri="{FF2B5EF4-FFF2-40B4-BE49-F238E27FC236}">
                <a16:creationId xmlns:a16="http://schemas.microsoft.com/office/drawing/2014/main" id="{090E1A9A-8390-43AE-B5A8-E9441A09A2B2}"/>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200" b="0">
                <a:solidFill>
                  <a:srgbClr val="566574"/>
                </a:solidFill>
                <a:latin typeface="Segoe UI"/>
                <a:ea typeface="Segoe UI"/>
                <a:cs typeface="Segoe UI"/>
              </a:defRPr>
            </a:lvl1pPr>
            <a:lvl2pPr>
              <a:buNone/>
              <a:defRPr sz="1200" b="0">
                <a:solidFill>
                  <a:srgbClr val="566574"/>
                </a:solidFill>
                <a:latin typeface="Segoe UI"/>
                <a:ea typeface="Segoe UI"/>
                <a:cs typeface="Segoe UI"/>
              </a:defRPr>
            </a:lvl2pPr>
            <a:lvl3pPr>
              <a:buNone/>
              <a:defRPr sz="1200" b="0">
                <a:solidFill>
                  <a:srgbClr val="566574"/>
                </a:solidFill>
                <a:latin typeface="Segoe UI"/>
                <a:ea typeface="Segoe UI"/>
                <a:cs typeface="Segoe UI"/>
              </a:defRPr>
            </a:lvl3pPr>
            <a:lvl4pPr>
              <a:buNone/>
              <a:defRPr sz="1200" b="0">
                <a:solidFill>
                  <a:srgbClr val="566574"/>
                </a:solidFill>
                <a:latin typeface="Segoe UI"/>
                <a:ea typeface="Segoe UI"/>
                <a:cs typeface="Segoe UI"/>
              </a:defRPr>
            </a:lvl4pPr>
            <a:lvl5pPr>
              <a:buNone/>
              <a:defRPr sz="1200" b="0">
                <a:solidFill>
                  <a:srgbClr val="566574"/>
                </a:solidFill>
                <a:latin typeface="Segoe UI"/>
                <a:ea typeface="Segoe UI"/>
                <a:cs typeface="Segoe UI"/>
              </a:defRPr>
            </a:lvl5pPr>
            <a:lvl6pPr>
              <a:buNone/>
              <a:defRPr sz="1200" b="0">
                <a:solidFill>
                  <a:srgbClr val="566574"/>
                </a:solidFill>
                <a:latin typeface="Segoe UI"/>
                <a:ea typeface="Segoe UI"/>
                <a:cs typeface="Segoe UI"/>
              </a:defRPr>
            </a:lvl6pPr>
            <a:lvl7pPr>
              <a:buNone/>
              <a:defRPr sz="1200" b="0">
                <a:solidFill>
                  <a:srgbClr val="566574"/>
                </a:solidFill>
                <a:latin typeface="Segoe UI"/>
                <a:ea typeface="Segoe UI"/>
                <a:cs typeface="Segoe UI"/>
              </a:defRPr>
            </a:lvl7pPr>
            <a:lvl8pPr>
              <a:buNone/>
              <a:defRPr sz="1200" b="0">
                <a:solidFill>
                  <a:srgbClr val="566574"/>
                </a:solidFill>
                <a:latin typeface="Segoe UI"/>
                <a:ea typeface="Segoe UI"/>
                <a:cs typeface="Segoe UI"/>
              </a:defRPr>
            </a:lvl8pPr>
            <a:lvl9pPr>
              <a:buNone/>
              <a:defRPr sz="1200" b="0">
                <a:solidFill>
                  <a:srgbClr val="566574"/>
                </a:solidFill>
                <a:latin typeface="Segoe UI"/>
                <a:ea typeface="Segoe UI"/>
                <a:cs typeface="Segoe UI"/>
              </a:defRPr>
            </a:lvl9pPr>
          </a:lstStyle>
          <a:p xmlns:a="http://schemas.openxmlformats.org/drawingml/2006/main">
            <a:pPr>
              <a:buNone/>
              <a:defRPr sz="1200" b="0">
                <a:solidFill>
                  <a:srgbClr val="566574"/>
                </a:solidFill>
                <a:latin typeface="Segoe UI"/>
                <a:ea typeface="Segoe UI"/>
                <a:cs typeface="Segoe UI"/>
              </a:defRPr>
            </a:pPr>
            <a:r>
              <a:rPr sz="1200" b="0">
                <a:solidFill>
                  <a:srgbClr val="566574"/>
                </a:solidFill>
                <a:latin typeface="Segoe UI"/>
                <a:ea typeface="Segoe UI"/>
                <a:cs typeface="Segoe UI"/>
              </a:rPr>
              <a:t>COMM-GROW-A2-W06  ·  Lesson 11</a:t>
            </a:r>
          </a:p>
        </p:txBody>
      </p:sp>
      <p:sp>
        <p:nvSpPr>
          <p:cNvPr id="2" name="label">
            <a:extLst xmlns:a="http://schemas.openxmlformats.org/drawingml/2006/main">
              <a:ext uri="{FF2B5EF4-FFF2-40B4-BE49-F238E27FC236}">
                <a16:creationId xmlns:a16="http://schemas.microsoft.com/office/drawing/2014/main" id="{A9714846-44EA-41FD-BAC3-77051319DBEB}"/>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200" b="0">
                <a:solidFill>
                  <a:srgbClr val="566574"/>
                </a:solidFill>
                <a:latin typeface="Segoe UI"/>
                <a:ea typeface="Segoe UI"/>
                <a:cs typeface="Segoe UI"/>
              </a:rPr>
              <a:t>Public edition · Year A</a:t>
            </a:r>
          </a:p>
        </p:txBody>
      </p:sp>
      <p:sp>
        <p:nvSpPr>
          <p:cNvPr id="3" name="stage-title">
            <a:extLst xmlns:a="http://schemas.openxmlformats.org/drawingml/2006/main">
              <a:ext uri="{FF2B5EF4-FFF2-40B4-BE49-F238E27FC236}">
                <a16:creationId xmlns:a16="http://schemas.microsoft.com/office/drawing/2014/main" id="{F237B9DE-F4D8-4A5B-8456-13ECB2C0C8FB}"/>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buNone/>
              <a:defRPr sz="3300" b="1">
                <a:solidFill>
                  <a:srgbClr val="345D70"/>
                </a:solidFill>
                <a:latin typeface="Segoe UI"/>
                <a:ea typeface="Segoe UI"/>
                <a:cs typeface="Segoe UI"/>
              </a:defRPr>
            </a:lvl1pPr>
            <a:lvl2pPr>
              <a:buNone/>
              <a:defRPr sz="3300" b="1">
                <a:solidFill>
                  <a:srgbClr val="345D70"/>
                </a:solidFill>
                <a:latin typeface="Segoe UI"/>
                <a:ea typeface="Segoe UI"/>
                <a:cs typeface="Segoe UI"/>
              </a:defRPr>
            </a:lvl2pPr>
            <a:lvl3pPr>
              <a:buNone/>
              <a:defRPr sz="3300" b="1">
                <a:solidFill>
                  <a:srgbClr val="345D70"/>
                </a:solidFill>
                <a:latin typeface="Segoe UI"/>
                <a:ea typeface="Segoe UI"/>
                <a:cs typeface="Segoe UI"/>
              </a:defRPr>
            </a:lvl3pPr>
            <a:lvl4pPr>
              <a:buNone/>
              <a:defRPr sz="3300" b="1">
                <a:solidFill>
                  <a:srgbClr val="345D70"/>
                </a:solidFill>
                <a:latin typeface="Segoe UI"/>
                <a:ea typeface="Segoe UI"/>
                <a:cs typeface="Segoe UI"/>
              </a:defRPr>
            </a:lvl4pPr>
            <a:lvl5pPr>
              <a:buNone/>
              <a:defRPr sz="3300" b="1">
                <a:solidFill>
                  <a:srgbClr val="345D70"/>
                </a:solidFill>
                <a:latin typeface="Segoe UI"/>
                <a:ea typeface="Segoe UI"/>
                <a:cs typeface="Segoe UI"/>
              </a:defRPr>
            </a:lvl5pPr>
            <a:lvl6pPr>
              <a:buNone/>
              <a:defRPr sz="3300" b="1">
                <a:solidFill>
                  <a:srgbClr val="345D70"/>
                </a:solidFill>
                <a:latin typeface="Segoe UI"/>
                <a:ea typeface="Segoe UI"/>
                <a:cs typeface="Segoe UI"/>
              </a:defRPr>
            </a:lvl6pPr>
            <a:lvl7pPr>
              <a:buNone/>
              <a:defRPr sz="3300" b="1">
                <a:solidFill>
                  <a:srgbClr val="345D70"/>
                </a:solidFill>
                <a:latin typeface="Segoe UI"/>
                <a:ea typeface="Segoe UI"/>
                <a:cs typeface="Segoe UI"/>
              </a:defRPr>
            </a:lvl7pPr>
            <a:lvl8pPr>
              <a:buNone/>
              <a:defRPr sz="3300" b="1">
                <a:solidFill>
                  <a:srgbClr val="345D70"/>
                </a:solidFill>
                <a:latin typeface="Segoe UI"/>
                <a:ea typeface="Segoe UI"/>
                <a:cs typeface="Segoe UI"/>
              </a:defRPr>
            </a:lvl8pPr>
            <a:lvl9pPr>
              <a:buNone/>
              <a:defRPr sz="3300" b="1">
                <a:solidFill>
                  <a:srgbClr val="345D70"/>
                </a:solidFill>
                <a:latin typeface="Segoe UI"/>
                <a:ea typeface="Segoe UI"/>
                <a:cs typeface="Segoe UI"/>
              </a:defRPr>
            </a:lvl9pPr>
          </a:lstStyle>
          <a:p xmlns:a="http://schemas.openxmlformats.org/drawingml/2006/main">
            <a:pPr>
              <a:buNone/>
              <a:defRPr sz="3300" b="1">
                <a:solidFill>
                  <a:srgbClr val="345D70"/>
                </a:solidFill>
                <a:latin typeface="Segoe UI"/>
                <a:ea typeface="Segoe UI"/>
                <a:cs typeface="Segoe UI"/>
              </a:defRPr>
            </a:pPr>
            <a:r>
              <a:rPr sz="3300" b="1">
                <a:solidFill>
                  <a:srgbClr val="345D70"/>
                </a:solidFill>
                <a:latin typeface="Segoe UI"/>
                <a:ea typeface="Segoe UI"/>
                <a:cs typeface="Segoe UI"/>
              </a:rPr>
              <a:t>WE DO</a:t>
            </a:r>
          </a:p>
        </p:txBody>
      </p:sp>
      <p:sp>
        <p:nvSpPr>
          <p:cNvPr id="4" name="practice-label">
            <a:extLst xmlns:a="http://schemas.openxmlformats.org/drawingml/2006/main">
              <a:ext uri="{FF2B5EF4-FFF2-40B4-BE49-F238E27FC236}">
                <a16:creationId xmlns:a16="http://schemas.microsoft.com/office/drawing/2014/main" id="{D3789F09-5031-46D3-8FC7-67D3DC799EB4}"/>
              </a:ext>
            </a:extLst>
          </p:cNvPr>
          <p:cNvSpPr>
            <a:spLocks xmlns:a="http://schemas.openxmlformats.org/drawingml/2006/main" noGrp="1"/>
          </p:cNvSpPr>
          <p:nvPr/>
        </p:nvSpPr>
        <p:spPr>
          <a:xfrm xmlns:a="http://schemas.openxmlformats.org/drawingml/2006/main">
            <a:off x="533400" y="1409700"/>
            <a:ext cx="11049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566574"/>
                </a:solidFill>
                <a:latin typeface="Segoe UI"/>
                <a:ea typeface="Segoe UI"/>
                <a:cs typeface="Segoe UI"/>
              </a:defRPr>
            </a:defPPr>
            <a:lvl1pPr>
              <a:buNone/>
              <a:defRPr sz="1875" b="0">
                <a:solidFill>
                  <a:srgbClr val="566574"/>
                </a:solidFill>
                <a:latin typeface="Segoe UI"/>
                <a:ea typeface="Segoe UI"/>
                <a:cs typeface="Segoe UI"/>
              </a:defRPr>
            </a:lvl1pPr>
            <a:lvl2pPr>
              <a:buNone/>
              <a:defRPr sz="1875" b="0">
                <a:solidFill>
                  <a:srgbClr val="566574"/>
                </a:solidFill>
                <a:latin typeface="Segoe UI"/>
                <a:ea typeface="Segoe UI"/>
                <a:cs typeface="Segoe UI"/>
              </a:defRPr>
            </a:lvl2pPr>
            <a:lvl3pPr>
              <a:buNone/>
              <a:defRPr sz="1875" b="0">
                <a:solidFill>
                  <a:srgbClr val="566574"/>
                </a:solidFill>
                <a:latin typeface="Segoe UI"/>
                <a:ea typeface="Segoe UI"/>
                <a:cs typeface="Segoe UI"/>
              </a:defRPr>
            </a:lvl3pPr>
            <a:lvl4pPr>
              <a:buNone/>
              <a:defRPr sz="1875" b="0">
                <a:solidFill>
                  <a:srgbClr val="566574"/>
                </a:solidFill>
                <a:latin typeface="Segoe UI"/>
                <a:ea typeface="Segoe UI"/>
                <a:cs typeface="Segoe UI"/>
              </a:defRPr>
            </a:lvl4pPr>
            <a:lvl5pPr>
              <a:buNone/>
              <a:defRPr sz="1875" b="0">
                <a:solidFill>
                  <a:srgbClr val="566574"/>
                </a:solidFill>
                <a:latin typeface="Segoe UI"/>
                <a:ea typeface="Segoe UI"/>
                <a:cs typeface="Segoe UI"/>
              </a:defRPr>
            </a:lvl5pPr>
            <a:lvl6pPr>
              <a:buNone/>
              <a:defRPr sz="1875" b="0">
                <a:solidFill>
                  <a:srgbClr val="566574"/>
                </a:solidFill>
                <a:latin typeface="Segoe UI"/>
                <a:ea typeface="Segoe UI"/>
                <a:cs typeface="Segoe UI"/>
              </a:defRPr>
            </a:lvl6pPr>
            <a:lvl7pPr>
              <a:buNone/>
              <a:defRPr sz="1875" b="0">
                <a:solidFill>
                  <a:srgbClr val="566574"/>
                </a:solidFill>
                <a:latin typeface="Segoe UI"/>
                <a:ea typeface="Segoe UI"/>
                <a:cs typeface="Segoe UI"/>
              </a:defRPr>
            </a:lvl7pPr>
            <a:lvl8pPr>
              <a:buNone/>
              <a:defRPr sz="1875" b="0">
                <a:solidFill>
                  <a:srgbClr val="566574"/>
                </a:solidFill>
                <a:latin typeface="Segoe UI"/>
                <a:ea typeface="Segoe UI"/>
                <a:cs typeface="Segoe UI"/>
              </a:defRPr>
            </a:lvl8pPr>
            <a:lvl9pPr>
              <a:buNone/>
              <a:defRPr sz="1875" b="0">
                <a:solidFill>
                  <a:srgbClr val="566574"/>
                </a:solidFill>
                <a:latin typeface="Segoe UI"/>
                <a:ea typeface="Segoe UI"/>
                <a:cs typeface="Segoe UI"/>
              </a:defRPr>
            </a:lvl9pPr>
          </a:lstStyle>
          <a:p xmlns:a="http://schemas.openxmlformats.org/drawingml/2006/main">
            <a:pPr>
              <a:buNone/>
              <a:defRPr sz="1875" b="0">
                <a:solidFill>
                  <a:srgbClr val="566574"/>
                </a:solidFill>
                <a:latin typeface="Segoe UI"/>
                <a:ea typeface="Segoe UI"/>
                <a:cs typeface="Segoe UI"/>
              </a:defRPr>
            </a:pPr>
            <a:r>
              <a:rPr sz="1800" b="0">
                <a:solidFill>
                  <a:srgbClr val="566574"/>
                </a:solidFill>
                <a:latin typeface="Segoe UI"/>
                <a:ea typeface="Segoe UI"/>
                <a:cs typeface="Segoe UI"/>
              </a:rPr>
              <a:t>Before the trip: check our tally with an adult.</a:t>
            </a:r>
          </a:p>
        </p:txBody>
      </p:sp>
      <p:graphicFrame>
        <p:nvGraphicFramePr>
          <p:cNvPr id="5" name="">
            <a:extLst xmlns:a="http://schemas.openxmlformats.org/drawingml/2006/main">
              <a:ext uri="{FF2B5EF4-FFF2-40B4-BE49-F238E27FC236}">
                <a16:creationId xmlns:a16="http://schemas.microsoft.com/office/drawing/2014/main" id="{5ECE94D2-337C-4BA2-BB3D-5237C4D38235}"/>
              </a:ext>
            </a:extLst>
          </p:cNvPr>
          <p:cNvGraphicFramePr/>
          <p:nvPr/>
        </p:nvGraphicFramePr>
        <p:xfrm>
          <a:off xmlns:a="http://schemas.openxmlformats.org/drawingml/2006/main" x="533400" y="2047875"/>
          <a:ext xmlns:a="http://schemas.openxmlformats.org/drawingml/2006/main" cx="5810250" cy="3333750"/>
        </p:xfrm>
        <a:graphic xmlns:a="http://schemas.openxmlformats.org/drawingml/2006/main">
          <a:graphicData uri="http://schemas.openxmlformats.org/drawingml/2006/table">
            <a:tbl>
              <a:tblPr/>
              <a:tblGrid>
                <a:gridCol w="3524250"/>
                <a:gridCol w="2286000"/>
              </a:tblGrid>
              <a:tr h="476250">
                <a:tc>
                  <a:txBody>
                    <a:bodyPr/>
                    <a:lstStyle/>
                    <a:p>
                      <a:r>
                        <a:rPr sz="1800" b="1">
                          <a:solidFill>
                            <a:srgbClr val="19313E"/>
                          </a:solidFill>
                          <a:latin typeface="Segoe UI"/>
                          <a:ea typeface="Segoe UI"/>
                          <a:cs typeface="Segoe UI"/>
                        </a:rPr>
                        <a:t>Example only</a:t>
                      </a:r>
                    </a:p>
                  </a:txBody>
                  <a:tcPr marL="91440" marR="91440" marT="45720" marB="45720">
                    <a:lnL w="9525">
                      <a:solidFill>
                        <a:srgbClr val="CDD8DD"/>
                      </a:solidFill>
                      <a:prstDash val="solid"/>
                    </a:lnL>
                    <a:lnR w="9525">
                      <a:solidFill>
                        <a:srgbClr val="CDD8DD"/>
                      </a:solidFill>
                      <a:prstDash val="solid"/>
                    </a:lnR>
                    <a:lnT w="9525">
                      <a:solidFill>
                        <a:srgbClr val="CDD8DD"/>
                      </a:solidFill>
                      <a:prstDash val="solid"/>
                    </a:lnT>
                    <a:lnB w="9525">
                      <a:solidFill>
                        <a:srgbClr val="CDD8DD"/>
                      </a:solidFill>
                      <a:prstDash val="solid"/>
                    </a:lnB>
                    <a:solidFill>
                      <a:srgbClr val="EDF2F4"/>
                    </a:solidFill>
                  </a:tcPr>
                </a:tc>
                <a:tc>
                  <a:txBody>
                    <a:bodyPr/>
                    <a:lstStyle/>
                    <a:p>
                      <a:r>
                        <a:rPr sz="1800" b="1">
                          <a:solidFill>
                            <a:srgbClr val="19313E"/>
                          </a:solidFill>
                          <a:latin typeface="Segoe UI"/>
                          <a:ea typeface="Segoe UI"/>
                          <a:cs typeface="Segoe UI"/>
                        </a:rPr>
                        <a:t>Amount</a:t>
                      </a:r>
                    </a:p>
                  </a:txBody>
                  <a:tcPr marL="91440" marR="91440" marT="45720" marB="45720">
                    <a:lnR w="9525">
                      <a:solidFill>
                        <a:srgbClr val="CDD8DD"/>
                      </a:solidFill>
                      <a:prstDash val="solid"/>
                    </a:lnR>
                    <a:lnT w="9525">
                      <a:solidFill>
                        <a:srgbClr val="CDD8DD"/>
                      </a:solidFill>
                      <a:prstDash val="solid"/>
                    </a:lnT>
                    <a:lnB w="9525">
                      <a:solidFill>
                        <a:srgbClr val="CDD8DD"/>
                      </a:solidFill>
                      <a:prstDash val="solid"/>
                    </a:lnB>
                    <a:solidFill>
                      <a:srgbClr val="EDF2F4"/>
                    </a:solidFill>
                  </a:tcPr>
                </a:tc>
              </a:tr>
              <a:tr h="476250">
                <a:tc>
                  <a:txBody>
                    <a:bodyPr/>
                    <a:lstStyle/>
                    <a:p>
                      <a:r>
                        <a:rPr sz="1800" b="0">
                          <a:solidFill>
                            <a:srgbClr val="19313E"/>
                          </a:solidFill>
                          <a:latin typeface="Segoe UI"/>
                          <a:ea typeface="Segoe UI"/>
                          <a:cs typeface="Segoe UI"/>
                        </a:rPr>
                        <a:t>Cake sales</a:t>
                      </a:r>
                    </a:p>
                  </a:txBody>
                  <a:tcPr marL="91440" marR="91440" marT="45720" marB="45720">
                    <a:lnL w="9525">
                      <a:solidFill>
                        <a:srgbClr val="CDD8DD"/>
                      </a:solidFill>
                      <a:prstDash val="solid"/>
                    </a:lnL>
                    <a:lnR w="9525">
                      <a:solidFill>
                        <a:srgbClr val="CDD8DD"/>
                      </a:solidFill>
                      <a:prstDash val="solid"/>
                    </a:lnR>
                    <a:lnB w="9525">
                      <a:solidFill>
                        <a:srgbClr val="CDD8DD"/>
                      </a:solidFill>
                      <a:prstDash val="solid"/>
                    </a:lnB>
                    <a:solidFill>
                      <a:srgbClr val="FFFFFF"/>
                    </a:solidFill>
                  </a:tcPr>
                </a:tc>
                <a:tc>
                  <a:txBody>
                    <a:bodyPr/>
                    <a:lstStyle/>
                    <a:p>
                      <a:r>
                        <a:rPr sz="1800" b="0">
                          <a:solidFill>
                            <a:srgbClr val="19313E"/>
                          </a:solidFill>
                          <a:latin typeface="Segoe UI"/>
                          <a:ea typeface="Segoe UI"/>
                          <a:cs typeface="Segoe UI"/>
                        </a:rPr>
                        <a:t>£14</a:t>
                      </a:r>
                    </a:p>
                  </a:txBody>
                  <a:tcPr marL="91440" marR="91440" marT="45720" marB="45720">
                    <a:lnR w="9525">
                      <a:solidFill>
                        <a:srgbClr val="CDD8DD"/>
                      </a:solidFill>
                      <a:prstDash val="solid"/>
                    </a:lnR>
                    <a:lnB w="9525">
                      <a:solidFill>
                        <a:srgbClr val="CDD8DD"/>
                      </a:solidFill>
                      <a:prstDash val="solid"/>
                    </a:lnB>
                    <a:solidFill>
                      <a:srgbClr val="FFFFFF"/>
                    </a:solidFill>
                  </a:tcPr>
                </a:tc>
              </a:tr>
              <a:tr h="476250">
                <a:tc>
                  <a:txBody>
                    <a:bodyPr/>
                    <a:lstStyle/>
                    <a:p>
                      <a:r>
                        <a:rPr sz="1800" b="0">
                          <a:solidFill>
                            <a:srgbClr val="19313E"/>
                          </a:solidFill>
                          <a:latin typeface="Segoe UI"/>
                          <a:ea typeface="Segoe UI"/>
                          <a:cs typeface="Segoe UI"/>
                        </a:rPr>
                        <a:t>Gifts</a:t>
                      </a:r>
                    </a:p>
                  </a:txBody>
                  <a:tcPr marL="91440" marR="91440" marT="45720" marB="45720">
                    <a:lnL w="9525">
                      <a:solidFill>
                        <a:srgbClr val="CDD8DD"/>
                      </a:solidFill>
                      <a:prstDash val="solid"/>
                    </a:lnL>
                    <a:lnR w="9525">
                      <a:solidFill>
                        <a:srgbClr val="CDD8DD"/>
                      </a:solidFill>
                      <a:prstDash val="solid"/>
                    </a:lnR>
                    <a:lnB w="9525">
                      <a:solidFill>
                        <a:srgbClr val="CDD8DD"/>
                      </a:solidFill>
                      <a:prstDash val="solid"/>
                    </a:lnB>
                    <a:solidFill>
                      <a:srgbClr val="FFFFFF"/>
                    </a:solidFill>
                  </a:tcPr>
                </a:tc>
                <a:tc>
                  <a:txBody>
                    <a:bodyPr/>
                    <a:lstStyle/>
                    <a:p>
                      <a:r>
                        <a:rPr sz="1800" b="0">
                          <a:solidFill>
                            <a:srgbClr val="19313E"/>
                          </a:solidFill>
                          <a:latin typeface="Segoe UI"/>
                          <a:ea typeface="Segoe UI"/>
                          <a:cs typeface="Segoe UI"/>
                        </a:rPr>
                        <a:t>£2</a:t>
                      </a:r>
                    </a:p>
                  </a:txBody>
                  <a:tcPr marL="91440" marR="91440" marT="45720" marB="45720">
                    <a:lnR w="9525">
                      <a:solidFill>
                        <a:srgbClr val="CDD8DD"/>
                      </a:solidFill>
                      <a:prstDash val="solid"/>
                    </a:lnR>
                    <a:lnB w="9525">
                      <a:solidFill>
                        <a:srgbClr val="CDD8DD"/>
                      </a:solidFill>
                      <a:prstDash val="solid"/>
                    </a:lnB>
                    <a:solidFill>
                      <a:srgbClr val="FFFFFF"/>
                    </a:solidFill>
                  </a:tcPr>
                </a:tc>
              </a:tr>
              <a:tr h="476250">
                <a:tc>
                  <a:txBody>
                    <a:bodyPr/>
                    <a:lstStyle/>
                    <a:p>
                      <a:r>
                        <a:rPr sz="1800" b="0">
                          <a:solidFill>
                            <a:srgbClr val="19313E"/>
                          </a:solidFill>
                          <a:latin typeface="Segoe UI"/>
                          <a:ea typeface="Segoe UI"/>
                          <a:cs typeface="Segoe UI"/>
                        </a:rPr>
                        <a:t>Funds before costs</a:t>
                      </a:r>
                    </a:p>
                  </a:txBody>
                  <a:tcPr marL="91440" marR="91440" marT="45720" marB="45720">
                    <a:lnL w="9525">
                      <a:solidFill>
                        <a:srgbClr val="CDD8DD"/>
                      </a:solidFill>
                      <a:prstDash val="solid"/>
                    </a:lnL>
                    <a:lnR w="9525">
                      <a:solidFill>
                        <a:srgbClr val="CDD8DD"/>
                      </a:solidFill>
                      <a:prstDash val="solid"/>
                    </a:lnR>
                    <a:lnB w="9525">
                      <a:solidFill>
                        <a:srgbClr val="CDD8DD"/>
                      </a:solidFill>
                      <a:prstDash val="solid"/>
                    </a:lnB>
                    <a:solidFill>
                      <a:srgbClr val="FFFFFF"/>
                    </a:solidFill>
                  </a:tcPr>
                </a:tc>
                <a:tc>
                  <a:txBody>
                    <a:bodyPr/>
                    <a:lstStyle/>
                    <a:p>
                      <a:r>
                        <a:rPr sz="1800" b="0">
                          <a:solidFill>
                            <a:srgbClr val="19313E"/>
                          </a:solidFill>
                          <a:latin typeface="Segoe UI"/>
                          <a:ea typeface="Segoe UI"/>
                          <a:cs typeface="Segoe UI"/>
                        </a:rPr>
                        <a:t>£16</a:t>
                      </a:r>
                    </a:p>
                  </a:txBody>
                  <a:tcPr marL="91440" marR="91440" marT="45720" marB="45720">
                    <a:lnR w="9525">
                      <a:solidFill>
                        <a:srgbClr val="CDD8DD"/>
                      </a:solidFill>
                      <a:prstDash val="solid"/>
                    </a:lnR>
                    <a:lnB w="9525">
                      <a:solidFill>
                        <a:srgbClr val="CDD8DD"/>
                      </a:solidFill>
                      <a:prstDash val="solid"/>
                    </a:lnB>
                    <a:solidFill>
                      <a:srgbClr val="FFFFFF"/>
                    </a:solidFill>
                  </a:tcPr>
                </a:tc>
              </a:tr>
              <a:tr h="476250">
                <a:tc>
                  <a:txBody>
                    <a:bodyPr/>
                    <a:lstStyle/>
                    <a:p>
                      <a:r>
                        <a:rPr sz="1800" b="0">
                          <a:solidFill>
                            <a:srgbClr val="19313E"/>
                          </a:solidFill>
                          <a:latin typeface="Segoe UI"/>
                          <a:ea typeface="Segoe UI"/>
                          <a:cs typeface="Segoe UI"/>
                        </a:rPr>
                        <a:t>Agreed costs</a:t>
                      </a:r>
                    </a:p>
                  </a:txBody>
                  <a:tcPr marL="91440" marR="91440" marT="45720" marB="45720">
                    <a:lnL w="9525">
                      <a:solidFill>
                        <a:srgbClr val="CDD8DD"/>
                      </a:solidFill>
                      <a:prstDash val="solid"/>
                    </a:lnL>
                    <a:lnR w="9525">
                      <a:solidFill>
                        <a:srgbClr val="CDD8DD"/>
                      </a:solidFill>
                      <a:prstDash val="solid"/>
                    </a:lnR>
                    <a:lnB w="9525">
                      <a:solidFill>
                        <a:srgbClr val="CDD8DD"/>
                      </a:solidFill>
                      <a:prstDash val="solid"/>
                    </a:lnB>
                    <a:solidFill>
                      <a:srgbClr val="FFFFFF"/>
                    </a:solidFill>
                  </a:tcPr>
                </a:tc>
                <a:tc>
                  <a:txBody>
                    <a:bodyPr/>
                    <a:lstStyle/>
                    <a:p>
                      <a:r>
                        <a:rPr sz="1800" b="0">
                          <a:solidFill>
                            <a:srgbClr val="19313E"/>
                          </a:solidFill>
                          <a:latin typeface="Segoe UI"/>
                          <a:ea typeface="Segoe UI"/>
                          <a:cs typeface="Segoe UI"/>
                        </a:rPr>
                        <a:t>£4</a:t>
                      </a:r>
                    </a:p>
                  </a:txBody>
                  <a:tcPr marL="91440" marR="91440" marT="45720" marB="45720">
                    <a:lnR w="9525">
                      <a:solidFill>
                        <a:srgbClr val="CDD8DD"/>
                      </a:solidFill>
                      <a:prstDash val="solid"/>
                    </a:lnR>
                    <a:lnB w="9525">
                      <a:solidFill>
                        <a:srgbClr val="CDD8DD"/>
                      </a:solidFill>
                      <a:prstDash val="solid"/>
                    </a:lnB>
                    <a:solidFill>
                      <a:srgbClr val="FFFFFF"/>
                    </a:solidFill>
                  </a:tcPr>
                </a:tc>
              </a:tr>
              <a:tr h="476250">
                <a:tc>
                  <a:txBody>
                    <a:bodyPr/>
                    <a:lstStyle/>
                    <a:p>
                      <a:r>
                        <a:rPr sz="1800" b="0">
                          <a:solidFill>
                            <a:srgbClr val="19313E"/>
                          </a:solidFill>
                          <a:latin typeface="Segoe UI"/>
                          <a:ea typeface="Segoe UI"/>
                          <a:cs typeface="Segoe UI"/>
                        </a:rPr>
                        <a:t>Money to give</a:t>
                      </a:r>
                    </a:p>
                  </a:txBody>
                  <a:tcPr marL="91440" marR="91440" marT="45720" marB="45720">
                    <a:lnL w="9525">
                      <a:solidFill>
                        <a:srgbClr val="CDD8DD"/>
                      </a:solidFill>
                      <a:prstDash val="solid"/>
                    </a:lnL>
                    <a:lnR w="9525">
                      <a:solidFill>
                        <a:srgbClr val="CDD8DD"/>
                      </a:solidFill>
                      <a:prstDash val="solid"/>
                    </a:lnR>
                    <a:lnB w="9525">
                      <a:solidFill>
                        <a:srgbClr val="CDD8DD"/>
                      </a:solidFill>
                      <a:prstDash val="solid"/>
                    </a:lnB>
                    <a:solidFill>
                      <a:srgbClr val="FFFFFF"/>
                    </a:solidFill>
                  </a:tcPr>
                </a:tc>
                <a:tc>
                  <a:txBody>
                    <a:bodyPr/>
                    <a:lstStyle/>
                    <a:p>
                      <a:r>
                        <a:rPr sz="1800" b="0">
                          <a:solidFill>
                            <a:srgbClr val="19313E"/>
                          </a:solidFill>
                          <a:latin typeface="Segoe UI"/>
                          <a:ea typeface="Segoe UI"/>
                          <a:cs typeface="Segoe UI"/>
                        </a:rPr>
                        <a:t>£12</a:t>
                      </a:r>
                    </a:p>
                  </a:txBody>
                  <a:tcPr marL="91440" marR="91440" marT="45720" marB="45720">
                    <a:lnR w="9525">
                      <a:solidFill>
                        <a:srgbClr val="CDD8DD"/>
                      </a:solidFill>
                      <a:prstDash val="solid"/>
                    </a:lnR>
                    <a:lnB w="9525">
                      <a:solidFill>
                        <a:srgbClr val="CDD8DD"/>
                      </a:solidFill>
                      <a:prstDash val="solid"/>
                    </a:lnB>
                    <a:solidFill>
                      <a:srgbClr val="FFFFFF"/>
                    </a:solidFill>
                  </a:tcPr>
                </a:tc>
              </a:tr>
              <a:tr h="476250">
                <a:tc>
                  <a:txBody>
                    <a:bodyPr/>
                    <a:lstStyle/>
                    <a:p>
                      <a:r>
                        <a:rPr sz="1800" b="0">
                          <a:solidFill>
                            <a:srgbClr val="19313E"/>
                          </a:solidFill>
                          <a:latin typeface="Segoe UI"/>
                          <a:ea typeface="Segoe UI"/>
                          <a:cs typeface="Segoe UI"/>
                        </a:rPr>
                        <a:t>Example target</a:t>
                      </a:r>
                    </a:p>
                  </a:txBody>
                  <a:tcPr marL="91440" marR="91440" marT="45720" marB="45720">
                    <a:lnL w="9525">
                      <a:solidFill>
                        <a:srgbClr val="CDD8DD"/>
                      </a:solidFill>
                      <a:prstDash val="solid"/>
                    </a:lnL>
                    <a:lnR w="9525">
                      <a:solidFill>
                        <a:srgbClr val="CDD8DD"/>
                      </a:solidFill>
                      <a:prstDash val="solid"/>
                    </a:lnR>
                    <a:lnB w="9525">
                      <a:solidFill>
                        <a:srgbClr val="CDD8DD"/>
                      </a:solidFill>
                      <a:prstDash val="solid"/>
                    </a:lnB>
                    <a:solidFill>
                      <a:srgbClr val="FFFFFF"/>
                    </a:solidFill>
                  </a:tcPr>
                </a:tc>
                <a:tc>
                  <a:txBody>
                    <a:bodyPr/>
                    <a:lstStyle/>
                    <a:p>
                      <a:r>
                        <a:rPr sz="1800" b="0">
                          <a:solidFill>
                            <a:srgbClr val="19313E"/>
                          </a:solidFill>
                          <a:latin typeface="Segoe UI"/>
                          <a:ea typeface="Segoe UI"/>
                          <a:cs typeface="Segoe UI"/>
                        </a:rPr>
                        <a:t>£10</a:t>
                      </a:r>
                    </a:p>
                  </a:txBody>
                  <a:tcPr marL="91440" marR="91440" marT="45720" marB="45720">
                    <a:lnR w="9525">
                      <a:solidFill>
                        <a:srgbClr val="CDD8DD"/>
                      </a:solidFill>
                      <a:prstDash val="solid"/>
                    </a:lnR>
                    <a:lnB w="9525">
                      <a:solidFill>
                        <a:srgbClr val="CDD8DD"/>
                      </a:solidFill>
                      <a:prstDash val="solid"/>
                    </a:lnB>
                    <a:solidFill>
                      <a:srgbClr val="FFFFFF"/>
                    </a:solidFill>
                  </a:tcPr>
                </a:tc>
              </a:tr>
            </a:tbl>
          </a:graphicData>
        </a:graphic>
      </p:graphicFrame>
      <p:sp>
        <p:nvSpPr>
          <p:cNvPr id="6" name="hinge">
            <a:extLst xmlns:a="http://schemas.openxmlformats.org/drawingml/2006/main">
              <a:ext uri="{FF2B5EF4-FFF2-40B4-BE49-F238E27FC236}">
                <a16:creationId xmlns:a16="http://schemas.microsoft.com/office/drawing/2014/main" id="{4E746F67-49C9-4D2A-A911-D4CC9D42ADC4}"/>
              </a:ext>
            </a:extLst>
          </p:cNvPr>
          <p:cNvSpPr>
            <a:spLocks xmlns:a="http://schemas.openxmlformats.org/drawingml/2006/main" noGrp="1"/>
          </p:cNvSpPr>
          <p:nvPr/>
        </p:nvSpPr>
        <p:spPr>
          <a:xfrm xmlns:a="http://schemas.openxmlformats.org/drawingml/2006/main">
            <a:off x="6858000" y="2047875"/>
            <a:ext cx="4667250" cy="3238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buNone/>
              <a:defRPr sz="2250" b="0">
                <a:solidFill>
                  <a:srgbClr val="192E3B"/>
                </a:solidFill>
                <a:latin typeface="Segoe UI"/>
                <a:ea typeface="Segoe UI"/>
                <a:cs typeface="Segoe UI"/>
              </a:defRPr>
            </a:lvl1pPr>
            <a:lvl2pPr>
              <a:buNone/>
              <a:defRPr sz="2250" b="0">
                <a:solidFill>
                  <a:srgbClr val="192E3B"/>
                </a:solidFill>
                <a:latin typeface="Segoe UI"/>
                <a:ea typeface="Segoe UI"/>
                <a:cs typeface="Segoe UI"/>
              </a:defRPr>
            </a:lvl2pPr>
            <a:lvl3pPr>
              <a:buNone/>
              <a:defRPr sz="2250" b="0">
                <a:solidFill>
                  <a:srgbClr val="192E3B"/>
                </a:solidFill>
                <a:latin typeface="Segoe UI"/>
                <a:ea typeface="Segoe UI"/>
                <a:cs typeface="Segoe UI"/>
              </a:defRPr>
            </a:lvl3pPr>
            <a:lvl4pPr>
              <a:buNone/>
              <a:defRPr sz="2250" b="0">
                <a:solidFill>
                  <a:srgbClr val="192E3B"/>
                </a:solidFill>
                <a:latin typeface="Segoe UI"/>
                <a:ea typeface="Segoe UI"/>
                <a:cs typeface="Segoe UI"/>
              </a:defRPr>
            </a:lvl4pPr>
            <a:lvl5pPr>
              <a:buNone/>
              <a:defRPr sz="2250" b="0">
                <a:solidFill>
                  <a:srgbClr val="192E3B"/>
                </a:solidFill>
                <a:latin typeface="Segoe UI"/>
                <a:ea typeface="Segoe UI"/>
                <a:cs typeface="Segoe UI"/>
              </a:defRPr>
            </a:lvl5pPr>
            <a:lvl6pPr>
              <a:buNone/>
              <a:defRPr sz="2250" b="0">
                <a:solidFill>
                  <a:srgbClr val="192E3B"/>
                </a:solidFill>
                <a:latin typeface="Segoe UI"/>
                <a:ea typeface="Segoe UI"/>
                <a:cs typeface="Segoe UI"/>
              </a:defRPr>
            </a:lvl6pPr>
            <a:lvl7pPr>
              <a:buNone/>
              <a:defRPr sz="2250" b="0">
                <a:solidFill>
                  <a:srgbClr val="192E3B"/>
                </a:solidFill>
                <a:latin typeface="Segoe UI"/>
                <a:ea typeface="Segoe UI"/>
                <a:cs typeface="Segoe UI"/>
              </a:defRPr>
            </a:lvl7pPr>
            <a:lvl8pPr>
              <a:buNone/>
              <a:defRPr sz="2250" b="0">
                <a:solidFill>
                  <a:srgbClr val="192E3B"/>
                </a:solidFill>
                <a:latin typeface="Segoe UI"/>
                <a:ea typeface="Segoe UI"/>
                <a:cs typeface="Segoe UI"/>
              </a:defRPr>
            </a:lvl8pPr>
            <a:lvl9pPr>
              <a:buNone/>
              <a:defRPr sz="2250" b="0">
                <a:solidFill>
                  <a:srgbClr val="192E3B"/>
                </a:solidFill>
                <a:latin typeface="Segoe UI"/>
                <a:ea typeface="Segoe UI"/>
                <a:cs typeface="Segoe UI"/>
              </a:defRPr>
            </a:lvl9pPr>
          </a:lstStyle>
          <a:p xmlns:a="http://schemas.openxmlformats.org/drawingml/2006/main">
            <a:pPr>
              <a:buNone/>
              <a:defRPr sz="2250" b="0">
                <a:solidFill>
                  <a:srgbClr val="192E3B"/>
                </a:solidFill>
                <a:latin typeface="Segoe UI"/>
                <a:ea typeface="Segoe UI"/>
                <a:cs typeface="Segoe UI"/>
              </a:defRPr>
            </a:pPr>
            <a:r>
              <a:rPr sz="2250" b="0">
                <a:solidFill>
                  <a:srgbClr val="192E3B"/>
                </a:solidFill>
                <a:latin typeface="Segoe UI"/>
                <a:ea typeface="Segoe UI"/>
                <a:cs typeface="Segoe UI"/>
              </a:rPr>
              <a:t>The float is £5.</a:t>
            </a:r>
          </a:p>
          <a:p xmlns:a="http://schemas.openxmlformats.org/drawingml/2006/main">
            <a:pPr>
              <a:buNone/>
              <a:defRPr sz="2250" b="0">
                <a:solidFill>
                  <a:srgbClr val="192E3B"/>
                </a:solidFill>
                <a:latin typeface="Segoe UI"/>
                <a:ea typeface="Segoe UI"/>
                <a:cs typeface="Segoe UI"/>
              </a:defRPr>
            </a:pPr>
            <a:r>
              <a:rPr sz="2250" b="0">
                <a:solidFill>
                  <a:srgbClr val="192E3B"/>
                </a:solidFill>
                <a:latin typeface="Segoe UI"/>
                <a:ea typeface="Segoe UI"/>
                <a:cs typeface="Segoe UI"/>
              </a:rPr>
              <a:t>Can we add it?</a:t>
            </a:r>
          </a:p>
          <a:p xmlns:a="http://schemas.openxmlformats.org/drawingml/2006/main">
            <a:pPr>
              <a:buNone/>
              <a:defRPr sz="2250" b="0">
                <a:solidFill>
                  <a:srgbClr val="192E3B"/>
                </a:solidFill>
                <a:latin typeface="Segoe UI"/>
                <a:ea typeface="Segoe UI"/>
                <a:cs typeface="Segoe UI"/>
              </a:defRPr>
            </a:pPr>
            <a:r>
              <a:rPr sz="2250" b="0">
                <a:solidFill>
                  <a:srgbClr val="192E3B"/>
                </a:solidFill>
                <a:latin typeface="Segoe UI"/>
                <a:ea typeface="Segoe UI"/>
                <a:cs typeface="Segoe UI"/>
              </a:rPr>
              <a:t>A Yes, all cash counts.</a:t>
            </a:r>
          </a:p>
          <a:p xmlns:a="http://schemas.openxmlformats.org/drawingml/2006/main">
            <a:pPr>
              <a:buNone/>
              <a:defRPr sz="2250" b="0">
                <a:solidFill>
                  <a:srgbClr val="192E3B"/>
                </a:solidFill>
                <a:latin typeface="Segoe UI"/>
                <a:ea typeface="Segoe UI"/>
                <a:cs typeface="Segoe UI"/>
              </a:defRPr>
            </a:pPr>
            <a:r>
              <a:rPr sz="2250" b="0">
                <a:solidFill>
                  <a:srgbClr val="192E3B"/>
                </a:solidFill>
                <a:latin typeface="Segoe UI"/>
                <a:ea typeface="Segoe UI"/>
                <a:cs typeface="Segoe UI"/>
              </a:rPr>
              <a:t>B No, it was lent.</a:t>
            </a:r>
          </a:p>
          <a:p xmlns:a="http://schemas.openxmlformats.org/drawingml/2006/main">
            <a:pPr>
              <a:buNone/>
              <a:defRPr sz="2250" b="0">
                <a:solidFill>
                  <a:srgbClr val="192E3B"/>
                </a:solidFill>
                <a:latin typeface="Segoe UI"/>
                <a:ea typeface="Segoe UI"/>
                <a:cs typeface="Segoe UI"/>
              </a:defRPr>
            </a:pPr>
            <a:r>
              <a:rPr sz="2250" b="0">
                <a:solidFill>
                  <a:srgbClr val="192E3B"/>
                </a:solidFill>
                <a:latin typeface="Segoe UI"/>
                <a:ea typeface="Segoe UI"/>
                <a:cs typeface="Segoe UI"/>
              </a:rPr>
              <a:t>C Only if we miss our goal.</a:t>
            </a:r>
          </a:p>
          <a:p xmlns:a="http://schemas.openxmlformats.org/drawingml/2006/main">
            <a:pPr>
              <a:buNone/>
              <a:defRPr sz="2250" b="0">
                <a:solidFill>
                  <a:srgbClr val="192E3B"/>
                </a:solidFill>
                <a:latin typeface="Segoe UI"/>
                <a:ea typeface="Segoe UI"/>
                <a:cs typeface="Segoe UI"/>
              </a:defRPr>
            </a:pPr>
            <a:r>
              <a:rPr sz="2250" b="0">
                <a:solidFill>
                  <a:srgbClr val="192E3B"/>
                </a:solidFill>
                <a:latin typeface="Segoe UI"/>
                <a:ea typeface="Segoe UI"/>
                <a:cs typeface="Segoe UI"/>
              </a:rPr>
              <a:t>I choose __ because __.</a:t>
            </a:r>
          </a:p>
        </p:txBody>
      </p:sp>
      <p:sp>
        <p:nvSpPr>
          <p:cNvPr id="7" name="model-assumption">
            <a:extLst xmlns:a="http://schemas.openxmlformats.org/drawingml/2006/main">
              <a:ext uri="{FF2B5EF4-FFF2-40B4-BE49-F238E27FC236}">
                <a16:creationId xmlns:a16="http://schemas.microsoft.com/office/drawing/2014/main" id="{9B7D598A-FC4E-4390-8EA8-D611C72B2202}"/>
              </a:ext>
            </a:extLst>
          </p:cNvPr>
          <p:cNvSpPr>
            <a:spLocks xmlns:a="http://schemas.openxmlformats.org/drawingml/2006/main" noGrp="1"/>
          </p:cNvSpPr>
          <p:nvPr/>
        </p:nvSpPr>
        <p:spPr>
          <a:xfrm xmlns:a="http://schemas.openxmlformats.org/drawingml/2006/main">
            <a:off x="533400" y="5810250"/>
            <a:ext cx="11001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566574"/>
                </a:solidFill>
                <a:latin typeface="Segoe UI"/>
                <a:ea typeface="Segoe UI"/>
                <a:cs typeface="Segoe UI"/>
              </a:defRPr>
            </a:defPPr>
            <a:lvl1pPr>
              <a:buNone/>
              <a:defRPr sz="1725" b="0">
                <a:solidFill>
                  <a:srgbClr val="566574"/>
                </a:solidFill>
                <a:latin typeface="Segoe UI"/>
                <a:ea typeface="Segoe UI"/>
                <a:cs typeface="Segoe UI"/>
              </a:defRPr>
            </a:lvl1pPr>
            <a:lvl2pPr>
              <a:buNone/>
              <a:defRPr sz="1725" b="0">
                <a:solidFill>
                  <a:srgbClr val="566574"/>
                </a:solidFill>
                <a:latin typeface="Segoe UI"/>
                <a:ea typeface="Segoe UI"/>
                <a:cs typeface="Segoe UI"/>
              </a:defRPr>
            </a:lvl2pPr>
            <a:lvl3pPr>
              <a:buNone/>
              <a:defRPr sz="1725" b="0">
                <a:solidFill>
                  <a:srgbClr val="566574"/>
                </a:solidFill>
                <a:latin typeface="Segoe UI"/>
                <a:ea typeface="Segoe UI"/>
                <a:cs typeface="Segoe UI"/>
              </a:defRPr>
            </a:lvl3pPr>
            <a:lvl4pPr>
              <a:buNone/>
              <a:defRPr sz="1725" b="0">
                <a:solidFill>
                  <a:srgbClr val="566574"/>
                </a:solidFill>
                <a:latin typeface="Segoe UI"/>
                <a:ea typeface="Segoe UI"/>
                <a:cs typeface="Segoe UI"/>
              </a:defRPr>
            </a:lvl4pPr>
            <a:lvl5pPr>
              <a:buNone/>
              <a:defRPr sz="1725" b="0">
                <a:solidFill>
                  <a:srgbClr val="566574"/>
                </a:solidFill>
                <a:latin typeface="Segoe UI"/>
                <a:ea typeface="Segoe UI"/>
                <a:cs typeface="Segoe UI"/>
              </a:defRPr>
            </a:lvl5pPr>
            <a:lvl6pPr>
              <a:buNone/>
              <a:defRPr sz="1725" b="0">
                <a:solidFill>
                  <a:srgbClr val="566574"/>
                </a:solidFill>
                <a:latin typeface="Segoe UI"/>
                <a:ea typeface="Segoe UI"/>
                <a:cs typeface="Segoe UI"/>
              </a:defRPr>
            </a:lvl6pPr>
            <a:lvl7pPr>
              <a:buNone/>
              <a:defRPr sz="1725" b="0">
                <a:solidFill>
                  <a:srgbClr val="566574"/>
                </a:solidFill>
                <a:latin typeface="Segoe UI"/>
                <a:ea typeface="Segoe UI"/>
                <a:cs typeface="Segoe UI"/>
              </a:defRPr>
            </a:lvl7pPr>
            <a:lvl8pPr>
              <a:buNone/>
              <a:defRPr sz="1725" b="0">
                <a:solidFill>
                  <a:srgbClr val="566574"/>
                </a:solidFill>
                <a:latin typeface="Segoe UI"/>
                <a:ea typeface="Segoe UI"/>
                <a:cs typeface="Segoe UI"/>
              </a:defRPr>
            </a:lvl8pPr>
            <a:lvl9pPr>
              <a:buNone/>
              <a:defRPr sz="1725" b="0">
                <a:solidFill>
                  <a:srgbClr val="566574"/>
                </a:solidFill>
                <a:latin typeface="Segoe UI"/>
                <a:ea typeface="Segoe UI"/>
                <a:cs typeface="Segoe UI"/>
              </a:defRPr>
            </a:lvl9pPr>
          </a:lstStyle>
          <a:p xmlns:a="http://schemas.openxmlformats.org/drawingml/2006/main">
            <a:pPr>
              <a:buNone/>
              <a:defRPr sz="1725" b="0">
                <a:solidFill>
                  <a:srgbClr val="566574"/>
                </a:solidFill>
                <a:latin typeface="Segoe UI"/>
                <a:ea typeface="Segoe UI"/>
                <a:cs typeface="Segoe UI"/>
              </a:defRPr>
            </a:pPr>
            <a:r>
              <a:rPr sz="1800" b="0">
                <a:solidFill>
                  <a:srgbClr val="566574"/>
                </a:solidFill>
                <a:latin typeface="Segoe UI"/>
                <a:ea typeface="Segoe UI"/>
                <a:cs typeface="Segoe UI"/>
              </a:rPr>
              <a:t>B. Return the float. Check the actual funds and costs.</a:t>
            </a:r>
          </a:p>
        </p:txBody>
      </p:sp>
      <p:sp>
        <p:nvSpPr>
          <p:cNvPr id="8" name="credit">
            <a:extLst xmlns:a="http://schemas.openxmlformats.org/drawingml/2006/main">
              <a:ext uri="{FF2B5EF4-FFF2-40B4-BE49-F238E27FC236}">
                <a16:creationId xmlns:a16="http://schemas.microsoft.com/office/drawing/2014/main" id="{099304F5-9B0A-4213-B910-03C9900C2182}"/>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buNone/>
              <a:defRPr sz="788" b="0">
                <a:solidFill>
                  <a:srgbClr val="566574"/>
                </a:solidFill>
                <a:latin typeface="Segoe UI"/>
                <a:ea typeface="Segoe UI"/>
                <a:cs typeface="Segoe UI"/>
              </a:defRPr>
            </a:lvl1pPr>
            <a:lvl2pPr>
              <a:buNone/>
              <a:defRPr sz="788" b="0">
                <a:solidFill>
                  <a:srgbClr val="566574"/>
                </a:solidFill>
                <a:latin typeface="Segoe UI"/>
                <a:ea typeface="Segoe UI"/>
                <a:cs typeface="Segoe UI"/>
              </a:defRPr>
            </a:lvl2pPr>
            <a:lvl3pPr>
              <a:buNone/>
              <a:defRPr sz="788" b="0">
                <a:solidFill>
                  <a:srgbClr val="566574"/>
                </a:solidFill>
                <a:latin typeface="Segoe UI"/>
                <a:ea typeface="Segoe UI"/>
                <a:cs typeface="Segoe UI"/>
              </a:defRPr>
            </a:lvl3pPr>
            <a:lvl4pPr>
              <a:buNone/>
              <a:defRPr sz="788" b="0">
                <a:solidFill>
                  <a:srgbClr val="566574"/>
                </a:solidFill>
                <a:latin typeface="Segoe UI"/>
                <a:ea typeface="Segoe UI"/>
                <a:cs typeface="Segoe UI"/>
              </a:defRPr>
            </a:lvl4pPr>
            <a:lvl5pPr>
              <a:buNone/>
              <a:defRPr sz="788" b="0">
                <a:solidFill>
                  <a:srgbClr val="566574"/>
                </a:solidFill>
                <a:latin typeface="Segoe UI"/>
                <a:ea typeface="Segoe UI"/>
                <a:cs typeface="Segoe UI"/>
              </a:defRPr>
            </a:lvl5pPr>
            <a:lvl6pPr>
              <a:buNone/>
              <a:defRPr sz="788" b="0">
                <a:solidFill>
                  <a:srgbClr val="566574"/>
                </a:solidFill>
                <a:latin typeface="Segoe UI"/>
                <a:ea typeface="Segoe UI"/>
                <a:cs typeface="Segoe UI"/>
              </a:defRPr>
            </a:lvl6pPr>
            <a:lvl7pPr>
              <a:buNone/>
              <a:defRPr sz="788" b="0">
                <a:solidFill>
                  <a:srgbClr val="566574"/>
                </a:solidFill>
                <a:latin typeface="Segoe UI"/>
                <a:ea typeface="Segoe UI"/>
                <a:cs typeface="Segoe UI"/>
              </a:defRPr>
            </a:lvl7pPr>
            <a:lvl8pPr>
              <a:buNone/>
              <a:defRPr sz="788" b="0">
                <a:solidFill>
                  <a:srgbClr val="566574"/>
                </a:solidFill>
                <a:latin typeface="Segoe UI"/>
                <a:ea typeface="Segoe UI"/>
                <a:cs typeface="Segoe UI"/>
              </a:defRPr>
            </a:lvl8pPr>
            <a:lvl9pPr>
              <a:buNone/>
              <a:defRPr sz="788" b="0">
                <a:solidFill>
                  <a:srgbClr val="566574"/>
                </a:solidFill>
                <a:latin typeface="Segoe UI"/>
                <a:ea typeface="Segoe UI"/>
                <a:cs typeface="Segoe UI"/>
              </a:defRPr>
            </a:lvl9pPr>
          </a:lstStyle>
          <a:p xmlns:a="http://schemas.openxmlformats.org/drawingml/2006/main">
            <a:pPr>
              <a:buNone/>
              <a:defRPr sz="788" b="0">
                <a:solidFill>
                  <a:srgbClr val="566574"/>
                </a:solidFill>
                <a:latin typeface="Segoe UI"/>
                <a:ea typeface="Segoe UI"/>
                <a:cs typeface="Segoe UI"/>
              </a:defRPr>
            </a:pPr>
            <a:r>
              <a:rPr sz="788" b="0">
                <a:solidFill>
                  <a:srgbClr val="566574"/>
                </a:solidFill>
                <a:latin typeface="Segoe UI"/>
                <a:ea typeface="Segoe UI"/>
                <a:cs typeface="Segoe UI"/>
              </a:rPr>
              <a:t>Made by Matt · © Matt Roper · CC BY-NC-SA 4.0: free for classroom use, share and adapt with credit, no resale</a:t>
            </a:r>
          </a:p>
        </p:txBody>
      </p:sp>
      <p:sp>
        <p:nvSpPr>
          <p:cNvPr id="9" name="page-number">
            <a:extLst xmlns:a="http://schemas.openxmlformats.org/drawingml/2006/main">
              <a:ext uri="{FF2B5EF4-FFF2-40B4-BE49-F238E27FC236}">
                <a16:creationId xmlns:a16="http://schemas.microsoft.com/office/drawing/2014/main" id="{0CBB196A-0E44-468E-BD79-3E074333F965}"/>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050" b="0">
                <a:solidFill>
                  <a:srgbClr val="566574"/>
                </a:solidFill>
                <a:latin typeface="Segoe UI"/>
                <a:ea typeface="Segoe UI"/>
                <a:cs typeface="Segoe UI"/>
              </a:rPr>
              <a:t>06</a:t>
            </a:r>
          </a:p>
        </p:txBody>
      </p:sp>
    </p:spTree>
    <p:extLst>
      <p:ext uri="{BB962C8B-B14F-4D97-AF65-F5344CB8AC3E}">
        <p14:creationId xmlns:p14="http://schemas.microsoft.com/office/powerpoint/2010/main" val="108378593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lesson-code">
            <a:extLst xmlns:a="http://schemas.openxmlformats.org/drawingml/2006/main">
              <a:ext uri="{FF2B5EF4-FFF2-40B4-BE49-F238E27FC236}">
                <a16:creationId xmlns:a16="http://schemas.microsoft.com/office/drawing/2014/main" id="{CC529CBE-3519-4A53-A020-FF6AA3DFC00B}"/>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200" b="0">
                <a:solidFill>
                  <a:srgbClr val="566574"/>
                </a:solidFill>
                <a:latin typeface="Segoe UI"/>
                <a:ea typeface="Segoe UI"/>
                <a:cs typeface="Segoe UI"/>
              </a:defRPr>
            </a:lvl1pPr>
            <a:lvl2pPr>
              <a:buNone/>
              <a:defRPr sz="1200" b="0">
                <a:solidFill>
                  <a:srgbClr val="566574"/>
                </a:solidFill>
                <a:latin typeface="Segoe UI"/>
                <a:ea typeface="Segoe UI"/>
                <a:cs typeface="Segoe UI"/>
              </a:defRPr>
            </a:lvl2pPr>
            <a:lvl3pPr>
              <a:buNone/>
              <a:defRPr sz="1200" b="0">
                <a:solidFill>
                  <a:srgbClr val="566574"/>
                </a:solidFill>
                <a:latin typeface="Segoe UI"/>
                <a:ea typeface="Segoe UI"/>
                <a:cs typeface="Segoe UI"/>
              </a:defRPr>
            </a:lvl3pPr>
            <a:lvl4pPr>
              <a:buNone/>
              <a:defRPr sz="1200" b="0">
                <a:solidFill>
                  <a:srgbClr val="566574"/>
                </a:solidFill>
                <a:latin typeface="Segoe UI"/>
                <a:ea typeface="Segoe UI"/>
                <a:cs typeface="Segoe UI"/>
              </a:defRPr>
            </a:lvl4pPr>
            <a:lvl5pPr>
              <a:buNone/>
              <a:defRPr sz="1200" b="0">
                <a:solidFill>
                  <a:srgbClr val="566574"/>
                </a:solidFill>
                <a:latin typeface="Segoe UI"/>
                <a:ea typeface="Segoe UI"/>
                <a:cs typeface="Segoe UI"/>
              </a:defRPr>
            </a:lvl5pPr>
            <a:lvl6pPr>
              <a:buNone/>
              <a:defRPr sz="1200" b="0">
                <a:solidFill>
                  <a:srgbClr val="566574"/>
                </a:solidFill>
                <a:latin typeface="Segoe UI"/>
                <a:ea typeface="Segoe UI"/>
                <a:cs typeface="Segoe UI"/>
              </a:defRPr>
            </a:lvl6pPr>
            <a:lvl7pPr>
              <a:buNone/>
              <a:defRPr sz="1200" b="0">
                <a:solidFill>
                  <a:srgbClr val="566574"/>
                </a:solidFill>
                <a:latin typeface="Segoe UI"/>
                <a:ea typeface="Segoe UI"/>
                <a:cs typeface="Segoe UI"/>
              </a:defRPr>
            </a:lvl7pPr>
            <a:lvl8pPr>
              <a:buNone/>
              <a:defRPr sz="1200" b="0">
                <a:solidFill>
                  <a:srgbClr val="566574"/>
                </a:solidFill>
                <a:latin typeface="Segoe UI"/>
                <a:ea typeface="Segoe UI"/>
                <a:cs typeface="Segoe UI"/>
              </a:defRPr>
            </a:lvl8pPr>
            <a:lvl9pPr>
              <a:buNone/>
              <a:defRPr sz="1200" b="0">
                <a:solidFill>
                  <a:srgbClr val="566574"/>
                </a:solidFill>
                <a:latin typeface="Segoe UI"/>
                <a:ea typeface="Segoe UI"/>
                <a:cs typeface="Segoe UI"/>
              </a:defRPr>
            </a:lvl9pPr>
          </a:lstStyle>
          <a:p xmlns:a="http://schemas.openxmlformats.org/drawingml/2006/main">
            <a:pPr>
              <a:buNone/>
              <a:defRPr sz="1200" b="0">
                <a:solidFill>
                  <a:srgbClr val="566574"/>
                </a:solidFill>
                <a:latin typeface="Segoe UI"/>
                <a:ea typeface="Segoe UI"/>
                <a:cs typeface="Segoe UI"/>
              </a:defRPr>
            </a:pPr>
            <a:r>
              <a:rPr sz="1200" b="0">
                <a:solidFill>
                  <a:srgbClr val="566574"/>
                </a:solidFill>
                <a:latin typeface="Segoe UI"/>
                <a:ea typeface="Segoe UI"/>
                <a:cs typeface="Segoe UI"/>
              </a:rPr>
              <a:t>COMM-GROW-A2-W06  ·  Lesson 11</a:t>
            </a:r>
          </a:p>
        </p:txBody>
      </p:sp>
      <p:sp>
        <p:nvSpPr>
          <p:cNvPr id="2" name="label">
            <a:extLst xmlns:a="http://schemas.openxmlformats.org/drawingml/2006/main">
              <a:ext uri="{FF2B5EF4-FFF2-40B4-BE49-F238E27FC236}">
                <a16:creationId xmlns:a16="http://schemas.microsoft.com/office/drawing/2014/main" id="{BFD852C8-3A39-4A09-9A19-B52E316663DD}"/>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200" b="0">
                <a:solidFill>
                  <a:srgbClr val="566574"/>
                </a:solidFill>
                <a:latin typeface="Segoe UI"/>
                <a:ea typeface="Segoe UI"/>
                <a:cs typeface="Segoe UI"/>
              </a:rPr>
              <a:t>Public edition · Year A</a:t>
            </a:r>
          </a:p>
        </p:txBody>
      </p:sp>
      <p:sp>
        <p:nvSpPr>
          <p:cNvPr id="3" name="stage-title">
            <a:extLst xmlns:a="http://schemas.openxmlformats.org/drawingml/2006/main">
              <a:ext uri="{FF2B5EF4-FFF2-40B4-BE49-F238E27FC236}">
                <a16:creationId xmlns:a16="http://schemas.microsoft.com/office/drawing/2014/main" id="{31AABD90-0F71-44C8-8234-5321E2CEDBC5}"/>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buNone/>
              <a:defRPr sz="3300" b="1">
                <a:solidFill>
                  <a:srgbClr val="345D70"/>
                </a:solidFill>
                <a:latin typeface="Segoe UI"/>
                <a:ea typeface="Segoe UI"/>
                <a:cs typeface="Segoe UI"/>
              </a:defRPr>
            </a:lvl1pPr>
            <a:lvl2pPr>
              <a:buNone/>
              <a:defRPr sz="3300" b="1">
                <a:solidFill>
                  <a:srgbClr val="345D70"/>
                </a:solidFill>
                <a:latin typeface="Segoe UI"/>
                <a:ea typeface="Segoe UI"/>
                <a:cs typeface="Segoe UI"/>
              </a:defRPr>
            </a:lvl2pPr>
            <a:lvl3pPr>
              <a:buNone/>
              <a:defRPr sz="3300" b="1">
                <a:solidFill>
                  <a:srgbClr val="345D70"/>
                </a:solidFill>
                <a:latin typeface="Segoe UI"/>
                <a:ea typeface="Segoe UI"/>
                <a:cs typeface="Segoe UI"/>
              </a:defRPr>
            </a:lvl3pPr>
            <a:lvl4pPr>
              <a:buNone/>
              <a:defRPr sz="3300" b="1">
                <a:solidFill>
                  <a:srgbClr val="345D70"/>
                </a:solidFill>
                <a:latin typeface="Segoe UI"/>
                <a:ea typeface="Segoe UI"/>
                <a:cs typeface="Segoe UI"/>
              </a:defRPr>
            </a:lvl4pPr>
            <a:lvl5pPr>
              <a:buNone/>
              <a:defRPr sz="3300" b="1">
                <a:solidFill>
                  <a:srgbClr val="345D70"/>
                </a:solidFill>
                <a:latin typeface="Segoe UI"/>
                <a:ea typeface="Segoe UI"/>
                <a:cs typeface="Segoe UI"/>
              </a:defRPr>
            </a:lvl5pPr>
            <a:lvl6pPr>
              <a:buNone/>
              <a:defRPr sz="3300" b="1">
                <a:solidFill>
                  <a:srgbClr val="345D70"/>
                </a:solidFill>
                <a:latin typeface="Segoe UI"/>
                <a:ea typeface="Segoe UI"/>
                <a:cs typeface="Segoe UI"/>
              </a:defRPr>
            </a:lvl6pPr>
            <a:lvl7pPr>
              <a:buNone/>
              <a:defRPr sz="3300" b="1">
                <a:solidFill>
                  <a:srgbClr val="345D70"/>
                </a:solidFill>
                <a:latin typeface="Segoe UI"/>
                <a:ea typeface="Segoe UI"/>
                <a:cs typeface="Segoe UI"/>
              </a:defRPr>
            </a:lvl7pPr>
            <a:lvl8pPr>
              <a:buNone/>
              <a:defRPr sz="3300" b="1">
                <a:solidFill>
                  <a:srgbClr val="345D70"/>
                </a:solidFill>
                <a:latin typeface="Segoe UI"/>
                <a:ea typeface="Segoe UI"/>
                <a:cs typeface="Segoe UI"/>
              </a:defRPr>
            </a:lvl8pPr>
            <a:lvl9pPr>
              <a:buNone/>
              <a:defRPr sz="3300" b="1">
                <a:solidFill>
                  <a:srgbClr val="345D70"/>
                </a:solidFill>
                <a:latin typeface="Segoe UI"/>
                <a:ea typeface="Segoe UI"/>
                <a:cs typeface="Segoe UI"/>
              </a:defRPr>
            </a:lvl9pPr>
          </a:lstStyle>
          <a:p xmlns:a="http://schemas.openxmlformats.org/drawingml/2006/main">
            <a:pPr>
              <a:buNone/>
              <a:defRPr sz="3300" b="1">
                <a:solidFill>
                  <a:srgbClr val="345D70"/>
                </a:solidFill>
                <a:latin typeface="Segoe UI"/>
                <a:ea typeface="Segoe UI"/>
                <a:cs typeface="Segoe UI"/>
              </a:defRPr>
            </a:pPr>
            <a:r>
              <a:rPr sz="3300" b="1">
                <a:solidFill>
                  <a:srgbClr val="345D70"/>
                </a:solidFill>
                <a:latin typeface="Segoe UI"/>
                <a:ea typeface="Segoe UI"/>
                <a:cs typeface="Segoe UI"/>
              </a:rPr>
              <a:t>YOU DO on the trip</a:t>
            </a:r>
          </a:p>
        </p:txBody>
      </p:sp>
      <p:sp>
        <p:nvSpPr>
          <p:cNvPr id="4" name="task-main">
            <a:extLst xmlns:a="http://schemas.openxmlformats.org/drawingml/2006/main">
              <a:ext uri="{FF2B5EF4-FFF2-40B4-BE49-F238E27FC236}">
                <a16:creationId xmlns:a16="http://schemas.microsoft.com/office/drawing/2014/main" id="{A43A761D-E893-484E-9DDA-3201CDE00A6A}"/>
              </a:ext>
            </a:extLst>
          </p:cNvPr>
          <p:cNvSpPr>
            <a:spLocks xmlns:a="http://schemas.openxmlformats.org/drawingml/2006/main" noGrp="1"/>
          </p:cNvSpPr>
          <p:nvPr/>
        </p:nvSpPr>
        <p:spPr>
          <a:xfrm xmlns:a="http://schemas.openxmlformats.org/drawingml/2006/main">
            <a:off x="533400" y="1476375"/>
            <a:ext cx="11049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buNone/>
              <a:defRPr sz="2250" b="0">
                <a:solidFill>
                  <a:srgbClr val="192E3B"/>
                </a:solidFill>
                <a:latin typeface="Segoe UI"/>
                <a:ea typeface="Segoe UI"/>
                <a:cs typeface="Segoe UI"/>
              </a:defRPr>
            </a:lvl1pPr>
            <a:lvl2pPr>
              <a:buNone/>
              <a:defRPr sz="2250" b="0">
                <a:solidFill>
                  <a:srgbClr val="192E3B"/>
                </a:solidFill>
                <a:latin typeface="Segoe UI"/>
                <a:ea typeface="Segoe UI"/>
                <a:cs typeface="Segoe UI"/>
              </a:defRPr>
            </a:lvl2pPr>
            <a:lvl3pPr>
              <a:buNone/>
              <a:defRPr sz="2250" b="0">
                <a:solidFill>
                  <a:srgbClr val="192E3B"/>
                </a:solidFill>
                <a:latin typeface="Segoe UI"/>
                <a:ea typeface="Segoe UI"/>
                <a:cs typeface="Segoe UI"/>
              </a:defRPr>
            </a:lvl3pPr>
            <a:lvl4pPr>
              <a:buNone/>
              <a:defRPr sz="2250" b="0">
                <a:solidFill>
                  <a:srgbClr val="192E3B"/>
                </a:solidFill>
                <a:latin typeface="Segoe UI"/>
                <a:ea typeface="Segoe UI"/>
                <a:cs typeface="Segoe UI"/>
              </a:defRPr>
            </a:lvl4pPr>
            <a:lvl5pPr>
              <a:buNone/>
              <a:defRPr sz="2250" b="0">
                <a:solidFill>
                  <a:srgbClr val="192E3B"/>
                </a:solidFill>
                <a:latin typeface="Segoe UI"/>
                <a:ea typeface="Segoe UI"/>
                <a:cs typeface="Segoe UI"/>
              </a:defRPr>
            </a:lvl5pPr>
            <a:lvl6pPr>
              <a:buNone/>
              <a:defRPr sz="2250" b="0">
                <a:solidFill>
                  <a:srgbClr val="192E3B"/>
                </a:solidFill>
                <a:latin typeface="Segoe UI"/>
                <a:ea typeface="Segoe UI"/>
                <a:cs typeface="Segoe UI"/>
              </a:defRPr>
            </a:lvl6pPr>
            <a:lvl7pPr>
              <a:buNone/>
              <a:defRPr sz="2250" b="0">
                <a:solidFill>
                  <a:srgbClr val="192E3B"/>
                </a:solidFill>
                <a:latin typeface="Segoe UI"/>
                <a:ea typeface="Segoe UI"/>
                <a:cs typeface="Segoe UI"/>
              </a:defRPr>
            </a:lvl7pPr>
            <a:lvl8pPr>
              <a:buNone/>
              <a:defRPr sz="2250" b="0">
                <a:solidFill>
                  <a:srgbClr val="192E3B"/>
                </a:solidFill>
                <a:latin typeface="Segoe UI"/>
                <a:ea typeface="Segoe UI"/>
                <a:cs typeface="Segoe UI"/>
              </a:defRPr>
            </a:lvl8pPr>
            <a:lvl9pPr>
              <a:buNone/>
              <a:defRPr sz="2250" b="0">
                <a:solidFill>
                  <a:srgbClr val="192E3B"/>
                </a:solidFill>
                <a:latin typeface="Segoe UI"/>
                <a:ea typeface="Segoe UI"/>
                <a:cs typeface="Segoe UI"/>
              </a:defRPr>
            </a:lvl9pPr>
          </a:lstStyle>
          <a:p xmlns:a="http://schemas.openxmlformats.org/drawingml/2006/main">
            <a:pPr>
              <a:buNone/>
              <a:defRPr sz="2250" b="0">
                <a:solidFill>
                  <a:srgbClr val="192E3B"/>
                </a:solidFill>
                <a:latin typeface="Segoe UI"/>
                <a:ea typeface="Segoe UI"/>
                <a:cs typeface="Segoe UI"/>
              </a:defRPr>
            </a:pPr>
            <a:r>
              <a:rPr sz="2250" b="0">
                <a:solidFill>
                  <a:srgbClr val="192E3B"/>
                </a:solidFill>
                <a:latin typeface="Segoe UI"/>
                <a:ea typeface="Segoe UI"/>
                <a:cs typeface="Segoe UI"/>
              </a:rPr>
              <a:t>Take one question from your book.</a:t>
            </a:r>
          </a:p>
          <a:p xmlns:a="http://schemas.openxmlformats.org/drawingml/2006/main">
            <a:pPr>
              <a:buNone/>
              <a:defRPr sz="2250" b="0">
                <a:solidFill>
                  <a:srgbClr val="192E3B"/>
                </a:solidFill>
                <a:latin typeface="Segoe UI"/>
                <a:ea typeface="Segoe UI"/>
                <a:cs typeface="Segoe UI"/>
              </a:defRPr>
            </a:pPr>
            <a:r>
              <a:rPr sz="2250" b="0">
                <a:solidFill>
                  <a:srgbClr val="192E3B"/>
                </a:solidFill>
                <a:latin typeface="Segoe UI"/>
                <a:ea typeface="Segoe UI"/>
                <a:cs typeface="Segoe UI"/>
              </a:rPr>
              <a:t>Ask, point or hand over your card.</a:t>
            </a:r>
          </a:p>
          <a:p xmlns:a="http://schemas.openxmlformats.org/drawingml/2006/main">
            <a:pPr>
              <a:buNone/>
              <a:defRPr sz="2250" b="0">
                <a:solidFill>
                  <a:srgbClr val="192E3B"/>
                </a:solidFill>
                <a:latin typeface="Segoe UI"/>
                <a:ea typeface="Segoe UI"/>
                <a:cs typeface="Segoe UI"/>
              </a:defRPr>
            </a:pPr>
            <a:r>
              <a:rPr sz="2250" b="0">
                <a:solidFill>
                  <a:srgbClr val="192E3B"/>
                </a:solidFill>
                <a:latin typeface="Segoe UI"/>
                <a:ea typeface="Segoe UI"/>
                <a:cs typeface="Segoe UI"/>
              </a:rPr>
              <a:t>Keep one fact and where it came from.</a:t>
            </a:r>
          </a:p>
          <a:p xmlns:a="http://schemas.openxmlformats.org/drawingml/2006/main">
            <a:pPr>
              <a:buNone/>
              <a:defRPr sz="2250" b="0">
                <a:solidFill>
                  <a:srgbClr val="192E3B"/>
                </a:solidFill>
                <a:latin typeface="Segoe UI"/>
                <a:ea typeface="Segoe UI"/>
                <a:cs typeface="Segoe UI"/>
              </a:defRPr>
            </a:pPr>
            <a:r>
              <a:rPr sz="2250" b="0">
                <a:solidFill>
                  <a:srgbClr val="192E3B"/>
                </a:solidFill>
                <a:latin typeface="Segoe UI"/>
                <a:ea typeface="Segoe UI"/>
                <a:cs typeface="Segoe UI"/>
              </a:rPr>
              <a:t>This links to our project because __.</a:t>
            </a:r>
          </a:p>
        </p:txBody>
      </p:sp>
      <p:sp>
        <p:nvSpPr>
          <p:cNvPr id="5" name="route-SUPPORTED">
            <a:extLst xmlns:a="http://schemas.openxmlformats.org/drawingml/2006/main">
              <a:ext uri="{FF2B5EF4-FFF2-40B4-BE49-F238E27FC236}">
                <a16:creationId xmlns:a16="http://schemas.microsoft.com/office/drawing/2014/main" id="{EB5A362F-A314-418A-AF8A-469CCF2F8DCD}"/>
              </a:ext>
            </a:extLst>
          </p:cNvPr>
          <p:cNvSpPr>
            <a:spLocks xmlns:a="http://schemas.openxmlformats.org/drawingml/2006/main" noGrp="1"/>
          </p:cNvSpPr>
          <p:nvPr/>
        </p:nvSpPr>
        <p:spPr>
          <a:xfrm xmlns:a="http://schemas.openxmlformats.org/drawingml/2006/main">
            <a:off x="533400" y="3524250"/>
            <a:ext cx="3476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buNone/>
              <a:defRPr sz="1800" b="1">
                <a:solidFill>
                  <a:srgbClr val="345D70"/>
                </a:solidFill>
                <a:latin typeface="Segoe UI"/>
                <a:ea typeface="Segoe UI"/>
                <a:cs typeface="Segoe UI"/>
              </a:defRPr>
            </a:lvl1pPr>
            <a:lvl2pPr>
              <a:buNone/>
              <a:defRPr sz="1800" b="1">
                <a:solidFill>
                  <a:srgbClr val="345D70"/>
                </a:solidFill>
                <a:latin typeface="Segoe UI"/>
                <a:ea typeface="Segoe UI"/>
                <a:cs typeface="Segoe UI"/>
              </a:defRPr>
            </a:lvl2pPr>
            <a:lvl3pPr>
              <a:buNone/>
              <a:defRPr sz="1800" b="1">
                <a:solidFill>
                  <a:srgbClr val="345D70"/>
                </a:solidFill>
                <a:latin typeface="Segoe UI"/>
                <a:ea typeface="Segoe UI"/>
                <a:cs typeface="Segoe UI"/>
              </a:defRPr>
            </a:lvl3pPr>
            <a:lvl4pPr>
              <a:buNone/>
              <a:defRPr sz="1800" b="1">
                <a:solidFill>
                  <a:srgbClr val="345D70"/>
                </a:solidFill>
                <a:latin typeface="Segoe UI"/>
                <a:ea typeface="Segoe UI"/>
                <a:cs typeface="Segoe UI"/>
              </a:defRPr>
            </a:lvl4pPr>
            <a:lvl5pPr>
              <a:buNone/>
              <a:defRPr sz="1800" b="1">
                <a:solidFill>
                  <a:srgbClr val="345D70"/>
                </a:solidFill>
                <a:latin typeface="Segoe UI"/>
                <a:ea typeface="Segoe UI"/>
                <a:cs typeface="Segoe UI"/>
              </a:defRPr>
            </a:lvl5pPr>
            <a:lvl6pPr>
              <a:buNone/>
              <a:defRPr sz="1800" b="1">
                <a:solidFill>
                  <a:srgbClr val="345D70"/>
                </a:solidFill>
                <a:latin typeface="Segoe UI"/>
                <a:ea typeface="Segoe UI"/>
                <a:cs typeface="Segoe UI"/>
              </a:defRPr>
            </a:lvl6pPr>
            <a:lvl7pPr>
              <a:buNone/>
              <a:defRPr sz="1800" b="1">
                <a:solidFill>
                  <a:srgbClr val="345D70"/>
                </a:solidFill>
                <a:latin typeface="Segoe UI"/>
                <a:ea typeface="Segoe UI"/>
                <a:cs typeface="Segoe UI"/>
              </a:defRPr>
            </a:lvl7pPr>
            <a:lvl8pPr>
              <a:buNone/>
              <a:defRPr sz="1800" b="1">
                <a:solidFill>
                  <a:srgbClr val="345D70"/>
                </a:solidFill>
                <a:latin typeface="Segoe UI"/>
                <a:ea typeface="Segoe UI"/>
                <a:cs typeface="Segoe UI"/>
              </a:defRPr>
            </a:lvl8pPr>
            <a:lvl9pPr>
              <a:buNone/>
              <a:defRPr sz="1800" b="1">
                <a:solidFill>
                  <a:srgbClr val="345D70"/>
                </a:solidFill>
                <a:latin typeface="Segoe UI"/>
                <a:ea typeface="Segoe UI"/>
                <a:cs typeface="Segoe UI"/>
              </a:defRPr>
            </a:lvl9pPr>
          </a:lstStyle>
          <a:p xmlns:a="http://schemas.openxmlformats.org/drawingml/2006/main">
            <a:pPr>
              <a:buNone/>
              <a:defRPr sz="1800" b="1">
                <a:solidFill>
                  <a:srgbClr val="345D70"/>
                </a:solidFill>
                <a:latin typeface="Segoe UI"/>
                <a:ea typeface="Segoe UI"/>
                <a:cs typeface="Segoe UI"/>
              </a:defRPr>
            </a:pPr>
            <a:r>
              <a:rPr sz="1875" b="1">
                <a:solidFill>
                  <a:srgbClr val="345D70"/>
                </a:solidFill>
                <a:latin typeface="Segoe UI"/>
                <a:ea typeface="Segoe UI"/>
                <a:cs typeface="Segoe UI"/>
              </a:rPr>
              <a:t>SUPPORTED</a:t>
            </a:r>
          </a:p>
        </p:txBody>
      </p:sp>
      <p:sp>
        <p:nvSpPr>
          <p:cNvPr id="6" name="route-rule-SUPPORTED">
            <a:extLst xmlns:a="http://schemas.openxmlformats.org/drawingml/2006/main">
              <a:ext uri="{FF2B5EF4-FFF2-40B4-BE49-F238E27FC236}">
                <a16:creationId xmlns:a16="http://schemas.microsoft.com/office/drawing/2014/main" id="{00ECF903-7F30-45FF-BCB2-E94B6148487F}"/>
              </a:ext>
            </a:extLst>
          </p:cNvPr>
          <p:cNvSpPr>
            <a:spLocks xmlns:a="http://schemas.openxmlformats.org/drawingml/2006/main" noGrp="1"/>
          </p:cNvSpPr>
          <p:nvPr/>
        </p:nvSpPr>
        <p:spPr>
          <a:xfrm xmlns:a="http://schemas.openxmlformats.org/drawingml/2006/main">
            <a:off x="533400" y="3971925"/>
            <a:ext cx="3476625" cy="19050"/>
          </a:xfrm>
          <a:prstGeom xmlns:a="http://schemas.openxmlformats.org/drawingml/2006/main" prst="rect">
            <a:avLst/>
          </a:prstGeom>
          <a:solidFill xmlns:a="http://schemas.openxmlformats.org/drawingml/2006/main">
            <a:srgbClr val="CDD8DD"/>
          </a:solidFill>
          <a:ln xmlns:a="http://schemas.openxmlformats.org/drawingml/2006/main" w="0">
            <a:noFill/>
            <a:prstDash val="solid"/>
          </a:ln>
        </p:spPr>
      </p:sp>
      <p:sp>
        <p:nvSpPr>
          <p:cNvPr id="7" name="route-body-SUPPORTED">
            <a:extLst xmlns:a="http://schemas.openxmlformats.org/drawingml/2006/main">
              <a:ext uri="{FF2B5EF4-FFF2-40B4-BE49-F238E27FC236}">
                <a16:creationId xmlns:a16="http://schemas.microsoft.com/office/drawing/2014/main" id="{926B448C-DC74-45D8-AD33-9F56FDF8825C}"/>
              </a:ext>
            </a:extLst>
          </p:cNvPr>
          <p:cNvSpPr>
            <a:spLocks xmlns:a="http://schemas.openxmlformats.org/drawingml/2006/main" noGrp="1"/>
          </p:cNvSpPr>
          <p:nvPr/>
        </p:nvSpPr>
        <p:spPr>
          <a:xfrm xmlns:a="http://schemas.openxmlformats.org/drawingml/2006/main">
            <a:off x="533400" y="4200525"/>
            <a:ext cx="3476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buNone/>
              <a:defRPr sz="1800" b="0">
                <a:solidFill>
                  <a:srgbClr val="192E3B"/>
                </a:solidFill>
                <a:latin typeface="Segoe UI"/>
                <a:ea typeface="Segoe UI"/>
                <a:cs typeface="Segoe UI"/>
              </a:defRPr>
            </a:lvl1pPr>
            <a:lvl2pPr>
              <a:buNone/>
              <a:defRPr sz="1800" b="0">
                <a:solidFill>
                  <a:srgbClr val="192E3B"/>
                </a:solidFill>
                <a:latin typeface="Segoe UI"/>
                <a:ea typeface="Segoe UI"/>
                <a:cs typeface="Segoe UI"/>
              </a:defRPr>
            </a:lvl2pPr>
            <a:lvl3pPr>
              <a:buNone/>
              <a:defRPr sz="1800" b="0">
                <a:solidFill>
                  <a:srgbClr val="192E3B"/>
                </a:solidFill>
                <a:latin typeface="Segoe UI"/>
                <a:ea typeface="Segoe UI"/>
                <a:cs typeface="Segoe UI"/>
              </a:defRPr>
            </a:lvl3pPr>
            <a:lvl4pPr>
              <a:buNone/>
              <a:defRPr sz="1800" b="0">
                <a:solidFill>
                  <a:srgbClr val="192E3B"/>
                </a:solidFill>
                <a:latin typeface="Segoe UI"/>
                <a:ea typeface="Segoe UI"/>
                <a:cs typeface="Segoe UI"/>
              </a:defRPr>
            </a:lvl4pPr>
            <a:lvl5pPr>
              <a:buNone/>
              <a:defRPr sz="1800" b="0">
                <a:solidFill>
                  <a:srgbClr val="192E3B"/>
                </a:solidFill>
                <a:latin typeface="Segoe UI"/>
                <a:ea typeface="Segoe UI"/>
                <a:cs typeface="Segoe UI"/>
              </a:defRPr>
            </a:lvl5pPr>
            <a:lvl6pPr>
              <a:buNone/>
              <a:defRPr sz="1800" b="0">
                <a:solidFill>
                  <a:srgbClr val="192E3B"/>
                </a:solidFill>
                <a:latin typeface="Segoe UI"/>
                <a:ea typeface="Segoe UI"/>
                <a:cs typeface="Segoe UI"/>
              </a:defRPr>
            </a:lvl6pPr>
            <a:lvl7pPr>
              <a:buNone/>
              <a:defRPr sz="1800" b="0">
                <a:solidFill>
                  <a:srgbClr val="192E3B"/>
                </a:solidFill>
                <a:latin typeface="Segoe UI"/>
                <a:ea typeface="Segoe UI"/>
                <a:cs typeface="Segoe UI"/>
              </a:defRPr>
            </a:lvl7pPr>
            <a:lvl8pPr>
              <a:buNone/>
              <a:defRPr sz="1800" b="0">
                <a:solidFill>
                  <a:srgbClr val="192E3B"/>
                </a:solidFill>
                <a:latin typeface="Segoe UI"/>
                <a:ea typeface="Segoe UI"/>
                <a:cs typeface="Segoe UI"/>
              </a:defRPr>
            </a:lvl8pPr>
            <a:lvl9pPr>
              <a:buNone/>
              <a:defRPr sz="1800" b="0">
                <a:solidFill>
                  <a:srgbClr val="192E3B"/>
                </a:solidFill>
                <a:latin typeface="Segoe UI"/>
                <a:ea typeface="Segoe UI"/>
                <a:cs typeface="Segoe UI"/>
              </a:defRPr>
            </a:lvl9pPr>
          </a:lstStyle>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Point to your question. Listen or look.</a:t>
            </a:r>
          </a:p>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I found out __.</a:t>
            </a:r>
          </a:p>
        </p:txBody>
      </p:sp>
      <p:sp>
        <p:nvSpPr>
          <p:cNvPr id="8" name="route-STANDARD">
            <a:extLst xmlns:a="http://schemas.openxmlformats.org/drawingml/2006/main">
              <a:ext uri="{FF2B5EF4-FFF2-40B4-BE49-F238E27FC236}">
                <a16:creationId xmlns:a16="http://schemas.microsoft.com/office/drawing/2014/main" id="{A305D6FD-D626-4EF0-B2EA-44C8A225DF36}"/>
              </a:ext>
            </a:extLst>
          </p:cNvPr>
          <p:cNvSpPr>
            <a:spLocks xmlns:a="http://schemas.openxmlformats.org/drawingml/2006/main" noGrp="1"/>
          </p:cNvSpPr>
          <p:nvPr/>
        </p:nvSpPr>
        <p:spPr>
          <a:xfrm xmlns:a="http://schemas.openxmlformats.org/drawingml/2006/main">
            <a:off x="4314825" y="3524250"/>
            <a:ext cx="3476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buNone/>
              <a:defRPr sz="1800" b="1">
                <a:solidFill>
                  <a:srgbClr val="345D70"/>
                </a:solidFill>
                <a:latin typeface="Segoe UI"/>
                <a:ea typeface="Segoe UI"/>
                <a:cs typeface="Segoe UI"/>
              </a:defRPr>
            </a:lvl1pPr>
            <a:lvl2pPr>
              <a:buNone/>
              <a:defRPr sz="1800" b="1">
                <a:solidFill>
                  <a:srgbClr val="345D70"/>
                </a:solidFill>
                <a:latin typeface="Segoe UI"/>
                <a:ea typeface="Segoe UI"/>
                <a:cs typeface="Segoe UI"/>
              </a:defRPr>
            </a:lvl2pPr>
            <a:lvl3pPr>
              <a:buNone/>
              <a:defRPr sz="1800" b="1">
                <a:solidFill>
                  <a:srgbClr val="345D70"/>
                </a:solidFill>
                <a:latin typeface="Segoe UI"/>
                <a:ea typeface="Segoe UI"/>
                <a:cs typeface="Segoe UI"/>
              </a:defRPr>
            </a:lvl3pPr>
            <a:lvl4pPr>
              <a:buNone/>
              <a:defRPr sz="1800" b="1">
                <a:solidFill>
                  <a:srgbClr val="345D70"/>
                </a:solidFill>
                <a:latin typeface="Segoe UI"/>
                <a:ea typeface="Segoe UI"/>
                <a:cs typeface="Segoe UI"/>
              </a:defRPr>
            </a:lvl4pPr>
            <a:lvl5pPr>
              <a:buNone/>
              <a:defRPr sz="1800" b="1">
                <a:solidFill>
                  <a:srgbClr val="345D70"/>
                </a:solidFill>
                <a:latin typeface="Segoe UI"/>
                <a:ea typeface="Segoe UI"/>
                <a:cs typeface="Segoe UI"/>
              </a:defRPr>
            </a:lvl5pPr>
            <a:lvl6pPr>
              <a:buNone/>
              <a:defRPr sz="1800" b="1">
                <a:solidFill>
                  <a:srgbClr val="345D70"/>
                </a:solidFill>
                <a:latin typeface="Segoe UI"/>
                <a:ea typeface="Segoe UI"/>
                <a:cs typeface="Segoe UI"/>
              </a:defRPr>
            </a:lvl6pPr>
            <a:lvl7pPr>
              <a:buNone/>
              <a:defRPr sz="1800" b="1">
                <a:solidFill>
                  <a:srgbClr val="345D70"/>
                </a:solidFill>
                <a:latin typeface="Segoe UI"/>
                <a:ea typeface="Segoe UI"/>
                <a:cs typeface="Segoe UI"/>
              </a:defRPr>
            </a:lvl7pPr>
            <a:lvl8pPr>
              <a:buNone/>
              <a:defRPr sz="1800" b="1">
                <a:solidFill>
                  <a:srgbClr val="345D70"/>
                </a:solidFill>
                <a:latin typeface="Segoe UI"/>
                <a:ea typeface="Segoe UI"/>
                <a:cs typeface="Segoe UI"/>
              </a:defRPr>
            </a:lvl8pPr>
            <a:lvl9pPr>
              <a:buNone/>
              <a:defRPr sz="1800" b="1">
                <a:solidFill>
                  <a:srgbClr val="345D70"/>
                </a:solidFill>
                <a:latin typeface="Segoe UI"/>
                <a:ea typeface="Segoe UI"/>
                <a:cs typeface="Segoe UI"/>
              </a:defRPr>
            </a:lvl9pPr>
          </a:lstStyle>
          <a:p xmlns:a="http://schemas.openxmlformats.org/drawingml/2006/main">
            <a:pPr>
              <a:buNone/>
              <a:defRPr sz="1800" b="1">
                <a:solidFill>
                  <a:srgbClr val="345D70"/>
                </a:solidFill>
                <a:latin typeface="Segoe UI"/>
                <a:ea typeface="Segoe UI"/>
                <a:cs typeface="Segoe UI"/>
              </a:defRPr>
            </a:pPr>
            <a:r>
              <a:rPr sz="1875" b="1">
                <a:solidFill>
                  <a:srgbClr val="345D70"/>
                </a:solidFill>
                <a:latin typeface="Segoe UI"/>
                <a:ea typeface="Segoe UI"/>
                <a:cs typeface="Segoe UI"/>
              </a:rPr>
              <a:t>STANDARD</a:t>
            </a:r>
          </a:p>
        </p:txBody>
      </p:sp>
      <p:sp>
        <p:nvSpPr>
          <p:cNvPr id="9" name="route-rule-STANDARD">
            <a:extLst xmlns:a="http://schemas.openxmlformats.org/drawingml/2006/main">
              <a:ext uri="{FF2B5EF4-FFF2-40B4-BE49-F238E27FC236}">
                <a16:creationId xmlns:a16="http://schemas.microsoft.com/office/drawing/2014/main" id="{C146B53D-4301-4746-AF4F-1E32D66FDCC4}"/>
              </a:ext>
            </a:extLst>
          </p:cNvPr>
          <p:cNvSpPr>
            <a:spLocks xmlns:a="http://schemas.openxmlformats.org/drawingml/2006/main" noGrp="1"/>
          </p:cNvSpPr>
          <p:nvPr/>
        </p:nvSpPr>
        <p:spPr>
          <a:xfrm xmlns:a="http://schemas.openxmlformats.org/drawingml/2006/main">
            <a:off x="4314825" y="3971925"/>
            <a:ext cx="3476625" cy="19050"/>
          </a:xfrm>
          <a:prstGeom xmlns:a="http://schemas.openxmlformats.org/drawingml/2006/main" prst="rect">
            <a:avLst/>
          </a:prstGeom>
          <a:solidFill xmlns:a="http://schemas.openxmlformats.org/drawingml/2006/main">
            <a:srgbClr val="CDD8DD"/>
          </a:solidFill>
          <a:ln xmlns:a="http://schemas.openxmlformats.org/drawingml/2006/main" w="0">
            <a:noFill/>
            <a:prstDash val="solid"/>
          </a:ln>
        </p:spPr>
      </p:sp>
      <p:sp>
        <p:nvSpPr>
          <p:cNvPr id="10" name="route-body-STANDARD">
            <a:extLst xmlns:a="http://schemas.openxmlformats.org/drawingml/2006/main">
              <a:ext uri="{FF2B5EF4-FFF2-40B4-BE49-F238E27FC236}">
                <a16:creationId xmlns:a16="http://schemas.microsoft.com/office/drawing/2014/main" id="{7FD390C6-4D45-4CCF-AB5B-5389C03B194D}"/>
              </a:ext>
            </a:extLst>
          </p:cNvPr>
          <p:cNvSpPr>
            <a:spLocks xmlns:a="http://schemas.openxmlformats.org/drawingml/2006/main" noGrp="1"/>
          </p:cNvSpPr>
          <p:nvPr/>
        </p:nvSpPr>
        <p:spPr>
          <a:xfrm xmlns:a="http://schemas.openxmlformats.org/drawingml/2006/main">
            <a:off x="4314825" y="4200525"/>
            <a:ext cx="3476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buNone/>
              <a:defRPr sz="1800" b="0">
                <a:solidFill>
                  <a:srgbClr val="192E3B"/>
                </a:solidFill>
                <a:latin typeface="Segoe UI"/>
                <a:ea typeface="Segoe UI"/>
                <a:cs typeface="Segoe UI"/>
              </a:defRPr>
            </a:lvl1pPr>
            <a:lvl2pPr>
              <a:buNone/>
              <a:defRPr sz="1800" b="0">
                <a:solidFill>
                  <a:srgbClr val="192E3B"/>
                </a:solidFill>
                <a:latin typeface="Segoe UI"/>
                <a:ea typeface="Segoe UI"/>
                <a:cs typeface="Segoe UI"/>
              </a:defRPr>
            </a:lvl2pPr>
            <a:lvl3pPr>
              <a:buNone/>
              <a:defRPr sz="1800" b="0">
                <a:solidFill>
                  <a:srgbClr val="192E3B"/>
                </a:solidFill>
                <a:latin typeface="Segoe UI"/>
                <a:ea typeface="Segoe UI"/>
                <a:cs typeface="Segoe UI"/>
              </a:defRPr>
            </a:lvl3pPr>
            <a:lvl4pPr>
              <a:buNone/>
              <a:defRPr sz="1800" b="0">
                <a:solidFill>
                  <a:srgbClr val="192E3B"/>
                </a:solidFill>
                <a:latin typeface="Segoe UI"/>
                <a:ea typeface="Segoe UI"/>
                <a:cs typeface="Segoe UI"/>
              </a:defRPr>
            </a:lvl4pPr>
            <a:lvl5pPr>
              <a:buNone/>
              <a:defRPr sz="1800" b="0">
                <a:solidFill>
                  <a:srgbClr val="192E3B"/>
                </a:solidFill>
                <a:latin typeface="Segoe UI"/>
                <a:ea typeface="Segoe UI"/>
                <a:cs typeface="Segoe UI"/>
              </a:defRPr>
            </a:lvl5pPr>
            <a:lvl6pPr>
              <a:buNone/>
              <a:defRPr sz="1800" b="0">
                <a:solidFill>
                  <a:srgbClr val="192E3B"/>
                </a:solidFill>
                <a:latin typeface="Segoe UI"/>
                <a:ea typeface="Segoe UI"/>
                <a:cs typeface="Segoe UI"/>
              </a:defRPr>
            </a:lvl6pPr>
            <a:lvl7pPr>
              <a:buNone/>
              <a:defRPr sz="1800" b="0">
                <a:solidFill>
                  <a:srgbClr val="192E3B"/>
                </a:solidFill>
                <a:latin typeface="Segoe UI"/>
                <a:ea typeface="Segoe UI"/>
                <a:cs typeface="Segoe UI"/>
              </a:defRPr>
            </a:lvl7pPr>
            <a:lvl8pPr>
              <a:buNone/>
              <a:defRPr sz="1800" b="0">
                <a:solidFill>
                  <a:srgbClr val="192E3B"/>
                </a:solidFill>
                <a:latin typeface="Segoe UI"/>
                <a:ea typeface="Segoe UI"/>
                <a:cs typeface="Segoe UI"/>
              </a:defRPr>
            </a:lvl8pPr>
            <a:lvl9pPr>
              <a:buNone/>
              <a:defRPr sz="1800" b="0">
                <a:solidFill>
                  <a:srgbClr val="192E3B"/>
                </a:solidFill>
                <a:latin typeface="Segoe UI"/>
                <a:ea typeface="Segoe UI"/>
                <a:cs typeface="Segoe UI"/>
              </a:defRPr>
            </a:lvl9pPr>
          </a:lstStyle>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Ask one question. Keep one clear fact.</a:t>
            </a:r>
          </a:p>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My source was __.</a:t>
            </a:r>
          </a:p>
        </p:txBody>
      </p:sp>
      <p:sp>
        <p:nvSpPr>
          <p:cNvPr id="11" name="route-STRETCH">
            <a:extLst xmlns:a="http://schemas.openxmlformats.org/drawingml/2006/main">
              <a:ext uri="{FF2B5EF4-FFF2-40B4-BE49-F238E27FC236}">
                <a16:creationId xmlns:a16="http://schemas.microsoft.com/office/drawing/2014/main" id="{97C45E0C-DF74-46A8-B72C-0386917E8907}"/>
              </a:ext>
            </a:extLst>
          </p:cNvPr>
          <p:cNvSpPr>
            <a:spLocks xmlns:a="http://schemas.openxmlformats.org/drawingml/2006/main" noGrp="1"/>
          </p:cNvSpPr>
          <p:nvPr/>
        </p:nvSpPr>
        <p:spPr>
          <a:xfrm xmlns:a="http://schemas.openxmlformats.org/drawingml/2006/main">
            <a:off x="8096250" y="3524250"/>
            <a:ext cx="3476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buNone/>
              <a:defRPr sz="1800" b="1">
                <a:solidFill>
                  <a:srgbClr val="345D70"/>
                </a:solidFill>
                <a:latin typeface="Segoe UI"/>
                <a:ea typeface="Segoe UI"/>
                <a:cs typeface="Segoe UI"/>
              </a:defRPr>
            </a:lvl1pPr>
            <a:lvl2pPr>
              <a:buNone/>
              <a:defRPr sz="1800" b="1">
                <a:solidFill>
                  <a:srgbClr val="345D70"/>
                </a:solidFill>
                <a:latin typeface="Segoe UI"/>
                <a:ea typeface="Segoe UI"/>
                <a:cs typeface="Segoe UI"/>
              </a:defRPr>
            </a:lvl2pPr>
            <a:lvl3pPr>
              <a:buNone/>
              <a:defRPr sz="1800" b="1">
                <a:solidFill>
                  <a:srgbClr val="345D70"/>
                </a:solidFill>
                <a:latin typeface="Segoe UI"/>
                <a:ea typeface="Segoe UI"/>
                <a:cs typeface="Segoe UI"/>
              </a:defRPr>
            </a:lvl3pPr>
            <a:lvl4pPr>
              <a:buNone/>
              <a:defRPr sz="1800" b="1">
                <a:solidFill>
                  <a:srgbClr val="345D70"/>
                </a:solidFill>
                <a:latin typeface="Segoe UI"/>
                <a:ea typeface="Segoe UI"/>
                <a:cs typeface="Segoe UI"/>
              </a:defRPr>
            </a:lvl4pPr>
            <a:lvl5pPr>
              <a:buNone/>
              <a:defRPr sz="1800" b="1">
                <a:solidFill>
                  <a:srgbClr val="345D70"/>
                </a:solidFill>
                <a:latin typeface="Segoe UI"/>
                <a:ea typeface="Segoe UI"/>
                <a:cs typeface="Segoe UI"/>
              </a:defRPr>
            </a:lvl5pPr>
            <a:lvl6pPr>
              <a:buNone/>
              <a:defRPr sz="1800" b="1">
                <a:solidFill>
                  <a:srgbClr val="345D70"/>
                </a:solidFill>
                <a:latin typeface="Segoe UI"/>
                <a:ea typeface="Segoe UI"/>
                <a:cs typeface="Segoe UI"/>
              </a:defRPr>
            </a:lvl6pPr>
            <a:lvl7pPr>
              <a:buNone/>
              <a:defRPr sz="1800" b="1">
                <a:solidFill>
                  <a:srgbClr val="345D70"/>
                </a:solidFill>
                <a:latin typeface="Segoe UI"/>
                <a:ea typeface="Segoe UI"/>
                <a:cs typeface="Segoe UI"/>
              </a:defRPr>
            </a:lvl7pPr>
            <a:lvl8pPr>
              <a:buNone/>
              <a:defRPr sz="1800" b="1">
                <a:solidFill>
                  <a:srgbClr val="345D70"/>
                </a:solidFill>
                <a:latin typeface="Segoe UI"/>
                <a:ea typeface="Segoe UI"/>
                <a:cs typeface="Segoe UI"/>
              </a:defRPr>
            </a:lvl8pPr>
            <a:lvl9pPr>
              <a:buNone/>
              <a:defRPr sz="1800" b="1">
                <a:solidFill>
                  <a:srgbClr val="345D70"/>
                </a:solidFill>
                <a:latin typeface="Segoe UI"/>
                <a:ea typeface="Segoe UI"/>
                <a:cs typeface="Segoe UI"/>
              </a:defRPr>
            </a:lvl9pPr>
          </a:lstStyle>
          <a:p xmlns:a="http://schemas.openxmlformats.org/drawingml/2006/main">
            <a:pPr>
              <a:buNone/>
              <a:defRPr sz="1800" b="1">
                <a:solidFill>
                  <a:srgbClr val="345D70"/>
                </a:solidFill>
                <a:latin typeface="Segoe UI"/>
                <a:ea typeface="Segoe UI"/>
                <a:cs typeface="Segoe UI"/>
              </a:defRPr>
            </a:pPr>
            <a:r>
              <a:rPr sz="1875" b="1">
                <a:solidFill>
                  <a:srgbClr val="345D70"/>
                </a:solidFill>
                <a:latin typeface="Segoe UI"/>
                <a:ea typeface="Segoe UI"/>
                <a:cs typeface="Segoe UI"/>
              </a:rPr>
              <a:t>STRETCH</a:t>
            </a:r>
          </a:p>
        </p:txBody>
      </p:sp>
      <p:sp>
        <p:nvSpPr>
          <p:cNvPr id="12" name="route-rule-STRETCH">
            <a:extLst xmlns:a="http://schemas.openxmlformats.org/drawingml/2006/main">
              <a:ext uri="{FF2B5EF4-FFF2-40B4-BE49-F238E27FC236}">
                <a16:creationId xmlns:a16="http://schemas.microsoft.com/office/drawing/2014/main" id="{4D3FA550-9FC3-48AC-8BB8-28549D507368}"/>
              </a:ext>
            </a:extLst>
          </p:cNvPr>
          <p:cNvSpPr>
            <a:spLocks xmlns:a="http://schemas.openxmlformats.org/drawingml/2006/main" noGrp="1"/>
          </p:cNvSpPr>
          <p:nvPr/>
        </p:nvSpPr>
        <p:spPr>
          <a:xfrm xmlns:a="http://schemas.openxmlformats.org/drawingml/2006/main">
            <a:off x="8096250" y="3971925"/>
            <a:ext cx="3476625" cy="19050"/>
          </a:xfrm>
          <a:prstGeom xmlns:a="http://schemas.openxmlformats.org/drawingml/2006/main" prst="rect">
            <a:avLst/>
          </a:prstGeom>
          <a:solidFill xmlns:a="http://schemas.openxmlformats.org/drawingml/2006/main">
            <a:srgbClr val="CDD8DD"/>
          </a:solidFill>
          <a:ln xmlns:a="http://schemas.openxmlformats.org/drawingml/2006/main" w="0">
            <a:noFill/>
            <a:prstDash val="solid"/>
          </a:ln>
        </p:spPr>
      </p:sp>
      <p:sp>
        <p:nvSpPr>
          <p:cNvPr id="13" name="route-body-STRETCH">
            <a:extLst xmlns:a="http://schemas.openxmlformats.org/drawingml/2006/main">
              <a:ext uri="{FF2B5EF4-FFF2-40B4-BE49-F238E27FC236}">
                <a16:creationId xmlns:a16="http://schemas.microsoft.com/office/drawing/2014/main" id="{6E6D4F42-BD7D-4D78-9E43-6EF8B65CA928}"/>
              </a:ext>
            </a:extLst>
          </p:cNvPr>
          <p:cNvSpPr>
            <a:spLocks xmlns:a="http://schemas.openxmlformats.org/drawingml/2006/main" noGrp="1"/>
          </p:cNvSpPr>
          <p:nvPr/>
        </p:nvSpPr>
        <p:spPr>
          <a:xfrm xmlns:a="http://schemas.openxmlformats.org/drawingml/2006/main">
            <a:off x="8096250" y="4200525"/>
            <a:ext cx="3476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buNone/>
              <a:defRPr sz="1800" b="0">
                <a:solidFill>
                  <a:srgbClr val="192E3B"/>
                </a:solidFill>
                <a:latin typeface="Segoe UI"/>
                <a:ea typeface="Segoe UI"/>
                <a:cs typeface="Segoe UI"/>
              </a:defRPr>
            </a:lvl1pPr>
            <a:lvl2pPr>
              <a:buNone/>
              <a:defRPr sz="1800" b="0">
                <a:solidFill>
                  <a:srgbClr val="192E3B"/>
                </a:solidFill>
                <a:latin typeface="Segoe UI"/>
                <a:ea typeface="Segoe UI"/>
                <a:cs typeface="Segoe UI"/>
              </a:defRPr>
            </a:lvl2pPr>
            <a:lvl3pPr>
              <a:buNone/>
              <a:defRPr sz="1800" b="0">
                <a:solidFill>
                  <a:srgbClr val="192E3B"/>
                </a:solidFill>
                <a:latin typeface="Segoe UI"/>
                <a:ea typeface="Segoe UI"/>
                <a:cs typeface="Segoe UI"/>
              </a:defRPr>
            </a:lvl3pPr>
            <a:lvl4pPr>
              <a:buNone/>
              <a:defRPr sz="1800" b="0">
                <a:solidFill>
                  <a:srgbClr val="192E3B"/>
                </a:solidFill>
                <a:latin typeface="Segoe UI"/>
                <a:ea typeface="Segoe UI"/>
                <a:cs typeface="Segoe UI"/>
              </a:defRPr>
            </a:lvl4pPr>
            <a:lvl5pPr>
              <a:buNone/>
              <a:defRPr sz="1800" b="0">
                <a:solidFill>
                  <a:srgbClr val="192E3B"/>
                </a:solidFill>
                <a:latin typeface="Segoe UI"/>
                <a:ea typeface="Segoe UI"/>
                <a:cs typeface="Segoe UI"/>
              </a:defRPr>
            </a:lvl5pPr>
            <a:lvl6pPr>
              <a:buNone/>
              <a:defRPr sz="1800" b="0">
                <a:solidFill>
                  <a:srgbClr val="192E3B"/>
                </a:solidFill>
                <a:latin typeface="Segoe UI"/>
                <a:ea typeface="Segoe UI"/>
                <a:cs typeface="Segoe UI"/>
              </a:defRPr>
            </a:lvl6pPr>
            <a:lvl7pPr>
              <a:buNone/>
              <a:defRPr sz="1800" b="0">
                <a:solidFill>
                  <a:srgbClr val="192E3B"/>
                </a:solidFill>
                <a:latin typeface="Segoe UI"/>
                <a:ea typeface="Segoe UI"/>
                <a:cs typeface="Segoe UI"/>
              </a:defRPr>
            </a:lvl7pPr>
            <a:lvl8pPr>
              <a:buNone/>
              <a:defRPr sz="1800" b="0">
                <a:solidFill>
                  <a:srgbClr val="192E3B"/>
                </a:solidFill>
                <a:latin typeface="Segoe UI"/>
                <a:ea typeface="Segoe UI"/>
                <a:cs typeface="Segoe UI"/>
              </a:defRPr>
            </a:lvl8pPr>
            <a:lvl9pPr>
              <a:buNone/>
              <a:defRPr sz="1800" b="0">
                <a:solidFill>
                  <a:srgbClr val="192E3B"/>
                </a:solidFill>
                <a:latin typeface="Segoe UI"/>
                <a:ea typeface="Segoe UI"/>
                <a:cs typeface="Segoe UI"/>
              </a:defRPr>
            </a:lvl9pPr>
          </a:lstStyle>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Link a fact to our project goal.</a:t>
            </a:r>
          </a:p>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This helps us because __.</a:t>
            </a:r>
          </a:p>
        </p:txBody>
      </p:sp>
      <p:sp>
        <p:nvSpPr>
          <p:cNvPr id="14" name="credit">
            <a:extLst xmlns:a="http://schemas.openxmlformats.org/drawingml/2006/main">
              <a:ext uri="{FF2B5EF4-FFF2-40B4-BE49-F238E27FC236}">
                <a16:creationId xmlns:a16="http://schemas.microsoft.com/office/drawing/2014/main" id="{67CA118B-5DF1-4A88-9BCC-2818CBAF1E0A}"/>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buNone/>
              <a:defRPr sz="788" b="0">
                <a:solidFill>
                  <a:srgbClr val="566574"/>
                </a:solidFill>
                <a:latin typeface="Segoe UI"/>
                <a:ea typeface="Segoe UI"/>
                <a:cs typeface="Segoe UI"/>
              </a:defRPr>
            </a:lvl1pPr>
            <a:lvl2pPr>
              <a:buNone/>
              <a:defRPr sz="788" b="0">
                <a:solidFill>
                  <a:srgbClr val="566574"/>
                </a:solidFill>
                <a:latin typeface="Segoe UI"/>
                <a:ea typeface="Segoe UI"/>
                <a:cs typeface="Segoe UI"/>
              </a:defRPr>
            </a:lvl2pPr>
            <a:lvl3pPr>
              <a:buNone/>
              <a:defRPr sz="788" b="0">
                <a:solidFill>
                  <a:srgbClr val="566574"/>
                </a:solidFill>
                <a:latin typeface="Segoe UI"/>
                <a:ea typeface="Segoe UI"/>
                <a:cs typeface="Segoe UI"/>
              </a:defRPr>
            </a:lvl3pPr>
            <a:lvl4pPr>
              <a:buNone/>
              <a:defRPr sz="788" b="0">
                <a:solidFill>
                  <a:srgbClr val="566574"/>
                </a:solidFill>
                <a:latin typeface="Segoe UI"/>
                <a:ea typeface="Segoe UI"/>
                <a:cs typeface="Segoe UI"/>
              </a:defRPr>
            </a:lvl4pPr>
            <a:lvl5pPr>
              <a:buNone/>
              <a:defRPr sz="788" b="0">
                <a:solidFill>
                  <a:srgbClr val="566574"/>
                </a:solidFill>
                <a:latin typeface="Segoe UI"/>
                <a:ea typeface="Segoe UI"/>
                <a:cs typeface="Segoe UI"/>
              </a:defRPr>
            </a:lvl5pPr>
            <a:lvl6pPr>
              <a:buNone/>
              <a:defRPr sz="788" b="0">
                <a:solidFill>
                  <a:srgbClr val="566574"/>
                </a:solidFill>
                <a:latin typeface="Segoe UI"/>
                <a:ea typeface="Segoe UI"/>
                <a:cs typeface="Segoe UI"/>
              </a:defRPr>
            </a:lvl6pPr>
            <a:lvl7pPr>
              <a:buNone/>
              <a:defRPr sz="788" b="0">
                <a:solidFill>
                  <a:srgbClr val="566574"/>
                </a:solidFill>
                <a:latin typeface="Segoe UI"/>
                <a:ea typeface="Segoe UI"/>
                <a:cs typeface="Segoe UI"/>
              </a:defRPr>
            </a:lvl7pPr>
            <a:lvl8pPr>
              <a:buNone/>
              <a:defRPr sz="788" b="0">
                <a:solidFill>
                  <a:srgbClr val="566574"/>
                </a:solidFill>
                <a:latin typeface="Segoe UI"/>
                <a:ea typeface="Segoe UI"/>
                <a:cs typeface="Segoe UI"/>
              </a:defRPr>
            </a:lvl8pPr>
            <a:lvl9pPr>
              <a:buNone/>
              <a:defRPr sz="788" b="0">
                <a:solidFill>
                  <a:srgbClr val="566574"/>
                </a:solidFill>
                <a:latin typeface="Segoe UI"/>
                <a:ea typeface="Segoe UI"/>
                <a:cs typeface="Segoe UI"/>
              </a:defRPr>
            </a:lvl9pPr>
          </a:lstStyle>
          <a:p xmlns:a="http://schemas.openxmlformats.org/drawingml/2006/main">
            <a:pPr>
              <a:buNone/>
              <a:defRPr sz="788" b="0">
                <a:solidFill>
                  <a:srgbClr val="566574"/>
                </a:solidFill>
                <a:latin typeface="Segoe UI"/>
                <a:ea typeface="Segoe UI"/>
                <a:cs typeface="Segoe UI"/>
              </a:defRPr>
            </a:pPr>
            <a:r>
              <a:rPr sz="788" b="0">
                <a:solidFill>
                  <a:srgbClr val="566574"/>
                </a:solidFill>
                <a:latin typeface="Segoe UI"/>
                <a:ea typeface="Segoe UI"/>
                <a:cs typeface="Segoe UI"/>
              </a:rPr>
              <a:t>Made by Matt · © Matt Roper · CC BY-NC-SA 4.0: free for classroom use, share and adapt with credit, no resale</a:t>
            </a:r>
          </a:p>
        </p:txBody>
      </p:sp>
      <p:sp>
        <p:nvSpPr>
          <p:cNvPr id="15" name="page-number">
            <a:extLst xmlns:a="http://schemas.openxmlformats.org/drawingml/2006/main">
              <a:ext uri="{FF2B5EF4-FFF2-40B4-BE49-F238E27FC236}">
                <a16:creationId xmlns:a16="http://schemas.microsoft.com/office/drawing/2014/main" id="{9266CC23-0076-49C9-A2F4-4A56FE0C2C21}"/>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050" b="0">
                <a:solidFill>
                  <a:srgbClr val="566574"/>
                </a:solidFill>
                <a:latin typeface="Segoe UI"/>
                <a:ea typeface="Segoe UI"/>
                <a:cs typeface="Segoe UI"/>
              </a:rPr>
              <a:t>07</a:t>
            </a:r>
          </a:p>
        </p:txBody>
      </p:sp>
    </p:spTree>
    <p:extLst>
      <p:ext uri="{BB962C8B-B14F-4D97-AF65-F5344CB8AC3E}">
        <p14:creationId xmlns:p14="http://schemas.microsoft.com/office/powerpoint/2010/main" val="59130217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lesson-code">
            <a:extLst xmlns:a="http://schemas.openxmlformats.org/drawingml/2006/main">
              <a:ext uri="{FF2B5EF4-FFF2-40B4-BE49-F238E27FC236}">
                <a16:creationId xmlns:a16="http://schemas.microsoft.com/office/drawing/2014/main" id="{D3C9BEB9-6274-496E-AB09-772D5BEBAC05}"/>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200" b="0">
                <a:solidFill>
                  <a:srgbClr val="566574"/>
                </a:solidFill>
                <a:latin typeface="Segoe UI"/>
                <a:ea typeface="Segoe UI"/>
                <a:cs typeface="Segoe UI"/>
              </a:defRPr>
            </a:lvl1pPr>
            <a:lvl2pPr>
              <a:buNone/>
              <a:defRPr sz="1200" b="0">
                <a:solidFill>
                  <a:srgbClr val="566574"/>
                </a:solidFill>
                <a:latin typeface="Segoe UI"/>
                <a:ea typeface="Segoe UI"/>
                <a:cs typeface="Segoe UI"/>
              </a:defRPr>
            </a:lvl2pPr>
            <a:lvl3pPr>
              <a:buNone/>
              <a:defRPr sz="1200" b="0">
                <a:solidFill>
                  <a:srgbClr val="566574"/>
                </a:solidFill>
                <a:latin typeface="Segoe UI"/>
                <a:ea typeface="Segoe UI"/>
                <a:cs typeface="Segoe UI"/>
              </a:defRPr>
            </a:lvl3pPr>
            <a:lvl4pPr>
              <a:buNone/>
              <a:defRPr sz="1200" b="0">
                <a:solidFill>
                  <a:srgbClr val="566574"/>
                </a:solidFill>
                <a:latin typeface="Segoe UI"/>
                <a:ea typeface="Segoe UI"/>
                <a:cs typeface="Segoe UI"/>
              </a:defRPr>
            </a:lvl4pPr>
            <a:lvl5pPr>
              <a:buNone/>
              <a:defRPr sz="1200" b="0">
                <a:solidFill>
                  <a:srgbClr val="566574"/>
                </a:solidFill>
                <a:latin typeface="Segoe UI"/>
                <a:ea typeface="Segoe UI"/>
                <a:cs typeface="Segoe UI"/>
              </a:defRPr>
            </a:lvl5pPr>
            <a:lvl6pPr>
              <a:buNone/>
              <a:defRPr sz="1200" b="0">
                <a:solidFill>
                  <a:srgbClr val="566574"/>
                </a:solidFill>
                <a:latin typeface="Segoe UI"/>
                <a:ea typeface="Segoe UI"/>
                <a:cs typeface="Segoe UI"/>
              </a:defRPr>
            </a:lvl6pPr>
            <a:lvl7pPr>
              <a:buNone/>
              <a:defRPr sz="1200" b="0">
                <a:solidFill>
                  <a:srgbClr val="566574"/>
                </a:solidFill>
                <a:latin typeface="Segoe UI"/>
                <a:ea typeface="Segoe UI"/>
                <a:cs typeface="Segoe UI"/>
              </a:defRPr>
            </a:lvl7pPr>
            <a:lvl8pPr>
              <a:buNone/>
              <a:defRPr sz="1200" b="0">
                <a:solidFill>
                  <a:srgbClr val="566574"/>
                </a:solidFill>
                <a:latin typeface="Segoe UI"/>
                <a:ea typeface="Segoe UI"/>
                <a:cs typeface="Segoe UI"/>
              </a:defRPr>
            </a:lvl8pPr>
            <a:lvl9pPr>
              <a:buNone/>
              <a:defRPr sz="1200" b="0">
                <a:solidFill>
                  <a:srgbClr val="566574"/>
                </a:solidFill>
                <a:latin typeface="Segoe UI"/>
                <a:ea typeface="Segoe UI"/>
                <a:cs typeface="Segoe UI"/>
              </a:defRPr>
            </a:lvl9pPr>
          </a:lstStyle>
          <a:p xmlns:a="http://schemas.openxmlformats.org/drawingml/2006/main">
            <a:pPr>
              <a:buNone/>
              <a:defRPr sz="1200" b="0">
                <a:solidFill>
                  <a:srgbClr val="566574"/>
                </a:solidFill>
                <a:latin typeface="Segoe UI"/>
                <a:ea typeface="Segoe UI"/>
                <a:cs typeface="Segoe UI"/>
              </a:defRPr>
            </a:pPr>
            <a:r>
              <a:rPr sz="1200" b="0">
                <a:solidFill>
                  <a:srgbClr val="566574"/>
                </a:solidFill>
                <a:latin typeface="Segoe UI"/>
                <a:ea typeface="Segoe UI"/>
                <a:cs typeface="Segoe UI"/>
              </a:rPr>
              <a:t>COMM-GROW-A2-W06  ·  Lesson 11</a:t>
            </a:r>
          </a:p>
        </p:txBody>
      </p:sp>
      <p:sp>
        <p:nvSpPr>
          <p:cNvPr id="2" name="label">
            <a:extLst xmlns:a="http://schemas.openxmlformats.org/drawingml/2006/main">
              <a:ext uri="{FF2B5EF4-FFF2-40B4-BE49-F238E27FC236}">
                <a16:creationId xmlns:a16="http://schemas.microsoft.com/office/drawing/2014/main" id="{B073752A-75EE-4DA8-A078-C032A7A8ECFB}"/>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200" b="0">
                <a:solidFill>
                  <a:srgbClr val="566574"/>
                </a:solidFill>
                <a:latin typeface="Segoe UI"/>
                <a:ea typeface="Segoe UI"/>
                <a:cs typeface="Segoe UI"/>
              </a:rPr>
              <a:t>Public edition · Year A</a:t>
            </a:r>
          </a:p>
        </p:txBody>
      </p:sp>
      <p:sp>
        <p:nvSpPr>
          <p:cNvPr id="3" name="stage-title">
            <a:extLst xmlns:a="http://schemas.openxmlformats.org/drawingml/2006/main">
              <a:ext uri="{FF2B5EF4-FFF2-40B4-BE49-F238E27FC236}">
                <a16:creationId xmlns:a16="http://schemas.microsoft.com/office/drawing/2014/main" id="{708BECBF-9058-4C5A-A6F6-1CF300A3D29F}"/>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buNone/>
              <a:defRPr sz="3300" b="1">
                <a:solidFill>
                  <a:srgbClr val="345D70"/>
                </a:solidFill>
                <a:latin typeface="Segoe UI"/>
                <a:ea typeface="Segoe UI"/>
                <a:cs typeface="Segoe UI"/>
              </a:defRPr>
            </a:lvl1pPr>
            <a:lvl2pPr>
              <a:buNone/>
              <a:defRPr sz="3300" b="1">
                <a:solidFill>
                  <a:srgbClr val="345D70"/>
                </a:solidFill>
                <a:latin typeface="Segoe UI"/>
                <a:ea typeface="Segoe UI"/>
                <a:cs typeface="Segoe UI"/>
              </a:defRPr>
            </a:lvl2pPr>
            <a:lvl3pPr>
              <a:buNone/>
              <a:defRPr sz="3300" b="1">
                <a:solidFill>
                  <a:srgbClr val="345D70"/>
                </a:solidFill>
                <a:latin typeface="Segoe UI"/>
                <a:ea typeface="Segoe UI"/>
                <a:cs typeface="Segoe UI"/>
              </a:defRPr>
            </a:lvl3pPr>
            <a:lvl4pPr>
              <a:buNone/>
              <a:defRPr sz="3300" b="1">
                <a:solidFill>
                  <a:srgbClr val="345D70"/>
                </a:solidFill>
                <a:latin typeface="Segoe UI"/>
                <a:ea typeface="Segoe UI"/>
                <a:cs typeface="Segoe UI"/>
              </a:defRPr>
            </a:lvl4pPr>
            <a:lvl5pPr>
              <a:buNone/>
              <a:defRPr sz="3300" b="1">
                <a:solidFill>
                  <a:srgbClr val="345D70"/>
                </a:solidFill>
                <a:latin typeface="Segoe UI"/>
                <a:ea typeface="Segoe UI"/>
                <a:cs typeface="Segoe UI"/>
              </a:defRPr>
            </a:lvl5pPr>
            <a:lvl6pPr>
              <a:buNone/>
              <a:defRPr sz="3300" b="1">
                <a:solidFill>
                  <a:srgbClr val="345D70"/>
                </a:solidFill>
                <a:latin typeface="Segoe UI"/>
                <a:ea typeface="Segoe UI"/>
                <a:cs typeface="Segoe UI"/>
              </a:defRPr>
            </a:lvl6pPr>
            <a:lvl7pPr>
              <a:buNone/>
              <a:defRPr sz="3300" b="1">
                <a:solidFill>
                  <a:srgbClr val="345D70"/>
                </a:solidFill>
                <a:latin typeface="Segoe UI"/>
                <a:ea typeface="Segoe UI"/>
                <a:cs typeface="Segoe UI"/>
              </a:defRPr>
            </a:lvl7pPr>
            <a:lvl8pPr>
              <a:buNone/>
              <a:defRPr sz="3300" b="1">
                <a:solidFill>
                  <a:srgbClr val="345D70"/>
                </a:solidFill>
                <a:latin typeface="Segoe UI"/>
                <a:ea typeface="Segoe UI"/>
                <a:cs typeface="Segoe UI"/>
              </a:defRPr>
            </a:lvl8pPr>
            <a:lvl9pPr>
              <a:buNone/>
              <a:defRPr sz="3300" b="1">
                <a:solidFill>
                  <a:srgbClr val="345D70"/>
                </a:solidFill>
                <a:latin typeface="Segoe UI"/>
                <a:ea typeface="Segoe UI"/>
                <a:cs typeface="Segoe UI"/>
              </a:defRPr>
            </a:lvl9pPr>
          </a:lstStyle>
          <a:p xmlns:a="http://schemas.openxmlformats.org/drawingml/2006/main">
            <a:pPr>
              <a:buNone/>
              <a:defRPr sz="3300" b="1">
                <a:solidFill>
                  <a:srgbClr val="345D70"/>
                </a:solidFill>
                <a:latin typeface="Segoe UI"/>
                <a:ea typeface="Segoe UI"/>
                <a:cs typeface="Segoe UI"/>
              </a:defRPr>
            </a:pPr>
            <a:r>
              <a:rPr sz="3300" b="1">
                <a:solidFill>
                  <a:srgbClr val="345D70"/>
                </a:solidFill>
                <a:latin typeface="Segoe UI"/>
                <a:ea typeface="Segoe UI"/>
                <a:cs typeface="Segoe UI"/>
              </a:rPr>
              <a:t>YOU DO after the trip</a:t>
            </a:r>
          </a:p>
        </p:txBody>
      </p:sp>
      <p:sp>
        <p:nvSpPr>
          <p:cNvPr id="4" name="task-main">
            <a:extLst xmlns:a="http://schemas.openxmlformats.org/drawingml/2006/main">
              <a:ext uri="{FF2B5EF4-FFF2-40B4-BE49-F238E27FC236}">
                <a16:creationId xmlns:a16="http://schemas.microsoft.com/office/drawing/2014/main" id="{1AC0DB76-DF8C-4DFF-90A8-CA8A8DB1BD93}"/>
              </a:ext>
            </a:extLst>
          </p:cNvPr>
          <p:cNvSpPr>
            <a:spLocks xmlns:a="http://schemas.openxmlformats.org/drawingml/2006/main" noGrp="1"/>
          </p:cNvSpPr>
          <p:nvPr/>
        </p:nvSpPr>
        <p:spPr>
          <a:xfrm xmlns:a="http://schemas.openxmlformats.org/drawingml/2006/main">
            <a:off x="533400" y="1476375"/>
            <a:ext cx="11049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buNone/>
              <a:defRPr sz="2250" b="0">
                <a:solidFill>
                  <a:srgbClr val="192E3B"/>
                </a:solidFill>
                <a:latin typeface="Segoe UI"/>
                <a:ea typeface="Segoe UI"/>
                <a:cs typeface="Segoe UI"/>
              </a:defRPr>
            </a:lvl1pPr>
            <a:lvl2pPr>
              <a:buNone/>
              <a:defRPr sz="2250" b="0">
                <a:solidFill>
                  <a:srgbClr val="192E3B"/>
                </a:solidFill>
                <a:latin typeface="Segoe UI"/>
                <a:ea typeface="Segoe UI"/>
                <a:cs typeface="Segoe UI"/>
              </a:defRPr>
            </a:lvl2pPr>
            <a:lvl3pPr>
              <a:buNone/>
              <a:defRPr sz="2250" b="0">
                <a:solidFill>
                  <a:srgbClr val="192E3B"/>
                </a:solidFill>
                <a:latin typeface="Segoe UI"/>
                <a:ea typeface="Segoe UI"/>
                <a:cs typeface="Segoe UI"/>
              </a:defRPr>
            </a:lvl3pPr>
            <a:lvl4pPr>
              <a:buNone/>
              <a:defRPr sz="2250" b="0">
                <a:solidFill>
                  <a:srgbClr val="192E3B"/>
                </a:solidFill>
                <a:latin typeface="Segoe UI"/>
                <a:ea typeface="Segoe UI"/>
                <a:cs typeface="Segoe UI"/>
              </a:defRPr>
            </a:lvl4pPr>
            <a:lvl5pPr>
              <a:buNone/>
              <a:defRPr sz="2250" b="0">
                <a:solidFill>
                  <a:srgbClr val="192E3B"/>
                </a:solidFill>
                <a:latin typeface="Segoe UI"/>
                <a:ea typeface="Segoe UI"/>
                <a:cs typeface="Segoe UI"/>
              </a:defRPr>
            </a:lvl5pPr>
            <a:lvl6pPr>
              <a:buNone/>
              <a:defRPr sz="2250" b="0">
                <a:solidFill>
                  <a:srgbClr val="192E3B"/>
                </a:solidFill>
                <a:latin typeface="Segoe UI"/>
                <a:ea typeface="Segoe UI"/>
                <a:cs typeface="Segoe UI"/>
              </a:defRPr>
            </a:lvl6pPr>
            <a:lvl7pPr>
              <a:buNone/>
              <a:defRPr sz="2250" b="0">
                <a:solidFill>
                  <a:srgbClr val="192E3B"/>
                </a:solidFill>
                <a:latin typeface="Segoe UI"/>
                <a:ea typeface="Segoe UI"/>
                <a:cs typeface="Segoe UI"/>
              </a:defRPr>
            </a:lvl7pPr>
            <a:lvl8pPr>
              <a:buNone/>
              <a:defRPr sz="2250" b="0">
                <a:solidFill>
                  <a:srgbClr val="192E3B"/>
                </a:solidFill>
                <a:latin typeface="Segoe UI"/>
                <a:ea typeface="Segoe UI"/>
                <a:cs typeface="Segoe UI"/>
              </a:defRPr>
            </a:lvl8pPr>
            <a:lvl9pPr>
              <a:buNone/>
              <a:defRPr sz="2250" b="0">
                <a:solidFill>
                  <a:srgbClr val="192E3B"/>
                </a:solidFill>
                <a:latin typeface="Segoe UI"/>
                <a:ea typeface="Segoe UI"/>
                <a:cs typeface="Segoe UI"/>
              </a:defRPr>
            </a:lvl9pPr>
          </a:lstStyle>
          <a:p xmlns:a="http://schemas.openxmlformats.org/drawingml/2006/main">
            <a:pPr>
              <a:buNone/>
              <a:defRPr sz="2250" b="0">
                <a:solidFill>
                  <a:srgbClr val="192E3B"/>
                </a:solidFill>
                <a:latin typeface="Segoe UI"/>
                <a:ea typeface="Segoe UI"/>
                <a:cs typeface="Segoe UI"/>
              </a:defRPr>
            </a:pPr>
            <a:r>
              <a:rPr sz="2250" b="0">
                <a:solidFill>
                  <a:srgbClr val="192E3B"/>
                </a:solidFill>
                <a:latin typeface="Segoe UI"/>
                <a:ea typeface="Segoe UI"/>
                <a:cs typeface="Segoe UI"/>
              </a:rPr>
              <a:t>Use L11-E1 for your own work.</a:t>
            </a:r>
          </a:p>
          <a:p xmlns:a="http://schemas.openxmlformats.org/drawingml/2006/main">
            <a:pPr>
              <a:buNone/>
              <a:defRPr sz="2250" b="0">
                <a:solidFill>
                  <a:srgbClr val="192E3B"/>
                </a:solidFill>
                <a:latin typeface="Segoe UI"/>
                <a:ea typeface="Segoe UI"/>
                <a:cs typeface="Segoe UI"/>
              </a:defRPr>
            </a:pPr>
            <a:r>
              <a:rPr sz="2250" b="0">
                <a:solidFill>
                  <a:srgbClr val="192E3B"/>
                </a:solidFill>
                <a:latin typeface="Segoe UI"/>
                <a:ea typeface="Segoe UI"/>
                <a:cs typeface="Segoe UI"/>
              </a:rPr>
              <a:t>Show your checked sum and trip fact.</a:t>
            </a:r>
          </a:p>
          <a:p xmlns:a="http://schemas.openxmlformats.org/drawingml/2006/main">
            <a:pPr>
              <a:buNone/>
              <a:defRPr sz="2250" b="0">
                <a:solidFill>
                  <a:srgbClr val="192E3B"/>
                </a:solidFill>
                <a:latin typeface="Segoe UI"/>
                <a:ea typeface="Segoe UI"/>
                <a:cs typeface="Segoe UI"/>
              </a:defRPr>
            </a:pPr>
            <a:r>
              <a:rPr sz="2250" b="0">
                <a:solidFill>
                  <a:srgbClr val="192E3B"/>
                </a:solidFill>
                <a:latin typeface="Segoe UI"/>
                <a:ea typeface="Segoe UI"/>
                <a:cs typeface="Segoe UI"/>
              </a:rPr>
              <a:t>Draft two true thank-you lines.</a:t>
            </a:r>
          </a:p>
          <a:p xmlns:a="http://schemas.openxmlformats.org/drawingml/2006/main">
            <a:pPr>
              <a:buNone/>
              <a:defRPr sz="2250" b="0">
                <a:solidFill>
                  <a:srgbClr val="192E3B"/>
                </a:solidFill>
                <a:latin typeface="Segoe UI"/>
                <a:ea typeface="Segoe UI"/>
                <a:cs typeface="Segoe UI"/>
              </a:defRPr>
            </a:pPr>
            <a:r>
              <a:rPr sz="2250" b="0">
                <a:solidFill>
                  <a:srgbClr val="192E3B"/>
                </a:solidFill>
                <a:latin typeface="Segoe UI"/>
                <a:ea typeface="Segoe UI"/>
                <a:cs typeface="Segoe UI"/>
              </a:rPr>
              <a:t>I checked __. I learned __.</a:t>
            </a:r>
          </a:p>
        </p:txBody>
      </p:sp>
      <p:sp>
        <p:nvSpPr>
          <p:cNvPr id="5" name="route-SUPPORTED">
            <a:extLst xmlns:a="http://schemas.openxmlformats.org/drawingml/2006/main">
              <a:ext uri="{FF2B5EF4-FFF2-40B4-BE49-F238E27FC236}">
                <a16:creationId xmlns:a16="http://schemas.microsoft.com/office/drawing/2014/main" id="{C37EABA0-7819-439B-9029-15819CB2E21C}"/>
              </a:ext>
            </a:extLst>
          </p:cNvPr>
          <p:cNvSpPr>
            <a:spLocks xmlns:a="http://schemas.openxmlformats.org/drawingml/2006/main" noGrp="1"/>
          </p:cNvSpPr>
          <p:nvPr/>
        </p:nvSpPr>
        <p:spPr>
          <a:xfrm xmlns:a="http://schemas.openxmlformats.org/drawingml/2006/main">
            <a:off x="533400" y="3524250"/>
            <a:ext cx="3476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buNone/>
              <a:defRPr sz="1800" b="1">
                <a:solidFill>
                  <a:srgbClr val="345D70"/>
                </a:solidFill>
                <a:latin typeface="Segoe UI"/>
                <a:ea typeface="Segoe UI"/>
                <a:cs typeface="Segoe UI"/>
              </a:defRPr>
            </a:lvl1pPr>
            <a:lvl2pPr>
              <a:buNone/>
              <a:defRPr sz="1800" b="1">
                <a:solidFill>
                  <a:srgbClr val="345D70"/>
                </a:solidFill>
                <a:latin typeface="Segoe UI"/>
                <a:ea typeface="Segoe UI"/>
                <a:cs typeface="Segoe UI"/>
              </a:defRPr>
            </a:lvl2pPr>
            <a:lvl3pPr>
              <a:buNone/>
              <a:defRPr sz="1800" b="1">
                <a:solidFill>
                  <a:srgbClr val="345D70"/>
                </a:solidFill>
                <a:latin typeface="Segoe UI"/>
                <a:ea typeface="Segoe UI"/>
                <a:cs typeface="Segoe UI"/>
              </a:defRPr>
            </a:lvl3pPr>
            <a:lvl4pPr>
              <a:buNone/>
              <a:defRPr sz="1800" b="1">
                <a:solidFill>
                  <a:srgbClr val="345D70"/>
                </a:solidFill>
                <a:latin typeface="Segoe UI"/>
                <a:ea typeface="Segoe UI"/>
                <a:cs typeface="Segoe UI"/>
              </a:defRPr>
            </a:lvl4pPr>
            <a:lvl5pPr>
              <a:buNone/>
              <a:defRPr sz="1800" b="1">
                <a:solidFill>
                  <a:srgbClr val="345D70"/>
                </a:solidFill>
                <a:latin typeface="Segoe UI"/>
                <a:ea typeface="Segoe UI"/>
                <a:cs typeface="Segoe UI"/>
              </a:defRPr>
            </a:lvl5pPr>
            <a:lvl6pPr>
              <a:buNone/>
              <a:defRPr sz="1800" b="1">
                <a:solidFill>
                  <a:srgbClr val="345D70"/>
                </a:solidFill>
                <a:latin typeface="Segoe UI"/>
                <a:ea typeface="Segoe UI"/>
                <a:cs typeface="Segoe UI"/>
              </a:defRPr>
            </a:lvl6pPr>
            <a:lvl7pPr>
              <a:buNone/>
              <a:defRPr sz="1800" b="1">
                <a:solidFill>
                  <a:srgbClr val="345D70"/>
                </a:solidFill>
                <a:latin typeface="Segoe UI"/>
                <a:ea typeface="Segoe UI"/>
                <a:cs typeface="Segoe UI"/>
              </a:defRPr>
            </a:lvl7pPr>
            <a:lvl8pPr>
              <a:buNone/>
              <a:defRPr sz="1800" b="1">
                <a:solidFill>
                  <a:srgbClr val="345D70"/>
                </a:solidFill>
                <a:latin typeface="Segoe UI"/>
                <a:ea typeface="Segoe UI"/>
                <a:cs typeface="Segoe UI"/>
              </a:defRPr>
            </a:lvl8pPr>
            <a:lvl9pPr>
              <a:buNone/>
              <a:defRPr sz="1800" b="1">
                <a:solidFill>
                  <a:srgbClr val="345D70"/>
                </a:solidFill>
                <a:latin typeface="Segoe UI"/>
                <a:ea typeface="Segoe UI"/>
                <a:cs typeface="Segoe UI"/>
              </a:defRPr>
            </a:lvl9pPr>
          </a:lstStyle>
          <a:p xmlns:a="http://schemas.openxmlformats.org/drawingml/2006/main">
            <a:pPr>
              <a:buNone/>
              <a:defRPr sz="1800" b="1">
                <a:solidFill>
                  <a:srgbClr val="345D70"/>
                </a:solidFill>
                <a:latin typeface="Segoe UI"/>
                <a:ea typeface="Segoe UI"/>
                <a:cs typeface="Segoe UI"/>
              </a:defRPr>
            </a:pPr>
            <a:r>
              <a:rPr sz="1875" b="1">
                <a:solidFill>
                  <a:srgbClr val="345D70"/>
                </a:solidFill>
                <a:latin typeface="Segoe UI"/>
                <a:ea typeface="Segoe UI"/>
                <a:cs typeface="Segoe UI"/>
              </a:rPr>
              <a:t>SUPPORTED</a:t>
            </a:r>
          </a:p>
        </p:txBody>
      </p:sp>
      <p:sp>
        <p:nvSpPr>
          <p:cNvPr id="6" name="route-rule-SUPPORTED">
            <a:extLst xmlns:a="http://schemas.openxmlformats.org/drawingml/2006/main">
              <a:ext uri="{FF2B5EF4-FFF2-40B4-BE49-F238E27FC236}">
                <a16:creationId xmlns:a16="http://schemas.microsoft.com/office/drawing/2014/main" id="{221FA197-49D3-432F-BE9F-975A7E09E142}"/>
              </a:ext>
            </a:extLst>
          </p:cNvPr>
          <p:cNvSpPr>
            <a:spLocks xmlns:a="http://schemas.openxmlformats.org/drawingml/2006/main" noGrp="1"/>
          </p:cNvSpPr>
          <p:nvPr/>
        </p:nvSpPr>
        <p:spPr>
          <a:xfrm xmlns:a="http://schemas.openxmlformats.org/drawingml/2006/main">
            <a:off x="533400" y="3971925"/>
            <a:ext cx="3476625" cy="19050"/>
          </a:xfrm>
          <a:prstGeom xmlns:a="http://schemas.openxmlformats.org/drawingml/2006/main" prst="rect">
            <a:avLst/>
          </a:prstGeom>
          <a:solidFill xmlns:a="http://schemas.openxmlformats.org/drawingml/2006/main">
            <a:srgbClr val="CDD8DD"/>
          </a:solidFill>
          <a:ln xmlns:a="http://schemas.openxmlformats.org/drawingml/2006/main" w="0">
            <a:noFill/>
            <a:prstDash val="solid"/>
          </a:ln>
        </p:spPr>
      </p:sp>
      <p:sp>
        <p:nvSpPr>
          <p:cNvPr id="7" name="route-body-SUPPORTED">
            <a:extLst xmlns:a="http://schemas.openxmlformats.org/drawingml/2006/main">
              <a:ext uri="{FF2B5EF4-FFF2-40B4-BE49-F238E27FC236}">
                <a16:creationId xmlns:a16="http://schemas.microsoft.com/office/drawing/2014/main" id="{0E29C65E-BBA7-4019-A1BB-C3AEEAAF7C6D}"/>
              </a:ext>
            </a:extLst>
          </p:cNvPr>
          <p:cNvSpPr>
            <a:spLocks xmlns:a="http://schemas.openxmlformats.org/drawingml/2006/main" noGrp="1"/>
          </p:cNvSpPr>
          <p:nvPr/>
        </p:nvSpPr>
        <p:spPr>
          <a:xfrm xmlns:a="http://schemas.openxmlformats.org/drawingml/2006/main">
            <a:off x="533400" y="4200525"/>
            <a:ext cx="3476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buNone/>
              <a:defRPr sz="1800" b="0">
                <a:solidFill>
                  <a:srgbClr val="192E3B"/>
                </a:solidFill>
                <a:latin typeface="Segoe UI"/>
                <a:ea typeface="Segoe UI"/>
                <a:cs typeface="Segoe UI"/>
              </a:defRPr>
            </a:lvl1pPr>
            <a:lvl2pPr>
              <a:buNone/>
              <a:defRPr sz="1800" b="0">
                <a:solidFill>
                  <a:srgbClr val="192E3B"/>
                </a:solidFill>
                <a:latin typeface="Segoe UI"/>
                <a:ea typeface="Segoe UI"/>
                <a:cs typeface="Segoe UI"/>
              </a:defRPr>
            </a:lvl2pPr>
            <a:lvl3pPr>
              <a:buNone/>
              <a:defRPr sz="1800" b="0">
                <a:solidFill>
                  <a:srgbClr val="192E3B"/>
                </a:solidFill>
                <a:latin typeface="Segoe UI"/>
                <a:ea typeface="Segoe UI"/>
                <a:cs typeface="Segoe UI"/>
              </a:defRPr>
            </a:lvl3pPr>
            <a:lvl4pPr>
              <a:buNone/>
              <a:defRPr sz="1800" b="0">
                <a:solidFill>
                  <a:srgbClr val="192E3B"/>
                </a:solidFill>
                <a:latin typeface="Segoe UI"/>
                <a:ea typeface="Segoe UI"/>
                <a:cs typeface="Segoe UI"/>
              </a:defRPr>
            </a:lvl4pPr>
            <a:lvl5pPr>
              <a:buNone/>
              <a:defRPr sz="1800" b="0">
                <a:solidFill>
                  <a:srgbClr val="192E3B"/>
                </a:solidFill>
                <a:latin typeface="Segoe UI"/>
                <a:ea typeface="Segoe UI"/>
                <a:cs typeface="Segoe UI"/>
              </a:defRPr>
            </a:lvl5pPr>
            <a:lvl6pPr>
              <a:buNone/>
              <a:defRPr sz="1800" b="0">
                <a:solidFill>
                  <a:srgbClr val="192E3B"/>
                </a:solidFill>
                <a:latin typeface="Segoe UI"/>
                <a:ea typeface="Segoe UI"/>
                <a:cs typeface="Segoe UI"/>
              </a:defRPr>
            </a:lvl6pPr>
            <a:lvl7pPr>
              <a:buNone/>
              <a:defRPr sz="1800" b="0">
                <a:solidFill>
                  <a:srgbClr val="192E3B"/>
                </a:solidFill>
                <a:latin typeface="Segoe UI"/>
                <a:ea typeface="Segoe UI"/>
                <a:cs typeface="Segoe UI"/>
              </a:defRPr>
            </a:lvl7pPr>
            <a:lvl8pPr>
              <a:buNone/>
              <a:defRPr sz="1800" b="0">
                <a:solidFill>
                  <a:srgbClr val="192E3B"/>
                </a:solidFill>
                <a:latin typeface="Segoe UI"/>
                <a:ea typeface="Segoe UI"/>
                <a:cs typeface="Segoe UI"/>
              </a:defRPr>
            </a:lvl8pPr>
            <a:lvl9pPr>
              <a:buNone/>
              <a:defRPr sz="1800" b="0">
                <a:solidFill>
                  <a:srgbClr val="192E3B"/>
                </a:solidFill>
                <a:latin typeface="Segoe UI"/>
                <a:ea typeface="Segoe UI"/>
                <a:cs typeface="Segoe UI"/>
              </a:defRPr>
            </a:lvl9pPr>
          </a:lstStyle>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Tell one fact and one kind line.</a:t>
            </a:r>
          </a:p>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Thank you for __.</a:t>
            </a:r>
          </a:p>
        </p:txBody>
      </p:sp>
      <p:sp>
        <p:nvSpPr>
          <p:cNvPr id="8" name="route-STANDARD">
            <a:extLst xmlns:a="http://schemas.openxmlformats.org/drawingml/2006/main">
              <a:ext uri="{FF2B5EF4-FFF2-40B4-BE49-F238E27FC236}">
                <a16:creationId xmlns:a16="http://schemas.microsoft.com/office/drawing/2014/main" id="{98B9CC1E-69EB-460A-A980-D793DFAB9F83}"/>
              </a:ext>
            </a:extLst>
          </p:cNvPr>
          <p:cNvSpPr>
            <a:spLocks xmlns:a="http://schemas.openxmlformats.org/drawingml/2006/main" noGrp="1"/>
          </p:cNvSpPr>
          <p:nvPr/>
        </p:nvSpPr>
        <p:spPr>
          <a:xfrm xmlns:a="http://schemas.openxmlformats.org/drawingml/2006/main">
            <a:off x="4314825" y="3524250"/>
            <a:ext cx="3476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buNone/>
              <a:defRPr sz="1800" b="1">
                <a:solidFill>
                  <a:srgbClr val="345D70"/>
                </a:solidFill>
                <a:latin typeface="Segoe UI"/>
                <a:ea typeface="Segoe UI"/>
                <a:cs typeface="Segoe UI"/>
              </a:defRPr>
            </a:lvl1pPr>
            <a:lvl2pPr>
              <a:buNone/>
              <a:defRPr sz="1800" b="1">
                <a:solidFill>
                  <a:srgbClr val="345D70"/>
                </a:solidFill>
                <a:latin typeface="Segoe UI"/>
                <a:ea typeface="Segoe UI"/>
                <a:cs typeface="Segoe UI"/>
              </a:defRPr>
            </a:lvl2pPr>
            <a:lvl3pPr>
              <a:buNone/>
              <a:defRPr sz="1800" b="1">
                <a:solidFill>
                  <a:srgbClr val="345D70"/>
                </a:solidFill>
                <a:latin typeface="Segoe UI"/>
                <a:ea typeface="Segoe UI"/>
                <a:cs typeface="Segoe UI"/>
              </a:defRPr>
            </a:lvl3pPr>
            <a:lvl4pPr>
              <a:buNone/>
              <a:defRPr sz="1800" b="1">
                <a:solidFill>
                  <a:srgbClr val="345D70"/>
                </a:solidFill>
                <a:latin typeface="Segoe UI"/>
                <a:ea typeface="Segoe UI"/>
                <a:cs typeface="Segoe UI"/>
              </a:defRPr>
            </a:lvl4pPr>
            <a:lvl5pPr>
              <a:buNone/>
              <a:defRPr sz="1800" b="1">
                <a:solidFill>
                  <a:srgbClr val="345D70"/>
                </a:solidFill>
                <a:latin typeface="Segoe UI"/>
                <a:ea typeface="Segoe UI"/>
                <a:cs typeface="Segoe UI"/>
              </a:defRPr>
            </a:lvl5pPr>
            <a:lvl6pPr>
              <a:buNone/>
              <a:defRPr sz="1800" b="1">
                <a:solidFill>
                  <a:srgbClr val="345D70"/>
                </a:solidFill>
                <a:latin typeface="Segoe UI"/>
                <a:ea typeface="Segoe UI"/>
                <a:cs typeface="Segoe UI"/>
              </a:defRPr>
            </a:lvl6pPr>
            <a:lvl7pPr>
              <a:buNone/>
              <a:defRPr sz="1800" b="1">
                <a:solidFill>
                  <a:srgbClr val="345D70"/>
                </a:solidFill>
                <a:latin typeface="Segoe UI"/>
                <a:ea typeface="Segoe UI"/>
                <a:cs typeface="Segoe UI"/>
              </a:defRPr>
            </a:lvl7pPr>
            <a:lvl8pPr>
              <a:buNone/>
              <a:defRPr sz="1800" b="1">
                <a:solidFill>
                  <a:srgbClr val="345D70"/>
                </a:solidFill>
                <a:latin typeface="Segoe UI"/>
                <a:ea typeface="Segoe UI"/>
                <a:cs typeface="Segoe UI"/>
              </a:defRPr>
            </a:lvl8pPr>
            <a:lvl9pPr>
              <a:buNone/>
              <a:defRPr sz="1800" b="1">
                <a:solidFill>
                  <a:srgbClr val="345D70"/>
                </a:solidFill>
                <a:latin typeface="Segoe UI"/>
                <a:ea typeface="Segoe UI"/>
                <a:cs typeface="Segoe UI"/>
              </a:defRPr>
            </a:lvl9pPr>
          </a:lstStyle>
          <a:p xmlns:a="http://schemas.openxmlformats.org/drawingml/2006/main">
            <a:pPr>
              <a:buNone/>
              <a:defRPr sz="1800" b="1">
                <a:solidFill>
                  <a:srgbClr val="345D70"/>
                </a:solidFill>
                <a:latin typeface="Segoe UI"/>
                <a:ea typeface="Segoe UI"/>
                <a:cs typeface="Segoe UI"/>
              </a:defRPr>
            </a:pPr>
            <a:r>
              <a:rPr sz="1875" b="1">
                <a:solidFill>
                  <a:srgbClr val="345D70"/>
                </a:solidFill>
                <a:latin typeface="Segoe UI"/>
                <a:ea typeface="Segoe UI"/>
                <a:cs typeface="Segoe UI"/>
              </a:rPr>
              <a:t>STANDARD</a:t>
            </a:r>
          </a:p>
        </p:txBody>
      </p:sp>
      <p:sp>
        <p:nvSpPr>
          <p:cNvPr id="9" name="route-rule-STANDARD">
            <a:extLst xmlns:a="http://schemas.openxmlformats.org/drawingml/2006/main">
              <a:ext uri="{FF2B5EF4-FFF2-40B4-BE49-F238E27FC236}">
                <a16:creationId xmlns:a16="http://schemas.microsoft.com/office/drawing/2014/main" id="{EE7A6A60-3665-4F75-B16E-A761E41DF79B}"/>
              </a:ext>
            </a:extLst>
          </p:cNvPr>
          <p:cNvSpPr>
            <a:spLocks xmlns:a="http://schemas.openxmlformats.org/drawingml/2006/main" noGrp="1"/>
          </p:cNvSpPr>
          <p:nvPr/>
        </p:nvSpPr>
        <p:spPr>
          <a:xfrm xmlns:a="http://schemas.openxmlformats.org/drawingml/2006/main">
            <a:off x="4314825" y="3971925"/>
            <a:ext cx="3476625" cy="19050"/>
          </a:xfrm>
          <a:prstGeom xmlns:a="http://schemas.openxmlformats.org/drawingml/2006/main" prst="rect">
            <a:avLst/>
          </a:prstGeom>
          <a:solidFill xmlns:a="http://schemas.openxmlformats.org/drawingml/2006/main">
            <a:srgbClr val="CDD8DD"/>
          </a:solidFill>
          <a:ln xmlns:a="http://schemas.openxmlformats.org/drawingml/2006/main" w="0">
            <a:noFill/>
            <a:prstDash val="solid"/>
          </a:ln>
        </p:spPr>
      </p:sp>
      <p:sp>
        <p:nvSpPr>
          <p:cNvPr id="10" name="route-body-STANDARD">
            <a:extLst xmlns:a="http://schemas.openxmlformats.org/drawingml/2006/main">
              <a:ext uri="{FF2B5EF4-FFF2-40B4-BE49-F238E27FC236}">
                <a16:creationId xmlns:a16="http://schemas.microsoft.com/office/drawing/2014/main" id="{BAD469C8-3239-4FBD-AEF1-98F0E72A1A54}"/>
              </a:ext>
            </a:extLst>
          </p:cNvPr>
          <p:cNvSpPr>
            <a:spLocks xmlns:a="http://schemas.openxmlformats.org/drawingml/2006/main" noGrp="1"/>
          </p:cNvSpPr>
          <p:nvPr/>
        </p:nvSpPr>
        <p:spPr>
          <a:xfrm xmlns:a="http://schemas.openxmlformats.org/drawingml/2006/main">
            <a:off x="4314825" y="4200525"/>
            <a:ext cx="3476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buNone/>
              <a:defRPr sz="1800" b="0">
                <a:solidFill>
                  <a:srgbClr val="192E3B"/>
                </a:solidFill>
                <a:latin typeface="Segoe UI"/>
                <a:ea typeface="Segoe UI"/>
                <a:cs typeface="Segoe UI"/>
              </a:defRPr>
            </a:lvl1pPr>
            <a:lvl2pPr>
              <a:buNone/>
              <a:defRPr sz="1800" b="0">
                <a:solidFill>
                  <a:srgbClr val="192E3B"/>
                </a:solidFill>
                <a:latin typeface="Segoe UI"/>
                <a:ea typeface="Segoe UI"/>
                <a:cs typeface="Segoe UI"/>
              </a:defRPr>
            </a:lvl2pPr>
            <a:lvl3pPr>
              <a:buNone/>
              <a:defRPr sz="1800" b="0">
                <a:solidFill>
                  <a:srgbClr val="192E3B"/>
                </a:solidFill>
                <a:latin typeface="Segoe UI"/>
                <a:ea typeface="Segoe UI"/>
                <a:cs typeface="Segoe UI"/>
              </a:defRPr>
            </a:lvl3pPr>
            <a:lvl4pPr>
              <a:buNone/>
              <a:defRPr sz="1800" b="0">
                <a:solidFill>
                  <a:srgbClr val="192E3B"/>
                </a:solidFill>
                <a:latin typeface="Segoe UI"/>
                <a:ea typeface="Segoe UI"/>
                <a:cs typeface="Segoe UI"/>
              </a:defRPr>
            </a:lvl4pPr>
            <a:lvl5pPr>
              <a:buNone/>
              <a:defRPr sz="1800" b="0">
                <a:solidFill>
                  <a:srgbClr val="192E3B"/>
                </a:solidFill>
                <a:latin typeface="Segoe UI"/>
                <a:ea typeface="Segoe UI"/>
                <a:cs typeface="Segoe UI"/>
              </a:defRPr>
            </a:lvl5pPr>
            <a:lvl6pPr>
              <a:buNone/>
              <a:defRPr sz="1800" b="0">
                <a:solidFill>
                  <a:srgbClr val="192E3B"/>
                </a:solidFill>
                <a:latin typeface="Segoe UI"/>
                <a:ea typeface="Segoe UI"/>
                <a:cs typeface="Segoe UI"/>
              </a:defRPr>
            </a:lvl6pPr>
            <a:lvl7pPr>
              <a:buNone/>
              <a:defRPr sz="1800" b="0">
                <a:solidFill>
                  <a:srgbClr val="192E3B"/>
                </a:solidFill>
                <a:latin typeface="Segoe UI"/>
                <a:ea typeface="Segoe UI"/>
                <a:cs typeface="Segoe UI"/>
              </a:defRPr>
            </a:lvl7pPr>
            <a:lvl8pPr>
              <a:buNone/>
              <a:defRPr sz="1800" b="0">
                <a:solidFill>
                  <a:srgbClr val="192E3B"/>
                </a:solidFill>
                <a:latin typeface="Segoe UI"/>
                <a:ea typeface="Segoe UI"/>
                <a:cs typeface="Segoe UI"/>
              </a:defRPr>
            </a:lvl8pPr>
            <a:lvl9pPr>
              <a:buNone/>
              <a:defRPr sz="1800" b="0">
                <a:solidFill>
                  <a:srgbClr val="192E3B"/>
                </a:solidFill>
                <a:latin typeface="Segoe UI"/>
                <a:ea typeface="Segoe UI"/>
                <a:cs typeface="Segoe UI"/>
              </a:defRPr>
            </a:lvl9pPr>
          </a:lstStyle>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Use your source and own words.</a:t>
            </a:r>
          </a:p>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Our next step is __.</a:t>
            </a:r>
          </a:p>
        </p:txBody>
      </p:sp>
      <p:sp>
        <p:nvSpPr>
          <p:cNvPr id="11" name="route-STRETCH">
            <a:extLst xmlns:a="http://schemas.openxmlformats.org/drawingml/2006/main">
              <a:ext uri="{FF2B5EF4-FFF2-40B4-BE49-F238E27FC236}">
                <a16:creationId xmlns:a16="http://schemas.microsoft.com/office/drawing/2014/main" id="{34A12050-C2D7-4608-BF26-20779741C352}"/>
              </a:ext>
            </a:extLst>
          </p:cNvPr>
          <p:cNvSpPr>
            <a:spLocks xmlns:a="http://schemas.openxmlformats.org/drawingml/2006/main" noGrp="1"/>
          </p:cNvSpPr>
          <p:nvPr/>
        </p:nvSpPr>
        <p:spPr>
          <a:xfrm xmlns:a="http://schemas.openxmlformats.org/drawingml/2006/main">
            <a:off x="8096250" y="3524250"/>
            <a:ext cx="3476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buNone/>
              <a:defRPr sz="1800" b="1">
                <a:solidFill>
                  <a:srgbClr val="345D70"/>
                </a:solidFill>
                <a:latin typeface="Segoe UI"/>
                <a:ea typeface="Segoe UI"/>
                <a:cs typeface="Segoe UI"/>
              </a:defRPr>
            </a:lvl1pPr>
            <a:lvl2pPr>
              <a:buNone/>
              <a:defRPr sz="1800" b="1">
                <a:solidFill>
                  <a:srgbClr val="345D70"/>
                </a:solidFill>
                <a:latin typeface="Segoe UI"/>
                <a:ea typeface="Segoe UI"/>
                <a:cs typeface="Segoe UI"/>
              </a:defRPr>
            </a:lvl2pPr>
            <a:lvl3pPr>
              <a:buNone/>
              <a:defRPr sz="1800" b="1">
                <a:solidFill>
                  <a:srgbClr val="345D70"/>
                </a:solidFill>
                <a:latin typeface="Segoe UI"/>
                <a:ea typeface="Segoe UI"/>
                <a:cs typeface="Segoe UI"/>
              </a:defRPr>
            </a:lvl3pPr>
            <a:lvl4pPr>
              <a:buNone/>
              <a:defRPr sz="1800" b="1">
                <a:solidFill>
                  <a:srgbClr val="345D70"/>
                </a:solidFill>
                <a:latin typeface="Segoe UI"/>
                <a:ea typeface="Segoe UI"/>
                <a:cs typeface="Segoe UI"/>
              </a:defRPr>
            </a:lvl4pPr>
            <a:lvl5pPr>
              <a:buNone/>
              <a:defRPr sz="1800" b="1">
                <a:solidFill>
                  <a:srgbClr val="345D70"/>
                </a:solidFill>
                <a:latin typeface="Segoe UI"/>
                <a:ea typeface="Segoe UI"/>
                <a:cs typeface="Segoe UI"/>
              </a:defRPr>
            </a:lvl5pPr>
            <a:lvl6pPr>
              <a:buNone/>
              <a:defRPr sz="1800" b="1">
                <a:solidFill>
                  <a:srgbClr val="345D70"/>
                </a:solidFill>
                <a:latin typeface="Segoe UI"/>
                <a:ea typeface="Segoe UI"/>
                <a:cs typeface="Segoe UI"/>
              </a:defRPr>
            </a:lvl6pPr>
            <a:lvl7pPr>
              <a:buNone/>
              <a:defRPr sz="1800" b="1">
                <a:solidFill>
                  <a:srgbClr val="345D70"/>
                </a:solidFill>
                <a:latin typeface="Segoe UI"/>
                <a:ea typeface="Segoe UI"/>
                <a:cs typeface="Segoe UI"/>
              </a:defRPr>
            </a:lvl7pPr>
            <a:lvl8pPr>
              <a:buNone/>
              <a:defRPr sz="1800" b="1">
                <a:solidFill>
                  <a:srgbClr val="345D70"/>
                </a:solidFill>
                <a:latin typeface="Segoe UI"/>
                <a:ea typeface="Segoe UI"/>
                <a:cs typeface="Segoe UI"/>
              </a:defRPr>
            </a:lvl8pPr>
            <a:lvl9pPr>
              <a:buNone/>
              <a:defRPr sz="1800" b="1">
                <a:solidFill>
                  <a:srgbClr val="345D70"/>
                </a:solidFill>
                <a:latin typeface="Segoe UI"/>
                <a:ea typeface="Segoe UI"/>
                <a:cs typeface="Segoe UI"/>
              </a:defRPr>
            </a:lvl9pPr>
          </a:lstStyle>
          <a:p xmlns:a="http://schemas.openxmlformats.org/drawingml/2006/main">
            <a:pPr>
              <a:buNone/>
              <a:defRPr sz="1800" b="1">
                <a:solidFill>
                  <a:srgbClr val="345D70"/>
                </a:solidFill>
                <a:latin typeface="Segoe UI"/>
                <a:ea typeface="Segoe UI"/>
                <a:cs typeface="Segoe UI"/>
              </a:defRPr>
            </a:pPr>
            <a:r>
              <a:rPr sz="1875" b="1">
                <a:solidFill>
                  <a:srgbClr val="345D70"/>
                </a:solidFill>
                <a:latin typeface="Segoe UI"/>
                <a:ea typeface="Segoe UI"/>
                <a:cs typeface="Segoe UI"/>
              </a:rPr>
              <a:t>STRETCH</a:t>
            </a:r>
          </a:p>
        </p:txBody>
      </p:sp>
      <p:sp>
        <p:nvSpPr>
          <p:cNvPr id="12" name="route-rule-STRETCH">
            <a:extLst xmlns:a="http://schemas.openxmlformats.org/drawingml/2006/main">
              <a:ext uri="{FF2B5EF4-FFF2-40B4-BE49-F238E27FC236}">
                <a16:creationId xmlns:a16="http://schemas.microsoft.com/office/drawing/2014/main" id="{BF8F2F68-505B-4C20-8F37-78A1BB290BEA}"/>
              </a:ext>
            </a:extLst>
          </p:cNvPr>
          <p:cNvSpPr>
            <a:spLocks xmlns:a="http://schemas.openxmlformats.org/drawingml/2006/main" noGrp="1"/>
          </p:cNvSpPr>
          <p:nvPr/>
        </p:nvSpPr>
        <p:spPr>
          <a:xfrm xmlns:a="http://schemas.openxmlformats.org/drawingml/2006/main">
            <a:off x="8096250" y="3971925"/>
            <a:ext cx="3476625" cy="19050"/>
          </a:xfrm>
          <a:prstGeom xmlns:a="http://schemas.openxmlformats.org/drawingml/2006/main" prst="rect">
            <a:avLst/>
          </a:prstGeom>
          <a:solidFill xmlns:a="http://schemas.openxmlformats.org/drawingml/2006/main">
            <a:srgbClr val="CDD8DD"/>
          </a:solidFill>
          <a:ln xmlns:a="http://schemas.openxmlformats.org/drawingml/2006/main" w="0">
            <a:noFill/>
            <a:prstDash val="solid"/>
          </a:ln>
        </p:spPr>
      </p:sp>
      <p:sp>
        <p:nvSpPr>
          <p:cNvPr id="13" name="route-body-STRETCH">
            <a:extLst xmlns:a="http://schemas.openxmlformats.org/drawingml/2006/main">
              <a:ext uri="{FF2B5EF4-FFF2-40B4-BE49-F238E27FC236}">
                <a16:creationId xmlns:a16="http://schemas.microsoft.com/office/drawing/2014/main" id="{D2A049EC-D9BF-479A-A098-EDE937E1FFC5}"/>
              </a:ext>
            </a:extLst>
          </p:cNvPr>
          <p:cNvSpPr>
            <a:spLocks xmlns:a="http://schemas.openxmlformats.org/drawingml/2006/main" noGrp="1"/>
          </p:cNvSpPr>
          <p:nvPr/>
        </p:nvSpPr>
        <p:spPr>
          <a:xfrm xmlns:a="http://schemas.openxmlformats.org/drawingml/2006/main">
            <a:off x="8096250" y="4200525"/>
            <a:ext cx="3476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buNone/>
              <a:defRPr sz="1800" b="0">
                <a:solidFill>
                  <a:srgbClr val="192E3B"/>
                </a:solidFill>
                <a:latin typeface="Segoe UI"/>
                <a:ea typeface="Segoe UI"/>
                <a:cs typeface="Segoe UI"/>
              </a:defRPr>
            </a:lvl1pPr>
            <a:lvl2pPr>
              <a:buNone/>
              <a:defRPr sz="1800" b="0">
                <a:solidFill>
                  <a:srgbClr val="192E3B"/>
                </a:solidFill>
                <a:latin typeface="Segoe UI"/>
                <a:ea typeface="Segoe UI"/>
                <a:cs typeface="Segoe UI"/>
              </a:defRPr>
            </a:lvl2pPr>
            <a:lvl3pPr>
              <a:buNone/>
              <a:defRPr sz="1800" b="0">
                <a:solidFill>
                  <a:srgbClr val="192E3B"/>
                </a:solidFill>
                <a:latin typeface="Segoe UI"/>
                <a:ea typeface="Segoe UI"/>
                <a:cs typeface="Segoe UI"/>
              </a:defRPr>
            </a:lvl3pPr>
            <a:lvl4pPr>
              <a:buNone/>
              <a:defRPr sz="1800" b="0">
                <a:solidFill>
                  <a:srgbClr val="192E3B"/>
                </a:solidFill>
                <a:latin typeface="Segoe UI"/>
                <a:ea typeface="Segoe UI"/>
                <a:cs typeface="Segoe UI"/>
              </a:defRPr>
            </a:lvl4pPr>
            <a:lvl5pPr>
              <a:buNone/>
              <a:defRPr sz="1800" b="0">
                <a:solidFill>
                  <a:srgbClr val="192E3B"/>
                </a:solidFill>
                <a:latin typeface="Segoe UI"/>
                <a:ea typeface="Segoe UI"/>
                <a:cs typeface="Segoe UI"/>
              </a:defRPr>
            </a:lvl5pPr>
            <a:lvl6pPr>
              <a:buNone/>
              <a:defRPr sz="1800" b="0">
                <a:solidFill>
                  <a:srgbClr val="192E3B"/>
                </a:solidFill>
                <a:latin typeface="Segoe UI"/>
                <a:ea typeface="Segoe UI"/>
                <a:cs typeface="Segoe UI"/>
              </a:defRPr>
            </a:lvl6pPr>
            <a:lvl7pPr>
              <a:buNone/>
              <a:defRPr sz="1800" b="0">
                <a:solidFill>
                  <a:srgbClr val="192E3B"/>
                </a:solidFill>
                <a:latin typeface="Segoe UI"/>
                <a:ea typeface="Segoe UI"/>
                <a:cs typeface="Segoe UI"/>
              </a:defRPr>
            </a:lvl7pPr>
            <a:lvl8pPr>
              <a:buNone/>
              <a:defRPr sz="1800" b="0">
                <a:solidFill>
                  <a:srgbClr val="192E3B"/>
                </a:solidFill>
                <a:latin typeface="Segoe UI"/>
                <a:ea typeface="Segoe UI"/>
                <a:cs typeface="Segoe UI"/>
              </a:defRPr>
            </a:lvl8pPr>
            <a:lvl9pPr>
              <a:buNone/>
              <a:defRPr sz="1800" b="0">
                <a:solidFill>
                  <a:srgbClr val="192E3B"/>
                </a:solidFill>
                <a:latin typeface="Segoe UI"/>
                <a:ea typeface="Segoe UI"/>
                <a:cs typeface="Segoe UI"/>
              </a:defRPr>
            </a:lvl9pPr>
          </a:lstStyle>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Explain a link or a gap in the proof.</a:t>
            </a:r>
          </a:p>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We still need to check __.</a:t>
            </a:r>
          </a:p>
        </p:txBody>
      </p:sp>
      <p:sp>
        <p:nvSpPr>
          <p:cNvPr id="14" name="credit">
            <a:extLst xmlns:a="http://schemas.openxmlformats.org/drawingml/2006/main">
              <a:ext uri="{FF2B5EF4-FFF2-40B4-BE49-F238E27FC236}">
                <a16:creationId xmlns:a16="http://schemas.microsoft.com/office/drawing/2014/main" id="{F8DEF4AF-909F-44B6-AFE5-C954C830F79C}"/>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buNone/>
              <a:defRPr sz="788" b="0">
                <a:solidFill>
                  <a:srgbClr val="566574"/>
                </a:solidFill>
                <a:latin typeface="Segoe UI"/>
                <a:ea typeface="Segoe UI"/>
                <a:cs typeface="Segoe UI"/>
              </a:defRPr>
            </a:lvl1pPr>
            <a:lvl2pPr>
              <a:buNone/>
              <a:defRPr sz="788" b="0">
                <a:solidFill>
                  <a:srgbClr val="566574"/>
                </a:solidFill>
                <a:latin typeface="Segoe UI"/>
                <a:ea typeface="Segoe UI"/>
                <a:cs typeface="Segoe UI"/>
              </a:defRPr>
            </a:lvl2pPr>
            <a:lvl3pPr>
              <a:buNone/>
              <a:defRPr sz="788" b="0">
                <a:solidFill>
                  <a:srgbClr val="566574"/>
                </a:solidFill>
                <a:latin typeface="Segoe UI"/>
                <a:ea typeface="Segoe UI"/>
                <a:cs typeface="Segoe UI"/>
              </a:defRPr>
            </a:lvl3pPr>
            <a:lvl4pPr>
              <a:buNone/>
              <a:defRPr sz="788" b="0">
                <a:solidFill>
                  <a:srgbClr val="566574"/>
                </a:solidFill>
                <a:latin typeface="Segoe UI"/>
                <a:ea typeface="Segoe UI"/>
                <a:cs typeface="Segoe UI"/>
              </a:defRPr>
            </a:lvl4pPr>
            <a:lvl5pPr>
              <a:buNone/>
              <a:defRPr sz="788" b="0">
                <a:solidFill>
                  <a:srgbClr val="566574"/>
                </a:solidFill>
                <a:latin typeface="Segoe UI"/>
                <a:ea typeface="Segoe UI"/>
                <a:cs typeface="Segoe UI"/>
              </a:defRPr>
            </a:lvl5pPr>
            <a:lvl6pPr>
              <a:buNone/>
              <a:defRPr sz="788" b="0">
                <a:solidFill>
                  <a:srgbClr val="566574"/>
                </a:solidFill>
                <a:latin typeface="Segoe UI"/>
                <a:ea typeface="Segoe UI"/>
                <a:cs typeface="Segoe UI"/>
              </a:defRPr>
            </a:lvl6pPr>
            <a:lvl7pPr>
              <a:buNone/>
              <a:defRPr sz="788" b="0">
                <a:solidFill>
                  <a:srgbClr val="566574"/>
                </a:solidFill>
                <a:latin typeface="Segoe UI"/>
                <a:ea typeface="Segoe UI"/>
                <a:cs typeface="Segoe UI"/>
              </a:defRPr>
            </a:lvl7pPr>
            <a:lvl8pPr>
              <a:buNone/>
              <a:defRPr sz="788" b="0">
                <a:solidFill>
                  <a:srgbClr val="566574"/>
                </a:solidFill>
                <a:latin typeface="Segoe UI"/>
                <a:ea typeface="Segoe UI"/>
                <a:cs typeface="Segoe UI"/>
              </a:defRPr>
            </a:lvl8pPr>
            <a:lvl9pPr>
              <a:buNone/>
              <a:defRPr sz="788" b="0">
                <a:solidFill>
                  <a:srgbClr val="566574"/>
                </a:solidFill>
                <a:latin typeface="Segoe UI"/>
                <a:ea typeface="Segoe UI"/>
                <a:cs typeface="Segoe UI"/>
              </a:defRPr>
            </a:lvl9pPr>
          </a:lstStyle>
          <a:p xmlns:a="http://schemas.openxmlformats.org/drawingml/2006/main">
            <a:pPr>
              <a:buNone/>
              <a:defRPr sz="788" b="0">
                <a:solidFill>
                  <a:srgbClr val="566574"/>
                </a:solidFill>
                <a:latin typeface="Segoe UI"/>
                <a:ea typeface="Segoe UI"/>
                <a:cs typeface="Segoe UI"/>
              </a:defRPr>
            </a:pPr>
            <a:r>
              <a:rPr sz="788" b="0">
                <a:solidFill>
                  <a:srgbClr val="566574"/>
                </a:solidFill>
                <a:latin typeface="Segoe UI"/>
                <a:ea typeface="Segoe UI"/>
                <a:cs typeface="Segoe UI"/>
              </a:rPr>
              <a:t>Made by Matt · © Matt Roper · CC BY-NC-SA 4.0: free for classroom use, share and adapt with credit, no resale</a:t>
            </a:r>
          </a:p>
        </p:txBody>
      </p:sp>
      <p:sp>
        <p:nvSpPr>
          <p:cNvPr id="15" name="page-number">
            <a:extLst xmlns:a="http://schemas.openxmlformats.org/drawingml/2006/main">
              <a:ext uri="{FF2B5EF4-FFF2-40B4-BE49-F238E27FC236}">
                <a16:creationId xmlns:a16="http://schemas.microsoft.com/office/drawing/2014/main" id="{7EB58EB0-792F-486D-90BA-3E810CC028C2}"/>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050" b="0">
                <a:solidFill>
                  <a:srgbClr val="566574"/>
                </a:solidFill>
                <a:latin typeface="Segoe UI"/>
                <a:ea typeface="Segoe UI"/>
                <a:cs typeface="Segoe UI"/>
              </a:rPr>
              <a:t>08</a:t>
            </a:r>
          </a:p>
        </p:txBody>
      </p:sp>
    </p:spTree>
    <p:extLst>
      <p:ext uri="{BB962C8B-B14F-4D97-AF65-F5344CB8AC3E}">
        <p14:creationId xmlns:p14="http://schemas.microsoft.com/office/powerpoint/2010/main" val="18416405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lesson-code">
            <a:extLst xmlns:a="http://schemas.openxmlformats.org/drawingml/2006/main">
              <a:ext uri="{FF2B5EF4-FFF2-40B4-BE49-F238E27FC236}">
                <a16:creationId xmlns:a16="http://schemas.microsoft.com/office/drawing/2014/main" id="{65575D2B-2ED1-4A4E-BD95-81D4A0C6C069}"/>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200" b="0">
                <a:solidFill>
                  <a:srgbClr val="566574"/>
                </a:solidFill>
                <a:latin typeface="Segoe UI"/>
                <a:ea typeface="Segoe UI"/>
                <a:cs typeface="Segoe UI"/>
              </a:defRPr>
            </a:lvl1pPr>
            <a:lvl2pPr>
              <a:buNone/>
              <a:defRPr sz="1200" b="0">
                <a:solidFill>
                  <a:srgbClr val="566574"/>
                </a:solidFill>
                <a:latin typeface="Segoe UI"/>
                <a:ea typeface="Segoe UI"/>
                <a:cs typeface="Segoe UI"/>
              </a:defRPr>
            </a:lvl2pPr>
            <a:lvl3pPr>
              <a:buNone/>
              <a:defRPr sz="1200" b="0">
                <a:solidFill>
                  <a:srgbClr val="566574"/>
                </a:solidFill>
                <a:latin typeface="Segoe UI"/>
                <a:ea typeface="Segoe UI"/>
                <a:cs typeface="Segoe UI"/>
              </a:defRPr>
            </a:lvl3pPr>
            <a:lvl4pPr>
              <a:buNone/>
              <a:defRPr sz="1200" b="0">
                <a:solidFill>
                  <a:srgbClr val="566574"/>
                </a:solidFill>
                <a:latin typeface="Segoe UI"/>
                <a:ea typeface="Segoe UI"/>
                <a:cs typeface="Segoe UI"/>
              </a:defRPr>
            </a:lvl4pPr>
            <a:lvl5pPr>
              <a:buNone/>
              <a:defRPr sz="1200" b="0">
                <a:solidFill>
                  <a:srgbClr val="566574"/>
                </a:solidFill>
                <a:latin typeface="Segoe UI"/>
                <a:ea typeface="Segoe UI"/>
                <a:cs typeface="Segoe UI"/>
              </a:defRPr>
            </a:lvl5pPr>
            <a:lvl6pPr>
              <a:buNone/>
              <a:defRPr sz="1200" b="0">
                <a:solidFill>
                  <a:srgbClr val="566574"/>
                </a:solidFill>
                <a:latin typeface="Segoe UI"/>
                <a:ea typeface="Segoe UI"/>
                <a:cs typeface="Segoe UI"/>
              </a:defRPr>
            </a:lvl6pPr>
            <a:lvl7pPr>
              <a:buNone/>
              <a:defRPr sz="1200" b="0">
                <a:solidFill>
                  <a:srgbClr val="566574"/>
                </a:solidFill>
                <a:latin typeface="Segoe UI"/>
                <a:ea typeface="Segoe UI"/>
                <a:cs typeface="Segoe UI"/>
              </a:defRPr>
            </a:lvl7pPr>
            <a:lvl8pPr>
              <a:buNone/>
              <a:defRPr sz="1200" b="0">
                <a:solidFill>
                  <a:srgbClr val="566574"/>
                </a:solidFill>
                <a:latin typeface="Segoe UI"/>
                <a:ea typeface="Segoe UI"/>
                <a:cs typeface="Segoe UI"/>
              </a:defRPr>
            </a:lvl8pPr>
            <a:lvl9pPr>
              <a:buNone/>
              <a:defRPr sz="1200" b="0">
                <a:solidFill>
                  <a:srgbClr val="566574"/>
                </a:solidFill>
                <a:latin typeface="Segoe UI"/>
                <a:ea typeface="Segoe UI"/>
                <a:cs typeface="Segoe UI"/>
              </a:defRPr>
            </a:lvl9pPr>
          </a:lstStyle>
          <a:p xmlns:a="http://schemas.openxmlformats.org/drawingml/2006/main">
            <a:pPr>
              <a:buNone/>
              <a:defRPr sz="1200" b="0">
                <a:solidFill>
                  <a:srgbClr val="566574"/>
                </a:solidFill>
                <a:latin typeface="Segoe UI"/>
                <a:ea typeface="Segoe UI"/>
                <a:cs typeface="Segoe UI"/>
              </a:defRPr>
            </a:pPr>
            <a:r>
              <a:rPr sz="1200" b="0">
                <a:solidFill>
                  <a:srgbClr val="566574"/>
                </a:solidFill>
                <a:latin typeface="Segoe UI"/>
                <a:ea typeface="Segoe UI"/>
                <a:cs typeface="Segoe UI"/>
              </a:rPr>
              <a:t>COMM-GROW-A2-W06  ·  Lesson 11</a:t>
            </a:r>
          </a:p>
        </p:txBody>
      </p:sp>
      <p:sp>
        <p:nvSpPr>
          <p:cNvPr id="2" name="label">
            <a:extLst xmlns:a="http://schemas.openxmlformats.org/drawingml/2006/main">
              <a:ext uri="{FF2B5EF4-FFF2-40B4-BE49-F238E27FC236}">
                <a16:creationId xmlns:a16="http://schemas.microsoft.com/office/drawing/2014/main" id="{7B60E28A-895B-4F82-B64D-CBAB9CBA28E3}"/>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200" b="0">
                <a:solidFill>
                  <a:srgbClr val="566574"/>
                </a:solidFill>
                <a:latin typeface="Segoe UI"/>
                <a:ea typeface="Segoe UI"/>
                <a:cs typeface="Segoe UI"/>
              </a:rPr>
              <a:t>Public edition · Year A</a:t>
            </a:r>
          </a:p>
        </p:txBody>
      </p:sp>
      <p:sp>
        <p:nvSpPr>
          <p:cNvPr id="3" name="stage-title">
            <a:extLst xmlns:a="http://schemas.openxmlformats.org/drawingml/2006/main">
              <a:ext uri="{FF2B5EF4-FFF2-40B4-BE49-F238E27FC236}">
                <a16:creationId xmlns:a16="http://schemas.microsoft.com/office/drawing/2014/main" id="{59F3477A-47CA-418E-9BBA-CA57E09D5CF7}"/>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buNone/>
              <a:defRPr sz="3300" b="1">
                <a:solidFill>
                  <a:srgbClr val="345D70"/>
                </a:solidFill>
                <a:latin typeface="Segoe UI"/>
                <a:ea typeface="Segoe UI"/>
                <a:cs typeface="Segoe UI"/>
              </a:defRPr>
            </a:lvl1pPr>
            <a:lvl2pPr>
              <a:buNone/>
              <a:defRPr sz="3300" b="1">
                <a:solidFill>
                  <a:srgbClr val="345D70"/>
                </a:solidFill>
                <a:latin typeface="Segoe UI"/>
                <a:ea typeface="Segoe UI"/>
                <a:cs typeface="Segoe UI"/>
              </a:defRPr>
            </a:lvl2pPr>
            <a:lvl3pPr>
              <a:buNone/>
              <a:defRPr sz="3300" b="1">
                <a:solidFill>
                  <a:srgbClr val="345D70"/>
                </a:solidFill>
                <a:latin typeface="Segoe UI"/>
                <a:ea typeface="Segoe UI"/>
                <a:cs typeface="Segoe UI"/>
              </a:defRPr>
            </a:lvl3pPr>
            <a:lvl4pPr>
              <a:buNone/>
              <a:defRPr sz="3300" b="1">
                <a:solidFill>
                  <a:srgbClr val="345D70"/>
                </a:solidFill>
                <a:latin typeface="Segoe UI"/>
                <a:ea typeface="Segoe UI"/>
                <a:cs typeface="Segoe UI"/>
              </a:defRPr>
            </a:lvl4pPr>
            <a:lvl5pPr>
              <a:buNone/>
              <a:defRPr sz="3300" b="1">
                <a:solidFill>
                  <a:srgbClr val="345D70"/>
                </a:solidFill>
                <a:latin typeface="Segoe UI"/>
                <a:ea typeface="Segoe UI"/>
                <a:cs typeface="Segoe UI"/>
              </a:defRPr>
            </a:lvl5pPr>
            <a:lvl6pPr>
              <a:buNone/>
              <a:defRPr sz="3300" b="1">
                <a:solidFill>
                  <a:srgbClr val="345D70"/>
                </a:solidFill>
                <a:latin typeface="Segoe UI"/>
                <a:ea typeface="Segoe UI"/>
                <a:cs typeface="Segoe UI"/>
              </a:defRPr>
            </a:lvl6pPr>
            <a:lvl7pPr>
              <a:buNone/>
              <a:defRPr sz="3300" b="1">
                <a:solidFill>
                  <a:srgbClr val="345D70"/>
                </a:solidFill>
                <a:latin typeface="Segoe UI"/>
                <a:ea typeface="Segoe UI"/>
                <a:cs typeface="Segoe UI"/>
              </a:defRPr>
            </a:lvl7pPr>
            <a:lvl8pPr>
              <a:buNone/>
              <a:defRPr sz="3300" b="1">
                <a:solidFill>
                  <a:srgbClr val="345D70"/>
                </a:solidFill>
                <a:latin typeface="Segoe UI"/>
                <a:ea typeface="Segoe UI"/>
                <a:cs typeface="Segoe UI"/>
              </a:defRPr>
            </a:lvl8pPr>
            <a:lvl9pPr>
              <a:buNone/>
              <a:defRPr sz="3300" b="1">
                <a:solidFill>
                  <a:srgbClr val="345D70"/>
                </a:solidFill>
                <a:latin typeface="Segoe UI"/>
                <a:ea typeface="Segoe UI"/>
                <a:cs typeface="Segoe UI"/>
              </a:defRPr>
            </a:lvl9pPr>
          </a:lstStyle>
          <a:p xmlns:a="http://schemas.openxmlformats.org/drawingml/2006/main">
            <a:pPr>
              <a:buNone/>
              <a:defRPr sz="3300" b="1">
                <a:solidFill>
                  <a:srgbClr val="345D70"/>
                </a:solidFill>
                <a:latin typeface="Segoe UI"/>
                <a:ea typeface="Segoe UI"/>
                <a:cs typeface="Segoe UI"/>
              </a:defRPr>
            </a:pPr>
            <a:r>
              <a:rPr sz="3300" b="1">
                <a:solidFill>
                  <a:srgbClr val="345D70"/>
                </a:solidFill>
                <a:latin typeface="Segoe UI"/>
                <a:ea typeface="Segoe UI"/>
                <a:cs typeface="Segoe UI"/>
              </a:rPr>
              <a:t>Evidence check before hand-in</a:t>
            </a:r>
          </a:p>
        </p:txBody>
      </p:sp>
      <p:sp>
        <p:nvSpPr>
          <p:cNvPr id="4" name="pupil-body">
            <a:extLst xmlns:a="http://schemas.openxmlformats.org/drawingml/2006/main">
              <a:ext uri="{FF2B5EF4-FFF2-40B4-BE49-F238E27FC236}">
                <a16:creationId xmlns:a16="http://schemas.microsoft.com/office/drawing/2014/main" id="{906D36F4-ED40-4607-A551-5F5C9D108DFD}"/>
              </a:ext>
            </a:extLst>
          </p:cNvPr>
          <p:cNvSpPr>
            <a:spLocks xmlns:a="http://schemas.openxmlformats.org/drawingml/2006/main" noGrp="1"/>
          </p:cNvSpPr>
          <p:nvPr/>
        </p:nvSpPr>
        <p:spPr>
          <a:xfrm xmlns:a="http://schemas.openxmlformats.org/drawingml/2006/main">
            <a:off x="533400" y="1466850"/>
            <a:ext cx="11049000" cy="452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buNone/>
              <a:defRPr sz="2175" b="0">
                <a:solidFill>
                  <a:srgbClr val="192E3B"/>
                </a:solidFill>
                <a:latin typeface="Segoe UI"/>
                <a:ea typeface="Segoe UI"/>
                <a:cs typeface="Segoe UI"/>
              </a:defRPr>
            </a:lvl1pPr>
            <a:lvl2pPr>
              <a:buNone/>
              <a:defRPr sz="2175" b="0">
                <a:solidFill>
                  <a:srgbClr val="192E3B"/>
                </a:solidFill>
                <a:latin typeface="Segoe UI"/>
                <a:ea typeface="Segoe UI"/>
                <a:cs typeface="Segoe UI"/>
              </a:defRPr>
            </a:lvl2pPr>
            <a:lvl3pPr>
              <a:buNone/>
              <a:defRPr sz="2175" b="0">
                <a:solidFill>
                  <a:srgbClr val="192E3B"/>
                </a:solidFill>
                <a:latin typeface="Segoe UI"/>
                <a:ea typeface="Segoe UI"/>
                <a:cs typeface="Segoe UI"/>
              </a:defRPr>
            </a:lvl3pPr>
            <a:lvl4pPr>
              <a:buNone/>
              <a:defRPr sz="2175" b="0">
                <a:solidFill>
                  <a:srgbClr val="192E3B"/>
                </a:solidFill>
                <a:latin typeface="Segoe UI"/>
                <a:ea typeface="Segoe UI"/>
                <a:cs typeface="Segoe UI"/>
              </a:defRPr>
            </a:lvl4pPr>
            <a:lvl5pPr>
              <a:buNone/>
              <a:defRPr sz="2175" b="0">
                <a:solidFill>
                  <a:srgbClr val="192E3B"/>
                </a:solidFill>
                <a:latin typeface="Segoe UI"/>
                <a:ea typeface="Segoe UI"/>
                <a:cs typeface="Segoe UI"/>
              </a:defRPr>
            </a:lvl5pPr>
            <a:lvl6pPr>
              <a:buNone/>
              <a:defRPr sz="2175" b="0">
                <a:solidFill>
                  <a:srgbClr val="192E3B"/>
                </a:solidFill>
                <a:latin typeface="Segoe UI"/>
                <a:ea typeface="Segoe UI"/>
                <a:cs typeface="Segoe UI"/>
              </a:defRPr>
            </a:lvl6pPr>
            <a:lvl7pPr>
              <a:buNone/>
              <a:defRPr sz="2175" b="0">
                <a:solidFill>
                  <a:srgbClr val="192E3B"/>
                </a:solidFill>
                <a:latin typeface="Segoe UI"/>
                <a:ea typeface="Segoe UI"/>
                <a:cs typeface="Segoe UI"/>
              </a:defRPr>
            </a:lvl7pPr>
            <a:lvl8pPr>
              <a:buNone/>
              <a:defRPr sz="2175" b="0">
                <a:solidFill>
                  <a:srgbClr val="192E3B"/>
                </a:solidFill>
                <a:latin typeface="Segoe UI"/>
                <a:ea typeface="Segoe UI"/>
                <a:cs typeface="Segoe UI"/>
              </a:defRPr>
            </a:lvl8pPr>
            <a:lvl9pPr>
              <a:buNone/>
              <a:defRPr sz="2175" b="0">
                <a:solidFill>
                  <a:srgbClr val="192E3B"/>
                </a:solidFill>
                <a:latin typeface="Segoe UI"/>
                <a:ea typeface="Segoe UI"/>
                <a:cs typeface="Segoe UI"/>
              </a:defRPr>
            </a:lvl9pPr>
          </a:lstStyle>
          <a:p xmlns:a="http://schemas.openxmlformats.org/drawingml/2006/main">
            <a:pPr>
              <a:buNone/>
              <a:defRPr sz="2175" b="0">
                <a:solidFill>
                  <a:srgbClr val="192E3B"/>
                </a:solidFill>
                <a:latin typeface="Segoe UI"/>
                <a:ea typeface="Segoe UI"/>
                <a:cs typeface="Segoe UI"/>
              </a:defRPr>
            </a:pPr>
            <a:r>
              <a:rPr sz="2250" b="0">
                <a:solidFill>
                  <a:srgbClr val="192E3B"/>
                </a:solidFill>
                <a:latin typeface="Segoe UI"/>
                <a:ea typeface="Segoe UI"/>
                <a:cs typeface="Segoe UI"/>
              </a:rPr>
              <a:t>My code and real dates are clear.</a:t>
            </a:r>
          </a:p>
          <a:p xmlns:a="http://schemas.openxmlformats.org/drawingml/2006/main">
            <a:pPr>
              <a:buNone/>
              <a:defRPr sz="2175" b="0">
                <a:solidFill>
                  <a:srgbClr val="192E3B"/>
                </a:solidFill>
                <a:latin typeface="Segoe UI"/>
                <a:ea typeface="Segoe UI"/>
                <a:cs typeface="Segoe UI"/>
              </a:defRPr>
            </a:pPr>
            <a:r>
              <a:rPr sz="2250" b="0">
                <a:solidFill>
                  <a:srgbClr val="192E3B"/>
                </a:solidFill>
                <a:latin typeface="Segoe UI"/>
                <a:ea typeface="Segoe UI"/>
                <a:cs typeface="Segoe UI"/>
              </a:rPr>
              <a:t>I show my sum, fact and source.</a:t>
            </a:r>
          </a:p>
          <a:p xmlns:a="http://schemas.openxmlformats.org/drawingml/2006/main">
            <a:pPr>
              <a:buNone/>
              <a:defRPr sz="2175" b="0">
                <a:solidFill>
                  <a:srgbClr val="192E3B"/>
                </a:solidFill>
                <a:latin typeface="Segoe UI"/>
                <a:ea typeface="Segoe UI"/>
                <a:cs typeface="Segoe UI"/>
              </a:defRPr>
            </a:pPr>
            <a:r>
              <a:rPr sz="2250" b="0">
                <a:solidFill>
                  <a:srgbClr val="192E3B"/>
                </a:solidFill>
                <a:latin typeface="Segoe UI"/>
                <a:ea typeface="Segoe UI"/>
                <a:cs typeface="Segoe UI"/>
              </a:rPr>
              <a:t>My own words and help are clear.</a:t>
            </a:r>
          </a:p>
          <a:p xmlns:a="http://schemas.openxmlformats.org/drawingml/2006/main">
            <a:pPr>
              <a:buNone/>
              <a:defRPr sz="2175" b="0">
                <a:solidFill>
                  <a:srgbClr val="192E3B"/>
                </a:solidFill>
                <a:latin typeface="Segoe UI"/>
                <a:ea typeface="Segoe UI"/>
                <a:cs typeface="Segoe UI"/>
              </a:defRPr>
            </a:pPr>
            <a:r>
              <a:rPr sz="2250" b="0">
                <a:solidFill>
                  <a:srgbClr val="192E3B"/>
                </a:solidFill>
                <a:latin typeface="Segoe UI"/>
                <a:ea typeface="Segoe UI"/>
                <a:cs typeface="Segoe UI"/>
              </a:rPr>
              <a:t>A missing check says pending.</a:t>
            </a:r>
          </a:p>
          <a:p xmlns:a="http://schemas.openxmlformats.org/drawingml/2006/main">
            <a:pPr>
              <a:buNone/>
              <a:defRPr sz="2175" b="0">
                <a:solidFill>
                  <a:srgbClr val="192E3B"/>
                </a:solidFill>
                <a:latin typeface="Segoe UI"/>
                <a:ea typeface="Segoe UI"/>
                <a:cs typeface="Segoe UI"/>
              </a:defRPr>
            </a:pPr>
            <a:r>
              <a:rPr sz="2250" b="0">
                <a:solidFill>
                  <a:srgbClr val="192E3B"/>
                </a:solidFill>
                <a:latin typeface="Segoe UI"/>
                <a:ea typeface="Segoe UI"/>
                <a:cs typeface="Segoe UI"/>
              </a:rPr>
              <a:t>An adult checks before we share.</a:t>
            </a:r>
          </a:p>
        </p:txBody>
      </p:sp>
      <p:sp>
        <p:nvSpPr>
          <p:cNvPr id="5" name="credit">
            <a:extLst xmlns:a="http://schemas.openxmlformats.org/drawingml/2006/main">
              <a:ext uri="{FF2B5EF4-FFF2-40B4-BE49-F238E27FC236}">
                <a16:creationId xmlns:a16="http://schemas.microsoft.com/office/drawing/2014/main" id="{9366C41A-C0A4-4429-8E0F-B645630D7CDD}"/>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buNone/>
              <a:defRPr sz="788" b="0">
                <a:solidFill>
                  <a:srgbClr val="566574"/>
                </a:solidFill>
                <a:latin typeface="Segoe UI"/>
                <a:ea typeface="Segoe UI"/>
                <a:cs typeface="Segoe UI"/>
              </a:defRPr>
            </a:lvl1pPr>
            <a:lvl2pPr>
              <a:buNone/>
              <a:defRPr sz="788" b="0">
                <a:solidFill>
                  <a:srgbClr val="566574"/>
                </a:solidFill>
                <a:latin typeface="Segoe UI"/>
                <a:ea typeface="Segoe UI"/>
                <a:cs typeface="Segoe UI"/>
              </a:defRPr>
            </a:lvl2pPr>
            <a:lvl3pPr>
              <a:buNone/>
              <a:defRPr sz="788" b="0">
                <a:solidFill>
                  <a:srgbClr val="566574"/>
                </a:solidFill>
                <a:latin typeface="Segoe UI"/>
                <a:ea typeface="Segoe UI"/>
                <a:cs typeface="Segoe UI"/>
              </a:defRPr>
            </a:lvl3pPr>
            <a:lvl4pPr>
              <a:buNone/>
              <a:defRPr sz="788" b="0">
                <a:solidFill>
                  <a:srgbClr val="566574"/>
                </a:solidFill>
                <a:latin typeface="Segoe UI"/>
                <a:ea typeface="Segoe UI"/>
                <a:cs typeface="Segoe UI"/>
              </a:defRPr>
            </a:lvl4pPr>
            <a:lvl5pPr>
              <a:buNone/>
              <a:defRPr sz="788" b="0">
                <a:solidFill>
                  <a:srgbClr val="566574"/>
                </a:solidFill>
                <a:latin typeface="Segoe UI"/>
                <a:ea typeface="Segoe UI"/>
                <a:cs typeface="Segoe UI"/>
              </a:defRPr>
            </a:lvl5pPr>
            <a:lvl6pPr>
              <a:buNone/>
              <a:defRPr sz="788" b="0">
                <a:solidFill>
                  <a:srgbClr val="566574"/>
                </a:solidFill>
                <a:latin typeface="Segoe UI"/>
                <a:ea typeface="Segoe UI"/>
                <a:cs typeface="Segoe UI"/>
              </a:defRPr>
            </a:lvl6pPr>
            <a:lvl7pPr>
              <a:buNone/>
              <a:defRPr sz="788" b="0">
                <a:solidFill>
                  <a:srgbClr val="566574"/>
                </a:solidFill>
                <a:latin typeface="Segoe UI"/>
                <a:ea typeface="Segoe UI"/>
                <a:cs typeface="Segoe UI"/>
              </a:defRPr>
            </a:lvl7pPr>
            <a:lvl8pPr>
              <a:buNone/>
              <a:defRPr sz="788" b="0">
                <a:solidFill>
                  <a:srgbClr val="566574"/>
                </a:solidFill>
                <a:latin typeface="Segoe UI"/>
                <a:ea typeface="Segoe UI"/>
                <a:cs typeface="Segoe UI"/>
              </a:defRPr>
            </a:lvl8pPr>
            <a:lvl9pPr>
              <a:buNone/>
              <a:defRPr sz="788" b="0">
                <a:solidFill>
                  <a:srgbClr val="566574"/>
                </a:solidFill>
                <a:latin typeface="Segoe UI"/>
                <a:ea typeface="Segoe UI"/>
                <a:cs typeface="Segoe UI"/>
              </a:defRPr>
            </a:lvl9pPr>
          </a:lstStyle>
          <a:p xmlns:a="http://schemas.openxmlformats.org/drawingml/2006/main">
            <a:pPr>
              <a:buNone/>
              <a:defRPr sz="788" b="0">
                <a:solidFill>
                  <a:srgbClr val="566574"/>
                </a:solidFill>
                <a:latin typeface="Segoe UI"/>
                <a:ea typeface="Segoe UI"/>
                <a:cs typeface="Segoe UI"/>
              </a:defRPr>
            </a:pPr>
            <a:r>
              <a:rPr sz="788" b="0">
                <a:solidFill>
                  <a:srgbClr val="566574"/>
                </a:solidFill>
                <a:latin typeface="Segoe UI"/>
                <a:ea typeface="Segoe UI"/>
                <a:cs typeface="Segoe UI"/>
              </a:rPr>
              <a:t>Made by Matt · © Matt Roper · CC BY-NC-SA 4.0: free for classroom use, share and adapt with credit, no resale</a:t>
            </a:r>
          </a:p>
        </p:txBody>
      </p:sp>
      <p:sp>
        <p:nvSpPr>
          <p:cNvPr id="6" name="page-number">
            <a:extLst xmlns:a="http://schemas.openxmlformats.org/drawingml/2006/main">
              <a:ext uri="{FF2B5EF4-FFF2-40B4-BE49-F238E27FC236}">
                <a16:creationId xmlns:a16="http://schemas.microsoft.com/office/drawing/2014/main" id="{A510D10F-1D32-4764-8CD8-28D1CD6D282B}"/>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050" b="0">
                <a:solidFill>
                  <a:srgbClr val="566574"/>
                </a:solidFill>
                <a:latin typeface="Segoe UI"/>
                <a:ea typeface="Segoe UI"/>
                <a:cs typeface="Segoe UI"/>
              </a:rPr>
              <a:t>09</a:t>
            </a:r>
          </a:p>
        </p:txBody>
      </p:sp>
    </p:spTree>
    <p:extLst>
      <p:ext uri="{BB962C8B-B14F-4D97-AF65-F5344CB8AC3E}">
        <p14:creationId xmlns:p14="http://schemas.microsoft.com/office/powerpoint/2010/main" val="1354094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lesson-code">
            <a:extLst xmlns:a="http://schemas.openxmlformats.org/drawingml/2006/main">
              <a:ext uri="{FF2B5EF4-FFF2-40B4-BE49-F238E27FC236}">
                <a16:creationId xmlns:a16="http://schemas.microsoft.com/office/drawing/2014/main" id="{77E35F92-E6C2-48D1-9241-03757E0515D9}"/>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200" b="0">
                <a:solidFill>
                  <a:srgbClr val="566574"/>
                </a:solidFill>
                <a:latin typeface="Segoe UI"/>
                <a:ea typeface="Segoe UI"/>
                <a:cs typeface="Segoe UI"/>
              </a:defRPr>
            </a:lvl1pPr>
            <a:lvl2pPr>
              <a:buNone/>
              <a:defRPr sz="1200" b="0">
                <a:solidFill>
                  <a:srgbClr val="566574"/>
                </a:solidFill>
                <a:latin typeface="Segoe UI"/>
                <a:ea typeface="Segoe UI"/>
                <a:cs typeface="Segoe UI"/>
              </a:defRPr>
            </a:lvl2pPr>
            <a:lvl3pPr>
              <a:buNone/>
              <a:defRPr sz="1200" b="0">
                <a:solidFill>
                  <a:srgbClr val="566574"/>
                </a:solidFill>
                <a:latin typeface="Segoe UI"/>
                <a:ea typeface="Segoe UI"/>
                <a:cs typeface="Segoe UI"/>
              </a:defRPr>
            </a:lvl3pPr>
            <a:lvl4pPr>
              <a:buNone/>
              <a:defRPr sz="1200" b="0">
                <a:solidFill>
                  <a:srgbClr val="566574"/>
                </a:solidFill>
                <a:latin typeface="Segoe UI"/>
                <a:ea typeface="Segoe UI"/>
                <a:cs typeface="Segoe UI"/>
              </a:defRPr>
            </a:lvl4pPr>
            <a:lvl5pPr>
              <a:buNone/>
              <a:defRPr sz="1200" b="0">
                <a:solidFill>
                  <a:srgbClr val="566574"/>
                </a:solidFill>
                <a:latin typeface="Segoe UI"/>
                <a:ea typeface="Segoe UI"/>
                <a:cs typeface="Segoe UI"/>
              </a:defRPr>
            </a:lvl5pPr>
            <a:lvl6pPr>
              <a:buNone/>
              <a:defRPr sz="1200" b="0">
                <a:solidFill>
                  <a:srgbClr val="566574"/>
                </a:solidFill>
                <a:latin typeface="Segoe UI"/>
                <a:ea typeface="Segoe UI"/>
                <a:cs typeface="Segoe UI"/>
              </a:defRPr>
            </a:lvl6pPr>
            <a:lvl7pPr>
              <a:buNone/>
              <a:defRPr sz="1200" b="0">
                <a:solidFill>
                  <a:srgbClr val="566574"/>
                </a:solidFill>
                <a:latin typeface="Segoe UI"/>
                <a:ea typeface="Segoe UI"/>
                <a:cs typeface="Segoe UI"/>
              </a:defRPr>
            </a:lvl7pPr>
            <a:lvl8pPr>
              <a:buNone/>
              <a:defRPr sz="1200" b="0">
                <a:solidFill>
                  <a:srgbClr val="566574"/>
                </a:solidFill>
                <a:latin typeface="Segoe UI"/>
                <a:ea typeface="Segoe UI"/>
                <a:cs typeface="Segoe UI"/>
              </a:defRPr>
            </a:lvl8pPr>
            <a:lvl9pPr>
              <a:buNone/>
              <a:defRPr sz="1200" b="0">
                <a:solidFill>
                  <a:srgbClr val="566574"/>
                </a:solidFill>
                <a:latin typeface="Segoe UI"/>
                <a:ea typeface="Segoe UI"/>
                <a:cs typeface="Segoe UI"/>
              </a:defRPr>
            </a:lvl9pPr>
          </a:lstStyle>
          <a:p xmlns:a="http://schemas.openxmlformats.org/drawingml/2006/main">
            <a:pPr>
              <a:buNone/>
              <a:defRPr sz="1200" b="0">
                <a:solidFill>
                  <a:srgbClr val="566574"/>
                </a:solidFill>
                <a:latin typeface="Segoe UI"/>
                <a:ea typeface="Segoe UI"/>
                <a:cs typeface="Segoe UI"/>
              </a:defRPr>
            </a:pPr>
            <a:r>
              <a:rPr sz="1200" b="0">
                <a:solidFill>
                  <a:srgbClr val="566574"/>
                </a:solidFill>
                <a:latin typeface="Segoe UI"/>
                <a:ea typeface="Segoe UI"/>
                <a:cs typeface="Segoe UI"/>
              </a:rPr>
              <a:t>COMM-GROW-A2-W06  ·  Lesson 11</a:t>
            </a:r>
          </a:p>
        </p:txBody>
      </p:sp>
      <p:sp>
        <p:nvSpPr>
          <p:cNvPr id="2" name="label">
            <a:extLst xmlns:a="http://schemas.openxmlformats.org/drawingml/2006/main">
              <a:ext uri="{FF2B5EF4-FFF2-40B4-BE49-F238E27FC236}">
                <a16:creationId xmlns:a16="http://schemas.microsoft.com/office/drawing/2014/main" id="{B3F55E48-85F6-4124-88A8-73171052F489}"/>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200" b="0">
                <a:solidFill>
                  <a:srgbClr val="566574"/>
                </a:solidFill>
                <a:latin typeface="Segoe UI"/>
                <a:ea typeface="Segoe UI"/>
                <a:cs typeface="Segoe UI"/>
              </a:rPr>
              <a:t>Public edition · Year A</a:t>
            </a:r>
          </a:p>
        </p:txBody>
      </p:sp>
      <p:sp>
        <p:nvSpPr>
          <p:cNvPr id="3" name="stage-title">
            <a:extLst xmlns:a="http://schemas.openxmlformats.org/drawingml/2006/main">
              <a:ext uri="{FF2B5EF4-FFF2-40B4-BE49-F238E27FC236}">
                <a16:creationId xmlns:a16="http://schemas.microsoft.com/office/drawing/2014/main" id="{8A497F32-EC58-43E1-9D43-2970CEED5548}"/>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buNone/>
              <a:defRPr sz="3300" b="1">
                <a:solidFill>
                  <a:srgbClr val="345D70"/>
                </a:solidFill>
                <a:latin typeface="Segoe UI"/>
                <a:ea typeface="Segoe UI"/>
                <a:cs typeface="Segoe UI"/>
              </a:defRPr>
            </a:lvl1pPr>
            <a:lvl2pPr>
              <a:buNone/>
              <a:defRPr sz="3300" b="1">
                <a:solidFill>
                  <a:srgbClr val="345D70"/>
                </a:solidFill>
                <a:latin typeface="Segoe UI"/>
                <a:ea typeface="Segoe UI"/>
                <a:cs typeface="Segoe UI"/>
              </a:defRPr>
            </a:lvl2pPr>
            <a:lvl3pPr>
              <a:buNone/>
              <a:defRPr sz="3300" b="1">
                <a:solidFill>
                  <a:srgbClr val="345D70"/>
                </a:solidFill>
                <a:latin typeface="Segoe UI"/>
                <a:ea typeface="Segoe UI"/>
                <a:cs typeface="Segoe UI"/>
              </a:defRPr>
            </a:lvl3pPr>
            <a:lvl4pPr>
              <a:buNone/>
              <a:defRPr sz="3300" b="1">
                <a:solidFill>
                  <a:srgbClr val="345D70"/>
                </a:solidFill>
                <a:latin typeface="Segoe UI"/>
                <a:ea typeface="Segoe UI"/>
                <a:cs typeface="Segoe UI"/>
              </a:defRPr>
            </a:lvl4pPr>
            <a:lvl5pPr>
              <a:buNone/>
              <a:defRPr sz="3300" b="1">
                <a:solidFill>
                  <a:srgbClr val="345D70"/>
                </a:solidFill>
                <a:latin typeface="Segoe UI"/>
                <a:ea typeface="Segoe UI"/>
                <a:cs typeface="Segoe UI"/>
              </a:defRPr>
            </a:lvl5pPr>
            <a:lvl6pPr>
              <a:buNone/>
              <a:defRPr sz="3300" b="1">
                <a:solidFill>
                  <a:srgbClr val="345D70"/>
                </a:solidFill>
                <a:latin typeface="Segoe UI"/>
                <a:ea typeface="Segoe UI"/>
                <a:cs typeface="Segoe UI"/>
              </a:defRPr>
            </a:lvl6pPr>
            <a:lvl7pPr>
              <a:buNone/>
              <a:defRPr sz="3300" b="1">
                <a:solidFill>
                  <a:srgbClr val="345D70"/>
                </a:solidFill>
                <a:latin typeface="Segoe UI"/>
                <a:ea typeface="Segoe UI"/>
                <a:cs typeface="Segoe UI"/>
              </a:defRPr>
            </a:lvl7pPr>
            <a:lvl8pPr>
              <a:buNone/>
              <a:defRPr sz="3300" b="1">
                <a:solidFill>
                  <a:srgbClr val="345D70"/>
                </a:solidFill>
                <a:latin typeface="Segoe UI"/>
                <a:ea typeface="Segoe UI"/>
                <a:cs typeface="Segoe UI"/>
              </a:defRPr>
            </a:lvl8pPr>
            <a:lvl9pPr>
              <a:buNone/>
              <a:defRPr sz="3300" b="1">
                <a:solidFill>
                  <a:srgbClr val="345D70"/>
                </a:solidFill>
                <a:latin typeface="Segoe UI"/>
                <a:ea typeface="Segoe UI"/>
                <a:cs typeface="Segoe UI"/>
              </a:defRPr>
            </a:lvl9pPr>
          </a:lstStyle>
          <a:p xmlns:a="http://schemas.openxmlformats.org/drawingml/2006/main">
            <a:pPr>
              <a:buNone/>
              <a:defRPr sz="3300" b="1">
                <a:solidFill>
                  <a:srgbClr val="345D70"/>
                </a:solidFill>
                <a:latin typeface="Segoe UI"/>
                <a:ea typeface="Segoe UI"/>
                <a:cs typeface="Segoe UI"/>
              </a:defRPr>
            </a:pPr>
            <a:r>
              <a:rPr sz="3300" b="1">
                <a:solidFill>
                  <a:srgbClr val="345D70"/>
                </a:solidFill>
                <a:latin typeface="Segoe UI"/>
                <a:ea typeface="Segoe UI"/>
                <a:cs typeface="Segoe UI"/>
              </a:rPr>
              <a:t>Exit ticket</a:t>
            </a:r>
          </a:p>
        </p:txBody>
      </p:sp>
      <p:sp>
        <p:nvSpPr>
          <p:cNvPr id="4" name="pupil-body">
            <a:extLst xmlns:a="http://schemas.openxmlformats.org/drawingml/2006/main">
              <a:ext uri="{FF2B5EF4-FFF2-40B4-BE49-F238E27FC236}">
                <a16:creationId xmlns:a16="http://schemas.microsoft.com/office/drawing/2014/main" id="{9BA9B3F4-6A2F-48B4-94BC-8B4B6ABB0BDE}"/>
              </a:ext>
            </a:extLst>
          </p:cNvPr>
          <p:cNvSpPr>
            <a:spLocks xmlns:a="http://schemas.openxmlformats.org/drawingml/2006/main" noGrp="1"/>
          </p:cNvSpPr>
          <p:nvPr/>
        </p:nvSpPr>
        <p:spPr>
          <a:xfrm xmlns:a="http://schemas.openxmlformats.org/drawingml/2006/main">
            <a:off x="533400" y="1466850"/>
            <a:ext cx="11049000" cy="452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buNone/>
              <a:defRPr sz="2400" b="0">
                <a:solidFill>
                  <a:srgbClr val="192E3B"/>
                </a:solidFill>
                <a:latin typeface="Segoe UI"/>
                <a:ea typeface="Segoe UI"/>
                <a:cs typeface="Segoe UI"/>
              </a:defRPr>
            </a:lvl1pPr>
            <a:lvl2pPr>
              <a:buNone/>
              <a:defRPr sz="2400" b="0">
                <a:solidFill>
                  <a:srgbClr val="192E3B"/>
                </a:solidFill>
                <a:latin typeface="Segoe UI"/>
                <a:ea typeface="Segoe UI"/>
                <a:cs typeface="Segoe UI"/>
              </a:defRPr>
            </a:lvl2pPr>
            <a:lvl3pPr>
              <a:buNone/>
              <a:defRPr sz="2400" b="0">
                <a:solidFill>
                  <a:srgbClr val="192E3B"/>
                </a:solidFill>
                <a:latin typeface="Segoe UI"/>
                <a:ea typeface="Segoe UI"/>
                <a:cs typeface="Segoe UI"/>
              </a:defRPr>
            </a:lvl3pPr>
            <a:lvl4pPr>
              <a:buNone/>
              <a:defRPr sz="2400" b="0">
                <a:solidFill>
                  <a:srgbClr val="192E3B"/>
                </a:solidFill>
                <a:latin typeface="Segoe UI"/>
                <a:ea typeface="Segoe UI"/>
                <a:cs typeface="Segoe UI"/>
              </a:defRPr>
            </a:lvl4pPr>
            <a:lvl5pPr>
              <a:buNone/>
              <a:defRPr sz="2400" b="0">
                <a:solidFill>
                  <a:srgbClr val="192E3B"/>
                </a:solidFill>
                <a:latin typeface="Segoe UI"/>
                <a:ea typeface="Segoe UI"/>
                <a:cs typeface="Segoe UI"/>
              </a:defRPr>
            </a:lvl5pPr>
            <a:lvl6pPr>
              <a:buNone/>
              <a:defRPr sz="2400" b="0">
                <a:solidFill>
                  <a:srgbClr val="192E3B"/>
                </a:solidFill>
                <a:latin typeface="Segoe UI"/>
                <a:ea typeface="Segoe UI"/>
                <a:cs typeface="Segoe UI"/>
              </a:defRPr>
            </a:lvl6pPr>
            <a:lvl7pPr>
              <a:buNone/>
              <a:defRPr sz="2400" b="0">
                <a:solidFill>
                  <a:srgbClr val="192E3B"/>
                </a:solidFill>
                <a:latin typeface="Segoe UI"/>
                <a:ea typeface="Segoe UI"/>
                <a:cs typeface="Segoe UI"/>
              </a:defRPr>
            </a:lvl7pPr>
            <a:lvl8pPr>
              <a:buNone/>
              <a:defRPr sz="2400" b="0">
                <a:solidFill>
                  <a:srgbClr val="192E3B"/>
                </a:solidFill>
                <a:latin typeface="Segoe UI"/>
                <a:ea typeface="Segoe UI"/>
                <a:cs typeface="Segoe UI"/>
              </a:defRPr>
            </a:lvl8pPr>
            <a:lvl9pPr>
              <a:buNone/>
              <a:defRPr sz="2400" b="0">
                <a:solidFill>
                  <a:srgbClr val="192E3B"/>
                </a:solidFill>
                <a:latin typeface="Segoe UI"/>
                <a:ea typeface="Segoe UI"/>
                <a:cs typeface="Segoe UI"/>
              </a:defRPr>
            </a:lvl9pPr>
          </a:lstStyle>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What did the trip help you learn?</a:t>
            </a:r>
          </a:p>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We met __. Our proof is __.</a:t>
            </a:r>
          </a:p>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What is our next thank-you step?</a:t>
            </a:r>
          </a:p>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Keep this for our 17 December review.</a:t>
            </a:r>
          </a:p>
        </p:txBody>
      </p:sp>
      <p:sp>
        <p:nvSpPr>
          <p:cNvPr id="5" name="credit">
            <a:extLst xmlns:a="http://schemas.openxmlformats.org/drawingml/2006/main">
              <a:ext uri="{FF2B5EF4-FFF2-40B4-BE49-F238E27FC236}">
                <a16:creationId xmlns:a16="http://schemas.microsoft.com/office/drawing/2014/main" id="{D0851BAC-D286-4854-B61F-4CCA364C387D}"/>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buNone/>
              <a:defRPr sz="788" b="0">
                <a:solidFill>
                  <a:srgbClr val="566574"/>
                </a:solidFill>
                <a:latin typeface="Segoe UI"/>
                <a:ea typeface="Segoe UI"/>
                <a:cs typeface="Segoe UI"/>
              </a:defRPr>
            </a:lvl1pPr>
            <a:lvl2pPr>
              <a:buNone/>
              <a:defRPr sz="788" b="0">
                <a:solidFill>
                  <a:srgbClr val="566574"/>
                </a:solidFill>
                <a:latin typeface="Segoe UI"/>
                <a:ea typeface="Segoe UI"/>
                <a:cs typeface="Segoe UI"/>
              </a:defRPr>
            </a:lvl2pPr>
            <a:lvl3pPr>
              <a:buNone/>
              <a:defRPr sz="788" b="0">
                <a:solidFill>
                  <a:srgbClr val="566574"/>
                </a:solidFill>
                <a:latin typeface="Segoe UI"/>
                <a:ea typeface="Segoe UI"/>
                <a:cs typeface="Segoe UI"/>
              </a:defRPr>
            </a:lvl3pPr>
            <a:lvl4pPr>
              <a:buNone/>
              <a:defRPr sz="788" b="0">
                <a:solidFill>
                  <a:srgbClr val="566574"/>
                </a:solidFill>
                <a:latin typeface="Segoe UI"/>
                <a:ea typeface="Segoe UI"/>
                <a:cs typeface="Segoe UI"/>
              </a:defRPr>
            </a:lvl4pPr>
            <a:lvl5pPr>
              <a:buNone/>
              <a:defRPr sz="788" b="0">
                <a:solidFill>
                  <a:srgbClr val="566574"/>
                </a:solidFill>
                <a:latin typeface="Segoe UI"/>
                <a:ea typeface="Segoe UI"/>
                <a:cs typeface="Segoe UI"/>
              </a:defRPr>
            </a:lvl5pPr>
            <a:lvl6pPr>
              <a:buNone/>
              <a:defRPr sz="788" b="0">
                <a:solidFill>
                  <a:srgbClr val="566574"/>
                </a:solidFill>
                <a:latin typeface="Segoe UI"/>
                <a:ea typeface="Segoe UI"/>
                <a:cs typeface="Segoe UI"/>
              </a:defRPr>
            </a:lvl6pPr>
            <a:lvl7pPr>
              <a:buNone/>
              <a:defRPr sz="788" b="0">
                <a:solidFill>
                  <a:srgbClr val="566574"/>
                </a:solidFill>
                <a:latin typeface="Segoe UI"/>
                <a:ea typeface="Segoe UI"/>
                <a:cs typeface="Segoe UI"/>
              </a:defRPr>
            </a:lvl7pPr>
            <a:lvl8pPr>
              <a:buNone/>
              <a:defRPr sz="788" b="0">
                <a:solidFill>
                  <a:srgbClr val="566574"/>
                </a:solidFill>
                <a:latin typeface="Segoe UI"/>
                <a:ea typeface="Segoe UI"/>
                <a:cs typeface="Segoe UI"/>
              </a:defRPr>
            </a:lvl8pPr>
            <a:lvl9pPr>
              <a:buNone/>
              <a:defRPr sz="788" b="0">
                <a:solidFill>
                  <a:srgbClr val="566574"/>
                </a:solidFill>
                <a:latin typeface="Segoe UI"/>
                <a:ea typeface="Segoe UI"/>
                <a:cs typeface="Segoe UI"/>
              </a:defRPr>
            </a:lvl9pPr>
          </a:lstStyle>
          <a:p xmlns:a="http://schemas.openxmlformats.org/drawingml/2006/main">
            <a:pPr>
              <a:buNone/>
              <a:defRPr sz="788" b="0">
                <a:solidFill>
                  <a:srgbClr val="566574"/>
                </a:solidFill>
                <a:latin typeface="Segoe UI"/>
                <a:ea typeface="Segoe UI"/>
                <a:cs typeface="Segoe UI"/>
              </a:defRPr>
            </a:pPr>
            <a:r>
              <a:rPr sz="788" b="0">
                <a:solidFill>
                  <a:srgbClr val="566574"/>
                </a:solidFill>
                <a:latin typeface="Segoe UI"/>
                <a:ea typeface="Segoe UI"/>
                <a:cs typeface="Segoe UI"/>
              </a:rPr>
              <a:t>Made by Matt · © Matt Roper · CC BY-NC-SA 4.0: free for classroom use, share and adapt with credit, no resale</a:t>
            </a:r>
          </a:p>
        </p:txBody>
      </p:sp>
      <p:sp>
        <p:nvSpPr>
          <p:cNvPr id="6" name="page-number">
            <a:extLst xmlns:a="http://schemas.openxmlformats.org/drawingml/2006/main">
              <a:ext uri="{FF2B5EF4-FFF2-40B4-BE49-F238E27FC236}">
                <a16:creationId xmlns:a16="http://schemas.microsoft.com/office/drawing/2014/main" id="{92DFC6D2-5F74-4F0C-9B3E-0023E779C258}"/>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050" b="0">
                <a:solidFill>
                  <a:srgbClr val="566574"/>
                </a:solidFill>
                <a:latin typeface="Segoe UI"/>
                <a:ea typeface="Segoe UI"/>
                <a:cs typeface="Segoe UI"/>
              </a:rPr>
              <a:t>10</a:t>
            </a:r>
          </a:p>
        </p:txBody>
      </p:sp>
    </p:spTree>
    <p:extLst>
      <p:ext uri="{BB962C8B-B14F-4D97-AF65-F5344CB8AC3E}">
        <p14:creationId xmlns:p14="http://schemas.microsoft.com/office/powerpoint/2010/main" val="62033340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lesson-code">
            <a:extLst xmlns:a="http://schemas.openxmlformats.org/drawingml/2006/main">
              <a:ext uri="{FF2B5EF4-FFF2-40B4-BE49-F238E27FC236}">
                <a16:creationId xmlns:a16="http://schemas.microsoft.com/office/drawing/2014/main" id="{C1B7AC16-B416-410B-98A7-7ADC19E20C13}"/>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200" b="0">
                <a:solidFill>
                  <a:srgbClr val="566574"/>
                </a:solidFill>
                <a:latin typeface="Segoe UI"/>
                <a:ea typeface="Segoe UI"/>
                <a:cs typeface="Segoe UI"/>
              </a:defRPr>
            </a:lvl1pPr>
            <a:lvl2pPr>
              <a:buNone/>
              <a:defRPr sz="1200" b="0">
                <a:solidFill>
                  <a:srgbClr val="566574"/>
                </a:solidFill>
                <a:latin typeface="Segoe UI"/>
                <a:ea typeface="Segoe UI"/>
                <a:cs typeface="Segoe UI"/>
              </a:defRPr>
            </a:lvl2pPr>
            <a:lvl3pPr>
              <a:buNone/>
              <a:defRPr sz="1200" b="0">
                <a:solidFill>
                  <a:srgbClr val="566574"/>
                </a:solidFill>
                <a:latin typeface="Segoe UI"/>
                <a:ea typeface="Segoe UI"/>
                <a:cs typeface="Segoe UI"/>
              </a:defRPr>
            </a:lvl3pPr>
            <a:lvl4pPr>
              <a:buNone/>
              <a:defRPr sz="1200" b="0">
                <a:solidFill>
                  <a:srgbClr val="566574"/>
                </a:solidFill>
                <a:latin typeface="Segoe UI"/>
                <a:ea typeface="Segoe UI"/>
                <a:cs typeface="Segoe UI"/>
              </a:defRPr>
            </a:lvl4pPr>
            <a:lvl5pPr>
              <a:buNone/>
              <a:defRPr sz="1200" b="0">
                <a:solidFill>
                  <a:srgbClr val="566574"/>
                </a:solidFill>
                <a:latin typeface="Segoe UI"/>
                <a:ea typeface="Segoe UI"/>
                <a:cs typeface="Segoe UI"/>
              </a:defRPr>
            </a:lvl5pPr>
            <a:lvl6pPr>
              <a:buNone/>
              <a:defRPr sz="1200" b="0">
                <a:solidFill>
                  <a:srgbClr val="566574"/>
                </a:solidFill>
                <a:latin typeface="Segoe UI"/>
                <a:ea typeface="Segoe UI"/>
                <a:cs typeface="Segoe UI"/>
              </a:defRPr>
            </a:lvl6pPr>
            <a:lvl7pPr>
              <a:buNone/>
              <a:defRPr sz="1200" b="0">
                <a:solidFill>
                  <a:srgbClr val="566574"/>
                </a:solidFill>
                <a:latin typeface="Segoe UI"/>
                <a:ea typeface="Segoe UI"/>
                <a:cs typeface="Segoe UI"/>
              </a:defRPr>
            </a:lvl7pPr>
            <a:lvl8pPr>
              <a:buNone/>
              <a:defRPr sz="1200" b="0">
                <a:solidFill>
                  <a:srgbClr val="566574"/>
                </a:solidFill>
                <a:latin typeface="Segoe UI"/>
                <a:ea typeface="Segoe UI"/>
                <a:cs typeface="Segoe UI"/>
              </a:defRPr>
            </a:lvl8pPr>
            <a:lvl9pPr>
              <a:buNone/>
              <a:defRPr sz="1200" b="0">
                <a:solidFill>
                  <a:srgbClr val="566574"/>
                </a:solidFill>
                <a:latin typeface="Segoe UI"/>
                <a:ea typeface="Segoe UI"/>
                <a:cs typeface="Segoe UI"/>
              </a:defRPr>
            </a:lvl9pPr>
          </a:lstStyle>
          <a:p xmlns:a="http://schemas.openxmlformats.org/drawingml/2006/main">
            <a:pPr>
              <a:buNone/>
              <a:defRPr sz="1200" b="0">
                <a:solidFill>
                  <a:srgbClr val="566574"/>
                </a:solidFill>
                <a:latin typeface="Segoe UI"/>
                <a:ea typeface="Segoe UI"/>
                <a:cs typeface="Segoe UI"/>
              </a:defRPr>
            </a:pPr>
            <a:r>
              <a:rPr sz="1200" b="0">
                <a:solidFill>
                  <a:srgbClr val="566574"/>
                </a:solidFill>
                <a:latin typeface="Segoe UI"/>
                <a:ea typeface="Segoe UI"/>
                <a:cs typeface="Segoe UI"/>
              </a:rPr>
              <a:t>COMM-GROW-A2-W06  ·  Lesson 11</a:t>
            </a:r>
          </a:p>
        </p:txBody>
      </p:sp>
      <p:sp>
        <p:nvSpPr>
          <p:cNvPr id="2" name="label">
            <a:extLst xmlns:a="http://schemas.openxmlformats.org/drawingml/2006/main">
              <a:ext uri="{FF2B5EF4-FFF2-40B4-BE49-F238E27FC236}">
                <a16:creationId xmlns:a16="http://schemas.microsoft.com/office/drawing/2014/main" id="{CD95AE9B-072B-4269-8C11-E5407C5D0697}"/>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200" b="0">
                <a:solidFill>
                  <a:srgbClr val="566574"/>
                </a:solidFill>
                <a:latin typeface="Segoe UI"/>
                <a:ea typeface="Segoe UI"/>
                <a:cs typeface="Segoe UI"/>
              </a:rPr>
              <a:t>Public edition · Year A</a:t>
            </a:r>
          </a:p>
        </p:txBody>
      </p:sp>
      <p:sp>
        <p:nvSpPr>
          <p:cNvPr id="3" name="stage-title">
            <a:extLst xmlns:a="http://schemas.openxmlformats.org/drawingml/2006/main">
              <a:ext uri="{FF2B5EF4-FFF2-40B4-BE49-F238E27FC236}">
                <a16:creationId xmlns:a16="http://schemas.microsoft.com/office/drawing/2014/main" id="{BE5B921D-0B30-42B3-A561-48BAE6568F51}"/>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buNone/>
              <a:defRPr sz="3300" b="1">
                <a:solidFill>
                  <a:srgbClr val="345D70"/>
                </a:solidFill>
                <a:latin typeface="Segoe UI"/>
                <a:ea typeface="Segoe UI"/>
                <a:cs typeface="Segoe UI"/>
              </a:defRPr>
            </a:lvl1pPr>
            <a:lvl2pPr>
              <a:buNone/>
              <a:defRPr sz="3300" b="1">
                <a:solidFill>
                  <a:srgbClr val="345D70"/>
                </a:solidFill>
                <a:latin typeface="Segoe UI"/>
                <a:ea typeface="Segoe UI"/>
                <a:cs typeface="Segoe UI"/>
              </a:defRPr>
            </a:lvl2pPr>
            <a:lvl3pPr>
              <a:buNone/>
              <a:defRPr sz="3300" b="1">
                <a:solidFill>
                  <a:srgbClr val="345D70"/>
                </a:solidFill>
                <a:latin typeface="Segoe UI"/>
                <a:ea typeface="Segoe UI"/>
                <a:cs typeface="Segoe UI"/>
              </a:defRPr>
            </a:lvl3pPr>
            <a:lvl4pPr>
              <a:buNone/>
              <a:defRPr sz="3300" b="1">
                <a:solidFill>
                  <a:srgbClr val="345D70"/>
                </a:solidFill>
                <a:latin typeface="Segoe UI"/>
                <a:ea typeface="Segoe UI"/>
                <a:cs typeface="Segoe UI"/>
              </a:defRPr>
            </a:lvl4pPr>
            <a:lvl5pPr>
              <a:buNone/>
              <a:defRPr sz="3300" b="1">
                <a:solidFill>
                  <a:srgbClr val="345D70"/>
                </a:solidFill>
                <a:latin typeface="Segoe UI"/>
                <a:ea typeface="Segoe UI"/>
                <a:cs typeface="Segoe UI"/>
              </a:defRPr>
            </a:lvl5pPr>
            <a:lvl6pPr>
              <a:buNone/>
              <a:defRPr sz="3300" b="1">
                <a:solidFill>
                  <a:srgbClr val="345D70"/>
                </a:solidFill>
                <a:latin typeface="Segoe UI"/>
                <a:ea typeface="Segoe UI"/>
                <a:cs typeface="Segoe UI"/>
              </a:defRPr>
            </a:lvl6pPr>
            <a:lvl7pPr>
              <a:buNone/>
              <a:defRPr sz="3300" b="1">
                <a:solidFill>
                  <a:srgbClr val="345D70"/>
                </a:solidFill>
                <a:latin typeface="Segoe UI"/>
                <a:ea typeface="Segoe UI"/>
                <a:cs typeface="Segoe UI"/>
              </a:defRPr>
            </a:lvl7pPr>
            <a:lvl8pPr>
              <a:buNone/>
              <a:defRPr sz="3300" b="1">
                <a:solidFill>
                  <a:srgbClr val="345D70"/>
                </a:solidFill>
                <a:latin typeface="Segoe UI"/>
                <a:ea typeface="Segoe UI"/>
                <a:cs typeface="Segoe UI"/>
              </a:defRPr>
            </a:lvl8pPr>
            <a:lvl9pPr>
              <a:buNone/>
              <a:defRPr sz="3300" b="1">
                <a:solidFill>
                  <a:srgbClr val="345D70"/>
                </a:solidFill>
                <a:latin typeface="Segoe UI"/>
                <a:ea typeface="Segoe UI"/>
                <a:cs typeface="Segoe UI"/>
              </a:defRPr>
            </a:lvl9pPr>
          </a:lstStyle>
          <a:p xmlns:a="http://schemas.openxmlformats.org/drawingml/2006/main">
            <a:pPr>
              <a:buNone/>
              <a:defRPr sz="3300" b="1">
                <a:solidFill>
                  <a:srgbClr val="345D70"/>
                </a:solidFill>
                <a:latin typeface="Segoe UI"/>
                <a:ea typeface="Segoe UI"/>
                <a:cs typeface="Segoe UI"/>
              </a:defRPr>
            </a:pPr>
            <a:r>
              <a:rPr sz="3300" b="1">
                <a:solidFill>
                  <a:srgbClr val="345D70"/>
                </a:solidFill>
                <a:latin typeface="Segoe UI"/>
                <a:ea typeface="Segoe UI"/>
                <a:cs typeface="Segoe UI"/>
              </a:rPr>
              <a:t>Key vocabulary mat</a:t>
            </a:r>
          </a:p>
        </p:txBody>
      </p:sp>
      <p:pic>
        <p:nvPicPr>
          <p:cNvPr id="4" name="picture-cue-1">
            <a:extLst xmlns:a="http://schemas.openxmlformats.org/drawingml/2006/main">
              <a:ext uri="{FF2B5EF4-FFF2-40B4-BE49-F238E27FC236}">
                <a16:creationId xmlns:a16="http://schemas.microsoft.com/office/drawing/2014/main" id="{CE50C057-DFB3-4D01-BABF-A4A91255014A}"/>
              </a:ext>
            </a:extLst>
          </p:cNvPr>
          <p:cNvPicPr>
            <a:picLocks xmlns:a="http://schemas.openxmlformats.org/drawingml/2006/main" noChangeAspect="1"/>
          </p:cNvPicPr>
          <p:nvPr/>
        </p:nvPicPr>
        <p:blipFill>
          <a:blip xmlns:r="http://schemas.openxmlformats.org/officeDocument/2006/relationships" xmlns:a="http://schemas.openxmlformats.org/drawingml/2006/main" r:embed="R0d986d55115c4b6a"/>
          <a:stretch xmlns:a="http://schemas.openxmlformats.org/drawingml/2006/main"/>
        </p:blipFill>
        <p:spPr>
          <a:xfrm xmlns:a="http://schemas.openxmlformats.org/drawingml/2006/main">
            <a:off x="533400" y="1504950"/>
            <a:ext cx="457200" cy="457200"/>
          </a:xfrm>
          <a:prstGeom xmlns:a="http://schemas.openxmlformats.org/drawingml/2006/main" prst="rect">
            <a:avLst/>
          </a:prstGeom>
        </p:spPr>
      </p:pic>
      <p:sp>
        <p:nvSpPr>
          <p:cNvPr id="5" name="word-0">
            <a:extLst xmlns:a="http://schemas.openxmlformats.org/drawingml/2006/main">
              <a:ext uri="{FF2B5EF4-FFF2-40B4-BE49-F238E27FC236}">
                <a16:creationId xmlns:a16="http://schemas.microsoft.com/office/drawing/2014/main" id="{47F11860-02AE-4CBA-A731-1771A5487E0A}"/>
              </a:ext>
            </a:extLst>
          </p:cNvPr>
          <p:cNvSpPr>
            <a:spLocks xmlns:a="http://schemas.openxmlformats.org/drawingml/2006/main" noGrp="1"/>
          </p:cNvSpPr>
          <p:nvPr/>
        </p:nvSpPr>
        <p:spPr>
          <a:xfrm xmlns:a="http://schemas.openxmlformats.org/drawingml/2006/main">
            <a:off x="1162050" y="1457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buNone/>
              <a:defRPr sz="1875" b="1">
                <a:solidFill>
                  <a:srgbClr val="345D70"/>
                </a:solidFill>
                <a:latin typeface="Segoe UI"/>
                <a:ea typeface="Segoe UI"/>
                <a:cs typeface="Segoe UI"/>
              </a:defRPr>
            </a:lvl1pPr>
            <a:lvl2pPr>
              <a:buNone/>
              <a:defRPr sz="1875" b="1">
                <a:solidFill>
                  <a:srgbClr val="345D70"/>
                </a:solidFill>
                <a:latin typeface="Segoe UI"/>
                <a:ea typeface="Segoe UI"/>
                <a:cs typeface="Segoe UI"/>
              </a:defRPr>
            </a:lvl2pPr>
            <a:lvl3pPr>
              <a:buNone/>
              <a:defRPr sz="1875" b="1">
                <a:solidFill>
                  <a:srgbClr val="345D70"/>
                </a:solidFill>
                <a:latin typeface="Segoe UI"/>
                <a:ea typeface="Segoe UI"/>
                <a:cs typeface="Segoe UI"/>
              </a:defRPr>
            </a:lvl3pPr>
            <a:lvl4pPr>
              <a:buNone/>
              <a:defRPr sz="1875" b="1">
                <a:solidFill>
                  <a:srgbClr val="345D70"/>
                </a:solidFill>
                <a:latin typeface="Segoe UI"/>
                <a:ea typeface="Segoe UI"/>
                <a:cs typeface="Segoe UI"/>
              </a:defRPr>
            </a:lvl4pPr>
            <a:lvl5pPr>
              <a:buNone/>
              <a:defRPr sz="1875" b="1">
                <a:solidFill>
                  <a:srgbClr val="345D70"/>
                </a:solidFill>
                <a:latin typeface="Segoe UI"/>
                <a:ea typeface="Segoe UI"/>
                <a:cs typeface="Segoe UI"/>
              </a:defRPr>
            </a:lvl5pPr>
            <a:lvl6pPr>
              <a:buNone/>
              <a:defRPr sz="1875" b="1">
                <a:solidFill>
                  <a:srgbClr val="345D70"/>
                </a:solidFill>
                <a:latin typeface="Segoe UI"/>
                <a:ea typeface="Segoe UI"/>
                <a:cs typeface="Segoe UI"/>
              </a:defRPr>
            </a:lvl6pPr>
            <a:lvl7pPr>
              <a:buNone/>
              <a:defRPr sz="1875" b="1">
                <a:solidFill>
                  <a:srgbClr val="345D70"/>
                </a:solidFill>
                <a:latin typeface="Segoe UI"/>
                <a:ea typeface="Segoe UI"/>
                <a:cs typeface="Segoe UI"/>
              </a:defRPr>
            </a:lvl7pPr>
            <a:lvl8pPr>
              <a:buNone/>
              <a:defRPr sz="1875" b="1">
                <a:solidFill>
                  <a:srgbClr val="345D70"/>
                </a:solidFill>
                <a:latin typeface="Segoe UI"/>
                <a:ea typeface="Segoe UI"/>
                <a:cs typeface="Segoe UI"/>
              </a:defRPr>
            </a:lvl8pPr>
            <a:lvl9pPr>
              <a:buNone/>
              <a:defRPr sz="1875" b="1">
                <a:solidFill>
                  <a:srgbClr val="345D70"/>
                </a:solidFill>
                <a:latin typeface="Segoe UI"/>
                <a:ea typeface="Segoe UI"/>
                <a:cs typeface="Segoe UI"/>
              </a:defRPr>
            </a:lvl9pPr>
          </a:lstStyle>
          <a:p xmlns:a="http://schemas.openxmlformats.org/drawingml/2006/main">
            <a:pPr>
              <a:buNone/>
              <a:defRPr sz="1875" b="1">
                <a:solidFill>
                  <a:srgbClr val="345D70"/>
                </a:solidFill>
                <a:latin typeface="Segoe UI"/>
                <a:ea typeface="Segoe UI"/>
                <a:cs typeface="Segoe UI"/>
              </a:defRPr>
            </a:pPr>
            <a:r>
              <a:rPr sz="1875" b="1">
                <a:solidFill>
                  <a:srgbClr val="345D70"/>
                </a:solidFill>
                <a:latin typeface="Segoe UI"/>
                <a:ea typeface="Segoe UI"/>
                <a:cs typeface="Segoe UI"/>
              </a:rPr>
              <a:t>income</a:t>
            </a:r>
          </a:p>
        </p:txBody>
      </p:sp>
      <p:sp>
        <p:nvSpPr>
          <p:cNvPr id="6" name="definition-0">
            <a:extLst xmlns:a="http://schemas.openxmlformats.org/drawingml/2006/main">
              <a:ext uri="{FF2B5EF4-FFF2-40B4-BE49-F238E27FC236}">
                <a16:creationId xmlns:a16="http://schemas.microsoft.com/office/drawing/2014/main" id="{B8983B67-875E-4B4D-9F4A-D79605802BB8}"/>
              </a:ext>
            </a:extLst>
          </p:cNvPr>
          <p:cNvSpPr>
            <a:spLocks xmlns:a="http://schemas.openxmlformats.org/drawingml/2006/main" noGrp="1"/>
          </p:cNvSpPr>
          <p:nvPr/>
        </p:nvSpPr>
        <p:spPr>
          <a:xfrm xmlns:a="http://schemas.openxmlformats.org/drawingml/2006/main">
            <a:off x="1162050" y="1800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buNone/>
              <a:defRPr sz="1800" b="0">
                <a:solidFill>
                  <a:srgbClr val="192E3B"/>
                </a:solidFill>
                <a:latin typeface="Segoe UI"/>
                <a:ea typeface="Segoe UI"/>
                <a:cs typeface="Segoe UI"/>
              </a:defRPr>
            </a:lvl1pPr>
            <a:lvl2pPr>
              <a:buNone/>
              <a:defRPr sz="1800" b="0">
                <a:solidFill>
                  <a:srgbClr val="192E3B"/>
                </a:solidFill>
                <a:latin typeface="Segoe UI"/>
                <a:ea typeface="Segoe UI"/>
                <a:cs typeface="Segoe UI"/>
              </a:defRPr>
            </a:lvl2pPr>
            <a:lvl3pPr>
              <a:buNone/>
              <a:defRPr sz="1800" b="0">
                <a:solidFill>
                  <a:srgbClr val="192E3B"/>
                </a:solidFill>
                <a:latin typeface="Segoe UI"/>
                <a:ea typeface="Segoe UI"/>
                <a:cs typeface="Segoe UI"/>
              </a:defRPr>
            </a:lvl3pPr>
            <a:lvl4pPr>
              <a:buNone/>
              <a:defRPr sz="1800" b="0">
                <a:solidFill>
                  <a:srgbClr val="192E3B"/>
                </a:solidFill>
                <a:latin typeface="Segoe UI"/>
                <a:ea typeface="Segoe UI"/>
                <a:cs typeface="Segoe UI"/>
              </a:defRPr>
            </a:lvl4pPr>
            <a:lvl5pPr>
              <a:buNone/>
              <a:defRPr sz="1800" b="0">
                <a:solidFill>
                  <a:srgbClr val="192E3B"/>
                </a:solidFill>
                <a:latin typeface="Segoe UI"/>
                <a:ea typeface="Segoe UI"/>
                <a:cs typeface="Segoe UI"/>
              </a:defRPr>
            </a:lvl5pPr>
            <a:lvl6pPr>
              <a:buNone/>
              <a:defRPr sz="1800" b="0">
                <a:solidFill>
                  <a:srgbClr val="192E3B"/>
                </a:solidFill>
                <a:latin typeface="Segoe UI"/>
                <a:ea typeface="Segoe UI"/>
                <a:cs typeface="Segoe UI"/>
              </a:defRPr>
            </a:lvl6pPr>
            <a:lvl7pPr>
              <a:buNone/>
              <a:defRPr sz="1800" b="0">
                <a:solidFill>
                  <a:srgbClr val="192E3B"/>
                </a:solidFill>
                <a:latin typeface="Segoe UI"/>
                <a:ea typeface="Segoe UI"/>
                <a:cs typeface="Segoe UI"/>
              </a:defRPr>
            </a:lvl7pPr>
            <a:lvl8pPr>
              <a:buNone/>
              <a:defRPr sz="1800" b="0">
                <a:solidFill>
                  <a:srgbClr val="192E3B"/>
                </a:solidFill>
                <a:latin typeface="Segoe UI"/>
                <a:ea typeface="Segoe UI"/>
                <a:cs typeface="Segoe UI"/>
              </a:defRPr>
            </a:lvl8pPr>
            <a:lvl9pPr>
              <a:buNone/>
              <a:defRPr sz="1800" b="0">
                <a:solidFill>
                  <a:srgbClr val="192E3B"/>
                </a:solidFill>
                <a:latin typeface="Segoe UI"/>
                <a:ea typeface="Segoe UI"/>
                <a:cs typeface="Segoe UI"/>
              </a:defRPr>
            </a:lvl9pPr>
          </a:lstStyle>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Money that comes in.</a:t>
            </a:r>
          </a:p>
        </p:txBody>
      </p:sp>
      <p:pic>
        <p:nvPicPr>
          <p:cNvPr id="7" name="picture-cue-2">
            <a:extLst xmlns:a="http://schemas.openxmlformats.org/drawingml/2006/main">
              <a:ext uri="{FF2B5EF4-FFF2-40B4-BE49-F238E27FC236}">
                <a16:creationId xmlns:a16="http://schemas.microsoft.com/office/drawing/2014/main" id="{7D236E04-D1C1-40B6-BF1D-2687A0CDACCF}"/>
              </a:ext>
            </a:extLst>
          </p:cNvPr>
          <p:cNvPicPr>
            <a:picLocks xmlns:a="http://schemas.openxmlformats.org/drawingml/2006/main" noChangeAspect="1"/>
          </p:cNvPicPr>
          <p:nvPr/>
        </p:nvPicPr>
        <p:blipFill>
          <a:blip xmlns:r="http://schemas.openxmlformats.org/officeDocument/2006/relationships" xmlns:a="http://schemas.openxmlformats.org/drawingml/2006/main" r:embed="R5eaa1d43fa094eab"/>
          <a:stretch xmlns:a="http://schemas.openxmlformats.org/drawingml/2006/main"/>
        </p:blipFill>
        <p:spPr>
          <a:xfrm xmlns:a="http://schemas.openxmlformats.org/drawingml/2006/main">
            <a:off x="6248400" y="1504950"/>
            <a:ext cx="457200" cy="457200"/>
          </a:xfrm>
          <a:prstGeom xmlns:a="http://schemas.openxmlformats.org/drawingml/2006/main" prst="rect">
            <a:avLst/>
          </a:prstGeom>
        </p:spPr>
      </p:pic>
      <p:sp>
        <p:nvSpPr>
          <p:cNvPr id="8" name="word-1">
            <a:extLst xmlns:a="http://schemas.openxmlformats.org/drawingml/2006/main">
              <a:ext uri="{FF2B5EF4-FFF2-40B4-BE49-F238E27FC236}">
                <a16:creationId xmlns:a16="http://schemas.microsoft.com/office/drawing/2014/main" id="{B638FD0D-ED7D-4210-99CF-8AF6D61B44B8}"/>
              </a:ext>
            </a:extLst>
          </p:cNvPr>
          <p:cNvSpPr>
            <a:spLocks xmlns:a="http://schemas.openxmlformats.org/drawingml/2006/main" noGrp="1"/>
          </p:cNvSpPr>
          <p:nvPr/>
        </p:nvSpPr>
        <p:spPr>
          <a:xfrm xmlns:a="http://schemas.openxmlformats.org/drawingml/2006/main">
            <a:off x="6877050" y="1457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buNone/>
              <a:defRPr sz="1875" b="1">
                <a:solidFill>
                  <a:srgbClr val="345D70"/>
                </a:solidFill>
                <a:latin typeface="Segoe UI"/>
                <a:ea typeface="Segoe UI"/>
                <a:cs typeface="Segoe UI"/>
              </a:defRPr>
            </a:lvl1pPr>
            <a:lvl2pPr>
              <a:buNone/>
              <a:defRPr sz="1875" b="1">
                <a:solidFill>
                  <a:srgbClr val="345D70"/>
                </a:solidFill>
                <a:latin typeface="Segoe UI"/>
                <a:ea typeface="Segoe UI"/>
                <a:cs typeface="Segoe UI"/>
              </a:defRPr>
            </a:lvl2pPr>
            <a:lvl3pPr>
              <a:buNone/>
              <a:defRPr sz="1875" b="1">
                <a:solidFill>
                  <a:srgbClr val="345D70"/>
                </a:solidFill>
                <a:latin typeface="Segoe UI"/>
                <a:ea typeface="Segoe UI"/>
                <a:cs typeface="Segoe UI"/>
              </a:defRPr>
            </a:lvl3pPr>
            <a:lvl4pPr>
              <a:buNone/>
              <a:defRPr sz="1875" b="1">
                <a:solidFill>
                  <a:srgbClr val="345D70"/>
                </a:solidFill>
                <a:latin typeface="Segoe UI"/>
                <a:ea typeface="Segoe UI"/>
                <a:cs typeface="Segoe UI"/>
              </a:defRPr>
            </a:lvl4pPr>
            <a:lvl5pPr>
              <a:buNone/>
              <a:defRPr sz="1875" b="1">
                <a:solidFill>
                  <a:srgbClr val="345D70"/>
                </a:solidFill>
                <a:latin typeface="Segoe UI"/>
                <a:ea typeface="Segoe UI"/>
                <a:cs typeface="Segoe UI"/>
              </a:defRPr>
            </a:lvl5pPr>
            <a:lvl6pPr>
              <a:buNone/>
              <a:defRPr sz="1875" b="1">
                <a:solidFill>
                  <a:srgbClr val="345D70"/>
                </a:solidFill>
                <a:latin typeface="Segoe UI"/>
                <a:ea typeface="Segoe UI"/>
                <a:cs typeface="Segoe UI"/>
              </a:defRPr>
            </a:lvl6pPr>
            <a:lvl7pPr>
              <a:buNone/>
              <a:defRPr sz="1875" b="1">
                <a:solidFill>
                  <a:srgbClr val="345D70"/>
                </a:solidFill>
                <a:latin typeface="Segoe UI"/>
                <a:ea typeface="Segoe UI"/>
                <a:cs typeface="Segoe UI"/>
              </a:defRPr>
            </a:lvl7pPr>
            <a:lvl8pPr>
              <a:buNone/>
              <a:defRPr sz="1875" b="1">
                <a:solidFill>
                  <a:srgbClr val="345D70"/>
                </a:solidFill>
                <a:latin typeface="Segoe UI"/>
                <a:ea typeface="Segoe UI"/>
                <a:cs typeface="Segoe UI"/>
              </a:defRPr>
            </a:lvl8pPr>
            <a:lvl9pPr>
              <a:buNone/>
              <a:defRPr sz="1875" b="1">
                <a:solidFill>
                  <a:srgbClr val="345D70"/>
                </a:solidFill>
                <a:latin typeface="Segoe UI"/>
                <a:ea typeface="Segoe UI"/>
                <a:cs typeface="Segoe UI"/>
              </a:defRPr>
            </a:lvl9pPr>
          </a:lstStyle>
          <a:p xmlns:a="http://schemas.openxmlformats.org/drawingml/2006/main">
            <a:pPr>
              <a:buNone/>
              <a:defRPr sz="1875" b="1">
                <a:solidFill>
                  <a:srgbClr val="345D70"/>
                </a:solidFill>
                <a:latin typeface="Segoe UI"/>
                <a:ea typeface="Segoe UI"/>
                <a:cs typeface="Segoe UI"/>
              </a:defRPr>
            </a:pPr>
            <a:r>
              <a:rPr sz="1875" b="1">
                <a:solidFill>
                  <a:srgbClr val="345D70"/>
                </a:solidFill>
                <a:latin typeface="Segoe UI"/>
                <a:ea typeface="Segoe UI"/>
                <a:cs typeface="Segoe UI"/>
              </a:rPr>
              <a:t>gift</a:t>
            </a:r>
          </a:p>
        </p:txBody>
      </p:sp>
      <p:sp>
        <p:nvSpPr>
          <p:cNvPr id="9" name="definition-1">
            <a:extLst xmlns:a="http://schemas.openxmlformats.org/drawingml/2006/main">
              <a:ext uri="{FF2B5EF4-FFF2-40B4-BE49-F238E27FC236}">
                <a16:creationId xmlns:a16="http://schemas.microsoft.com/office/drawing/2014/main" id="{FE3FF9F0-24DC-46FB-8362-2AB55737EF54}"/>
              </a:ext>
            </a:extLst>
          </p:cNvPr>
          <p:cNvSpPr>
            <a:spLocks xmlns:a="http://schemas.openxmlformats.org/drawingml/2006/main" noGrp="1"/>
          </p:cNvSpPr>
          <p:nvPr/>
        </p:nvSpPr>
        <p:spPr>
          <a:xfrm xmlns:a="http://schemas.openxmlformats.org/drawingml/2006/main">
            <a:off x="6877050" y="1800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buNone/>
              <a:defRPr sz="1800" b="0">
                <a:solidFill>
                  <a:srgbClr val="192E3B"/>
                </a:solidFill>
                <a:latin typeface="Segoe UI"/>
                <a:ea typeface="Segoe UI"/>
                <a:cs typeface="Segoe UI"/>
              </a:defRPr>
            </a:lvl1pPr>
            <a:lvl2pPr>
              <a:buNone/>
              <a:defRPr sz="1800" b="0">
                <a:solidFill>
                  <a:srgbClr val="192E3B"/>
                </a:solidFill>
                <a:latin typeface="Segoe UI"/>
                <a:ea typeface="Segoe UI"/>
                <a:cs typeface="Segoe UI"/>
              </a:defRPr>
            </a:lvl2pPr>
            <a:lvl3pPr>
              <a:buNone/>
              <a:defRPr sz="1800" b="0">
                <a:solidFill>
                  <a:srgbClr val="192E3B"/>
                </a:solidFill>
                <a:latin typeface="Segoe UI"/>
                <a:ea typeface="Segoe UI"/>
                <a:cs typeface="Segoe UI"/>
              </a:defRPr>
            </a:lvl3pPr>
            <a:lvl4pPr>
              <a:buNone/>
              <a:defRPr sz="1800" b="0">
                <a:solidFill>
                  <a:srgbClr val="192E3B"/>
                </a:solidFill>
                <a:latin typeface="Segoe UI"/>
                <a:ea typeface="Segoe UI"/>
                <a:cs typeface="Segoe UI"/>
              </a:defRPr>
            </a:lvl4pPr>
            <a:lvl5pPr>
              <a:buNone/>
              <a:defRPr sz="1800" b="0">
                <a:solidFill>
                  <a:srgbClr val="192E3B"/>
                </a:solidFill>
                <a:latin typeface="Segoe UI"/>
                <a:ea typeface="Segoe UI"/>
                <a:cs typeface="Segoe UI"/>
              </a:defRPr>
            </a:lvl5pPr>
            <a:lvl6pPr>
              <a:buNone/>
              <a:defRPr sz="1800" b="0">
                <a:solidFill>
                  <a:srgbClr val="192E3B"/>
                </a:solidFill>
                <a:latin typeface="Segoe UI"/>
                <a:ea typeface="Segoe UI"/>
                <a:cs typeface="Segoe UI"/>
              </a:defRPr>
            </a:lvl6pPr>
            <a:lvl7pPr>
              <a:buNone/>
              <a:defRPr sz="1800" b="0">
                <a:solidFill>
                  <a:srgbClr val="192E3B"/>
                </a:solidFill>
                <a:latin typeface="Segoe UI"/>
                <a:ea typeface="Segoe UI"/>
                <a:cs typeface="Segoe UI"/>
              </a:defRPr>
            </a:lvl7pPr>
            <a:lvl8pPr>
              <a:buNone/>
              <a:defRPr sz="1800" b="0">
                <a:solidFill>
                  <a:srgbClr val="192E3B"/>
                </a:solidFill>
                <a:latin typeface="Segoe UI"/>
                <a:ea typeface="Segoe UI"/>
                <a:cs typeface="Segoe UI"/>
              </a:defRPr>
            </a:lvl8pPr>
            <a:lvl9pPr>
              <a:buNone/>
              <a:defRPr sz="1800" b="0">
                <a:solidFill>
                  <a:srgbClr val="192E3B"/>
                </a:solidFill>
                <a:latin typeface="Segoe UI"/>
                <a:ea typeface="Segoe UI"/>
                <a:cs typeface="Segoe UI"/>
              </a:defRPr>
            </a:lvl9pPr>
          </a:lstStyle>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Money given with no cake bought.</a:t>
            </a:r>
          </a:p>
        </p:txBody>
      </p:sp>
      <p:pic>
        <p:nvPicPr>
          <p:cNvPr id="10" name="picture-cue-3">
            <a:extLst xmlns:a="http://schemas.openxmlformats.org/drawingml/2006/main">
              <a:ext uri="{FF2B5EF4-FFF2-40B4-BE49-F238E27FC236}">
                <a16:creationId xmlns:a16="http://schemas.microsoft.com/office/drawing/2014/main" id="{4FE92679-2A3E-4B12-A7AC-1D74DA9C09C6}"/>
              </a:ext>
            </a:extLst>
          </p:cNvPr>
          <p:cNvPicPr>
            <a:picLocks xmlns:a="http://schemas.openxmlformats.org/drawingml/2006/main" noChangeAspect="1"/>
          </p:cNvPicPr>
          <p:nvPr/>
        </p:nvPicPr>
        <p:blipFill>
          <a:blip xmlns:r="http://schemas.openxmlformats.org/officeDocument/2006/relationships" xmlns:a="http://schemas.openxmlformats.org/drawingml/2006/main" r:embed="R23d9283e1a0b446c"/>
          <a:stretch xmlns:a="http://schemas.openxmlformats.org/drawingml/2006/main"/>
        </p:blipFill>
        <p:spPr>
          <a:xfrm xmlns:a="http://schemas.openxmlformats.org/drawingml/2006/main">
            <a:off x="533400" y="2647950"/>
            <a:ext cx="457200" cy="457200"/>
          </a:xfrm>
          <a:prstGeom xmlns:a="http://schemas.openxmlformats.org/drawingml/2006/main" prst="rect">
            <a:avLst/>
          </a:prstGeom>
        </p:spPr>
      </p:pic>
      <p:sp>
        <p:nvSpPr>
          <p:cNvPr id="11" name="word-2">
            <a:extLst xmlns:a="http://schemas.openxmlformats.org/drawingml/2006/main">
              <a:ext uri="{FF2B5EF4-FFF2-40B4-BE49-F238E27FC236}">
                <a16:creationId xmlns:a16="http://schemas.microsoft.com/office/drawing/2014/main" id="{15F2C044-92FA-4095-87C5-BD78E6AE4F2C}"/>
              </a:ext>
            </a:extLst>
          </p:cNvPr>
          <p:cNvSpPr>
            <a:spLocks xmlns:a="http://schemas.openxmlformats.org/drawingml/2006/main" noGrp="1"/>
          </p:cNvSpPr>
          <p:nvPr/>
        </p:nvSpPr>
        <p:spPr>
          <a:xfrm xmlns:a="http://schemas.openxmlformats.org/drawingml/2006/main">
            <a:off x="1162050" y="2600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buNone/>
              <a:defRPr sz="1875" b="1">
                <a:solidFill>
                  <a:srgbClr val="345D70"/>
                </a:solidFill>
                <a:latin typeface="Segoe UI"/>
                <a:ea typeface="Segoe UI"/>
                <a:cs typeface="Segoe UI"/>
              </a:defRPr>
            </a:lvl1pPr>
            <a:lvl2pPr>
              <a:buNone/>
              <a:defRPr sz="1875" b="1">
                <a:solidFill>
                  <a:srgbClr val="345D70"/>
                </a:solidFill>
                <a:latin typeface="Segoe UI"/>
                <a:ea typeface="Segoe UI"/>
                <a:cs typeface="Segoe UI"/>
              </a:defRPr>
            </a:lvl2pPr>
            <a:lvl3pPr>
              <a:buNone/>
              <a:defRPr sz="1875" b="1">
                <a:solidFill>
                  <a:srgbClr val="345D70"/>
                </a:solidFill>
                <a:latin typeface="Segoe UI"/>
                <a:ea typeface="Segoe UI"/>
                <a:cs typeface="Segoe UI"/>
              </a:defRPr>
            </a:lvl3pPr>
            <a:lvl4pPr>
              <a:buNone/>
              <a:defRPr sz="1875" b="1">
                <a:solidFill>
                  <a:srgbClr val="345D70"/>
                </a:solidFill>
                <a:latin typeface="Segoe UI"/>
                <a:ea typeface="Segoe UI"/>
                <a:cs typeface="Segoe UI"/>
              </a:defRPr>
            </a:lvl4pPr>
            <a:lvl5pPr>
              <a:buNone/>
              <a:defRPr sz="1875" b="1">
                <a:solidFill>
                  <a:srgbClr val="345D70"/>
                </a:solidFill>
                <a:latin typeface="Segoe UI"/>
                <a:ea typeface="Segoe UI"/>
                <a:cs typeface="Segoe UI"/>
              </a:defRPr>
            </a:lvl5pPr>
            <a:lvl6pPr>
              <a:buNone/>
              <a:defRPr sz="1875" b="1">
                <a:solidFill>
                  <a:srgbClr val="345D70"/>
                </a:solidFill>
                <a:latin typeface="Segoe UI"/>
                <a:ea typeface="Segoe UI"/>
                <a:cs typeface="Segoe UI"/>
              </a:defRPr>
            </a:lvl6pPr>
            <a:lvl7pPr>
              <a:buNone/>
              <a:defRPr sz="1875" b="1">
                <a:solidFill>
                  <a:srgbClr val="345D70"/>
                </a:solidFill>
                <a:latin typeface="Segoe UI"/>
                <a:ea typeface="Segoe UI"/>
                <a:cs typeface="Segoe UI"/>
              </a:defRPr>
            </a:lvl7pPr>
            <a:lvl8pPr>
              <a:buNone/>
              <a:defRPr sz="1875" b="1">
                <a:solidFill>
                  <a:srgbClr val="345D70"/>
                </a:solidFill>
                <a:latin typeface="Segoe UI"/>
                <a:ea typeface="Segoe UI"/>
                <a:cs typeface="Segoe UI"/>
              </a:defRPr>
            </a:lvl8pPr>
            <a:lvl9pPr>
              <a:buNone/>
              <a:defRPr sz="1875" b="1">
                <a:solidFill>
                  <a:srgbClr val="345D70"/>
                </a:solidFill>
                <a:latin typeface="Segoe UI"/>
                <a:ea typeface="Segoe UI"/>
                <a:cs typeface="Segoe UI"/>
              </a:defRPr>
            </a:lvl9pPr>
          </a:lstStyle>
          <a:p xmlns:a="http://schemas.openxmlformats.org/drawingml/2006/main">
            <a:pPr>
              <a:buNone/>
              <a:defRPr sz="1875" b="1">
                <a:solidFill>
                  <a:srgbClr val="345D70"/>
                </a:solidFill>
                <a:latin typeface="Segoe UI"/>
                <a:ea typeface="Segoe UI"/>
                <a:cs typeface="Segoe UI"/>
              </a:defRPr>
            </a:pPr>
            <a:r>
              <a:rPr sz="1875" b="1">
                <a:solidFill>
                  <a:srgbClr val="345D70"/>
                </a:solidFill>
                <a:latin typeface="Segoe UI"/>
                <a:ea typeface="Segoe UI"/>
                <a:cs typeface="Segoe UI"/>
              </a:rPr>
              <a:t>cost</a:t>
            </a:r>
          </a:p>
        </p:txBody>
      </p:sp>
      <p:sp>
        <p:nvSpPr>
          <p:cNvPr id="12" name="definition-2">
            <a:extLst xmlns:a="http://schemas.openxmlformats.org/drawingml/2006/main">
              <a:ext uri="{FF2B5EF4-FFF2-40B4-BE49-F238E27FC236}">
                <a16:creationId xmlns:a16="http://schemas.microsoft.com/office/drawing/2014/main" id="{DD39EB08-1366-42E9-B03F-6FD4674F6140}"/>
              </a:ext>
            </a:extLst>
          </p:cNvPr>
          <p:cNvSpPr>
            <a:spLocks xmlns:a="http://schemas.openxmlformats.org/drawingml/2006/main" noGrp="1"/>
          </p:cNvSpPr>
          <p:nvPr/>
        </p:nvSpPr>
        <p:spPr>
          <a:xfrm xmlns:a="http://schemas.openxmlformats.org/drawingml/2006/main">
            <a:off x="1162050" y="2943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buNone/>
              <a:defRPr sz="1800" b="0">
                <a:solidFill>
                  <a:srgbClr val="192E3B"/>
                </a:solidFill>
                <a:latin typeface="Segoe UI"/>
                <a:ea typeface="Segoe UI"/>
                <a:cs typeface="Segoe UI"/>
              </a:defRPr>
            </a:lvl1pPr>
            <a:lvl2pPr>
              <a:buNone/>
              <a:defRPr sz="1800" b="0">
                <a:solidFill>
                  <a:srgbClr val="192E3B"/>
                </a:solidFill>
                <a:latin typeface="Segoe UI"/>
                <a:ea typeface="Segoe UI"/>
                <a:cs typeface="Segoe UI"/>
              </a:defRPr>
            </a:lvl2pPr>
            <a:lvl3pPr>
              <a:buNone/>
              <a:defRPr sz="1800" b="0">
                <a:solidFill>
                  <a:srgbClr val="192E3B"/>
                </a:solidFill>
                <a:latin typeface="Segoe UI"/>
                <a:ea typeface="Segoe UI"/>
                <a:cs typeface="Segoe UI"/>
              </a:defRPr>
            </a:lvl3pPr>
            <a:lvl4pPr>
              <a:buNone/>
              <a:defRPr sz="1800" b="0">
                <a:solidFill>
                  <a:srgbClr val="192E3B"/>
                </a:solidFill>
                <a:latin typeface="Segoe UI"/>
                <a:ea typeface="Segoe UI"/>
                <a:cs typeface="Segoe UI"/>
              </a:defRPr>
            </a:lvl4pPr>
            <a:lvl5pPr>
              <a:buNone/>
              <a:defRPr sz="1800" b="0">
                <a:solidFill>
                  <a:srgbClr val="192E3B"/>
                </a:solidFill>
                <a:latin typeface="Segoe UI"/>
                <a:ea typeface="Segoe UI"/>
                <a:cs typeface="Segoe UI"/>
              </a:defRPr>
            </a:lvl5pPr>
            <a:lvl6pPr>
              <a:buNone/>
              <a:defRPr sz="1800" b="0">
                <a:solidFill>
                  <a:srgbClr val="192E3B"/>
                </a:solidFill>
                <a:latin typeface="Segoe UI"/>
                <a:ea typeface="Segoe UI"/>
                <a:cs typeface="Segoe UI"/>
              </a:defRPr>
            </a:lvl6pPr>
            <a:lvl7pPr>
              <a:buNone/>
              <a:defRPr sz="1800" b="0">
                <a:solidFill>
                  <a:srgbClr val="192E3B"/>
                </a:solidFill>
                <a:latin typeface="Segoe UI"/>
                <a:ea typeface="Segoe UI"/>
                <a:cs typeface="Segoe UI"/>
              </a:defRPr>
            </a:lvl7pPr>
            <a:lvl8pPr>
              <a:buNone/>
              <a:defRPr sz="1800" b="0">
                <a:solidFill>
                  <a:srgbClr val="192E3B"/>
                </a:solidFill>
                <a:latin typeface="Segoe UI"/>
                <a:ea typeface="Segoe UI"/>
                <a:cs typeface="Segoe UI"/>
              </a:defRPr>
            </a:lvl8pPr>
            <a:lvl9pPr>
              <a:buNone/>
              <a:defRPr sz="1800" b="0">
                <a:solidFill>
                  <a:srgbClr val="192E3B"/>
                </a:solidFill>
                <a:latin typeface="Segoe UI"/>
                <a:ea typeface="Segoe UI"/>
                <a:cs typeface="Segoe UI"/>
              </a:defRPr>
            </a:lvl9pPr>
          </a:lstStyle>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Money spent on the sale.</a:t>
            </a:r>
          </a:p>
        </p:txBody>
      </p:sp>
      <p:pic>
        <p:nvPicPr>
          <p:cNvPr id="13" name="picture-cue-4">
            <a:extLst xmlns:a="http://schemas.openxmlformats.org/drawingml/2006/main">
              <a:ext uri="{FF2B5EF4-FFF2-40B4-BE49-F238E27FC236}">
                <a16:creationId xmlns:a16="http://schemas.microsoft.com/office/drawing/2014/main" id="{1416F93C-DD32-4B8F-B857-8B35330F824A}"/>
              </a:ext>
            </a:extLst>
          </p:cNvPr>
          <p:cNvPicPr>
            <a:picLocks xmlns:a="http://schemas.openxmlformats.org/drawingml/2006/main" noChangeAspect="1"/>
          </p:cNvPicPr>
          <p:nvPr/>
        </p:nvPicPr>
        <p:blipFill>
          <a:blip xmlns:r="http://schemas.openxmlformats.org/officeDocument/2006/relationships" xmlns:a="http://schemas.openxmlformats.org/drawingml/2006/main" r:embed="R047ed9d3dbd94801"/>
          <a:stretch xmlns:a="http://schemas.openxmlformats.org/drawingml/2006/main"/>
        </p:blipFill>
        <p:spPr>
          <a:xfrm xmlns:a="http://schemas.openxmlformats.org/drawingml/2006/main">
            <a:off x="6248400" y="2647950"/>
            <a:ext cx="457200" cy="457200"/>
          </a:xfrm>
          <a:prstGeom xmlns:a="http://schemas.openxmlformats.org/drawingml/2006/main" prst="rect">
            <a:avLst/>
          </a:prstGeom>
        </p:spPr>
      </p:pic>
      <p:sp>
        <p:nvSpPr>
          <p:cNvPr id="14" name="word-3">
            <a:extLst xmlns:a="http://schemas.openxmlformats.org/drawingml/2006/main">
              <a:ext uri="{FF2B5EF4-FFF2-40B4-BE49-F238E27FC236}">
                <a16:creationId xmlns:a16="http://schemas.microsoft.com/office/drawing/2014/main" id="{D05CA255-69CA-49BA-B5BF-87345A603EF1}"/>
              </a:ext>
            </a:extLst>
          </p:cNvPr>
          <p:cNvSpPr>
            <a:spLocks xmlns:a="http://schemas.openxmlformats.org/drawingml/2006/main" noGrp="1"/>
          </p:cNvSpPr>
          <p:nvPr/>
        </p:nvSpPr>
        <p:spPr>
          <a:xfrm xmlns:a="http://schemas.openxmlformats.org/drawingml/2006/main">
            <a:off x="6877050" y="2600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buNone/>
              <a:defRPr sz="1875" b="1">
                <a:solidFill>
                  <a:srgbClr val="345D70"/>
                </a:solidFill>
                <a:latin typeface="Segoe UI"/>
                <a:ea typeface="Segoe UI"/>
                <a:cs typeface="Segoe UI"/>
              </a:defRPr>
            </a:lvl1pPr>
            <a:lvl2pPr>
              <a:buNone/>
              <a:defRPr sz="1875" b="1">
                <a:solidFill>
                  <a:srgbClr val="345D70"/>
                </a:solidFill>
                <a:latin typeface="Segoe UI"/>
                <a:ea typeface="Segoe UI"/>
                <a:cs typeface="Segoe UI"/>
              </a:defRPr>
            </a:lvl2pPr>
            <a:lvl3pPr>
              <a:buNone/>
              <a:defRPr sz="1875" b="1">
                <a:solidFill>
                  <a:srgbClr val="345D70"/>
                </a:solidFill>
                <a:latin typeface="Segoe UI"/>
                <a:ea typeface="Segoe UI"/>
                <a:cs typeface="Segoe UI"/>
              </a:defRPr>
            </a:lvl3pPr>
            <a:lvl4pPr>
              <a:buNone/>
              <a:defRPr sz="1875" b="1">
                <a:solidFill>
                  <a:srgbClr val="345D70"/>
                </a:solidFill>
                <a:latin typeface="Segoe UI"/>
                <a:ea typeface="Segoe UI"/>
                <a:cs typeface="Segoe UI"/>
              </a:defRPr>
            </a:lvl4pPr>
            <a:lvl5pPr>
              <a:buNone/>
              <a:defRPr sz="1875" b="1">
                <a:solidFill>
                  <a:srgbClr val="345D70"/>
                </a:solidFill>
                <a:latin typeface="Segoe UI"/>
                <a:ea typeface="Segoe UI"/>
                <a:cs typeface="Segoe UI"/>
              </a:defRPr>
            </a:lvl5pPr>
            <a:lvl6pPr>
              <a:buNone/>
              <a:defRPr sz="1875" b="1">
                <a:solidFill>
                  <a:srgbClr val="345D70"/>
                </a:solidFill>
                <a:latin typeface="Segoe UI"/>
                <a:ea typeface="Segoe UI"/>
                <a:cs typeface="Segoe UI"/>
              </a:defRPr>
            </a:lvl6pPr>
            <a:lvl7pPr>
              <a:buNone/>
              <a:defRPr sz="1875" b="1">
                <a:solidFill>
                  <a:srgbClr val="345D70"/>
                </a:solidFill>
                <a:latin typeface="Segoe UI"/>
                <a:ea typeface="Segoe UI"/>
                <a:cs typeface="Segoe UI"/>
              </a:defRPr>
            </a:lvl7pPr>
            <a:lvl8pPr>
              <a:buNone/>
              <a:defRPr sz="1875" b="1">
                <a:solidFill>
                  <a:srgbClr val="345D70"/>
                </a:solidFill>
                <a:latin typeface="Segoe UI"/>
                <a:ea typeface="Segoe UI"/>
                <a:cs typeface="Segoe UI"/>
              </a:defRPr>
            </a:lvl8pPr>
            <a:lvl9pPr>
              <a:buNone/>
              <a:defRPr sz="1875" b="1">
                <a:solidFill>
                  <a:srgbClr val="345D70"/>
                </a:solidFill>
                <a:latin typeface="Segoe UI"/>
                <a:ea typeface="Segoe UI"/>
                <a:cs typeface="Segoe UI"/>
              </a:defRPr>
            </a:lvl9pPr>
          </a:lstStyle>
          <a:p xmlns:a="http://schemas.openxmlformats.org/drawingml/2006/main">
            <a:pPr>
              <a:buNone/>
              <a:defRPr sz="1875" b="1">
                <a:solidFill>
                  <a:srgbClr val="345D70"/>
                </a:solidFill>
                <a:latin typeface="Segoe UI"/>
                <a:ea typeface="Segoe UI"/>
                <a:cs typeface="Segoe UI"/>
              </a:defRPr>
            </a:pPr>
            <a:r>
              <a:rPr sz="1875" b="1">
                <a:solidFill>
                  <a:srgbClr val="345D70"/>
                </a:solidFill>
                <a:latin typeface="Segoe UI"/>
                <a:ea typeface="Segoe UI"/>
                <a:cs typeface="Segoe UI"/>
              </a:rPr>
              <a:t>float</a:t>
            </a:r>
          </a:p>
        </p:txBody>
      </p:sp>
      <p:sp>
        <p:nvSpPr>
          <p:cNvPr id="15" name="definition-3">
            <a:extLst xmlns:a="http://schemas.openxmlformats.org/drawingml/2006/main">
              <a:ext uri="{FF2B5EF4-FFF2-40B4-BE49-F238E27FC236}">
                <a16:creationId xmlns:a16="http://schemas.microsoft.com/office/drawing/2014/main" id="{83B4FC72-B809-4707-B71C-F939DCD49FF9}"/>
              </a:ext>
            </a:extLst>
          </p:cNvPr>
          <p:cNvSpPr>
            <a:spLocks xmlns:a="http://schemas.openxmlformats.org/drawingml/2006/main" noGrp="1"/>
          </p:cNvSpPr>
          <p:nvPr/>
        </p:nvSpPr>
        <p:spPr>
          <a:xfrm xmlns:a="http://schemas.openxmlformats.org/drawingml/2006/main">
            <a:off x="6877050" y="2943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buNone/>
              <a:defRPr sz="1800" b="0">
                <a:solidFill>
                  <a:srgbClr val="192E3B"/>
                </a:solidFill>
                <a:latin typeface="Segoe UI"/>
                <a:ea typeface="Segoe UI"/>
                <a:cs typeface="Segoe UI"/>
              </a:defRPr>
            </a:lvl1pPr>
            <a:lvl2pPr>
              <a:buNone/>
              <a:defRPr sz="1800" b="0">
                <a:solidFill>
                  <a:srgbClr val="192E3B"/>
                </a:solidFill>
                <a:latin typeface="Segoe UI"/>
                <a:ea typeface="Segoe UI"/>
                <a:cs typeface="Segoe UI"/>
              </a:defRPr>
            </a:lvl2pPr>
            <a:lvl3pPr>
              <a:buNone/>
              <a:defRPr sz="1800" b="0">
                <a:solidFill>
                  <a:srgbClr val="192E3B"/>
                </a:solidFill>
                <a:latin typeface="Segoe UI"/>
                <a:ea typeface="Segoe UI"/>
                <a:cs typeface="Segoe UI"/>
              </a:defRPr>
            </a:lvl3pPr>
            <a:lvl4pPr>
              <a:buNone/>
              <a:defRPr sz="1800" b="0">
                <a:solidFill>
                  <a:srgbClr val="192E3B"/>
                </a:solidFill>
                <a:latin typeface="Segoe UI"/>
                <a:ea typeface="Segoe UI"/>
                <a:cs typeface="Segoe UI"/>
              </a:defRPr>
            </a:lvl4pPr>
            <a:lvl5pPr>
              <a:buNone/>
              <a:defRPr sz="1800" b="0">
                <a:solidFill>
                  <a:srgbClr val="192E3B"/>
                </a:solidFill>
                <a:latin typeface="Segoe UI"/>
                <a:ea typeface="Segoe UI"/>
                <a:cs typeface="Segoe UI"/>
              </a:defRPr>
            </a:lvl5pPr>
            <a:lvl6pPr>
              <a:buNone/>
              <a:defRPr sz="1800" b="0">
                <a:solidFill>
                  <a:srgbClr val="192E3B"/>
                </a:solidFill>
                <a:latin typeface="Segoe UI"/>
                <a:ea typeface="Segoe UI"/>
                <a:cs typeface="Segoe UI"/>
              </a:defRPr>
            </a:lvl6pPr>
            <a:lvl7pPr>
              <a:buNone/>
              <a:defRPr sz="1800" b="0">
                <a:solidFill>
                  <a:srgbClr val="192E3B"/>
                </a:solidFill>
                <a:latin typeface="Segoe UI"/>
                <a:ea typeface="Segoe UI"/>
                <a:cs typeface="Segoe UI"/>
              </a:defRPr>
            </a:lvl7pPr>
            <a:lvl8pPr>
              <a:buNone/>
              <a:defRPr sz="1800" b="0">
                <a:solidFill>
                  <a:srgbClr val="192E3B"/>
                </a:solidFill>
                <a:latin typeface="Segoe UI"/>
                <a:ea typeface="Segoe UI"/>
                <a:cs typeface="Segoe UI"/>
              </a:defRPr>
            </a:lvl8pPr>
            <a:lvl9pPr>
              <a:buNone/>
              <a:defRPr sz="1800" b="0">
                <a:solidFill>
                  <a:srgbClr val="192E3B"/>
                </a:solidFill>
                <a:latin typeface="Segoe UI"/>
                <a:ea typeface="Segoe UI"/>
                <a:cs typeface="Segoe UI"/>
              </a:defRPr>
            </a:lvl9pPr>
          </a:lstStyle>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Money kept to give change.</a:t>
            </a:r>
          </a:p>
        </p:txBody>
      </p:sp>
      <p:pic>
        <p:nvPicPr>
          <p:cNvPr id="16" name="picture-cue-5">
            <a:extLst xmlns:a="http://schemas.openxmlformats.org/drawingml/2006/main">
              <a:ext uri="{FF2B5EF4-FFF2-40B4-BE49-F238E27FC236}">
                <a16:creationId xmlns:a16="http://schemas.microsoft.com/office/drawing/2014/main" id="{B49F957C-0645-4230-89F5-4DC19BCAAA49}"/>
              </a:ext>
            </a:extLst>
          </p:cNvPr>
          <p:cNvPicPr>
            <a:picLocks xmlns:a="http://schemas.openxmlformats.org/drawingml/2006/main" noChangeAspect="1"/>
          </p:cNvPicPr>
          <p:nvPr/>
        </p:nvPicPr>
        <p:blipFill>
          <a:blip xmlns:r="http://schemas.openxmlformats.org/officeDocument/2006/relationships" xmlns:a="http://schemas.openxmlformats.org/drawingml/2006/main" r:embed="R5a670e69b9114072"/>
          <a:stretch xmlns:a="http://schemas.openxmlformats.org/drawingml/2006/main"/>
        </p:blipFill>
        <p:spPr>
          <a:xfrm xmlns:a="http://schemas.openxmlformats.org/drawingml/2006/main">
            <a:off x="533400" y="3790950"/>
            <a:ext cx="457200" cy="457200"/>
          </a:xfrm>
          <a:prstGeom xmlns:a="http://schemas.openxmlformats.org/drawingml/2006/main" prst="rect">
            <a:avLst/>
          </a:prstGeom>
        </p:spPr>
      </p:pic>
      <p:sp>
        <p:nvSpPr>
          <p:cNvPr id="17" name="word-4">
            <a:extLst xmlns:a="http://schemas.openxmlformats.org/drawingml/2006/main">
              <a:ext uri="{FF2B5EF4-FFF2-40B4-BE49-F238E27FC236}">
                <a16:creationId xmlns:a16="http://schemas.microsoft.com/office/drawing/2014/main" id="{0512FF8B-3EA1-4BA9-8BB7-E922B1D39286}"/>
              </a:ext>
            </a:extLst>
          </p:cNvPr>
          <p:cNvSpPr>
            <a:spLocks xmlns:a="http://schemas.openxmlformats.org/drawingml/2006/main" noGrp="1"/>
          </p:cNvSpPr>
          <p:nvPr/>
        </p:nvSpPr>
        <p:spPr>
          <a:xfrm xmlns:a="http://schemas.openxmlformats.org/drawingml/2006/main">
            <a:off x="1162050" y="3743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buNone/>
              <a:defRPr sz="1875" b="1">
                <a:solidFill>
                  <a:srgbClr val="345D70"/>
                </a:solidFill>
                <a:latin typeface="Segoe UI"/>
                <a:ea typeface="Segoe UI"/>
                <a:cs typeface="Segoe UI"/>
              </a:defRPr>
            </a:lvl1pPr>
            <a:lvl2pPr>
              <a:buNone/>
              <a:defRPr sz="1875" b="1">
                <a:solidFill>
                  <a:srgbClr val="345D70"/>
                </a:solidFill>
                <a:latin typeface="Segoe UI"/>
                <a:ea typeface="Segoe UI"/>
                <a:cs typeface="Segoe UI"/>
              </a:defRPr>
            </a:lvl2pPr>
            <a:lvl3pPr>
              <a:buNone/>
              <a:defRPr sz="1875" b="1">
                <a:solidFill>
                  <a:srgbClr val="345D70"/>
                </a:solidFill>
                <a:latin typeface="Segoe UI"/>
                <a:ea typeface="Segoe UI"/>
                <a:cs typeface="Segoe UI"/>
              </a:defRPr>
            </a:lvl3pPr>
            <a:lvl4pPr>
              <a:buNone/>
              <a:defRPr sz="1875" b="1">
                <a:solidFill>
                  <a:srgbClr val="345D70"/>
                </a:solidFill>
                <a:latin typeface="Segoe UI"/>
                <a:ea typeface="Segoe UI"/>
                <a:cs typeface="Segoe UI"/>
              </a:defRPr>
            </a:lvl4pPr>
            <a:lvl5pPr>
              <a:buNone/>
              <a:defRPr sz="1875" b="1">
                <a:solidFill>
                  <a:srgbClr val="345D70"/>
                </a:solidFill>
                <a:latin typeface="Segoe UI"/>
                <a:ea typeface="Segoe UI"/>
                <a:cs typeface="Segoe UI"/>
              </a:defRPr>
            </a:lvl5pPr>
            <a:lvl6pPr>
              <a:buNone/>
              <a:defRPr sz="1875" b="1">
                <a:solidFill>
                  <a:srgbClr val="345D70"/>
                </a:solidFill>
                <a:latin typeface="Segoe UI"/>
                <a:ea typeface="Segoe UI"/>
                <a:cs typeface="Segoe UI"/>
              </a:defRPr>
            </a:lvl6pPr>
            <a:lvl7pPr>
              <a:buNone/>
              <a:defRPr sz="1875" b="1">
                <a:solidFill>
                  <a:srgbClr val="345D70"/>
                </a:solidFill>
                <a:latin typeface="Segoe UI"/>
                <a:ea typeface="Segoe UI"/>
                <a:cs typeface="Segoe UI"/>
              </a:defRPr>
            </a:lvl7pPr>
            <a:lvl8pPr>
              <a:buNone/>
              <a:defRPr sz="1875" b="1">
                <a:solidFill>
                  <a:srgbClr val="345D70"/>
                </a:solidFill>
                <a:latin typeface="Segoe UI"/>
                <a:ea typeface="Segoe UI"/>
                <a:cs typeface="Segoe UI"/>
              </a:defRPr>
            </a:lvl8pPr>
            <a:lvl9pPr>
              <a:buNone/>
              <a:defRPr sz="1875" b="1">
                <a:solidFill>
                  <a:srgbClr val="345D70"/>
                </a:solidFill>
                <a:latin typeface="Segoe UI"/>
                <a:ea typeface="Segoe UI"/>
                <a:cs typeface="Segoe UI"/>
              </a:defRPr>
            </a:lvl9pPr>
          </a:lstStyle>
          <a:p xmlns:a="http://schemas.openxmlformats.org/drawingml/2006/main">
            <a:pPr>
              <a:buNone/>
              <a:defRPr sz="1875" b="1">
                <a:solidFill>
                  <a:srgbClr val="345D70"/>
                </a:solidFill>
                <a:latin typeface="Segoe UI"/>
                <a:ea typeface="Segoe UI"/>
                <a:cs typeface="Segoe UI"/>
              </a:defRPr>
            </a:pPr>
            <a:r>
              <a:rPr sz="1875" b="1">
                <a:solidFill>
                  <a:srgbClr val="345D70"/>
                </a:solidFill>
                <a:latin typeface="Segoe UI"/>
                <a:ea typeface="Segoe UI"/>
                <a:cs typeface="Segoe UI"/>
              </a:rPr>
              <a:t>donation</a:t>
            </a:r>
          </a:p>
        </p:txBody>
      </p:sp>
      <p:sp>
        <p:nvSpPr>
          <p:cNvPr id="18" name="definition-4">
            <a:extLst xmlns:a="http://schemas.openxmlformats.org/drawingml/2006/main">
              <a:ext uri="{FF2B5EF4-FFF2-40B4-BE49-F238E27FC236}">
                <a16:creationId xmlns:a16="http://schemas.microsoft.com/office/drawing/2014/main" id="{0CA23690-ECEC-48D0-8CA2-DDCEE43903A0}"/>
              </a:ext>
            </a:extLst>
          </p:cNvPr>
          <p:cNvSpPr>
            <a:spLocks xmlns:a="http://schemas.openxmlformats.org/drawingml/2006/main" noGrp="1"/>
          </p:cNvSpPr>
          <p:nvPr/>
        </p:nvSpPr>
        <p:spPr>
          <a:xfrm xmlns:a="http://schemas.openxmlformats.org/drawingml/2006/main">
            <a:off x="1162050" y="4086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buNone/>
              <a:defRPr sz="1800" b="0">
                <a:solidFill>
                  <a:srgbClr val="192E3B"/>
                </a:solidFill>
                <a:latin typeface="Segoe UI"/>
                <a:ea typeface="Segoe UI"/>
                <a:cs typeface="Segoe UI"/>
              </a:defRPr>
            </a:lvl1pPr>
            <a:lvl2pPr>
              <a:buNone/>
              <a:defRPr sz="1800" b="0">
                <a:solidFill>
                  <a:srgbClr val="192E3B"/>
                </a:solidFill>
                <a:latin typeface="Segoe UI"/>
                <a:ea typeface="Segoe UI"/>
                <a:cs typeface="Segoe UI"/>
              </a:defRPr>
            </a:lvl2pPr>
            <a:lvl3pPr>
              <a:buNone/>
              <a:defRPr sz="1800" b="0">
                <a:solidFill>
                  <a:srgbClr val="192E3B"/>
                </a:solidFill>
                <a:latin typeface="Segoe UI"/>
                <a:ea typeface="Segoe UI"/>
                <a:cs typeface="Segoe UI"/>
              </a:defRPr>
            </a:lvl3pPr>
            <a:lvl4pPr>
              <a:buNone/>
              <a:defRPr sz="1800" b="0">
                <a:solidFill>
                  <a:srgbClr val="192E3B"/>
                </a:solidFill>
                <a:latin typeface="Segoe UI"/>
                <a:ea typeface="Segoe UI"/>
                <a:cs typeface="Segoe UI"/>
              </a:defRPr>
            </a:lvl4pPr>
            <a:lvl5pPr>
              <a:buNone/>
              <a:defRPr sz="1800" b="0">
                <a:solidFill>
                  <a:srgbClr val="192E3B"/>
                </a:solidFill>
                <a:latin typeface="Segoe UI"/>
                <a:ea typeface="Segoe UI"/>
                <a:cs typeface="Segoe UI"/>
              </a:defRPr>
            </a:lvl5pPr>
            <a:lvl6pPr>
              <a:buNone/>
              <a:defRPr sz="1800" b="0">
                <a:solidFill>
                  <a:srgbClr val="192E3B"/>
                </a:solidFill>
                <a:latin typeface="Segoe UI"/>
                <a:ea typeface="Segoe UI"/>
                <a:cs typeface="Segoe UI"/>
              </a:defRPr>
            </a:lvl6pPr>
            <a:lvl7pPr>
              <a:buNone/>
              <a:defRPr sz="1800" b="0">
                <a:solidFill>
                  <a:srgbClr val="192E3B"/>
                </a:solidFill>
                <a:latin typeface="Segoe UI"/>
                <a:ea typeface="Segoe UI"/>
                <a:cs typeface="Segoe UI"/>
              </a:defRPr>
            </a:lvl7pPr>
            <a:lvl8pPr>
              <a:buNone/>
              <a:defRPr sz="1800" b="0">
                <a:solidFill>
                  <a:srgbClr val="192E3B"/>
                </a:solidFill>
                <a:latin typeface="Segoe UI"/>
                <a:ea typeface="Segoe UI"/>
                <a:cs typeface="Segoe UI"/>
              </a:defRPr>
            </a:lvl8pPr>
            <a:lvl9pPr>
              <a:buNone/>
              <a:defRPr sz="1800" b="0">
                <a:solidFill>
                  <a:srgbClr val="192E3B"/>
                </a:solidFill>
                <a:latin typeface="Segoe UI"/>
                <a:ea typeface="Segoe UI"/>
                <a:cs typeface="Segoe UI"/>
              </a:defRPr>
            </a:lvl9pPr>
          </a:lstStyle>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Money we give to the charity.</a:t>
            </a:r>
          </a:p>
        </p:txBody>
      </p:sp>
      <p:pic>
        <p:nvPicPr>
          <p:cNvPr id="19" name="picture-cue-6">
            <a:extLst xmlns:a="http://schemas.openxmlformats.org/drawingml/2006/main">
              <a:ext uri="{FF2B5EF4-FFF2-40B4-BE49-F238E27FC236}">
                <a16:creationId xmlns:a16="http://schemas.microsoft.com/office/drawing/2014/main" id="{8E068BA9-9C94-4DA1-BCCE-9BD06463B0F8}"/>
              </a:ext>
            </a:extLst>
          </p:cNvPr>
          <p:cNvPicPr>
            <a:picLocks xmlns:a="http://schemas.openxmlformats.org/drawingml/2006/main" noChangeAspect="1"/>
          </p:cNvPicPr>
          <p:nvPr/>
        </p:nvPicPr>
        <p:blipFill>
          <a:blip xmlns:r="http://schemas.openxmlformats.org/officeDocument/2006/relationships" xmlns:a="http://schemas.openxmlformats.org/drawingml/2006/main" r:embed="Ra29ea990d1154e71"/>
          <a:stretch xmlns:a="http://schemas.openxmlformats.org/drawingml/2006/main"/>
        </p:blipFill>
        <p:spPr>
          <a:xfrm xmlns:a="http://schemas.openxmlformats.org/drawingml/2006/main">
            <a:off x="6248400" y="3790950"/>
            <a:ext cx="457200" cy="457200"/>
          </a:xfrm>
          <a:prstGeom xmlns:a="http://schemas.openxmlformats.org/drawingml/2006/main" prst="rect">
            <a:avLst/>
          </a:prstGeom>
        </p:spPr>
      </p:pic>
      <p:sp>
        <p:nvSpPr>
          <p:cNvPr id="20" name="word-5">
            <a:extLst xmlns:a="http://schemas.openxmlformats.org/drawingml/2006/main">
              <a:ext uri="{FF2B5EF4-FFF2-40B4-BE49-F238E27FC236}">
                <a16:creationId xmlns:a16="http://schemas.microsoft.com/office/drawing/2014/main" id="{29EF833B-FE59-4A5A-BF51-BD35529DE9C5}"/>
              </a:ext>
            </a:extLst>
          </p:cNvPr>
          <p:cNvSpPr>
            <a:spLocks xmlns:a="http://schemas.openxmlformats.org/drawingml/2006/main" noGrp="1"/>
          </p:cNvSpPr>
          <p:nvPr/>
        </p:nvSpPr>
        <p:spPr>
          <a:xfrm xmlns:a="http://schemas.openxmlformats.org/drawingml/2006/main">
            <a:off x="6877050" y="3743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buNone/>
              <a:defRPr sz="1875" b="1">
                <a:solidFill>
                  <a:srgbClr val="345D70"/>
                </a:solidFill>
                <a:latin typeface="Segoe UI"/>
                <a:ea typeface="Segoe UI"/>
                <a:cs typeface="Segoe UI"/>
              </a:defRPr>
            </a:lvl1pPr>
            <a:lvl2pPr>
              <a:buNone/>
              <a:defRPr sz="1875" b="1">
                <a:solidFill>
                  <a:srgbClr val="345D70"/>
                </a:solidFill>
                <a:latin typeface="Segoe UI"/>
                <a:ea typeface="Segoe UI"/>
                <a:cs typeface="Segoe UI"/>
              </a:defRPr>
            </a:lvl2pPr>
            <a:lvl3pPr>
              <a:buNone/>
              <a:defRPr sz="1875" b="1">
                <a:solidFill>
                  <a:srgbClr val="345D70"/>
                </a:solidFill>
                <a:latin typeface="Segoe UI"/>
                <a:ea typeface="Segoe UI"/>
                <a:cs typeface="Segoe UI"/>
              </a:defRPr>
            </a:lvl3pPr>
            <a:lvl4pPr>
              <a:buNone/>
              <a:defRPr sz="1875" b="1">
                <a:solidFill>
                  <a:srgbClr val="345D70"/>
                </a:solidFill>
                <a:latin typeface="Segoe UI"/>
                <a:ea typeface="Segoe UI"/>
                <a:cs typeface="Segoe UI"/>
              </a:defRPr>
            </a:lvl4pPr>
            <a:lvl5pPr>
              <a:buNone/>
              <a:defRPr sz="1875" b="1">
                <a:solidFill>
                  <a:srgbClr val="345D70"/>
                </a:solidFill>
                <a:latin typeface="Segoe UI"/>
                <a:ea typeface="Segoe UI"/>
                <a:cs typeface="Segoe UI"/>
              </a:defRPr>
            </a:lvl5pPr>
            <a:lvl6pPr>
              <a:buNone/>
              <a:defRPr sz="1875" b="1">
                <a:solidFill>
                  <a:srgbClr val="345D70"/>
                </a:solidFill>
                <a:latin typeface="Segoe UI"/>
                <a:ea typeface="Segoe UI"/>
                <a:cs typeface="Segoe UI"/>
              </a:defRPr>
            </a:lvl6pPr>
            <a:lvl7pPr>
              <a:buNone/>
              <a:defRPr sz="1875" b="1">
                <a:solidFill>
                  <a:srgbClr val="345D70"/>
                </a:solidFill>
                <a:latin typeface="Segoe UI"/>
                <a:ea typeface="Segoe UI"/>
                <a:cs typeface="Segoe UI"/>
              </a:defRPr>
            </a:lvl7pPr>
            <a:lvl8pPr>
              <a:buNone/>
              <a:defRPr sz="1875" b="1">
                <a:solidFill>
                  <a:srgbClr val="345D70"/>
                </a:solidFill>
                <a:latin typeface="Segoe UI"/>
                <a:ea typeface="Segoe UI"/>
                <a:cs typeface="Segoe UI"/>
              </a:defRPr>
            </a:lvl8pPr>
            <a:lvl9pPr>
              <a:buNone/>
              <a:defRPr sz="1875" b="1">
                <a:solidFill>
                  <a:srgbClr val="345D70"/>
                </a:solidFill>
                <a:latin typeface="Segoe UI"/>
                <a:ea typeface="Segoe UI"/>
                <a:cs typeface="Segoe UI"/>
              </a:defRPr>
            </a:lvl9pPr>
          </a:lstStyle>
          <a:p xmlns:a="http://schemas.openxmlformats.org/drawingml/2006/main">
            <a:pPr>
              <a:buNone/>
              <a:defRPr sz="1875" b="1">
                <a:solidFill>
                  <a:srgbClr val="345D70"/>
                </a:solidFill>
                <a:latin typeface="Segoe UI"/>
                <a:ea typeface="Segoe UI"/>
                <a:cs typeface="Segoe UI"/>
              </a:defRPr>
            </a:pPr>
            <a:r>
              <a:rPr sz="1875" b="1">
                <a:solidFill>
                  <a:srgbClr val="345D70"/>
                </a:solidFill>
                <a:latin typeface="Segoe UI"/>
                <a:ea typeface="Segoe UI"/>
                <a:cs typeface="Segoe UI"/>
              </a:rPr>
              <a:t>target</a:t>
            </a:r>
          </a:p>
        </p:txBody>
      </p:sp>
      <p:sp>
        <p:nvSpPr>
          <p:cNvPr id="21" name="definition-5">
            <a:extLst xmlns:a="http://schemas.openxmlformats.org/drawingml/2006/main">
              <a:ext uri="{FF2B5EF4-FFF2-40B4-BE49-F238E27FC236}">
                <a16:creationId xmlns:a16="http://schemas.microsoft.com/office/drawing/2014/main" id="{6F340720-3888-41FA-922A-C5BFA95EB580}"/>
              </a:ext>
            </a:extLst>
          </p:cNvPr>
          <p:cNvSpPr>
            <a:spLocks xmlns:a="http://schemas.openxmlformats.org/drawingml/2006/main" noGrp="1"/>
          </p:cNvSpPr>
          <p:nvPr/>
        </p:nvSpPr>
        <p:spPr>
          <a:xfrm xmlns:a="http://schemas.openxmlformats.org/drawingml/2006/main">
            <a:off x="6877050" y="4086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buNone/>
              <a:defRPr sz="1800" b="0">
                <a:solidFill>
                  <a:srgbClr val="192E3B"/>
                </a:solidFill>
                <a:latin typeface="Segoe UI"/>
                <a:ea typeface="Segoe UI"/>
                <a:cs typeface="Segoe UI"/>
              </a:defRPr>
            </a:lvl1pPr>
            <a:lvl2pPr>
              <a:buNone/>
              <a:defRPr sz="1800" b="0">
                <a:solidFill>
                  <a:srgbClr val="192E3B"/>
                </a:solidFill>
                <a:latin typeface="Segoe UI"/>
                <a:ea typeface="Segoe UI"/>
                <a:cs typeface="Segoe UI"/>
              </a:defRPr>
            </a:lvl2pPr>
            <a:lvl3pPr>
              <a:buNone/>
              <a:defRPr sz="1800" b="0">
                <a:solidFill>
                  <a:srgbClr val="192E3B"/>
                </a:solidFill>
                <a:latin typeface="Segoe UI"/>
                <a:ea typeface="Segoe UI"/>
                <a:cs typeface="Segoe UI"/>
              </a:defRPr>
            </a:lvl3pPr>
            <a:lvl4pPr>
              <a:buNone/>
              <a:defRPr sz="1800" b="0">
                <a:solidFill>
                  <a:srgbClr val="192E3B"/>
                </a:solidFill>
                <a:latin typeface="Segoe UI"/>
                <a:ea typeface="Segoe UI"/>
                <a:cs typeface="Segoe UI"/>
              </a:defRPr>
            </a:lvl4pPr>
            <a:lvl5pPr>
              <a:buNone/>
              <a:defRPr sz="1800" b="0">
                <a:solidFill>
                  <a:srgbClr val="192E3B"/>
                </a:solidFill>
                <a:latin typeface="Segoe UI"/>
                <a:ea typeface="Segoe UI"/>
                <a:cs typeface="Segoe UI"/>
              </a:defRPr>
            </a:lvl5pPr>
            <a:lvl6pPr>
              <a:buNone/>
              <a:defRPr sz="1800" b="0">
                <a:solidFill>
                  <a:srgbClr val="192E3B"/>
                </a:solidFill>
                <a:latin typeface="Segoe UI"/>
                <a:ea typeface="Segoe UI"/>
                <a:cs typeface="Segoe UI"/>
              </a:defRPr>
            </a:lvl6pPr>
            <a:lvl7pPr>
              <a:buNone/>
              <a:defRPr sz="1800" b="0">
                <a:solidFill>
                  <a:srgbClr val="192E3B"/>
                </a:solidFill>
                <a:latin typeface="Segoe UI"/>
                <a:ea typeface="Segoe UI"/>
                <a:cs typeface="Segoe UI"/>
              </a:defRPr>
            </a:lvl7pPr>
            <a:lvl8pPr>
              <a:buNone/>
              <a:defRPr sz="1800" b="0">
                <a:solidFill>
                  <a:srgbClr val="192E3B"/>
                </a:solidFill>
                <a:latin typeface="Segoe UI"/>
                <a:ea typeface="Segoe UI"/>
                <a:cs typeface="Segoe UI"/>
              </a:defRPr>
            </a:lvl8pPr>
            <a:lvl9pPr>
              <a:buNone/>
              <a:defRPr sz="1800" b="0">
                <a:solidFill>
                  <a:srgbClr val="192E3B"/>
                </a:solidFill>
                <a:latin typeface="Segoe UI"/>
                <a:ea typeface="Segoe UI"/>
                <a:cs typeface="Segoe UI"/>
              </a:defRPr>
            </a:lvl9pPr>
          </a:lstStyle>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The amount we aimed for.</a:t>
            </a:r>
          </a:p>
        </p:txBody>
      </p:sp>
      <p:pic>
        <p:nvPicPr>
          <p:cNvPr id="22" name="picture-cue-7">
            <a:extLst xmlns:a="http://schemas.openxmlformats.org/drawingml/2006/main">
              <a:ext uri="{FF2B5EF4-FFF2-40B4-BE49-F238E27FC236}">
                <a16:creationId xmlns:a16="http://schemas.microsoft.com/office/drawing/2014/main" id="{D51248CB-E7AE-4BC3-8B1B-3626EF0A1D51}"/>
              </a:ext>
            </a:extLst>
          </p:cNvPr>
          <p:cNvPicPr>
            <a:picLocks xmlns:a="http://schemas.openxmlformats.org/drawingml/2006/main" noChangeAspect="1"/>
          </p:cNvPicPr>
          <p:nvPr/>
        </p:nvPicPr>
        <p:blipFill>
          <a:blip xmlns:r="http://schemas.openxmlformats.org/officeDocument/2006/relationships" xmlns:a="http://schemas.openxmlformats.org/drawingml/2006/main" r:embed="R986967a978e64b64"/>
          <a:stretch xmlns:a="http://schemas.openxmlformats.org/drawingml/2006/main"/>
        </p:blipFill>
        <p:spPr>
          <a:xfrm xmlns:a="http://schemas.openxmlformats.org/drawingml/2006/main">
            <a:off x="533400" y="4933950"/>
            <a:ext cx="457200" cy="457200"/>
          </a:xfrm>
          <a:prstGeom xmlns:a="http://schemas.openxmlformats.org/drawingml/2006/main" prst="rect">
            <a:avLst/>
          </a:prstGeom>
        </p:spPr>
      </p:pic>
      <p:sp>
        <p:nvSpPr>
          <p:cNvPr id="23" name="word-6">
            <a:extLst xmlns:a="http://schemas.openxmlformats.org/drawingml/2006/main">
              <a:ext uri="{FF2B5EF4-FFF2-40B4-BE49-F238E27FC236}">
                <a16:creationId xmlns:a16="http://schemas.microsoft.com/office/drawing/2014/main" id="{051B8F8B-9B0A-4363-AD8C-4A6BAE08AFD3}"/>
              </a:ext>
            </a:extLst>
          </p:cNvPr>
          <p:cNvSpPr>
            <a:spLocks xmlns:a="http://schemas.openxmlformats.org/drawingml/2006/main" noGrp="1"/>
          </p:cNvSpPr>
          <p:nvPr/>
        </p:nvSpPr>
        <p:spPr>
          <a:xfrm xmlns:a="http://schemas.openxmlformats.org/drawingml/2006/main">
            <a:off x="1162050" y="4886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buNone/>
              <a:defRPr sz="1875" b="1">
                <a:solidFill>
                  <a:srgbClr val="345D70"/>
                </a:solidFill>
                <a:latin typeface="Segoe UI"/>
                <a:ea typeface="Segoe UI"/>
                <a:cs typeface="Segoe UI"/>
              </a:defRPr>
            </a:lvl1pPr>
            <a:lvl2pPr>
              <a:buNone/>
              <a:defRPr sz="1875" b="1">
                <a:solidFill>
                  <a:srgbClr val="345D70"/>
                </a:solidFill>
                <a:latin typeface="Segoe UI"/>
                <a:ea typeface="Segoe UI"/>
                <a:cs typeface="Segoe UI"/>
              </a:defRPr>
            </a:lvl2pPr>
            <a:lvl3pPr>
              <a:buNone/>
              <a:defRPr sz="1875" b="1">
                <a:solidFill>
                  <a:srgbClr val="345D70"/>
                </a:solidFill>
                <a:latin typeface="Segoe UI"/>
                <a:ea typeface="Segoe UI"/>
                <a:cs typeface="Segoe UI"/>
              </a:defRPr>
            </a:lvl3pPr>
            <a:lvl4pPr>
              <a:buNone/>
              <a:defRPr sz="1875" b="1">
                <a:solidFill>
                  <a:srgbClr val="345D70"/>
                </a:solidFill>
                <a:latin typeface="Segoe UI"/>
                <a:ea typeface="Segoe UI"/>
                <a:cs typeface="Segoe UI"/>
              </a:defRPr>
            </a:lvl4pPr>
            <a:lvl5pPr>
              <a:buNone/>
              <a:defRPr sz="1875" b="1">
                <a:solidFill>
                  <a:srgbClr val="345D70"/>
                </a:solidFill>
                <a:latin typeface="Segoe UI"/>
                <a:ea typeface="Segoe UI"/>
                <a:cs typeface="Segoe UI"/>
              </a:defRPr>
            </a:lvl5pPr>
            <a:lvl6pPr>
              <a:buNone/>
              <a:defRPr sz="1875" b="1">
                <a:solidFill>
                  <a:srgbClr val="345D70"/>
                </a:solidFill>
                <a:latin typeface="Segoe UI"/>
                <a:ea typeface="Segoe UI"/>
                <a:cs typeface="Segoe UI"/>
              </a:defRPr>
            </a:lvl6pPr>
            <a:lvl7pPr>
              <a:buNone/>
              <a:defRPr sz="1875" b="1">
                <a:solidFill>
                  <a:srgbClr val="345D70"/>
                </a:solidFill>
                <a:latin typeface="Segoe UI"/>
                <a:ea typeface="Segoe UI"/>
                <a:cs typeface="Segoe UI"/>
              </a:defRPr>
            </a:lvl7pPr>
            <a:lvl8pPr>
              <a:buNone/>
              <a:defRPr sz="1875" b="1">
                <a:solidFill>
                  <a:srgbClr val="345D70"/>
                </a:solidFill>
                <a:latin typeface="Segoe UI"/>
                <a:ea typeface="Segoe UI"/>
                <a:cs typeface="Segoe UI"/>
              </a:defRPr>
            </a:lvl8pPr>
            <a:lvl9pPr>
              <a:buNone/>
              <a:defRPr sz="1875" b="1">
                <a:solidFill>
                  <a:srgbClr val="345D70"/>
                </a:solidFill>
                <a:latin typeface="Segoe UI"/>
                <a:ea typeface="Segoe UI"/>
                <a:cs typeface="Segoe UI"/>
              </a:defRPr>
            </a:lvl9pPr>
          </a:lstStyle>
          <a:p xmlns:a="http://schemas.openxmlformats.org/drawingml/2006/main">
            <a:pPr>
              <a:buNone/>
              <a:defRPr sz="1875" b="1">
                <a:solidFill>
                  <a:srgbClr val="345D70"/>
                </a:solidFill>
                <a:latin typeface="Segoe UI"/>
                <a:ea typeface="Segoe UI"/>
                <a:cs typeface="Segoe UI"/>
              </a:defRPr>
            </a:pPr>
            <a:r>
              <a:rPr sz="1875" b="1">
                <a:solidFill>
                  <a:srgbClr val="345D70"/>
                </a:solidFill>
                <a:latin typeface="Segoe UI"/>
                <a:ea typeface="Segoe UI"/>
                <a:cs typeface="Segoe UI"/>
              </a:rPr>
              <a:t>verify</a:t>
            </a:r>
          </a:p>
        </p:txBody>
      </p:sp>
      <p:sp>
        <p:nvSpPr>
          <p:cNvPr id="24" name="definition-6">
            <a:extLst xmlns:a="http://schemas.openxmlformats.org/drawingml/2006/main">
              <a:ext uri="{FF2B5EF4-FFF2-40B4-BE49-F238E27FC236}">
                <a16:creationId xmlns:a16="http://schemas.microsoft.com/office/drawing/2014/main" id="{F36FBB25-F50D-4C9D-B389-99E4D7F53754}"/>
              </a:ext>
            </a:extLst>
          </p:cNvPr>
          <p:cNvSpPr>
            <a:spLocks xmlns:a="http://schemas.openxmlformats.org/drawingml/2006/main" noGrp="1"/>
          </p:cNvSpPr>
          <p:nvPr/>
        </p:nvSpPr>
        <p:spPr>
          <a:xfrm xmlns:a="http://schemas.openxmlformats.org/drawingml/2006/main">
            <a:off x="1162050" y="5229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buNone/>
              <a:defRPr sz="1800" b="0">
                <a:solidFill>
                  <a:srgbClr val="192E3B"/>
                </a:solidFill>
                <a:latin typeface="Segoe UI"/>
                <a:ea typeface="Segoe UI"/>
                <a:cs typeface="Segoe UI"/>
              </a:defRPr>
            </a:lvl1pPr>
            <a:lvl2pPr>
              <a:buNone/>
              <a:defRPr sz="1800" b="0">
                <a:solidFill>
                  <a:srgbClr val="192E3B"/>
                </a:solidFill>
                <a:latin typeface="Segoe UI"/>
                <a:ea typeface="Segoe UI"/>
                <a:cs typeface="Segoe UI"/>
              </a:defRPr>
            </a:lvl2pPr>
            <a:lvl3pPr>
              <a:buNone/>
              <a:defRPr sz="1800" b="0">
                <a:solidFill>
                  <a:srgbClr val="192E3B"/>
                </a:solidFill>
                <a:latin typeface="Segoe UI"/>
                <a:ea typeface="Segoe UI"/>
                <a:cs typeface="Segoe UI"/>
              </a:defRPr>
            </a:lvl3pPr>
            <a:lvl4pPr>
              <a:buNone/>
              <a:defRPr sz="1800" b="0">
                <a:solidFill>
                  <a:srgbClr val="192E3B"/>
                </a:solidFill>
                <a:latin typeface="Segoe UI"/>
                <a:ea typeface="Segoe UI"/>
                <a:cs typeface="Segoe UI"/>
              </a:defRPr>
            </a:lvl4pPr>
            <a:lvl5pPr>
              <a:buNone/>
              <a:defRPr sz="1800" b="0">
                <a:solidFill>
                  <a:srgbClr val="192E3B"/>
                </a:solidFill>
                <a:latin typeface="Segoe UI"/>
                <a:ea typeface="Segoe UI"/>
                <a:cs typeface="Segoe UI"/>
              </a:defRPr>
            </a:lvl5pPr>
            <a:lvl6pPr>
              <a:buNone/>
              <a:defRPr sz="1800" b="0">
                <a:solidFill>
                  <a:srgbClr val="192E3B"/>
                </a:solidFill>
                <a:latin typeface="Segoe UI"/>
                <a:ea typeface="Segoe UI"/>
                <a:cs typeface="Segoe UI"/>
              </a:defRPr>
            </a:lvl6pPr>
            <a:lvl7pPr>
              <a:buNone/>
              <a:defRPr sz="1800" b="0">
                <a:solidFill>
                  <a:srgbClr val="192E3B"/>
                </a:solidFill>
                <a:latin typeface="Segoe UI"/>
                <a:ea typeface="Segoe UI"/>
                <a:cs typeface="Segoe UI"/>
              </a:defRPr>
            </a:lvl7pPr>
            <a:lvl8pPr>
              <a:buNone/>
              <a:defRPr sz="1800" b="0">
                <a:solidFill>
                  <a:srgbClr val="192E3B"/>
                </a:solidFill>
                <a:latin typeface="Segoe UI"/>
                <a:ea typeface="Segoe UI"/>
                <a:cs typeface="Segoe UI"/>
              </a:defRPr>
            </a:lvl8pPr>
            <a:lvl9pPr>
              <a:buNone/>
              <a:defRPr sz="1800" b="0">
                <a:solidFill>
                  <a:srgbClr val="192E3B"/>
                </a:solidFill>
                <a:latin typeface="Segoe UI"/>
                <a:ea typeface="Segoe UI"/>
                <a:cs typeface="Segoe UI"/>
              </a:defRPr>
            </a:lvl9pPr>
          </a:lstStyle>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Check with proof.</a:t>
            </a:r>
          </a:p>
        </p:txBody>
      </p:sp>
      <p:pic>
        <p:nvPicPr>
          <p:cNvPr id="25" name="picture-cue-8">
            <a:extLst xmlns:a="http://schemas.openxmlformats.org/drawingml/2006/main">
              <a:ext uri="{FF2B5EF4-FFF2-40B4-BE49-F238E27FC236}">
                <a16:creationId xmlns:a16="http://schemas.microsoft.com/office/drawing/2014/main" id="{289C1467-D3C8-46AD-8480-B2DE186D45A3}"/>
              </a:ext>
            </a:extLst>
          </p:cNvPr>
          <p:cNvPicPr>
            <a:picLocks xmlns:a="http://schemas.openxmlformats.org/drawingml/2006/main" noChangeAspect="1"/>
          </p:cNvPicPr>
          <p:nvPr/>
        </p:nvPicPr>
        <p:blipFill>
          <a:blip xmlns:r="http://schemas.openxmlformats.org/officeDocument/2006/relationships" xmlns:a="http://schemas.openxmlformats.org/drawingml/2006/main" r:embed="R4fea4820d513410a"/>
          <a:stretch xmlns:a="http://schemas.openxmlformats.org/drawingml/2006/main"/>
        </p:blipFill>
        <p:spPr>
          <a:xfrm xmlns:a="http://schemas.openxmlformats.org/drawingml/2006/main">
            <a:off x="6248400" y="4933950"/>
            <a:ext cx="457200" cy="457200"/>
          </a:xfrm>
          <a:prstGeom xmlns:a="http://schemas.openxmlformats.org/drawingml/2006/main" prst="rect">
            <a:avLst/>
          </a:prstGeom>
        </p:spPr>
      </p:pic>
      <p:sp>
        <p:nvSpPr>
          <p:cNvPr id="26" name="word-7">
            <a:extLst xmlns:a="http://schemas.openxmlformats.org/drawingml/2006/main">
              <a:ext uri="{FF2B5EF4-FFF2-40B4-BE49-F238E27FC236}">
                <a16:creationId xmlns:a16="http://schemas.microsoft.com/office/drawing/2014/main" id="{970CFCEA-010C-44B1-8C9F-0E78CEDAEFB5}"/>
              </a:ext>
            </a:extLst>
          </p:cNvPr>
          <p:cNvSpPr>
            <a:spLocks xmlns:a="http://schemas.openxmlformats.org/drawingml/2006/main" noGrp="1"/>
          </p:cNvSpPr>
          <p:nvPr/>
        </p:nvSpPr>
        <p:spPr>
          <a:xfrm xmlns:a="http://schemas.openxmlformats.org/drawingml/2006/main">
            <a:off x="6877050" y="4886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buNone/>
              <a:defRPr sz="1875" b="1">
                <a:solidFill>
                  <a:srgbClr val="345D70"/>
                </a:solidFill>
                <a:latin typeface="Segoe UI"/>
                <a:ea typeface="Segoe UI"/>
                <a:cs typeface="Segoe UI"/>
              </a:defRPr>
            </a:lvl1pPr>
            <a:lvl2pPr>
              <a:buNone/>
              <a:defRPr sz="1875" b="1">
                <a:solidFill>
                  <a:srgbClr val="345D70"/>
                </a:solidFill>
                <a:latin typeface="Segoe UI"/>
                <a:ea typeface="Segoe UI"/>
                <a:cs typeface="Segoe UI"/>
              </a:defRPr>
            </a:lvl2pPr>
            <a:lvl3pPr>
              <a:buNone/>
              <a:defRPr sz="1875" b="1">
                <a:solidFill>
                  <a:srgbClr val="345D70"/>
                </a:solidFill>
                <a:latin typeface="Segoe UI"/>
                <a:ea typeface="Segoe UI"/>
                <a:cs typeface="Segoe UI"/>
              </a:defRPr>
            </a:lvl3pPr>
            <a:lvl4pPr>
              <a:buNone/>
              <a:defRPr sz="1875" b="1">
                <a:solidFill>
                  <a:srgbClr val="345D70"/>
                </a:solidFill>
                <a:latin typeface="Segoe UI"/>
                <a:ea typeface="Segoe UI"/>
                <a:cs typeface="Segoe UI"/>
              </a:defRPr>
            </a:lvl4pPr>
            <a:lvl5pPr>
              <a:buNone/>
              <a:defRPr sz="1875" b="1">
                <a:solidFill>
                  <a:srgbClr val="345D70"/>
                </a:solidFill>
                <a:latin typeface="Segoe UI"/>
                <a:ea typeface="Segoe UI"/>
                <a:cs typeface="Segoe UI"/>
              </a:defRPr>
            </a:lvl5pPr>
            <a:lvl6pPr>
              <a:buNone/>
              <a:defRPr sz="1875" b="1">
                <a:solidFill>
                  <a:srgbClr val="345D70"/>
                </a:solidFill>
                <a:latin typeface="Segoe UI"/>
                <a:ea typeface="Segoe UI"/>
                <a:cs typeface="Segoe UI"/>
              </a:defRPr>
            </a:lvl6pPr>
            <a:lvl7pPr>
              <a:buNone/>
              <a:defRPr sz="1875" b="1">
                <a:solidFill>
                  <a:srgbClr val="345D70"/>
                </a:solidFill>
                <a:latin typeface="Segoe UI"/>
                <a:ea typeface="Segoe UI"/>
                <a:cs typeface="Segoe UI"/>
              </a:defRPr>
            </a:lvl7pPr>
            <a:lvl8pPr>
              <a:buNone/>
              <a:defRPr sz="1875" b="1">
                <a:solidFill>
                  <a:srgbClr val="345D70"/>
                </a:solidFill>
                <a:latin typeface="Segoe UI"/>
                <a:ea typeface="Segoe UI"/>
                <a:cs typeface="Segoe UI"/>
              </a:defRPr>
            </a:lvl8pPr>
            <a:lvl9pPr>
              <a:buNone/>
              <a:defRPr sz="1875" b="1">
                <a:solidFill>
                  <a:srgbClr val="345D70"/>
                </a:solidFill>
                <a:latin typeface="Segoe UI"/>
                <a:ea typeface="Segoe UI"/>
                <a:cs typeface="Segoe UI"/>
              </a:defRPr>
            </a:lvl9pPr>
          </a:lstStyle>
          <a:p xmlns:a="http://schemas.openxmlformats.org/drawingml/2006/main">
            <a:pPr>
              <a:buNone/>
              <a:defRPr sz="1875" b="1">
                <a:solidFill>
                  <a:srgbClr val="345D70"/>
                </a:solidFill>
                <a:latin typeface="Segoe UI"/>
                <a:ea typeface="Segoe UI"/>
                <a:cs typeface="Segoe UI"/>
              </a:defRPr>
            </a:pPr>
            <a:r>
              <a:rPr sz="1875" b="1">
                <a:solidFill>
                  <a:srgbClr val="345D70"/>
                </a:solidFill>
                <a:latin typeface="Segoe UI"/>
                <a:ea typeface="Segoe UI"/>
                <a:cs typeface="Segoe UI"/>
              </a:rPr>
              <a:t>impact</a:t>
            </a:r>
          </a:p>
        </p:txBody>
      </p:sp>
      <p:sp>
        <p:nvSpPr>
          <p:cNvPr id="27" name="definition-7">
            <a:extLst xmlns:a="http://schemas.openxmlformats.org/drawingml/2006/main">
              <a:ext uri="{FF2B5EF4-FFF2-40B4-BE49-F238E27FC236}">
                <a16:creationId xmlns:a16="http://schemas.microsoft.com/office/drawing/2014/main" id="{9DBE9683-8704-4EC7-8FEC-593CFBCA8800}"/>
              </a:ext>
            </a:extLst>
          </p:cNvPr>
          <p:cNvSpPr>
            <a:spLocks xmlns:a="http://schemas.openxmlformats.org/drawingml/2006/main" noGrp="1"/>
          </p:cNvSpPr>
          <p:nvPr/>
        </p:nvSpPr>
        <p:spPr>
          <a:xfrm xmlns:a="http://schemas.openxmlformats.org/drawingml/2006/main">
            <a:off x="6877050" y="5229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buNone/>
              <a:defRPr sz="1500" b="0">
                <a:solidFill>
                  <a:srgbClr val="192E3B"/>
                </a:solidFill>
                <a:latin typeface="Segoe UI"/>
                <a:ea typeface="Segoe UI"/>
                <a:cs typeface="Segoe UI"/>
              </a:defRPr>
            </a:lvl1pPr>
            <a:lvl2pPr>
              <a:buNone/>
              <a:defRPr sz="1500" b="0">
                <a:solidFill>
                  <a:srgbClr val="192E3B"/>
                </a:solidFill>
                <a:latin typeface="Segoe UI"/>
                <a:ea typeface="Segoe UI"/>
                <a:cs typeface="Segoe UI"/>
              </a:defRPr>
            </a:lvl2pPr>
            <a:lvl3pPr>
              <a:buNone/>
              <a:defRPr sz="1500" b="0">
                <a:solidFill>
                  <a:srgbClr val="192E3B"/>
                </a:solidFill>
                <a:latin typeface="Segoe UI"/>
                <a:ea typeface="Segoe UI"/>
                <a:cs typeface="Segoe UI"/>
              </a:defRPr>
            </a:lvl3pPr>
            <a:lvl4pPr>
              <a:buNone/>
              <a:defRPr sz="1500" b="0">
                <a:solidFill>
                  <a:srgbClr val="192E3B"/>
                </a:solidFill>
                <a:latin typeface="Segoe UI"/>
                <a:ea typeface="Segoe UI"/>
                <a:cs typeface="Segoe UI"/>
              </a:defRPr>
            </a:lvl4pPr>
            <a:lvl5pPr>
              <a:buNone/>
              <a:defRPr sz="1500" b="0">
                <a:solidFill>
                  <a:srgbClr val="192E3B"/>
                </a:solidFill>
                <a:latin typeface="Segoe UI"/>
                <a:ea typeface="Segoe UI"/>
                <a:cs typeface="Segoe UI"/>
              </a:defRPr>
            </a:lvl5pPr>
            <a:lvl6pPr>
              <a:buNone/>
              <a:defRPr sz="1500" b="0">
                <a:solidFill>
                  <a:srgbClr val="192E3B"/>
                </a:solidFill>
                <a:latin typeface="Segoe UI"/>
                <a:ea typeface="Segoe UI"/>
                <a:cs typeface="Segoe UI"/>
              </a:defRPr>
            </a:lvl6pPr>
            <a:lvl7pPr>
              <a:buNone/>
              <a:defRPr sz="1500" b="0">
                <a:solidFill>
                  <a:srgbClr val="192E3B"/>
                </a:solidFill>
                <a:latin typeface="Segoe UI"/>
                <a:ea typeface="Segoe UI"/>
                <a:cs typeface="Segoe UI"/>
              </a:defRPr>
            </a:lvl7pPr>
            <a:lvl8pPr>
              <a:buNone/>
              <a:defRPr sz="1500" b="0">
                <a:solidFill>
                  <a:srgbClr val="192E3B"/>
                </a:solidFill>
                <a:latin typeface="Segoe UI"/>
                <a:ea typeface="Segoe UI"/>
                <a:cs typeface="Segoe UI"/>
              </a:defRPr>
            </a:lvl8pPr>
            <a:lvl9pPr>
              <a:buNone/>
              <a:defRPr sz="1500" b="0">
                <a:solidFill>
                  <a:srgbClr val="192E3B"/>
                </a:solidFill>
                <a:latin typeface="Segoe UI"/>
                <a:ea typeface="Segoe UI"/>
                <a:cs typeface="Segoe UI"/>
              </a:defRPr>
            </a:lvl9pPr>
          </a:lstStyle>
          <a:p xmlns:a="http://schemas.openxmlformats.org/drawingml/2006/main">
            <a:pPr>
              <a:buNone/>
              <a:defRPr sz="1500" b="0">
                <a:solidFill>
                  <a:srgbClr val="192E3B"/>
                </a:solidFill>
                <a:latin typeface="Segoe UI"/>
                <a:ea typeface="Segoe UI"/>
                <a:cs typeface="Segoe UI"/>
              </a:defRPr>
            </a:pPr>
            <a:r>
              <a:rPr sz="1800" b="0">
                <a:solidFill>
                  <a:srgbClr val="192E3B"/>
                </a:solidFill>
                <a:latin typeface="Segoe UI"/>
                <a:ea typeface="Segoe UI"/>
                <a:cs typeface="Segoe UI"/>
              </a:rPr>
              <a:t>The change our work helps to make.</a:t>
            </a:r>
          </a:p>
        </p:txBody>
      </p:sp>
      <p:sp>
        <p:nvSpPr>
          <p:cNvPr id="28" name="credit">
            <a:extLst xmlns:a="http://schemas.openxmlformats.org/drawingml/2006/main">
              <a:ext uri="{FF2B5EF4-FFF2-40B4-BE49-F238E27FC236}">
                <a16:creationId xmlns:a16="http://schemas.microsoft.com/office/drawing/2014/main" id="{56969103-BF0B-4859-93C3-751D5C5B4E4D}"/>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buNone/>
              <a:defRPr sz="788" b="0">
                <a:solidFill>
                  <a:srgbClr val="566574"/>
                </a:solidFill>
                <a:latin typeface="Segoe UI"/>
                <a:ea typeface="Segoe UI"/>
                <a:cs typeface="Segoe UI"/>
              </a:defRPr>
            </a:lvl1pPr>
            <a:lvl2pPr>
              <a:buNone/>
              <a:defRPr sz="788" b="0">
                <a:solidFill>
                  <a:srgbClr val="566574"/>
                </a:solidFill>
                <a:latin typeface="Segoe UI"/>
                <a:ea typeface="Segoe UI"/>
                <a:cs typeface="Segoe UI"/>
              </a:defRPr>
            </a:lvl2pPr>
            <a:lvl3pPr>
              <a:buNone/>
              <a:defRPr sz="788" b="0">
                <a:solidFill>
                  <a:srgbClr val="566574"/>
                </a:solidFill>
                <a:latin typeface="Segoe UI"/>
                <a:ea typeface="Segoe UI"/>
                <a:cs typeface="Segoe UI"/>
              </a:defRPr>
            </a:lvl3pPr>
            <a:lvl4pPr>
              <a:buNone/>
              <a:defRPr sz="788" b="0">
                <a:solidFill>
                  <a:srgbClr val="566574"/>
                </a:solidFill>
                <a:latin typeface="Segoe UI"/>
                <a:ea typeface="Segoe UI"/>
                <a:cs typeface="Segoe UI"/>
              </a:defRPr>
            </a:lvl4pPr>
            <a:lvl5pPr>
              <a:buNone/>
              <a:defRPr sz="788" b="0">
                <a:solidFill>
                  <a:srgbClr val="566574"/>
                </a:solidFill>
                <a:latin typeface="Segoe UI"/>
                <a:ea typeface="Segoe UI"/>
                <a:cs typeface="Segoe UI"/>
              </a:defRPr>
            </a:lvl5pPr>
            <a:lvl6pPr>
              <a:buNone/>
              <a:defRPr sz="788" b="0">
                <a:solidFill>
                  <a:srgbClr val="566574"/>
                </a:solidFill>
                <a:latin typeface="Segoe UI"/>
                <a:ea typeface="Segoe UI"/>
                <a:cs typeface="Segoe UI"/>
              </a:defRPr>
            </a:lvl6pPr>
            <a:lvl7pPr>
              <a:buNone/>
              <a:defRPr sz="788" b="0">
                <a:solidFill>
                  <a:srgbClr val="566574"/>
                </a:solidFill>
                <a:latin typeface="Segoe UI"/>
                <a:ea typeface="Segoe UI"/>
                <a:cs typeface="Segoe UI"/>
              </a:defRPr>
            </a:lvl7pPr>
            <a:lvl8pPr>
              <a:buNone/>
              <a:defRPr sz="788" b="0">
                <a:solidFill>
                  <a:srgbClr val="566574"/>
                </a:solidFill>
                <a:latin typeface="Segoe UI"/>
                <a:ea typeface="Segoe UI"/>
                <a:cs typeface="Segoe UI"/>
              </a:defRPr>
            </a:lvl8pPr>
            <a:lvl9pPr>
              <a:buNone/>
              <a:defRPr sz="788" b="0">
                <a:solidFill>
                  <a:srgbClr val="566574"/>
                </a:solidFill>
                <a:latin typeface="Segoe UI"/>
                <a:ea typeface="Segoe UI"/>
                <a:cs typeface="Segoe UI"/>
              </a:defRPr>
            </a:lvl9pPr>
          </a:lstStyle>
          <a:p xmlns:a="http://schemas.openxmlformats.org/drawingml/2006/main">
            <a:pPr>
              <a:buNone/>
              <a:defRPr sz="788" b="0">
                <a:solidFill>
                  <a:srgbClr val="566574"/>
                </a:solidFill>
                <a:latin typeface="Segoe UI"/>
                <a:ea typeface="Segoe UI"/>
                <a:cs typeface="Segoe UI"/>
              </a:defRPr>
            </a:pPr>
            <a:r>
              <a:rPr sz="788" b="0">
                <a:solidFill>
                  <a:srgbClr val="566574"/>
                </a:solidFill>
                <a:latin typeface="Segoe UI"/>
                <a:ea typeface="Segoe UI"/>
                <a:cs typeface="Segoe UI"/>
              </a:rPr>
              <a:t>Made by Matt · © Matt Roper · CC BY-NC-SA 4.0: free for classroom use, share and adapt with credit, no resale</a:t>
            </a:r>
          </a:p>
        </p:txBody>
      </p:sp>
      <p:sp>
        <p:nvSpPr>
          <p:cNvPr id="29" name="page-number">
            <a:extLst xmlns:a="http://schemas.openxmlformats.org/drawingml/2006/main">
              <a:ext uri="{FF2B5EF4-FFF2-40B4-BE49-F238E27FC236}">
                <a16:creationId xmlns:a16="http://schemas.microsoft.com/office/drawing/2014/main" id="{487F763B-FF50-46C6-AB1D-4119A50DFB32}"/>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050" b="0">
                <a:solidFill>
                  <a:srgbClr val="566574"/>
                </a:solidFill>
                <a:latin typeface="Segoe UI"/>
                <a:ea typeface="Segoe UI"/>
                <a:cs typeface="Segoe UI"/>
              </a:rPr>
              <a:t>11</a:t>
            </a:r>
          </a:p>
        </p:txBody>
      </p:sp>
    </p:spTree>
    <p:extLst>
      <p:ext uri="{BB962C8B-B14F-4D97-AF65-F5344CB8AC3E}">
        <p14:creationId xmlns:p14="http://schemas.microsoft.com/office/powerpoint/2010/main" val="1167410626"/>
      </p:ext>
    </p:extLst>
  </p:cSld>
</p:sld>
</file>

<file path=ppt/slides/slide1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lesson-code">
            <a:extLst xmlns:a="http://schemas.openxmlformats.org/drawingml/2006/main">
              <a:ext uri="{FF2B5EF4-FFF2-40B4-BE49-F238E27FC236}">
                <a16:creationId xmlns:a16="http://schemas.microsoft.com/office/drawing/2014/main" id="{9BFD6209-1C9C-4B7B-B1C6-FE74BAB8B8EE}"/>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200" b="0">
                <a:solidFill>
                  <a:srgbClr val="566574"/>
                </a:solidFill>
                <a:latin typeface="Segoe UI"/>
                <a:ea typeface="Segoe UI"/>
                <a:cs typeface="Segoe UI"/>
              </a:defRPr>
            </a:lvl1pPr>
            <a:lvl2pPr>
              <a:buNone/>
              <a:defRPr sz="1200" b="0">
                <a:solidFill>
                  <a:srgbClr val="566574"/>
                </a:solidFill>
                <a:latin typeface="Segoe UI"/>
                <a:ea typeface="Segoe UI"/>
                <a:cs typeface="Segoe UI"/>
              </a:defRPr>
            </a:lvl2pPr>
            <a:lvl3pPr>
              <a:buNone/>
              <a:defRPr sz="1200" b="0">
                <a:solidFill>
                  <a:srgbClr val="566574"/>
                </a:solidFill>
                <a:latin typeface="Segoe UI"/>
                <a:ea typeface="Segoe UI"/>
                <a:cs typeface="Segoe UI"/>
              </a:defRPr>
            </a:lvl3pPr>
            <a:lvl4pPr>
              <a:buNone/>
              <a:defRPr sz="1200" b="0">
                <a:solidFill>
                  <a:srgbClr val="566574"/>
                </a:solidFill>
                <a:latin typeface="Segoe UI"/>
                <a:ea typeface="Segoe UI"/>
                <a:cs typeface="Segoe UI"/>
              </a:defRPr>
            </a:lvl4pPr>
            <a:lvl5pPr>
              <a:buNone/>
              <a:defRPr sz="1200" b="0">
                <a:solidFill>
                  <a:srgbClr val="566574"/>
                </a:solidFill>
                <a:latin typeface="Segoe UI"/>
                <a:ea typeface="Segoe UI"/>
                <a:cs typeface="Segoe UI"/>
              </a:defRPr>
            </a:lvl5pPr>
            <a:lvl6pPr>
              <a:buNone/>
              <a:defRPr sz="1200" b="0">
                <a:solidFill>
                  <a:srgbClr val="566574"/>
                </a:solidFill>
                <a:latin typeface="Segoe UI"/>
                <a:ea typeface="Segoe UI"/>
                <a:cs typeface="Segoe UI"/>
              </a:defRPr>
            </a:lvl6pPr>
            <a:lvl7pPr>
              <a:buNone/>
              <a:defRPr sz="1200" b="0">
                <a:solidFill>
                  <a:srgbClr val="566574"/>
                </a:solidFill>
                <a:latin typeface="Segoe UI"/>
                <a:ea typeface="Segoe UI"/>
                <a:cs typeface="Segoe UI"/>
              </a:defRPr>
            </a:lvl7pPr>
            <a:lvl8pPr>
              <a:buNone/>
              <a:defRPr sz="1200" b="0">
                <a:solidFill>
                  <a:srgbClr val="566574"/>
                </a:solidFill>
                <a:latin typeface="Segoe UI"/>
                <a:ea typeface="Segoe UI"/>
                <a:cs typeface="Segoe UI"/>
              </a:defRPr>
            </a:lvl8pPr>
            <a:lvl9pPr>
              <a:buNone/>
              <a:defRPr sz="1200" b="0">
                <a:solidFill>
                  <a:srgbClr val="566574"/>
                </a:solidFill>
                <a:latin typeface="Segoe UI"/>
                <a:ea typeface="Segoe UI"/>
                <a:cs typeface="Segoe UI"/>
              </a:defRPr>
            </a:lvl9pPr>
          </a:lstStyle>
          <a:p xmlns:a="http://schemas.openxmlformats.org/drawingml/2006/main">
            <a:pPr>
              <a:buNone/>
              <a:defRPr sz="1200" b="0">
                <a:solidFill>
                  <a:srgbClr val="566574"/>
                </a:solidFill>
                <a:latin typeface="Segoe UI"/>
                <a:ea typeface="Segoe UI"/>
                <a:cs typeface="Segoe UI"/>
              </a:defRPr>
            </a:pPr>
            <a:r>
              <a:rPr sz="1200" b="0">
                <a:solidFill>
                  <a:srgbClr val="566574"/>
                </a:solidFill>
                <a:latin typeface="Segoe UI"/>
                <a:ea typeface="Segoe UI"/>
                <a:cs typeface="Segoe UI"/>
              </a:rPr>
              <a:t>COMM-GROW-A2-W06  ·  Lesson 11</a:t>
            </a:r>
          </a:p>
        </p:txBody>
      </p:sp>
      <p:sp>
        <p:nvSpPr>
          <p:cNvPr id="2" name="label">
            <a:extLst xmlns:a="http://schemas.openxmlformats.org/drawingml/2006/main">
              <a:ext uri="{FF2B5EF4-FFF2-40B4-BE49-F238E27FC236}">
                <a16:creationId xmlns:a16="http://schemas.microsoft.com/office/drawing/2014/main" id="{613A8400-B958-40E9-8256-2A07D8CF8B7D}"/>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200" b="0">
                <a:solidFill>
                  <a:srgbClr val="566574"/>
                </a:solidFill>
                <a:latin typeface="Segoe UI"/>
                <a:ea typeface="Segoe UI"/>
                <a:cs typeface="Segoe UI"/>
              </a:rPr>
              <a:t>Public edition · Year A</a:t>
            </a:r>
          </a:p>
        </p:txBody>
      </p:sp>
      <p:sp>
        <p:nvSpPr>
          <p:cNvPr id="3" name="stage-title">
            <a:extLst xmlns:a="http://schemas.openxmlformats.org/drawingml/2006/main">
              <a:ext uri="{FF2B5EF4-FFF2-40B4-BE49-F238E27FC236}">
                <a16:creationId xmlns:a16="http://schemas.microsoft.com/office/drawing/2014/main" id="{A89E26DE-1BE4-4A9C-B9BE-6F6D655F958C}"/>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buNone/>
              <a:defRPr sz="3300" b="1">
                <a:solidFill>
                  <a:srgbClr val="345D70"/>
                </a:solidFill>
                <a:latin typeface="Segoe UI"/>
                <a:ea typeface="Segoe UI"/>
                <a:cs typeface="Segoe UI"/>
              </a:defRPr>
            </a:lvl1pPr>
            <a:lvl2pPr>
              <a:buNone/>
              <a:defRPr sz="3300" b="1">
                <a:solidFill>
                  <a:srgbClr val="345D70"/>
                </a:solidFill>
                <a:latin typeface="Segoe UI"/>
                <a:ea typeface="Segoe UI"/>
                <a:cs typeface="Segoe UI"/>
              </a:defRPr>
            </a:lvl2pPr>
            <a:lvl3pPr>
              <a:buNone/>
              <a:defRPr sz="3300" b="1">
                <a:solidFill>
                  <a:srgbClr val="345D70"/>
                </a:solidFill>
                <a:latin typeface="Segoe UI"/>
                <a:ea typeface="Segoe UI"/>
                <a:cs typeface="Segoe UI"/>
              </a:defRPr>
            </a:lvl3pPr>
            <a:lvl4pPr>
              <a:buNone/>
              <a:defRPr sz="3300" b="1">
                <a:solidFill>
                  <a:srgbClr val="345D70"/>
                </a:solidFill>
                <a:latin typeface="Segoe UI"/>
                <a:ea typeface="Segoe UI"/>
                <a:cs typeface="Segoe UI"/>
              </a:defRPr>
            </a:lvl4pPr>
            <a:lvl5pPr>
              <a:buNone/>
              <a:defRPr sz="3300" b="1">
                <a:solidFill>
                  <a:srgbClr val="345D70"/>
                </a:solidFill>
                <a:latin typeface="Segoe UI"/>
                <a:ea typeface="Segoe UI"/>
                <a:cs typeface="Segoe UI"/>
              </a:defRPr>
            </a:lvl5pPr>
            <a:lvl6pPr>
              <a:buNone/>
              <a:defRPr sz="3300" b="1">
                <a:solidFill>
                  <a:srgbClr val="345D70"/>
                </a:solidFill>
                <a:latin typeface="Segoe UI"/>
                <a:ea typeface="Segoe UI"/>
                <a:cs typeface="Segoe UI"/>
              </a:defRPr>
            </a:lvl6pPr>
            <a:lvl7pPr>
              <a:buNone/>
              <a:defRPr sz="3300" b="1">
                <a:solidFill>
                  <a:srgbClr val="345D70"/>
                </a:solidFill>
                <a:latin typeface="Segoe UI"/>
                <a:ea typeface="Segoe UI"/>
                <a:cs typeface="Segoe UI"/>
              </a:defRPr>
            </a:lvl7pPr>
            <a:lvl8pPr>
              <a:buNone/>
              <a:defRPr sz="3300" b="1">
                <a:solidFill>
                  <a:srgbClr val="345D70"/>
                </a:solidFill>
                <a:latin typeface="Segoe UI"/>
                <a:ea typeface="Segoe UI"/>
                <a:cs typeface="Segoe UI"/>
              </a:defRPr>
            </a:lvl8pPr>
            <a:lvl9pPr>
              <a:buNone/>
              <a:defRPr sz="3300" b="1">
                <a:solidFill>
                  <a:srgbClr val="345D70"/>
                </a:solidFill>
                <a:latin typeface="Segoe UI"/>
                <a:ea typeface="Segoe UI"/>
                <a:cs typeface="Segoe UI"/>
              </a:defRPr>
            </a:lvl9pPr>
          </a:lstStyle>
          <a:p xmlns:a="http://schemas.openxmlformats.org/drawingml/2006/main">
            <a:pPr>
              <a:buNone/>
              <a:defRPr sz="3300" b="1">
                <a:solidFill>
                  <a:srgbClr val="345D70"/>
                </a:solidFill>
                <a:latin typeface="Segoe UI"/>
                <a:ea typeface="Segoe UI"/>
                <a:cs typeface="Segoe UI"/>
              </a:defRPr>
            </a:pPr>
            <a:r>
              <a:rPr sz="3300" b="1">
                <a:solidFill>
                  <a:srgbClr val="345D70"/>
                </a:solidFill>
                <a:latin typeface="Segoe UI"/>
                <a:ea typeface="Segoe UI"/>
                <a:cs typeface="Segoe UI"/>
              </a:rPr>
              <a:t>TA and staff brief</a:t>
            </a:r>
          </a:p>
        </p:txBody>
      </p:sp>
      <p:sp>
        <p:nvSpPr>
          <p:cNvPr id="4" name="staff-main">
            <a:extLst xmlns:a="http://schemas.openxmlformats.org/drawingml/2006/main">
              <a:ext uri="{FF2B5EF4-FFF2-40B4-BE49-F238E27FC236}">
                <a16:creationId xmlns:a16="http://schemas.microsoft.com/office/drawing/2014/main" id="{A1068E4A-3C50-416B-9F03-08417A6769EF}"/>
              </a:ext>
            </a:extLst>
          </p:cNvPr>
          <p:cNvSpPr>
            <a:spLocks xmlns:a="http://schemas.openxmlformats.org/drawingml/2006/main" noGrp="1"/>
          </p:cNvSpPr>
          <p:nvPr/>
        </p:nvSpPr>
        <p:spPr>
          <a:xfrm xmlns:a="http://schemas.openxmlformats.org/drawingml/2006/main">
            <a:off x="533400" y="1457325"/>
            <a:ext cx="110490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0">
                <a:solidFill>
                  <a:srgbClr val="192E3B"/>
                </a:solidFill>
                <a:latin typeface="Segoe UI"/>
                <a:ea typeface="Segoe UI"/>
                <a:cs typeface="Segoe UI"/>
              </a:defRPr>
            </a:defPPr>
            <a:lvl1pPr>
              <a:buNone/>
              <a:defRPr sz="1875" b="0">
                <a:solidFill>
                  <a:srgbClr val="192E3B"/>
                </a:solidFill>
                <a:latin typeface="Segoe UI"/>
                <a:ea typeface="Segoe UI"/>
                <a:cs typeface="Segoe UI"/>
              </a:defRPr>
            </a:lvl1pPr>
            <a:lvl2pPr>
              <a:buNone/>
              <a:defRPr sz="1875" b="0">
                <a:solidFill>
                  <a:srgbClr val="192E3B"/>
                </a:solidFill>
                <a:latin typeface="Segoe UI"/>
                <a:ea typeface="Segoe UI"/>
                <a:cs typeface="Segoe UI"/>
              </a:defRPr>
            </a:lvl2pPr>
            <a:lvl3pPr>
              <a:buNone/>
              <a:defRPr sz="1875" b="0">
                <a:solidFill>
                  <a:srgbClr val="192E3B"/>
                </a:solidFill>
                <a:latin typeface="Segoe UI"/>
                <a:ea typeface="Segoe UI"/>
                <a:cs typeface="Segoe UI"/>
              </a:defRPr>
            </a:lvl3pPr>
            <a:lvl4pPr>
              <a:buNone/>
              <a:defRPr sz="1875" b="0">
                <a:solidFill>
                  <a:srgbClr val="192E3B"/>
                </a:solidFill>
                <a:latin typeface="Segoe UI"/>
                <a:ea typeface="Segoe UI"/>
                <a:cs typeface="Segoe UI"/>
              </a:defRPr>
            </a:lvl4pPr>
            <a:lvl5pPr>
              <a:buNone/>
              <a:defRPr sz="1875" b="0">
                <a:solidFill>
                  <a:srgbClr val="192E3B"/>
                </a:solidFill>
                <a:latin typeface="Segoe UI"/>
                <a:ea typeface="Segoe UI"/>
                <a:cs typeface="Segoe UI"/>
              </a:defRPr>
            </a:lvl5pPr>
            <a:lvl6pPr>
              <a:buNone/>
              <a:defRPr sz="1875" b="0">
                <a:solidFill>
                  <a:srgbClr val="192E3B"/>
                </a:solidFill>
                <a:latin typeface="Segoe UI"/>
                <a:ea typeface="Segoe UI"/>
                <a:cs typeface="Segoe UI"/>
              </a:defRPr>
            </a:lvl6pPr>
            <a:lvl7pPr>
              <a:buNone/>
              <a:defRPr sz="1875" b="0">
                <a:solidFill>
                  <a:srgbClr val="192E3B"/>
                </a:solidFill>
                <a:latin typeface="Segoe UI"/>
                <a:ea typeface="Segoe UI"/>
                <a:cs typeface="Segoe UI"/>
              </a:defRPr>
            </a:lvl7pPr>
            <a:lvl8pPr>
              <a:buNone/>
              <a:defRPr sz="1875" b="0">
                <a:solidFill>
                  <a:srgbClr val="192E3B"/>
                </a:solidFill>
                <a:latin typeface="Segoe UI"/>
                <a:ea typeface="Segoe UI"/>
                <a:cs typeface="Segoe UI"/>
              </a:defRPr>
            </a:lvl8pPr>
            <a:lvl9pPr>
              <a:buNone/>
              <a:defRPr sz="1875" b="0">
                <a:solidFill>
                  <a:srgbClr val="192E3B"/>
                </a:solidFill>
                <a:latin typeface="Segoe UI"/>
                <a:ea typeface="Segoe UI"/>
                <a:cs typeface="Segoe UI"/>
              </a:defRPr>
            </a:lvl9pPr>
          </a:lstStyle>
          <a:p xmlns:a="http://schemas.openxmlformats.org/drawingml/2006/main">
            <a:pPr>
              <a:buNone/>
              <a:defRPr sz="1875" b="0">
                <a:solidFill>
                  <a:srgbClr val="192E3B"/>
                </a:solidFill>
                <a:latin typeface="Segoe UI"/>
                <a:ea typeface="Segoe UI"/>
                <a:cs typeface="Segoe UI"/>
              </a:defRPr>
            </a:pPr>
            <a:r>
              <a:rPr sz="1875" b="0">
                <a:solidFill>
                  <a:srgbClr val="192E3B"/>
                </a:solidFill>
                <a:latin typeface="Segoe UI"/>
                <a:ea typeface="Segoe UI"/>
                <a:cs typeface="Segoe UI"/>
              </a:rPr>
              <a:t>Before: check funds and trip readiness.</a:t>
            </a:r>
          </a:p>
          <a:p xmlns:a="http://schemas.openxmlformats.org/drawingml/2006/main">
            <a:pPr>
              <a:buNone/>
              <a:defRPr sz="1875" b="0">
                <a:solidFill>
                  <a:srgbClr val="192E3B"/>
                </a:solidFill>
                <a:latin typeface="Segoe UI"/>
                <a:ea typeface="Segoe UI"/>
                <a:cs typeface="Segoe UI"/>
              </a:defRPr>
            </a:pPr>
            <a:r>
              <a:rPr sz="1875" b="0">
                <a:solidFill>
                  <a:srgbClr val="192E3B"/>
                </a:solidFill>
                <a:latin typeface="Segoe UI"/>
                <a:ea typeface="Segoe UI"/>
                <a:cs typeface="Segoe UI"/>
              </a:rPr>
              <a:t>During: hear each learner’s question.</a:t>
            </a:r>
          </a:p>
          <a:p xmlns:a="http://schemas.openxmlformats.org/drawingml/2006/main">
            <a:pPr>
              <a:buNone/>
              <a:defRPr sz="1875" b="0">
                <a:solidFill>
                  <a:srgbClr val="192E3B"/>
                </a:solidFill>
                <a:latin typeface="Segoe UI"/>
                <a:ea typeface="Segoe UI"/>
                <a:cs typeface="Segoe UI"/>
              </a:defRPr>
            </a:pPr>
            <a:r>
              <a:rPr sz="1875" b="0">
                <a:solidFill>
                  <a:srgbClr val="192E3B"/>
                </a:solidFill>
                <a:latin typeface="Segoe UI"/>
                <a:ea typeface="Segoe UI"/>
                <a:cs typeface="Segoe UI"/>
              </a:rPr>
              <a:t>After: keep their fact and thanks.</a:t>
            </a:r>
          </a:p>
          <a:p xmlns:a="http://schemas.openxmlformats.org/drawingml/2006/main">
            <a:pPr>
              <a:buNone/>
              <a:defRPr sz="1875" b="0">
                <a:solidFill>
                  <a:srgbClr val="192E3B"/>
                </a:solidFill>
                <a:latin typeface="Segoe UI"/>
                <a:ea typeface="Segoe UI"/>
                <a:cs typeface="Segoe UI"/>
              </a:defRPr>
            </a:pPr>
            <a:r>
              <a:rPr sz="1875" b="0">
                <a:solidFill>
                  <a:srgbClr val="192E3B"/>
                </a:solidFill>
                <a:latin typeface="Segoe UI"/>
                <a:ea typeface="Segoe UI"/>
                <a:cs typeface="Segoe UI"/>
              </a:rPr>
              <a:t>Adults confirm travel and sharing.</a:t>
            </a:r>
          </a:p>
          <a:p xmlns:a="http://schemas.openxmlformats.org/drawingml/2006/main">
            <a:pPr>
              <a:buNone/>
              <a:defRPr sz="1875" b="0">
                <a:solidFill>
                  <a:srgbClr val="192E3B"/>
                </a:solidFill>
                <a:latin typeface="Segoe UI"/>
                <a:ea typeface="Segoe UI"/>
                <a:cs typeface="Segoe UI"/>
              </a:defRPr>
            </a:pPr>
            <a:r>
              <a:rPr sz="1875" b="0">
                <a:solidFill>
                  <a:srgbClr val="192E3B"/>
                </a:solidFill>
                <a:latin typeface="Segoe UI"/>
                <a:ea typeface="Segoe UI"/>
                <a:cs typeface="Segoe UI"/>
              </a:rPr>
              <a:t>VF · WS · I · NS · E · R</a:t>
            </a:r>
          </a:p>
          <a:p xmlns:a="http://schemas.openxmlformats.org/drawingml/2006/main">
            <a:pPr>
              <a:buNone/>
              <a:defRPr sz="1875" b="0">
                <a:solidFill>
                  <a:srgbClr val="192E3B"/>
                </a:solidFill>
                <a:latin typeface="Segoe UI"/>
                <a:ea typeface="Segoe UI"/>
                <a:cs typeface="Segoe UI"/>
              </a:defRPr>
            </a:pPr>
            <a:r>
              <a:rPr sz="1875" b="0">
                <a:solidFill>
                  <a:srgbClr val="192E3B"/>
                </a:solidFill>
                <a:latin typeface="Segoe UI"/>
                <a:ea typeface="Segoe UI"/>
                <a:cs typeface="Segoe UI"/>
              </a:rPr>
              <a:t>Use the evidence record.</a:t>
            </a:r>
          </a:p>
        </p:txBody>
      </p:sp>
      <p:sp>
        <p:nvSpPr>
          <p:cNvPr id="5" name="cold-call-detail">
            <a:extLst xmlns:a="http://schemas.openxmlformats.org/drawingml/2006/main">
              <a:ext uri="{FF2B5EF4-FFF2-40B4-BE49-F238E27FC236}">
                <a16:creationId xmlns:a16="http://schemas.microsoft.com/office/drawing/2014/main" id="{3040473F-99FF-4B2D-B7FC-AB933D732920}"/>
              </a:ext>
            </a:extLst>
          </p:cNvPr>
          <p:cNvSpPr>
            <a:spLocks xmlns:a="http://schemas.openxmlformats.org/drawingml/2006/main" noGrp="1"/>
          </p:cNvSpPr>
          <p:nvPr/>
        </p:nvSpPr>
        <p:spPr>
          <a:xfrm xmlns:a="http://schemas.openxmlformats.org/drawingml/2006/main">
            <a:off x="533400" y="4000500"/>
            <a:ext cx="1104900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0">
                <a:solidFill>
                  <a:srgbClr val="192E3B"/>
                </a:solidFill>
                <a:latin typeface="Segoe UI"/>
                <a:ea typeface="Segoe UI"/>
                <a:cs typeface="Segoe UI"/>
              </a:defRPr>
            </a:defPPr>
            <a:lvl1pPr>
              <a:buNone/>
              <a:defRPr sz="1725" b="0">
                <a:solidFill>
                  <a:srgbClr val="192E3B"/>
                </a:solidFill>
                <a:latin typeface="Segoe UI"/>
                <a:ea typeface="Segoe UI"/>
                <a:cs typeface="Segoe UI"/>
              </a:defRPr>
            </a:lvl1pPr>
            <a:lvl2pPr>
              <a:buNone/>
              <a:defRPr sz="1725" b="0">
                <a:solidFill>
                  <a:srgbClr val="192E3B"/>
                </a:solidFill>
                <a:latin typeface="Segoe UI"/>
                <a:ea typeface="Segoe UI"/>
                <a:cs typeface="Segoe UI"/>
              </a:defRPr>
            </a:lvl2pPr>
            <a:lvl3pPr>
              <a:buNone/>
              <a:defRPr sz="1725" b="0">
                <a:solidFill>
                  <a:srgbClr val="192E3B"/>
                </a:solidFill>
                <a:latin typeface="Segoe UI"/>
                <a:ea typeface="Segoe UI"/>
                <a:cs typeface="Segoe UI"/>
              </a:defRPr>
            </a:lvl3pPr>
            <a:lvl4pPr>
              <a:buNone/>
              <a:defRPr sz="1725" b="0">
                <a:solidFill>
                  <a:srgbClr val="192E3B"/>
                </a:solidFill>
                <a:latin typeface="Segoe UI"/>
                <a:ea typeface="Segoe UI"/>
                <a:cs typeface="Segoe UI"/>
              </a:defRPr>
            </a:lvl4pPr>
            <a:lvl5pPr>
              <a:buNone/>
              <a:defRPr sz="1725" b="0">
                <a:solidFill>
                  <a:srgbClr val="192E3B"/>
                </a:solidFill>
                <a:latin typeface="Segoe UI"/>
                <a:ea typeface="Segoe UI"/>
                <a:cs typeface="Segoe UI"/>
              </a:defRPr>
            </a:lvl5pPr>
            <a:lvl6pPr>
              <a:buNone/>
              <a:defRPr sz="1725" b="0">
                <a:solidFill>
                  <a:srgbClr val="192E3B"/>
                </a:solidFill>
                <a:latin typeface="Segoe UI"/>
                <a:ea typeface="Segoe UI"/>
                <a:cs typeface="Segoe UI"/>
              </a:defRPr>
            </a:lvl6pPr>
            <a:lvl7pPr>
              <a:buNone/>
              <a:defRPr sz="1725" b="0">
                <a:solidFill>
                  <a:srgbClr val="192E3B"/>
                </a:solidFill>
                <a:latin typeface="Segoe UI"/>
                <a:ea typeface="Segoe UI"/>
                <a:cs typeface="Segoe UI"/>
              </a:defRPr>
            </a:lvl7pPr>
            <a:lvl8pPr>
              <a:buNone/>
              <a:defRPr sz="1725" b="0">
                <a:solidFill>
                  <a:srgbClr val="192E3B"/>
                </a:solidFill>
                <a:latin typeface="Segoe UI"/>
                <a:ea typeface="Segoe UI"/>
                <a:cs typeface="Segoe UI"/>
              </a:defRPr>
            </a:lvl8pPr>
            <a:lvl9pPr>
              <a:buNone/>
              <a:defRPr sz="1725" b="0">
                <a:solidFill>
                  <a:srgbClr val="192E3B"/>
                </a:solidFill>
                <a:latin typeface="Segoe UI"/>
                <a:ea typeface="Segoe UI"/>
                <a:cs typeface="Segoe UI"/>
              </a:defRPr>
            </a:lvl9pPr>
          </a:lstStyle>
          <a:p xmlns:a="http://schemas.openxmlformats.org/drawingml/2006/main">
            <a:pPr>
              <a:buNone/>
              <a:defRPr sz="1725" b="0">
                <a:solidFill>
                  <a:srgbClr val="192E3B"/>
                </a:solidFill>
                <a:latin typeface="Segoe UI"/>
                <a:ea typeface="Segoe UI"/>
                <a:cs typeface="Segoe UI"/>
              </a:defRPr>
            </a:pPr>
            <a:r>
              <a:rPr sz="1875" b="0">
                <a:solidFill>
                  <a:srgbClr val="192E3B"/>
                </a:solidFill>
                <a:latin typeface="Segoe UI"/>
                <a:ea typeface="Segoe UI"/>
                <a:cs typeface="Segoe UI"/>
              </a:rPr>
              <a:t>1. Which total can we share?</a:t>
            </a:r>
          </a:p>
          <a:p xmlns:a="http://schemas.openxmlformats.org/drawingml/2006/main">
            <a:pPr>
              <a:buNone/>
              <a:defRPr sz="1725" b="0">
                <a:solidFill>
                  <a:srgbClr val="192E3B"/>
                </a:solidFill>
                <a:latin typeface="Segoe UI"/>
                <a:ea typeface="Segoe UI"/>
                <a:cs typeface="Segoe UI"/>
              </a:defRPr>
            </a:pPr>
            <a:r>
              <a:rPr sz="1875" b="0">
                <a:solidFill>
                  <a:srgbClr val="192E3B"/>
                </a:solidFill>
                <a:latin typeface="Segoe UI"/>
                <a:ea typeface="Segoe UI"/>
                <a:cs typeface="Segoe UI"/>
              </a:rPr>
              <a:t>2. How does this link to our goal?</a:t>
            </a:r>
          </a:p>
          <a:p xmlns:a="http://schemas.openxmlformats.org/drawingml/2006/main">
            <a:pPr>
              <a:buNone/>
              <a:defRPr sz="1725" b="0">
                <a:solidFill>
                  <a:srgbClr val="192E3B"/>
                </a:solidFill>
                <a:latin typeface="Segoe UI"/>
                <a:ea typeface="Segoe UI"/>
                <a:cs typeface="Segoe UI"/>
              </a:defRPr>
            </a:pPr>
            <a:r>
              <a:rPr sz="1875" b="0">
                <a:solidFill>
                  <a:srgbClr val="192E3B"/>
                </a:solidFill>
                <a:latin typeface="Segoe UI"/>
                <a:ea typeface="Segoe UI"/>
                <a:cs typeface="Segoe UI"/>
              </a:rPr>
              <a:t>3. What proof supports your fact?</a:t>
            </a:r>
          </a:p>
        </p:txBody>
      </p:sp>
      <p:sp>
        <p:nvSpPr>
          <p:cNvPr id="6" name="credit">
            <a:extLst xmlns:a="http://schemas.openxmlformats.org/drawingml/2006/main">
              <a:ext uri="{FF2B5EF4-FFF2-40B4-BE49-F238E27FC236}">
                <a16:creationId xmlns:a16="http://schemas.microsoft.com/office/drawing/2014/main" id="{9A76FAFC-8263-416D-BCC0-0CA893B586F6}"/>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buNone/>
              <a:defRPr sz="788" b="0">
                <a:solidFill>
                  <a:srgbClr val="566574"/>
                </a:solidFill>
                <a:latin typeface="Segoe UI"/>
                <a:ea typeface="Segoe UI"/>
                <a:cs typeface="Segoe UI"/>
              </a:defRPr>
            </a:lvl1pPr>
            <a:lvl2pPr>
              <a:buNone/>
              <a:defRPr sz="788" b="0">
                <a:solidFill>
                  <a:srgbClr val="566574"/>
                </a:solidFill>
                <a:latin typeface="Segoe UI"/>
                <a:ea typeface="Segoe UI"/>
                <a:cs typeface="Segoe UI"/>
              </a:defRPr>
            </a:lvl2pPr>
            <a:lvl3pPr>
              <a:buNone/>
              <a:defRPr sz="788" b="0">
                <a:solidFill>
                  <a:srgbClr val="566574"/>
                </a:solidFill>
                <a:latin typeface="Segoe UI"/>
                <a:ea typeface="Segoe UI"/>
                <a:cs typeface="Segoe UI"/>
              </a:defRPr>
            </a:lvl3pPr>
            <a:lvl4pPr>
              <a:buNone/>
              <a:defRPr sz="788" b="0">
                <a:solidFill>
                  <a:srgbClr val="566574"/>
                </a:solidFill>
                <a:latin typeface="Segoe UI"/>
                <a:ea typeface="Segoe UI"/>
                <a:cs typeface="Segoe UI"/>
              </a:defRPr>
            </a:lvl4pPr>
            <a:lvl5pPr>
              <a:buNone/>
              <a:defRPr sz="788" b="0">
                <a:solidFill>
                  <a:srgbClr val="566574"/>
                </a:solidFill>
                <a:latin typeface="Segoe UI"/>
                <a:ea typeface="Segoe UI"/>
                <a:cs typeface="Segoe UI"/>
              </a:defRPr>
            </a:lvl5pPr>
            <a:lvl6pPr>
              <a:buNone/>
              <a:defRPr sz="788" b="0">
                <a:solidFill>
                  <a:srgbClr val="566574"/>
                </a:solidFill>
                <a:latin typeface="Segoe UI"/>
                <a:ea typeface="Segoe UI"/>
                <a:cs typeface="Segoe UI"/>
              </a:defRPr>
            </a:lvl6pPr>
            <a:lvl7pPr>
              <a:buNone/>
              <a:defRPr sz="788" b="0">
                <a:solidFill>
                  <a:srgbClr val="566574"/>
                </a:solidFill>
                <a:latin typeface="Segoe UI"/>
                <a:ea typeface="Segoe UI"/>
                <a:cs typeface="Segoe UI"/>
              </a:defRPr>
            </a:lvl7pPr>
            <a:lvl8pPr>
              <a:buNone/>
              <a:defRPr sz="788" b="0">
                <a:solidFill>
                  <a:srgbClr val="566574"/>
                </a:solidFill>
                <a:latin typeface="Segoe UI"/>
                <a:ea typeface="Segoe UI"/>
                <a:cs typeface="Segoe UI"/>
              </a:defRPr>
            </a:lvl8pPr>
            <a:lvl9pPr>
              <a:buNone/>
              <a:defRPr sz="788" b="0">
                <a:solidFill>
                  <a:srgbClr val="566574"/>
                </a:solidFill>
                <a:latin typeface="Segoe UI"/>
                <a:ea typeface="Segoe UI"/>
                <a:cs typeface="Segoe UI"/>
              </a:defRPr>
            </a:lvl9pPr>
          </a:lstStyle>
          <a:p xmlns:a="http://schemas.openxmlformats.org/drawingml/2006/main">
            <a:pPr>
              <a:buNone/>
              <a:defRPr sz="788" b="0">
                <a:solidFill>
                  <a:srgbClr val="566574"/>
                </a:solidFill>
                <a:latin typeface="Segoe UI"/>
                <a:ea typeface="Segoe UI"/>
                <a:cs typeface="Segoe UI"/>
              </a:defRPr>
            </a:pPr>
            <a:r>
              <a:rPr sz="788" b="0">
                <a:solidFill>
                  <a:srgbClr val="566574"/>
                </a:solidFill>
                <a:latin typeface="Segoe UI"/>
                <a:ea typeface="Segoe UI"/>
                <a:cs typeface="Segoe UI"/>
              </a:rPr>
              <a:t>Made by Matt · © Matt Roper · CC BY-NC-SA 4.0: free for classroom use, share and adapt with credit, no resale</a:t>
            </a:r>
          </a:p>
        </p:txBody>
      </p:sp>
      <p:sp>
        <p:nvSpPr>
          <p:cNvPr id="7" name="page-number">
            <a:extLst xmlns:a="http://schemas.openxmlformats.org/drawingml/2006/main">
              <a:ext uri="{FF2B5EF4-FFF2-40B4-BE49-F238E27FC236}">
                <a16:creationId xmlns:a16="http://schemas.microsoft.com/office/drawing/2014/main" id="{D62CCEAC-6B5E-41DB-9AF6-8A70DA725C66}"/>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050" b="0">
                <a:solidFill>
                  <a:srgbClr val="566574"/>
                </a:solidFill>
                <a:latin typeface="Segoe UI"/>
                <a:ea typeface="Segoe UI"/>
                <a:cs typeface="Segoe UI"/>
              </a:rPr>
              <a:t>12</a:t>
            </a:r>
          </a:p>
        </p:txBody>
      </p:sp>
    </p:spTree>
    <p:extLst>
      <p:ext uri="{BB962C8B-B14F-4D97-AF65-F5344CB8AC3E}">
        <p14:creationId xmlns:p14="http://schemas.microsoft.com/office/powerpoint/2010/main" val="3623871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Lesson resource</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Lesson resource</dc:creator>
  <lastModifiedBy>Lesson resource</lastModifiedBy>
  <dc:title>Trip and community impact</dc:title>
  <dcterms:created xsi:type="dcterms:W3CDTF">2026-10-25T10:37:22.1600000Z</dcterms:created>
  <dcterms:modified xsi:type="dcterms:W3CDTF">2026-10-25T10:37:22.1600000Z</dcterms:modified>
</coreProperties>
</file>