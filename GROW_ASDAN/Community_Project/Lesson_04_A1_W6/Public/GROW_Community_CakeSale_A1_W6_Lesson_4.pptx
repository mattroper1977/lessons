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ce6c8f9305430a" /><Relationship Type="http://schemas.openxmlformats.org/officeDocument/2006/relationships/extended-properties" Target="/docProps/app.xml" Id="R1a8a9eaa21f84805" /><Relationship Type="http://schemas.openxmlformats.org/officeDocument/2006/relationships/officeDocument" Target="/ppt/presentation.xml" Id="R6f99fc5c27214af8" /></Relationships>
</file>

<file path=ppt/presentation.xml><?xml version="1.0" encoding="utf-8"?>
<p:presentation xmlns:p="http://schemas.openxmlformats.org/presentationml/2006/main">
  <p:sldMasterIdLst>
    <p:sldMasterId xmlns:r="http://schemas.openxmlformats.org/officeDocument/2006/relationships" id="2147483648" r:id="R8c12e0ddf657429e"/>
  </p:sldMasterIdLst>
  <p:notesMasterIdLst>
    <p:notesMasterId xmlns:r="http://schemas.openxmlformats.org/officeDocument/2006/relationships" r:id="R3db1e27524124f15"/>
  </p:notesMasterIdLst>
  <p:sldIdLst>
    <p:sldId xmlns:r="http://schemas.openxmlformats.org/officeDocument/2006/relationships" id="256" r:id="Rb96ac71dc9ed4649"/>
    <p:sldId xmlns:r="http://schemas.openxmlformats.org/officeDocument/2006/relationships" id="257" r:id="R678b32899f4549a1"/>
    <p:sldId xmlns:r="http://schemas.openxmlformats.org/officeDocument/2006/relationships" id="258" r:id="Ra0f5a0be08f143f8"/>
    <p:sldId xmlns:r="http://schemas.openxmlformats.org/officeDocument/2006/relationships" id="259" r:id="R0812bfeac78b4d6f"/>
    <p:sldId xmlns:r="http://schemas.openxmlformats.org/officeDocument/2006/relationships" id="260" r:id="R31185fa1748841e0"/>
    <p:sldId xmlns:r="http://schemas.openxmlformats.org/officeDocument/2006/relationships" id="261" r:id="R12ee460832a241aa"/>
    <p:sldId xmlns:r="http://schemas.openxmlformats.org/officeDocument/2006/relationships" id="262" r:id="R95030be8f5ba4330"/>
    <p:sldId xmlns:r="http://schemas.openxmlformats.org/officeDocument/2006/relationships" id="263" r:id="R7f1bdd1f258d4a04"/>
    <p:sldId xmlns:r="http://schemas.openxmlformats.org/officeDocument/2006/relationships" id="264" r:id="R3bbd5037c0b54b7b"/>
    <p:sldId xmlns:r="http://schemas.openxmlformats.org/officeDocument/2006/relationships" id="265" r:id="R25c1a20f798d4b16"/>
    <p:sldId xmlns:r="http://schemas.openxmlformats.org/officeDocument/2006/relationships" id="266" r:id="Rb8c9049f49a04650"/>
    <p:sldId xmlns:r="http://schemas.openxmlformats.org/officeDocument/2006/relationships" id="267" r:id="Rcdfce83c09bf4e17"/>
    <p:sldId xmlns:r="http://schemas.openxmlformats.org/officeDocument/2006/relationships" id="268" r:id="Rf0142409348d42e6"/>
    <p:sldId xmlns:r="http://schemas.openxmlformats.org/officeDocument/2006/relationships" id="269" r:id="R1dbc8522be234543"/>
    <p:sldId xmlns:r="http://schemas.openxmlformats.org/officeDocument/2006/relationships" id="270" r:id="Re0886504c513427b"/>
    <p:sldId xmlns:r="http://schemas.openxmlformats.org/officeDocument/2006/relationships" id="271" r:id="R58170b5993d54022"/>
    <p:sldId xmlns:r="http://schemas.openxmlformats.org/officeDocument/2006/relationships" id="272" r:id="R8dd85c9026d64318"/>
    <p:sldId xmlns:r="http://schemas.openxmlformats.org/officeDocument/2006/relationships" id="273" r:id="R8834bc78bb664306"/>
    <p:sldId xmlns:r="http://schemas.openxmlformats.org/officeDocument/2006/relationships" id="274" r:id="R78c4e4b8756748a8"/>
    <p:sldId xmlns:r="http://schemas.openxmlformats.org/officeDocument/2006/relationships" id="275" r:id="Ref06065006e54146"/>
    <p:sldId xmlns:r="http://schemas.openxmlformats.org/officeDocument/2006/relationships" id="276" r:id="R3b6eff18d50a401c"/>
    <p:sldId xmlns:r="http://schemas.openxmlformats.org/officeDocument/2006/relationships" id="277" r:id="R4109a31edb3b48e2"/>
    <p:sldId xmlns:r="http://schemas.openxmlformats.org/officeDocument/2006/relationships" id="278" r:id="Re2eb89cdaa26414d"/>
    <p:sldId xmlns:r="http://schemas.openxmlformats.org/officeDocument/2006/relationships" id="279" r:id="Re681491b500849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19e778856d495d" /><Relationship Type="http://schemas.openxmlformats.org/officeDocument/2006/relationships/slideMaster" Target="/ppt/slideMasters/slideMaster1.xml" Id="R8c12e0ddf657429e" /><Relationship Type="http://schemas.openxmlformats.org/officeDocument/2006/relationships/notesMaster" Target="/ppt/notesMasters/notesMaster1.xml" Id="R3db1e27524124f15" /><Relationship Type="http://schemas.openxmlformats.org/officeDocument/2006/relationships/presProps" Target="/ppt/presProps.xml" Id="Rc7829e9c68724042" /><Relationship Type="http://schemas.openxmlformats.org/officeDocument/2006/relationships/tableStyles" Target="/ppt/tableStyles.xml" Id="R8ee0b4773c324c2c" /><Relationship Type="http://schemas.openxmlformats.org/officeDocument/2006/relationships/slide" Target="/ppt/slides/slide1.xml" Id="Rb96ac71dc9ed4649" /><Relationship Type="http://schemas.openxmlformats.org/officeDocument/2006/relationships/slide" Target="/ppt/slides/slide2.xml" Id="R678b32899f4549a1" /><Relationship Type="http://schemas.openxmlformats.org/officeDocument/2006/relationships/slide" Target="/ppt/slides/slide3.xml" Id="Ra0f5a0be08f143f8" /><Relationship Type="http://schemas.openxmlformats.org/officeDocument/2006/relationships/slide" Target="/ppt/slides/slide4.xml" Id="R0812bfeac78b4d6f" /><Relationship Type="http://schemas.openxmlformats.org/officeDocument/2006/relationships/slide" Target="/ppt/slides/slide5.xml" Id="R31185fa1748841e0" /><Relationship Type="http://schemas.openxmlformats.org/officeDocument/2006/relationships/slide" Target="/ppt/slides/slide6.xml" Id="R12ee460832a241aa" /><Relationship Type="http://schemas.openxmlformats.org/officeDocument/2006/relationships/slide" Target="/ppt/slides/slide7.xml" Id="R95030be8f5ba4330" /><Relationship Type="http://schemas.openxmlformats.org/officeDocument/2006/relationships/slide" Target="/ppt/slides/slide8.xml" Id="R7f1bdd1f258d4a04" /><Relationship Type="http://schemas.openxmlformats.org/officeDocument/2006/relationships/slide" Target="/ppt/slides/slide9.xml" Id="R3bbd5037c0b54b7b" /><Relationship Type="http://schemas.openxmlformats.org/officeDocument/2006/relationships/slide" Target="/ppt/slides/slide10.xml" Id="R25c1a20f798d4b16" /><Relationship Type="http://schemas.openxmlformats.org/officeDocument/2006/relationships/slide" Target="/ppt/slides/slide11.xml" Id="Rb8c9049f49a04650" /><Relationship Type="http://schemas.openxmlformats.org/officeDocument/2006/relationships/slide" Target="/ppt/slides/slide12.xml" Id="Rcdfce83c09bf4e17" /><Relationship Type="http://schemas.openxmlformats.org/officeDocument/2006/relationships/slide" Target="/ppt/slides/slide13.xml" Id="Rf0142409348d42e6" /><Relationship Type="http://schemas.openxmlformats.org/officeDocument/2006/relationships/slide" Target="/ppt/slides/slide14.xml" Id="R1dbc8522be234543" /><Relationship Type="http://schemas.openxmlformats.org/officeDocument/2006/relationships/slide" Target="/ppt/slides/slide15.xml" Id="Re0886504c513427b" /><Relationship Type="http://schemas.openxmlformats.org/officeDocument/2006/relationships/slide" Target="/ppt/slides/slide16.xml" Id="R58170b5993d54022" /><Relationship Type="http://schemas.openxmlformats.org/officeDocument/2006/relationships/slide" Target="/ppt/slides/slide17.xml" Id="R8dd85c9026d64318" /><Relationship Type="http://schemas.openxmlformats.org/officeDocument/2006/relationships/slide" Target="/ppt/slides/slide18.xml" Id="R8834bc78bb664306" /><Relationship Type="http://schemas.openxmlformats.org/officeDocument/2006/relationships/slide" Target="/ppt/slides/slide19.xml" Id="R78c4e4b8756748a8" /><Relationship Type="http://schemas.openxmlformats.org/officeDocument/2006/relationships/slide" Target="/ppt/slides/slide20.xml" Id="Ref06065006e54146" /><Relationship Type="http://schemas.openxmlformats.org/officeDocument/2006/relationships/slide" Target="/ppt/slides/slide21.xml" Id="R3b6eff18d50a401c" /><Relationship Type="http://schemas.openxmlformats.org/officeDocument/2006/relationships/slide" Target="/ppt/slides/slide22.xml" Id="R4109a31edb3b48e2" /><Relationship Type="http://schemas.openxmlformats.org/officeDocument/2006/relationships/slide" Target="/ppt/slides/slide23.xml" Id="Re2eb89cdaa26414d" /><Relationship Type="http://schemas.openxmlformats.org/officeDocument/2006/relationships/slide" Target="/ppt/slides/slide24.xml" Id="Re681491b500849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a18bd7ff2040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2d016089914f00" /><Relationship Type="http://schemas.openxmlformats.org/officeDocument/2006/relationships/notesMaster" Target="/ppt/notesMasters/notesMaster1.xml" Id="Ra0c2649a33e449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f6cfec34b54780" /><Relationship Type="http://schemas.openxmlformats.org/officeDocument/2006/relationships/notesMaster" Target="/ppt/notesMasters/notesMaster1.xml" Id="R431a93e8765b47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ee3b465a2844fe" /><Relationship Type="http://schemas.openxmlformats.org/officeDocument/2006/relationships/notesMaster" Target="/ppt/notesMasters/notesMaster1.xml" Id="R26898d6b87a246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abd3a5c3f442ae" /><Relationship Type="http://schemas.openxmlformats.org/officeDocument/2006/relationships/notesMaster" Target="/ppt/notesMasters/notesMaster1.xml" Id="Rd213120e0e4a4b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5665673ba044fc" /><Relationship Type="http://schemas.openxmlformats.org/officeDocument/2006/relationships/notesMaster" Target="/ppt/notesMasters/notesMaster1.xml" Id="R145092c498d140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75da67a2cf4ed0" /><Relationship Type="http://schemas.openxmlformats.org/officeDocument/2006/relationships/notesMaster" Target="/ppt/notesMasters/notesMaster1.xml" Id="R31e7fbdf60f249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e77964efd74be1" /><Relationship Type="http://schemas.openxmlformats.org/officeDocument/2006/relationships/notesMaster" Target="/ppt/notesMasters/notesMaster1.xml" Id="R52c49e79c3ae4c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e2a15c44bc4282" /><Relationship Type="http://schemas.openxmlformats.org/officeDocument/2006/relationships/notesMaster" Target="/ppt/notesMasters/notesMaster1.xml" Id="R19361523368d44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e45a8777b34e0c" /><Relationship Type="http://schemas.openxmlformats.org/officeDocument/2006/relationships/notesMaster" Target="/ppt/notesMasters/notesMaster1.xml" Id="Rd09dae65316c4c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36638c13f44b7b" /><Relationship Type="http://schemas.openxmlformats.org/officeDocument/2006/relationships/notesMaster" Target="/ppt/notesMasters/notesMaster1.xml" Id="Rc57185c3fca444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f531243c62430c" /><Relationship Type="http://schemas.openxmlformats.org/officeDocument/2006/relationships/notesMaster" Target="/ppt/notesMasters/notesMaster1.xml" Id="R6610006a4c224ab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bb97bb10ec4d34" /><Relationship Type="http://schemas.openxmlformats.org/officeDocument/2006/relationships/notesMaster" Target="/ppt/notesMasters/notesMaster1.xml" Id="Rf93febf7bb74460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843880e4fda44a1" /><Relationship Type="http://schemas.openxmlformats.org/officeDocument/2006/relationships/notesMaster" Target="/ppt/notesMasters/notesMaster1.xml" Id="R0ced4aef23914fd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63458b66bc7425b" /><Relationship Type="http://schemas.openxmlformats.org/officeDocument/2006/relationships/notesMaster" Target="/ppt/notesMasters/notesMaster1.xml" Id="Rad11b364e9ae4d0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252adf82f0b400a" /><Relationship Type="http://schemas.openxmlformats.org/officeDocument/2006/relationships/notesMaster" Target="/ppt/notesMasters/notesMaster1.xml" Id="Rb6428127b1874cb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3b97ac2a79d4143" /><Relationship Type="http://schemas.openxmlformats.org/officeDocument/2006/relationships/notesMaster" Target="/ppt/notesMasters/notesMaster1.xml" Id="Rb5391eadb81846a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6e4173db4a145cd" /><Relationship Type="http://schemas.openxmlformats.org/officeDocument/2006/relationships/notesMaster" Target="/ppt/notesMasters/notesMaster1.xml" Id="Ra8736a221e97488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5cff1097da44f9b" /><Relationship Type="http://schemas.openxmlformats.org/officeDocument/2006/relationships/notesMaster" Target="/ppt/notesMasters/notesMaster1.xml" Id="R5c62204941e2447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5187add1a214bed" /><Relationship Type="http://schemas.openxmlformats.org/officeDocument/2006/relationships/notesMaster" Target="/ppt/notesMasters/notesMaster1.xml" Id="Rc237283a55364d3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c74525214374b3e" /><Relationship Type="http://schemas.openxmlformats.org/officeDocument/2006/relationships/notesMaster" Target="/ppt/notesMasters/notesMaster1.xml" Id="R741f791ab125428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257ef7c34ff4100" /><Relationship Type="http://schemas.openxmlformats.org/officeDocument/2006/relationships/notesMaster" Target="/ppt/notesMasters/notesMaster1.xml" Id="Rfb6bc74c25da47a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f4e2d74b5254ece" /><Relationship Type="http://schemas.openxmlformats.org/officeDocument/2006/relationships/notesMaster" Target="/ppt/notesMasters/notesMaster1.xml" Id="R12ad3eba07b7432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9543574c1d346a0" /><Relationship Type="http://schemas.openxmlformats.org/officeDocument/2006/relationships/notesMaster" Target="/ppt/notesMasters/notesMaster1.xml" Id="Rc7760bad00fd41a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b48ad943b0f43fd" /><Relationship Type="http://schemas.openxmlformats.org/officeDocument/2006/relationships/notesMaster" Target="/ppt/notesMasters/notesMaster1.xml" Id="R5258afadab8a44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Title + big question</a:t>
            </a:r>
          </a:p>
          <a:p xmlns:a="http://schemas.openxmlformats.org/drawingml/2006/main">
            <a:r>
              <a:t>Period: L4a</a:t>
            </a:r>
          </a:p>
          <a:p xmlns:a="http://schemas.openxmlformats.org/drawingml/2006/main">
            <a:r>
              <a:t>Timing: 0 minutes. Reference only; no added teaching minutes.</a:t>
            </a:r>
          </a:p>
          <a:p xmlns:a="http://schemas.openxmlformats.org/drawingml/2006/main">
            <a:r>
              <a:t>TA brief: Display before the period start. This is period A of one two-period practical; period B uses the same individual evidence sheet. Calendar date is left for the project teacher because only weekday/time was explicitly allocated.</a:t>
            </a:r>
          </a:p>
          <a:p xmlns:a="http://schemas.openxmlformats.org/drawingml/2006/main">
            <a:r>
              <a:t>Cold Call: Which part of your plan are you using?</a:t>
            </a:r>
          </a:p>
          <a:p xmlns:a="http://schemas.openxmlformats.org/drawingml/2006/main">
            <a:r>
              <a:t>Expected response: The learner points to their own target and explains the choice it supports.</a:t>
            </a:r>
          </a:p>
          <a:p xmlns:a="http://schemas.openxmlformats.org/drawingml/2006/main">
            <a:r>
              <a:t>Edition: public.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Arrival &amp; regulation check</a:t>
            </a:r>
          </a:p>
          <a:p xmlns:a="http://schemas.openxmlformats.org/drawingml/2006/main">
            <a:r>
              <a:t>Period: L4a</a:t>
            </a:r>
          </a:p>
          <a:p xmlns:a="http://schemas.openxmlformats.org/drawingml/2006/main">
            <a:r>
              <a:t>Timing: 2 minutes. </a:t>
            </a:r>
          </a:p>
          <a:p xmlns:a="http://schemas.openxmlformats.org/drawingml/2006/main">
            <a:r>
              <a:t>TA brief: Open with four role cards. Learners choose or share roles matched to strengths and regulation needs. All pupils may request a non-food-handling role. Use a private colour check. Pre-allocate a safe return point for the movement break.</a:t>
            </a:r>
          </a:p>
          <a:p xmlns:a="http://schemas.openxmlformats.org/drawingml/2006/main">
            <a:r>
              <a:t>Cold Call: What information will help you choose?</a:t>
            </a:r>
          </a:p>
          <a:p xmlns:a="http://schemas.openxmlformats.org/drawingml/2006/main">
            <a:r>
              <a:t>Expected response: The learner names information and their own decision-making tool or technique; a scale alone is not a decision-making technique.</a:t>
            </a:r>
          </a:p>
          <a:p xmlns:a="http://schemas.openxmlformats.org/drawingml/2006/main">
            <a:r>
              <a:t>Edition: public.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Retrieval</a:t>
            </a:r>
          </a:p>
          <a:p xmlns:a="http://schemas.openxmlformats.org/drawingml/2006/main">
            <a:r>
              <a:t>Period: L4a</a:t>
            </a:r>
          </a:p>
          <a:p xmlns:a="http://schemas.openxmlformats.org/drawingml/2006/main">
            <a:r>
              <a:t>Timing: 2 minutes. </a:t>
            </a:r>
          </a:p>
          <a:p xmlns:a="http://schemas.openxmlformats.org/drawingml/2006/main">
            <a:r>
              <a:t>TA brief: Retrieve each learner’s project plan and record their own contribution. Retrieve the actual L3 product choice; do not re-decide it for them. Pre-teach the four words.</a:t>
            </a:r>
          </a:p>
          <a:p xmlns:a="http://schemas.openxmlformats.org/drawingml/2006/main">
            <a:r>
              <a:t>Cold Call: What changed because of your decision?</a:t>
            </a:r>
          </a:p>
          <a:p xmlns:a="http://schemas.openxmlformats.org/drawingml/2006/main">
            <a:r>
              <a:t>Expected response: The learner names their action and result, with a book, label, tally, product or observation reference.</a:t>
            </a:r>
          </a:p>
          <a:p xmlns:a="http://schemas.openxmlformats.org/drawingml/2006/main">
            <a:r>
              <a:t>Edition: public.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Today: objective + "I can" statements with evidence links</a:t>
            </a:r>
          </a:p>
          <a:p xmlns:a="http://schemas.openxmlformats.org/drawingml/2006/main">
            <a:r>
              <a:t>Period: L4a</a:t>
            </a:r>
          </a:p>
          <a:p xmlns:a="http://schemas.openxmlformats.org/drawingml/2006/main">
            <a:r>
              <a:t>Timing: 1 minutes. </a:t>
            </a:r>
          </a:p>
          <a:p xmlns:a="http://schemas.openxmlformats.org/drawingml/2006/main">
            <a:r>
              <a:t>TA brief: Read the objective. L4-E1 records each learner’s practical contribution across both periods and links to Project learning link: [QUAL]; [AWARD] unit awards: [QUAL]; [QUAL]. Keep dated individual evidence; no award completion is claimed.</a:t>
            </a:r>
          </a:p>
          <a:p xmlns:a="http://schemas.openxmlformats.org/drawingml/2006/main">
            <a:r>
              <a:t>Cold Call: Which part of your plan are you using?</a:t>
            </a:r>
          </a:p>
          <a:p xmlns:a="http://schemas.openxmlformats.org/drawingml/2006/main">
            <a:r>
              <a:t>Expected response: The learner points to their own target and explains the choice it supports.</a:t>
            </a:r>
          </a:p>
          <a:p xmlns:a="http://schemas.openxmlformats.org/drawingml/2006/main">
            <a:r>
              <a:t>Edition: public.</a:t>
            </a:r>
          </a:p>
          <a:p xmlns:a="http://schemas.openxmlformats.org/drawingml/2006/main">
            <a:r>
              <a:t>Source: LESSON_SOURCE.json · issue-2; owner accreditation ruling, 22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I DO</a:t>
            </a:r>
          </a:p>
          <a:p xmlns:a="http://schemas.openxmlformats.org/drawingml/2006/main">
            <a:r>
              <a:t>Period: L4a</a:t>
            </a:r>
          </a:p>
          <a:p xmlns:a="http://schemas.openxmlformats.org/drawingml/2006/main">
            <a:r>
              <a:t>Timing: 4 minutes. </a:t>
            </a:r>
          </a:p>
          <a:p xmlns:a="http://schemas.openxmlformats.org/drawingml/2006/main">
            <a:r>
              <a:t>TA brief: At the bench: model hygiene while learners complete it. Handwashing facilities are required for this school practical. Adults check allergies, packs, use-by dates, clear benches and safe electrical/heat zones. Learners never taste raw mixture. The named oven adult handles hot trays.</a:t>
            </a:r>
          </a:p>
          <a:p xmlns:a="http://schemas.openxmlformats.org/drawingml/2006/main">
            <a:r>
              <a:t>Cold Call: What information will help you choose?</a:t>
            </a:r>
          </a:p>
          <a:p xmlns:a="http://schemas.openxmlformats.org/drawingml/2006/main">
            <a:r>
              <a:t>Expected response: The learner names information and their own decision-making tool or technique; a scale alone is not a decision-making technique.</a:t>
            </a:r>
          </a:p>
          <a:p xmlns:a="http://schemas.openxmlformats.org/drawingml/2006/main">
            <a:r>
              <a:t>Edition: public.</a:t>
            </a:r>
          </a:p>
          <a:p xmlns:a="http://schemas.openxmlformats.org/drawingml/2006/main">
            <a:r>
              <a:t>Source: FSA providing food at community and charity events — https://www.food.gov.uk/safety-hygiene/providing-food-at-community-and-charity-events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WE DO</a:t>
            </a:r>
          </a:p>
          <a:p xmlns:a="http://schemas.openxmlformats.org/drawingml/2006/main">
            <a:r>
              <a:t>Period: L4a</a:t>
            </a:r>
          </a:p>
          <a:p xmlns:a="http://schemas.openxmlformats.org/drawingml/2006/main">
            <a:r>
              <a:t>Timing: 5 minutes. </a:t>
            </a:r>
          </a:p>
          <a:p xmlns:a="http://schemas.openxmlformats.org/drawingml/2006/main">
            <a:r>
              <a:t>TA brief: At the bench: weigh actual ingredients together using the chosen recipe. Supported learners may use pre-weighed ingredients and confirm them against the recipe; preserve their own assessed choices. Hinge answer B; wrong A may treat bowl mass as ingredient mass. Re-model tare, then ask what to do if the display shows too much. Scale/calculator use alone is not proof of a decision-making technique.</a:t>
            </a:r>
          </a:p>
          <a:p xmlns:a="http://schemas.openxmlformats.org/drawingml/2006/main">
            <a:r>
              <a:t>Cold Call: What changed because of your decision?</a:t>
            </a:r>
          </a:p>
          <a:p xmlns:a="http://schemas.openxmlformats.org/drawingml/2006/main">
            <a:r>
              <a:t>Expected response: The learner names their action and result, with a book, label, tally, product or observation reference.</a:t>
            </a:r>
          </a:p>
          <a:p xmlns:a="http://schemas.openxmlformats.org/drawingml/2006/main">
            <a:r>
              <a:t>Edition: public.</a:t>
            </a:r>
          </a:p>
          <a:p xmlns:a="http://schemas.openxmlformats.org/drawingml/2006/main">
            <a:r>
              <a:t>Source: FSA providing food at community and charity events — https://www.food.gov.uk/safety-hygiene/providing-food-at-community-and-charity-events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 in your book</a:t>
            </a:r>
          </a:p>
          <a:p xmlns:a="http://schemas.openxmlformats.org/drawingml/2006/main">
            <a:r>
              <a:t>Period: L4a</a:t>
            </a:r>
          </a:p>
          <a:p xmlns:a="http://schemas.openxmlformats.org/drawingml/2006/main">
            <a:r>
              <a:t>Timing: 2 minutes. </a:t>
            </a:r>
          </a:p>
          <a:p xmlns:a="http://schemas.openxmlformats.org/drawingml/2006/main">
            <a:r>
              <a:t>TA brief: Two-minute book pause away from food: each learner records or dictates their own target, real choice and named decision-making technique from prior work. The physical recipe steps are not a ready-made assessed answer. Record the learner’s actual role and contribution.</a:t>
            </a:r>
          </a:p>
          <a:p xmlns:a="http://schemas.openxmlformats.org/drawingml/2006/main">
            <a:r>
              <a:t>Cold Call: Which part of your plan are you using?</a:t>
            </a:r>
          </a:p>
          <a:p xmlns:a="http://schemas.openxmlformats.org/drawingml/2006/main">
            <a:r>
              <a:t>Expected response: The learner points to their own target and explains the choice it supports.</a:t>
            </a:r>
          </a:p>
          <a:p xmlns:a="http://schemas.openxmlformats.org/drawingml/2006/main">
            <a:r>
              <a:t>Edition: public.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 evidence capture (project sheet)</a:t>
            </a:r>
          </a:p>
          <a:p xmlns:a="http://schemas.openxmlformats.org/drawingml/2006/main">
            <a:r>
              <a:t>Period: L4a</a:t>
            </a:r>
          </a:p>
          <a:p xmlns:a="http://schemas.openxmlformats.org/drawingml/2006/main">
            <a:r>
              <a:t>Timing: 19 minutes. </a:t>
            </a:r>
          </a:p>
          <a:p xmlns:a="http://schemas.openxmlformats.org/drawingml/2006/main">
            <a:r>
              <a:t>TA brief: 19-minute bench block, approximately 11:16–11:35. Mix and fill 11:16–11:22; adult loads the preheated oven by about 11:22. Recipe V cupcakes need about 15 minutes; C about 20 minutes, so completion may extend past the period. Staff test the chosen tray format in advance. At about 11:27 offer a two-minute movement break in the agreed safe zone while the oven adult remains at the oven. Learners then clean the cold zone, log counts/costs and dictate a concise personal record to section A of L4-E1. Scribe can record at the bench without handling food. Do not rush baking to fit a bell; the named handover adult completes baking, cooling and storage on Wednesday.</a:t>
            </a:r>
          </a:p>
          <a:p xmlns:a="http://schemas.openxmlformats.org/drawingml/2006/main">
            <a:r>
              <a:t>Cold Call: What information will help you choose?</a:t>
            </a:r>
          </a:p>
          <a:p xmlns:a="http://schemas.openxmlformats.org/drawingml/2006/main">
            <a:r>
              <a:t>Expected response: The learner names information and their own decision-making tool or technique; a scale alone is not a decision-making technique.</a:t>
            </a:r>
          </a:p>
          <a:p xmlns:a="http://schemas.openxmlformats.org/drawingml/2006/main">
            <a:r>
              <a:t>Edition: public.</a:t>
            </a:r>
          </a:p>
          <a:p xmlns:a="http://schemas.openxmlformats.org/drawingml/2006/main">
            <a:r>
              <a:t>Source: FSA providing food at community and charity events — https://www.food.gov.uk/safety-hygiene/providing-food-at-community-and-charity-events</a:t>
            </a:r>
          </a:p>
          <a:p xmlns:a="http://schemas.openxmlformats.org/drawingml/2006/main">
            <a:r>
              <a:t>Source: Good Food cupcake recipe — https://www.bbcgoodfood.com/recipes/cupcakes</a:t>
            </a:r>
          </a:p>
          <a:p xmlns:a="http://schemas.openxmlformats.org/drawingml/2006/main">
            <a:r>
              <a:t>Source: Good Food chocolate fairy cakes — https://www.bbcgoodfood.com/recipes/chocolate-fairy-cakes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Evidence check before hand-in</a:t>
            </a:r>
          </a:p>
          <a:p xmlns:a="http://schemas.openxmlformats.org/drawingml/2006/main">
            <a:r>
              <a:t>Period: L4a</a:t>
            </a:r>
          </a:p>
          <a:p xmlns:a="http://schemas.openxmlformats.org/drawingml/2006/main">
            <a:r>
              <a:t>Timing: 2 minutes. </a:t>
            </a:r>
          </a:p>
          <a:p xmlns:a="http://schemas.openxmlformats.org/drawingml/2006/main">
            <a:r>
              <a:t>TA brief: Check section A of the single evidence sheet or its dated voice reference. A shared photo must identify this learner’s action. No learner names/images are published. Keep a dated record of the learner’s practical contribution and any support used.</a:t>
            </a:r>
          </a:p>
          <a:p xmlns:a="http://schemas.openxmlformats.org/drawingml/2006/main">
            <a:r>
              <a:t>Cold Call: What changed because of your decision?</a:t>
            </a:r>
          </a:p>
          <a:p xmlns:a="http://schemas.openxmlformats.org/drawingml/2006/main">
            <a:r>
              <a:t>Expected response: The learner names their action and result, with a book, label, tally, product or observation reference.</a:t>
            </a:r>
          </a:p>
          <a:p xmlns:a="http://schemas.openxmlformats.org/drawingml/2006/main">
            <a:r>
              <a:t>Edition: public.</a:t>
            </a:r>
          </a:p>
          <a:p xmlns:a="http://schemas.openxmlformats.org/drawingml/2006/main">
            <a:r>
              <a:t>Source: LESSON_SOURCE.json · issue-2; owner accreditation ruling, 22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Exit ticket</a:t>
            </a:r>
          </a:p>
          <a:p xmlns:a="http://schemas.openxmlformats.org/drawingml/2006/main">
            <a:r>
              <a:t>Period: L4a</a:t>
            </a:r>
          </a:p>
          <a:p xmlns:a="http://schemas.openxmlformats.org/drawingml/2006/main">
            <a:r>
              <a:t>Timing: 3 minutes. </a:t>
            </a:r>
          </a:p>
          <a:p xmlns:a="http://schemas.openxmlformats.org/drawingml/2006/main">
            <a:r>
              <a:t>TA brief: Check tools and cold benches; return ingredients safely. Confirm the named adult has responsibility for all baking still in progress and same-day cooling/storage. Record one next step. No tasting on Wednesday. Do not defer cooling until Thursday.</a:t>
            </a:r>
          </a:p>
          <a:p xmlns:a="http://schemas.openxmlformats.org/drawingml/2006/main">
            <a:r>
              <a:t>Cold Call: Which part of your plan are you using?</a:t>
            </a:r>
          </a:p>
          <a:p xmlns:a="http://schemas.openxmlformats.org/drawingml/2006/main">
            <a:r>
              <a:t>Expected response: The learner points to their own target and explains the choice it supports.</a:t>
            </a:r>
          </a:p>
          <a:p xmlns:a="http://schemas.openxmlformats.org/drawingml/2006/main">
            <a:r>
              <a:t>Edition: public.</a:t>
            </a:r>
          </a:p>
          <a:p xmlns:a="http://schemas.openxmlformats.org/drawingml/2006/main">
            <a:r>
              <a:t>Source: FSA providing food at community and charity events — https://www.food.gov.uk/safety-hygiene/providing-food-at-community-and-charity-events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Key vocabulary mat (EAL)</a:t>
            </a:r>
          </a:p>
          <a:p xmlns:a="http://schemas.openxmlformats.org/drawingml/2006/main">
            <a:r>
              <a:t>Period: L4a</a:t>
            </a:r>
          </a:p>
          <a:p xmlns:a="http://schemas.openxmlformats.org/drawingml/2006/main">
            <a:r>
              <a:t>Timing: 0 minutes. Reference only; no added teaching minutes.</a:t>
            </a:r>
          </a:p>
          <a:p xmlns:a="http://schemas.openxmlformats.org/drawingml/2006/main">
            <a:r>
              <a:t>TA brief: Reference only. Use during Retrieval and at the bench. Read the allergen definition aloud and explain that people may react to foods outside the regulated list too. Pictures are reference cues, not decorative evidence.</a:t>
            </a:r>
          </a:p>
          <a:p xmlns:a="http://schemas.openxmlformats.org/drawingml/2006/main">
            <a:r>
              <a:t>Cold Call: What information will help you choose?</a:t>
            </a:r>
          </a:p>
          <a:p xmlns:a="http://schemas.openxmlformats.org/drawingml/2006/main">
            <a:r>
              <a:t>Expected response: The learner names information and their own decision-making tool or technique; a scale alone is not a decision-making technique.</a:t>
            </a:r>
          </a:p>
          <a:p xmlns:a="http://schemas.openxmlformats.org/drawingml/2006/main">
            <a:r>
              <a:t>Edition: public.</a:t>
            </a:r>
          </a:p>
          <a:p xmlns:a="http://schemas.openxmlformats.org/drawingml/2006/main">
            <a:r>
              <a:t>Source: Lucide picture cues — https://lucide.dev/</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TA / staff brief</a:t>
            </a:r>
          </a:p>
          <a:p xmlns:a="http://schemas.openxmlformats.org/drawingml/2006/main">
            <a:r>
              <a:t>Period: L4a</a:t>
            </a:r>
          </a:p>
          <a:p xmlns:a="http://schemas.openxmlformats.org/drawingml/2006/main">
            <a:r>
              <a:t>Timing: 0 minutes. Reference only; no added teaching minutes.</a:t>
            </a:r>
          </a:p>
          <a:p xmlns:a="http://schemas.openxmlformats.org/drawingml/2006/main">
            <a:r>
              <a:t>TA brief: Hidden staff brief. Three core Cold Calls are shared across both periods. Use thinking time and a private response/pass. Assessed ideas, tools, situations and reasons must remain the learner’s own. Oven/knife work follows the individual risk assessment. Record Lundy influence as an actual change or a reasoned safety limit.</a:t>
            </a:r>
          </a:p>
          <a:p xmlns:a="http://schemas.openxmlformats.org/drawingml/2006/main">
            <a:r>
              <a:t>Cold Call: What changed because of your decision?</a:t>
            </a:r>
          </a:p>
          <a:p xmlns:a="http://schemas.openxmlformats.org/drawingml/2006/main">
            <a:r>
              <a:t>Expected response: The learner names their action and result, with a book, label, tally, product or observation reference.</a:t>
            </a:r>
          </a:p>
          <a:p xmlns:a="http://schemas.openxmlformats.org/drawingml/2006/main">
            <a:r>
              <a:t>Edition: public.</a:t>
            </a:r>
          </a:p>
          <a:p xmlns:a="http://schemas.openxmlformats.org/drawingml/2006/main">
            <a:r>
              <a:t>Source: LESSON_SOURCE.json · issue-2; owner accreditation ruling, 22 October 2026.</a:t>
            </a:r>
          </a:p>
          <a:p xmlns:a="http://schemas.openxmlformats.org/drawingml/2006/main">
            <a:r>
              <a:t>Lundy: Space: Choose speech, writing, pointing or a scribe. Use a quiet role or planned break.</a:t>
            </a:r>
          </a:p>
          <a:p xmlns:a="http://schemas.openxmlformats.org/drawingml/2006/main">
            <a:r>
              <a:t>Voice: Choose a suitable role; own the target, decision, tool and reason. Safety limits are fixed.</a:t>
            </a:r>
          </a:p>
          <a:p xmlns:a="http://schemas.openxmlformats.org/drawingml/2006/main">
            <a:r>
              <a:t>Audience: The project teacher hears each learner; staff tasters give feedback; the assessor hears the evidence.</a:t>
            </a:r>
          </a:p>
          <a:p xmlns:a="http://schemas.openxmlformats.org/drawingml/2006/main">
            <a:r>
              <a:t>Influence: Record a named change to the recipe, portion, presentation or label before the sale. Explain any safety limit.</a:t>
            </a:r>
          </a:p>
          <a:p xmlns:a="http://schemas.openxmlformats.org/drawingml/2006/main">
            <a:r>
              <a:t>Evidence platform: the evidence app. Feedback codes: VF, WS, I, NS, E, 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Title + big question</a:t>
            </a:r>
          </a:p>
          <a:p xmlns:a="http://schemas.openxmlformats.org/drawingml/2006/main">
            <a:r>
              <a:t>Period: L4b</a:t>
            </a:r>
          </a:p>
          <a:p xmlns:a="http://schemas.openxmlformats.org/drawingml/2006/main">
            <a:r>
              <a:t>Timing: 0 minutes. Reference only; no added teaching minutes.</a:t>
            </a:r>
          </a:p>
          <a:p xmlns:a="http://schemas.openxmlformats.org/drawingml/2006/main">
            <a:r>
              <a:t>TA brief: Display before the period start. Period B completes the same L4-E1 sheet. Wednesday staff must already have cooled and stored the cakes. This period begins with an adult storage/release check, then portioning.</a:t>
            </a:r>
          </a:p>
          <a:p xmlns:a="http://schemas.openxmlformats.org/drawingml/2006/main">
            <a:r>
              <a:t>Cold Call: Which part of your plan are you using?</a:t>
            </a:r>
          </a:p>
          <a:p xmlns:a="http://schemas.openxmlformats.org/drawingml/2006/main">
            <a:r>
              <a:t>Expected response: The learner points to their own target and explains the choice it supports.</a:t>
            </a:r>
          </a:p>
          <a:p xmlns:a="http://schemas.openxmlformats.org/drawingml/2006/main">
            <a:r>
              <a:t>Edition: public.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Arrival &amp; regulation check</a:t>
            </a:r>
          </a:p>
          <a:p xmlns:a="http://schemas.openxmlformats.org/drawingml/2006/main">
            <a:r>
              <a:t>Period: L4b</a:t>
            </a:r>
          </a:p>
          <a:p xmlns:a="http://schemas.openxmlformats.org/drawingml/2006/main">
            <a:r>
              <a:t>Timing: 2 minutes. </a:t>
            </a:r>
          </a:p>
          <a:p xmlns:a="http://schemas.openxmlformats.org/drawingml/2006/main">
            <a:r>
              <a:t>TA brief: Read role cards again and agree any change. Retain a non-food-handling role and a quiet response route. Show the predictable sequence before starting. A learner may decline tasting; only consenting staff are tasters in this plan.</a:t>
            </a:r>
          </a:p>
          <a:p xmlns:a="http://schemas.openxmlformats.org/drawingml/2006/main">
            <a:r>
              <a:t>Cold Call: What information will help you choose?</a:t>
            </a:r>
          </a:p>
          <a:p xmlns:a="http://schemas.openxmlformats.org/drawingml/2006/main">
            <a:r>
              <a:t>Expected response: The learner names information and their own decision-making tool or technique; a scale alone is not a decision-making technique.</a:t>
            </a:r>
          </a:p>
          <a:p xmlns:a="http://schemas.openxmlformats.org/drawingml/2006/main">
            <a:r>
              <a:t>Edition: public.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Retrieval</a:t>
            </a:r>
          </a:p>
          <a:p xmlns:a="http://schemas.openxmlformats.org/drawingml/2006/main">
            <a:r>
              <a:t>Period: L4b</a:t>
            </a:r>
          </a:p>
          <a:p xmlns:a="http://schemas.openxmlformats.org/drawingml/2006/main">
            <a:r>
              <a:t>Timing: 2 minutes. </a:t>
            </a:r>
          </a:p>
          <a:p xmlns:a="http://schemas.openxmlformats.org/drawingml/2006/main">
            <a:r>
              <a:t>TA brief: The adult checks Wednesday’s batch record, storage conditions, ingredient packs and labels. If the record or food is doubtful, do not serve it. Learners can rehearse labels and feedback using display samples instead. Retrieve own targets and pre-teach the four words.</a:t>
            </a:r>
          </a:p>
          <a:p xmlns:a="http://schemas.openxmlformats.org/drawingml/2006/main">
            <a:r>
              <a:t>Cold Call: What changed because of your decision?</a:t>
            </a:r>
          </a:p>
          <a:p xmlns:a="http://schemas.openxmlformats.org/drawingml/2006/main">
            <a:r>
              <a:t>Expected response: The learner names their action and result, with a book, label, tally, product or observation reference.</a:t>
            </a:r>
          </a:p>
          <a:p xmlns:a="http://schemas.openxmlformats.org/drawingml/2006/main">
            <a:r>
              <a:t>Edition: public.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Today: objective + "I can" statements with evidence links</a:t>
            </a:r>
          </a:p>
          <a:p xmlns:a="http://schemas.openxmlformats.org/drawingml/2006/main">
            <a:r>
              <a:t>Period: L4b</a:t>
            </a:r>
          </a:p>
          <a:p xmlns:a="http://schemas.openxmlformats.org/drawingml/2006/main">
            <a:r>
              <a:t>Timing: 1 minutes. </a:t>
            </a:r>
          </a:p>
          <a:p xmlns:a="http://schemas.openxmlformats.org/drawingml/2006/main">
            <a:r>
              <a:t>TA brief: Read the objective. L4-E1 records each learner’s work, feedback and improvement across both periods and links to Project learning link: [QUAL]; [AWARD] unit awards: [QUAL]; [QUAL]. Keep dated individual evidence; no award completion is claimed.</a:t>
            </a:r>
          </a:p>
          <a:p xmlns:a="http://schemas.openxmlformats.org/drawingml/2006/main">
            <a:r>
              <a:t>Cold Call: Which part of your plan are you using?</a:t>
            </a:r>
          </a:p>
          <a:p xmlns:a="http://schemas.openxmlformats.org/drawingml/2006/main">
            <a:r>
              <a:t>Expected response: The learner points to their own target and explains the choice it supports.</a:t>
            </a:r>
          </a:p>
          <a:p xmlns:a="http://schemas.openxmlformats.org/drawingml/2006/main">
            <a:r>
              <a:t>Edition: public.</a:t>
            </a:r>
          </a:p>
          <a:p xmlns:a="http://schemas.openxmlformats.org/drawingml/2006/main">
            <a:r>
              <a:t>Source: LESSON_SOURCE.json · issue-2; owner accreditation ruling, 22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I DO</a:t>
            </a:r>
          </a:p>
          <a:p xmlns:a="http://schemas.openxmlformats.org/drawingml/2006/main">
            <a:r>
              <a:t>Period: L4b</a:t>
            </a:r>
          </a:p>
          <a:p xmlns:a="http://schemas.openxmlformats.org/drawingml/2006/main">
            <a:r>
              <a:t>Timing: 4 minutes. </a:t>
            </a:r>
          </a:p>
          <a:p xmlns:a="http://schemas.openxmlformats.org/drawingml/2006/main">
            <a:r>
              <a:t>TA brief: At the bench: model ingredient checking using the actual packs. The 14-box panel is an internal check, not a replacement for a full ingredient list. Copy compound ingredients and emphasise actual regulated allergens. Do not make an allergen-free claim. Staff check the final label before any taste test; retain pack photos and the batch link.</a:t>
            </a:r>
          </a:p>
          <a:p xmlns:a="http://schemas.openxmlformats.org/drawingml/2006/main">
            <a:r>
              <a:t>Cold Call: What information will help you choose?</a:t>
            </a:r>
          </a:p>
          <a:p xmlns:a="http://schemas.openxmlformats.org/drawingml/2006/main">
            <a:r>
              <a:t>Expected response: The learner names information and their own decision-making tool or technique; a scale alone is not a decision-making technique.</a:t>
            </a:r>
          </a:p>
          <a:p xmlns:a="http://schemas.openxmlformats.org/drawingml/2006/main">
            <a:r>
              <a:t>Edition: public.</a:t>
            </a:r>
          </a:p>
          <a:p xmlns:a="http://schemas.openxmlformats.org/drawingml/2006/main">
            <a:r>
              <a:t>Source: FSA providing food at community and charity events — https://www.food.gov.uk/safety-hygiene/providing-food-at-community-and-charity-events</a:t>
            </a:r>
          </a:p>
          <a:p xmlns:a="http://schemas.openxmlformats.org/drawingml/2006/main">
            <a:r>
              <a:t>Source: FSA food allergy and intolerance — https://www.food.gov.uk/safety-hygiene/food-allergy-and-intolerance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WE DO</a:t>
            </a:r>
          </a:p>
          <a:p xmlns:a="http://schemas.openxmlformats.org/drawingml/2006/main">
            <a:r>
              <a:t>Period: L4b</a:t>
            </a:r>
          </a:p>
          <a:p xmlns:a="http://schemas.openxmlformats.org/drawingml/2006/main">
            <a:r>
              <a:t>Timing: 4 minutes. </a:t>
            </a:r>
          </a:p>
          <a:p xmlns:a="http://schemas.openxmlformats.org/drawingml/2006/main">
            <a:r>
              <a:t>TA brief: Hinge answer B. Expected wrong A treats memory as sufficient evidence, or assumes a familiar product is unchanged. Stop, recover reliable ingredient information or withdraw that sample. Re-check with the parallel question: if a brand changes, do we reuse the old label? No, check again. Set a real proposed sale price for a full portion before asking value questions; it is not a final price decision.</a:t>
            </a:r>
          </a:p>
          <a:p xmlns:a="http://schemas.openxmlformats.org/drawingml/2006/main">
            <a:r>
              <a:t>Cold Call: What changed because of your decision?</a:t>
            </a:r>
          </a:p>
          <a:p xmlns:a="http://schemas.openxmlformats.org/drawingml/2006/main">
            <a:r>
              <a:t>Expected response: The learner names their action and result, with a book, label, tally, product or observation reference.</a:t>
            </a:r>
          </a:p>
          <a:p xmlns:a="http://schemas.openxmlformats.org/drawingml/2006/main">
            <a:r>
              <a:t>Edition: public.</a:t>
            </a:r>
          </a:p>
          <a:p xmlns:a="http://schemas.openxmlformats.org/drawingml/2006/main">
            <a:r>
              <a:t>Source: FSA providing food at community and charity events — https://www.food.gov.uk/safety-hygiene/providing-food-at-community-and-charity-events</a:t>
            </a:r>
          </a:p>
          <a:p xmlns:a="http://schemas.openxmlformats.org/drawingml/2006/main">
            <a:r>
              <a:t>Source: FSA food allergy and intolerance — https://www.food.gov.uk/safety-hygiene/food-allergy-and-intolerance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 in your book</a:t>
            </a:r>
          </a:p>
          <a:p xmlns:a="http://schemas.openxmlformats.org/drawingml/2006/main">
            <a:r>
              <a:t>Period: L4b</a:t>
            </a:r>
          </a:p>
          <a:p xmlns:a="http://schemas.openxmlformats.org/drawingml/2006/main">
            <a:r>
              <a:t>Timing: 2 minutes. </a:t>
            </a:r>
          </a:p>
          <a:p xmlns:a="http://schemas.openxmlformats.org/drawingml/2006/main">
            <a:r>
              <a:t>TA brief: Two-minute book pause: choose a real decision linked to the learner’s own plan. They name their own tool and reason. Adults can read/rephrase/scribe, not supply the assessed decision. Return to the bench after this short rehearsal.</a:t>
            </a:r>
          </a:p>
          <a:p xmlns:a="http://schemas.openxmlformats.org/drawingml/2006/main">
            <a:r>
              <a:t>Cold Call: Which part of your plan are you using?</a:t>
            </a:r>
          </a:p>
          <a:p xmlns:a="http://schemas.openxmlformats.org/drawingml/2006/main">
            <a:r>
              <a:t>Expected response: The learner points to their own target and explains the choice it supports.</a:t>
            </a:r>
          </a:p>
          <a:p xmlns:a="http://schemas.openxmlformats.org/drawingml/2006/main">
            <a:r>
              <a:t>Edition: public.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 evidence capture (project sheet)</a:t>
            </a:r>
          </a:p>
          <a:p xmlns:a="http://schemas.openxmlformats.org/drawingml/2006/main">
            <a:r>
              <a:t>Period: L4b</a:t>
            </a:r>
          </a:p>
          <a:p xmlns:a="http://schemas.openxmlformats.org/drawingml/2006/main">
            <a:r>
              <a:t>Timing: 19 minutes. </a:t>
            </a:r>
          </a:p>
          <a:p xmlns:a="http://schemas.openxmlformats.org/drawingml/2006/main">
            <a:r>
              <a:t>TA brief: 19-minute practical block, approximately 13:45–14:04. Portion 13:45–13:49 with supervised knives/tongs. Label and arrange 13:49–13:54; adult release gate before samples. Invite pre-arranged consenting staff tasters at about 13:54–14:00. Show the full-portion size and proposed price when asking value. Offer small individual samples; no double dipping or shared tasting tools. Tally 14:00–14:02, then clean and finish section B of L4-E1. A short stretch/private break is available while another role covers safely. If no tasters attend, leave the tally blank and rehearse presentation; do not fabricate feedback.</a:t>
            </a:r>
          </a:p>
          <a:p xmlns:a="http://schemas.openxmlformats.org/drawingml/2006/main">
            <a:r>
              <a:t>Cold Call: What information will help you choose?</a:t>
            </a:r>
          </a:p>
          <a:p xmlns:a="http://schemas.openxmlformats.org/drawingml/2006/main">
            <a:r>
              <a:t>Expected response: The learner names information and their own decision-making tool or technique; a scale alone is not a decision-making technique.</a:t>
            </a:r>
          </a:p>
          <a:p xmlns:a="http://schemas.openxmlformats.org/drawingml/2006/main">
            <a:r>
              <a:t>Edition: public.</a:t>
            </a:r>
          </a:p>
          <a:p xmlns:a="http://schemas.openxmlformats.org/drawingml/2006/main">
            <a:r>
              <a:t>Source: FSA providing food at community and charity events — https://www.food.gov.uk/safety-hygiene/providing-food-at-community-and-charity-events</a:t>
            </a:r>
          </a:p>
          <a:p xmlns:a="http://schemas.openxmlformats.org/drawingml/2006/main">
            <a:r>
              <a:t>Source: FSA food allergy and intolerance — https://www.food.gov.uk/safety-hygiene/food-allergy-and-intolerance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Evidence check before hand-in</a:t>
            </a:r>
          </a:p>
          <a:p xmlns:a="http://schemas.openxmlformats.org/drawingml/2006/main">
            <a:r>
              <a:t>Period: L4b</a:t>
            </a:r>
          </a:p>
          <a:p xmlns:a="http://schemas.openxmlformats.org/drawingml/2006/main">
            <a:r>
              <a:t>Timing: 3 minutes. </a:t>
            </a:r>
          </a:p>
          <a:p xmlns:a="http://schemas.openxmlformats.org/drawingml/2006/main">
            <a:r>
              <a:t>TA brief: Check the two dated sections of L4-E1, own plan/target reference, technique, outcome and evidence location. Staff record the learner’s own contribution, feedback and next step. Keep the evidence from both periods together.</a:t>
            </a:r>
          </a:p>
          <a:p xmlns:a="http://schemas.openxmlformats.org/drawingml/2006/main">
            <a:r>
              <a:t>Cold Call: What changed because of your decision?</a:t>
            </a:r>
          </a:p>
          <a:p xmlns:a="http://schemas.openxmlformats.org/drawingml/2006/main">
            <a:r>
              <a:t>Expected response: The learner names their action and result, with a book, label, tally, product or observation reference.</a:t>
            </a:r>
          </a:p>
          <a:p xmlns:a="http://schemas.openxmlformats.org/drawingml/2006/main">
            <a:r>
              <a:t>Edition: public.</a:t>
            </a:r>
          </a:p>
          <a:p xmlns:a="http://schemas.openxmlformats.org/drawingml/2006/main">
            <a:r>
              <a:t>Source: LESSON_SOURCE.json · issue-2; owner accreditation ruling, 22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Exit ticket</a:t>
            </a:r>
          </a:p>
          <a:p xmlns:a="http://schemas.openxmlformats.org/drawingml/2006/main">
            <a:r>
              <a:t>Period: L4b</a:t>
            </a:r>
          </a:p>
          <a:p xmlns:a="http://schemas.openxmlformats.org/drawingml/2006/main">
            <a:r>
              <a:t>Timing: 3 minutes. </a:t>
            </a:r>
          </a:p>
          <a:p xmlns:a="http://schemas.openxmlformats.org/drawingml/2006/main">
            <a:r>
              <a:t>TA brief: Each learner names one proposed change supported by actual feedback. The group records what changes, owner and deadline in books/teacher record for Lesson 6. No final sale menu or price is invented here. Clean and close the food area.</a:t>
            </a:r>
          </a:p>
          <a:p xmlns:a="http://schemas.openxmlformats.org/drawingml/2006/main">
            <a:r>
              <a:t>Cold Call: Which part of your plan are you using?</a:t>
            </a:r>
          </a:p>
          <a:p xmlns:a="http://schemas.openxmlformats.org/drawingml/2006/main">
            <a:r>
              <a:t>Expected response: The learner points to their own target and explains the choice it supports.</a:t>
            </a:r>
          </a:p>
          <a:p xmlns:a="http://schemas.openxmlformats.org/drawingml/2006/main">
            <a:r>
              <a:t>Edition: public.</a:t>
            </a:r>
          </a:p>
          <a:p xmlns:a="http://schemas.openxmlformats.org/drawingml/2006/main">
            <a:r>
              <a:t>Source: FSA providing food at community and charity events — https://www.food.gov.uk/safety-hygiene/providing-food-at-community-and-charity-events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Key vocabulary mat (EAL)</a:t>
            </a:r>
          </a:p>
          <a:p xmlns:a="http://schemas.openxmlformats.org/drawingml/2006/main">
            <a:r>
              <a:t>Period: L4b</a:t>
            </a:r>
          </a:p>
          <a:p xmlns:a="http://schemas.openxmlformats.org/drawingml/2006/main">
            <a:r>
              <a:t>Timing: 0 minutes. Reference only; no added teaching minutes.</a:t>
            </a:r>
          </a:p>
          <a:p xmlns:a="http://schemas.openxmlformats.org/drawingml/2006/main">
            <a:r>
              <a:t>TA brief: Reference only; same eight words as period A. Return to portion, allergen, label and feedback during the practical.</a:t>
            </a:r>
          </a:p>
          <a:p xmlns:a="http://schemas.openxmlformats.org/drawingml/2006/main">
            <a:r>
              <a:t>Cold Call: What information will help you choose?</a:t>
            </a:r>
          </a:p>
          <a:p xmlns:a="http://schemas.openxmlformats.org/drawingml/2006/main">
            <a:r>
              <a:t>Expected response: The learner names information and their own decision-making tool or technique; a scale alone is not a decision-making technique.</a:t>
            </a:r>
          </a:p>
          <a:p xmlns:a="http://schemas.openxmlformats.org/drawingml/2006/main">
            <a:r>
              <a:t>Edition: public.</a:t>
            </a:r>
          </a:p>
          <a:p xmlns:a="http://schemas.openxmlformats.org/drawingml/2006/main">
            <a:r>
              <a:t>Source: Lucide picture cues — https://lucide.dev/</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TA / staff brief</a:t>
            </a:r>
          </a:p>
          <a:p xmlns:a="http://schemas.openxmlformats.org/drawingml/2006/main">
            <a:r>
              <a:t>Period: L4b</a:t>
            </a:r>
          </a:p>
          <a:p xmlns:a="http://schemas.openxmlformats.org/drawingml/2006/main">
            <a:r>
              <a:t>Timing: 0 minutes. Reference only; no added teaching minutes.</a:t>
            </a:r>
          </a:p>
          <a:p xmlns:a="http://schemas.openxmlformats.org/drawingml/2006/main">
            <a:r>
              <a:t>TA brief: Hidden staff brief. Keep the checklist and actual ingredient information with the samples. The project teacher hears proposed changes and records which are adopted. Staff own food safety and release decisions. Staff keep each learner’s dated evidence and feedback.</a:t>
            </a:r>
          </a:p>
          <a:p xmlns:a="http://schemas.openxmlformats.org/drawingml/2006/main">
            <a:r>
              <a:t>Cold Call: What changed because of your decision?</a:t>
            </a:r>
          </a:p>
          <a:p xmlns:a="http://schemas.openxmlformats.org/drawingml/2006/main">
            <a:r>
              <a:t>Expected response: The learner names their action and result, with a book, label, tally, product or observation reference.</a:t>
            </a:r>
          </a:p>
          <a:p xmlns:a="http://schemas.openxmlformats.org/drawingml/2006/main">
            <a:r>
              <a:t>Edition: public.</a:t>
            </a:r>
          </a:p>
          <a:p xmlns:a="http://schemas.openxmlformats.org/drawingml/2006/main">
            <a:r>
              <a:t>Source: LESSON_SOURCE.json · issue-2; owner accreditation ruling, 22 October 2026.</a:t>
            </a:r>
          </a:p>
          <a:p xmlns:a="http://schemas.openxmlformats.org/drawingml/2006/main">
            <a:r>
              <a:t>Lundy: Space: Choose speech, writing, pointing or a scribe. Use a quiet role or planned break.</a:t>
            </a:r>
          </a:p>
          <a:p xmlns:a="http://schemas.openxmlformats.org/drawingml/2006/main">
            <a:r>
              <a:t>Voice: Choose a suitable role; own the target, decision, tool and reason. Safety limits are fixed.</a:t>
            </a:r>
          </a:p>
          <a:p xmlns:a="http://schemas.openxmlformats.org/drawingml/2006/main">
            <a:r>
              <a:t>Audience: The project teacher hears each learner; staff tasters give feedback; the assessor hears the evidence.</a:t>
            </a:r>
          </a:p>
          <a:p xmlns:a="http://schemas.openxmlformats.org/drawingml/2006/main">
            <a:r>
              <a:t>Influence: Record a named change to the recipe, portion, presentation or label before the sale. Explain any safety limit.</a:t>
            </a:r>
          </a:p>
          <a:p xmlns:a="http://schemas.openxmlformats.org/drawingml/2006/main">
            <a:r>
              <a:t>Evidence platform: the evidence app. Feedback codes: VF, WS, I, NS, E, 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096791c4bd428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e9cff864224f9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8363b241da740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6658a9f96d4ec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b542df3a83442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9a40f46cc14e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022A65-4FC7-40C3-A8AA-A4FBEFE2879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0FCA01A-3651-4D1B-AF78-24E408A1107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7C24C03-6DC9-476D-B5E2-C92D069C80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82A0D7-9DA9-4EBB-A2A5-A329C22A2F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25DEDF6-E001-4B04-8550-9A11B8423FC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C1273D2-25B2-4BA7-82FD-9A15BC6DE7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BF5FF4-D40A-4747-8974-9B25B90BC6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7327D1B-84F6-4BE0-AC3A-D550B8AF37E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12FCCA-694E-4131-ADB0-1772CF2DEF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8BC835C-4B69-48AB-BC69-9735D4000D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4ee06b8b294ffe" /><Relationship Type="http://schemas.openxmlformats.org/officeDocument/2006/relationships/slideLayout" Target="/ppt/slideLayouts/slideLayout1.xml" Id="R6c6cb30500754c2c" /><Relationship Type="http://schemas.openxmlformats.org/officeDocument/2006/relationships/slideLayout" Target="/ppt/slideLayouts/slideLayout2.xml" Id="R1b5300aae4d94425" /><Relationship Type="http://schemas.openxmlformats.org/officeDocument/2006/relationships/slideLayout" Target="/ppt/slideLayouts/slideLayout3.xml" Id="Rc76b3e0a87ba4d43" /><Relationship Type="http://schemas.openxmlformats.org/officeDocument/2006/relationships/slideLayout" Target="/ppt/slideLayouts/slideLayout4.xml" Id="R193b7ccc935c4a14" /><Relationship Type="http://schemas.openxmlformats.org/officeDocument/2006/relationships/slideLayout" Target="/ppt/slideLayouts/slideLayout5.xml" Id="R706dcee32f9549e1" /><Relationship Type="http://schemas.openxmlformats.org/officeDocument/2006/relationships/slideLayout" Target="/ppt/slideLayouts/slideLayout6.xml" Id="Rfa5977ec124245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6cb30500754c2c"/>
    <p:sldLayoutId xmlns:r="http://schemas.openxmlformats.org/officeDocument/2006/relationships" id="2147483650" r:id="R1b5300aae4d94425"/>
    <p:sldLayoutId xmlns:r="http://schemas.openxmlformats.org/officeDocument/2006/relationships" id="2147483651" r:id="Rc76b3e0a87ba4d43"/>
    <p:sldLayoutId xmlns:r="http://schemas.openxmlformats.org/officeDocument/2006/relationships" id="2147483652" r:id="R193b7ccc935c4a14"/>
    <p:sldLayoutId xmlns:r="http://schemas.openxmlformats.org/officeDocument/2006/relationships" id="2147483653" r:id="R706dcee32f9549e1"/>
    <p:sldLayoutId xmlns:r="http://schemas.openxmlformats.org/officeDocument/2006/relationships" id="2147483654" r:id="Rfa5977ec124245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986c2ef4f52496c" /><Relationship Type="http://schemas.openxmlformats.org/officeDocument/2006/relationships/notesSlide" Target="/ppt/notesSlides/notesSlide1.xml" Id="R59a00d73f9f84e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db29e666d9446e1" /><Relationship Type="http://schemas.openxmlformats.org/officeDocument/2006/relationships/image" Target="/ppt/media/image.png" Id="R235e134e2c7e4667" /><Relationship Type="http://schemas.openxmlformats.org/officeDocument/2006/relationships/image" Target="/ppt/media/image2.png" Id="R318b5d352d1740b2" /><Relationship Type="http://schemas.openxmlformats.org/officeDocument/2006/relationships/image" Target="/ppt/media/image3.png" Id="Rba816f6457b842cd" /><Relationship Type="http://schemas.openxmlformats.org/officeDocument/2006/relationships/image" Target="/ppt/media/image4.png" Id="Rcc73fa5a1a21407f" /><Relationship Type="http://schemas.openxmlformats.org/officeDocument/2006/relationships/notesSlide" Target="/ppt/notesSlides/notesSlide2.xml" Id="R765f95c6b51641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d5980242abc43a3" /><Relationship Type="http://schemas.openxmlformats.org/officeDocument/2006/relationships/image" Target="/ppt/media/image5.png" Id="R3f7488d3a1ca4273" /><Relationship Type="http://schemas.openxmlformats.org/officeDocument/2006/relationships/notesSlide" Target="/ppt/notesSlides/notesSlide3.xml" Id="R3bce13cfc4414e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c204cf1ffca4813" /><Relationship Type="http://schemas.openxmlformats.org/officeDocument/2006/relationships/notesSlide" Target="/ppt/notesSlides/notesSlide4.xml" Id="Ra5a785afb10540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26e4f2a885f4b1c" /><Relationship Type="http://schemas.openxmlformats.org/officeDocument/2006/relationships/image" Target="/ppt/media/image6.png" Id="R93da6fb71db246de" /><Relationship Type="http://schemas.openxmlformats.org/officeDocument/2006/relationships/image" Target="/ppt/media/image7.png" Id="Rb71e97208a854bb7" /><Relationship Type="http://schemas.openxmlformats.org/officeDocument/2006/relationships/image" Target="/ppt/media/image8.png" Id="R43874696b0ad4c36" /><Relationship Type="http://schemas.openxmlformats.org/officeDocument/2006/relationships/image" Target="/ppt/media/image9.png" Id="R95c5b9a6261e43c8" /><Relationship Type="http://schemas.openxmlformats.org/officeDocument/2006/relationships/notesSlide" Target="/ppt/notesSlides/notesSlide5.xml" Id="Rb84baeef250946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90b1896206240db" /><Relationship Type="http://schemas.openxmlformats.org/officeDocument/2006/relationships/image" Target="/ppt/media/image10.png" Id="R2941f919080041b5" /><Relationship Type="http://schemas.openxmlformats.org/officeDocument/2006/relationships/image" Target="/ppt/media/image11.png" Id="R6e43c62836e34579" /><Relationship Type="http://schemas.openxmlformats.org/officeDocument/2006/relationships/image" Target="/ppt/media/image12.png" Id="R68ad277511f74776" /><Relationship Type="http://schemas.openxmlformats.org/officeDocument/2006/relationships/notesSlide" Target="/ppt/notesSlides/notesSlide6.xml" Id="R7a513a81d90b4f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91d1c4658d44bf9" /><Relationship Type="http://schemas.openxmlformats.org/officeDocument/2006/relationships/notesSlide" Target="/ppt/notesSlides/notesSlide7.xml" Id="Rf7009d432d1c47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439a44a1a894313" /><Relationship Type="http://schemas.openxmlformats.org/officeDocument/2006/relationships/image" Target="/ppt/media/image13.png" Id="R9b5b7c2db5e54c0e" /><Relationship Type="http://schemas.openxmlformats.org/officeDocument/2006/relationships/image" Target="/ppt/media/image14.png" Id="R5e470a59f4ed41af" /><Relationship Type="http://schemas.openxmlformats.org/officeDocument/2006/relationships/image" Target="/ppt/media/image15.png" Id="Ra5ed79c1d7a94766" /><Relationship Type="http://schemas.openxmlformats.org/officeDocument/2006/relationships/image" Target="/ppt/media/image16.png" Id="R3c9635f08ee24707" /><Relationship Type="http://schemas.openxmlformats.org/officeDocument/2006/relationships/notesSlide" Target="/ppt/notesSlides/notesSlide8.xml" Id="Rc2d0129fc99849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40091f16e50447b" /><Relationship Type="http://schemas.openxmlformats.org/officeDocument/2006/relationships/image" Target="/ppt/media/image17.png" Id="Rfa652f207ae142a3" /><Relationship Type="http://schemas.openxmlformats.org/officeDocument/2006/relationships/notesSlide" Target="/ppt/notesSlides/notesSlide9.xml" Id="R77f5e51269fe482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ee4810b45c245cb" /><Relationship Type="http://schemas.openxmlformats.org/officeDocument/2006/relationships/notesSlide" Target="/ppt/notesSlides/notesSlide10.xml" Id="R7829f2777051489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3dd0bbddafb469d" /><Relationship Type="http://schemas.openxmlformats.org/officeDocument/2006/relationships/image" Target="/ppt/media/image18.png" Id="Rc59e0766deec414e" /><Relationship Type="http://schemas.openxmlformats.org/officeDocument/2006/relationships/image" Target="/ppt/media/image19.png" Id="R6100c59d924445da" /><Relationship Type="http://schemas.openxmlformats.org/officeDocument/2006/relationships/image" Target="/ppt/media/image20.png" Id="Rc63aa977669f4f9d" /><Relationship Type="http://schemas.openxmlformats.org/officeDocument/2006/relationships/image" Target="/ppt/media/image21.png" Id="Rb5d0bab89afa4f95" /><Relationship Type="http://schemas.openxmlformats.org/officeDocument/2006/relationships/image" Target="/ppt/media/image22.png" Id="R8b013f65d27640d6" /><Relationship Type="http://schemas.openxmlformats.org/officeDocument/2006/relationships/image" Target="/ppt/media/image23.png" Id="R6492281876454826" /><Relationship Type="http://schemas.openxmlformats.org/officeDocument/2006/relationships/image" Target="/ppt/media/image24.png" Id="R49854ee8cb414855" /><Relationship Type="http://schemas.openxmlformats.org/officeDocument/2006/relationships/image" Target="/ppt/media/image25.png" Id="Rff80e8ca85514606" /><Relationship Type="http://schemas.openxmlformats.org/officeDocument/2006/relationships/notesSlide" Target="/ppt/notesSlides/notesSlide11.xml" Id="R3932a2bd842847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523c2351d674f26" /><Relationship Type="http://schemas.openxmlformats.org/officeDocument/2006/relationships/notesSlide" Target="/ppt/notesSlides/notesSlide12.xml" Id="Rf75486f795094e0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a141c00ba8b4a84" /><Relationship Type="http://schemas.openxmlformats.org/officeDocument/2006/relationships/notesSlide" Target="/ppt/notesSlides/notesSlide13.xml" Id="R6b9608846131406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fce6ce8b43745ef" /><Relationship Type="http://schemas.openxmlformats.org/officeDocument/2006/relationships/image" Target="/ppt/media/image26.png" Id="R90d908384ee3415e" /><Relationship Type="http://schemas.openxmlformats.org/officeDocument/2006/relationships/image" Target="/ppt/media/image27.png" Id="R15adb819e4d749d2" /><Relationship Type="http://schemas.openxmlformats.org/officeDocument/2006/relationships/image" Target="/ppt/media/image28.png" Id="Rd2d3e5384dbc47fe" /><Relationship Type="http://schemas.openxmlformats.org/officeDocument/2006/relationships/image" Target="/ppt/media/image29.png" Id="Re88c86601763480b" /><Relationship Type="http://schemas.openxmlformats.org/officeDocument/2006/relationships/notesSlide" Target="/ppt/notesSlides/notesSlide14.xml" Id="R086899a20d234fb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1909cd0dcfe4331" /><Relationship Type="http://schemas.openxmlformats.org/officeDocument/2006/relationships/image" Target="/ppt/media/image30.png" Id="R1ceff19ee2724c82" /><Relationship Type="http://schemas.openxmlformats.org/officeDocument/2006/relationships/notesSlide" Target="/ppt/notesSlides/notesSlide15.xml" Id="R3689d9bbf5e043a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7fb9d00ef1a4624" /><Relationship Type="http://schemas.openxmlformats.org/officeDocument/2006/relationships/notesSlide" Target="/ppt/notesSlides/notesSlide16.xml" Id="R7c3e9822dea841a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087acb404654398" /><Relationship Type="http://schemas.openxmlformats.org/officeDocument/2006/relationships/image" Target="/ppt/media/image31.png" Id="R0807d8362ffc49a0" /><Relationship Type="http://schemas.openxmlformats.org/officeDocument/2006/relationships/image" Target="/ppt/media/image32.png" Id="R19ea268a438e4a99" /><Relationship Type="http://schemas.openxmlformats.org/officeDocument/2006/relationships/image" Target="/ppt/media/image33.png" Id="R2c38d0082d7c4166" /><Relationship Type="http://schemas.openxmlformats.org/officeDocument/2006/relationships/image" Target="/ppt/media/image34.png" Id="Ra1d14f3501df40cd" /><Relationship Type="http://schemas.openxmlformats.org/officeDocument/2006/relationships/notesSlide" Target="/ppt/notesSlides/notesSlide17.xml" Id="R50fdeb6d969e434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dd4df0624f24f5b" /><Relationship Type="http://schemas.openxmlformats.org/officeDocument/2006/relationships/image" Target="/ppt/media/image35.png" Id="R9c7d4d8d046e45a7" /><Relationship Type="http://schemas.openxmlformats.org/officeDocument/2006/relationships/image" Target="/ppt/media/image36.png" Id="R4338370c72f7460b" /><Relationship Type="http://schemas.openxmlformats.org/officeDocument/2006/relationships/image" Target="/ppt/media/image37.png" Id="Rb12d4061e18e4f47" /><Relationship Type="http://schemas.openxmlformats.org/officeDocument/2006/relationships/notesSlide" Target="/ppt/notesSlides/notesSlide18.xml" Id="R7312d7a846d24a3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8a6a8ba99ee43b6" /><Relationship Type="http://schemas.openxmlformats.org/officeDocument/2006/relationships/notesSlide" Target="/ppt/notesSlides/notesSlide19.xml" Id="Rd65a80c09fbf413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c699d2b46da4693" /><Relationship Type="http://schemas.openxmlformats.org/officeDocument/2006/relationships/image" Target="/ppt/media/image38.png" Id="Rf6619026ccdb41b2" /><Relationship Type="http://schemas.openxmlformats.org/officeDocument/2006/relationships/image" Target="/ppt/media/image39.png" Id="Rd261c98f5b154177" /><Relationship Type="http://schemas.openxmlformats.org/officeDocument/2006/relationships/image" Target="/ppt/media/image40.png" Id="R0ff761fbce214b4d" /><Relationship Type="http://schemas.openxmlformats.org/officeDocument/2006/relationships/image" Target="/ppt/media/image41.png" Id="R68fc96fe36fa453e" /><Relationship Type="http://schemas.openxmlformats.org/officeDocument/2006/relationships/notesSlide" Target="/ppt/notesSlides/notesSlide20.xml" Id="R0df5e8b36c70462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7ee1ea1bc964fbc" /><Relationship Type="http://schemas.openxmlformats.org/officeDocument/2006/relationships/image" Target="/ppt/media/image42.png" Id="R7a96948be60a491a" /><Relationship Type="http://schemas.openxmlformats.org/officeDocument/2006/relationships/notesSlide" Target="/ppt/notesSlides/notesSlide21.xml" Id="R61b9b9022abd43b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6fdd891e1c24912" /><Relationship Type="http://schemas.openxmlformats.org/officeDocument/2006/relationships/notesSlide" Target="/ppt/notesSlides/notesSlide22.xml" Id="R3fc85c5c92624d3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2f54ea4b0d547db" /><Relationship Type="http://schemas.openxmlformats.org/officeDocument/2006/relationships/image" Target="/ppt/media/image43.png" Id="R322418f60c0b43d6" /><Relationship Type="http://schemas.openxmlformats.org/officeDocument/2006/relationships/image" Target="/ppt/media/image44.png" Id="R5c1cc3b86ee14327" /><Relationship Type="http://schemas.openxmlformats.org/officeDocument/2006/relationships/image" Target="/ppt/media/image45.png" Id="R7ae45ed4bfd24b1b" /><Relationship Type="http://schemas.openxmlformats.org/officeDocument/2006/relationships/image" Target="/ppt/media/image46.png" Id="Rce9b2388708f4d0c" /><Relationship Type="http://schemas.openxmlformats.org/officeDocument/2006/relationships/image" Target="/ppt/media/image47.png" Id="R9bc8c04679034c7b" /><Relationship Type="http://schemas.openxmlformats.org/officeDocument/2006/relationships/image" Target="/ppt/media/image48.png" Id="Rb5646871cd94494b" /><Relationship Type="http://schemas.openxmlformats.org/officeDocument/2006/relationships/image" Target="/ppt/media/image49.png" Id="Re4a9a81757f64a91" /><Relationship Type="http://schemas.openxmlformats.org/officeDocument/2006/relationships/image" Target="/ppt/media/image50.png" Id="Rb44f993668e24ddb" /><Relationship Type="http://schemas.openxmlformats.org/officeDocument/2006/relationships/notesSlide" Target="/ppt/notesSlides/notesSlide23.xml" Id="Ra6b3f2485df74b0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020827c66ad4f05" /><Relationship Type="http://schemas.openxmlformats.org/officeDocument/2006/relationships/notesSlide" Target="/ppt/notesSlides/notesSlide24.xml" Id="Rda785cc8e75c47ff" /></Relationships>
</file>

<file path=ppt/slides/slide1.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73CAB4F-9064-4894-91CA-CA6BB0982CE9}"/>
              </a:ext>
            </a:extLst>
          </p:cNvPr>
          <p:cNvSpPr>
            <a:spLocks xmlns:a="http://schemas.openxmlformats.org/drawingml/2006/main" noGrp="1"/>
          </p:cNvSpPr>
          <p:nvPr/>
        </p:nvSpPr>
        <p:spPr>
          <a:xfrm xmlns:a="http://schemas.openxmlformats.org/drawingml/2006/main">
            <a:off x="609600" y="4953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535B62"/>
                </a:solidFill>
                <a:latin typeface="Segoe UI"/>
                <a:ea typeface="Segoe UI"/>
                <a:cs typeface="Segoe UI"/>
              </a:defRPr>
            </a:defPPr>
            <a:lvl1pPr>
              <a:defRPr sz="1875" b="0">
                <a:solidFill>
                  <a:srgbClr val="535B62"/>
                </a:solidFill>
                <a:latin typeface="Segoe UI"/>
                <a:ea typeface="Segoe UI"/>
                <a:cs typeface="Segoe UI"/>
              </a:defRPr>
            </a:lvl1pPr>
            <a:lvl2pPr>
              <a:defRPr sz="1875" b="0">
                <a:solidFill>
                  <a:srgbClr val="535B62"/>
                </a:solidFill>
                <a:latin typeface="Segoe UI"/>
                <a:ea typeface="Segoe UI"/>
                <a:cs typeface="Segoe UI"/>
              </a:defRPr>
            </a:lvl2pPr>
            <a:lvl3pPr>
              <a:defRPr sz="1875" b="0">
                <a:solidFill>
                  <a:srgbClr val="535B62"/>
                </a:solidFill>
                <a:latin typeface="Segoe UI"/>
                <a:ea typeface="Segoe UI"/>
                <a:cs typeface="Segoe UI"/>
              </a:defRPr>
            </a:lvl3pPr>
            <a:lvl4pPr>
              <a:defRPr sz="1875" b="0">
                <a:solidFill>
                  <a:srgbClr val="535B62"/>
                </a:solidFill>
                <a:latin typeface="Segoe UI"/>
                <a:ea typeface="Segoe UI"/>
                <a:cs typeface="Segoe UI"/>
              </a:defRPr>
            </a:lvl4pPr>
            <a:lvl5pPr>
              <a:defRPr sz="1875" b="0">
                <a:solidFill>
                  <a:srgbClr val="535B62"/>
                </a:solidFill>
                <a:latin typeface="Segoe UI"/>
                <a:ea typeface="Segoe UI"/>
                <a:cs typeface="Segoe UI"/>
              </a:defRPr>
            </a:lvl5pPr>
            <a:lvl6pPr>
              <a:defRPr sz="1875" b="0">
                <a:solidFill>
                  <a:srgbClr val="535B62"/>
                </a:solidFill>
                <a:latin typeface="Segoe UI"/>
                <a:ea typeface="Segoe UI"/>
                <a:cs typeface="Segoe UI"/>
              </a:defRPr>
            </a:lvl6pPr>
            <a:lvl7pPr>
              <a:defRPr sz="1875" b="0">
                <a:solidFill>
                  <a:srgbClr val="535B62"/>
                </a:solidFill>
                <a:latin typeface="Segoe UI"/>
                <a:ea typeface="Segoe UI"/>
                <a:cs typeface="Segoe UI"/>
              </a:defRPr>
            </a:lvl7pPr>
            <a:lvl8pPr>
              <a:defRPr sz="1875" b="0">
                <a:solidFill>
                  <a:srgbClr val="535B62"/>
                </a:solidFill>
                <a:latin typeface="Segoe UI"/>
                <a:ea typeface="Segoe UI"/>
                <a:cs typeface="Segoe UI"/>
              </a:defRPr>
            </a:lvl8pPr>
            <a:lvl9pPr>
              <a:defRPr sz="1875" b="0">
                <a:solidFill>
                  <a:srgbClr val="535B62"/>
                </a:solidFill>
                <a:latin typeface="Segoe UI"/>
                <a:ea typeface="Segoe UI"/>
                <a:cs typeface="Segoe UI"/>
              </a:defRPr>
            </a:lvl9pPr>
          </a:lstStyle>
          <a:p xmlns:a="http://schemas.openxmlformats.org/drawingml/2006/main">
            <a:pPr>
              <a:defRPr sz="1875" b="0">
                <a:solidFill>
                  <a:srgbClr val="535B62"/>
                </a:solidFill>
                <a:latin typeface="Segoe UI"/>
                <a:ea typeface="Segoe UI"/>
                <a:cs typeface="Segoe UI"/>
              </a:defRPr>
            </a:pPr>
            <a:r>
              <a:rPr sz="1875" b="0">
                <a:solidFill>
                  <a:srgbClr val="535B62"/>
                </a:solidFill>
                <a:latin typeface="Segoe UI"/>
                <a:ea typeface="Segoe UI"/>
                <a:cs typeface="Segoe UI"/>
              </a:rPr>
              <a:t>GROW Community Project · Charity Cake Sale for Zoe's Place</a:t>
            </a:r>
          </a:p>
        </p:txBody>
      </p:sp>
      <p:sp>
        <p:nvSpPr>
          <p:cNvPr id="2" name="text-1">
            <a:extLst xmlns:a="http://schemas.openxmlformats.org/drawingml/2006/main">
              <a:ext uri="{FF2B5EF4-FFF2-40B4-BE49-F238E27FC236}">
                <a16:creationId xmlns:a16="http://schemas.microsoft.com/office/drawing/2014/main" id="{C7FDED4D-78D1-4C1D-A9A4-9E5B5848FD36}"/>
              </a:ext>
            </a:extLst>
          </p:cNvPr>
          <p:cNvSpPr>
            <a:spLocks xmlns:a="http://schemas.openxmlformats.org/drawingml/2006/main" noGrp="1"/>
          </p:cNvSpPr>
          <p:nvPr/>
        </p:nvSpPr>
        <p:spPr>
          <a:xfrm xmlns:a="http://schemas.openxmlformats.org/drawingml/2006/main">
            <a:off x="609600" y="1762125"/>
            <a:ext cx="109728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4200" b="1">
                <a:solidFill>
                  <a:srgbClr val="20252A"/>
                </a:solidFill>
                <a:latin typeface="Segoe UI"/>
                <a:ea typeface="Segoe UI"/>
                <a:cs typeface="Segoe UI"/>
              </a:defRPr>
            </a:defPPr>
            <a:lvl1pPr>
              <a:defRPr sz="4200" b="1">
                <a:solidFill>
                  <a:srgbClr val="20252A"/>
                </a:solidFill>
                <a:latin typeface="Segoe UI"/>
                <a:ea typeface="Segoe UI"/>
                <a:cs typeface="Segoe UI"/>
              </a:defRPr>
            </a:lvl1pPr>
            <a:lvl2pPr>
              <a:defRPr sz="4200" b="1">
                <a:solidFill>
                  <a:srgbClr val="20252A"/>
                </a:solidFill>
                <a:latin typeface="Segoe UI"/>
                <a:ea typeface="Segoe UI"/>
                <a:cs typeface="Segoe UI"/>
              </a:defRPr>
            </a:lvl2pPr>
            <a:lvl3pPr>
              <a:defRPr sz="4200" b="1">
                <a:solidFill>
                  <a:srgbClr val="20252A"/>
                </a:solidFill>
                <a:latin typeface="Segoe UI"/>
                <a:ea typeface="Segoe UI"/>
                <a:cs typeface="Segoe UI"/>
              </a:defRPr>
            </a:lvl3pPr>
            <a:lvl4pPr>
              <a:defRPr sz="4200" b="1">
                <a:solidFill>
                  <a:srgbClr val="20252A"/>
                </a:solidFill>
                <a:latin typeface="Segoe UI"/>
                <a:ea typeface="Segoe UI"/>
                <a:cs typeface="Segoe UI"/>
              </a:defRPr>
            </a:lvl4pPr>
            <a:lvl5pPr>
              <a:defRPr sz="4200" b="1">
                <a:solidFill>
                  <a:srgbClr val="20252A"/>
                </a:solidFill>
                <a:latin typeface="Segoe UI"/>
                <a:ea typeface="Segoe UI"/>
                <a:cs typeface="Segoe UI"/>
              </a:defRPr>
            </a:lvl5pPr>
            <a:lvl6pPr>
              <a:defRPr sz="4200" b="1">
                <a:solidFill>
                  <a:srgbClr val="20252A"/>
                </a:solidFill>
                <a:latin typeface="Segoe UI"/>
                <a:ea typeface="Segoe UI"/>
                <a:cs typeface="Segoe UI"/>
              </a:defRPr>
            </a:lvl6pPr>
            <a:lvl7pPr>
              <a:defRPr sz="4200" b="1">
                <a:solidFill>
                  <a:srgbClr val="20252A"/>
                </a:solidFill>
                <a:latin typeface="Segoe UI"/>
                <a:ea typeface="Segoe UI"/>
                <a:cs typeface="Segoe UI"/>
              </a:defRPr>
            </a:lvl7pPr>
            <a:lvl8pPr>
              <a:defRPr sz="4200" b="1">
                <a:solidFill>
                  <a:srgbClr val="20252A"/>
                </a:solidFill>
                <a:latin typeface="Segoe UI"/>
                <a:ea typeface="Segoe UI"/>
                <a:cs typeface="Segoe UI"/>
              </a:defRPr>
            </a:lvl8pPr>
            <a:lvl9pPr>
              <a:defRPr sz="4200" b="1">
                <a:solidFill>
                  <a:srgbClr val="20252A"/>
                </a:solidFill>
                <a:latin typeface="Segoe UI"/>
                <a:ea typeface="Segoe UI"/>
                <a:cs typeface="Segoe UI"/>
              </a:defRPr>
            </a:lvl9pPr>
          </a:lstStyle>
          <a:p xmlns:a="http://schemas.openxmlformats.org/drawingml/2006/main">
            <a:pPr>
              <a:defRPr sz="4200" b="1">
                <a:solidFill>
                  <a:srgbClr val="20252A"/>
                </a:solidFill>
                <a:latin typeface="Segoe UI"/>
                <a:ea typeface="Segoe UI"/>
                <a:cs typeface="Segoe UI"/>
              </a:defRPr>
            </a:pPr>
            <a:r>
              <a:rPr sz="4200" b="1">
                <a:solidFill>
                  <a:srgbClr val="20252A"/>
                </a:solidFill>
                <a:latin typeface="Segoe UI"/>
                <a:ea typeface="Segoe UI"/>
                <a:cs typeface="Segoe UI"/>
              </a:rPr>
              <a:t>Trial bake: make our batch</a:t>
            </a:r>
          </a:p>
        </p:txBody>
      </p:sp>
      <p:sp>
        <p:nvSpPr>
          <p:cNvPr id="3" name="text-2">
            <a:extLst xmlns:a="http://schemas.openxmlformats.org/drawingml/2006/main">
              <a:ext uri="{FF2B5EF4-FFF2-40B4-BE49-F238E27FC236}">
                <a16:creationId xmlns:a16="http://schemas.microsoft.com/office/drawing/2014/main" id="{ED38F2A0-09A5-4DC3-8360-1B9C854BBCC1}"/>
              </a:ext>
            </a:extLst>
          </p:cNvPr>
          <p:cNvSpPr>
            <a:spLocks xmlns:a="http://schemas.openxmlformats.org/drawingml/2006/main" noGrp="1"/>
          </p:cNvSpPr>
          <p:nvPr/>
        </p:nvSpPr>
        <p:spPr>
          <a:xfrm xmlns:a="http://schemas.openxmlformats.org/drawingml/2006/main">
            <a:off x="609600" y="3476625"/>
            <a:ext cx="1057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925" b="0">
                <a:solidFill>
                  <a:srgbClr val="20252A"/>
                </a:solidFill>
                <a:latin typeface="Segoe UI"/>
                <a:ea typeface="Segoe UI"/>
                <a:cs typeface="Segoe UI"/>
              </a:defRPr>
            </a:defPPr>
            <a:lvl1pPr>
              <a:defRPr sz="2925" b="0">
                <a:solidFill>
                  <a:srgbClr val="20252A"/>
                </a:solidFill>
                <a:latin typeface="Segoe UI"/>
                <a:ea typeface="Segoe UI"/>
                <a:cs typeface="Segoe UI"/>
              </a:defRPr>
            </a:lvl1pPr>
            <a:lvl2pPr>
              <a:defRPr sz="2925" b="0">
                <a:solidFill>
                  <a:srgbClr val="20252A"/>
                </a:solidFill>
                <a:latin typeface="Segoe UI"/>
                <a:ea typeface="Segoe UI"/>
                <a:cs typeface="Segoe UI"/>
              </a:defRPr>
            </a:lvl2pPr>
            <a:lvl3pPr>
              <a:defRPr sz="2925" b="0">
                <a:solidFill>
                  <a:srgbClr val="20252A"/>
                </a:solidFill>
                <a:latin typeface="Segoe UI"/>
                <a:ea typeface="Segoe UI"/>
                <a:cs typeface="Segoe UI"/>
              </a:defRPr>
            </a:lvl3pPr>
            <a:lvl4pPr>
              <a:defRPr sz="2925" b="0">
                <a:solidFill>
                  <a:srgbClr val="20252A"/>
                </a:solidFill>
                <a:latin typeface="Segoe UI"/>
                <a:ea typeface="Segoe UI"/>
                <a:cs typeface="Segoe UI"/>
              </a:defRPr>
            </a:lvl4pPr>
            <a:lvl5pPr>
              <a:defRPr sz="2925" b="0">
                <a:solidFill>
                  <a:srgbClr val="20252A"/>
                </a:solidFill>
                <a:latin typeface="Segoe UI"/>
                <a:ea typeface="Segoe UI"/>
                <a:cs typeface="Segoe UI"/>
              </a:defRPr>
            </a:lvl5pPr>
            <a:lvl6pPr>
              <a:defRPr sz="2925" b="0">
                <a:solidFill>
                  <a:srgbClr val="20252A"/>
                </a:solidFill>
                <a:latin typeface="Segoe UI"/>
                <a:ea typeface="Segoe UI"/>
                <a:cs typeface="Segoe UI"/>
              </a:defRPr>
            </a:lvl6pPr>
            <a:lvl7pPr>
              <a:defRPr sz="2925" b="0">
                <a:solidFill>
                  <a:srgbClr val="20252A"/>
                </a:solidFill>
                <a:latin typeface="Segoe UI"/>
                <a:ea typeface="Segoe UI"/>
                <a:cs typeface="Segoe UI"/>
              </a:defRPr>
            </a:lvl7pPr>
            <a:lvl8pPr>
              <a:defRPr sz="2925" b="0">
                <a:solidFill>
                  <a:srgbClr val="20252A"/>
                </a:solidFill>
                <a:latin typeface="Segoe UI"/>
                <a:ea typeface="Segoe UI"/>
                <a:cs typeface="Segoe UI"/>
              </a:defRPr>
            </a:lvl8pPr>
            <a:lvl9pPr>
              <a:defRPr sz="2925" b="0">
                <a:solidFill>
                  <a:srgbClr val="20252A"/>
                </a:solidFill>
                <a:latin typeface="Segoe UI"/>
                <a:ea typeface="Segoe UI"/>
                <a:cs typeface="Segoe UI"/>
              </a:defRPr>
            </a:lvl9pPr>
          </a:lstStyle>
          <a:p xmlns:a="http://schemas.openxmlformats.org/drawingml/2006/main">
            <a:pPr>
              <a:defRPr sz="2925" b="0">
                <a:solidFill>
                  <a:srgbClr val="20252A"/>
                </a:solidFill>
                <a:latin typeface="Segoe UI"/>
                <a:ea typeface="Segoe UI"/>
                <a:cs typeface="Segoe UI"/>
              </a:defRPr>
            </a:pPr>
            <a:r>
              <a:rPr sz="2925" b="0">
                <a:solidFill>
                  <a:srgbClr val="20252A"/>
                </a:solidFill>
                <a:latin typeface="Segoe UI"/>
                <a:ea typeface="Segoe UI"/>
                <a:cs typeface="Segoe UI"/>
              </a:rPr>
              <a:t>Can we make our trial batch safely?</a:t>
            </a:r>
          </a:p>
        </p:txBody>
      </p:sp>
      <p:sp>
        <p:nvSpPr>
          <p:cNvPr id="4" name="text-3">
            <a:extLst xmlns:a="http://schemas.openxmlformats.org/drawingml/2006/main">
              <a:ext uri="{FF2B5EF4-FFF2-40B4-BE49-F238E27FC236}">
                <a16:creationId xmlns:a16="http://schemas.microsoft.com/office/drawing/2014/main" id="{2CD9E81C-B9F5-4941-9DD5-FDFB0CDE957B}"/>
              </a:ext>
            </a:extLst>
          </p:cNvPr>
          <p:cNvSpPr>
            <a:spLocks xmlns:a="http://schemas.openxmlformats.org/drawingml/2006/main" noGrp="1"/>
          </p:cNvSpPr>
          <p:nvPr/>
        </p:nvSpPr>
        <p:spPr>
          <a:xfrm xmlns:a="http://schemas.openxmlformats.org/drawingml/2006/main">
            <a:off x="609600" y="523875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250" b="1">
                <a:solidFill>
                  <a:srgbClr val="20252A"/>
                </a:solidFill>
                <a:latin typeface="Segoe UI"/>
                <a:ea typeface="Segoe UI"/>
                <a:cs typeface="Segoe UI"/>
              </a:defRPr>
            </a:defPPr>
            <a:lvl1pPr>
              <a:defRPr sz="2250" b="1">
                <a:solidFill>
                  <a:srgbClr val="20252A"/>
                </a:solidFill>
                <a:latin typeface="Segoe UI"/>
                <a:ea typeface="Segoe UI"/>
                <a:cs typeface="Segoe UI"/>
              </a:defRPr>
            </a:lvl1pPr>
            <a:lvl2pPr>
              <a:defRPr sz="2250" b="1">
                <a:solidFill>
                  <a:srgbClr val="20252A"/>
                </a:solidFill>
                <a:latin typeface="Segoe UI"/>
                <a:ea typeface="Segoe UI"/>
                <a:cs typeface="Segoe UI"/>
              </a:defRPr>
            </a:lvl2pPr>
            <a:lvl3pPr>
              <a:defRPr sz="2250" b="1">
                <a:solidFill>
                  <a:srgbClr val="20252A"/>
                </a:solidFill>
                <a:latin typeface="Segoe UI"/>
                <a:ea typeface="Segoe UI"/>
                <a:cs typeface="Segoe UI"/>
              </a:defRPr>
            </a:lvl3pPr>
            <a:lvl4pPr>
              <a:defRPr sz="2250" b="1">
                <a:solidFill>
                  <a:srgbClr val="20252A"/>
                </a:solidFill>
                <a:latin typeface="Segoe UI"/>
                <a:ea typeface="Segoe UI"/>
                <a:cs typeface="Segoe UI"/>
              </a:defRPr>
            </a:lvl4pPr>
            <a:lvl5pPr>
              <a:defRPr sz="2250" b="1">
                <a:solidFill>
                  <a:srgbClr val="20252A"/>
                </a:solidFill>
                <a:latin typeface="Segoe UI"/>
                <a:ea typeface="Segoe UI"/>
                <a:cs typeface="Segoe UI"/>
              </a:defRPr>
            </a:lvl5pPr>
            <a:lvl6pPr>
              <a:defRPr sz="2250" b="1">
                <a:solidFill>
                  <a:srgbClr val="20252A"/>
                </a:solidFill>
                <a:latin typeface="Segoe UI"/>
                <a:ea typeface="Segoe UI"/>
                <a:cs typeface="Segoe UI"/>
              </a:defRPr>
            </a:lvl6pPr>
            <a:lvl7pPr>
              <a:defRPr sz="2250" b="1">
                <a:solidFill>
                  <a:srgbClr val="20252A"/>
                </a:solidFill>
                <a:latin typeface="Segoe UI"/>
                <a:ea typeface="Segoe UI"/>
                <a:cs typeface="Segoe UI"/>
              </a:defRPr>
            </a:lvl7pPr>
            <a:lvl8pPr>
              <a:defRPr sz="2250" b="1">
                <a:solidFill>
                  <a:srgbClr val="20252A"/>
                </a:solidFill>
                <a:latin typeface="Segoe UI"/>
                <a:ea typeface="Segoe UI"/>
                <a:cs typeface="Segoe UI"/>
              </a:defRPr>
            </a:lvl8pPr>
            <a:lvl9pPr>
              <a:defRPr sz="2250" b="1">
                <a:solidFill>
                  <a:srgbClr val="20252A"/>
                </a:solidFill>
                <a:latin typeface="Segoe UI"/>
                <a:ea typeface="Segoe UI"/>
                <a:cs typeface="Segoe UI"/>
              </a:defRPr>
            </a:lvl9pPr>
          </a:lstStyle>
          <a:p xmlns:a="http://schemas.openxmlformats.org/drawingml/2006/main">
            <a:pPr>
              <a:defRPr sz="2250" b="1">
                <a:solidFill>
                  <a:srgbClr val="20252A"/>
                </a:solidFill>
                <a:latin typeface="Segoe UI"/>
                <a:ea typeface="Segoe UI"/>
                <a:cs typeface="Segoe UI"/>
              </a:defRPr>
            </a:pPr>
            <a:r>
              <a:rPr sz="2250" b="1">
                <a:solidFill>
                  <a:srgbClr val="20252A"/>
                </a:solidFill>
                <a:latin typeface="Segoe UI"/>
                <a:ea typeface="Segoe UI"/>
                <a:cs typeface="Segoe UI"/>
              </a:rPr>
              <a:t>Make the batch · Wednesday</a:t>
            </a:r>
          </a:p>
        </p:txBody>
      </p:sp>
      <p:sp>
        <p:nvSpPr>
          <p:cNvPr id="5" name="text-4">
            <a:extLst xmlns:a="http://schemas.openxmlformats.org/drawingml/2006/main">
              <a:ext uri="{FF2B5EF4-FFF2-40B4-BE49-F238E27FC236}">
                <a16:creationId xmlns:a16="http://schemas.microsoft.com/office/drawing/2014/main" id="{4A61975D-BDB9-4F31-9DB5-986C1DC6A22A}"/>
              </a:ext>
            </a:extLst>
          </p:cNvPr>
          <p:cNvSpPr>
            <a:spLocks xmlns:a="http://schemas.openxmlformats.org/drawingml/2006/main" noGrp="1"/>
          </p:cNvSpPr>
          <p:nvPr/>
        </p:nvSpPr>
        <p:spPr>
          <a:xfrm xmlns:a="http://schemas.openxmlformats.org/drawingml/2006/main">
            <a:off x="609600" y="5924550"/>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535B62"/>
                </a:solidFill>
                <a:latin typeface="Segoe UI"/>
                <a:ea typeface="Segoe UI"/>
                <a:cs typeface="Segoe UI"/>
              </a:defRPr>
            </a:defPPr>
            <a:lvl1pPr>
              <a:defRPr sz="1875" b="0">
                <a:solidFill>
                  <a:srgbClr val="535B62"/>
                </a:solidFill>
                <a:latin typeface="Segoe UI"/>
                <a:ea typeface="Segoe UI"/>
                <a:cs typeface="Segoe UI"/>
              </a:defRPr>
            </a:lvl1pPr>
            <a:lvl2pPr>
              <a:defRPr sz="1875" b="0">
                <a:solidFill>
                  <a:srgbClr val="535B62"/>
                </a:solidFill>
                <a:latin typeface="Segoe UI"/>
                <a:ea typeface="Segoe UI"/>
                <a:cs typeface="Segoe UI"/>
              </a:defRPr>
            </a:lvl2pPr>
            <a:lvl3pPr>
              <a:defRPr sz="1875" b="0">
                <a:solidFill>
                  <a:srgbClr val="535B62"/>
                </a:solidFill>
                <a:latin typeface="Segoe UI"/>
                <a:ea typeface="Segoe UI"/>
                <a:cs typeface="Segoe UI"/>
              </a:defRPr>
            </a:lvl3pPr>
            <a:lvl4pPr>
              <a:defRPr sz="1875" b="0">
                <a:solidFill>
                  <a:srgbClr val="535B62"/>
                </a:solidFill>
                <a:latin typeface="Segoe UI"/>
                <a:ea typeface="Segoe UI"/>
                <a:cs typeface="Segoe UI"/>
              </a:defRPr>
            </a:lvl4pPr>
            <a:lvl5pPr>
              <a:defRPr sz="1875" b="0">
                <a:solidFill>
                  <a:srgbClr val="535B62"/>
                </a:solidFill>
                <a:latin typeface="Segoe UI"/>
                <a:ea typeface="Segoe UI"/>
                <a:cs typeface="Segoe UI"/>
              </a:defRPr>
            </a:lvl5pPr>
            <a:lvl6pPr>
              <a:defRPr sz="1875" b="0">
                <a:solidFill>
                  <a:srgbClr val="535B62"/>
                </a:solidFill>
                <a:latin typeface="Segoe UI"/>
                <a:ea typeface="Segoe UI"/>
                <a:cs typeface="Segoe UI"/>
              </a:defRPr>
            </a:lvl6pPr>
            <a:lvl7pPr>
              <a:defRPr sz="1875" b="0">
                <a:solidFill>
                  <a:srgbClr val="535B62"/>
                </a:solidFill>
                <a:latin typeface="Segoe UI"/>
                <a:ea typeface="Segoe UI"/>
                <a:cs typeface="Segoe UI"/>
              </a:defRPr>
            </a:lvl7pPr>
            <a:lvl8pPr>
              <a:defRPr sz="1875" b="0">
                <a:solidFill>
                  <a:srgbClr val="535B62"/>
                </a:solidFill>
                <a:latin typeface="Segoe UI"/>
                <a:ea typeface="Segoe UI"/>
                <a:cs typeface="Segoe UI"/>
              </a:defRPr>
            </a:lvl8pPr>
            <a:lvl9pPr>
              <a:defRPr sz="1875" b="0">
                <a:solidFill>
                  <a:srgbClr val="535B62"/>
                </a:solidFill>
                <a:latin typeface="Segoe UI"/>
                <a:ea typeface="Segoe UI"/>
                <a:cs typeface="Segoe UI"/>
              </a:defRPr>
            </a:lvl9pPr>
          </a:lstStyle>
          <a:p xmlns:a="http://schemas.openxmlformats.org/drawingml/2006/main">
            <a:pPr>
              <a:defRPr sz="1875" b="0">
                <a:solidFill>
                  <a:srgbClr val="535B62"/>
                </a:solidFill>
                <a:latin typeface="Segoe UI"/>
                <a:ea typeface="Segoe UI"/>
                <a:cs typeface="Segoe UI"/>
              </a:defRPr>
            </a:pPr>
            <a:r>
              <a:rPr sz="1875" b="0">
                <a:solidFill>
                  <a:srgbClr val="535B62"/>
                </a:solidFill>
                <a:latin typeface="Segoe UI"/>
                <a:ea typeface="Segoe UI"/>
                <a:cs typeface="Segoe UI"/>
              </a:rPr>
              <a:t>Two periods · 40 minutes each · Set local date/time</a:t>
            </a:r>
          </a:p>
        </p:txBody>
      </p:sp>
    </p:spTree>
    <p:extLst>
      <p:ext uri="{BB962C8B-B14F-4D97-AF65-F5344CB8AC3E}">
        <p14:creationId xmlns:p14="http://schemas.microsoft.com/office/powerpoint/2010/main" val="736467973"/>
      </p:ext>
    </p:extLst>
  </p:cSld>
</p:sld>
</file>

<file path=ppt/slides/slide2.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2456D121-9CBE-43B4-8EE0-E57E32322926}"/>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Arrival &amp; regulation check</a:t>
            </a:r>
          </a:p>
        </p:txBody>
      </p:sp>
      <p:sp>
        <p:nvSpPr>
          <p:cNvPr id="2" name="text-1">
            <a:extLst xmlns:a="http://schemas.openxmlformats.org/drawingml/2006/main">
              <a:ext uri="{FF2B5EF4-FFF2-40B4-BE49-F238E27FC236}">
                <a16:creationId xmlns:a16="http://schemas.microsoft.com/office/drawing/2014/main" id="{36F5BD6F-DA4F-4D4F-B88D-B1C4E6C74F4D}"/>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L4a</a:t>
            </a:r>
          </a:p>
        </p:txBody>
      </p:sp>
      <p:sp>
        <p:nvSpPr>
          <p:cNvPr id="3" name="text-2">
            <a:extLst xmlns:a="http://schemas.openxmlformats.org/drawingml/2006/main">
              <a:ext uri="{FF2B5EF4-FFF2-40B4-BE49-F238E27FC236}">
                <a16:creationId xmlns:a16="http://schemas.microsoft.com/office/drawing/2014/main" id="{22D5CD48-A85E-4389-BCF9-7FF6DA89E4C6}"/>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2 / 24 · 2 min</a:t>
            </a:r>
          </a:p>
        </p:txBody>
      </p:sp>
      <p:sp>
        <p:nvSpPr>
          <p:cNvPr id="4" name="text-3">
            <a:extLst xmlns:a="http://schemas.openxmlformats.org/drawingml/2006/main">
              <a:ext uri="{FF2B5EF4-FFF2-40B4-BE49-F238E27FC236}">
                <a16:creationId xmlns:a16="http://schemas.microsoft.com/office/drawing/2014/main" id="{A2C8D67F-A4A0-4DE8-8A06-A9A336CC81E6}"/>
              </a:ext>
            </a:extLst>
          </p:cNvPr>
          <p:cNvSpPr>
            <a:spLocks xmlns:a="http://schemas.openxmlformats.org/drawingml/2006/main" noGrp="1"/>
          </p:cNvSpPr>
          <p:nvPr/>
        </p:nvSpPr>
        <p:spPr>
          <a:xfrm xmlns:a="http://schemas.openxmlformats.org/drawingml/2006/main">
            <a:off x="609600" y="128587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325" b="1">
                <a:solidFill>
                  <a:srgbClr val="20252A"/>
                </a:solidFill>
                <a:latin typeface="Segoe UI"/>
                <a:ea typeface="Segoe UI"/>
                <a:cs typeface="Segoe UI"/>
              </a:defRPr>
            </a:defPPr>
            <a:lvl1pPr>
              <a:defRPr sz="2325" b="1">
                <a:solidFill>
                  <a:srgbClr val="20252A"/>
                </a:solidFill>
                <a:latin typeface="Segoe UI"/>
                <a:ea typeface="Segoe UI"/>
                <a:cs typeface="Segoe UI"/>
              </a:defRPr>
            </a:lvl1pPr>
            <a:lvl2pPr>
              <a:defRPr sz="2325" b="1">
                <a:solidFill>
                  <a:srgbClr val="20252A"/>
                </a:solidFill>
                <a:latin typeface="Segoe UI"/>
                <a:ea typeface="Segoe UI"/>
                <a:cs typeface="Segoe UI"/>
              </a:defRPr>
            </a:lvl2pPr>
            <a:lvl3pPr>
              <a:defRPr sz="2325" b="1">
                <a:solidFill>
                  <a:srgbClr val="20252A"/>
                </a:solidFill>
                <a:latin typeface="Segoe UI"/>
                <a:ea typeface="Segoe UI"/>
                <a:cs typeface="Segoe UI"/>
              </a:defRPr>
            </a:lvl3pPr>
            <a:lvl4pPr>
              <a:defRPr sz="2325" b="1">
                <a:solidFill>
                  <a:srgbClr val="20252A"/>
                </a:solidFill>
                <a:latin typeface="Segoe UI"/>
                <a:ea typeface="Segoe UI"/>
                <a:cs typeface="Segoe UI"/>
              </a:defRPr>
            </a:lvl4pPr>
            <a:lvl5pPr>
              <a:defRPr sz="2325" b="1">
                <a:solidFill>
                  <a:srgbClr val="20252A"/>
                </a:solidFill>
                <a:latin typeface="Segoe UI"/>
                <a:ea typeface="Segoe UI"/>
                <a:cs typeface="Segoe UI"/>
              </a:defRPr>
            </a:lvl5pPr>
            <a:lvl6pPr>
              <a:defRPr sz="2325" b="1">
                <a:solidFill>
                  <a:srgbClr val="20252A"/>
                </a:solidFill>
                <a:latin typeface="Segoe UI"/>
                <a:ea typeface="Segoe UI"/>
                <a:cs typeface="Segoe UI"/>
              </a:defRPr>
            </a:lvl6pPr>
            <a:lvl7pPr>
              <a:defRPr sz="2325" b="1">
                <a:solidFill>
                  <a:srgbClr val="20252A"/>
                </a:solidFill>
                <a:latin typeface="Segoe UI"/>
                <a:ea typeface="Segoe UI"/>
                <a:cs typeface="Segoe UI"/>
              </a:defRPr>
            </a:lvl7pPr>
            <a:lvl8pPr>
              <a:defRPr sz="2325" b="1">
                <a:solidFill>
                  <a:srgbClr val="20252A"/>
                </a:solidFill>
                <a:latin typeface="Segoe UI"/>
                <a:ea typeface="Segoe UI"/>
                <a:cs typeface="Segoe UI"/>
              </a:defRPr>
            </a:lvl8pPr>
            <a:lvl9pPr>
              <a:defRPr sz="2325" b="1">
                <a:solidFill>
                  <a:srgbClr val="20252A"/>
                </a:solidFill>
                <a:latin typeface="Segoe UI"/>
                <a:ea typeface="Segoe UI"/>
                <a:cs typeface="Segoe UI"/>
              </a:defRPr>
            </a:lvl9pPr>
          </a:lstStyle>
          <a:p xmlns:a="http://schemas.openxmlformats.org/drawingml/2006/main">
            <a:pPr>
              <a:defRPr sz="2325" b="1">
                <a:solidFill>
                  <a:srgbClr val="20252A"/>
                </a:solidFill>
                <a:latin typeface="Segoe UI"/>
                <a:ea typeface="Segoe UI"/>
                <a:cs typeface="Segoe UI"/>
              </a:defRPr>
            </a:pPr>
            <a:r>
              <a:rPr sz="2325" b="1">
                <a:solidFill>
                  <a:srgbClr val="20252A"/>
                </a:solidFill>
                <a:latin typeface="Segoe UI"/>
                <a:ea typeface="Segoe UI"/>
                <a:cs typeface="Segoe UI"/>
              </a:rPr>
              <a:t>Choose or share a role.</a:t>
            </a:r>
          </a:p>
        </p:txBody>
      </p:sp>
      <p:pic>
        <p:nvPicPr>
          <p:cNvPr id="5" name="Baker / prep role cue." descr="Baker / prep role cue.">
            <a:extLst xmlns:a="http://schemas.openxmlformats.org/drawingml/2006/main">
              <a:ext uri="{FF2B5EF4-FFF2-40B4-BE49-F238E27FC236}">
                <a16:creationId xmlns:a16="http://schemas.microsoft.com/office/drawing/2014/main" id="{FC4E9EB2-B6A9-45E1-AC3F-D92F1CF23B60}"/>
              </a:ext>
            </a:extLst>
          </p:cNvPr>
          <p:cNvPicPr>
            <a:picLocks xmlns:a="http://schemas.openxmlformats.org/drawingml/2006/main" noChangeAspect="1"/>
          </p:cNvPicPr>
          <p:nvPr/>
        </p:nvPicPr>
        <p:blipFill>
          <a:blip xmlns:r="http://schemas.openxmlformats.org/officeDocument/2006/relationships" xmlns:a="http://schemas.openxmlformats.org/drawingml/2006/main" r:embed="R235e134e2c7e4667"/>
          <a:stretch xmlns:a="http://schemas.openxmlformats.org/drawingml/2006/main"/>
        </p:blipFill>
        <p:spPr>
          <a:xfrm xmlns:a="http://schemas.openxmlformats.org/drawingml/2006/main">
            <a:off x="609600" y="1857375"/>
            <a:ext cx="514350" cy="51435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77EB2DC6-40A2-4772-9045-865C8F6D1E04}"/>
              </a:ext>
            </a:extLst>
          </p:cNvPr>
          <p:cNvSpPr>
            <a:spLocks xmlns:a="http://schemas.openxmlformats.org/drawingml/2006/main" noGrp="1"/>
          </p:cNvSpPr>
          <p:nvPr/>
        </p:nvSpPr>
        <p:spPr>
          <a:xfrm xmlns:a="http://schemas.openxmlformats.org/drawingml/2006/main">
            <a:off x="1323975" y="1905000"/>
            <a:ext cx="4476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20252A"/>
                </a:solidFill>
                <a:latin typeface="Segoe UI"/>
                <a:ea typeface="Segoe UI"/>
                <a:cs typeface="Segoe UI"/>
              </a:defRPr>
            </a:defPPr>
            <a:lvl1pPr>
              <a:defRPr sz="2025" b="1">
                <a:solidFill>
                  <a:srgbClr val="20252A"/>
                </a:solidFill>
                <a:latin typeface="Segoe UI"/>
                <a:ea typeface="Segoe UI"/>
                <a:cs typeface="Segoe UI"/>
              </a:defRPr>
            </a:lvl1pPr>
            <a:lvl2pPr>
              <a:defRPr sz="2025" b="1">
                <a:solidFill>
                  <a:srgbClr val="20252A"/>
                </a:solidFill>
                <a:latin typeface="Segoe UI"/>
                <a:ea typeface="Segoe UI"/>
                <a:cs typeface="Segoe UI"/>
              </a:defRPr>
            </a:lvl2pPr>
            <a:lvl3pPr>
              <a:defRPr sz="2025" b="1">
                <a:solidFill>
                  <a:srgbClr val="20252A"/>
                </a:solidFill>
                <a:latin typeface="Segoe UI"/>
                <a:ea typeface="Segoe UI"/>
                <a:cs typeface="Segoe UI"/>
              </a:defRPr>
            </a:lvl3pPr>
            <a:lvl4pPr>
              <a:defRPr sz="2025" b="1">
                <a:solidFill>
                  <a:srgbClr val="20252A"/>
                </a:solidFill>
                <a:latin typeface="Segoe UI"/>
                <a:ea typeface="Segoe UI"/>
                <a:cs typeface="Segoe UI"/>
              </a:defRPr>
            </a:lvl4pPr>
            <a:lvl5pPr>
              <a:defRPr sz="2025" b="1">
                <a:solidFill>
                  <a:srgbClr val="20252A"/>
                </a:solidFill>
                <a:latin typeface="Segoe UI"/>
                <a:ea typeface="Segoe UI"/>
                <a:cs typeface="Segoe UI"/>
              </a:defRPr>
            </a:lvl5pPr>
            <a:lvl6pPr>
              <a:defRPr sz="2025" b="1">
                <a:solidFill>
                  <a:srgbClr val="20252A"/>
                </a:solidFill>
                <a:latin typeface="Segoe UI"/>
                <a:ea typeface="Segoe UI"/>
                <a:cs typeface="Segoe UI"/>
              </a:defRPr>
            </a:lvl6pPr>
            <a:lvl7pPr>
              <a:defRPr sz="2025" b="1">
                <a:solidFill>
                  <a:srgbClr val="20252A"/>
                </a:solidFill>
                <a:latin typeface="Segoe UI"/>
                <a:ea typeface="Segoe UI"/>
                <a:cs typeface="Segoe UI"/>
              </a:defRPr>
            </a:lvl7pPr>
            <a:lvl8pPr>
              <a:defRPr sz="2025" b="1">
                <a:solidFill>
                  <a:srgbClr val="20252A"/>
                </a:solidFill>
                <a:latin typeface="Segoe UI"/>
                <a:ea typeface="Segoe UI"/>
                <a:cs typeface="Segoe UI"/>
              </a:defRPr>
            </a:lvl8pPr>
            <a:lvl9pPr>
              <a:defRPr sz="2025" b="1">
                <a:solidFill>
                  <a:srgbClr val="20252A"/>
                </a:solidFill>
                <a:latin typeface="Segoe UI"/>
                <a:ea typeface="Segoe UI"/>
                <a:cs typeface="Segoe UI"/>
              </a:defRPr>
            </a:lvl9pPr>
          </a:lstStyle>
          <a:p xmlns:a="http://schemas.openxmlformats.org/drawingml/2006/main">
            <a:pPr>
              <a:defRPr sz="2025" b="1">
                <a:solidFill>
                  <a:srgbClr val="20252A"/>
                </a:solidFill>
                <a:latin typeface="Segoe UI"/>
                <a:ea typeface="Segoe UI"/>
                <a:cs typeface="Segoe UI"/>
              </a:defRPr>
            </a:pPr>
            <a:r>
              <a:rPr sz="2025" b="1">
                <a:solidFill>
                  <a:srgbClr val="20252A"/>
                </a:solidFill>
                <a:latin typeface="Segoe UI"/>
                <a:ea typeface="Segoe UI"/>
                <a:cs typeface="Segoe UI"/>
              </a:rPr>
              <a:t>Baker / prep</a:t>
            </a:r>
          </a:p>
        </p:txBody>
      </p:sp>
      <p:pic>
        <p:nvPicPr>
          <p:cNvPr id="7" name="Hygiene / allergen checker role cue." descr="Hygiene / allergen checker role cue.">
            <a:extLst xmlns:a="http://schemas.openxmlformats.org/drawingml/2006/main">
              <a:ext uri="{FF2B5EF4-FFF2-40B4-BE49-F238E27FC236}">
                <a16:creationId xmlns:a16="http://schemas.microsoft.com/office/drawing/2014/main" id="{C7688CB8-5D2D-4341-A58D-1B9314D2A35D}"/>
              </a:ext>
            </a:extLst>
          </p:cNvPr>
          <p:cNvPicPr>
            <a:picLocks xmlns:a="http://schemas.openxmlformats.org/drawingml/2006/main" noChangeAspect="1"/>
          </p:cNvPicPr>
          <p:nvPr/>
        </p:nvPicPr>
        <p:blipFill>
          <a:blip xmlns:r="http://schemas.openxmlformats.org/officeDocument/2006/relationships" xmlns:a="http://schemas.openxmlformats.org/drawingml/2006/main" r:embed="R318b5d352d1740b2"/>
          <a:stretch xmlns:a="http://schemas.openxmlformats.org/drawingml/2006/main"/>
        </p:blipFill>
        <p:spPr>
          <a:xfrm xmlns:a="http://schemas.openxmlformats.org/drawingml/2006/main">
            <a:off x="6324600" y="1857375"/>
            <a:ext cx="514350" cy="514350"/>
          </a:xfrm>
          <a:prstGeom xmlns:a="http://schemas.openxmlformats.org/drawingml/2006/main" prst="rect">
            <a:avLst/>
          </a:prstGeom>
        </p:spPr>
      </p:pic>
      <p:sp>
        <p:nvSpPr>
          <p:cNvPr id="8" name="text-5">
            <a:extLst xmlns:a="http://schemas.openxmlformats.org/drawingml/2006/main">
              <a:ext uri="{FF2B5EF4-FFF2-40B4-BE49-F238E27FC236}">
                <a16:creationId xmlns:a16="http://schemas.microsoft.com/office/drawing/2014/main" id="{00CD1612-F077-42EE-9FE6-CB4DE48EF506}"/>
              </a:ext>
            </a:extLst>
          </p:cNvPr>
          <p:cNvSpPr>
            <a:spLocks xmlns:a="http://schemas.openxmlformats.org/drawingml/2006/main" noGrp="1"/>
          </p:cNvSpPr>
          <p:nvPr/>
        </p:nvSpPr>
        <p:spPr>
          <a:xfrm xmlns:a="http://schemas.openxmlformats.org/drawingml/2006/main">
            <a:off x="7038975" y="1905000"/>
            <a:ext cx="4476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20252A"/>
                </a:solidFill>
                <a:latin typeface="Segoe UI"/>
                <a:ea typeface="Segoe UI"/>
                <a:cs typeface="Segoe UI"/>
              </a:defRPr>
            </a:defPPr>
            <a:lvl1pPr>
              <a:defRPr sz="2025" b="1">
                <a:solidFill>
                  <a:srgbClr val="20252A"/>
                </a:solidFill>
                <a:latin typeface="Segoe UI"/>
                <a:ea typeface="Segoe UI"/>
                <a:cs typeface="Segoe UI"/>
              </a:defRPr>
            </a:lvl1pPr>
            <a:lvl2pPr>
              <a:defRPr sz="2025" b="1">
                <a:solidFill>
                  <a:srgbClr val="20252A"/>
                </a:solidFill>
                <a:latin typeface="Segoe UI"/>
                <a:ea typeface="Segoe UI"/>
                <a:cs typeface="Segoe UI"/>
              </a:defRPr>
            </a:lvl2pPr>
            <a:lvl3pPr>
              <a:defRPr sz="2025" b="1">
                <a:solidFill>
                  <a:srgbClr val="20252A"/>
                </a:solidFill>
                <a:latin typeface="Segoe UI"/>
                <a:ea typeface="Segoe UI"/>
                <a:cs typeface="Segoe UI"/>
              </a:defRPr>
            </a:lvl3pPr>
            <a:lvl4pPr>
              <a:defRPr sz="2025" b="1">
                <a:solidFill>
                  <a:srgbClr val="20252A"/>
                </a:solidFill>
                <a:latin typeface="Segoe UI"/>
                <a:ea typeface="Segoe UI"/>
                <a:cs typeface="Segoe UI"/>
              </a:defRPr>
            </a:lvl4pPr>
            <a:lvl5pPr>
              <a:defRPr sz="2025" b="1">
                <a:solidFill>
                  <a:srgbClr val="20252A"/>
                </a:solidFill>
                <a:latin typeface="Segoe UI"/>
                <a:ea typeface="Segoe UI"/>
                <a:cs typeface="Segoe UI"/>
              </a:defRPr>
            </a:lvl5pPr>
            <a:lvl6pPr>
              <a:defRPr sz="2025" b="1">
                <a:solidFill>
                  <a:srgbClr val="20252A"/>
                </a:solidFill>
                <a:latin typeface="Segoe UI"/>
                <a:ea typeface="Segoe UI"/>
                <a:cs typeface="Segoe UI"/>
              </a:defRPr>
            </a:lvl6pPr>
            <a:lvl7pPr>
              <a:defRPr sz="2025" b="1">
                <a:solidFill>
                  <a:srgbClr val="20252A"/>
                </a:solidFill>
                <a:latin typeface="Segoe UI"/>
                <a:ea typeface="Segoe UI"/>
                <a:cs typeface="Segoe UI"/>
              </a:defRPr>
            </a:lvl7pPr>
            <a:lvl8pPr>
              <a:defRPr sz="2025" b="1">
                <a:solidFill>
                  <a:srgbClr val="20252A"/>
                </a:solidFill>
                <a:latin typeface="Segoe UI"/>
                <a:ea typeface="Segoe UI"/>
                <a:cs typeface="Segoe UI"/>
              </a:defRPr>
            </a:lvl8pPr>
            <a:lvl9pPr>
              <a:defRPr sz="2025" b="1">
                <a:solidFill>
                  <a:srgbClr val="20252A"/>
                </a:solidFill>
                <a:latin typeface="Segoe UI"/>
                <a:ea typeface="Segoe UI"/>
                <a:cs typeface="Segoe UI"/>
              </a:defRPr>
            </a:lvl9pPr>
          </a:lstStyle>
          <a:p xmlns:a="http://schemas.openxmlformats.org/drawingml/2006/main">
            <a:pPr>
              <a:defRPr sz="2025" b="1">
                <a:solidFill>
                  <a:srgbClr val="20252A"/>
                </a:solidFill>
                <a:latin typeface="Segoe UI"/>
                <a:ea typeface="Segoe UI"/>
                <a:cs typeface="Segoe UI"/>
              </a:defRPr>
            </a:pPr>
            <a:r>
              <a:rPr sz="2025" b="1">
                <a:solidFill>
                  <a:srgbClr val="20252A"/>
                </a:solidFill>
                <a:latin typeface="Segoe UI"/>
                <a:ea typeface="Segoe UI"/>
                <a:cs typeface="Segoe UI"/>
              </a:rPr>
              <a:t>Hygiene / allergen checker</a:t>
            </a:r>
          </a:p>
        </p:txBody>
      </p:sp>
      <p:pic>
        <p:nvPicPr>
          <p:cNvPr id="9" name="Finance / costing role cue." descr="Finance / costing role cue.">
            <a:extLst xmlns:a="http://schemas.openxmlformats.org/drawingml/2006/main">
              <a:ext uri="{FF2B5EF4-FFF2-40B4-BE49-F238E27FC236}">
                <a16:creationId xmlns:a16="http://schemas.microsoft.com/office/drawing/2014/main" id="{A71F3F93-3701-440A-ADE1-C04E9E8B4EC7}"/>
              </a:ext>
            </a:extLst>
          </p:cNvPr>
          <p:cNvPicPr>
            <a:picLocks xmlns:a="http://schemas.openxmlformats.org/drawingml/2006/main" noChangeAspect="1"/>
          </p:cNvPicPr>
          <p:nvPr/>
        </p:nvPicPr>
        <p:blipFill>
          <a:blip xmlns:r="http://schemas.openxmlformats.org/officeDocument/2006/relationships" xmlns:a="http://schemas.openxmlformats.org/drawingml/2006/main" r:embed="Rba816f6457b842cd"/>
          <a:stretch xmlns:a="http://schemas.openxmlformats.org/drawingml/2006/main"/>
        </p:blipFill>
        <p:spPr>
          <a:xfrm xmlns:a="http://schemas.openxmlformats.org/drawingml/2006/main">
            <a:off x="609600" y="2762250"/>
            <a:ext cx="514350" cy="514350"/>
          </a:xfrm>
          <a:prstGeom xmlns:a="http://schemas.openxmlformats.org/drawingml/2006/main" prst="rect">
            <a:avLst/>
          </a:prstGeom>
        </p:spPr>
      </p:pic>
      <p:sp>
        <p:nvSpPr>
          <p:cNvPr id="10" name="text-6">
            <a:extLst xmlns:a="http://schemas.openxmlformats.org/drawingml/2006/main">
              <a:ext uri="{FF2B5EF4-FFF2-40B4-BE49-F238E27FC236}">
                <a16:creationId xmlns:a16="http://schemas.microsoft.com/office/drawing/2014/main" id="{480189E2-247B-4BC3-B213-5C07AD782D7A}"/>
              </a:ext>
            </a:extLst>
          </p:cNvPr>
          <p:cNvSpPr>
            <a:spLocks xmlns:a="http://schemas.openxmlformats.org/drawingml/2006/main" noGrp="1"/>
          </p:cNvSpPr>
          <p:nvPr/>
        </p:nvSpPr>
        <p:spPr>
          <a:xfrm xmlns:a="http://schemas.openxmlformats.org/drawingml/2006/main">
            <a:off x="1323975" y="2809875"/>
            <a:ext cx="4476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20252A"/>
                </a:solidFill>
                <a:latin typeface="Segoe UI"/>
                <a:ea typeface="Segoe UI"/>
                <a:cs typeface="Segoe UI"/>
              </a:defRPr>
            </a:defPPr>
            <a:lvl1pPr>
              <a:defRPr sz="2025" b="1">
                <a:solidFill>
                  <a:srgbClr val="20252A"/>
                </a:solidFill>
                <a:latin typeface="Segoe UI"/>
                <a:ea typeface="Segoe UI"/>
                <a:cs typeface="Segoe UI"/>
              </a:defRPr>
            </a:lvl1pPr>
            <a:lvl2pPr>
              <a:defRPr sz="2025" b="1">
                <a:solidFill>
                  <a:srgbClr val="20252A"/>
                </a:solidFill>
                <a:latin typeface="Segoe UI"/>
                <a:ea typeface="Segoe UI"/>
                <a:cs typeface="Segoe UI"/>
              </a:defRPr>
            </a:lvl2pPr>
            <a:lvl3pPr>
              <a:defRPr sz="2025" b="1">
                <a:solidFill>
                  <a:srgbClr val="20252A"/>
                </a:solidFill>
                <a:latin typeface="Segoe UI"/>
                <a:ea typeface="Segoe UI"/>
                <a:cs typeface="Segoe UI"/>
              </a:defRPr>
            </a:lvl3pPr>
            <a:lvl4pPr>
              <a:defRPr sz="2025" b="1">
                <a:solidFill>
                  <a:srgbClr val="20252A"/>
                </a:solidFill>
                <a:latin typeface="Segoe UI"/>
                <a:ea typeface="Segoe UI"/>
                <a:cs typeface="Segoe UI"/>
              </a:defRPr>
            </a:lvl4pPr>
            <a:lvl5pPr>
              <a:defRPr sz="2025" b="1">
                <a:solidFill>
                  <a:srgbClr val="20252A"/>
                </a:solidFill>
                <a:latin typeface="Segoe UI"/>
                <a:ea typeface="Segoe UI"/>
                <a:cs typeface="Segoe UI"/>
              </a:defRPr>
            </a:lvl5pPr>
            <a:lvl6pPr>
              <a:defRPr sz="2025" b="1">
                <a:solidFill>
                  <a:srgbClr val="20252A"/>
                </a:solidFill>
                <a:latin typeface="Segoe UI"/>
                <a:ea typeface="Segoe UI"/>
                <a:cs typeface="Segoe UI"/>
              </a:defRPr>
            </a:lvl6pPr>
            <a:lvl7pPr>
              <a:defRPr sz="2025" b="1">
                <a:solidFill>
                  <a:srgbClr val="20252A"/>
                </a:solidFill>
                <a:latin typeface="Segoe UI"/>
                <a:ea typeface="Segoe UI"/>
                <a:cs typeface="Segoe UI"/>
              </a:defRPr>
            </a:lvl7pPr>
            <a:lvl8pPr>
              <a:defRPr sz="2025" b="1">
                <a:solidFill>
                  <a:srgbClr val="20252A"/>
                </a:solidFill>
                <a:latin typeface="Segoe UI"/>
                <a:ea typeface="Segoe UI"/>
                <a:cs typeface="Segoe UI"/>
              </a:defRPr>
            </a:lvl8pPr>
            <a:lvl9pPr>
              <a:defRPr sz="2025" b="1">
                <a:solidFill>
                  <a:srgbClr val="20252A"/>
                </a:solidFill>
                <a:latin typeface="Segoe UI"/>
                <a:ea typeface="Segoe UI"/>
                <a:cs typeface="Segoe UI"/>
              </a:defRPr>
            </a:lvl9pPr>
          </a:lstStyle>
          <a:p xmlns:a="http://schemas.openxmlformats.org/drawingml/2006/main">
            <a:pPr>
              <a:defRPr sz="2025" b="1">
                <a:solidFill>
                  <a:srgbClr val="20252A"/>
                </a:solidFill>
                <a:latin typeface="Segoe UI"/>
                <a:ea typeface="Segoe UI"/>
                <a:cs typeface="Segoe UI"/>
              </a:defRPr>
            </a:pPr>
            <a:r>
              <a:rPr sz="2025" b="1">
                <a:solidFill>
                  <a:srgbClr val="20252A"/>
                </a:solidFill>
                <a:latin typeface="Segoe UI"/>
                <a:ea typeface="Segoe UI"/>
                <a:cs typeface="Segoe UI"/>
              </a:rPr>
              <a:t>Finance / costing</a:t>
            </a:r>
          </a:p>
        </p:txBody>
      </p:sp>
      <p:pic>
        <p:nvPicPr>
          <p:cNvPr id="11" name="Photographer / evidence role cue." descr="Photographer / evidence role cue.">
            <a:extLst xmlns:a="http://schemas.openxmlformats.org/drawingml/2006/main">
              <a:ext uri="{FF2B5EF4-FFF2-40B4-BE49-F238E27FC236}">
                <a16:creationId xmlns:a16="http://schemas.microsoft.com/office/drawing/2014/main" id="{5FE04294-58C6-48F3-AA0C-87DE9D7D8BD1}"/>
              </a:ext>
            </a:extLst>
          </p:cNvPr>
          <p:cNvPicPr>
            <a:picLocks xmlns:a="http://schemas.openxmlformats.org/drawingml/2006/main" noChangeAspect="1"/>
          </p:cNvPicPr>
          <p:nvPr/>
        </p:nvPicPr>
        <p:blipFill>
          <a:blip xmlns:r="http://schemas.openxmlformats.org/officeDocument/2006/relationships" xmlns:a="http://schemas.openxmlformats.org/drawingml/2006/main" r:embed="Rcc73fa5a1a21407f"/>
          <a:stretch xmlns:a="http://schemas.openxmlformats.org/drawingml/2006/main"/>
        </p:blipFill>
        <p:spPr>
          <a:xfrm xmlns:a="http://schemas.openxmlformats.org/drawingml/2006/main">
            <a:off x="6324600" y="2762250"/>
            <a:ext cx="514350" cy="514350"/>
          </a:xfrm>
          <a:prstGeom xmlns:a="http://schemas.openxmlformats.org/drawingml/2006/main" prst="rect">
            <a:avLst/>
          </a:prstGeom>
        </p:spPr>
      </p:pic>
      <p:sp>
        <p:nvSpPr>
          <p:cNvPr id="12" name="text-7">
            <a:extLst xmlns:a="http://schemas.openxmlformats.org/drawingml/2006/main">
              <a:ext uri="{FF2B5EF4-FFF2-40B4-BE49-F238E27FC236}">
                <a16:creationId xmlns:a16="http://schemas.microsoft.com/office/drawing/2014/main" id="{4DFD648A-438A-41AF-AEE9-4A697D32213B}"/>
              </a:ext>
            </a:extLst>
          </p:cNvPr>
          <p:cNvSpPr>
            <a:spLocks xmlns:a="http://schemas.openxmlformats.org/drawingml/2006/main" noGrp="1"/>
          </p:cNvSpPr>
          <p:nvPr/>
        </p:nvSpPr>
        <p:spPr>
          <a:xfrm xmlns:a="http://schemas.openxmlformats.org/drawingml/2006/main">
            <a:off x="7038975" y="2809875"/>
            <a:ext cx="4476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20252A"/>
                </a:solidFill>
                <a:latin typeface="Segoe UI"/>
                <a:ea typeface="Segoe UI"/>
                <a:cs typeface="Segoe UI"/>
              </a:defRPr>
            </a:defPPr>
            <a:lvl1pPr>
              <a:defRPr sz="2025" b="1">
                <a:solidFill>
                  <a:srgbClr val="20252A"/>
                </a:solidFill>
                <a:latin typeface="Segoe UI"/>
                <a:ea typeface="Segoe UI"/>
                <a:cs typeface="Segoe UI"/>
              </a:defRPr>
            </a:lvl1pPr>
            <a:lvl2pPr>
              <a:defRPr sz="2025" b="1">
                <a:solidFill>
                  <a:srgbClr val="20252A"/>
                </a:solidFill>
                <a:latin typeface="Segoe UI"/>
                <a:ea typeface="Segoe UI"/>
                <a:cs typeface="Segoe UI"/>
              </a:defRPr>
            </a:lvl2pPr>
            <a:lvl3pPr>
              <a:defRPr sz="2025" b="1">
                <a:solidFill>
                  <a:srgbClr val="20252A"/>
                </a:solidFill>
                <a:latin typeface="Segoe UI"/>
                <a:ea typeface="Segoe UI"/>
                <a:cs typeface="Segoe UI"/>
              </a:defRPr>
            </a:lvl3pPr>
            <a:lvl4pPr>
              <a:defRPr sz="2025" b="1">
                <a:solidFill>
                  <a:srgbClr val="20252A"/>
                </a:solidFill>
                <a:latin typeface="Segoe UI"/>
                <a:ea typeface="Segoe UI"/>
                <a:cs typeface="Segoe UI"/>
              </a:defRPr>
            </a:lvl4pPr>
            <a:lvl5pPr>
              <a:defRPr sz="2025" b="1">
                <a:solidFill>
                  <a:srgbClr val="20252A"/>
                </a:solidFill>
                <a:latin typeface="Segoe UI"/>
                <a:ea typeface="Segoe UI"/>
                <a:cs typeface="Segoe UI"/>
              </a:defRPr>
            </a:lvl5pPr>
            <a:lvl6pPr>
              <a:defRPr sz="2025" b="1">
                <a:solidFill>
                  <a:srgbClr val="20252A"/>
                </a:solidFill>
                <a:latin typeface="Segoe UI"/>
                <a:ea typeface="Segoe UI"/>
                <a:cs typeface="Segoe UI"/>
              </a:defRPr>
            </a:lvl6pPr>
            <a:lvl7pPr>
              <a:defRPr sz="2025" b="1">
                <a:solidFill>
                  <a:srgbClr val="20252A"/>
                </a:solidFill>
                <a:latin typeface="Segoe UI"/>
                <a:ea typeface="Segoe UI"/>
                <a:cs typeface="Segoe UI"/>
              </a:defRPr>
            </a:lvl7pPr>
            <a:lvl8pPr>
              <a:defRPr sz="2025" b="1">
                <a:solidFill>
                  <a:srgbClr val="20252A"/>
                </a:solidFill>
                <a:latin typeface="Segoe UI"/>
                <a:ea typeface="Segoe UI"/>
                <a:cs typeface="Segoe UI"/>
              </a:defRPr>
            </a:lvl8pPr>
            <a:lvl9pPr>
              <a:defRPr sz="2025" b="1">
                <a:solidFill>
                  <a:srgbClr val="20252A"/>
                </a:solidFill>
                <a:latin typeface="Segoe UI"/>
                <a:ea typeface="Segoe UI"/>
                <a:cs typeface="Segoe UI"/>
              </a:defRPr>
            </a:lvl9pPr>
          </a:lstStyle>
          <a:p xmlns:a="http://schemas.openxmlformats.org/drawingml/2006/main">
            <a:pPr>
              <a:defRPr sz="2025" b="1">
                <a:solidFill>
                  <a:srgbClr val="20252A"/>
                </a:solidFill>
                <a:latin typeface="Segoe UI"/>
                <a:ea typeface="Segoe UI"/>
                <a:cs typeface="Segoe UI"/>
              </a:defRPr>
            </a:pPr>
            <a:r>
              <a:rPr sz="2025" b="1">
                <a:solidFill>
                  <a:srgbClr val="20252A"/>
                </a:solidFill>
                <a:latin typeface="Segoe UI"/>
                <a:ea typeface="Segoe UI"/>
                <a:cs typeface="Segoe UI"/>
              </a:rPr>
              <a:t>Photographer / evidence</a:t>
            </a:r>
          </a:p>
        </p:txBody>
      </p:sp>
      <p:sp>
        <p:nvSpPr>
          <p:cNvPr id="13" name="text-8">
            <a:extLst xmlns:a="http://schemas.openxmlformats.org/drawingml/2006/main">
              <a:ext uri="{FF2B5EF4-FFF2-40B4-BE49-F238E27FC236}">
                <a16:creationId xmlns:a16="http://schemas.microsoft.com/office/drawing/2014/main" id="{8D3AD8F6-8730-4B42-8C69-6F70D9447B7A}"/>
              </a:ext>
            </a:extLst>
          </p:cNvPr>
          <p:cNvSpPr>
            <a:spLocks xmlns:a="http://schemas.openxmlformats.org/drawingml/2006/main" noGrp="1"/>
          </p:cNvSpPr>
          <p:nvPr/>
        </p:nvSpPr>
        <p:spPr>
          <a:xfrm xmlns:a="http://schemas.openxmlformats.org/drawingml/2006/main">
            <a:off x="609600" y="400050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316499"/>
                </a:solidFill>
                <a:latin typeface="Segoe UI"/>
                <a:ea typeface="Segoe UI"/>
                <a:cs typeface="Segoe UI"/>
              </a:defRPr>
            </a:defPPr>
            <a:lvl1pPr>
              <a:defRPr sz="2025" b="1">
                <a:solidFill>
                  <a:srgbClr val="316499"/>
                </a:solidFill>
                <a:latin typeface="Segoe UI"/>
                <a:ea typeface="Segoe UI"/>
                <a:cs typeface="Segoe UI"/>
              </a:defRPr>
            </a:lvl1pPr>
            <a:lvl2pPr>
              <a:defRPr sz="2025" b="1">
                <a:solidFill>
                  <a:srgbClr val="316499"/>
                </a:solidFill>
                <a:latin typeface="Segoe UI"/>
                <a:ea typeface="Segoe UI"/>
                <a:cs typeface="Segoe UI"/>
              </a:defRPr>
            </a:lvl2pPr>
            <a:lvl3pPr>
              <a:defRPr sz="2025" b="1">
                <a:solidFill>
                  <a:srgbClr val="316499"/>
                </a:solidFill>
                <a:latin typeface="Segoe UI"/>
                <a:ea typeface="Segoe UI"/>
                <a:cs typeface="Segoe UI"/>
              </a:defRPr>
            </a:lvl3pPr>
            <a:lvl4pPr>
              <a:defRPr sz="2025" b="1">
                <a:solidFill>
                  <a:srgbClr val="316499"/>
                </a:solidFill>
                <a:latin typeface="Segoe UI"/>
                <a:ea typeface="Segoe UI"/>
                <a:cs typeface="Segoe UI"/>
              </a:defRPr>
            </a:lvl4pPr>
            <a:lvl5pPr>
              <a:defRPr sz="2025" b="1">
                <a:solidFill>
                  <a:srgbClr val="316499"/>
                </a:solidFill>
                <a:latin typeface="Segoe UI"/>
                <a:ea typeface="Segoe UI"/>
                <a:cs typeface="Segoe UI"/>
              </a:defRPr>
            </a:lvl5pPr>
            <a:lvl6pPr>
              <a:defRPr sz="2025" b="1">
                <a:solidFill>
                  <a:srgbClr val="316499"/>
                </a:solidFill>
                <a:latin typeface="Segoe UI"/>
                <a:ea typeface="Segoe UI"/>
                <a:cs typeface="Segoe UI"/>
              </a:defRPr>
            </a:lvl6pPr>
            <a:lvl7pPr>
              <a:defRPr sz="2025" b="1">
                <a:solidFill>
                  <a:srgbClr val="316499"/>
                </a:solidFill>
                <a:latin typeface="Segoe UI"/>
                <a:ea typeface="Segoe UI"/>
                <a:cs typeface="Segoe UI"/>
              </a:defRPr>
            </a:lvl7pPr>
            <a:lvl8pPr>
              <a:defRPr sz="2025" b="1">
                <a:solidFill>
                  <a:srgbClr val="316499"/>
                </a:solidFill>
                <a:latin typeface="Segoe UI"/>
                <a:ea typeface="Segoe UI"/>
                <a:cs typeface="Segoe UI"/>
              </a:defRPr>
            </a:lvl8pPr>
            <a:lvl9pPr>
              <a:defRPr sz="2025" b="1">
                <a:solidFill>
                  <a:srgbClr val="316499"/>
                </a:solidFill>
                <a:latin typeface="Segoe UI"/>
                <a:ea typeface="Segoe UI"/>
                <a:cs typeface="Segoe UI"/>
              </a:defRPr>
            </a:lvl9pPr>
          </a:lstStyle>
          <a:p xmlns:a="http://schemas.openxmlformats.org/drawingml/2006/main">
            <a:pPr>
              <a:defRPr sz="2025" b="1">
                <a:solidFill>
                  <a:srgbClr val="316499"/>
                </a:solidFill>
                <a:latin typeface="Segoe UI"/>
                <a:ea typeface="Segoe UI"/>
                <a:cs typeface="Segoe UI"/>
              </a:defRPr>
            </a:pPr>
            <a:r>
              <a:rPr sz="2025" b="1">
                <a:solidFill>
                  <a:srgbClr val="316499"/>
                </a:solidFill>
                <a:latin typeface="Segoe UI"/>
                <a:ea typeface="Segoe UI"/>
                <a:cs typeface="Segoe UI"/>
              </a:rPr>
              <a:t>BLUE</a:t>
            </a:r>
          </a:p>
        </p:txBody>
      </p:sp>
      <p:sp>
        <p:nvSpPr>
          <p:cNvPr id="14" name="text-9">
            <a:extLst xmlns:a="http://schemas.openxmlformats.org/drawingml/2006/main">
              <a:ext uri="{FF2B5EF4-FFF2-40B4-BE49-F238E27FC236}">
                <a16:creationId xmlns:a16="http://schemas.microsoft.com/office/drawing/2014/main" id="{D29DDC90-7636-443F-8504-E3F240228CAC}"/>
              </a:ext>
            </a:extLst>
          </p:cNvPr>
          <p:cNvSpPr>
            <a:spLocks xmlns:a="http://schemas.openxmlformats.org/drawingml/2006/main" noGrp="1"/>
          </p:cNvSpPr>
          <p:nvPr/>
        </p:nvSpPr>
        <p:spPr>
          <a:xfrm xmlns:a="http://schemas.openxmlformats.org/drawingml/2006/main">
            <a:off x="609600" y="4429125"/>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Low energy.</a:t>
            </a:r>
          </a:p>
        </p:txBody>
      </p:sp>
      <p:sp>
        <p:nvSpPr>
          <p:cNvPr id="15" name="text-10">
            <a:extLst xmlns:a="http://schemas.openxmlformats.org/drawingml/2006/main">
              <a:ext uri="{FF2B5EF4-FFF2-40B4-BE49-F238E27FC236}">
                <a16:creationId xmlns:a16="http://schemas.microsoft.com/office/drawing/2014/main" id="{F2B93897-61FF-4D7A-8A16-9ED5C513DD63}"/>
              </a:ext>
            </a:extLst>
          </p:cNvPr>
          <p:cNvSpPr>
            <a:spLocks xmlns:a="http://schemas.openxmlformats.org/drawingml/2006/main" noGrp="1"/>
          </p:cNvSpPr>
          <p:nvPr/>
        </p:nvSpPr>
        <p:spPr>
          <a:xfrm xmlns:a="http://schemas.openxmlformats.org/drawingml/2006/main">
            <a:off x="3467100" y="400050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347255"/>
                </a:solidFill>
                <a:latin typeface="Segoe UI"/>
                <a:ea typeface="Segoe UI"/>
                <a:cs typeface="Segoe UI"/>
              </a:defRPr>
            </a:defPPr>
            <a:lvl1pPr>
              <a:defRPr sz="2025" b="1">
                <a:solidFill>
                  <a:srgbClr val="347255"/>
                </a:solidFill>
                <a:latin typeface="Segoe UI"/>
                <a:ea typeface="Segoe UI"/>
                <a:cs typeface="Segoe UI"/>
              </a:defRPr>
            </a:lvl1pPr>
            <a:lvl2pPr>
              <a:defRPr sz="2025" b="1">
                <a:solidFill>
                  <a:srgbClr val="347255"/>
                </a:solidFill>
                <a:latin typeface="Segoe UI"/>
                <a:ea typeface="Segoe UI"/>
                <a:cs typeface="Segoe UI"/>
              </a:defRPr>
            </a:lvl2pPr>
            <a:lvl3pPr>
              <a:defRPr sz="2025" b="1">
                <a:solidFill>
                  <a:srgbClr val="347255"/>
                </a:solidFill>
                <a:latin typeface="Segoe UI"/>
                <a:ea typeface="Segoe UI"/>
                <a:cs typeface="Segoe UI"/>
              </a:defRPr>
            </a:lvl3pPr>
            <a:lvl4pPr>
              <a:defRPr sz="2025" b="1">
                <a:solidFill>
                  <a:srgbClr val="347255"/>
                </a:solidFill>
                <a:latin typeface="Segoe UI"/>
                <a:ea typeface="Segoe UI"/>
                <a:cs typeface="Segoe UI"/>
              </a:defRPr>
            </a:lvl4pPr>
            <a:lvl5pPr>
              <a:defRPr sz="2025" b="1">
                <a:solidFill>
                  <a:srgbClr val="347255"/>
                </a:solidFill>
                <a:latin typeface="Segoe UI"/>
                <a:ea typeface="Segoe UI"/>
                <a:cs typeface="Segoe UI"/>
              </a:defRPr>
            </a:lvl5pPr>
            <a:lvl6pPr>
              <a:defRPr sz="2025" b="1">
                <a:solidFill>
                  <a:srgbClr val="347255"/>
                </a:solidFill>
                <a:latin typeface="Segoe UI"/>
                <a:ea typeface="Segoe UI"/>
                <a:cs typeface="Segoe UI"/>
              </a:defRPr>
            </a:lvl6pPr>
            <a:lvl7pPr>
              <a:defRPr sz="2025" b="1">
                <a:solidFill>
                  <a:srgbClr val="347255"/>
                </a:solidFill>
                <a:latin typeface="Segoe UI"/>
                <a:ea typeface="Segoe UI"/>
                <a:cs typeface="Segoe UI"/>
              </a:defRPr>
            </a:lvl7pPr>
            <a:lvl8pPr>
              <a:defRPr sz="2025" b="1">
                <a:solidFill>
                  <a:srgbClr val="347255"/>
                </a:solidFill>
                <a:latin typeface="Segoe UI"/>
                <a:ea typeface="Segoe UI"/>
                <a:cs typeface="Segoe UI"/>
              </a:defRPr>
            </a:lvl8pPr>
            <a:lvl9pPr>
              <a:defRPr sz="2025" b="1">
                <a:solidFill>
                  <a:srgbClr val="347255"/>
                </a:solidFill>
                <a:latin typeface="Segoe UI"/>
                <a:ea typeface="Segoe UI"/>
                <a:cs typeface="Segoe UI"/>
              </a:defRPr>
            </a:lvl9pPr>
          </a:lstStyle>
          <a:p xmlns:a="http://schemas.openxmlformats.org/drawingml/2006/main">
            <a:pPr>
              <a:defRPr sz="2025" b="1">
                <a:solidFill>
                  <a:srgbClr val="347255"/>
                </a:solidFill>
                <a:latin typeface="Segoe UI"/>
                <a:ea typeface="Segoe UI"/>
                <a:cs typeface="Segoe UI"/>
              </a:defRPr>
            </a:pPr>
            <a:r>
              <a:rPr sz="2025" b="1">
                <a:solidFill>
                  <a:srgbClr val="347255"/>
                </a:solidFill>
                <a:latin typeface="Segoe UI"/>
                <a:ea typeface="Segoe UI"/>
                <a:cs typeface="Segoe UI"/>
              </a:rPr>
              <a:t>GREEN</a:t>
            </a:r>
          </a:p>
        </p:txBody>
      </p:sp>
      <p:sp>
        <p:nvSpPr>
          <p:cNvPr id="16" name="text-11">
            <a:extLst xmlns:a="http://schemas.openxmlformats.org/drawingml/2006/main">
              <a:ext uri="{FF2B5EF4-FFF2-40B4-BE49-F238E27FC236}">
                <a16:creationId xmlns:a16="http://schemas.microsoft.com/office/drawing/2014/main" id="{C985248B-F412-4AB0-8D09-435238E22061}"/>
              </a:ext>
            </a:extLst>
          </p:cNvPr>
          <p:cNvSpPr>
            <a:spLocks xmlns:a="http://schemas.openxmlformats.org/drawingml/2006/main" noGrp="1"/>
          </p:cNvSpPr>
          <p:nvPr/>
        </p:nvSpPr>
        <p:spPr>
          <a:xfrm xmlns:a="http://schemas.openxmlformats.org/drawingml/2006/main">
            <a:off x="3467100" y="4429125"/>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Ready.</a:t>
            </a:r>
          </a:p>
        </p:txBody>
      </p:sp>
      <p:sp>
        <p:nvSpPr>
          <p:cNvPr id="17" name="text-12">
            <a:extLst xmlns:a="http://schemas.openxmlformats.org/drawingml/2006/main">
              <a:ext uri="{FF2B5EF4-FFF2-40B4-BE49-F238E27FC236}">
                <a16:creationId xmlns:a16="http://schemas.microsoft.com/office/drawing/2014/main" id="{F0104CEE-730A-4B7F-BB28-FEB9BFD463AD}"/>
              </a:ext>
            </a:extLst>
          </p:cNvPr>
          <p:cNvSpPr>
            <a:spLocks xmlns:a="http://schemas.openxmlformats.org/drawingml/2006/main" noGrp="1"/>
          </p:cNvSpPr>
          <p:nvPr/>
        </p:nvSpPr>
        <p:spPr>
          <a:xfrm xmlns:a="http://schemas.openxmlformats.org/drawingml/2006/main">
            <a:off x="6324600" y="400050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93600F"/>
                </a:solidFill>
                <a:latin typeface="Segoe UI"/>
                <a:ea typeface="Segoe UI"/>
                <a:cs typeface="Segoe UI"/>
              </a:defRPr>
            </a:defPPr>
            <a:lvl1pPr>
              <a:defRPr sz="2025" b="1">
                <a:solidFill>
                  <a:srgbClr val="93600F"/>
                </a:solidFill>
                <a:latin typeface="Segoe UI"/>
                <a:ea typeface="Segoe UI"/>
                <a:cs typeface="Segoe UI"/>
              </a:defRPr>
            </a:lvl1pPr>
            <a:lvl2pPr>
              <a:defRPr sz="2025" b="1">
                <a:solidFill>
                  <a:srgbClr val="93600F"/>
                </a:solidFill>
                <a:latin typeface="Segoe UI"/>
                <a:ea typeface="Segoe UI"/>
                <a:cs typeface="Segoe UI"/>
              </a:defRPr>
            </a:lvl2pPr>
            <a:lvl3pPr>
              <a:defRPr sz="2025" b="1">
                <a:solidFill>
                  <a:srgbClr val="93600F"/>
                </a:solidFill>
                <a:latin typeface="Segoe UI"/>
                <a:ea typeface="Segoe UI"/>
                <a:cs typeface="Segoe UI"/>
              </a:defRPr>
            </a:lvl3pPr>
            <a:lvl4pPr>
              <a:defRPr sz="2025" b="1">
                <a:solidFill>
                  <a:srgbClr val="93600F"/>
                </a:solidFill>
                <a:latin typeface="Segoe UI"/>
                <a:ea typeface="Segoe UI"/>
                <a:cs typeface="Segoe UI"/>
              </a:defRPr>
            </a:lvl4pPr>
            <a:lvl5pPr>
              <a:defRPr sz="2025" b="1">
                <a:solidFill>
                  <a:srgbClr val="93600F"/>
                </a:solidFill>
                <a:latin typeface="Segoe UI"/>
                <a:ea typeface="Segoe UI"/>
                <a:cs typeface="Segoe UI"/>
              </a:defRPr>
            </a:lvl5pPr>
            <a:lvl6pPr>
              <a:defRPr sz="2025" b="1">
                <a:solidFill>
                  <a:srgbClr val="93600F"/>
                </a:solidFill>
                <a:latin typeface="Segoe UI"/>
                <a:ea typeface="Segoe UI"/>
                <a:cs typeface="Segoe UI"/>
              </a:defRPr>
            </a:lvl6pPr>
            <a:lvl7pPr>
              <a:defRPr sz="2025" b="1">
                <a:solidFill>
                  <a:srgbClr val="93600F"/>
                </a:solidFill>
                <a:latin typeface="Segoe UI"/>
                <a:ea typeface="Segoe UI"/>
                <a:cs typeface="Segoe UI"/>
              </a:defRPr>
            </a:lvl7pPr>
            <a:lvl8pPr>
              <a:defRPr sz="2025" b="1">
                <a:solidFill>
                  <a:srgbClr val="93600F"/>
                </a:solidFill>
                <a:latin typeface="Segoe UI"/>
                <a:ea typeface="Segoe UI"/>
                <a:cs typeface="Segoe UI"/>
              </a:defRPr>
            </a:lvl8pPr>
            <a:lvl9pPr>
              <a:defRPr sz="2025" b="1">
                <a:solidFill>
                  <a:srgbClr val="93600F"/>
                </a:solidFill>
                <a:latin typeface="Segoe UI"/>
                <a:ea typeface="Segoe UI"/>
                <a:cs typeface="Segoe UI"/>
              </a:defRPr>
            </a:lvl9pPr>
          </a:lstStyle>
          <a:p xmlns:a="http://schemas.openxmlformats.org/drawingml/2006/main">
            <a:pPr>
              <a:defRPr sz="2025" b="1">
                <a:solidFill>
                  <a:srgbClr val="93600F"/>
                </a:solidFill>
                <a:latin typeface="Segoe UI"/>
                <a:ea typeface="Segoe UI"/>
                <a:cs typeface="Segoe UI"/>
              </a:defRPr>
            </a:pPr>
            <a:r>
              <a:rPr sz="2025" b="1">
                <a:solidFill>
                  <a:srgbClr val="93600F"/>
                </a:solidFill>
                <a:latin typeface="Segoe UI"/>
                <a:ea typeface="Segoe UI"/>
                <a:cs typeface="Segoe UI"/>
              </a:rPr>
              <a:t>AMBER</a:t>
            </a:r>
          </a:p>
        </p:txBody>
      </p:sp>
      <p:sp>
        <p:nvSpPr>
          <p:cNvPr id="18" name="text-13">
            <a:extLst xmlns:a="http://schemas.openxmlformats.org/drawingml/2006/main">
              <a:ext uri="{FF2B5EF4-FFF2-40B4-BE49-F238E27FC236}">
                <a16:creationId xmlns:a16="http://schemas.microsoft.com/office/drawing/2014/main" id="{4DE7880F-E252-4E3F-AA3C-E9938AB0DDEC}"/>
              </a:ext>
            </a:extLst>
          </p:cNvPr>
          <p:cNvSpPr>
            <a:spLocks xmlns:a="http://schemas.openxmlformats.org/drawingml/2006/main" noGrp="1"/>
          </p:cNvSpPr>
          <p:nvPr/>
        </p:nvSpPr>
        <p:spPr>
          <a:xfrm xmlns:a="http://schemas.openxmlformats.org/drawingml/2006/main">
            <a:off x="6324600" y="4429125"/>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Pause.</a:t>
            </a:r>
          </a:p>
        </p:txBody>
      </p:sp>
      <p:sp>
        <p:nvSpPr>
          <p:cNvPr id="19" name="text-14">
            <a:extLst xmlns:a="http://schemas.openxmlformats.org/drawingml/2006/main">
              <a:ext uri="{FF2B5EF4-FFF2-40B4-BE49-F238E27FC236}">
                <a16:creationId xmlns:a16="http://schemas.microsoft.com/office/drawing/2014/main" id="{D3740578-18AE-4F96-AA4B-E908DA7F8A28}"/>
              </a:ext>
            </a:extLst>
          </p:cNvPr>
          <p:cNvSpPr>
            <a:spLocks xmlns:a="http://schemas.openxmlformats.org/drawingml/2006/main" noGrp="1"/>
          </p:cNvSpPr>
          <p:nvPr/>
        </p:nvSpPr>
        <p:spPr>
          <a:xfrm xmlns:a="http://schemas.openxmlformats.org/drawingml/2006/main">
            <a:off x="9182100" y="400050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9D3C3C"/>
                </a:solidFill>
                <a:latin typeface="Segoe UI"/>
                <a:ea typeface="Segoe UI"/>
                <a:cs typeface="Segoe UI"/>
              </a:defRPr>
            </a:defPPr>
            <a:lvl1pPr>
              <a:defRPr sz="2025" b="1">
                <a:solidFill>
                  <a:srgbClr val="9D3C3C"/>
                </a:solidFill>
                <a:latin typeface="Segoe UI"/>
                <a:ea typeface="Segoe UI"/>
                <a:cs typeface="Segoe UI"/>
              </a:defRPr>
            </a:lvl1pPr>
            <a:lvl2pPr>
              <a:defRPr sz="2025" b="1">
                <a:solidFill>
                  <a:srgbClr val="9D3C3C"/>
                </a:solidFill>
                <a:latin typeface="Segoe UI"/>
                <a:ea typeface="Segoe UI"/>
                <a:cs typeface="Segoe UI"/>
              </a:defRPr>
            </a:lvl2pPr>
            <a:lvl3pPr>
              <a:defRPr sz="2025" b="1">
                <a:solidFill>
                  <a:srgbClr val="9D3C3C"/>
                </a:solidFill>
                <a:latin typeface="Segoe UI"/>
                <a:ea typeface="Segoe UI"/>
                <a:cs typeface="Segoe UI"/>
              </a:defRPr>
            </a:lvl3pPr>
            <a:lvl4pPr>
              <a:defRPr sz="2025" b="1">
                <a:solidFill>
                  <a:srgbClr val="9D3C3C"/>
                </a:solidFill>
                <a:latin typeface="Segoe UI"/>
                <a:ea typeface="Segoe UI"/>
                <a:cs typeface="Segoe UI"/>
              </a:defRPr>
            </a:lvl4pPr>
            <a:lvl5pPr>
              <a:defRPr sz="2025" b="1">
                <a:solidFill>
                  <a:srgbClr val="9D3C3C"/>
                </a:solidFill>
                <a:latin typeface="Segoe UI"/>
                <a:ea typeface="Segoe UI"/>
                <a:cs typeface="Segoe UI"/>
              </a:defRPr>
            </a:lvl5pPr>
            <a:lvl6pPr>
              <a:defRPr sz="2025" b="1">
                <a:solidFill>
                  <a:srgbClr val="9D3C3C"/>
                </a:solidFill>
                <a:latin typeface="Segoe UI"/>
                <a:ea typeface="Segoe UI"/>
                <a:cs typeface="Segoe UI"/>
              </a:defRPr>
            </a:lvl6pPr>
            <a:lvl7pPr>
              <a:defRPr sz="2025" b="1">
                <a:solidFill>
                  <a:srgbClr val="9D3C3C"/>
                </a:solidFill>
                <a:latin typeface="Segoe UI"/>
                <a:ea typeface="Segoe UI"/>
                <a:cs typeface="Segoe UI"/>
              </a:defRPr>
            </a:lvl7pPr>
            <a:lvl8pPr>
              <a:defRPr sz="2025" b="1">
                <a:solidFill>
                  <a:srgbClr val="9D3C3C"/>
                </a:solidFill>
                <a:latin typeface="Segoe UI"/>
                <a:ea typeface="Segoe UI"/>
                <a:cs typeface="Segoe UI"/>
              </a:defRPr>
            </a:lvl8pPr>
            <a:lvl9pPr>
              <a:defRPr sz="2025" b="1">
                <a:solidFill>
                  <a:srgbClr val="9D3C3C"/>
                </a:solidFill>
                <a:latin typeface="Segoe UI"/>
                <a:ea typeface="Segoe UI"/>
                <a:cs typeface="Segoe UI"/>
              </a:defRPr>
            </a:lvl9pPr>
          </a:lstStyle>
          <a:p xmlns:a="http://schemas.openxmlformats.org/drawingml/2006/main">
            <a:pPr>
              <a:defRPr sz="2025" b="1">
                <a:solidFill>
                  <a:srgbClr val="9D3C3C"/>
                </a:solidFill>
                <a:latin typeface="Segoe UI"/>
                <a:ea typeface="Segoe UI"/>
                <a:cs typeface="Segoe UI"/>
              </a:defRPr>
            </a:pPr>
            <a:r>
              <a:rPr sz="2025" b="1">
                <a:solidFill>
                  <a:srgbClr val="9D3C3C"/>
                </a:solidFill>
                <a:latin typeface="Segoe UI"/>
                <a:ea typeface="Segoe UI"/>
                <a:cs typeface="Segoe UI"/>
              </a:rPr>
              <a:t>RED</a:t>
            </a:r>
          </a:p>
        </p:txBody>
      </p:sp>
      <p:sp>
        <p:nvSpPr>
          <p:cNvPr id="20" name="text-15">
            <a:extLst xmlns:a="http://schemas.openxmlformats.org/drawingml/2006/main">
              <a:ext uri="{FF2B5EF4-FFF2-40B4-BE49-F238E27FC236}">
                <a16:creationId xmlns:a16="http://schemas.microsoft.com/office/drawing/2014/main" id="{1F92F5AF-197A-4252-A9B1-AA87ED02BD23}"/>
              </a:ext>
            </a:extLst>
          </p:cNvPr>
          <p:cNvSpPr>
            <a:spLocks xmlns:a="http://schemas.openxmlformats.org/drawingml/2006/main" noGrp="1"/>
          </p:cNvSpPr>
          <p:nvPr/>
        </p:nvSpPr>
        <p:spPr>
          <a:xfrm xmlns:a="http://schemas.openxmlformats.org/drawingml/2006/main">
            <a:off x="9182100" y="4429125"/>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Adult help.</a:t>
            </a:r>
          </a:p>
        </p:txBody>
      </p:sp>
      <p:sp>
        <p:nvSpPr>
          <p:cNvPr id="21" name="text-16">
            <a:extLst xmlns:a="http://schemas.openxmlformats.org/drawingml/2006/main">
              <a:ext uri="{FF2B5EF4-FFF2-40B4-BE49-F238E27FC236}">
                <a16:creationId xmlns:a16="http://schemas.microsoft.com/office/drawing/2014/main" id="{C385BF09-7395-4087-ADF7-9B0A7E27E33B}"/>
              </a:ext>
            </a:extLst>
          </p:cNvPr>
          <p:cNvSpPr>
            <a:spLocks xmlns:a="http://schemas.openxmlformats.org/drawingml/2006/main" noGrp="1"/>
          </p:cNvSpPr>
          <p:nvPr/>
        </p:nvSpPr>
        <p:spPr>
          <a:xfrm xmlns:a="http://schemas.openxmlformats.org/drawingml/2006/main">
            <a:off x="609600" y="52197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20252A"/>
                </a:solidFill>
                <a:latin typeface="Segoe UI"/>
                <a:ea typeface="Segoe UI"/>
                <a:cs typeface="Segoe UI"/>
              </a:defRPr>
            </a:defPPr>
            <a:lvl1pPr>
              <a:defRPr sz="2175" b="0">
                <a:solidFill>
                  <a:srgbClr val="20252A"/>
                </a:solidFill>
                <a:latin typeface="Segoe UI"/>
                <a:ea typeface="Segoe UI"/>
                <a:cs typeface="Segoe UI"/>
              </a:defRPr>
            </a:lvl1pPr>
            <a:lvl2pPr>
              <a:defRPr sz="2175" b="0">
                <a:solidFill>
                  <a:srgbClr val="20252A"/>
                </a:solidFill>
                <a:latin typeface="Segoe UI"/>
                <a:ea typeface="Segoe UI"/>
                <a:cs typeface="Segoe UI"/>
              </a:defRPr>
            </a:lvl2pPr>
            <a:lvl3pPr>
              <a:defRPr sz="2175" b="0">
                <a:solidFill>
                  <a:srgbClr val="20252A"/>
                </a:solidFill>
                <a:latin typeface="Segoe UI"/>
                <a:ea typeface="Segoe UI"/>
                <a:cs typeface="Segoe UI"/>
              </a:defRPr>
            </a:lvl3pPr>
            <a:lvl4pPr>
              <a:defRPr sz="2175" b="0">
                <a:solidFill>
                  <a:srgbClr val="20252A"/>
                </a:solidFill>
                <a:latin typeface="Segoe UI"/>
                <a:ea typeface="Segoe UI"/>
                <a:cs typeface="Segoe UI"/>
              </a:defRPr>
            </a:lvl4pPr>
            <a:lvl5pPr>
              <a:defRPr sz="2175" b="0">
                <a:solidFill>
                  <a:srgbClr val="20252A"/>
                </a:solidFill>
                <a:latin typeface="Segoe UI"/>
                <a:ea typeface="Segoe UI"/>
                <a:cs typeface="Segoe UI"/>
              </a:defRPr>
            </a:lvl5pPr>
            <a:lvl6pPr>
              <a:defRPr sz="2175" b="0">
                <a:solidFill>
                  <a:srgbClr val="20252A"/>
                </a:solidFill>
                <a:latin typeface="Segoe UI"/>
                <a:ea typeface="Segoe UI"/>
                <a:cs typeface="Segoe UI"/>
              </a:defRPr>
            </a:lvl6pPr>
            <a:lvl7pPr>
              <a:defRPr sz="2175" b="0">
                <a:solidFill>
                  <a:srgbClr val="20252A"/>
                </a:solidFill>
                <a:latin typeface="Segoe UI"/>
                <a:ea typeface="Segoe UI"/>
                <a:cs typeface="Segoe UI"/>
              </a:defRPr>
            </a:lvl7pPr>
            <a:lvl8pPr>
              <a:defRPr sz="2175" b="0">
                <a:solidFill>
                  <a:srgbClr val="20252A"/>
                </a:solidFill>
                <a:latin typeface="Segoe UI"/>
                <a:ea typeface="Segoe UI"/>
                <a:cs typeface="Segoe UI"/>
              </a:defRPr>
            </a:lvl8pPr>
            <a:lvl9pPr>
              <a:defRPr sz="2175" b="0">
                <a:solidFill>
                  <a:srgbClr val="20252A"/>
                </a:solidFill>
                <a:latin typeface="Segoe UI"/>
                <a:ea typeface="Segoe UI"/>
                <a:cs typeface="Segoe UI"/>
              </a:defRPr>
            </a:lvl9pPr>
          </a:lstStyle>
          <a:p xmlns:a="http://schemas.openxmlformats.org/drawingml/2006/main">
            <a:pPr>
              <a:defRPr sz="2175" b="0">
                <a:solidFill>
                  <a:srgbClr val="20252A"/>
                </a:solidFill>
                <a:latin typeface="Segoe UI"/>
                <a:ea typeface="Segoe UI"/>
                <a:cs typeface="Segoe UI"/>
              </a:defRPr>
            </a:pPr>
            <a:r>
              <a:rPr sz="2175" b="0">
                <a:solidFill>
                  <a:srgbClr val="20252A"/>
                </a:solidFill>
                <a:latin typeface="Segoe UI"/>
                <a:ea typeface="Segoe UI"/>
                <a:cs typeface="Segoe UI"/>
              </a:rPr>
              <a:t>Reset: water, stretch, quiet seat or adult.</a:t>
            </a:r>
          </a:p>
        </p:txBody>
      </p:sp>
      <p:sp>
        <p:nvSpPr>
          <p:cNvPr id="22" name="text-17">
            <a:extLst xmlns:a="http://schemas.openxmlformats.org/drawingml/2006/main">
              <a:ext uri="{FF2B5EF4-FFF2-40B4-BE49-F238E27FC236}">
                <a16:creationId xmlns:a16="http://schemas.microsoft.com/office/drawing/2014/main" id="{A8B32880-734A-400F-927E-DE4A28DB85E2}"/>
              </a:ext>
            </a:extLst>
          </p:cNvPr>
          <p:cNvSpPr>
            <a:spLocks xmlns:a="http://schemas.openxmlformats.org/drawingml/2006/main" noGrp="1"/>
          </p:cNvSpPr>
          <p:nvPr/>
        </p:nvSpPr>
        <p:spPr>
          <a:xfrm xmlns:a="http://schemas.openxmlformats.org/drawingml/2006/main">
            <a:off x="609600" y="60102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20252A"/>
                </a:solidFill>
                <a:latin typeface="Segoe UI"/>
                <a:ea typeface="Segoe UI"/>
                <a:cs typeface="Segoe UI"/>
              </a:defRPr>
            </a:defPPr>
            <a:lvl1pPr>
              <a:defRPr sz="1950" b="1">
                <a:solidFill>
                  <a:srgbClr val="20252A"/>
                </a:solidFill>
                <a:latin typeface="Segoe UI"/>
                <a:ea typeface="Segoe UI"/>
                <a:cs typeface="Segoe UI"/>
              </a:defRPr>
            </a:lvl1pPr>
            <a:lvl2pPr>
              <a:defRPr sz="1950" b="1">
                <a:solidFill>
                  <a:srgbClr val="20252A"/>
                </a:solidFill>
                <a:latin typeface="Segoe UI"/>
                <a:ea typeface="Segoe UI"/>
                <a:cs typeface="Segoe UI"/>
              </a:defRPr>
            </a:lvl2pPr>
            <a:lvl3pPr>
              <a:defRPr sz="1950" b="1">
                <a:solidFill>
                  <a:srgbClr val="20252A"/>
                </a:solidFill>
                <a:latin typeface="Segoe UI"/>
                <a:ea typeface="Segoe UI"/>
                <a:cs typeface="Segoe UI"/>
              </a:defRPr>
            </a:lvl3pPr>
            <a:lvl4pPr>
              <a:defRPr sz="1950" b="1">
                <a:solidFill>
                  <a:srgbClr val="20252A"/>
                </a:solidFill>
                <a:latin typeface="Segoe UI"/>
                <a:ea typeface="Segoe UI"/>
                <a:cs typeface="Segoe UI"/>
              </a:defRPr>
            </a:lvl4pPr>
            <a:lvl5pPr>
              <a:defRPr sz="1950" b="1">
                <a:solidFill>
                  <a:srgbClr val="20252A"/>
                </a:solidFill>
                <a:latin typeface="Segoe UI"/>
                <a:ea typeface="Segoe UI"/>
                <a:cs typeface="Segoe UI"/>
              </a:defRPr>
            </a:lvl5pPr>
            <a:lvl6pPr>
              <a:defRPr sz="1950" b="1">
                <a:solidFill>
                  <a:srgbClr val="20252A"/>
                </a:solidFill>
                <a:latin typeface="Segoe UI"/>
                <a:ea typeface="Segoe UI"/>
                <a:cs typeface="Segoe UI"/>
              </a:defRPr>
            </a:lvl6pPr>
            <a:lvl7pPr>
              <a:defRPr sz="1950" b="1">
                <a:solidFill>
                  <a:srgbClr val="20252A"/>
                </a:solidFill>
                <a:latin typeface="Segoe UI"/>
                <a:ea typeface="Segoe UI"/>
                <a:cs typeface="Segoe UI"/>
              </a:defRPr>
            </a:lvl7pPr>
            <a:lvl8pPr>
              <a:defRPr sz="1950" b="1">
                <a:solidFill>
                  <a:srgbClr val="20252A"/>
                </a:solidFill>
                <a:latin typeface="Segoe UI"/>
                <a:ea typeface="Segoe UI"/>
                <a:cs typeface="Segoe UI"/>
              </a:defRPr>
            </a:lvl8pPr>
            <a:lvl9pPr>
              <a:defRPr sz="1950" b="1">
                <a:solidFill>
                  <a:srgbClr val="20252A"/>
                </a:solidFill>
                <a:latin typeface="Segoe UI"/>
                <a:ea typeface="Segoe UI"/>
                <a:cs typeface="Segoe UI"/>
              </a:defRPr>
            </a:lvl9pPr>
          </a:lstStyle>
          <a:p xmlns:a="http://schemas.openxmlformats.org/drawingml/2006/main">
            <a:pPr>
              <a:defRPr sz="1950" b="1">
                <a:solidFill>
                  <a:srgbClr val="20252A"/>
                </a:solidFill>
                <a:latin typeface="Segoe UI"/>
                <a:ea typeface="Segoe UI"/>
                <a:cs typeface="Segoe UI"/>
              </a:defRPr>
            </a:pPr>
            <a:r>
              <a:rPr sz="1950" b="1">
                <a:solidFill>
                  <a:srgbClr val="20252A"/>
                </a:solidFill>
                <a:latin typeface="Segoe UI"/>
                <a:ea typeface="Segoe UI"/>
                <a:cs typeface="Segoe UI"/>
              </a:rPr>
              <a:t>I feel __. I can help with __.</a:t>
            </a:r>
          </a:p>
        </p:txBody>
      </p:sp>
    </p:spTree>
    <p:extLst>
      <p:ext uri="{BB962C8B-B14F-4D97-AF65-F5344CB8AC3E}">
        <p14:creationId xmlns:p14="http://schemas.microsoft.com/office/powerpoint/2010/main" val="84106312"/>
      </p:ext>
    </p:extLst>
  </p:cSld>
</p:sld>
</file>

<file path=ppt/slides/slide3.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1E220F38-D3BF-4E0B-9F7F-9467E20C0216}"/>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Retrieval</a:t>
            </a:r>
          </a:p>
        </p:txBody>
      </p:sp>
      <p:sp>
        <p:nvSpPr>
          <p:cNvPr id="2" name="text-1">
            <a:extLst xmlns:a="http://schemas.openxmlformats.org/drawingml/2006/main">
              <a:ext uri="{FF2B5EF4-FFF2-40B4-BE49-F238E27FC236}">
                <a16:creationId xmlns:a16="http://schemas.microsoft.com/office/drawing/2014/main" id="{47420803-11E1-4EE6-8956-DB82F1AF8872}"/>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L4a</a:t>
            </a:r>
          </a:p>
        </p:txBody>
      </p:sp>
      <p:sp>
        <p:nvSpPr>
          <p:cNvPr id="3" name="text-2">
            <a:extLst xmlns:a="http://schemas.openxmlformats.org/drawingml/2006/main">
              <a:ext uri="{FF2B5EF4-FFF2-40B4-BE49-F238E27FC236}">
                <a16:creationId xmlns:a16="http://schemas.microsoft.com/office/drawing/2014/main" id="{688A6671-F43E-45E8-93AE-BB22F0EBBF92}"/>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3 / 24 · 2 min</a:t>
            </a:r>
          </a:p>
        </p:txBody>
      </p:sp>
      <p:pic>
        <p:nvPicPr>
          <p:cNvPr id="4" name="My own approved target." descr="My own approved target.">
            <a:extLst xmlns:a="http://schemas.openxmlformats.org/drawingml/2006/main">
              <a:ext uri="{FF2B5EF4-FFF2-40B4-BE49-F238E27FC236}">
                <a16:creationId xmlns:a16="http://schemas.microsoft.com/office/drawing/2014/main" id="{A8E9D4D2-6B02-45D9-9FA1-4BDE271E012D}"/>
              </a:ext>
            </a:extLst>
          </p:cNvPr>
          <p:cNvPicPr>
            <a:picLocks xmlns:a="http://schemas.openxmlformats.org/drawingml/2006/main" noChangeAspect="1"/>
          </p:cNvPicPr>
          <p:nvPr/>
        </p:nvPicPr>
        <p:blipFill>
          <a:blip xmlns:r="http://schemas.openxmlformats.org/officeDocument/2006/relationships" xmlns:a="http://schemas.openxmlformats.org/drawingml/2006/main" r:embed="R3f7488d3a1ca4273"/>
          <a:stretch xmlns:a="http://schemas.openxmlformats.org/drawingml/2006/main"/>
        </p:blipFill>
        <p:spPr>
          <a:xfrm xmlns:a="http://schemas.openxmlformats.org/drawingml/2006/main">
            <a:off x="609600" y="1504950"/>
            <a:ext cx="952500" cy="95250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DC3475F9-E02E-47CB-B17B-827AC68BAB75}"/>
              </a:ext>
            </a:extLst>
          </p:cNvPr>
          <p:cNvSpPr>
            <a:spLocks xmlns:a="http://schemas.openxmlformats.org/drawingml/2006/main" noGrp="1"/>
          </p:cNvSpPr>
          <p:nvPr/>
        </p:nvSpPr>
        <p:spPr>
          <a:xfrm xmlns:a="http://schemas.openxmlformats.org/drawingml/2006/main">
            <a:off x="1952625" y="1457325"/>
            <a:ext cx="962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700" b="1">
                <a:solidFill>
                  <a:srgbClr val="20252A"/>
                </a:solidFill>
                <a:latin typeface="Segoe UI"/>
                <a:ea typeface="Segoe UI"/>
                <a:cs typeface="Segoe UI"/>
              </a:defRPr>
            </a:defPPr>
            <a:lvl1pPr>
              <a:defRPr sz="2700" b="1">
                <a:solidFill>
                  <a:srgbClr val="20252A"/>
                </a:solidFill>
                <a:latin typeface="Segoe UI"/>
                <a:ea typeface="Segoe UI"/>
                <a:cs typeface="Segoe UI"/>
              </a:defRPr>
            </a:lvl1pPr>
            <a:lvl2pPr>
              <a:defRPr sz="2700" b="1">
                <a:solidFill>
                  <a:srgbClr val="20252A"/>
                </a:solidFill>
                <a:latin typeface="Segoe UI"/>
                <a:ea typeface="Segoe UI"/>
                <a:cs typeface="Segoe UI"/>
              </a:defRPr>
            </a:lvl2pPr>
            <a:lvl3pPr>
              <a:defRPr sz="2700" b="1">
                <a:solidFill>
                  <a:srgbClr val="20252A"/>
                </a:solidFill>
                <a:latin typeface="Segoe UI"/>
                <a:ea typeface="Segoe UI"/>
                <a:cs typeface="Segoe UI"/>
              </a:defRPr>
            </a:lvl3pPr>
            <a:lvl4pPr>
              <a:defRPr sz="2700" b="1">
                <a:solidFill>
                  <a:srgbClr val="20252A"/>
                </a:solidFill>
                <a:latin typeface="Segoe UI"/>
                <a:ea typeface="Segoe UI"/>
                <a:cs typeface="Segoe UI"/>
              </a:defRPr>
            </a:lvl4pPr>
            <a:lvl5pPr>
              <a:defRPr sz="2700" b="1">
                <a:solidFill>
                  <a:srgbClr val="20252A"/>
                </a:solidFill>
                <a:latin typeface="Segoe UI"/>
                <a:ea typeface="Segoe UI"/>
                <a:cs typeface="Segoe UI"/>
              </a:defRPr>
            </a:lvl5pPr>
            <a:lvl6pPr>
              <a:defRPr sz="2700" b="1">
                <a:solidFill>
                  <a:srgbClr val="20252A"/>
                </a:solidFill>
                <a:latin typeface="Segoe UI"/>
                <a:ea typeface="Segoe UI"/>
                <a:cs typeface="Segoe UI"/>
              </a:defRPr>
            </a:lvl6pPr>
            <a:lvl7pPr>
              <a:defRPr sz="2700" b="1">
                <a:solidFill>
                  <a:srgbClr val="20252A"/>
                </a:solidFill>
                <a:latin typeface="Segoe UI"/>
                <a:ea typeface="Segoe UI"/>
                <a:cs typeface="Segoe UI"/>
              </a:defRPr>
            </a:lvl7pPr>
            <a:lvl8pPr>
              <a:defRPr sz="2700" b="1">
                <a:solidFill>
                  <a:srgbClr val="20252A"/>
                </a:solidFill>
                <a:latin typeface="Segoe UI"/>
                <a:ea typeface="Segoe UI"/>
                <a:cs typeface="Segoe UI"/>
              </a:defRPr>
            </a:lvl8pPr>
            <a:lvl9pPr>
              <a:defRPr sz="2700" b="1">
                <a:solidFill>
                  <a:srgbClr val="20252A"/>
                </a:solidFill>
                <a:latin typeface="Segoe UI"/>
                <a:ea typeface="Segoe UI"/>
                <a:cs typeface="Segoe UI"/>
              </a:defRPr>
            </a:lvl9pPr>
          </a:lstStyle>
          <a:p xmlns:a="http://schemas.openxmlformats.org/drawingml/2006/main">
            <a:pPr>
              <a:defRPr sz="2700" b="1">
                <a:solidFill>
                  <a:srgbClr val="20252A"/>
                </a:solidFill>
                <a:latin typeface="Segoe UI"/>
                <a:ea typeface="Segoe UI"/>
                <a:cs typeface="Segoe UI"/>
              </a:defRPr>
            </a:pPr>
            <a:r>
              <a:rPr sz="2700" b="1">
                <a:solidFill>
                  <a:srgbClr val="20252A"/>
                </a:solidFill>
                <a:latin typeface="Segoe UI"/>
                <a:ea typeface="Segoe UI"/>
                <a:cs typeface="Segoe UI"/>
              </a:rPr>
              <a:t>Our chosen product is __.</a:t>
            </a:r>
          </a:p>
        </p:txBody>
      </p:sp>
      <p:sp>
        <p:nvSpPr>
          <p:cNvPr id="6" name="text-4">
            <a:extLst xmlns:a="http://schemas.openxmlformats.org/drawingml/2006/main">
              <a:ext uri="{FF2B5EF4-FFF2-40B4-BE49-F238E27FC236}">
                <a16:creationId xmlns:a16="http://schemas.microsoft.com/office/drawing/2014/main" id="{17D2E567-1A3A-482A-BDA0-A65B478F1DC5}"/>
              </a:ext>
            </a:extLst>
          </p:cNvPr>
          <p:cNvSpPr>
            <a:spLocks xmlns:a="http://schemas.openxmlformats.org/drawingml/2006/main" noGrp="1"/>
          </p:cNvSpPr>
          <p:nvPr/>
        </p:nvSpPr>
        <p:spPr>
          <a:xfrm xmlns:a="http://schemas.openxmlformats.org/drawingml/2006/main">
            <a:off x="1952625" y="2381250"/>
            <a:ext cx="962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700" b="0">
                <a:solidFill>
                  <a:srgbClr val="20252A"/>
                </a:solidFill>
                <a:latin typeface="Segoe UI"/>
                <a:ea typeface="Segoe UI"/>
                <a:cs typeface="Segoe UI"/>
              </a:defRPr>
            </a:defPPr>
            <a:lvl1pPr>
              <a:defRPr sz="2700" b="0">
                <a:solidFill>
                  <a:srgbClr val="20252A"/>
                </a:solidFill>
                <a:latin typeface="Segoe UI"/>
                <a:ea typeface="Segoe UI"/>
                <a:cs typeface="Segoe UI"/>
              </a:defRPr>
            </a:lvl1pPr>
            <a:lvl2pPr>
              <a:defRPr sz="2700" b="0">
                <a:solidFill>
                  <a:srgbClr val="20252A"/>
                </a:solidFill>
                <a:latin typeface="Segoe UI"/>
                <a:ea typeface="Segoe UI"/>
                <a:cs typeface="Segoe UI"/>
              </a:defRPr>
            </a:lvl2pPr>
            <a:lvl3pPr>
              <a:defRPr sz="2700" b="0">
                <a:solidFill>
                  <a:srgbClr val="20252A"/>
                </a:solidFill>
                <a:latin typeface="Segoe UI"/>
                <a:ea typeface="Segoe UI"/>
                <a:cs typeface="Segoe UI"/>
              </a:defRPr>
            </a:lvl3pPr>
            <a:lvl4pPr>
              <a:defRPr sz="2700" b="0">
                <a:solidFill>
                  <a:srgbClr val="20252A"/>
                </a:solidFill>
                <a:latin typeface="Segoe UI"/>
                <a:ea typeface="Segoe UI"/>
                <a:cs typeface="Segoe UI"/>
              </a:defRPr>
            </a:lvl4pPr>
            <a:lvl5pPr>
              <a:defRPr sz="2700" b="0">
                <a:solidFill>
                  <a:srgbClr val="20252A"/>
                </a:solidFill>
                <a:latin typeface="Segoe UI"/>
                <a:ea typeface="Segoe UI"/>
                <a:cs typeface="Segoe UI"/>
              </a:defRPr>
            </a:lvl5pPr>
            <a:lvl6pPr>
              <a:defRPr sz="2700" b="0">
                <a:solidFill>
                  <a:srgbClr val="20252A"/>
                </a:solidFill>
                <a:latin typeface="Segoe UI"/>
                <a:ea typeface="Segoe UI"/>
                <a:cs typeface="Segoe UI"/>
              </a:defRPr>
            </a:lvl6pPr>
            <a:lvl7pPr>
              <a:defRPr sz="2700" b="0">
                <a:solidFill>
                  <a:srgbClr val="20252A"/>
                </a:solidFill>
                <a:latin typeface="Segoe UI"/>
                <a:ea typeface="Segoe UI"/>
                <a:cs typeface="Segoe UI"/>
              </a:defRPr>
            </a:lvl7pPr>
            <a:lvl8pPr>
              <a:defRPr sz="2700" b="0">
                <a:solidFill>
                  <a:srgbClr val="20252A"/>
                </a:solidFill>
                <a:latin typeface="Segoe UI"/>
                <a:ea typeface="Segoe UI"/>
                <a:cs typeface="Segoe UI"/>
              </a:defRPr>
            </a:lvl8pPr>
            <a:lvl9pPr>
              <a:defRPr sz="2700" b="0">
                <a:solidFill>
                  <a:srgbClr val="20252A"/>
                </a:solidFill>
                <a:latin typeface="Segoe UI"/>
                <a:ea typeface="Segoe UI"/>
                <a:cs typeface="Segoe UI"/>
              </a:defRPr>
            </a:lvl9pPr>
          </a:lstStyle>
          <a:p xmlns:a="http://schemas.openxmlformats.org/drawingml/2006/main">
            <a:pPr>
              <a:defRPr sz="2700" b="0">
                <a:solidFill>
                  <a:srgbClr val="20252A"/>
                </a:solidFill>
                <a:latin typeface="Segoe UI"/>
                <a:ea typeface="Segoe UI"/>
                <a:cs typeface="Segoe UI"/>
              </a:defRPr>
            </a:pPr>
            <a:r>
              <a:rPr sz="2700" b="0">
                <a:solidFill>
                  <a:srgbClr val="20252A"/>
                </a:solidFill>
                <a:latin typeface="Segoe UI"/>
                <a:ea typeface="Segoe UI"/>
                <a:cs typeface="Segoe UI"/>
              </a:rPr>
              <a:t>My target is __.</a:t>
            </a:r>
          </a:p>
        </p:txBody>
      </p:sp>
      <p:sp>
        <p:nvSpPr>
          <p:cNvPr id="7" name="text-5">
            <a:extLst xmlns:a="http://schemas.openxmlformats.org/drawingml/2006/main">
              <a:ext uri="{FF2B5EF4-FFF2-40B4-BE49-F238E27FC236}">
                <a16:creationId xmlns:a16="http://schemas.microsoft.com/office/drawing/2014/main" id="{35B9EBC2-A843-4383-A481-E32934E90C15}"/>
              </a:ext>
            </a:extLst>
          </p:cNvPr>
          <p:cNvSpPr>
            <a:spLocks xmlns:a="http://schemas.openxmlformats.org/drawingml/2006/main" noGrp="1"/>
          </p:cNvSpPr>
          <p:nvPr/>
        </p:nvSpPr>
        <p:spPr>
          <a:xfrm xmlns:a="http://schemas.openxmlformats.org/drawingml/2006/main">
            <a:off x="1952625" y="3305175"/>
            <a:ext cx="962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700" b="0">
                <a:solidFill>
                  <a:srgbClr val="20252A"/>
                </a:solidFill>
                <a:latin typeface="Segoe UI"/>
                <a:ea typeface="Segoe UI"/>
                <a:cs typeface="Segoe UI"/>
              </a:defRPr>
            </a:defPPr>
            <a:lvl1pPr>
              <a:defRPr sz="2700" b="0">
                <a:solidFill>
                  <a:srgbClr val="20252A"/>
                </a:solidFill>
                <a:latin typeface="Segoe UI"/>
                <a:ea typeface="Segoe UI"/>
                <a:cs typeface="Segoe UI"/>
              </a:defRPr>
            </a:lvl1pPr>
            <a:lvl2pPr>
              <a:defRPr sz="2700" b="0">
                <a:solidFill>
                  <a:srgbClr val="20252A"/>
                </a:solidFill>
                <a:latin typeface="Segoe UI"/>
                <a:ea typeface="Segoe UI"/>
                <a:cs typeface="Segoe UI"/>
              </a:defRPr>
            </a:lvl2pPr>
            <a:lvl3pPr>
              <a:defRPr sz="2700" b="0">
                <a:solidFill>
                  <a:srgbClr val="20252A"/>
                </a:solidFill>
                <a:latin typeface="Segoe UI"/>
                <a:ea typeface="Segoe UI"/>
                <a:cs typeface="Segoe UI"/>
              </a:defRPr>
            </a:lvl3pPr>
            <a:lvl4pPr>
              <a:defRPr sz="2700" b="0">
                <a:solidFill>
                  <a:srgbClr val="20252A"/>
                </a:solidFill>
                <a:latin typeface="Segoe UI"/>
                <a:ea typeface="Segoe UI"/>
                <a:cs typeface="Segoe UI"/>
              </a:defRPr>
            </a:lvl4pPr>
            <a:lvl5pPr>
              <a:defRPr sz="2700" b="0">
                <a:solidFill>
                  <a:srgbClr val="20252A"/>
                </a:solidFill>
                <a:latin typeface="Segoe UI"/>
                <a:ea typeface="Segoe UI"/>
                <a:cs typeface="Segoe UI"/>
              </a:defRPr>
            </a:lvl5pPr>
            <a:lvl6pPr>
              <a:defRPr sz="2700" b="0">
                <a:solidFill>
                  <a:srgbClr val="20252A"/>
                </a:solidFill>
                <a:latin typeface="Segoe UI"/>
                <a:ea typeface="Segoe UI"/>
                <a:cs typeface="Segoe UI"/>
              </a:defRPr>
            </a:lvl6pPr>
            <a:lvl7pPr>
              <a:defRPr sz="2700" b="0">
                <a:solidFill>
                  <a:srgbClr val="20252A"/>
                </a:solidFill>
                <a:latin typeface="Segoe UI"/>
                <a:ea typeface="Segoe UI"/>
                <a:cs typeface="Segoe UI"/>
              </a:defRPr>
            </a:lvl7pPr>
            <a:lvl8pPr>
              <a:defRPr sz="2700" b="0">
                <a:solidFill>
                  <a:srgbClr val="20252A"/>
                </a:solidFill>
                <a:latin typeface="Segoe UI"/>
                <a:ea typeface="Segoe UI"/>
                <a:cs typeface="Segoe UI"/>
              </a:defRPr>
            </a:lvl8pPr>
            <a:lvl9pPr>
              <a:defRPr sz="2700" b="0">
                <a:solidFill>
                  <a:srgbClr val="20252A"/>
                </a:solidFill>
                <a:latin typeface="Segoe UI"/>
                <a:ea typeface="Segoe UI"/>
                <a:cs typeface="Segoe UI"/>
              </a:defRPr>
            </a:lvl9pPr>
          </a:lstStyle>
          <a:p xmlns:a="http://schemas.openxmlformats.org/drawingml/2006/main">
            <a:pPr>
              <a:defRPr sz="2700" b="0">
                <a:solidFill>
                  <a:srgbClr val="20252A"/>
                </a:solidFill>
                <a:latin typeface="Segoe UI"/>
                <a:ea typeface="Segoe UI"/>
                <a:cs typeface="Segoe UI"/>
              </a:defRPr>
            </a:pPr>
            <a:r>
              <a:rPr sz="2700" b="0">
                <a:solidFill>
                  <a:srgbClr val="20252A"/>
                </a:solidFill>
                <a:latin typeface="Segoe UI"/>
                <a:ea typeface="Segoe UI"/>
                <a:cs typeface="Segoe UI"/>
              </a:rPr>
              <a:t>My decision tool is __.</a:t>
            </a:r>
          </a:p>
        </p:txBody>
      </p:sp>
      <p:sp>
        <p:nvSpPr>
          <p:cNvPr id="8" name="text-6">
            <a:extLst xmlns:a="http://schemas.openxmlformats.org/drawingml/2006/main">
              <a:ext uri="{FF2B5EF4-FFF2-40B4-BE49-F238E27FC236}">
                <a16:creationId xmlns:a16="http://schemas.microsoft.com/office/drawing/2014/main" id="{93C1DA0B-02DE-438C-A9FE-775E75A09B45}"/>
              </a:ext>
            </a:extLst>
          </p:cNvPr>
          <p:cNvSpPr>
            <a:spLocks xmlns:a="http://schemas.openxmlformats.org/drawingml/2006/main" noGrp="1"/>
          </p:cNvSpPr>
          <p:nvPr/>
        </p:nvSpPr>
        <p:spPr>
          <a:xfrm xmlns:a="http://schemas.openxmlformats.org/drawingml/2006/main">
            <a:off x="609600" y="4552950"/>
            <a:ext cx="1095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250" b="1">
                <a:solidFill>
                  <a:srgbClr val="20252A"/>
                </a:solidFill>
                <a:latin typeface="Segoe UI"/>
                <a:ea typeface="Segoe UI"/>
                <a:cs typeface="Segoe UI"/>
              </a:defRPr>
            </a:defPPr>
            <a:lvl1pPr>
              <a:defRPr sz="2250" b="1">
                <a:solidFill>
                  <a:srgbClr val="20252A"/>
                </a:solidFill>
                <a:latin typeface="Segoe UI"/>
                <a:ea typeface="Segoe UI"/>
                <a:cs typeface="Segoe UI"/>
              </a:defRPr>
            </a:lvl1pPr>
            <a:lvl2pPr>
              <a:defRPr sz="2250" b="1">
                <a:solidFill>
                  <a:srgbClr val="20252A"/>
                </a:solidFill>
                <a:latin typeface="Segoe UI"/>
                <a:ea typeface="Segoe UI"/>
                <a:cs typeface="Segoe UI"/>
              </a:defRPr>
            </a:lvl2pPr>
            <a:lvl3pPr>
              <a:defRPr sz="2250" b="1">
                <a:solidFill>
                  <a:srgbClr val="20252A"/>
                </a:solidFill>
                <a:latin typeface="Segoe UI"/>
                <a:ea typeface="Segoe UI"/>
                <a:cs typeface="Segoe UI"/>
              </a:defRPr>
            </a:lvl3pPr>
            <a:lvl4pPr>
              <a:defRPr sz="2250" b="1">
                <a:solidFill>
                  <a:srgbClr val="20252A"/>
                </a:solidFill>
                <a:latin typeface="Segoe UI"/>
                <a:ea typeface="Segoe UI"/>
                <a:cs typeface="Segoe UI"/>
              </a:defRPr>
            </a:lvl4pPr>
            <a:lvl5pPr>
              <a:defRPr sz="2250" b="1">
                <a:solidFill>
                  <a:srgbClr val="20252A"/>
                </a:solidFill>
                <a:latin typeface="Segoe UI"/>
                <a:ea typeface="Segoe UI"/>
                <a:cs typeface="Segoe UI"/>
              </a:defRPr>
            </a:lvl5pPr>
            <a:lvl6pPr>
              <a:defRPr sz="2250" b="1">
                <a:solidFill>
                  <a:srgbClr val="20252A"/>
                </a:solidFill>
                <a:latin typeface="Segoe UI"/>
                <a:ea typeface="Segoe UI"/>
                <a:cs typeface="Segoe UI"/>
              </a:defRPr>
            </a:lvl6pPr>
            <a:lvl7pPr>
              <a:defRPr sz="2250" b="1">
                <a:solidFill>
                  <a:srgbClr val="20252A"/>
                </a:solidFill>
                <a:latin typeface="Segoe UI"/>
                <a:ea typeface="Segoe UI"/>
                <a:cs typeface="Segoe UI"/>
              </a:defRPr>
            </a:lvl7pPr>
            <a:lvl8pPr>
              <a:defRPr sz="2250" b="1">
                <a:solidFill>
                  <a:srgbClr val="20252A"/>
                </a:solidFill>
                <a:latin typeface="Segoe UI"/>
                <a:ea typeface="Segoe UI"/>
                <a:cs typeface="Segoe UI"/>
              </a:defRPr>
            </a:lvl8pPr>
            <a:lvl9pPr>
              <a:defRPr sz="2250" b="1">
                <a:solidFill>
                  <a:srgbClr val="20252A"/>
                </a:solidFill>
                <a:latin typeface="Segoe UI"/>
                <a:ea typeface="Segoe UI"/>
                <a:cs typeface="Segoe UI"/>
              </a:defRPr>
            </a:lvl9pPr>
          </a:lstStyle>
          <a:p xmlns:a="http://schemas.openxmlformats.org/drawingml/2006/main">
            <a:pPr>
              <a:defRPr sz="2250" b="1">
                <a:solidFill>
                  <a:srgbClr val="20252A"/>
                </a:solidFill>
                <a:latin typeface="Segoe UI"/>
                <a:ea typeface="Segoe UI"/>
                <a:cs typeface="Segoe UI"/>
              </a:defRPr>
            </a:pPr>
            <a:r>
              <a:rPr sz="2250" b="1">
                <a:solidFill>
                  <a:srgbClr val="20252A"/>
                </a:solidFill>
                <a:latin typeface="Segoe UI"/>
                <a:ea typeface="Segoe UI"/>
                <a:cs typeface="Segoe UI"/>
              </a:rPr>
              <a:t>Find your plan and role card.</a:t>
            </a:r>
          </a:p>
        </p:txBody>
      </p:sp>
      <p:sp>
        <p:nvSpPr>
          <p:cNvPr id="9" name="text-7">
            <a:extLst xmlns:a="http://schemas.openxmlformats.org/drawingml/2006/main">
              <a:ext uri="{FF2B5EF4-FFF2-40B4-BE49-F238E27FC236}">
                <a16:creationId xmlns:a16="http://schemas.microsoft.com/office/drawing/2014/main" id="{55E5B957-9E0C-4D57-8718-071B4BEF623F}"/>
              </a:ext>
            </a:extLst>
          </p:cNvPr>
          <p:cNvSpPr>
            <a:spLocks xmlns:a="http://schemas.openxmlformats.org/drawingml/2006/main" noGrp="1"/>
          </p:cNvSpPr>
          <p:nvPr/>
        </p:nvSpPr>
        <p:spPr>
          <a:xfrm xmlns:a="http://schemas.openxmlformats.org/drawingml/2006/main">
            <a:off x="609600" y="54578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0">
                <a:solidFill>
                  <a:srgbClr val="535B62"/>
                </a:solidFill>
                <a:latin typeface="Segoe UI"/>
                <a:ea typeface="Segoe UI"/>
                <a:cs typeface="Segoe UI"/>
              </a:defRPr>
            </a:defPPr>
            <a:lvl1pPr>
              <a:defRPr sz="2025" b="0">
                <a:solidFill>
                  <a:srgbClr val="535B62"/>
                </a:solidFill>
                <a:latin typeface="Segoe UI"/>
                <a:ea typeface="Segoe UI"/>
                <a:cs typeface="Segoe UI"/>
              </a:defRPr>
            </a:lvl1pPr>
            <a:lvl2pPr>
              <a:defRPr sz="2025" b="0">
                <a:solidFill>
                  <a:srgbClr val="535B62"/>
                </a:solidFill>
                <a:latin typeface="Segoe UI"/>
                <a:ea typeface="Segoe UI"/>
                <a:cs typeface="Segoe UI"/>
              </a:defRPr>
            </a:lvl2pPr>
            <a:lvl3pPr>
              <a:defRPr sz="2025" b="0">
                <a:solidFill>
                  <a:srgbClr val="535B62"/>
                </a:solidFill>
                <a:latin typeface="Segoe UI"/>
                <a:ea typeface="Segoe UI"/>
                <a:cs typeface="Segoe UI"/>
              </a:defRPr>
            </a:lvl3pPr>
            <a:lvl4pPr>
              <a:defRPr sz="2025" b="0">
                <a:solidFill>
                  <a:srgbClr val="535B62"/>
                </a:solidFill>
                <a:latin typeface="Segoe UI"/>
                <a:ea typeface="Segoe UI"/>
                <a:cs typeface="Segoe UI"/>
              </a:defRPr>
            </a:lvl4pPr>
            <a:lvl5pPr>
              <a:defRPr sz="2025" b="0">
                <a:solidFill>
                  <a:srgbClr val="535B62"/>
                </a:solidFill>
                <a:latin typeface="Segoe UI"/>
                <a:ea typeface="Segoe UI"/>
                <a:cs typeface="Segoe UI"/>
              </a:defRPr>
            </a:lvl5pPr>
            <a:lvl6pPr>
              <a:defRPr sz="2025" b="0">
                <a:solidFill>
                  <a:srgbClr val="535B62"/>
                </a:solidFill>
                <a:latin typeface="Segoe UI"/>
                <a:ea typeface="Segoe UI"/>
                <a:cs typeface="Segoe UI"/>
              </a:defRPr>
            </a:lvl6pPr>
            <a:lvl7pPr>
              <a:defRPr sz="2025" b="0">
                <a:solidFill>
                  <a:srgbClr val="535B62"/>
                </a:solidFill>
                <a:latin typeface="Segoe UI"/>
                <a:ea typeface="Segoe UI"/>
                <a:cs typeface="Segoe UI"/>
              </a:defRPr>
            </a:lvl7pPr>
            <a:lvl8pPr>
              <a:defRPr sz="2025" b="0">
                <a:solidFill>
                  <a:srgbClr val="535B62"/>
                </a:solidFill>
                <a:latin typeface="Segoe UI"/>
                <a:ea typeface="Segoe UI"/>
                <a:cs typeface="Segoe UI"/>
              </a:defRPr>
            </a:lvl8pPr>
            <a:lvl9pPr>
              <a:defRPr sz="2025" b="0">
                <a:solidFill>
                  <a:srgbClr val="535B62"/>
                </a:solidFill>
                <a:latin typeface="Segoe UI"/>
                <a:ea typeface="Segoe UI"/>
                <a:cs typeface="Segoe UI"/>
              </a:defRPr>
            </a:lvl9pPr>
          </a:lstStyle>
          <a:p xmlns:a="http://schemas.openxmlformats.org/drawingml/2006/main">
            <a:pPr>
              <a:defRPr sz="2025" b="0">
                <a:solidFill>
                  <a:srgbClr val="535B62"/>
                </a:solidFill>
                <a:latin typeface="Segoe UI"/>
                <a:ea typeface="Segoe UI"/>
                <a:cs typeface="Segoe UI"/>
              </a:defRPr>
            </a:pPr>
            <a:r>
              <a:rPr sz="2025" b="0">
                <a:solidFill>
                  <a:srgbClr val="535B62"/>
                </a:solidFill>
                <a:latin typeface="Segoe UI"/>
                <a:ea typeface="Segoe UI"/>
                <a:cs typeface="Segoe UI"/>
              </a:rPr>
              <a:t>Word mat: role · hygiene · weigh · batch</a:t>
            </a:r>
          </a:p>
        </p:txBody>
      </p:sp>
    </p:spTree>
    <p:extLst>
      <p:ext uri="{BB962C8B-B14F-4D97-AF65-F5344CB8AC3E}">
        <p14:creationId xmlns:p14="http://schemas.microsoft.com/office/powerpoint/2010/main" val="331269242"/>
      </p:ext>
    </p:extLst>
  </p:cSld>
</p:sld>
</file>

<file path=ppt/slides/slide4.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2583EDFF-06F6-4F00-9400-B6FD6E11B81B}"/>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Today: objective + I can</a:t>
            </a:r>
          </a:p>
        </p:txBody>
      </p:sp>
      <p:sp>
        <p:nvSpPr>
          <p:cNvPr id="2" name="text-1">
            <a:extLst xmlns:a="http://schemas.openxmlformats.org/drawingml/2006/main">
              <a:ext uri="{FF2B5EF4-FFF2-40B4-BE49-F238E27FC236}">
                <a16:creationId xmlns:a16="http://schemas.microsoft.com/office/drawing/2014/main" id="{0AC7FB94-673C-4597-999B-1681FF560FB4}"/>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L4a</a:t>
            </a:r>
          </a:p>
        </p:txBody>
      </p:sp>
      <p:sp>
        <p:nvSpPr>
          <p:cNvPr id="3" name="text-2">
            <a:extLst xmlns:a="http://schemas.openxmlformats.org/drawingml/2006/main">
              <a:ext uri="{FF2B5EF4-FFF2-40B4-BE49-F238E27FC236}">
                <a16:creationId xmlns:a16="http://schemas.microsoft.com/office/drawing/2014/main" id="{357A7ADC-3BF1-4FAD-A012-A28EB7435669}"/>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4 / 24 · 1 min</a:t>
            </a:r>
          </a:p>
        </p:txBody>
      </p:sp>
      <p:sp>
        <p:nvSpPr>
          <p:cNvPr id="4" name="text-3">
            <a:extLst xmlns:a="http://schemas.openxmlformats.org/drawingml/2006/main">
              <a:ext uri="{FF2B5EF4-FFF2-40B4-BE49-F238E27FC236}">
                <a16:creationId xmlns:a16="http://schemas.microsoft.com/office/drawing/2014/main" id="{56585C99-76F1-46CA-8DAF-8506E31861B5}"/>
              </a:ext>
            </a:extLst>
          </p:cNvPr>
          <p:cNvSpPr>
            <a:spLocks xmlns:a="http://schemas.openxmlformats.org/drawingml/2006/main" noGrp="1"/>
          </p:cNvSpPr>
          <p:nvPr/>
        </p:nvSpPr>
        <p:spPr>
          <a:xfrm xmlns:a="http://schemas.openxmlformats.org/drawingml/2006/main">
            <a:off x="609600" y="1381125"/>
            <a:ext cx="10972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000" b="1">
                <a:solidFill>
                  <a:srgbClr val="20252A"/>
                </a:solidFill>
                <a:latin typeface="Segoe UI"/>
                <a:ea typeface="Segoe UI"/>
                <a:cs typeface="Segoe UI"/>
              </a:defRPr>
            </a:defPPr>
            <a:lvl1pPr>
              <a:defRPr sz="3000" b="1">
                <a:solidFill>
                  <a:srgbClr val="20252A"/>
                </a:solidFill>
                <a:latin typeface="Segoe UI"/>
                <a:ea typeface="Segoe UI"/>
                <a:cs typeface="Segoe UI"/>
              </a:defRPr>
            </a:lvl1pPr>
            <a:lvl2pPr>
              <a:defRPr sz="3000" b="1">
                <a:solidFill>
                  <a:srgbClr val="20252A"/>
                </a:solidFill>
                <a:latin typeface="Segoe UI"/>
                <a:ea typeface="Segoe UI"/>
                <a:cs typeface="Segoe UI"/>
              </a:defRPr>
            </a:lvl2pPr>
            <a:lvl3pPr>
              <a:defRPr sz="3000" b="1">
                <a:solidFill>
                  <a:srgbClr val="20252A"/>
                </a:solidFill>
                <a:latin typeface="Segoe UI"/>
                <a:ea typeface="Segoe UI"/>
                <a:cs typeface="Segoe UI"/>
              </a:defRPr>
            </a:lvl3pPr>
            <a:lvl4pPr>
              <a:defRPr sz="3000" b="1">
                <a:solidFill>
                  <a:srgbClr val="20252A"/>
                </a:solidFill>
                <a:latin typeface="Segoe UI"/>
                <a:ea typeface="Segoe UI"/>
                <a:cs typeface="Segoe UI"/>
              </a:defRPr>
            </a:lvl4pPr>
            <a:lvl5pPr>
              <a:defRPr sz="3000" b="1">
                <a:solidFill>
                  <a:srgbClr val="20252A"/>
                </a:solidFill>
                <a:latin typeface="Segoe UI"/>
                <a:ea typeface="Segoe UI"/>
                <a:cs typeface="Segoe UI"/>
              </a:defRPr>
            </a:lvl5pPr>
            <a:lvl6pPr>
              <a:defRPr sz="3000" b="1">
                <a:solidFill>
                  <a:srgbClr val="20252A"/>
                </a:solidFill>
                <a:latin typeface="Segoe UI"/>
                <a:ea typeface="Segoe UI"/>
                <a:cs typeface="Segoe UI"/>
              </a:defRPr>
            </a:lvl6pPr>
            <a:lvl7pPr>
              <a:defRPr sz="3000" b="1">
                <a:solidFill>
                  <a:srgbClr val="20252A"/>
                </a:solidFill>
                <a:latin typeface="Segoe UI"/>
                <a:ea typeface="Segoe UI"/>
                <a:cs typeface="Segoe UI"/>
              </a:defRPr>
            </a:lvl7pPr>
            <a:lvl8pPr>
              <a:defRPr sz="3000" b="1">
                <a:solidFill>
                  <a:srgbClr val="20252A"/>
                </a:solidFill>
                <a:latin typeface="Segoe UI"/>
                <a:ea typeface="Segoe UI"/>
                <a:cs typeface="Segoe UI"/>
              </a:defRPr>
            </a:lvl8pPr>
            <a:lvl9pPr>
              <a:defRPr sz="3000" b="1">
                <a:solidFill>
                  <a:srgbClr val="20252A"/>
                </a:solidFill>
                <a:latin typeface="Segoe UI"/>
                <a:ea typeface="Segoe UI"/>
                <a:cs typeface="Segoe UI"/>
              </a:defRPr>
            </a:lvl9pPr>
          </a:lstStyle>
          <a:p xmlns:a="http://schemas.openxmlformats.org/drawingml/2006/main">
            <a:pPr>
              <a:defRPr sz="3000" b="1">
                <a:solidFill>
                  <a:srgbClr val="20252A"/>
                </a:solidFill>
                <a:latin typeface="Segoe UI"/>
                <a:ea typeface="Segoe UI"/>
                <a:cs typeface="Segoe UI"/>
              </a:defRPr>
            </a:pPr>
            <a:r>
              <a:rPr sz="3000" b="1">
                <a:solidFill>
                  <a:srgbClr val="20252A"/>
                </a:solidFill>
                <a:latin typeface="Segoe UI"/>
                <a:ea typeface="Segoe UI"/>
                <a:cs typeface="Segoe UI"/>
              </a:rPr>
              <a:t>Today: make a safe trial batch.</a:t>
            </a:r>
          </a:p>
        </p:txBody>
      </p:sp>
      <p:sp>
        <p:nvSpPr>
          <p:cNvPr id="5" name="text-4">
            <a:extLst xmlns:a="http://schemas.openxmlformats.org/drawingml/2006/main">
              <a:ext uri="{FF2B5EF4-FFF2-40B4-BE49-F238E27FC236}">
                <a16:creationId xmlns:a16="http://schemas.microsoft.com/office/drawing/2014/main" id="{5662410B-317F-40E5-B365-7A10141C066B}"/>
              </a:ext>
            </a:extLst>
          </p:cNvPr>
          <p:cNvSpPr>
            <a:spLocks xmlns:a="http://schemas.openxmlformats.org/drawingml/2006/main" noGrp="1"/>
          </p:cNvSpPr>
          <p:nvPr/>
        </p:nvSpPr>
        <p:spPr>
          <a:xfrm xmlns:a="http://schemas.openxmlformats.org/drawingml/2006/main">
            <a:off x="609600" y="24955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00" b="1">
                <a:solidFill>
                  <a:srgbClr val="20252A"/>
                </a:solidFill>
                <a:latin typeface="Segoe UI"/>
                <a:ea typeface="Segoe UI"/>
                <a:cs typeface="Segoe UI"/>
              </a:defRPr>
            </a:defPPr>
            <a:lvl1pPr>
              <a:defRPr sz="2400" b="1">
                <a:solidFill>
                  <a:srgbClr val="20252A"/>
                </a:solidFill>
                <a:latin typeface="Segoe UI"/>
                <a:ea typeface="Segoe UI"/>
                <a:cs typeface="Segoe UI"/>
              </a:defRPr>
            </a:lvl1pPr>
            <a:lvl2pPr>
              <a:defRPr sz="2400" b="1">
                <a:solidFill>
                  <a:srgbClr val="20252A"/>
                </a:solidFill>
                <a:latin typeface="Segoe UI"/>
                <a:ea typeface="Segoe UI"/>
                <a:cs typeface="Segoe UI"/>
              </a:defRPr>
            </a:lvl2pPr>
            <a:lvl3pPr>
              <a:defRPr sz="2400" b="1">
                <a:solidFill>
                  <a:srgbClr val="20252A"/>
                </a:solidFill>
                <a:latin typeface="Segoe UI"/>
                <a:ea typeface="Segoe UI"/>
                <a:cs typeface="Segoe UI"/>
              </a:defRPr>
            </a:lvl3pPr>
            <a:lvl4pPr>
              <a:defRPr sz="2400" b="1">
                <a:solidFill>
                  <a:srgbClr val="20252A"/>
                </a:solidFill>
                <a:latin typeface="Segoe UI"/>
                <a:ea typeface="Segoe UI"/>
                <a:cs typeface="Segoe UI"/>
              </a:defRPr>
            </a:lvl4pPr>
            <a:lvl5pPr>
              <a:defRPr sz="2400" b="1">
                <a:solidFill>
                  <a:srgbClr val="20252A"/>
                </a:solidFill>
                <a:latin typeface="Segoe UI"/>
                <a:ea typeface="Segoe UI"/>
                <a:cs typeface="Segoe UI"/>
              </a:defRPr>
            </a:lvl5pPr>
            <a:lvl6pPr>
              <a:defRPr sz="2400" b="1">
                <a:solidFill>
                  <a:srgbClr val="20252A"/>
                </a:solidFill>
                <a:latin typeface="Segoe UI"/>
                <a:ea typeface="Segoe UI"/>
                <a:cs typeface="Segoe UI"/>
              </a:defRPr>
            </a:lvl6pPr>
            <a:lvl7pPr>
              <a:defRPr sz="2400" b="1">
                <a:solidFill>
                  <a:srgbClr val="20252A"/>
                </a:solidFill>
                <a:latin typeface="Segoe UI"/>
                <a:ea typeface="Segoe UI"/>
                <a:cs typeface="Segoe UI"/>
              </a:defRPr>
            </a:lvl7pPr>
            <a:lvl8pPr>
              <a:defRPr sz="2400" b="1">
                <a:solidFill>
                  <a:srgbClr val="20252A"/>
                </a:solidFill>
                <a:latin typeface="Segoe UI"/>
                <a:ea typeface="Segoe UI"/>
                <a:cs typeface="Segoe UI"/>
              </a:defRPr>
            </a:lvl8pPr>
            <a:lvl9pPr>
              <a:defRPr sz="2400" b="1">
                <a:solidFill>
                  <a:srgbClr val="20252A"/>
                </a:solidFill>
                <a:latin typeface="Segoe UI"/>
                <a:ea typeface="Segoe UI"/>
                <a:cs typeface="Segoe UI"/>
              </a:defRPr>
            </a:lvl9pPr>
          </a:lstStyle>
          <a:p xmlns:a="http://schemas.openxmlformats.org/drawingml/2006/main">
            <a:pPr>
              <a:defRPr sz="2400" b="1">
                <a:solidFill>
                  <a:srgbClr val="20252A"/>
                </a:solidFill>
                <a:latin typeface="Segoe UI"/>
                <a:ea typeface="Segoe UI"/>
                <a:cs typeface="Segoe UI"/>
              </a:defRPr>
            </a:pPr>
            <a:r>
              <a:rPr sz="2400" b="1">
                <a:solidFill>
                  <a:srgbClr val="20252A"/>
                </a:solidFill>
                <a:latin typeface="Segoe UI"/>
                <a:ea typeface="Segoe UI"/>
                <a:cs typeface="Segoe UI"/>
              </a:rPr>
              <a:t>L4-E1 · My project contribution</a:t>
            </a:r>
          </a:p>
        </p:txBody>
      </p:sp>
      <p:sp>
        <p:nvSpPr>
          <p:cNvPr id="6" name="text-5">
            <a:extLst xmlns:a="http://schemas.openxmlformats.org/drawingml/2006/main">
              <a:ext uri="{FF2B5EF4-FFF2-40B4-BE49-F238E27FC236}">
                <a16:creationId xmlns:a16="http://schemas.microsoft.com/office/drawing/2014/main" id="{96361FC4-079B-4083-8A16-0F9CB530BBAA}"/>
              </a:ext>
            </a:extLst>
          </p:cNvPr>
          <p:cNvSpPr>
            <a:spLocks xmlns:a="http://schemas.openxmlformats.org/drawingml/2006/main" noGrp="1"/>
          </p:cNvSpPr>
          <p:nvPr/>
        </p:nvSpPr>
        <p:spPr>
          <a:xfrm xmlns:a="http://schemas.openxmlformats.org/drawingml/2006/main">
            <a:off x="609600" y="32861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0">
                <a:solidFill>
                  <a:srgbClr val="20252A"/>
                </a:solidFill>
                <a:latin typeface="Segoe UI"/>
                <a:ea typeface="Segoe UI"/>
                <a:cs typeface="Segoe UI"/>
              </a:defRPr>
            </a:defPPr>
            <a:lvl1pPr>
              <a:defRPr sz="2475" b="0">
                <a:solidFill>
                  <a:srgbClr val="20252A"/>
                </a:solidFill>
                <a:latin typeface="Segoe UI"/>
                <a:ea typeface="Segoe UI"/>
                <a:cs typeface="Segoe UI"/>
              </a:defRPr>
            </a:lvl1pPr>
            <a:lvl2pPr>
              <a:defRPr sz="2475" b="0">
                <a:solidFill>
                  <a:srgbClr val="20252A"/>
                </a:solidFill>
                <a:latin typeface="Segoe UI"/>
                <a:ea typeface="Segoe UI"/>
                <a:cs typeface="Segoe UI"/>
              </a:defRPr>
            </a:lvl2pPr>
            <a:lvl3pPr>
              <a:defRPr sz="2475" b="0">
                <a:solidFill>
                  <a:srgbClr val="20252A"/>
                </a:solidFill>
                <a:latin typeface="Segoe UI"/>
                <a:ea typeface="Segoe UI"/>
                <a:cs typeface="Segoe UI"/>
              </a:defRPr>
            </a:lvl3pPr>
            <a:lvl4pPr>
              <a:defRPr sz="2475" b="0">
                <a:solidFill>
                  <a:srgbClr val="20252A"/>
                </a:solidFill>
                <a:latin typeface="Segoe UI"/>
                <a:ea typeface="Segoe UI"/>
                <a:cs typeface="Segoe UI"/>
              </a:defRPr>
            </a:lvl4pPr>
            <a:lvl5pPr>
              <a:defRPr sz="2475" b="0">
                <a:solidFill>
                  <a:srgbClr val="20252A"/>
                </a:solidFill>
                <a:latin typeface="Segoe UI"/>
                <a:ea typeface="Segoe UI"/>
                <a:cs typeface="Segoe UI"/>
              </a:defRPr>
            </a:lvl5pPr>
            <a:lvl6pPr>
              <a:defRPr sz="2475" b="0">
                <a:solidFill>
                  <a:srgbClr val="20252A"/>
                </a:solidFill>
                <a:latin typeface="Segoe UI"/>
                <a:ea typeface="Segoe UI"/>
                <a:cs typeface="Segoe UI"/>
              </a:defRPr>
            </a:lvl6pPr>
            <a:lvl7pPr>
              <a:defRPr sz="2475" b="0">
                <a:solidFill>
                  <a:srgbClr val="20252A"/>
                </a:solidFill>
                <a:latin typeface="Segoe UI"/>
                <a:ea typeface="Segoe UI"/>
                <a:cs typeface="Segoe UI"/>
              </a:defRPr>
            </a:lvl7pPr>
            <a:lvl8pPr>
              <a:defRPr sz="2475" b="0">
                <a:solidFill>
                  <a:srgbClr val="20252A"/>
                </a:solidFill>
                <a:latin typeface="Segoe UI"/>
                <a:ea typeface="Segoe UI"/>
                <a:cs typeface="Segoe UI"/>
              </a:defRPr>
            </a:lvl8pPr>
            <a:lvl9pPr>
              <a:defRPr sz="2475" b="0">
                <a:solidFill>
                  <a:srgbClr val="20252A"/>
                </a:solidFill>
                <a:latin typeface="Segoe UI"/>
                <a:ea typeface="Segoe UI"/>
                <a:cs typeface="Segoe UI"/>
              </a:defRPr>
            </a:lvl9pPr>
          </a:lstStyle>
          <a:p xmlns:a="http://schemas.openxmlformats.org/drawingml/2006/main">
            <a:pPr>
              <a:defRPr sz="2475" b="0">
                <a:solidFill>
                  <a:srgbClr val="20252A"/>
                </a:solidFill>
                <a:latin typeface="Segoe UI"/>
                <a:ea typeface="Segoe UI"/>
                <a:cs typeface="Segoe UI"/>
              </a:defRPr>
            </a:pPr>
            <a:r>
              <a:rPr sz="2475" b="0">
                <a:solidFill>
                  <a:srgbClr val="20252A"/>
                </a:solidFill>
                <a:latin typeface="Segoe UI"/>
                <a:ea typeface="Segoe UI"/>
                <a:cs typeface="Segoe UI"/>
              </a:rPr>
              <a:t>I can follow my role.</a:t>
            </a:r>
          </a:p>
        </p:txBody>
      </p:sp>
      <p:sp>
        <p:nvSpPr>
          <p:cNvPr id="7" name="text-6">
            <a:extLst xmlns:a="http://schemas.openxmlformats.org/drawingml/2006/main">
              <a:ext uri="{FF2B5EF4-FFF2-40B4-BE49-F238E27FC236}">
                <a16:creationId xmlns:a16="http://schemas.microsoft.com/office/drawing/2014/main" id="{05B3FAEE-BB18-4C0D-BC11-E4A1FE3252F7}"/>
              </a:ext>
            </a:extLst>
          </p:cNvPr>
          <p:cNvSpPr>
            <a:spLocks xmlns:a="http://schemas.openxmlformats.org/drawingml/2006/main" noGrp="1"/>
          </p:cNvSpPr>
          <p:nvPr/>
        </p:nvSpPr>
        <p:spPr>
          <a:xfrm xmlns:a="http://schemas.openxmlformats.org/drawingml/2006/main">
            <a:off x="609600" y="41243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0">
                <a:solidFill>
                  <a:srgbClr val="20252A"/>
                </a:solidFill>
                <a:latin typeface="Segoe UI"/>
                <a:ea typeface="Segoe UI"/>
                <a:cs typeface="Segoe UI"/>
              </a:defRPr>
            </a:defPPr>
            <a:lvl1pPr>
              <a:defRPr sz="2475" b="0">
                <a:solidFill>
                  <a:srgbClr val="20252A"/>
                </a:solidFill>
                <a:latin typeface="Segoe UI"/>
                <a:ea typeface="Segoe UI"/>
                <a:cs typeface="Segoe UI"/>
              </a:defRPr>
            </a:lvl1pPr>
            <a:lvl2pPr>
              <a:defRPr sz="2475" b="0">
                <a:solidFill>
                  <a:srgbClr val="20252A"/>
                </a:solidFill>
                <a:latin typeface="Segoe UI"/>
                <a:ea typeface="Segoe UI"/>
                <a:cs typeface="Segoe UI"/>
              </a:defRPr>
            </a:lvl2pPr>
            <a:lvl3pPr>
              <a:defRPr sz="2475" b="0">
                <a:solidFill>
                  <a:srgbClr val="20252A"/>
                </a:solidFill>
                <a:latin typeface="Segoe UI"/>
                <a:ea typeface="Segoe UI"/>
                <a:cs typeface="Segoe UI"/>
              </a:defRPr>
            </a:lvl3pPr>
            <a:lvl4pPr>
              <a:defRPr sz="2475" b="0">
                <a:solidFill>
                  <a:srgbClr val="20252A"/>
                </a:solidFill>
                <a:latin typeface="Segoe UI"/>
                <a:ea typeface="Segoe UI"/>
                <a:cs typeface="Segoe UI"/>
              </a:defRPr>
            </a:lvl4pPr>
            <a:lvl5pPr>
              <a:defRPr sz="2475" b="0">
                <a:solidFill>
                  <a:srgbClr val="20252A"/>
                </a:solidFill>
                <a:latin typeface="Segoe UI"/>
                <a:ea typeface="Segoe UI"/>
                <a:cs typeface="Segoe UI"/>
              </a:defRPr>
            </a:lvl5pPr>
            <a:lvl6pPr>
              <a:defRPr sz="2475" b="0">
                <a:solidFill>
                  <a:srgbClr val="20252A"/>
                </a:solidFill>
                <a:latin typeface="Segoe UI"/>
                <a:ea typeface="Segoe UI"/>
                <a:cs typeface="Segoe UI"/>
              </a:defRPr>
            </a:lvl6pPr>
            <a:lvl7pPr>
              <a:defRPr sz="2475" b="0">
                <a:solidFill>
                  <a:srgbClr val="20252A"/>
                </a:solidFill>
                <a:latin typeface="Segoe UI"/>
                <a:ea typeface="Segoe UI"/>
                <a:cs typeface="Segoe UI"/>
              </a:defRPr>
            </a:lvl7pPr>
            <a:lvl8pPr>
              <a:defRPr sz="2475" b="0">
                <a:solidFill>
                  <a:srgbClr val="20252A"/>
                </a:solidFill>
                <a:latin typeface="Segoe UI"/>
                <a:ea typeface="Segoe UI"/>
                <a:cs typeface="Segoe UI"/>
              </a:defRPr>
            </a:lvl8pPr>
            <a:lvl9pPr>
              <a:defRPr sz="2475" b="0">
                <a:solidFill>
                  <a:srgbClr val="20252A"/>
                </a:solidFill>
                <a:latin typeface="Segoe UI"/>
                <a:ea typeface="Segoe UI"/>
                <a:cs typeface="Segoe UI"/>
              </a:defRPr>
            </a:lvl9pPr>
          </a:lstStyle>
          <a:p xmlns:a="http://schemas.openxmlformats.org/drawingml/2006/main">
            <a:pPr>
              <a:defRPr sz="2475" b="0">
                <a:solidFill>
                  <a:srgbClr val="20252A"/>
                </a:solidFill>
                <a:latin typeface="Segoe UI"/>
                <a:ea typeface="Segoe UI"/>
                <a:cs typeface="Segoe UI"/>
              </a:defRPr>
            </a:pPr>
            <a:r>
              <a:rPr sz="2475" b="0">
                <a:solidFill>
                  <a:srgbClr val="20252A"/>
                </a:solidFill>
                <a:latin typeface="Segoe UI"/>
                <a:ea typeface="Segoe UI"/>
                <a:cs typeface="Segoe UI"/>
              </a:rPr>
              <a:t>I can weigh and check.</a:t>
            </a:r>
          </a:p>
        </p:txBody>
      </p:sp>
      <p:sp>
        <p:nvSpPr>
          <p:cNvPr id="8" name="text-7">
            <a:extLst xmlns:a="http://schemas.openxmlformats.org/drawingml/2006/main">
              <a:ext uri="{FF2B5EF4-FFF2-40B4-BE49-F238E27FC236}">
                <a16:creationId xmlns:a16="http://schemas.microsoft.com/office/drawing/2014/main" id="{0437B2E0-93B6-4BDE-8B68-99188576C9C0}"/>
              </a:ext>
            </a:extLst>
          </p:cNvPr>
          <p:cNvSpPr>
            <a:spLocks xmlns:a="http://schemas.openxmlformats.org/drawingml/2006/main" noGrp="1"/>
          </p:cNvSpPr>
          <p:nvPr/>
        </p:nvSpPr>
        <p:spPr>
          <a:xfrm xmlns:a="http://schemas.openxmlformats.org/drawingml/2006/main">
            <a:off x="609600" y="49625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0">
                <a:solidFill>
                  <a:srgbClr val="20252A"/>
                </a:solidFill>
                <a:latin typeface="Segoe UI"/>
                <a:ea typeface="Segoe UI"/>
                <a:cs typeface="Segoe UI"/>
              </a:defRPr>
            </a:defPPr>
            <a:lvl1pPr>
              <a:defRPr sz="2475" b="0">
                <a:solidFill>
                  <a:srgbClr val="20252A"/>
                </a:solidFill>
                <a:latin typeface="Segoe UI"/>
                <a:ea typeface="Segoe UI"/>
                <a:cs typeface="Segoe UI"/>
              </a:defRPr>
            </a:lvl1pPr>
            <a:lvl2pPr>
              <a:defRPr sz="2475" b="0">
                <a:solidFill>
                  <a:srgbClr val="20252A"/>
                </a:solidFill>
                <a:latin typeface="Segoe UI"/>
                <a:ea typeface="Segoe UI"/>
                <a:cs typeface="Segoe UI"/>
              </a:defRPr>
            </a:lvl2pPr>
            <a:lvl3pPr>
              <a:defRPr sz="2475" b="0">
                <a:solidFill>
                  <a:srgbClr val="20252A"/>
                </a:solidFill>
                <a:latin typeface="Segoe UI"/>
                <a:ea typeface="Segoe UI"/>
                <a:cs typeface="Segoe UI"/>
              </a:defRPr>
            </a:lvl3pPr>
            <a:lvl4pPr>
              <a:defRPr sz="2475" b="0">
                <a:solidFill>
                  <a:srgbClr val="20252A"/>
                </a:solidFill>
                <a:latin typeface="Segoe UI"/>
                <a:ea typeface="Segoe UI"/>
                <a:cs typeface="Segoe UI"/>
              </a:defRPr>
            </a:lvl4pPr>
            <a:lvl5pPr>
              <a:defRPr sz="2475" b="0">
                <a:solidFill>
                  <a:srgbClr val="20252A"/>
                </a:solidFill>
                <a:latin typeface="Segoe UI"/>
                <a:ea typeface="Segoe UI"/>
                <a:cs typeface="Segoe UI"/>
              </a:defRPr>
            </a:lvl5pPr>
            <a:lvl6pPr>
              <a:defRPr sz="2475" b="0">
                <a:solidFill>
                  <a:srgbClr val="20252A"/>
                </a:solidFill>
                <a:latin typeface="Segoe UI"/>
                <a:ea typeface="Segoe UI"/>
                <a:cs typeface="Segoe UI"/>
              </a:defRPr>
            </a:lvl6pPr>
            <a:lvl7pPr>
              <a:defRPr sz="2475" b="0">
                <a:solidFill>
                  <a:srgbClr val="20252A"/>
                </a:solidFill>
                <a:latin typeface="Segoe UI"/>
                <a:ea typeface="Segoe UI"/>
                <a:cs typeface="Segoe UI"/>
              </a:defRPr>
            </a:lvl7pPr>
            <a:lvl8pPr>
              <a:defRPr sz="2475" b="0">
                <a:solidFill>
                  <a:srgbClr val="20252A"/>
                </a:solidFill>
                <a:latin typeface="Segoe UI"/>
                <a:ea typeface="Segoe UI"/>
                <a:cs typeface="Segoe UI"/>
              </a:defRPr>
            </a:lvl8pPr>
            <a:lvl9pPr>
              <a:defRPr sz="2475" b="0">
                <a:solidFill>
                  <a:srgbClr val="20252A"/>
                </a:solidFill>
                <a:latin typeface="Segoe UI"/>
                <a:ea typeface="Segoe UI"/>
                <a:cs typeface="Segoe UI"/>
              </a:defRPr>
            </a:lvl9pPr>
          </a:lstStyle>
          <a:p xmlns:a="http://schemas.openxmlformats.org/drawingml/2006/main">
            <a:pPr>
              <a:defRPr sz="2475" b="0">
                <a:solidFill>
                  <a:srgbClr val="20252A"/>
                </a:solidFill>
                <a:latin typeface="Segoe UI"/>
                <a:ea typeface="Segoe UI"/>
                <a:cs typeface="Segoe UI"/>
              </a:defRPr>
            </a:pPr>
            <a:r>
              <a:rPr sz="2475" b="0">
                <a:solidFill>
                  <a:srgbClr val="20252A"/>
                </a:solidFill>
                <a:latin typeface="Segoe UI"/>
                <a:ea typeface="Segoe UI"/>
                <a:cs typeface="Segoe UI"/>
              </a:rPr>
              <a:t>I can record my own choice and tool.</a:t>
            </a:r>
          </a:p>
        </p:txBody>
      </p:sp>
    </p:spTree>
    <p:extLst>
      <p:ext uri="{BB962C8B-B14F-4D97-AF65-F5344CB8AC3E}">
        <p14:creationId xmlns:p14="http://schemas.microsoft.com/office/powerpoint/2010/main" val="6132013"/>
      </p:ext>
    </p:extLst>
  </p:cSld>
</p:sld>
</file>

<file path=ppt/slides/slide5.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F15989D1-A7FF-4A7C-AB92-6833A9C2397A}"/>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I DO</a:t>
            </a:r>
          </a:p>
        </p:txBody>
      </p:sp>
      <p:sp>
        <p:nvSpPr>
          <p:cNvPr id="2" name="text-1">
            <a:extLst xmlns:a="http://schemas.openxmlformats.org/drawingml/2006/main">
              <a:ext uri="{FF2B5EF4-FFF2-40B4-BE49-F238E27FC236}">
                <a16:creationId xmlns:a16="http://schemas.microsoft.com/office/drawing/2014/main" id="{D8505688-B088-4EF7-93BC-E840706DB17C}"/>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L4a</a:t>
            </a:r>
          </a:p>
        </p:txBody>
      </p:sp>
      <p:sp>
        <p:nvSpPr>
          <p:cNvPr id="3" name="text-2">
            <a:extLst xmlns:a="http://schemas.openxmlformats.org/drawingml/2006/main">
              <a:ext uri="{FF2B5EF4-FFF2-40B4-BE49-F238E27FC236}">
                <a16:creationId xmlns:a16="http://schemas.microsoft.com/office/drawing/2014/main" id="{AC700FA8-128D-4385-9E31-1C16C3D04511}"/>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5 / 24 · 4 min</a:t>
            </a:r>
          </a:p>
        </p:txBody>
      </p:sp>
      <p:sp>
        <p:nvSpPr>
          <p:cNvPr id="4" name="text-3">
            <a:extLst xmlns:a="http://schemas.openxmlformats.org/drawingml/2006/main">
              <a:ext uri="{FF2B5EF4-FFF2-40B4-BE49-F238E27FC236}">
                <a16:creationId xmlns:a16="http://schemas.microsoft.com/office/drawing/2014/main" id="{2C185C88-6CB2-4A3C-B474-16001A5020E1}"/>
              </a:ext>
            </a:extLst>
          </p:cNvPr>
          <p:cNvSpPr>
            <a:spLocks xmlns:a="http://schemas.openxmlformats.org/drawingml/2006/main" noGrp="1"/>
          </p:cNvSpPr>
          <p:nvPr/>
        </p:nvSpPr>
        <p:spPr>
          <a:xfrm xmlns:a="http://schemas.openxmlformats.org/drawingml/2006/main">
            <a:off x="609600" y="12573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700" b="1">
                <a:solidFill>
                  <a:srgbClr val="20252A"/>
                </a:solidFill>
                <a:latin typeface="Segoe UI"/>
                <a:ea typeface="Segoe UI"/>
                <a:cs typeface="Segoe UI"/>
              </a:defRPr>
            </a:defPPr>
            <a:lvl1pPr>
              <a:defRPr sz="2700" b="1">
                <a:solidFill>
                  <a:srgbClr val="20252A"/>
                </a:solidFill>
                <a:latin typeface="Segoe UI"/>
                <a:ea typeface="Segoe UI"/>
                <a:cs typeface="Segoe UI"/>
              </a:defRPr>
            </a:lvl1pPr>
            <a:lvl2pPr>
              <a:defRPr sz="2700" b="1">
                <a:solidFill>
                  <a:srgbClr val="20252A"/>
                </a:solidFill>
                <a:latin typeface="Segoe UI"/>
                <a:ea typeface="Segoe UI"/>
                <a:cs typeface="Segoe UI"/>
              </a:defRPr>
            </a:lvl2pPr>
            <a:lvl3pPr>
              <a:defRPr sz="2700" b="1">
                <a:solidFill>
                  <a:srgbClr val="20252A"/>
                </a:solidFill>
                <a:latin typeface="Segoe UI"/>
                <a:ea typeface="Segoe UI"/>
                <a:cs typeface="Segoe UI"/>
              </a:defRPr>
            </a:lvl3pPr>
            <a:lvl4pPr>
              <a:defRPr sz="2700" b="1">
                <a:solidFill>
                  <a:srgbClr val="20252A"/>
                </a:solidFill>
                <a:latin typeface="Segoe UI"/>
                <a:ea typeface="Segoe UI"/>
                <a:cs typeface="Segoe UI"/>
              </a:defRPr>
            </a:lvl4pPr>
            <a:lvl5pPr>
              <a:defRPr sz="2700" b="1">
                <a:solidFill>
                  <a:srgbClr val="20252A"/>
                </a:solidFill>
                <a:latin typeface="Segoe UI"/>
                <a:ea typeface="Segoe UI"/>
                <a:cs typeface="Segoe UI"/>
              </a:defRPr>
            </a:lvl5pPr>
            <a:lvl6pPr>
              <a:defRPr sz="2700" b="1">
                <a:solidFill>
                  <a:srgbClr val="20252A"/>
                </a:solidFill>
                <a:latin typeface="Segoe UI"/>
                <a:ea typeface="Segoe UI"/>
                <a:cs typeface="Segoe UI"/>
              </a:defRPr>
            </a:lvl6pPr>
            <a:lvl7pPr>
              <a:defRPr sz="2700" b="1">
                <a:solidFill>
                  <a:srgbClr val="20252A"/>
                </a:solidFill>
                <a:latin typeface="Segoe UI"/>
                <a:ea typeface="Segoe UI"/>
                <a:cs typeface="Segoe UI"/>
              </a:defRPr>
            </a:lvl7pPr>
            <a:lvl8pPr>
              <a:defRPr sz="2700" b="1">
                <a:solidFill>
                  <a:srgbClr val="20252A"/>
                </a:solidFill>
                <a:latin typeface="Segoe UI"/>
                <a:ea typeface="Segoe UI"/>
                <a:cs typeface="Segoe UI"/>
              </a:defRPr>
            </a:lvl8pPr>
            <a:lvl9pPr>
              <a:defRPr sz="2700" b="1">
                <a:solidFill>
                  <a:srgbClr val="20252A"/>
                </a:solidFill>
                <a:latin typeface="Segoe UI"/>
                <a:ea typeface="Segoe UI"/>
                <a:cs typeface="Segoe UI"/>
              </a:defRPr>
            </a:lvl9pPr>
          </a:lstStyle>
          <a:p xmlns:a="http://schemas.openxmlformats.org/drawingml/2006/main">
            <a:pPr>
              <a:defRPr sz="2700" b="1">
                <a:solidFill>
                  <a:srgbClr val="20252A"/>
                </a:solidFill>
                <a:latin typeface="Segoe UI"/>
                <a:ea typeface="Segoe UI"/>
                <a:cs typeface="Segoe UI"/>
              </a:defRPr>
            </a:pPr>
            <a:r>
              <a:rPr sz="2700" b="1">
                <a:solidFill>
                  <a:srgbClr val="20252A"/>
                </a:solidFill>
                <a:latin typeface="Segoe UI"/>
                <a:ea typeface="Segoe UI"/>
                <a:cs typeface="Segoe UI"/>
              </a:rPr>
              <a:t>Watch the safe start.</a:t>
            </a:r>
          </a:p>
        </p:txBody>
      </p:sp>
      <p:pic>
        <p:nvPicPr>
          <p:cNvPr id="5" name="Tie hair back. Wear an apron." descr="Tie hair back. Wear an apron.">
            <a:extLst xmlns:a="http://schemas.openxmlformats.org/drawingml/2006/main">
              <a:ext uri="{FF2B5EF4-FFF2-40B4-BE49-F238E27FC236}">
                <a16:creationId xmlns:a16="http://schemas.microsoft.com/office/drawing/2014/main" id="{2A9FF27D-31E2-4DF4-BEC9-B192202361B1}"/>
              </a:ext>
            </a:extLst>
          </p:cNvPr>
          <p:cNvPicPr>
            <a:picLocks xmlns:a="http://schemas.openxmlformats.org/drawingml/2006/main" noChangeAspect="1"/>
          </p:cNvPicPr>
          <p:nvPr/>
        </p:nvPicPr>
        <p:blipFill>
          <a:blip xmlns:r="http://schemas.openxmlformats.org/officeDocument/2006/relationships" xmlns:a="http://schemas.openxmlformats.org/drawingml/2006/main" r:embed="R93da6fb71db246de"/>
          <a:stretch xmlns:a="http://schemas.openxmlformats.org/drawingml/2006/main"/>
        </p:blipFill>
        <p:spPr>
          <a:xfrm xmlns:a="http://schemas.openxmlformats.org/drawingml/2006/main">
            <a:off x="609600" y="2105025"/>
            <a:ext cx="685800" cy="68580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75A6FC0F-E119-4EF4-BEB8-6F2216A90D07}"/>
              </a:ext>
            </a:extLst>
          </p:cNvPr>
          <p:cNvSpPr>
            <a:spLocks xmlns:a="http://schemas.openxmlformats.org/drawingml/2006/main" noGrp="1"/>
          </p:cNvSpPr>
          <p:nvPr/>
        </p:nvSpPr>
        <p:spPr>
          <a:xfrm xmlns:a="http://schemas.openxmlformats.org/drawingml/2006/main">
            <a:off x="1543050" y="2181225"/>
            <a:ext cx="43338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00" b="1">
                <a:solidFill>
                  <a:srgbClr val="20252A"/>
                </a:solidFill>
                <a:latin typeface="Segoe UI"/>
                <a:ea typeface="Segoe UI"/>
                <a:cs typeface="Segoe UI"/>
              </a:defRPr>
            </a:defPPr>
            <a:lvl1pPr>
              <a:defRPr sz="2400" b="1">
                <a:solidFill>
                  <a:srgbClr val="20252A"/>
                </a:solidFill>
                <a:latin typeface="Segoe UI"/>
                <a:ea typeface="Segoe UI"/>
                <a:cs typeface="Segoe UI"/>
              </a:defRPr>
            </a:lvl1pPr>
            <a:lvl2pPr>
              <a:defRPr sz="2400" b="1">
                <a:solidFill>
                  <a:srgbClr val="20252A"/>
                </a:solidFill>
                <a:latin typeface="Segoe UI"/>
                <a:ea typeface="Segoe UI"/>
                <a:cs typeface="Segoe UI"/>
              </a:defRPr>
            </a:lvl2pPr>
            <a:lvl3pPr>
              <a:defRPr sz="2400" b="1">
                <a:solidFill>
                  <a:srgbClr val="20252A"/>
                </a:solidFill>
                <a:latin typeface="Segoe UI"/>
                <a:ea typeface="Segoe UI"/>
                <a:cs typeface="Segoe UI"/>
              </a:defRPr>
            </a:lvl3pPr>
            <a:lvl4pPr>
              <a:defRPr sz="2400" b="1">
                <a:solidFill>
                  <a:srgbClr val="20252A"/>
                </a:solidFill>
                <a:latin typeface="Segoe UI"/>
                <a:ea typeface="Segoe UI"/>
                <a:cs typeface="Segoe UI"/>
              </a:defRPr>
            </a:lvl4pPr>
            <a:lvl5pPr>
              <a:defRPr sz="2400" b="1">
                <a:solidFill>
                  <a:srgbClr val="20252A"/>
                </a:solidFill>
                <a:latin typeface="Segoe UI"/>
                <a:ea typeface="Segoe UI"/>
                <a:cs typeface="Segoe UI"/>
              </a:defRPr>
            </a:lvl5pPr>
            <a:lvl6pPr>
              <a:defRPr sz="2400" b="1">
                <a:solidFill>
                  <a:srgbClr val="20252A"/>
                </a:solidFill>
                <a:latin typeface="Segoe UI"/>
                <a:ea typeface="Segoe UI"/>
                <a:cs typeface="Segoe UI"/>
              </a:defRPr>
            </a:lvl6pPr>
            <a:lvl7pPr>
              <a:defRPr sz="2400" b="1">
                <a:solidFill>
                  <a:srgbClr val="20252A"/>
                </a:solidFill>
                <a:latin typeface="Segoe UI"/>
                <a:ea typeface="Segoe UI"/>
                <a:cs typeface="Segoe UI"/>
              </a:defRPr>
            </a:lvl7pPr>
            <a:lvl8pPr>
              <a:defRPr sz="2400" b="1">
                <a:solidFill>
                  <a:srgbClr val="20252A"/>
                </a:solidFill>
                <a:latin typeface="Segoe UI"/>
                <a:ea typeface="Segoe UI"/>
                <a:cs typeface="Segoe UI"/>
              </a:defRPr>
            </a:lvl8pPr>
            <a:lvl9pPr>
              <a:defRPr sz="2400" b="1">
                <a:solidFill>
                  <a:srgbClr val="20252A"/>
                </a:solidFill>
                <a:latin typeface="Segoe UI"/>
                <a:ea typeface="Segoe UI"/>
                <a:cs typeface="Segoe UI"/>
              </a:defRPr>
            </a:lvl9pPr>
          </a:lstStyle>
          <a:p xmlns:a="http://schemas.openxmlformats.org/drawingml/2006/main">
            <a:pPr>
              <a:defRPr sz="2400" b="1">
                <a:solidFill>
                  <a:srgbClr val="20252A"/>
                </a:solidFill>
                <a:latin typeface="Segoe UI"/>
                <a:ea typeface="Segoe UI"/>
                <a:cs typeface="Segoe UI"/>
              </a:defRPr>
            </a:pPr>
            <a:r>
              <a:rPr sz="2400" b="1">
                <a:solidFill>
                  <a:srgbClr val="20252A"/>
                </a:solidFill>
                <a:latin typeface="Segoe UI"/>
                <a:ea typeface="Segoe UI"/>
                <a:cs typeface="Segoe UI"/>
              </a:rPr>
              <a:t>Tie hair back. Wear an apron.</a:t>
            </a:r>
          </a:p>
        </p:txBody>
      </p:sp>
      <p:pic>
        <p:nvPicPr>
          <p:cNvPr id="7" name="Wash and dry hands." descr="Wash and dry hands.">
            <a:extLst xmlns:a="http://schemas.openxmlformats.org/drawingml/2006/main">
              <a:ext uri="{FF2B5EF4-FFF2-40B4-BE49-F238E27FC236}">
                <a16:creationId xmlns:a16="http://schemas.microsoft.com/office/drawing/2014/main" id="{EE97CB76-AF03-4E66-8BD2-14AC06D10597}"/>
              </a:ext>
            </a:extLst>
          </p:cNvPr>
          <p:cNvPicPr>
            <a:picLocks xmlns:a="http://schemas.openxmlformats.org/drawingml/2006/main" noChangeAspect="1"/>
          </p:cNvPicPr>
          <p:nvPr/>
        </p:nvPicPr>
        <p:blipFill>
          <a:blip xmlns:r="http://schemas.openxmlformats.org/officeDocument/2006/relationships" xmlns:a="http://schemas.openxmlformats.org/drawingml/2006/main" r:embed="Rb71e97208a854bb7"/>
          <a:stretch xmlns:a="http://schemas.openxmlformats.org/drawingml/2006/main"/>
        </p:blipFill>
        <p:spPr>
          <a:xfrm xmlns:a="http://schemas.openxmlformats.org/drawingml/2006/main">
            <a:off x="6324600" y="2105025"/>
            <a:ext cx="685800" cy="685800"/>
          </a:xfrm>
          <a:prstGeom xmlns:a="http://schemas.openxmlformats.org/drawingml/2006/main" prst="rect">
            <a:avLst/>
          </a:prstGeom>
        </p:spPr>
      </p:pic>
      <p:sp>
        <p:nvSpPr>
          <p:cNvPr id="8" name="text-5">
            <a:extLst xmlns:a="http://schemas.openxmlformats.org/drawingml/2006/main">
              <a:ext uri="{FF2B5EF4-FFF2-40B4-BE49-F238E27FC236}">
                <a16:creationId xmlns:a16="http://schemas.microsoft.com/office/drawing/2014/main" id="{143BC2B6-7115-42FE-A7EF-1790432F0263}"/>
              </a:ext>
            </a:extLst>
          </p:cNvPr>
          <p:cNvSpPr>
            <a:spLocks xmlns:a="http://schemas.openxmlformats.org/drawingml/2006/main" noGrp="1"/>
          </p:cNvSpPr>
          <p:nvPr/>
        </p:nvSpPr>
        <p:spPr>
          <a:xfrm xmlns:a="http://schemas.openxmlformats.org/drawingml/2006/main">
            <a:off x="7258050" y="2181225"/>
            <a:ext cx="43338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00" b="1">
                <a:solidFill>
                  <a:srgbClr val="20252A"/>
                </a:solidFill>
                <a:latin typeface="Segoe UI"/>
                <a:ea typeface="Segoe UI"/>
                <a:cs typeface="Segoe UI"/>
              </a:defRPr>
            </a:defPPr>
            <a:lvl1pPr>
              <a:defRPr sz="2400" b="1">
                <a:solidFill>
                  <a:srgbClr val="20252A"/>
                </a:solidFill>
                <a:latin typeface="Segoe UI"/>
                <a:ea typeface="Segoe UI"/>
                <a:cs typeface="Segoe UI"/>
              </a:defRPr>
            </a:lvl1pPr>
            <a:lvl2pPr>
              <a:defRPr sz="2400" b="1">
                <a:solidFill>
                  <a:srgbClr val="20252A"/>
                </a:solidFill>
                <a:latin typeface="Segoe UI"/>
                <a:ea typeface="Segoe UI"/>
                <a:cs typeface="Segoe UI"/>
              </a:defRPr>
            </a:lvl2pPr>
            <a:lvl3pPr>
              <a:defRPr sz="2400" b="1">
                <a:solidFill>
                  <a:srgbClr val="20252A"/>
                </a:solidFill>
                <a:latin typeface="Segoe UI"/>
                <a:ea typeface="Segoe UI"/>
                <a:cs typeface="Segoe UI"/>
              </a:defRPr>
            </a:lvl3pPr>
            <a:lvl4pPr>
              <a:defRPr sz="2400" b="1">
                <a:solidFill>
                  <a:srgbClr val="20252A"/>
                </a:solidFill>
                <a:latin typeface="Segoe UI"/>
                <a:ea typeface="Segoe UI"/>
                <a:cs typeface="Segoe UI"/>
              </a:defRPr>
            </a:lvl4pPr>
            <a:lvl5pPr>
              <a:defRPr sz="2400" b="1">
                <a:solidFill>
                  <a:srgbClr val="20252A"/>
                </a:solidFill>
                <a:latin typeface="Segoe UI"/>
                <a:ea typeface="Segoe UI"/>
                <a:cs typeface="Segoe UI"/>
              </a:defRPr>
            </a:lvl5pPr>
            <a:lvl6pPr>
              <a:defRPr sz="2400" b="1">
                <a:solidFill>
                  <a:srgbClr val="20252A"/>
                </a:solidFill>
                <a:latin typeface="Segoe UI"/>
                <a:ea typeface="Segoe UI"/>
                <a:cs typeface="Segoe UI"/>
              </a:defRPr>
            </a:lvl6pPr>
            <a:lvl7pPr>
              <a:defRPr sz="2400" b="1">
                <a:solidFill>
                  <a:srgbClr val="20252A"/>
                </a:solidFill>
                <a:latin typeface="Segoe UI"/>
                <a:ea typeface="Segoe UI"/>
                <a:cs typeface="Segoe UI"/>
              </a:defRPr>
            </a:lvl7pPr>
            <a:lvl8pPr>
              <a:defRPr sz="2400" b="1">
                <a:solidFill>
                  <a:srgbClr val="20252A"/>
                </a:solidFill>
                <a:latin typeface="Segoe UI"/>
                <a:ea typeface="Segoe UI"/>
                <a:cs typeface="Segoe UI"/>
              </a:defRPr>
            </a:lvl8pPr>
            <a:lvl9pPr>
              <a:defRPr sz="2400" b="1">
                <a:solidFill>
                  <a:srgbClr val="20252A"/>
                </a:solidFill>
                <a:latin typeface="Segoe UI"/>
                <a:ea typeface="Segoe UI"/>
                <a:cs typeface="Segoe UI"/>
              </a:defRPr>
            </a:lvl9pPr>
          </a:lstStyle>
          <a:p xmlns:a="http://schemas.openxmlformats.org/drawingml/2006/main">
            <a:pPr>
              <a:defRPr sz="2400" b="1">
                <a:solidFill>
                  <a:srgbClr val="20252A"/>
                </a:solidFill>
                <a:latin typeface="Segoe UI"/>
                <a:ea typeface="Segoe UI"/>
                <a:cs typeface="Segoe UI"/>
              </a:defRPr>
            </a:pPr>
            <a:r>
              <a:rPr sz="2400" b="1">
                <a:solidFill>
                  <a:srgbClr val="20252A"/>
                </a:solidFill>
                <a:latin typeface="Segoe UI"/>
                <a:ea typeface="Segoe UI"/>
                <a:cs typeface="Segoe UI"/>
              </a:rPr>
              <a:t>Wash and dry hands.</a:t>
            </a:r>
          </a:p>
        </p:txBody>
      </p:sp>
      <p:pic>
        <p:nvPicPr>
          <p:cNvPr id="9" name="Use a clean bowl and bench." descr="Use a clean bowl and bench.">
            <a:extLst xmlns:a="http://schemas.openxmlformats.org/drawingml/2006/main">
              <a:ext uri="{FF2B5EF4-FFF2-40B4-BE49-F238E27FC236}">
                <a16:creationId xmlns:a16="http://schemas.microsoft.com/office/drawing/2014/main" id="{F83AAB87-6B16-42DB-93CF-650F458EF1A3}"/>
              </a:ext>
            </a:extLst>
          </p:cNvPr>
          <p:cNvPicPr>
            <a:picLocks xmlns:a="http://schemas.openxmlformats.org/drawingml/2006/main" noChangeAspect="1"/>
          </p:cNvPicPr>
          <p:nvPr/>
        </p:nvPicPr>
        <p:blipFill>
          <a:blip xmlns:r="http://schemas.openxmlformats.org/officeDocument/2006/relationships" xmlns:a="http://schemas.openxmlformats.org/drawingml/2006/main" r:embed="R43874696b0ad4c36"/>
          <a:stretch xmlns:a="http://schemas.openxmlformats.org/drawingml/2006/main"/>
        </p:blipFill>
        <p:spPr>
          <a:xfrm xmlns:a="http://schemas.openxmlformats.org/drawingml/2006/main">
            <a:off x="609600" y="3724275"/>
            <a:ext cx="685800" cy="685800"/>
          </a:xfrm>
          <a:prstGeom xmlns:a="http://schemas.openxmlformats.org/drawingml/2006/main" prst="rect">
            <a:avLst/>
          </a:prstGeom>
        </p:spPr>
      </p:pic>
      <p:sp>
        <p:nvSpPr>
          <p:cNvPr id="10" name="text-6">
            <a:extLst xmlns:a="http://schemas.openxmlformats.org/drawingml/2006/main">
              <a:ext uri="{FF2B5EF4-FFF2-40B4-BE49-F238E27FC236}">
                <a16:creationId xmlns:a16="http://schemas.microsoft.com/office/drawing/2014/main" id="{DCF8B6A9-EC14-4362-AA47-5FC91157AD1B}"/>
              </a:ext>
            </a:extLst>
          </p:cNvPr>
          <p:cNvSpPr>
            <a:spLocks xmlns:a="http://schemas.openxmlformats.org/drawingml/2006/main" noGrp="1"/>
          </p:cNvSpPr>
          <p:nvPr/>
        </p:nvSpPr>
        <p:spPr>
          <a:xfrm xmlns:a="http://schemas.openxmlformats.org/drawingml/2006/main">
            <a:off x="1543050" y="3800475"/>
            <a:ext cx="43338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00" b="1">
                <a:solidFill>
                  <a:srgbClr val="20252A"/>
                </a:solidFill>
                <a:latin typeface="Segoe UI"/>
                <a:ea typeface="Segoe UI"/>
                <a:cs typeface="Segoe UI"/>
              </a:defRPr>
            </a:defPPr>
            <a:lvl1pPr>
              <a:defRPr sz="2400" b="1">
                <a:solidFill>
                  <a:srgbClr val="20252A"/>
                </a:solidFill>
                <a:latin typeface="Segoe UI"/>
                <a:ea typeface="Segoe UI"/>
                <a:cs typeface="Segoe UI"/>
              </a:defRPr>
            </a:lvl1pPr>
            <a:lvl2pPr>
              <a:defRPr sz="2400" b="1">
                <a:solidFill>
                  <a:srgbClr val="20252A"/>
                </a:solidFill>
                <a:latin typeface="Segoe UI"/>
                <a:ea typeface="Segoe UI"/>
                <a:cs typeface="Segoe UI"/>
              </a:defRPr>
            </a:lvl2pPr>
            <a:lvl3pPr>
              <a:defRPr sz="2400" b="1">
                <a:solidFill>
                  <a:srgbClr val="20252A"/>
                </a:solidFill>
                <a:latin typeface="Segoe UI"/>
                <a:ea typeface="Segoe UI"/>
                <a:cs typeface="Segoe UI"/>
              </a:defRPr>
            </a:lvl3pPr>
            <a:lvl4pPr>
              <a:defRPr sz="2400" b="1">
                <a:solidFill>
                  <a:srgbClr val="20252A"/>
                </a:solidFill>
                <a:latin typeface="Segoe UI"/>
                <a:ea typeface="Segoe UI"/>
                <a:cs typeface="Segoe UI"/>
              </a:defRPr>
            </a:lvl4pPr>
            <a:lvl5pPr>
              <a:defRPr sz="2400" b="1">
                <a:solidFill>
                  <a:srgbClr val="20252A"/>
                </a:solidFill>
                <a:latin typeface="Segoe UI"/>
                <a:ea typeface="Segoe UI"/>
                <a:cs typeface="Segoe UI"/>
              </a:defRPr>
            </a:lvl5pPr>
            <a:lvl6pPr>
              <a:defRPr sz="2400" b="1">
                <a:solidFill>
                  <a:srgbClr val="20252A"/>
                </a:solidFill>
                <a:latin typeface="Segoe UI"/>
                <a:ea typeface="Segoe UI"/>
                <a:cs typeface="Segoe UI"/>
              </a:defRPr>
            </a:lvl6pPr>
            <a:lvl7pPr>
              <a:defRPr sz="2400" b="1">
                <a:solidFill>
                  <a:srgbClr val="20252A"/>
                </a:solidFill>
                <a:latin typeface="Segoe UI"/>
                <a:ea typeface="Segoe UI"/>
                <a:cs typeface="Segoe UI"/>
              </a:defRPr>
            </a:lvl7pPr>
            <a:lvl8pPr>
              <a:defRPr sz="2400" b="1">
                <a:solidFill>
                  <a:srgbClr val="20252A"/>
                </a:solidFill>
                <a:latin typeface="Segoe UI"/>
                <a:ea typeface="Segoe UI"/>
                <a:cs typeface="Segoe UI"/>
              </a:defRPr>
            </a:lvl8pPr>
            <a:lvl9pPr>
              <a:defRPr sz="2400" b="1">
                <a:solidFill>
                  <a:srgbClr val="20252A"/>
                </a:solidFill>
                <a:latin typeface="Segoe UI"/>
                <a:ea typeface="Segoe UI"/>
                <a:cs typeface="Segoe UI"/>
              </a:defRPr>
            </a:lvl9pPr>
          </a:lstStyle>
          <a:p xmlns:a="http://schemas.openxmlformats.org/drawingml/2006/main">
            <a:pPr>
              <a:defRPr sz="2400" b="1">
                <a:solidFill>
                  <a:srgbClr val="20252A"/>
                </a:solidFill>
                <a:latin typeface="Segoe UI"/>
                <a:ea typeface="Segoe UI"/>
                <a:cs typeface="Segoe UI"/>
              </a:defRPr>
            </a:pPr>
            <a:r>
              <a:rPr sz="2400" b="1">
                <a:solidFill>
                  <a:srgbClr val="20252A"/>
                </a:solidFill>
                <a:latin typeface="Segoe UI"/>
                <a:ea typeface="Segoe UI"/>
                <a:cs typeface="Segoe UI"/>
              </a:rPr>
              <a:t>Use a clean bowl and bench.</a:t>
            </a:r>
          </a:p>
        </p:txBody>
      </p:sp>
      <p:pic>
        <p:nvPicPr>
          <p:cNvPr id="11" name="Check every ingredient pack." descr="Check every ingredient pack.">
            <a:extLst xmlns:a="http://schemas.openxmlformats.org/drawingml/2006/main">
              <a:ext uri="{FF2B5EF4-FFF2-40B4-BE49-F238E27FC236}">
                <a16:creationId xmlns:a16="http://schemas.microsoft.com/office/drawing/2014/main" id="{F663DB7D-CC89-4B48-817A-A0CA2C4E60E7}"/>
              </a:ext>
            </a:extLst>
          </p:cNvPr>
          <p:cNvPicPr>
            <a:picLocks xmlns:a="http://schemas.openxmlformats.org/drawingml/2006/main" noChangeAspect="1"/>
          </p:cNvPicPr>
          <p:nvPr/>
        </p:nvPicPr>
        <p:blipFill>
          <a:blip xmlns:r="http://schemas.openxmlformats.org/officeDocument/2006/relationships" xmlns:a="http://schemas.openxmlformats.org/drawingml/2006/main" r:embed="R95c5b9a6261e43c8"/>
          <a:stretch xmlns:a="http://schemas.openxmlformats.org/drawingml/2006/main"/>
        </p:blipFill>
        <p:spPr>
          <a:xfrm xmlns:a="http://schemas.openxmlformats.org/drawingml/2006/main">
            <a:off x="6324600" y="3724275"/>
            <a:ext cx="685800" cy="685800"/>
          </a:xfrm>
          <a:prstGeom xmlns:a="http://schemas.openxmlformats.org/drawingml/2006/main" prst="rect">
            <a:avLst/>
          </a:prstGeom>
        </p:spPr>
      </p:pic>
      <p:sp>
        <p:nvSpPr>
          <p:cNvPr id="12" name="text-7">
            <a:extLst xmlns:a="http://schemas.openxmlformats.org/drawingml/2006/main">
              <a:ext uri="{FF2B5EF4-FFF2-40B4-BE49-F238E27FC236}">
                <a16:creationId xmlns:a16="http://schemas.microsoft.com/office/drawing/2014/main" id="{025E75EF-DB15-4130-91A9-914B6E3562F6}"/>
              </a:ext>
            </a:extLst>
          </p:cNvPr>
          <p:cNvSpPr>
            <a:spLocks xmlns:a="http://schemas.openxmlformats.org/drawingml/2006/main" noGrp="1"/>
          </p:cNvSpPr>
          <p:nvPr/>
        </p:nvSpPr>
        <p:spPr>
          <a:xfrm xmlns:a="http://schemas.openxmlformats.org/drawingml/2006/main">
            <a:off x="7258050" y="3800475"/>
            <a:ext cx="43338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00" b="1">
                <a:solidFill>
                  <a:srgbClr val="20252A"/>
                </a:solidFill>
                <a:latin typeface="Segoe UI"/>
                <a:ea typeface="Segoe UI"/>
                <a:cs typeface="Segoe UI"/>
              </a:defRPr>
            </a:defPPr>
            <a:lvl1pPr>
              <a:defRPr sz="2400" b="1">
                <a:solidFill>
                  <a:srgbClr val="20252A"/>
                </a:solidFill>
                <a:latin typeface="Segoe UI"/>
                <a:ea typeface="Segoe UI"/>
                <a:cs typeface="Segoe UI"/>
              </a:defRPr>
            </a:lvl1pPr>
            <a:lvl2pPr>
              <a:defRPr sz="2400" b="1">
                <a:solidFill>
                  <a:srgbClr val="20252A"/>
                </a:solidFill>
                <a:latin typeface="Segoe UI"/>
                <a:ea typeface="Segoe UI"/>
                <a:cs typeface="Segoe UI"/>
              </a:defRPr>
            </a:lvl2pPr>
            <a:lvl3pPr>
              <a:defRPr sz="2400" b="1">
                <a:solidFill>
                  <a:srgbClr val="20252A"/>
                </a:solidFill>
                <a:latin typeface="Segoe UI"/>
                <a:ea typeface="Segoe UI"/>
                <a:cs typeface="Segoe UI"/>
              </a:defRPr>
            </a:lvl3pPr>
            <a:lvl4pPr>
              <a:defRPr sz="2400" b="1">
                <a:solidFill>
                  <a:srgbClr val="20252A"/>
                </a:solidFill>
                <a:latin typeface="Segoe UI"/>
                <a:ea typeface="Segoe UI"/>
                <a:cs typeface="Segoe UI"/>
              </a:defRPr>
            </a:lvl4pPr>
            <a:lvl5pPr>
              <a:defRPr sz="2400" b="1">
                <a:solidFill>
                  <a:srgbClr val="20252A"/>
                </a:solidFill>
                <a:latin typeface="Segoe UI"/>
                <a:ea typeface="Segoe UI"/>
                <a:cs typeface="Segoe UI"/>
              </a:defRPr>
            </a:lvl5pPr>
            <a:lvl6pPr>
              <a:defRPr sz="2400" b="1">
                <a:solidFill>
                  <a:srgbClr val="20252A"/>
                </a:solidFill>
                <a:latin typeface="Segoe UI"/>
                <a:ea typeface="Segoe UI"/>
                <a:cs typeface="Segoe UI"/>
              </a:defRPr>
            </a:lvl6pPr>
            <a:lvl7pPr>
              <a:defRPr sz="2400" b="1">
                <a:solidFill>
                  <a:srgbClr val="20252A"/>
                </a:solidFill>
                <a:latin typeface="Segoe UI"/>
                <a:ea typeface="Segoe UI"/>
                <a:cs typeface="Segoe UI"/>
              </a:defRPr>
            </a:lvl7pPr>
            <a:lvl8pPr>
              <a:defRPr sz="2400" b="1">
                <a:solidFill>
                  <a:srgbClr val="20252A"/>
                </a:solidFill>
                <a:latin typeface="Segoe UI"/>
                <a:ea typeface="Segoe UI"/>
                <a:cs typeface="Segoe UI"/>
              </a:defRPr>
            </a:lvl8pPr>
            <a:lvl9pPr>
              <a:defRPr sz="2400" b="1">
                <a:solidFill>
                  <a:srgbClr val="20252A"/>
                </a:solidFill>
                <a:latin typeface="Segoe UI"/>
                <a:ea typeface="Segoe UI"/>
                <a:cs typeface="Segoe UI"/>
              </a:defRPr>
            </a:lvl9pPr>
          </a:lstStyle>
          <a:p xmlns:a="http://schemas.openxmlformats.org/drawingml/2006/main">
            <a:pPr>
              <a:defRPr sz="2400" b="1">
                <a:solidFill>
                  <a:srgbClr val="20252A"/>
                </a:solidFill>
                <a:latin typeface="Segoe UI"/>
                <a:ea typeface="Segoe UI"/>
                <a:cs typeface="Segoe UI"/>
              </a:defRPr>
            </a:pPr>
            <a:r>
              <a:rPr sz="2400" b="1">
                <a:solidFill>
                  <a:srgbClr val="20252A"/>
                </a:solidFill>
                <a:latin typeface="Segoe UI"/>
                <a:ea typeface="Segoe UI"/>
                <a:cs typeface="Segoe UI"/>
              </a:rPr>
              <a:t>Check every ingredient pack.</a:t>
            </a:r>
          </a:p>
        </p:txBody>
      </p:sp>
      <p:sp>
        <p:nvSpPr>
          <p:cNvPr id="13" name="text-8">
            <a:extLst xmlns:a="http://schemas.openxmlformats.org/drawingml/2006/main">
              <a:ext uri="{FF2B5EF4-FFF2-40B4-BE49-F238E27FC236}">
                <a16:creationId xmlns:a16="http://schemas.microsoft.com/office/drawing/2014/main" id="{9FE42EDD-7728-4C24-8FF8-0F66FC4A7AF7}"/>
              </a:ext>
            </a:extLst>
          </p:cNvPr>
          <p:cNvSpPr>
            <a:spLocks xmlns:a="http://schemas.openxmlformats.org/drawingml/2006/main" noGrp="1"/>
          </p:cNvSpPr>
          <p:nvPr/>
        </p:nvSpPr>
        <p:spPr>
          <a:xfrm xmlns:a="http://schemas.openxmlformats.org/drawingml/2006/main">
            <a:off x="609600" y="60102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20252A"/>
                </a:solidFill>
                <a:latin typeface="Segoe UI"/>
                <a:ea typeface="Segoe UI"/>
                <a:cs typeface="Segoe UI"/>
              </a:defRPr>
            </a:defPPr>
            <a:lvl1pPr>
              <a:defRPr sz="1950" b="1">
                <a:solidFill>
                  <a:srgbClr val="20252A"/>
                </a:solidFill>
                <a:latin typeface="Segoe UI"/>
                <a:ea typeface="Segoe UI"/>
                <a:cs typeface="Segoe UI"/>
              </a:defRPr>
            </a:lvl1pPr>
            <a:lvl2pPr>
              <a:defRPr sz="1950" b="1">
                <a:solidFill>
                  <a:srgbClr val="20252A"/>
                </a:solidFill>
                <a:latin typeface="Segoe UI"/>
                <a:ea typeface="Segoe UI"/>
                <a:cs typeface="Segoe UI"/>
              </a:defRPr>
            </a:lvl2pPr>
            <a:lvl3pPr>
              <a:defRPr sz="1950" b="1">
                <a:solidFill>
                  <a:srgbClr val="20252A"/>
                </a:solidFill>
                <a:latin typeface="Segoe UI"/>
                <a:ea typeface="Segoe UI"/>
                <a:cs typeface="Segoe UI"/>
              </a:defRPr>
            </a:lvl3pPr>
            <a:lvl4pPr>
              <a:defRPr sz="1950" b="1">
                <a:solidFill>
                  <a:srgbClr val="20252A"/>
                </a:solidFill>
                <a:latin typeface="Segoe UI"/>
                <a:ea typeface="Segoe UI"/>
                <a:cs typeface="Segoe UI"/>
              </a:defRPr>
            </a:lvl4pPr>
            <a:lvl5pPr>
              <a:defRPr sz="1950" b="1">
                <a:solidFill>
                  <a:srgbClr val="20252A"/>
                </a:solidFill>
                <a:latin typeface="Segoe UI"/>
                <a:ea typeface="Segoe UI"/>
                <a:cs typeface="Segoe UI"/>
              </a:defRPr>
            </a:lvl5pPr>
            <a:lvl6pPr>
              <a:defRPr sz="1950" b="1">
                <a:solidFill>
                  <a:srgbClr val="20252A"/>
                </a:solidFill>
                <a:latin typeface="Segoe UI"/>
                <a:ea typeface="Segoe UI"/>
                <a:cs typeface="Segoe UI"/>
              </a:defRPr>
            </a:lvl6pPr>
            <a:lvl7pPr>
              <a:defRPr sz="1950" b="1">
                <a:solidFill>
                  <a:srgbClr val="20252A"/>
                </a:solidFill>
                <a:latin typeface="Segoe UI"/>
                <a:ea typeface="Segoe UI"/>
                <a:cs typeface="Segoe UI"/>
              </a:defRPr>
            </a:lvl7pPr>
            <a:lvl8pPr>
              <a:defRPr sz="1950" b="1">
                <a:solidFill>
                  <a:srgbClr val="20252A"/>
                </a:solidFill>
                <a:latin typeface="Segoe UI"/>
                <a:ea typeface="Segoe UI"/>
                <a:cs typeface="Segoe UI"/>
              </a:defRPr>
            </a:lvl8pPr>
            <a:lvl9pPr>
              <a:defRPr sz="1950" b="1">
                <a:solidFill>
                  <a:srgbClr val="20252A"/>
                </a:solidFill>
                <a:latin typeface="Segoe UI"/>
                <a:ea typeface="Segoe UI"/>
                <a:cs typeface="Segoe UI"/>
              </a:defRPr>
            </a:lvl9pPr>
          </a:lstStyle>
          <a:p xmlns:a="http://schemas.openxmlformats.org/drawingml/2006/main">
            <a:pPr>
              <a:defRPr sz="1950" b="1">
                <a:solidFill>
                  <a:srgbClr val="20252A"/>
                </a:solidFill>
                <a:latin typeface="Segoe UI"/>
                <a:ea typeface="Segoe UI"/>
                <a:cs typeface="Segoe UI"/>
              </a:defRPr>
            </a:pPr>
            <a:r>
              <a:rPr sz="1950" b="1">
                <a:solidFill>
                  <a:srgbClr val="20252A"/>
                </a:solidFill>
                <a:latin typeface="Segoe UI"/>
                <a:ea typeface="Segoe UI"/>
                <a:cs typeface="Segoe UI"/>
              </a:rPr>
              <a:t>My first safe step is __.</a:t>
            </a:r>
          </a:p>
        </p:txBody>
      </p:sp>
    </p:spTree>
    <p:extLst>
      <p:ext uri="{BB962C8B-B14F-4D97-AF65-F5344CB8AC3E}">
        <p14:creationId xmlns:p14="http://schemas.microsoft.com/office/powerpoint/2010/main" val="191469104"/>
      </p:ext>
    </p:extLst>
  </p:cSld>
</p:sld>
</file>

<file path=ppt/slides/slide6.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69F637E6-2800-4435-B452-1B32FEFEC630}"/>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WE DO</a:t>
            </a:r>
          </a:p>
        </p:txBody>
      </p:sp>
      <p:sp>
        <p:nvSpPr>
          <p:cNvPr id="2" name="text-1">
            <a:extLst xmlns:a="http://schemas.openxmlformats.org/drawingml/2006/main">
              <a:ext uri="{FF2B5EF4-FFF2-40B4-BE49-F238E27FC236}">
                <a16:creationId xmlns:a16="http://schemas.microsoft.com/office/drawing/2014/main" id="{76E11469-85F7-4AB1-81D4-8CE683FB846E}"/>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L4a</a:t>
            </a:r>
          </a:p>
        </p:txBody>
      </p:sp>
      <p:sp>
        <p:nvSpPr>
          <p:cNvPr id="3" name="text-2">
            <a:extLst xmlns:a="http://schemas.openxmlformats.org/drawingml/2006/main">
              <a:ext uri="{FF2B5EF4-FFF2-40B4-BE49-F238E27FC236}">
                <a16:creationId xmlns:a16="http://schemas.microsoft.com/office/drawing/2014/main" id="{382648F9-82F8-48D2-9685-8875609B1107}"/>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6 / 24 · 5 min</a:t>
            </a:r>
          </a:p>
        </p:txBody>
      </p:sp>
      <p:sp>
        <p:nvSpPr>
          <p:cNvPr id="4" name="text-3">
            <a:extLst xmlns:a="http://schemas.openxmlformats.org/drawingml/2006/main">
              <a:ext uri="{FF2B5EF4-FFF2-40B4-BE49-F238E27FC236}">
                <a16:creationId xmlns:a16="http://schemas.microsoft.com/office/drawing/2014/main" id="{62D8A23B-5E0D-4256-9442-621526530E8F}"/>
              </a:ext>
            </a:extLst>
          </p:cNvPr>
          <p:cNvSpPr>
            <a:spLocks xmlns:a="http://schemas.openxmlformats.org/drawingml/2006/main" noGrp="1"/>
          </p:cNvSpPr>
          <p:nvPr/>
        </p:nvSpPr>
        <p:spPr>
          <a:xfrm xmlns:a="http://schemas.openxmlformats.org/drawingml/2006/main">
            <a:off x="609600" y="1257300"/>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700" b="1">
                <a:solidFill>
                  <a:srgbClr val="20252A"/>
                </a:solidFill>
                <a:latin typeface="Segoe UI"/>
                <a:ea typeface="Segoe UI"/>
                <a:cs typeface="Segoe UI"/>
              </a:defRPr>
            </a:defPPr>
            <a:lvl1pPr>
              <a:defRPr sz="2700" b="1">
                <a:solidFill>
                  <a:srgbClr val="20252A"/>
                </a:solidFill>
                <a:latin typeface="Segoe UI"/>
                <a:ea typeface="Segoe UI"/>
                <a:cs typeface="Segoe UI"/>
              </a:defRPr>
            </a:lvl1pPr>
            <a:lvl2pPr>
              <a:defRPr sz="2700" b="1">
                <a:solidFill>
                  <a:srgbClr val="20252A"/>
                </a:solidFill>
                <a:latin typeface="Segoe UI"/>
                <a:ea typeface="Segoe UI"/>
                <a:cs typeface="Segoe UI"/>
              </a:defRPr>
            </a:lvl2pPr>
            <a:lvl3pPr>
              <a:defRPr sz="2700" b="1">
                <a:solidFill>
                  <a:srgbClr val="20252A"/>
                </a:solidFill>
                <a:latin typeface="Segoe UI"/>
                <a:ea typeface="Segoe UI"/>
                <a:cs typeface="Segoe UI"/>
              </a:defRPr>
            </a:lvl3pPr>
            <a:lvl4pPr>
              <a:defRPr sz="2700" b="1">
                <a:solidFill>
                  <a:srgbClr val="20252A"/>
                </a:solidFill>
                <a:latin typeface="Segoe UI"/>
                <a:ea typeface="Segoe UI"/>
                <a:cs typeface="Segoe UI"/>
              </a:defRPr>
            </a:lvl4pPr>
            <a:lvl5pPr>
              <a:defRPr sz="2700" b="1">
                <a:solidFill>
                  <a:srgbClr val="20252A"/>
                </a:solidFill>
                <a:latin typeface="Segoe UI"/>
                <a:ea typeface="Segoe UI"/>
                <a:cs typeface="Segoe UI"/>
              </a:defRPr>
            </a:lvl5pPr>
            <a:lvl6pPr>
              <a:defRPr sz="2700" b="1">
                <a:solidFill>
                  <a:srgbClr val="20252A"/>
                </a:solidFill>
                <a:latin typeface="Segoe UI"/>
                <a:ea typeface="Segoe UI"/>
                <a:cs typeface="Segoe UI"/>
              </a:defRPr>
            </a:lvl6pPr>
            <a:lvl7pPr>
              <a:defRPr sz="2700" b="1">
                <a:solidFill>
                  <a:srgbClr val="20252A"/>
                </a:solidFill>
                <a:latin typeface="Segoe UI"/>
                <a:ea typeface="Segoe UI"/>
                <a:cs typeface="Segoe UI"/>
              </a:defRPr>
            </a:lvl7pPr>
            <a:lvl8pPr>
              <a:defRPr sz="2700" b="1">
                <a:solidFill>
                  <a:srgbClr val="20252A"/>
                </a:solidFill>
                <a:latin typeface="Segoe UI"/>
                <a:ea typeface="Segoe UI"/>
                <a:cs typeface="Segoe UI"/>
              </a:defRPr>
            </a:lvl8pPr>
            <a:lvl9pPr>
              <a:defRPr sz="2700" b="1">
                <a:solidFill>
                  <a:srgbClr val="20252A"/>
                </a:solidFill>
                <a:latin typeface="Segoe UI"/>
                <a:ea typeface="Segoe UI"/>
                <a:cs typeface="Segoe UI"/>
              </a:defRPr>
            </a:lvl9pPr>
          </a:lstStyle>
          <a:p xmlns:a="http://schemas.openxmlformats.org/drawingml/2006/main">
            <a:pPr>
              <a:defRPr sz="2700" b="1">
                <a:solidFill>
                  <a:srgbClr val="20252A"/>
                </a:solidFill>
                <a:latin typeface="Segoe UI"/>
                <a:ea typeface="Segoe UI"/>
                <a:cs typeface="Segoe UI"/>
              </a:defRPr>
            </a:pPr>
            <a:r>
              <a:rPr sz="2700" b="1">
                <a:solidFill>
                  <a:srgbClr val="20252A"/>
                </a:solidFill>
                <a:latin typeface="Segoe UI"/>
                <a:ea typeface="Segoe UI"/>
                <a:cs typeface="Segoe UI"/>
              </a:rPr>
              <a:t>Weigh. Check. Then add.</a:t>
            </a:r>
          </a:p>
        </p:txBody>
      </p:sp>
      <p:pic>
        <p:nvPicPr>
          <p:cNvPr id="5" name="Empty bowl" descr="Empty bowl">
            <a:extLst xmlns:a="http://schemas.openxmlformats.org/drawingml/2006/main">
              <a:ext uri="{FF2B5EF4-FFF2-40B4-BE49-F238E27FC236}">
                <a16:creationId xmlns:a16="http://schemas.microsoft.com/office/drawing/2014/main" id="{11BFBCD8-F9BD-4E7A-9F1F-509844BAE428}"/>
              </a:ext>
            </a:extLst>
          </p:cNvPr>
          <p:cNvPicPr>
            <a:picLocks xmlns:a="http://schemas.openxmlformats.org/drawingml/2006/main" noChangeAspect="1"/>
          </p:cNvPicPr>
          <p:nvPr/>
        </p:nvPicPr>
        <p:blipFill>
          <a:blip xmlns:r="http://schemas.openxmlformats.org/officeDocument/2006/relationships" xmlns:a="http://schemas.openxmlformats.org/drawingml/2006/main" r:embed="R2941f919080041b5"/>
          <a:stretch xmlns:a="http://schemas.openxmlformats.org/drawingml/2006/main"/>
        </p:blipFill>
        <p:spPr>
          <a:xfrm xmlns:a="http://schemas.openxmlformats.org/drawingml/2006/main">
            <a:off x="609600" y="2143125"/>
            <a:ext cx="609600" cy="60960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D2C790FA-25B9-40E8-BB3E-C58100BBE0D6}"/>
              </a:ext>
            </a:extLst>
          </p:cNvPr>
          <p:cNvSpPr>
            <a:spLocks xmlns:a="http://schemas.openxmlformats.org/drawingml/2006/main" noGrp="1"/>
          </p:cNvSpPr>
          <p:nvPr/>
        </p:nvSpPr>
        <p:spPr>
          <a:xfrm xmlns:a="http://schemas.openxmlformats.org/drawingml/2006/main">
            <a:off x="1400175" y="2190750"/>
            <a:ext cx="2762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Empty bowl</a:t>
            </a:r>
          </a:p>
        </p:txBody>
      </p:sp>
      <p:pic>
        <p:nvPicPr>
          <p:cNvPr id="7" name="Set zero" descr="Set zero">
            <a:extLst xmlns:a="http://schemas.openxmlformats.org/drawingml/2006/main">
              <a:ext uri="{FF2B5EF4-FFF2-40B4-BE49-F238E27FC236}">
                <a16:creationId xmlns:a16="http://schemas.microsoft.com/office/drawing/2014/main" id="{5F3C5484-C68D-42E5-993E-AF05A1FC6C4F}"/>
              </a:ext>
            </a:extLst>
          </p:cNvPr>
          <p:cNvPicPr>
            <a:picLocks xmlns:a="http://schemas.openxmlformats.org/drawingml/2006/main" noChangeAspect="1"/>
          </p:cNvPicPr>
          <p:nvPr/>
        </p:nvPicPr>
        <p:blipFill>
          <a:blip xmlns:r="http://schemas.openxmlformats.org/officeDocument/2006/relationships" xmlns:a="http://schemas.openxmlformats.org/drawingml/2006/main" r:embed="R6e43c62836e34579"/>
          <a:stretch xmlns:a="http://schemas.openxmlformats.org/drawingml/2006/main"/>
        </p:blipFill>
        <p:spPr>
          <a:xfrm xmlns:a="http://schemas.openxmlformats.org/drawingml/2006/main">
            <a:off x="4419600" y="2143125"/>
            <a:ext cx="609600" cy="609600"/>
          </a:xfrm>
          <a:prstGeom xmlns:a="http://schemas.openxmlformats.org/drawingml/2006/main" prst="rect">
            <a:avLst/>
          </a:prstGeom>
        </p:spPr>
      </p:pic>
      <p:sp>
        <p:nvSpPr>
          <p:cNvPr id="8" name="text-5">
            <a:extLst xmlns:a="http://schemas.openxmlformats.org/drawingml/2006/main">
              <a:ext uri="{FF2B5EF4-FFF2-40B4-BE49-F238E27FC236}">
                <a16:creationId xmlns:a16="http://schemas.microsoft.com/office/drawing/2014/main" id="{50B7DB69-1C23-47A1-ACF8-AA73CEBDD8CC}"/>
              </a:ext>
            </a:extLst>
          </p:cNvPr>
          <p:cNvSpPr>
            <a:spLocks xmlns:a="http://schemas.openxmlformats.org/drawingml/2006/main" noGrp="1"/>
          </p:cNvSpPr>
          <p:nvPr/>
        </p:nvSpPr>
        <p:spPr>
          <a:xfrm xmlns:a="http://schemas.openxmlformats.org/drawingml/2006/main">
            <a:off x="5210175" y="2190750"/>
            <a:ext cx="2762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Set zero</a:t>
            </a:r>
          </a:p>
        </p:txBody>
      </p:sp>
      <p:pic>
        <p:nvPicPr>
          <p:cNvPr id="9" name="Weigh and check" descr="Weigh and check">
            <a:extLst xmlns:a="http://schemas.openxmlformats.org/drawingml/2006/main">
              <a:ext uri="{FF2B5EF4-FFF2-40B4-BE49-F238E27FC236}">
                <a16:creationId xmlns:a16="http://schemas.microsoft.com/office/drawing/2014/main" id="{56484429-F0FF-4959-9597-ED9082B20760}"/>
              </a:ext>
            </a:extLst>
          </p:cNvPr>
          <p:cNvPicPr>
            <a:picLocks xmlns:a="http://schemas.openxmlformats.org/drawingml/2006/main" noChangeAspect="1"/>
          </p:cNvPicPr>
          <p:nvPr/>
        </p:nvPicPr>
        <p:blipFill>
          <a:blip xmlns:r="http://schemas.openxmlformats.org/officeDocument/2006/relationships" xmlns:a="http://schemas.openxmlformats.org/drawingml/2006/main" r:embed="R68ad277511f74776"/>
          <a:stretch xmlns:a="http://schemas.openxmlformats.org/drawingml/2006/main"/>
        </p:blipFill>
        <p:spPr>
          <a:xfrm xmlns:a="http://schemas.openxmlformats.org/drawingml/2006/main">
            <a:off x="8229600" y="2143125"/>
            <a:ext cx="609600" cy="609600"/>
          </a:xfrm>
          <a:prstGeom xmlns:a="http://schemas.openxmlformats.org/drawingml/2006/main" prst="rect">
            <a:avLst/>
          </a:prstGeom>
        </p:spPr>
      </p:pic>
      <p:sp>
        <p:nvSpPr>
          <p:cNvPr id="10" name="text-6">
            <a:extLst xmlns:a="http://schemas.openxmlformats.org/drawingml/2006/main">
              <a:ext uri="{FF2B5EF4-FFF2-40B4-BE49-F238E27FC236}">
                <a16:creationId xmlns:a16="http://schemas.microsoft.com/office/drawing/2014/main" id="{10FEFC24-49E2-4002-B0A4-EB4B72DE289A}"/>
              </a:ext>
            </a:extLst>
          </p:cNvPr>
          <p:cNvSpPr>
            <a:spLocks xmlns:a="http://schemas.openxmlformats.org/drawingml/2006/main" noGrp="1"/>
          </p:cNvSpPr>
          <p:nvPr/>
        </p:nvSpPr>
        <p:spPr>
          <a:xfrm xmlns:a="http://schemas.openxmlformats.org/drawingml/2006/main">
            <a:off x="9020175" y="2190750"/>
            <a:ext cx="2762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Weigh and check</a:t>
            </a:r>
          </a:p>
        </p:txBody>
      </p:sp>
      <p:sp>
        <p:nvSpPr>
          <p:cNvPr id="11" name="panel-7">
            <a:extLst xmlns:a="http://schemas.openxmlformats.org/drawingml/2006/main">
              <a:ext uri="{FF2B5EF4-FFF2-40B4-BE49-F238E27FC236}">
                <a16:creationId xmlns:a16="http://schemas.microsoft.com/office/drawing/2014/main" id="{63DAC418-0B78-4B2E-ACEB-48E593F332E6}"/>
              </a:ext>
            </a:extLst>
          </p:cNvPr>
          <p:cNvSpPr>
            <a:spLocks xmlns:a="http://schemas.openxmlformats.org/drawingml/2006/main" noGrp="1"/>
          </p:cNvSpPr>
          <p:nvPr/>
        </p:nvSpPr>
        <p:spPr>
          <a:xfrm xmlns:a="http://schemas.openxmlformats.org/drawingml/2006/main">
            <a:off x="609600" y="3495675"/>
            <a:ext cx="10972800" cy="2047875"/>
          </a:xfrm>
          <a:prstGeom xmlns:a="http://schemas.openxmlformats.org/drawingml/2006/main" prst="rect">
            <a:avLst/>
          </a:prstGeom>
          <a:solidFill xmlns:a="http://schemas.openxmlformats.org/drawingml/2006/main">
            <a:srgbClr val="F0F1EF"/>
          </a:solidFill>
          <a:ln xmlns:a="http://schemas.openxmlformats.org/drawingml/2006/main" w="0">
            <a:noFill/>
            <a:prstDash val="solid"/>
          </a:ln>
        </p:spPr>
      </p:sp>
      <p:sp>
        <p:nvSpPr>
          <p:cNvPr id="12" name="text-8">
            <a:extLst xmlns:a="http://schemas.openxmlformats.org/drawingml/2006/main">
              <a:ext uri="{FF2B5EF4-FFF2-40B4-BE49-F238E27FC236}">
                <a16:creationId xmlns:a16="http://schemas.microsoft.com/office/drawing/2014/main" id="{56D73CE2-BAE8-42EE-9830-4E664472ECDB}"/>
              </a:ext>
            </a:extLst>
          </p:cNvPr>
          <p:cNvSpPr>
            <a:spLocks xmlns:a="http://schemas.openxmlformats.org/drawingml/2006/main" noGrp="1"/>
          </p:cNvSpPr>
          <p:nvPr/>
        </p:nvSpPr>
        <p:spPr>
          <a:xfrm xmlns:a="http://schemas.openxmlformats.org/drawingml/2006/main">
            <a:off x="800100" y="3695700"/>
            <a:ext cx="10591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325" b="1">
                <a:solidFill>
                  <a:srgbClr val="20252A"/>
                </a:solidFill>
                <a:latin typeface="Segoe UI"/>
                <a:ea typeface="Segoe UI"/>
                <a:cs typeface="Segoe UI"/>
              </a:defRPr>
            </a:defPPr>
            <a:lvl1pPr>
              <a:defRPr sz="2325" b="1">
                <a:solidFill>
                  <a:srgbClr val="20252A"/>
                </a:solidFill>
                <a:latin typeface="Segoe UI"/>
                <a:ea typeface="Segoe UI"/>
                <a:cs typeface="Segoe UI"/>
              </a:defRPr>
            </a:lvl1pPr>
            <a:lvl2pPr>
              <a:defRPr sz="2325" b="1">
                <a:solidFill>
                  <a:srgbClr val="20252A"/>
                </a:solidFill>
                <a:latin typeface="Segoe UI"/>
                <a:ea typeface="Segoe UI"/>
                <a:cs typeface="Segoe UI"/>
              </a:defRPr>
            </a:lvl2pPr>
            <a:lvl3pPr>
              <a:defRPr sz="2325" b="1">
                <a:solidFill>
                  <a:srgbClr val="20252A"/>
                </a:solidFill>
                <a:latin typeface="Segoe UI"/>
                <a:ea typeface="Segoe UI"/>
                <a:cs typeface="Segoe UI"/>
              </a:defRPr>
            </a:lvl3pPr>
            <a:lvl4pPr>
              <a:defRPr sz="2325" b="1">
                <a:solidFill>
                  <a:srgbClr val="20252A"/>
                </a:solidFill>
                <a:latin typeface="Segoe UI"/>
                <a:ea typeface="Segoe UI"/>
                <a:cs typeface="Segoe UI"/>
              </a:defRPr>
            </a:lvl4pPr>
            <a:lvl5pPr>
              <a:defRPr sz="2325" b="1">
                <a:solidFill>
                  <a:srgbClr val="20252A"/>
                </a:solidFill>
                <a:latin typeface="Segoe UI"/>
                <a:ea typeface="Segoe UI"/>
                <a:cs typeface="Segoe UI"/>
              </a:defRPr>
            </a:lvl5pPr>
            <a:lvl6pPr>
              <a:defRPr sz="2325" b="1">
                <a:solidFill>
                  <a:srgbClr val="20252A"/>
                </a:solidFill>
                <a:latin typeface="Segoe UI"/>
                <a:ea typeface="Segoe UI"/>
                <a:cs typeface="Segoe UI"/>
              </a:defRPr>
            </a:lvl6pPr>
            <a:lvl7pPr>
              <a:defRPr sz="2325" b="1">
                <a:solidFill>
                  <a:srgbClr val="20252A"/>
                </a:solidFill>
                <a:latin typeface="Segoe UI"/>
                <a:ea typeface="Segoe UI"/>
                <a:cs typeface="Segoe UI"/>
              </a:defRPr>
            </a:lvl7pPr>
            <a:lvl8pPr>
              <a:defRPr sz="2325" b="1">
                <a:solidFill>
                  <a:srgbClr val="20252A"/>
                </a:solidFill>
                <a:latin typeface="Segoe UI"/>
                <a:ea typeface="Segoe UI"/>
                <a:cs typeface="Segoe UI"/>
              </a:defRPr>
            </a:lvl8pPr>
            <a:lvl9pPr>
              <a:defRPr sz="2325" b="1">
                <a:solidFill>
                  <a:srgbClr val="20252A"/>
                </a:solidFill>
                <a:latin typeface="Segoe UI"/>
                <a:ea typeface="Segoe UI"/>
                <a:cs typeface="Segoe UI"/>
              </a:defRPr>
            </a:lvl9pPr>
          </a:lstStyle>
          <a:p xmlns:a="http://schemas.openxmlformats.org/drawingml/2006/main">
            <a:pPr>
              <a:defRPr sz="2325" b="1">
                <a:solidFill>
                  <a:srgbClr val="20252A"/>
                </a:solidFill>
                <a:latin typeface="Segoe UI"/>
                <a:ea typeface="Segoe UI"/>
                <a:cs typeface="Segoe UI"/>
              </a:defRPr>
            </a:pPr>
            <a:r>
              <a:rPr sz="2325" b="1">
                <a:solidFill>
                  <a:srgbClr val="20252A"/>
                </a:solidFill>
                <a:latin typeface="Segoe UI"/>
                <a:ea typeface="Segoe UI"/>
                <a:cs typeface="Segoe UI"/>
              </a:rPr>
              <a:t>Hinge: the empty bowl shows a number.</a:t>
            </a:r>
          </a:p>
        </p:txBody>
      </p:sp>
      <p:sp>
        <p:nvSpPr>
          <p:cNvPr id="13" name="text-9">
            <a:extLst xmlns:a="http://schemas.openxmlformats.org/drawingml/2006/main">
              <a:ext uri="{FF2B5EF4-FFF2-40B4-BE49-F238E27FC236}">
                <a16:creationId xmlns:a16="http://schemas.microsoft.com/office/drawing/2014/main" id="{DDE5A026-6BC4-4132-ADD3-9B6215CA0C1D}"/>
              </a:ext>
            </a:extLst>
          </p:cNvPr>
          <p:cNvSpPr>
            <a:spLocks xmlns:a="http://schemas.openxmlformats.org/drawingml/2006/main" noGrp="1"/>
          </p:cNvSpPr>
          <p:nvPr/>
        </p:nvSpPr>
        <p:spPr>
          <a:xfrm xmlns:a="http://schemas.openxmlformats.org/drawingml/2006/main">
            <a:off x="800100" y="4429125"/>
            <a:ext cx="10591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325" b="0">
                <a:solidFill>
                  <a:srgbClr val="20252A"/>
                </a:solidFill>
                <a:latin typeface="Segoe UI"/>
                <a:ea typeface="Segoe UI"/>
                <a:cs typeface="Segoe UI"/>
              </a:defRPr>
            </a:defPPr>
            <a:lvl1pPr>
              <a:defRPr sz="2325" b="0">
                <a:solidFill>
                  <a:srgbClr val="20252A"/>
                </a:solidFill>
                <a:latin typeface="Segoe UI"/>
                <a:ea typeface="Segoe UI"/>
                <a:cs typeface="Segoe UI"/>
              </a:defRPr>
            </a:lvl1pPr>
            <a:lvl2pPr>
              <a:defRPr sz="2325" b="0">
                <a:solidFill>
                  <a:srgbClr val="20252A"/>
                </a:solidFill>
                <a:latin typeface="Segoe UI"/>
                <a:ea typeface="Segoe UI"/>
                <a:cs typeface="Segoe UI"/>
              </a:defRPr>
            </a:lvl2pPr>
            <a:lvl3pPr>
              <a:defRPr sz="2325" b="0">
                <a:solidFill>
                  <a:srgbClr val="20252A"/>
                </a:solidFill>
                <a:latin typeface="Segoe UI"/>
                <a:ea typeface="Segoe UI"/>
                <a:cs typeface="Segoe UI"/>
              </a:defRPr>
            </a:lvl3pPr>
            <a:lvl4pPr>
              <a:defRPr sz="2325" b="0">
                <a:solidFill>
                  <a:srgbClr val="20252A"/>
                </a:solidFill>
                <a:latin typeface="Segoe UI"/>
                <a:ea typeface="Segoe UI"/>
                <a:cs typeface="Segoe UI"/>
              </a:defRPr>
            </a:lvl4pPr>
            <a:lvl5pPr>
              <a:defRPr sz="2325" b="0">
                <a:solidFill>
                  <a:srgbClr val="20252A"/>
                </a:solidFill>
                <a:latin typeface="Segoe UI"/>
                <a:ea typeface="Segoe UI"/>
                <a:cs typeface="Segoe UI"/>
              </a:defRPr>
            </a:lvl5pPr>
            <a:lvl6pPr>
              <a:defRPr sz="2325" b="0">
                <a:solidFill>
                  <a:srgbClr val="20252A"/>
                </a:solidFill>
                <a:latin typeface="Segoe UI"/>
                <a:ea typeface="Segoe UI"/>
                <a:cs typeface="Segoe UI"/>
              </a:defRPr>
            </a:lvl6pPr>
            <a:lvl7pPr>
              <a:defRPr sz="2325" b="0">
                <a:solidFill>
                  <a:srgbClr val="20252A"/>
                </a:solidFill>
                <a:latin typeface="Segoe UI"/>
                <a:ea typeface="Segoe UI"/>
                <a:cs typeface="Segoe UI"/>
              </a:defRPr>
            </a:lvl7pPr>
            <a:lvl8pPr>
              <a:defRPr sz="2325" b="0">
                <a:solidFill>
                  <a:srgbClr val="20252A"/>
                </a:solidFill>
                <a:latin typeface="Segoe UI"/>
                <a:ea typeface="Segoe UI"/>
                <a:cs typeface="Segoe UI"/>
              </a:defRPr>
            </a:lvl8pPr>
            <a:lvl9pPr>
              <a:defRPr sz="2325" b="0">
                <a:solidFill>
                  <a:srgbClr val="20252A"/>
                </a:solidFill>
                <a:latin typeface="Segoe UI"/>
                <a:ea typeface="Segoe UI"/>
                <a:cs typeface="Segoe UI"/>
              </a:defRPr>
            </a:lvl9pPr>
          </a:lstStyle>
          <a:p xmlns:a="http://schemas.openxmlformats.org/drawingml/2006/main">
            <a:pPr>
              <a:defRPr sz="2325" b="0">
                <a:solidFill>
                  <a:srgbClr val="20252A"/>
                </a:solidFill>
                <a:latin typeface="Segoe UI"/>
                <a:ea typeface="Segoe UI"/>
                <a:cs typeface="Segoe UI"/>
              </a:defRPr>
            </a:pPr>
            <a:r>
              <a:rPr sz="2325" b="0">
                <a:solidFill>
                  <a:srgbClr val="20252A"/>
                </a:solidFill>
                <a:latin typeface="Segoe UI"/>
                <a:ea typeface="Segoe UI"/>
                <a:cs typeface="Segoe UI"/>
              </a:rPr>
              <a:t>A  Add flour now.</a:t>
            </a:r>
          </a:p>
          <a:p xmlns:a="http://schemas.openxmlformats.org/drawingml/2006/main">
            <a:pPr>
              <a:defRPr sz="2325" b="0">
                <a:solidFill>
                  <a:srgbClr val="20252A"/>
                </a:solidFill>
                <a:latin typeface="Segoe UI"/>
                <a:ea typeface="Segoe UI"/>
                <a:cs typeface="Segoe UI"/>
              </a:defRPr>
            </a:pPr>
            <a:r>
              <a:rPr sz="2325" b="0">
                <a:solidFill>
                  <a:srgbClr val="20252A"/>
                </a:solidFill>
                <a:latin typeface="Segoe UI"/>
                <a:ea typeface="Segoe UI"/>
                <a:cs typeface="Segoe UI"/>
              </a:rPr>
              <a:t>B  Set zero first.</a:t>
            </a:r>
          </a:p>
        </p:txBody>
      </p:sp>
      <p:sp>
        <p:nvSpPr>
          <p:cNvPr id="14" name="text-10">
            <a:extLst xmlns:a="http://schemas.openxmlformats.org/drawingml/2006/main">
              <a:ext uri="{FF2B5EF4-FFF2-40B4-BE49-F238E27FC236}">
                <a16:creationId xmlns:a16="http://schemas.microsoft.com/office/drawing/2014/main" id="{01926CAA-B625-40DB-B0B4-0DE3AE070522}"/>
              </a:ext>
            </a:extLst>
          </p:cNvPr>
          <p:cNvSpPr>
            <a:spLocks xmlns:a="http://schemas.openxmlformats.org/drawingml/2006/main" noGrp="1"/>
          </p:cNvSpPr>
          <p:nvPr/>
        </p:nvSpPr>
        <p:spPr>
          <a:xfrm xmlns:a="http://schemas.openxmlformats.org/drawingml/2006/main">
            <a:off x="609600" y="60102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20252A"/>
                </a:solidFill>
                <a:latin typeface="Segoe UI"/>
                <a:ea typeface="Segoe UI"/>
                <a:cs typeface="Segoe UI"/>
              </a:defRPr>
            </a:defPPr>
            <a:lvl1pPr>
              <a:defRPr sz="1950" b="1">
                <a:solidFill>
                  <a:srgbClr val="20252A"/>
                </a:solidFill>
                <a:latin typeface="Segoe UI"/>
                <a:ea typeface="Segoe UI"/>
                <a:cs typeface="Segoe UI"/>
              </a:defRPr>
            </a:lvl1pPr>
            <a:lvl2pPr>
              <a:defRPr sz="1950" b="1">
                <a:solidFill>
                  <a:srgbClr val="20252A"/>
                </a:solidFill>
                <a:latin typeface="Segoe UI"/>
                <a:ea typeface="Segoe UI"/>
                <a:cs typeface="Segoe UI"/>
              </a:defRPr>
            </a:lvl2pPr>
            <a:lvl3pPr>
              <a:defRPr sz="1950" b="1">
                <a:solidFill>
                  <a:srgbClr val="20252A"/>
                </a:solidFill>
                <a:latin typeface="Segoe UI"/>
                <a:ea typeface="Segoe UI"/>
                <a:cs typeface="Segoe UI"/>
              </a:defRPr>
            </a:lvl3pPr>
            <a:lvl4pPr>
              <a:defRPr sz="1950" b="1">
                <a:solidFill>
                  <a:srgbClr val="20252A"/>
                </a:solidFill>
                <a:latin typeface="Segoe UI"/>
                <a:ea typeface="Segoe UI"/>
                <a:cs typeface="Segoe UI"/>
              </a:defRPr>
            </a:lvl4pPr>
            <a:lvl5pPr>
              <a:defRPr sz="1950" b="1">
                <a:solidFill>
                  <a:srgbClr val="20252A"/>
                </a:solidFill>
                <a:latin typeface="Segoe UI"/>
                <a:ea typeface="Segoe UI"/>
                <a:cs typeface="Segoe UI"/>
              </a:defRPr>
            </a:lvl5pPr>
            <a:lvl6pPr>
              <a:defRPr sz="1950" b="1">
                <a:solidFill>
                  <a:srgbClr val="20252A"/>
                </a:solidFill>
                <a:latin typeface="Segoe UI"/>
                <a:ea typeface="Segoe UI"/>
                <a:cs typeface="Segoe UI"/>
              </a:defRPr>
            </a:lvl6pPr>
            <a:lvl7pPr>
              <a:defRPr sz="1950" b="1">
                <a:solidFill>
                  <a:srgbClr val="20252A"/>
                </a:solidFill>
                <a:latin typeface="Segoe UI"/>
                <a:ea typeface="Segoe UI"/>
                <a:cs typeface="Segoe UI"/>
              </a:defRPr>
            </a:lvl7pPr>
            <a:lvl8pPr>
              <a:defRPr sz="1950" b="1">
                <a:solidFill>
                  <a:srgbClr val="20252A"/>
                </a:solidFill>
                <a:latin typeface="Segoe UI"/>
                <a:ea typeface="Segoe UI"/>
                <a:cs typeface="Segoe UI"/>
              </a:defRPr>
            </a:lvl8pPr>
            <a:lvl9pPr>
              <a:defRPr sz="1950" b="1">
                <a:solidFill>
                  <a:srgbClr val="20252A"/>
                </a:solidFill>
                <a:latin typeface="Segoe UI"/>
                <a:ea typeface="Segoe UI"/>
                <a:cs typeface="Segoe UI"/>
              </a:defRPr>
            </a:lvl9pPr>
          </a:lstStyle>
          <a:p xmlns:a="http://schemas.openxmlformats.org/drawingml/2006/main">
            <a:pPr>
              <a:defRPr sz="1950" b="1">
                <a:solidFill>
                  <a:srgbClr val="20252A"/>
                </a:solidFill>
                <a:latin typeface="Segoe UI"/>
                <a:ea typeface="Segoe UI"/>
                <a:cs typeface="Segoe UI"/>
              </a:defRPr>
            </a:pPr>
            <a:r>
              <a:rPr sz="1950" b="1">
                <a:solidFill>
                  <a:srgbClr val="20252A"/>
                </a:solidFill>
                <a:latin typeface="Segoe UI"/>
                <a:ea typeface="Segoe UI"/>
                <a:cs typeface="Segoe UI"/>
              </a:rPr>
              <a:t>I choose __ because __.</a:t>
            </a:r>
          </a:p>
        </p:txBody>
      </p:sp>
    </p:spTree>
    <p:extLst>
      <p:ext uri="{BB962C8B-B14F-4D97-AF65-F5344CB8AC3E}">
        <p14:creationId xmlns:p14="http://schemas.microsoft.com/office/powerpoint/2010/main" val="1121032595"/>
      </p:ext>
    </p:extLst>
  </p:cSld>
</p:sld>
</file>

<file path=ppt/slides/slide7.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382623A7-105C-4DB7-A190-F13E8EC5B484}"/>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YOU DO — in your book</a:t>
            </a:r>
          </a:p>
        </p:txBody>
      </p:sp>
      <p:sp>
        <p:nvSpPr>
          <p:cNvPr id="2" name="text-1">
            <a:extLst xmlns:a="http://schemas.openxmlformats.org/drawingml/2006/main">
              <a:ext uri="{FF2B5EF4-FFF2-40B4-BE49-F238E27FC236}">
                <a16:creationId xmlns:a16="http://schemas.microsoft.com/office/drawing/2014/main" id="{154F62EB-DF22-4D85-8645-E8E8273B5017}"/>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L4a</a:t>
            </a:r>
          </a:p>
        </p:txBody>
      </p:sp>
      <p:sp>
        <p:nvSpPr>
          <p:cNvPr id="3" name="text-2">
            <a:extLst xmlns:a="http://schemas.openxmlformats.org/drawingml/2006/main">
              <a:ext uri="{FF2B5EF4-FFF2-40B4-BE49-F238E27FC236}">
                <a16:creationId xmlns:a16="http://schemas.microsoft.com/office/drawing/2014/main" id="{5159B982-1930-45B8-8185-A55E6FB19E06}"/>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7 / 24 · 2 min</a:t>
            </a:r>
          </a:p>
        </p:txBody>
      </p:sp>
      <p:sp>
        <p:nvSpPr>
          <p:cNvPr id="4" name="text-3">
            <a:extLst xmlns:a="http://schemas.openxmlformats.org/drawingml/2006/main">
              <a:ext uri="{FF2B5EF4-FFF2-40B4-BE49-F238E27FC236}">
                <a16:creationId xmlns:a16="http://schemas.microsoft.com/office/drawing/2014/main" id="{95EDCEB6-D8D1-454F-B62D-436C55FC35F8}"/>
              </a:ext>
            </a:extLst>
          </p:cNvPr>
          <p:cNvSpPr>
            <a:spLocks xmlns:a="http://schemas.openxmlformats.org/drawingml/2006/main" noGrp="1"/>
          </p:cNvSpPr>
          <p:nvPr/>
        </p:nvSpPr>
        <p:spPr>
          <a:xfrm xmlns:a="http://schemas.openxmlformats.org/drawingml/2006/main">
            <a:off x="609600" y="13335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925" b="1">
                <a:solidFill>
                  <a:srgbClr val="20252A"/>
                </a:solidFill>
                <a:latin typeface="Segoe UI"/>
                <a:ea typeface="Segoe UI"/>
                <a:cs typeface="Segoe UI"/>
              </a:defRPr>
            </a:defPPr>
            <a:lvl1pPr>
              <a:defRPr sz="2925" b="1">
                <a:solidFill>
                  <a:srgbClr val="20252A"/>
                </a:solidFill>
                <a:latin typeface="Segoe UI"/>
                <a:ea typeface="Segoe UI"/>
                <a:cs typeface="Segoe UI"/>
              </a:defRPr>
            </a:lvl1pPr>
            <a:lvl2pPr>
              <a:defRPr sz="2925" b="1">
                <a:solidFill>
                  <a:srgbClr val="20252A"/>
                </a:solidFill>
                <a:latin typeface="Segoe UI"/>
                <a:ea typeface="Segoe UI"/>
                <a:cs typeface="Segoe UI"/>
              </a:defRPr>
            </a:lvl2pPr>
            <a:lvl3pPr>
              <a:defRPr sz="2925" b="1">
                <a:solidFill>
                  <a:srgbClr val="20252A"/>
                </a:solidFill>
                <a:latin typeface="Segoe UI"/>
                <a:ea typeface="Segoe UI"/>
                <a:cs typeface="Segoe UI"/>
              </a:defRPr>
            </a:lvl3pPr>
            <a:lvl4pPr>
              <a:defRPr sz="2925" b="1">
                <a:solidFill>
                  <a:srgbClr val="20252A"/>
                </a:solidFill>
                <a:latin typeface="Segoe UI"/>
                <a:ea typeface="Segoe UI"/>
                <a:cs typeface="Segoe UI"/>
              </a:defRPr>
            </a:lvl4pPr>
            <a:lvl5pPr>
              <a:defRPr sz="2925" b="1">
                <a:solidFill>
                  <a:srgbClr val="20252A"/>
                </a:solidFill>
                <a:latin typeface="Segoe UI"/>
                <a:ea typeface="Segoe UI"/>
                <a:cs typeface="Segoe UI"/>
              </a:defRPr>
            </a:lvl5pPr>
            <a:lvl6pPr>
              <a:defRPr sz="2925" b="1">
                <a:solidFill>
                  <a:srgbClr val="20252A"/>
                </a:solidFill>
                <a:latin typeface="Segoe UI"/>
                <a:ea typeface="Segoe UI"/>
                <a:cs typeface="Segoe UI"/>
              </a:defRPr>
            </a:lvl6pPr>
            <a:lvl7pPr>
              <a:defRPr sz="2925" b="1">
                <a:solidFill>
                  <a:srgbClr val="20252A"/>
                </a:solidFill>
                <a:latin typeface="Segoe UI"/>
                <a:ea typeface="Segoe UI"/>
                <a:cs typeface="Segoe UI"/>
              </a:defRPr>
            </a:lvl7pPr>
            <a:lvl8pPr>
              <a:defRPr sz="2925" b="1">
                <a:solidFill>
                  <a:srgbClr val="20252A"/>
                </a:solidFill>
                <a:latin typeface="Segoe UI"/>
                <a:ea typeface="Segoe UI"/>
                <a:cs typeface="Segoe UI"/>
              </a:defRPr>
            </a:lvl8pPr>
            <a:lvl9pPr>
              <a:defRPr sz="2925" b="1">
                <a:solidFill>
                  <a:srgbClr val="20252A"/>
                </a:solidFill>
                <a:latin typeface="Segoe UI"/>
                <a:ea typeface="Segoe UI"/>
                <a:cs typeface="Segoe UI"/>
              </a:defRPr>
            </a:lvl9pPr>
          </a:lstStyle>
          <a:p xmlns:a="http://schemas.openxmlformats.org/drawingml/2006/main">
            <a:pPr>
              <a:defRPr sz="2925" b="1">
                <a:solidFill>
                  <a:srgbClr val="20252A"/>
                </a:solidFill>
                <a:latin typeface="Segoe UI"/>
                <a:ea typeface="Segoe UI"/>
                <a:cs typeface="Segoe UI"/>
              </a:defRPr>
            </a:pPr>
            <a:r>
              <a:rPr sz="2925" b="1">
                <a:solidFill>
                  <a:srgbClr val="20252A"/>
                </a:solidFill>
                <a:latin typeface="Segoe UI"/>
                <a:ea typeface="Segoe UI"/>
                <a:cs typeface="Segoe UI"/>
              </a:rPr>
              <a:t>My plan for this job</a:t>
            </a:r>
          </a:p>
        </p:txBody>
      </p:sp>
      <p:sp>
        <p:nvSpPr>
          <p:cNvPr id="5" name="text-4">
            <a:extLst xmlns:a="http://schemas.openxmlformats.org/drawingml/2006/main">
              <a:ext uri="{FF2B5EF4-FFF2-40B4-BE49-F238E27FC236}">
                <a16:creationId xmlns:a16="http://schemas.microsoft.com/office/drawing/2014/main" id="{750F67B8-012A-42AB-9085-DE5EABFE120B}"/>
              </a:ext>
            </a:extLst>
          </p:cNvPr>
          <p:cNvSpPr>
            <a:spLocks xmlns:a="http://schemas.openxmlformats.org/drawingml/2006/main" noGrp="1"/>
          </p:cNvSpPr>
          <p:nvPr/>
        </p:nvSpPr>
        <p:spPr>
          <a:xfrm xmlns:a="http://schemas.openxmlformats.org/drawingml/2006/main">
            <a:off x="609600" y="23050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325" b="1">
                <a:solidFill>
                  <a:srgbClr val="20252A"/>
                </a:solidFill>
                <a:latin typeface="Segoe UI"/>
                <a:ea typeface="Segoe UI"/>
                <a:cs typeface="Segoe UI"/>
              </a:defRPr>
            </a:defPPr>
            <a:lvl1pPr>
              <a:defRPr sz="2325" b="1">
                <a:solidFill>
                  <a:srgbClr val="20252A"/>
                </a:solidFill>
                <a:latin typeface="Segoe UI"/>
                <a:ea typeface="Segoe UI"/>
                <a:cs typeface="Segoe UI"/>
              </a:defRPr>
            </a:lvl1pPr>
            <a:lvl2pPr>
              <a:defRPr sz="2325" b="1">
                <a:solidFill>
                  <a:srgbClr val="20252A"/>
                </a:solidFill>
                <a:latin typeface="Segoe UI"/>
                <a:ea typeface="Segoe UI"/>
                <a:cs typeface="Segoe UI"/>
              </a:defRPr>
            </a:lvl2pPr>
            <a:lvl3pPr>
              <a:defRPr sz="2325" b="1">
                <a:solidFill>
                  <a:srgbClr val="20252A"/>
                </a:solidFill>
                <a:latin typeface="Segoe UI"/>
                <a:ea typeface="Segoe UI"/>
                <a:cs typeface="Segoe UI"/>
              </a:defRPr>
            </a:lvl3pPr>
            <a:lvl4pPr>
              <a:defRPr sz="2325" b="1">
                <a:solidFill>
                  <a:srgbClr val="20252A"/>
                </a:solidFill>
                <a:latin typeface="Segoe UI"/>
                <a:ea typeface="Segoe UI"/>
                <a:cs typeface="Segoe UI"/>
              </a:defRPr>
            </a:lvl4pPr>
            <a:lvl5pPr>
              <a:defRPr sz="2325" b="1">
                <a:solidFill>
                  <a:srgbClr val="20252A"/>
                </a:solidFill>
                <a:latin typeface="Segoe UI"/>
                <a:ea typeface="Segoe UI"/>
                <a:cs typeface="Segoe UI"/>
              </a:defRPr>
            </a:lvl5pPr>
            <a:lvl6pPr>
              <a:defRPr sz="2325" b="1">
                <a:solidFill>
                  <a:srgbClr val="20252A"/>
                </a:solidFill>
                <a:latin typeface="Segoe UI"/>
                <a:ea typeface="Segoe UI"/>
                <a:cs typeface="Segoe UI"/>
              </a:defRPr>
            </a:lvl6pPr>
            <a:lvl7pPr>
              <a:defRPr sz="2325" b="1">
                <a:solidFill>
                  <a:srgbClr val="20252A"/>
                </a:solidFill>
                <a:latin typeface="Segoe UI"/>
                <a:ea typeface="Segoe UI"/>
                <a:cs typeface="Segoe UI"/>
              </a:defRPr>
            </a:lvl7pPr>
            <a:lvl8pPr>
              <a:defRPr sz="2325" b="1">
                <a:solidFill>
                  <a:srgbClr val="20252A"/>
                </a:solidFill>
                <a:latin typeface="Segoe UI"/>
                <a:ea typeface="Segoe UI"/>
                <a:cs typeface="Segoe UI"/>
              </a:defRPr>
            </a:lvl8pPr>
            <a:lvl9pPr>
              <a:defRPr sz="2325" b="1">
                <a:solidFill>
                  <a:srgbClr val="20252A"/>
                </a:solidFill>
                <a:latin typeface="Segoe UI"/>
                <a:ea typeface="Segoe UI"/>
                <a:cs typeface="Segoe UI"/>
              </a:defRPr>
            </a:lvl9pPr>
          </a:lstStyle>
          <a:p xmlns:a="http://schemas.openxmlformats.org/drawingml/2006/main">
            <a:pPr>
              <a:defRPr sz="2325" b="1">
                <a:solidFill>
                  <a:srgbClr val="20252A"/>
                </a:solidFill>
                <a:latin typeface="Segoe UI"/>
                <a:ea typeface="Segoe UI"/>
                <a:cs typeface="Segoe UI"/>
              </a:defRPr>
            </a:pPr>
            <a:r>
              <a:rPr sz="2325" b="1">
                <a:solidFill>
                  <a:srgbClr val="20252A"/>
                </a:solidFill>
                <a:latin typeface="Segoe UI"/>
                <a:ea typeface="Segoe UI"/>
                <a:cs typeface="Segoe UI"/>
              </a:rPr>
              <a:t>Target __   Choice __   Tool __</a:t>
            </a:r>
          </a:p>
        </p:txBody>
      </p:sp>
      <p:sp>
        <p:nvSpPr>
          <p:cNvPr id="6" name="panel-5">
            <a:extLst xmlns:a="http://schemas.openxmlformats.org/drawingml/2006/main">
              <a:ext uri="{FF2B5EF4-FFF2-40B4-BE49-F238E27FC236}">
                <a16:creationId xmlns:a16="http://schemas.microsoft.com/office/drawing/2014/main" id="{8B8D55CD-E3F4-4CDA-80CF-F39203108079}"/>
              </a:ext>
            </a:extLst>
          </p:cNvPr>
          <p:cNvSpPr>
            <a:spLocks xmlns:a="http://schemas.openxmlformats.org/drawingml/2006/main" noGrp="1"/>
          </p:cNvSpPr>
          <p:nvPr/>
        </p:nvSpPr>
        <p:spPr>
          <a:xfrm xmlns:a="http://schemas.openxmlformats.org/drawingml/2006/main">
            <a:off x="609600" y="3419475"/>
            <a:ext cx="3581400" cy="2095500"/>
          </a:xfrm>
          <a:prstGeom xmlns:a="http://schemas.openxmlformats.org/drawingml/2006/main" prst="rect">
            <a:avLst/>
          </a:prstGeom>
          <a:solidFill xmlns:a="http://schemas.openxmlformats.org/drawingml/2006/main">
            <a:srgbClr val="F0F1EF"/>
          </a:solidFill>
          <a:ln xmlns:a="http://schemas.openxmlformats.org/drawingml/2006/main" w="0">
            <a:noFill/>
            <a:prstDash val="solid"/>
          </a:ln>
        </p:spPr>
      </p:sp>
      <p:sp>
        <p:nvSpPr>
          <p:cNvPr id="7" name="text-6">
            <a:extLst xmlns:a="http://schemas.openxmlformats.org/drawingml/2006/main">
              <a:ext uri="{FF2B5EF4-FFF2-40B4-BE49-F238E27FC236}">
                <a16:creationId xmlns:a16="http://schemas.microsoft.com/office/drawing/2014/main" id="{AAB4E525-B297-4339-A3BF-D5B47E8F1CC1}"/>
              </a:ext>
            </a:extLst>
          </p:cNvPr>
          <p:cNvSpPr>
            <a:spLocks xmlns:a="http://schemas.openxmlformats.org/drawingml/2006/main" noGrp="1"/>
          </p:cNvSpPr>
          <p:nvPr/>
        </p:nvSpPr>
        <p:spPr>
          <a:xfrm xmlns:a="http://schemas.openxmlformats.org/drawingml/2006/main">
            <a:off x="762000" y="3552825"/>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725" b="1">
                <a:solidFill>
                  <a:srgbClr val="20252A"/>
                </a:solidFill>
                <a:latin typeface="Segoe UI"/>
                <a:ea typeface="Segoe UI"/>
                <a:cs typeface="Segoe UI"/>
              </a:defRPr>
            </a:defPPr>
            <a:lvl1pPr>
              <a:defRPr sz="1725" b="1">
                <a:solidFill>
                  <a:srgbClr val="20252A"/>
                </a:solidFill>
                <a:latin typeface="Segoe UI"/>
                <a:ea typeface="Segoe UI"/>
                <a:cs typeface="Segoe UI"/>
              </a:defRPr>
            </a:lvl1pPr>
            <a:lvl2pPr>
              <a:defRPr sz="1725" b="1">
                <a:solidFill>
                  <a:srgbClr val="20252A"/>
                </a:solidFill>
                <a:latin typeface="Segoe UI"/>
                <a:ea typeface="Segoe UI"/>
                <a:cs typeface="Segoe UI"/>
              </a:defRPr>
            </a:lvl2pPr>
            <a:lvl3pPr>
              <a:defRPr sz="1725" b="1">
                <a:solidFill>
                  <a:srgbClr val="20252A"/>
                </a:solidFill>
                <a:latin typeface="Segoe UI"/>
                <a:ea typeface="Segoe UI"/>
                <a:cs typeface="Segoe UI"/>
              </a:defRPr>
            </a:lvl3pPr>
            <a:lvl4pPr>
              <a:defRPr sz="1725" b="1">
                <a:solidFill>
                  <a:srgbClr val="20252A"/>
                </a:solidFill>
                <a:latin typeface="Segoe UI"/>
                <a:ea typeface="Segoe UI"/>
                <a:cs typeface="Segoe UI"/>
              </a:defRPr>
            </a:lvl4pPr>
            <a:lvl5pPr>
              <a:defRPr sz="1725" b="1">
                <a:solidFill>
                  <a:srgbClr val="20252A"/>
                </a:solidFill>
                <a:latin typeface="Segoe UI"/>
                <a:ea typeface="Segoe UI"/>
                <a:cs typeface="Segoe UI"/>
              </a:defRPr>
            </a:lvl5pPr>
            <a:lvl6pPr>
              <a:defRPr sz="1725" b="1">
                <a:solidFill>
                  <a:srgbClr val="20252A"/>
                </a:solidFill>
                <a:latin typeface="Segoe UI"/>
                <a:ea typeface="Segoe UI"/>
                <a:cs typeface="Segoe UI"/>
              </a:defRPr>
            </a:lvl6pPr>
            <a:lvl7pPr>
              <a:defRPr sz="1725" b="1">
                <a:solidFill>
                  <a:srgbClr val="20252A"/>
                </a:solidFill>
                <a:latin typeface="Segoe UI"/>
                <a:ea typeface="Segoe UI"/>
                <a:cs typeface="Segoe UI"/>
              </a:defRPr>
            </a:lvl7pPr>
            <a:lvl8pPr>
              <a:defRPr sz="1725" b="1">
                <a:solidFill>
                  <a:srgbClr val="20252A"/>
                </a:solidFill>
                <a:latin typeface="Segoe UI"/>
                <a:ea typeface="Segoe UI"/>
                <a:cs typeface="Segoe UI"/>
              </a:defRPr>
            </a:lvl8pPr>
            <a:lvl9pPr>
              <a:defRPr sz="1725" b="1">
                <a:solidFill>
                  <a:srgbClr val="20252A"/>
                </a:solidFill>
                <a:latin typeface="Segoe UI"/>
                <a:ea typeface="Segoe UI"/>
                <a:cs typeface="Segoe UI"/>
              </a:defRPr>
            </a:lvl9pPr>
          </a:lstStyle>
          <a:p xmlns:a="http://schemas.openxmlformats.org/drawingml/2006/main">
            <a:pPr>
              <a:defRPr sz="1725" b="1">
                <a:solidFill>
                  <a:srgbClr val="20252A"/>
                </a:solidFill>
                <a:latin typeface="Segoe UI"/>
                <a:ea typeface="Segoe UI"/>
                <a:cs typeface="Segoe UI"/>
              </a:defRPr>
            </a:pPr>
            <a:r>
              <a:rPr sz="1725" b="1">
                <a:solidFill>
                  <a:srgbClr val="20252A"/>
                </a:solidFill>
                <a:latin typeface="Segoe UI"/>
                <a:ea typeface="Segoe UI"/>
                <a:cs typeface="Segoe UI"/>
              </a:rPr>
              <a:t>SUPPORTED</a:t>
            </a:r>
          </a:p>
        </p:txBody>
      </p:sp>
      <p:sp>
        <p:nvSpPr>
          <p:cNvPr id="8" name="text-7">
            <a:extLst xmlns:a="http://schemas.openxmlformats.org/drawingml/2006/main">
              <a:ext uri="{FF2B5EF4-FFF2-40B4-BE49-F238E27FC236}">
                <a16:creationId xmlns:a16="http://schemas.microsoft.com/office/drawing/2014/main" id="{C2D7E8B0-C920-4079-93E1-BCF167213F1A}"/>
              </a:ext>
            </a:extLst>
          </p:cNvPr>
          <p:cNvSpPr>
            <a:spLocks xmlns:a="http://schemas.openxmlformats.org/drawingml/2006/main" noGrp="1"/>
          </p:cNvSpPr>
          <p:nvPr/>
        </p:nvSpPr>
        <p:spPr>
          <a:xfrm xmlns:a="http://schemas.openxmlformats.org/drawingml/2006/main">
            <a:off x="762000" y="3971925"/>
            <a:ext cx="3276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Point to your own target. Say one choice and tool.</a:t>
            </a:r>
          </a:p>
        </p:txBody>
      </p:sp>
      <p:sp>
        <p:nvSpPr>
          <p:cNvPr id="9" name="panel-8">
            <a:extLst xmlns:a="http://schemas.openxmlformats.org/drawingml/2006/main">
              <a:ext uri="{FF2B5EF4-FFF2-40B4-BE49-F238E27FC236}">
                <a16:creationId xmlns:a16="http://schemas.microsoft.com/office/drawing/2014/main" id="{0FE6C816-E59D-4C76-9C6D-3D9894D959E3}"/>
              </a:ext>
            </a:extLst>
          </p:cNvPr>
          <p:cNvSpPr>
            <a:spLocks xmlns:a="http://schemas.openxmlformats.org/drawingml/2006/main" noGrp="1"/>
          </p:cNvSpPr>
          <p:nvPr/>
        </p:nvSpPr>
        <p:spPr>
          <a:xfrm xmlns:a="http://schemas.openxmlformats.org/drawingml/2006/main">
            <a:off x="4419600" y="3419475"/>
            <a:ext cx="3581400" cy="2095500"/>
          </a:xfrm>
          <a:prstGeom xmlns:a="http://schemas.openxmlformats.org/drawingml/2006/main" prst="rect">
            <a:avLst/>
          </a:prstGeom>
          <a:solidFill xmlns:a="http://schemas.openxmlformats.org/drawingml/2006/main">
            <a:srgbClr val="F0F1EF"/>
          </a:solidFill>
          <a:ln xmlns:a="http://schemas.openxmlformats.org/drawingml/2006/main" w="0">
            <a:noFill/>
            <a:prstDash val="solid"/>
          </a:ln>
        </p:spPr>
      </p:sp>
      <p:sp>
        <p:nvSpPr>
          <p:cNvPr id="10" name="text-9">
            <a:extLst xmlns:a="http://schemas.openxmlformats.org/drawingml/2006/main">
              <a:ext uri="{FF2B5EF4-FFF2-40B4-BE49-F238E27FC236}">
                <a16:creationId xmlns:a16="http://schemas.microsoft.com/office/drawing/2014/main" id="{FE635DE3-1BC6-40C1-9DAF-EFEE138486CE}"/>
              </a:ext>
            </a:extLst>
          </p:cNvPr>
          <p:cNvSpPr>
            <a:spLocks xmlns:a="http://schemas.openxmlformats.org/drawingml/2006/main" noGrp="1"/>
          </p:cNvSpPr>
          <p:nvPr/>
        </p:nvSpPr>
        <p:spPr>
          <a:xfrm xmlns:a="http://schemas.openxmlformats.org/drawingml/2006/main">
            <a:off x="4572000" y="3552825"/>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725" b="1">
                <a:solidFill>
                  <a:srgbClr val="20252A"/>
                </a:solidFill>
                <a:latin typeface="Segoe UI"/>
                <a:ea typeface="Segoe UI"/>
                <a:cs typeface="Segoe UI"/>
              </a:defRPr>
            </a:defPPr>
            <a:lvl1pPr>
              <a:defRPr sz="1725" b="1">
                <a:solidFill>
                  <a:srgbClr val="20252A"/>
                </a:solidFill>
                <a:latin typeface="Segoe UI"/>
                <a:ea typeface="Segoe UI"/>
                <a:cs typeface="Segoe UI"/>
              </a:defRPr>
            </a:lvl1pPr>
            <a:lvl2pPr>
              <a:defRPr sz="1725" b="1">
                <a:solidFill>
                  <a:srgbClr val="20252A"/>
                </a:solidFill>
                <a:latin typeface="Segoe UI"/>
                <a:ea typeface="Segoe UI"/>
                <a:cs typeface="Segoe UI"/>
              </a:defRPr>
            </a:lvl2pPr>
            <a:lvl3pPr>
              <a:defRPr sz="1725" b="1">
                <a:solidFill>
                  <a:srgbClr val="20252A"/>
                </a:solidFill>
                <a:latin typeface="Segoe UI"/>
                <a:ea typeface="Segoe UI"/>
                <a:cs typeface="Segoe UI"/>
              </a:defRPr>
            </a:lvl3pPr>
            <a:lvl4pPr>
              <a:defRPr sz="1725" b="1">
                <a:solidFill>
                  <a:srgbClr val="20252A"/>
                </a:solidFill>
                <a:latin typeface="Segoe UI"/>
                <a:ea typeface="Segoe UI"/>
                <a:cs typeface="Segoe UI"/>
              </a:defRPr>
            </a:lvl4pPr>
            <a:lvl5pPr>
              <a:defRPr sz="1725" b="1">
                <a:solidFill>
                  <a:srgbClr val="20252A"/>
                </a:solidFill>
                <a:latin typeface="Segoe UI"/>
                <a:ea typeface="Segoe UI"/>
                <a:cs typeface="Segoe UI"/>
              </a:defRPr>
            </a:lvl5pPr>
            <a:lvl6pPr>
              <a:defRPr sz="1725" b="1">
                <a:solidFill>
                  <a:srgbClr val="20252A"/>
                </a:solidFill>
                <a:latin typeface="Segoe UI"/>
                <a:ea typeface="Segoe UI"/>
                <a:cs typeface="Segoe UI"/>
              </a:defRPr>
            </a:lvl6pPr>
            <a:lvl7pPr>
              <a:defRPr sz="1725" b="1">
                <a:solidFill>
                  <a:srgbClr val="20252A"/>
                </a:solidFill>
                <a:latin typeface="Segoe UI"/>
                <a:ea typeface="Segoe UI"/>
                <a:cs typeface="Segoe UI"/>
              </a:defRPr>
            </a:lvl7pPr>
            <a:lvl8pPr>
              <a:defRPr sz="1725" b="1">
                <a:solidFill>
                  <a:srgbClr val="20252A"/>
                </a:solidFill>
                <a:latin typeface="Segoe UI"/>
                <a:ea typeface="Segoe UI"/>
                <a:cs typeface="Segoe UI"/>
              </a:defRPr>
            </a:lvl8pPr>
            <a:lvl9pPr>
              <a:defRPr sz="1725" b="1">
                <a:solidFill>
                  <a:srgbClr val="20252A"/>
                </a:solidFill>
                <a:latin typeface="Segoe UI"/>
                <a:ea typeface="Segoe UI"/>
                <a:cs typeface="Segoe UI"/>
              </a:defRPr>
            </a:lvl9pPr>
          </a:lstStyle>
          <a:p xmlns:a="http://schemas.openxmlformats.org/drawingml/2006/main">
            <a:pPr>
              <a:defRPr sz="1725" b="1">
                <a:solidFill>
                  <a:srgbClr val="20252A"/>
                </a:solidFill>
                <a:latin typeface="Segoe UI"/>
                <a:ea typeface="Segoe UI"/>
                <a:cs typeface="Segoe UI"/>
              </a:defRPr>
            </a:pPr>
            <a:r>
              <a:rPr sz="1725" b="1">
                <a:solidFill>
                  <a:srgbClr val="20252A"/>
                </a:solidFill>
                <a:latin typeface="Segoe UI"/>
                <a:ea typeface="Segoe UI"/>
                <a:cs typeface="Segoe UI"/>
              </a:rPr>
              <a:t>STANDARD</a:t>
            </a:r>
          </a:p>
        </p:txBody>
      </p:sp>
      <p:sp>
        <p:nvSpPr>
          <p:cNvPr id="11" name="text-10">
            <a:extLst xmlns:a="http://schemas.openxmlformats.org/drawingml/2006/main">
              <a:ext uri="{FF2B5EF4-FFF2-40B4-BE49-F238E27FC236}">
                <a16:creationId xmlns:a16="http://schemas.microsoft.com/office/drawing/2014/main" id="{2EFA0C8D-9826-4767-AC91-0AF3B589BA6D}"/>
              </a:ext>
            </a:extLst>
          </p:cNvPr>
          <p:cNvSpPr>
            <a:spLocks xmlns:a="http://schemas.openxmlformats.org/drawingml/2006/main" noGrp="1"/>
          </p:cNvSpPr>
          <p:nvPr/>
        </p:nvSpPr>
        <p:spPr>
          <a:xfrm xmlns:a="http://schemas.openxmlformats.org/drawingml/2006/main">
            <a:off x="4572000" y="3971925"/>
            <a:ext cx="3276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Write your target, choice and tool in your book.</a:t>
            </a:r>
          </a:p>
        </p:txBody>
      </p:sp>
      <p:sp>
        <p:nvSpPr>
          <p:cNvPr id="12" name="panel-11">
            <a:extLst xmlns:a="http://schemas.openxmlformats.org/drawingml/2006/main">
              <a:ext uri="{FF2B5EF4-FFF2-40B4-BE49-F238E27FC236}">
                <a16:creationId xmlns:a16="http://schemas.microsoft.com/office/drawing/2014/main" id="{4269888C-F312-4052-A2A3-3E408E51A533}"/>
              </a:ext>
            </a:extLst>
          </p:cNvPr>
          <p:cNvSpPr>
            <a:spLocks xmlns:a="http://schemas.openxmlformats.org/drawingml/2006/main" noGrp="1"/>
          </p:cNvSpPr>
          <p:nvPr/>
        </p:nvSpPr>
        <p:spPr>
          <a:xfrm xmlns:a="http://schemas.openxmlformats.org/drawingml/2006/main">
            <a:off x="8229600" y="3419475"/>
            <a:ext cx="3581400" cy="2095500"/>
          </a:xfrm>
          <a:prstGeom xmlns:a="http://schemas.openxmlformats.org/drawingml/2006/main" prst="rect">
            <a:avLst/>
          </a:prstGeom>
          <a:solidFill xmlns:a="http://schemas.openxmlformats.org/drawingml/2006/main">
            <a:srgbClr val="F0F1EF"/>
          </a:solidFill>
          <a:ln xmlns:a="http://schemas.openxmlformats.org/drawingml/2006/main" w="0">
            <a:noFill/>
            <a:prstDash val="solid"/>
          </a:ln>
        </p:spPr>
      </p:sp>
      <p:sp>
        <p:nvSpPr>
          <p:cNvPr id="13" name="text-12">
            <a:extLst xmlns:a="http://schemas.openxmlformats.org/drawingml/2006/main">
              <a:ext uri="{FF2B5EF4-FFF2-40B4-BE49-F238E27FC236}">
                <a16:creationId xmlns:a16="http://schemas.microsoft.com/office/drawing/2014/main" id="{931D5BD2-D32B-4895-A1B9-4003228E47AF}"/>
              </a:ext>
            </a:extLst>
          </p:cNvPr>
          <p:cNvSpPr>
            <a:spLocks xmlns:a="http://schemas.openxmlformats.org/drawingml/2006/main" noGrp="1"/>
          </p:cNvSpPr>
          <p:nvPr/>
        </p:nvSpPr>
        <p:spPr>
          <a:xfrm xmlns:a="http://schemas.openxmlformats.org/drawingml/2006/main">
            <a:off x="8382000" y="3552825"/>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725" b="1">
                <a:solidFill>
                  <a:srgbClr val="20252A"/>
                </a:solidFill>
                <a:latin typeface="Segoe UI"/>
                <a:ea typeface="Segoe UI"/>
                <a:cs typeface="Segoe UI"/>
              </a:defRPr>
            </a:defPPr>
            <a:lvl1pPr>
              <a:defRPr sz="1725" b="1">
                <a:solidFill>
                  <a:srgbClr val="20252A"/>
                </a:solidFill>
                <a:latin typeface="Segoe UI"/>
                <a:ea typeface="Segoe UI"/>
                <a:cs typeface="Segoe UI"/>
              </a:defRPr>
            </a:lvl1pPr>
            <a:lvl2pPr>
              <a:defRPr sz="1725" b="1">
                <a:solidFill>
                  <a:srgbClr val="20252A"/>
                </a:solidFill>
                <a:latin typeface="Segoe UI"/>
                <a:ea typeface="Segoe UI"/>
                <a:cs typeface="Segoe UI"/>
              </a:defRPr>
            </a:lvl2pPr>
            <a:lvl3pPr>
              <a:defRPr sz="1725" b="1">
                <a:solidFill>
                  <a:srgbClr val="20252A"/>
                </a:solidFill>
                <a:latin typeface="Segoe UI"/>
                <a:ea typeface="Segoe UI"/>
                <a:cs typeface="Segoe UI"/>
              </a:defRPr>
            </a:lvl3pPr>
            <a:lvl4pPr>
              <a:defRPr sz="1725" b="1">
                <a:solidFill>
                  <a:srgbClr val="20252A"/>
                </a:solidFill>
                <a:latin typeface="Segoe UI"/>
                <a:ea typeface="Segoe UI"/>
                <a:cs typeface="Segoe UI"/>
              </a:defRPr>
            </a:lvl4pPr>
            <a:lvl5pPr>
              <a:defRPr sz="1725" b="1">
                <a:solidFill>
                  <a:srgbClr val="20252A"/>
                </a:solidFill>
                <a:latin typeface="Segoe UI"/>
                <a:ea typeface="Segoe UI"/>
                <a:cs typeface="Segoe UI"/>
              </a:defRPr>
            </a:lvl5pPr>
            <a:lvl6pPr>
              <a:defRPr sz="1725" b="1">
                <a:solidFill>
                  <a:srgbClr val="20252A"/>
                </a:solidFill>
                <a:latin typeface="Segoe UI"/>
                <a:ea typeface="Segoe UI"/>
                <a:cs typeface="Segoe UI"/>
              </a:defRPr>
            </a:lvl6pPr>
            <a:lvl7pPr>
              <a:defRPr sz="1725" b="1">
                <a:solidFill>
                  <a:srgbClr val="20252A"/>
                </a:solidFill>
                <a:latin typeface="Segoe UI"/>
                <a:ea typeface="Segoe UI"/>
                <a:cs typeface="Segoe UI"/>
              </a:defRPr>
            </a:lvl7pPr>
            <a:lvl8pPr>
              <a:defRPr sz="1725" b="1">
                <a:solidFill>
                  <a:srgbClr val="20252A"/>
                </a:solidFill>
                <a:latin typeface="Segoe UI"/>
                <a:ea typeface="Segoe UI"/>
                <a:cs typeface="Segoe UI"/>
              </a:defRPr>
            </a:lvl8pPr>
            <a:lvl9pPr>
              <a:defRPr sz="1725" b="1">
                <a:solidFill>
                  <a:srgbClr val="20252A"/>
                </a:solidFill>
                <a:latin typeface="Segoe UI"/>
                <a:ea typeface="Segoe UI"/>
                <a:cs typeface="Segoe UI"/>
              </a:defRPr>
            </a:lvl9pPr>
          </a:lstStyle>
          <a:p xmlns:a="http://schemas.openxmlformats.org/drawingml/2006/main">
            <a:pPr>
              <a:defRPr sz="1725" b="1">
                <a:solidFill>
                  <a:srgbClr val="20252A"/>
                </a:solidFill>
                <a:latin typeface="Segoe UI"/>
                <a:ea typeface="Segoe UI"/>
                <a:cs typeface="Segoe UI"/>
              </a:defRPr>
            </a:pPr>
            <a:r>
              <a:rPr sz="1725" b="1">
                <a:solidFill>
                  <a:srgbClr val="20252A"/>
                </a:solidFill>
                <a:latin typeface="Segoe UI"/>
                <a:ea typeface="Segoe UI"/>
                <a:cs typeface="Segoe UI"/>
              </a:rPr>
              <a:t>STRETCH</a:t>
            </a:r>
          </a:p>
        </p:txBody>
      </p:sp>
      <p:sp>
        <p:nvSpPr>
          <p:cNvPr id="14" name="text-13">
            <a:extLst xmlns:a="http://schemas.openxmlformats.org/drawingml/2006/main">
              <a:ext uri="{FF2B5EF4-FFF2-40B4-BE49-F238E27FC236}">
                <a16:creationId xmlns:a16="http://schemas.microsoft.com/office/drawing/2014/main" id="{0181A653-4833-4122-B63A-EA958B0F209E}"/>
              </a:ext>
            </a:extLst>
          </p:cNvPr>
          <p:cNvSpPr>
            <a:spLocks xmlns:a="http://schemas.openxmlformats.org/drawingml/2006/main" noGrp="1"/>
          </p:cNvSpPr>
          <p:nvPr/>
        </p:nvSpPr>
        <p:spPr>
          <a:xfrm xmlns:a="http://schemas.openxmlformats.org/drawingml/2006/main">
            <a:off x="8382000" y="3971925"/>
            <a:ext cx="3276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Add why this tool fits your choice.</a:t>
            </a:r>
          </a:p>
        </p:txBody>
      </p:sp>
      <p:sp>
        <p:nvSpPr>
          <p:cNvPr id="15" name="text-14">
            <a:extLst xmlns:a="http://schemas.openxmlformats.org/drawingml/2006/main">
              <a:ext uri="{FF2B5EF4-FFF2-40B4-BE49-F238E27FC236}">
                <a16:creationId xmlns:a16="http://schemas.microsoft.com/office/drawing/2014/main" id="{5E404247-6CF1-43A2-B73A-B15C911BC593}"/>
              </a:ext>
            </a:extLst>
          </p:cNvPr>
          <p:cNvSpPr>
            <a:spLocks xmlns:a="http://schemas.openxmlformats.org/drawingml/2006/main" noGrp="1"/>
          </p:cNvSpPr>
          <p:nvPr/>
        </p:nvSpPr>
        <p:spPr>
          <a:xfrm xmlns:a="http://schemas.openxmlformats.org/drawingml/2006/main">
            <a:off x="609600" y="60102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20252A"/>
                </a:solidFill>
                <a:latin typeface="Segoe UI"/>
                <a:ea typeface="Segoe UI"/>
                <a:cs typeface="Segoe UI"/>
              </a:defRPr>
            </a:defPPr>
            <a:lvl1pPr>
              <a:defRPr sz="1950" b="1">
                <a:solidFill>
                  <a:srgbClr val="20252A"/>
                </a:solidFill>
                <a:latin typeface="Segoe UI"/>
                <a:ea typeface="Segoe UI"/>
                <a:cs typeface="Segoe UI"/>
              </a:defRPr>
            </a:lvl1pPr>
            <a:lvl2pPr>
              <a:defRPr sz="1950" b="1">
                <a:solidFill>
                  <a:srgbClr val="20252A"/>
                </a:solidFill>
                <a:latin typeface="Segoe UI"/>
                <a:ea typeface="Segoe UI"/>
                <a:cs typeface="Segoe UI"/>
              </a:defRPr>
            </a:lvl2pPr>
            <a:lvl3pPr>
              <a:defRPr sz="1950" b="1">
                <a:solidFill>
                  <a:srgbClr val="20252A"/>
                </a:solidFill>
                <a:latin typeface="Segoe UI"/>
                <a:ea typeface="Segoe UI"/>
                <a:cs typeface="Segoe UI"/>
              </a:defRPr>
            </a:lvl3pPr>
            <a:lvl4pPr>
              <a:defRPr sz="1950" b="1">
                <a:solidFill>
                  <a:srgbClr val="20252A"/>
                </a:solidFill>
                <a:latin typeface="Segoe UI"/>
                <a:ea typeface="Segoe UI"/>
                <a:cs typeface="Segoe UI"/>
              </a:defRPr>
            </a:lvl4pPr>
            <a:lvl5pPr>
              <a:defRPr sz="1950" b="1">
                <a:solidFill>
                  <a:srgbClr val="20252A"/>
                </a:solidFill>
                <a:latin typeface="Segoe UI"/>
                <a:ea typeface="Segoe UI"/>
                <a:cs typeface="Segoe UI"/>
              </a:defRPr>
            </a:lvl5pPr>
            <a:lvl6pPr>
              <a:defRPr sz="1950" b="1">
                <a:solidFill>
                  <a:srgbClr val="20252A"/>
                </a:solidFill>
                <a:latin typeface="Segoe UI"/>
                <a:ea typeface="Segoe UI"/>
                <a:cs typeface="Segoe UI"/>
              </a:defRPr>
            </a:lvl6pPr>
            <a:lvl7pPr>
              <a:defRPr sz="1950" b="1">
                <a:solidFill>
                  <a:srgbClr val="20252A"/>
                </a:solidFill>
                <a:latin typeface="Segoe UI"/>
                <a:ea typeface="Segoe UI"/>
                <a:cs typeface="Segoe UI"/>
              </a:defRPr>
            </a:lvl7pPr>
            <a:lvl8pPr>
              <a:defRPr sz="1950" b="1">
                <a:solidFill>
                  <a:srgbClr val="20252A"/>
                </a:solidFill>
                <a:latin typeface="Segoe UI"/>
                <a:ea typeface="Segoe UI"/>
                <a:cs typeface="Segoe UI"/>
              </a:defRPr>
            </a:lvl8pPr>
            <a:lvl9pPr>
              <a:defRPr sz="1950" b="1">
                <a:solidFill>
                  <a:srgbClr val="20252A"/>
                </a:solidFill>
                <a:latin typeface="Segoe UI"/>
                <a:ea typeface="Segoe UI"/>
                <a:cs typeface="Segoe UI"/>
              </a:defRPr>
            </a:lvl9pPr>
          </a:lstStyle>
          <a:p xmlns:a="http://schemas.openxmlformats.org/drawingml/2006/main">
            <a:pPr>
              <a:defRPr sz="1950" b="1">
                <a:solidFill>
                  <a:srgbClr val="20252A"/>
                </a:solidFill>
                <a:latin typeface="Segoe UI"/>
                <a:ea typeface="Segoe UI"/>
                <a:cs typeface="Segoe UI"/>
              </a:defRPr>
            </a:pPr>
            <a:r>
              <a:rPr sz="1950" b="1">
                <a:solidFill>
                  <a:srgbClr val="20252A"/>
                </a:solidFill>
                <a:latin typeface="Segoe UI"/>
                <a:ea typeface="Segoe UI"/>
                <a:cs typeface="Segoe UI"/>
              </a:rPr>
              <a:t>I will use __ to choose __.</a:t>
            </a:r>
          </a:p>
        </p:txBody>
      </p:sp>
    </p:spTree>
    <p:extLst>
      <p:ext uri="{BB962C8B-B14F-4D97-AF65-F5344CB8AC3E}">
        <p14:creationId xmlns:p14="http://schemas.microsoft.com/office/powerpoint/2010/main" val="1750725186"/>
      </p:ext>
    </p:extLst>
  </p:cSld>
</p:sld>
</file>

<file path=ppt/slides/slide8.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1284537A-CD8C-460D-A9A3-DC8EC8FB99E7}"/>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YOU DO — evidence capture (project sheet)</a:t>
            </a:r>
          </a:p>
        </p:txBody>
      </p:sp>
      <p:sp>
        <p:nvSpPr>
          <p:cNvPr id="2" name="text-1">
            <a:extLst xmlns:a="http://schemas.openxmlformats.org/drawingml/2006/main">
              <a:ext uri="{FF2B5EF4-FFF2-40B4-BE49-F238E27FC236}">
                <a16:creationId xmlns:a16="http://schemas.microsoft.com/office/drawing/2014/main" id="{075EE7EB-8C95-4C02-A0B4-3F43B4275397}"/>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L4a</a:t>
            </a:r>
          </a:p>
        </p:txBody>
      </p:sp>
      <p:sp>
        <p:nvSpPr>
          <p:cNvPr id="3" name="text-2">
            <a:extLst xmlns:a="http://schemas.openxmlformats.org/drawingml/2006/main">
              <a:ext uri="{FF2B5EF4-FFF2-40B4-BE49-F238E27FC236}">
                <a16:creationId xmlns:a16="http://schemas.microsoft.com/office/drawing/2014/main" id="{BEE4E883-5ED1-4B58-B828-A8AC0B924685}"/>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8 / 24 · 19 min</a:t>
            </a:r>
          </a:p>
        </p:txBody>
      </p:sp>
      <p:pic>
        <p:nvPicPr>
          <p:cNvPr id="4" name="Mix" descr="Mix">
            <a:extLst xmlns:a="http://schemas.openxmlformats.org/drawingml/2006/main">
              <a:ext uri="{FF2B5EF4-FFF2-40B4-BE49-F238E27FC236}">
                <a16:creationId xmlns:a16="http://schemas.microsoft.com/office/drawing/2014/main" id="{25CAB892-AEEE-44B3-AC1B-CFE5DA425AFB}"/>
              </a:ext>
            </a:extLst>
          </p:cNvPr>
          <p:cNvPicPr>
            <a:picLocks xmlns:a="http://schemas.openxmlformats.org/drawingml/2006/main" noChangeAspect="1"/>
          </p:cNvPicPr>
          <p:nvPr/>
        </p:nvPicPr>
        <p:blipFill>
          <a:blip xmlns:r="http://schemas.openxmlformats.org/officeDocument/2006/relationships" xmlns:a="http://schemas.openxmlformats.org/drawingml/2006/main" r:embed="R9b5b7c2db5e54c0e"/>
          <a:stretch xmlns:a="http://schemas.openxmlformats.org/drawingml/2006/main"/>
        </p:blipFill>
        <p:spPr>
          <a:xfrm xmlns:a="http://schemas.openxmlformats.org/drawingml/2006/main">
            <a:off x="609600" y="1390650"/>
            <a:ext cx="590550" cy="59055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6F690248-19FB-4738-8F4A-3BD609DFA49C}"/>
              </a:ext>
            </a:extLst>
          </p:cNvPr>
          <p:cNvSpPr>
            <a:spLocks xmlns:a="http://schemas.openxmlformats.org/drawingml/2006/main" noGrp="1"/>
          </p:cNvSpPr>
          <p:nvPr/>
        </p:nvSpPr>
        <p:spPr>
          <a:xfrm xmlns:a="http://schemas.openxmlformats.org/drawingml/2006/main">
            <a:off x="1362075" y="1438275"/>
            <a:ext cx="1952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20252A"/>
                </a:solidFill>
                <a:latin typeface="Segoe UI"/>
                <a:ea typeface="Segoe UI"/>
                <a:cs typeface="Segoe UI"/>
              </a:defRPr>
            </a:defPPr>
            <a:lvl1pPr>
              <a:defRPr sz="2025" b="1">
                <a:solidFill>
                  <a:srgbClr val="20252A"/>
                </a:solidFill>
                <a:latin typeface="Segoe UI"/>
                <a:ea typeface="Segoe UI"/>
                <a:cs typeface="Segoe UI"/>
              </a:defRPr>
            </a:lvl1pPr>
            <a:lvl2pPr>
              <a:defRPr sz="2025" b="1">
                <a:solidFill>
                  <a:srgbClr val="20252A"/>
                </a:solidFill>
                <a:latin typeface="Segoe UI"/>
                <a:ea typeface="Segoe UI"/>
                <a:cs typeface="Segoe UI"/>
              </a:defRPr>
            </a:lvl2pPr>
            <a:lvl3pPr>
              <a:defRPr sz="2025" b="1">
                <a:solidFill>
                  <a:srgbClr val="20252A"/>
                </a:solidFill>
                <a:latin typeface="Segoe UI"/>
                <a:ea typeface="Segoe UI"/>
                <a:cs typeface="Segoe UI"/>
              </a:defRPr>
            </a:lvl3pPr>
            <a:lvl4pPr>
              <a:defRPr sz="2025" b="1">
                <a:solidFill>
                  <a:srgbClr val="20252A"/>
                </a:solidFill>
                <a:latin typeface="Segoe UI"/>
                <a:ea typeface="Segoe UI"/>
                <a:cs typeface="Segoe UI"/>
              </a:defRPr>
            </a:lvl4pPr>
            <a:lvl5pPr>
              <a:defRPr sz="2025" b="1">
                <a:solidFill>
                  <a:srgbClr val="20252A"/>
                </a:solidFill>
                <a:latin typeface="Segoe UI"/>
                <a:ea typeface="Segoe UI"/>
                <a:cs typeface="Segoe UI"/>
              </a:defRPr>
            </a:lvl5pPr>
            <a:lvl6pPr>
              <a:defRPr sz="2025" b="1">
                <a:solidFill>
                  <a:srgbClr val="20252A"/>
                </a:solidFill>
                <a:latin typeface="Segoe UI"/>
                <a:ea typeface="Segoe UI"/>
                <a:cs typeface="Segoe UI"/>
              </a:defRPr>
            </a:lvl6pPr>
            <a:lvl7pPr>
              <a:defRPr sz="2025" b="1">
                <a:solidFill>
                  <a:srgbClr val="20252A"/>
                </a:solidFill>
                <a:latin typeface="Segoe UI"/>
                <a:ea typeface="Segoe UI"/>
                <a:cs typeface="Segoe UI"/>
              </a:defRPr>
            </a:lvl7pPr>
            <a:lvl8pPr>
              <a:defRPr sz="2025" b="1">
                <a:solidFill>
                  <a:srgbClr val="20252A"/>
                </a:solidFill>
                <a:latin typeface="Segoe UI"/>
                <a:ea typeface="Segoe UI"/>
                <a:cs typeface="Segoe UI"/>
              </a:defRPr>
            </a:lvl8pPr>
            <a:lvl9pPr>
              <a:defRPr sz="2025" b="1">
                <a:solidFill>
                  <a:srgbClr val="20252A"/>
                </a:solidFill>
                <a:latin typeface="Segoe UI"/>
                <a:ea typeface="Segoe UI"/>
                <a:cs typeface="Segoe UI"/>
              </a:defRPr>
            </a:lvl9pPr>
          </a:lstStyle>
          <a:p xmlns:a="http://schemas.openxmlformats.org/drawingml/2006/main">
            <a:pPr>
              <a:defRPr sz="2025" b="1">
                <a:solidFill>
                  <a:srgbClr val="20252A"/>
                </a:solidFill>
                <a:latin typeface="Segoe UI"/>
                <a:ea typeface="Segoe UI"/>
                <a:cs typeface="Segoe UI"/>
              </a:defRPr>
            </a:pPr>
            <a:r>
              <a:rPr sz="2025" b="1">
                <a:solidFill>
                  <a:srgbClr val="20252A"/>
                </a:solidFill>
                <a:latin typeface="Segoe UI"/>
                <a:ea typeface="Segoe UI"/>
                <a:cs typeface="Segoe UI"/>
              </a:rPr>
              <a:t>Mix</a:t>
            </a:r>
          </a:p>
        </p:txBody>
      </p:sp>
      <p:pic>
        <p:nvPicPr>
          <p:cNvPr id="6" name="Fill" descr="Fill">
            <a:extLst xmlns:a="http://schemas.openxmlformats.org/drawingml/2006/main">
              <a:ext uri="{FF2B5EF4-FFF2-40B4-BE49-F238E27FC236}">
                <a16:creationId xmlns:a16="http://schemas.microsoft.com/office/drawing/2014/main" id="{07159F99-2D53-4A8F-B815-3DEAE5A8429E}"/>
              </a:ext>
            </a:extLst>
          </p:cNvPr>
          <p:cNvPicPr>
            <a:picLocks xmlns:a="http://schemas.openxmlformats.org/drawingml/2006/main" noChangeAspect="1"/>
          </p:cNvPicPr>
          <p:nvPr/>
        </p:nvPicPr>
        <p:blipFill>
          <a:blip xmlns:r="http://schemas.openxmlformats.org/officeDocument/2006/relationships" xmlns:a="http://schemas.openxmlformats.org/drawingml/2006/main" r:embed="R5e470a59f4ed41af"/>
          <a:stretch xmlns:a="http://schemas.openxmlformats.org/drawingml/2006/main"/>
        </p:blipFill>
        <p:spPr>
          <a:xfrm xmlns:a="http://schemas.openxmlformats.org/drawingml/2006/main">
            <a:off x="3467100" y="1390650"/>
            <a:ext cx="590550" cy="590550"/>
          </a:xfrm>
          <a:prstGeom xmlns:a="http://schemas.openxmlformats.org/drawingml/2006/main" prst="rect">
            <a:avLst/>
          </a:prstGeom>
        </p:spPr>
      </p:pic>
      <p:sp>
        <p:nvSpPr>
          <p:cNvPr id="7" name="text-4">
            <a:extLst xmlns:a="http://schemas.openxmlformats.org/drawingml/2006/main">
              <a:ext uri="{FF2B5EF4-FFF2-40B4-BE49-F238E27FC236}">
                <a16:creationId xmlns:a16="http://schemas.microsoft.com/office/drawing/2014/main" id="{7E257A78-D105-4BBB-BE1E-7949B533E000}"/>
              </a:ext>
            </a:extLst>
          </p:cNvPr>
          <p:cNvSpPr>
            <a:spLocks xmlns:a="http://schemas.openxmlformats.org/drawingml/2006/main" noGrp="1"/>
          </p:cNvSpPr>
          <p:nvPr/>
        </p:nvSpPr>
        <p:spPr>
          <a:xfrm xmlns:a="http://schemas.openxmlformats.org/drawingml/2006/main">
            <a:off x="4219575" y="1438275"/>
            <a:ext cx="1952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20252A"/>
                </a:solidFill>
                <a:latin typeface="Segoe UI"/>
                <a:ea typeface="Segoe UI"/>
                <a:cs typeface="Segoe UI"/>
              </a:defRPr>
            </a:defPPr>
            <a:lvl1pPr>
              <a:defRPr sz="2025" b="1">
                <a:solidFill>
                  <a:srgbClr val="20252A"/>
                </a:solidFill>
                <a:latin typeface="Segoe UI"/>
                <a:ea typeface="Segoe UI"/>
                <a:cs typeface="Segoe UI"/>
              </a:defRPr>
            </a:lvl1pPr>
            <a:lvl2pPr>
              <a:defRPr sz="2025" b="1">
                <a:solidFill>
                  <a:srgbClr val="20252A"/>
                </a:solidFill>
                <a:latin typeface="Segoe UI"/>
                <a:ea typeface="Segoe UI"/>
                <a:cs typeface="Segoe UI"/>
              </a:defRPr>
            </a:lvl2pPr>
            <a:lvl3pPr>
              <a:defRPr sz="2025" b="1">
                <a:solidFill>
                  <a:srgbClr val="20252A"/>
                </a:solidFill>
                <a:latin typeface="Segoe UI"/>
                <a:ea typeface="Segoe UI"/>
                <a:cs typeface="Segoe UI"/>
              </a:defRPr>
            </a:lvl3pPr>
            <a:lvl4pPr>
              <a:defRPr sz="2025" b="1">
                <a:solidFill>
                  <a:srgbClr val="20252A"/>
                </a:solidFill>
                <a:latin typeface="Segoe UI"/>
                <a:ea typeface="Segoe UI"/>
                <a:cs typeface="Segoe UI"/>
              </a:defRPr>
            </a:lvl4pPr>
            <a:lvl5pPr>
              <a:defRPr sz="2025" b="1">
                <a:solidFill>
                  <a:srgbClr val="20252A"/>
                </a:solidFill>
                <a:latin typeface="Segoe UI"/>
                <a:ea typeface="Segoe UI"/>
                <a:cs typeface="Segoe UI"/>
              </a:defRPr>
            </a:lvl5pPr>
            <a:lvl6pPr>
              <a:defRPr sz="2025" b="1">
                <a:solidFill>
                  <a:srgbClr val="20252A"/>
                </a:solidFill>
                <a:latin typeface="Segoe UI"/>
                <a:ea typeface="Segoe UI"/>
                <a:cs typeface="Segoe UI"/>
              </a:defRPr>
            </a:lvl6pPr>
            <a:lvl7pPr>
              <a:defRPr sz="2025" b="1">
                <a:solidFill>
                  <a:srgbClr val="20252A"/>
                </a:solidFill>
                <a:latin typeface="Segoe UI"/>
                <a:ea typeface="Segoe UI"/>
                <a:cs typeface="Segoe UI"/>
              </a:defRPr>
            </a:lvl7pPr>
            <a:lvl8pPr>
              <a:defRPr sz="2025" b="1">
                <a:solidFill>
                  <a:srgbClr val="20252A"/>
                </a:solidFill>
                <a:latin typeface="Segoe UI"/>
                <a:ea typeface="Segoe UI"/>
                <a:cs typeface="Segoe UI"/>
              </a:defRPr>
            </a:lvl8pPr>
            <a:lvl9pPr>
              <a:defRPr sz="2025" b="1">
                <a:solidFill>
                  <a:srgbClr val="20252A"/>
                </a:solidFill>
                <a:latin typeface="Segoe UI"/>
                <a:ea typeface="Segoe UI"/>
                <a:cs typeface="Segoe UI"/>
              </a:defRPr>
            </a:lvl9pPr>
          </a:lstStyle>
          <a:p xmlns:a="http://schemas.openxmlformats.org/drawingml/2006/main">
            <a:pPr>
              <a:defRPr sz="2025" b="1">
                <a:solidFill>
                  <a:srgbClr val="20252A"/>
                </a:solidFill>
                <a:latin typeface="Segoe UI"/>
                <a:ea typeface="Segoe UI"/>
                <a:cs typeface="Segoe UI"/>
              </a:defRPr>
            </a:pPr>
            <a:r>
              <a:rPr sz="2025" b="1">
                <a:solidFill>
                  <a:srgbClr val="20252A"/>
                </a:solidFill>
                <a:latin typeface="Segoe UI"/>
                <a:ea typeface="Segoe UI"/>
                <a:cs typeface="Segoe UI"/>
              </a:rPr>
              <a:t>Fill</a:t>
            </a:r>
          </a:p>
        </p:txBody>
      </p:sp>
      <p:pic>
        <p:nvPicPr>
          <p:cNvPr id="8" name="Adult bakes" descr="Adult bakes">
            <a:extLst xmlns:a="http://schemas.openxmlformats.org/drawingml/2006/main">
              <a:ext uri="{FF2B5EF4-FFF2-40B4-BE49-F238E27FC236}">
                <a16:creationId xmlns:a16="http://schemas.microsoft.com/office/drawing/2014/main" id="{C060A526-24A3-45CE-B956-10B7FD3A4EE7}"/>
              </a:ext>
            </a:extLst>
          </p:cNvPr>
          <p:cNvPicPr>
            <a:picLocks xmlns:a="http://schemas.openxmlformats.org/drawingml/2006/main" noChangeAspect="1"/>
          </p:cNvPicPr>
          <p:nvPr/>
        </p:nvPicPr>
        <p:blipFill>
          <a:blip xmlns:r="http://schemas.openxmlformats.org/officeDocument/2006/relationships" xmlns:a="http://schemas.openxmlformats.org/drawingml/2006/main" r:embed="Ra5ed79c1d7a94766"/>
          <a:stretch xmlns:a="http://schemas.openxmlformats.org/drawingml/2006/main"/>
        </p:blipFill>
        <p:spPr>
          <a:xfrm xmlns:a="http://schemas.openxmlformats.org/drawingml/2006/main">
            <a:off x="6324600" y="1390650"/>
            <a:ext cx="590550" cy="590550"/>
          </a:xfrm>
          <a:prstGeom xmlns:a="http://schemas.openxmlformats.org/drawingml/2006/main" prst="rect">
            <a:avLst/>
          </a:prstGeom>
        </p:spPr>
      </p:pic>
      <p:sp>
        <p:nvSpPr>
          <p:cNvPr id="9" name="text-5">
            <a:extLst xmlns:a="http://schemas.openxmlformats.org/drawingml/2006/main">
              <a:ext uri="{FF2B5EF4-FFF2-40B4-BE49-F238E27FC236}">
                <a16:creationId xmlns:a16="http://schemas.microsoft.com/office/drawing/2014/main" id="{4582617B-FB78-480D-B776-8FABCEEDF096}"/>
              </a:ext>
            </a:extLst>
          </p:cNvPr>
          <p:cNvSpPr>
            <a:spLocks xmlns:a="http://schemas.openxmlformats.org/drawingml/2006/main" noGrp="1"/>
          </p:cNvSpPr>
          <p:nvPr/>
        </p:nvSpPr>
        <p:spPr>
          <a:xfrm xmlns:a="http://schemas.openxmlformats.org/drawingml/2006/main">
            <a:off x="7077075" y="1438275"/>
            <a:ext cx="1952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20252A"/>
                </a:solidFill>
                <a:latin typeface="Segoe UI"/>
                <a:ea typeface="Segoe UI"/>
                <a:cs typeface="Segoe UI"/>
              </a:defRPr>
            </a:defPPr>
            <a:lvl1pPr>
              <a:defRPr sz="2025" b="1">
                <a:solidFill>
                  <a:srgbClr val="20252A"/>
                </a:solidFill>
                <a:latin typeface="Segoe UI"/>
                <a:ea typeface="Segoe UI"/>
                <a:cs typeface="Segoe UI"/>
              </a:defRPr>
            </a:lvl1pPr>
            <a:lvl2pPr>
              <a:defRPr sz="2025" b="1">
                <a:solidFill>
                  <a:srgbClr val="20252A"/>
                </a:solidFill>
                <a:latin typeface="Segoe UI"/>
                <a:ea typeface="Segoe UI"/>
                <a:cs typeface="Segoe UI"/>
              </a:defRPr>
            </a:lvl2pPr>
            <a:lvl3pPr>
              <a:defRPr sz="2025" b="1">
                <a:solidFill>
                  <a:srgbClr val="20252A"/>
                </a:solidFill>
                <a:latin typeface="Segoe UI"/>
                <a:ea typeface="Segoe UI"/>
                <a:cs typeface="Segoe UI"/>
              </a:defRPr>
            </a:lvl3pPr>
            <a:lvl4pPr>
              <a:defRPr sz="2025" b="1">
                <a:solidFill>
                  <a:srgbClr val="20252A"/>
                </a:solidFill>
                <a:latin typeface="Segoe UI"/>
                <a:ea typeface="Segoe UI"/>
                <a:cs typeface="Segoe UI"/>
              </a:defRPr>
            </a:lvl4pPr>
            <a:lvl5pPr>
              <a:defRPr sz="2025" b="1">
                <a:solidFill>
                  <a:srgbClr val="20252A"/>
                </a:solidFill>
                <a:latin typeface="Segoe UI"/>
                <a:ea typeface="Segoe UI"/>
                <a:cs typeface="Segoe UI"/>
              </a:defRPr>
            </a:lvl5pPr>
            <a:lvl6pPr>
              <a:defRPr sz="2025" b="1">
                <a:solidFill>
                  <a:srgbClr val="20252A"/>
                </a:solidFill>
                <a:latin typeface="Segoe UI"/>
                <a:ea typeface="Segoe UI"/>
                <a:cs typeface="Segoe UI"/>
              </a:defRPr>
            </a:lvl6pPr>
            <a:lvl7pPr>
              <a:defRPr sz="2025" b="1">
                <a:solidFill>
                  <a:srgbClr val="20252A"/>
                </a:solidFill>
                <a:latin typeface="Segoe UI"/>
                <a:ea typeface="Segoe UI"/>
                <a:cs typeface="Segoe UI"/>
              </a:defRPr>
            </a:lvl7pPr>
            <a:lvl8pPr>
              <a:defRPr sz="2025" b="1">
                <a:solidFill>
                  <a:srgbClr val="20252A"/>
                </a:solidFill>
                <a:latin typeface="Segoe UI"/>
                <a:ea typeface="Segoe UI"/>
                <a:cs typeface="Segoe UI"/>
              </a:defRPr>
            </a:lvl8pPr>
            <a:lvl9pPr>
              <a:defRPr sz="2025" b="1">
                <a:solidFill>
                  <a:srgbClr val="20252A"/>
                </a:solidFill>
                <a:latin typeface="Segoe UI"/>
                <a:ea typeface="Segoe UI"/>
                <a:cs typeface="Segoe UI"/>
              </a:defRPr>
            </a:lvl9pPr>
          </a:lstStyle>
          <a:p xmlns:a="http://schemas.openxmlformats.org/drawingml/2006/main">
            <a:pPr>
              <a:defRPr sz="2025" b="1">
                <a:solidFill>
                  <a:srgbClr val="20252A"/>
                </a:solidFill>
                <a:latin typeface="Segoe UI"/>
                <a:ea typeface="Segoe UI"/>
                <a:cs typeface="Segoe UI"/>
              </a:defRPr>
            </a:pPr>
            <a:r>
              <a:rPr sz="2025" b="1">
                <a:solidFill>
                  <a:srgbClr val="20252A"/>
                </a:solidFill>
                <a:latin typeface="Segoe UI"/>
                <a:ea typeface="Segoe UI"/>
                <a:cs typeface="Segoe UI"/>
              </a:rPr>
              <a:t>Adult bakes</a:t>
            </a:r>
          </a:p>
        </p:txBody>
      </p:sp>
      <p:pic>
        <p:nvPicPr>
          <p:cNvPr id="10" name="Safe break" descr="Safe break">
            <a:extLst xmlns:a="http://schemas.openxmlformats.org/drawingml/2006/main">
              <a:ext uri="{FF2B5EF4-FFF2-40B4-BE49-F238E27FC236}">
                <a16:creationId xmlns:a16="http://schemas.microsoft.com/office/drawing/2014/main" id="{1D4B1606-5A25-44C1-A669-3BAB1AA5F118}"/>
              </a:ext>
            </a:extLst>
          </p:cNvPr>
          <p:cNvPicPr>
            <a:picLocks xmlns:a="http://schemas.openxmlformats.org/drawingml/2006/main" noChangeAspect="1"/>
          </p:cNvPicPr>
          <p:nvPr/>
        </p:nvPicPr>
        <p:blipFill>
          <a:blip xmlns:r="http://schemas.openxmlformats.org/officeDocument/2006/relationships" xmlns:a="http://schemas.openxmlformats.org/drawingml/2006/main" r:embed="R3c9635f08ee24707"/>
          <a:stretch xmlns:a="http://schemas.openxmlformats.org/drawingml/2006/main"/>
        </p:blipFill>
        <p:spPr>
          <a:xfrm xmlns:a="http://schemas.openxmlformats.org/drawingml/2006/main">
            <a:off x="9182100" y="1390650"/>
            <a:ext cx="590550" cy="590550"/>
          </a:xfrm>
          <a:prstGeom xmlns:a="http://schemas.openxmlformats.org/drawingml/2006/main" prst="rect">
            <a:avLst/>
          </a:prstGeom>
        </p:spPr>
      </p:pic>
      <p:sp>
        <p:nvSpPr>
          <p:cNvPr id="11" name="text-6">
            <a:extLst xmlns:a="http://schemas.openxmlformats.org/drawingml/2006/main">
              <a:ext uri="{FF2B5EF4-FFF2-40B4-BE49-F238E27FC236}">
                <a16:creationId xmlns:a16="http://schemas.microsoft.com/office/drawing/2014/main" id="{7E43DC31-AE86-4076-A525-16822CBC8339}"/>
              </a:ext>
            </a:extLst>
          </p:cNvPr>
          <p:cNvSpPr>
            <a:spLocks xmlns:a="http://schemas.openxmlformats.org/drawingml/2006/main" noGrp="1"/>
          </p:cNvSpPr>
          <p:nvPr/>
        </p:nvSpPr>
        <p:spPr>
          <a:xfrm xmlns:a="http://schemas.openxmlformats.org/drawingml/2006/main">
            <a:off x="9934575" y="1438275"/>
            <a:ext cx="1952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20252A"/>
                </a:solidFill>
                <a:latin typeface="Segoe UI"/>
                <a:ea typeface="Segoe UI"/>
                <a:cs typeface="Segoe UI"/>
              </a:defRPr>
            </a:defPPr>
            <a:lvl1pPr>
              <a:defRPr sz="2025" b="1">
                <a:solidFill>
                  <a:srgbClr val="20252A"/>
                </a:solidFill>
                <a:latin typeface="Segoe UI"/>
                <a:ea typeface="Segoe UI"/>
                <a:cs typeface="Segoe UI"/>
              </a:defRPr>
            </a:lvl1pPr>
            <a:lvl2pPr>
              <a:defRPr sz="2025" b="1">
                <a:solidFill>
                  <a:srgbClr val="20252A"/>
                </a:solidFill>
                <a:latin typeface="Segoe UI"/>
                <a:ea typeface="Segoe UI"/>
                <a:cs typeface="Segoe UI"/>
              </a:defRPr>
            </a:lvl2pPr>
            <a:lvl3pPr>
              <a:defRPr sz="2025" b="1">
                <a:solidFill>
                  <a:srgbClr val="20252A"/>
                </a:solidFill>
                <a:latin typeface="Segoe UI"/>
                <a:ea typeface="Segoe UI"/>
                <a:cs typeface="Segoe UI"/>
              </a:defRPr>
            </a:lvl3pPr>
            <a:lvl4pPr>
              <a:defRPr sz="2025" b="1">
                <a:solidFill>
                  <a:srgbClr val="20252A"/>
                </a:solidFill>
                <a:latin typeface="Segoe UI"/>
                <a:ea typeface="Segoe UI"/>
                <a:cs typeface="Segoe UI"/>
              </a:defRPr>
            </a:lvl4pPr>
            <a:lvl5pPr>
              <a:defRPr sz="2025" b="1">
                <a:solidFill>
                  <a:srgbClr val="20252A"/>
                </a:solidFill>
                <a:latin typeface="Segoe UI"/>
                <a:ea typeface="Segoe UI"/>
                <a:cs typeface="Segoe UI"/>
              </a:defRPr>
            </a:lvl5pPr>
            <a:lvl6pPr>
              <a:defRPr sz="2025" b="1">
                <a:solidFill>
                  <a:srgbClr val="20252A"/>
                </a:solidFill>
                <a:latin typeface="Segoe UI"/>
                <a:ea typeface="Segoe UI"/>
                <a:cs typeface="Segoe UI"/>
              </a:defRPr>
            </a:lvl6pPr>
            <a:lvl7pPr>
              <a:defRPr sz="2025" b="1">
                <a:solidFill>
                  <a:srgbClr val="20252A"/>
                </a:solidFill>
                <a:latin typeface="Segoe UI"/>
                <a:ea typeface="Segoe UI"/>
                <a:cs typeface="Segoe UI"/>
              </a:defRPr>
            </a:lvl7pPr>
            <a:lvl8pPr>
              <a:defRPr sz="2025" b="1">
                <a:solidFill>
                  <a:srgbClr val="20252A"/>
                </a:solidFill>
                <a:latin typeface="Segoe UI"/>
                <a:ea typeface="Segoe UI"/>
                <a:cs typeface="Segoe UI"/>
              </a:defRPr>
            </a:lvl8pPr>
            <a:lvl9pPr>
              <a:defRPr sz="2025" b="1">
                <a:solidFill>
                  <a:srgbClr val="20252A"/>
                </a:solidFill>
                <a:latin typeface="Segoe UI"/>
                <a:ea typeface="Segoe UI"/>
                <a:cs typeface="Segoe UI"/>
              </a:defRPr>
            </a:lvl9pPr>
          </a:lstStyle>
          <a:p xmlns:a="http://schemas.openxmlformats.org/drawingml/2006/main">
            <a:pPr>
              <a:defRPr sz="2025" b="1">
                <a:solidFill>
                  <a:srgbClr val="20252A"/>
                </a:solidFill>
                <a:latin typeface="Segoe UI"/>
                <a:ea typeface="Segoe UI"/>
                <a:cs typeface="Segoe UI"/>
              </a:defRPr>
            </a:pPr>
            <a:r>
              <a:rPr sz="2025" b="1">
                <a:solidFill>
                  <a:srgbClr val="20252A"/>
                </a:solidFill>
                <a:latin typeface="Segoe UI"/>
                <a:ea typeface="Segoe UI"/>
                <a:cs typeface="Segoe UI"/>
              </a:rPr>
              <a:t>Safe break</a:t>
            </a:r>
          </a:p>
        </p:txBody>
      </p:sp>
      <p:sp>
        <p:nvSpPr>
          <p:cNvPr id="12" name="text-7">
            <a:extLst xmlns:a="http://schemas.openxmlformats.org/drawingml/2006/main">
              <a:ext uri="{FF2B5EF4-FFF2-40B4-BE49-F238E27FC236}">
                <a16:creationId xmlns:a16="http://schemas.microsoft.com/office/drawing/2014/main" id="{5D211700-B352-4A26-BA6D-BCFBF7E0FC57}"/>
              </a:ext>
            </a:extLst>
          </p:cNvPr>
          <p:cNvSpPr>
            <a:spLocks xmlns:a="http://schemas.openxmlformats.org/drawingml/2006/main" noGrp="1"/>
          </p:cNvSpPr>
          <p:nvPr/>
        </p:nvSpPr>
        <p:spPr>
          <a:xfrm xmlns:a="http://schemas.openxmlformats.org/drawingml/2006/main">
            <a:off x="609600" y="2524125"/>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Use your role and recipe cards. Then clean and record.</a:t>
            </a:r>
          </a:p>
        </p:txBody>
      </p:sp>
      <p:sp>
        <p:nvSpPr>
          <p:cNvPr id="13" name="panel-8">
            <a:extLst xmlns:a="http://schemas.openxmlformats.org/drawingml/2006/main">
              <a:ext uri="{FF2B5EF4-FFF2-40B4-BE49-F238E27FC236}">
                <a16:creationId xmlns:a16="http://schemas.microsoft.com/office/drawing/2014/main" id="{D0325C7B-937F-4BC0-AED7-274342429AA7}"/>
              </a:ext>
            </a:extLst>
          </p:cNvPr>
          <p:cNvSpPr>
            <a:spLocks xmlns:a="http://schemas.openxmlformats.org/drawingml/2006/main" noGrp="1"/>
          </p:cNvSpPr>
          <p:nvPr/>
        </p:nvSpPr>
        <p:spPr>
          <a:xfrm xmlns:a="http://schemas.openxmlformats.org/drawingml/2006/main">
            <a:off x="609600" y="3533775"/>
            <a:ext cx="3581400" cy="2047875"/>
          </a:xfrm>
          <a:prstGeom xmlns:a="http://schemas.openxmlformats.org/drawingml/2006/main" prst="rect">
            <a:avLst/>
          </a:prstGeom>
          <a:solidFill xmlns:a="http://schemas.openxmlformats.org/drawingml/2006/main">
            <a:srgbClr val="F0F1EF"/>
          </a:solidFill>
          <a:ln xmlns:a="http://schemas.openxmlformats.org/drawingml/2006/main" w="0">
            <a:noFill/>
            <a:prstDash val="solid"/>
          </a:ln>
        </p:spPr>
      </p:sp>
      <p:sp>
        <p:nvSpPr>
          <p:cNvPr id="14" name="text-9">
            <a:extLst xmlns:a="http://schemas.openxmlformats.org/drawingml/2006/main">
              <a:ext uri="{FF2B5EF4-FFF2-40B4-BE49-F238E27FC236}">
                <a16:creationId xmlns:a16="http://schemas.microsoft.com/office/drawing/2014/main" id="{D2AE4B80-AA63-4C8B-84C6-07F77BA7C425}"/>
              </a:ext>
            </a:extLst>
          </p:cNvPr>
          <p:cNvSpPr>
            <a:spLocks xmlns:a="http://schemas.openxmlformats.org/drawingml/2006/main" noGrp="1"/>
          </p:cNvSpPr>
          <p:nvPr/>
        </p:nvSpPr>
        <p:spPr>
          <a:xfrm xmlns:a="http://schemas.openxmlformats.org/drawingml/2006/main">
            <a:off x="762000" y="3667125"/>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725" b="1">
                <a:solidFill>
                  <a:srgbClr val="20252A"/>
                </a:solidFill>
                <a:latin typeface="Segoe UI"/>
                <a:ea typeface="Segoe UI"/>
                <a:cs typeface="Segoe UI"/>
              </a:defRPr>
            </a:defPPr>
            <a:lvl1pPr>
              <a:defRPr sz="1725" b="1">
                <a:solidFill>
                  <a:srgbClr val="20252A"/>
                </a:solidFill>
                <a:latin typeface="Segoe UI"/>
                <a:ea typeface="Segoe UI"/>
                <a:cs typeface="Segoe UI"/>
              </a:defRPr>
            </a:lvl1pPr>
            <a:lvl2pPr>
              <a:defRPr sz="1725" b="1">
                <a:solidFill>
                  <a:srgbClr val="20252A"/>
                </a:solidFill>
                <a:latin typeface="Segoe UI"/>
                <a:ea typeface="Segoe UI"/>
                <a:cs typeface="Segoe UI"/>
              </a:defRPr>
            </a:lvl2pPr>
            <a:lvl3pPr>
              <a:defRPr sz="1725" b="1">
                <a:solidFill>
                  <a:srgbClr val="20252A"/>
                </a:solidFill>
                <a:latin typeface="Segoe UI"/>
                <a:ea typeface="Segoe UI"/>
                <a:cs typeface="Segoe UI"/>
              </a:defRPr>
            </a:lvl3pPr>
            <a:lvl4pPr>
              <a:defRPr sz="1725" b="1">
                <a:solidFill>
                  <a:srgbClr val="20252A"/>
                </a:solidFill>
                <a:latin typeface="Segoe UI"/>
                <a:ea typeface="Segoe UI"/>
                <a:cs typeface="Segoe UI"/>
              </a:defRPr>
            </a:lvl4pPr>
            <a:lvl5pPr>
              <a:defRPr sz="1725" b="1">
                <a:solidFill>
                  <a:srgbClr val="20252A"/>
                </a:solidFill>
                <a:latin typeface="Segoe UI"/>
                <a:ea typeface="Segoe UI"/>
                <a:cs typeface="Segoe UI"/>
              </a:defRPr>
            </a:lvl5pPr>
            <a:lvl6pPr>
              <a:defRPr sz="1725" b="1">
                <a:solidFill>
                  <a:srgbClr val="20252A"/>
                </a:solidFill>
                <a:latin typeface="Segoe UI"/>
                <a:ea typeface="Segoe UI"/>
                <a:cs typeface="Segoe UI"/>
              </a:defRPr>
            </a:lvl6pPr>
            <a:lvl7pPr>
              <a:defRPr sz="1725" b="1">
                <a:solidFill>
                  <a:srgbClr val="20252A"/>
                </a:solidFill>
                <a:latin typeface="Segoe UI"/>
                <a:ea typeface="Segoe UI"/>
                <a:cs typeface="Segoe UI"/>
              </a:defRPr>
            </a:lvl7pPr>
            <a:lvl8pPr>
              <a:defRPr sz="1725" b="1">
                <a:solidFill>
                  <a:srgbClr val="20252A"/>
                </a:solidFill>
                <a:latin typeface="Segoe UI"/>
                <a:ea typeface="Segoe UI"/>
                <a:cs typeface="Segoe UI"/>
              </a:defRPr>
            </a:lvl8pPr>
            <a:lvl9pPr>
              <a:defRPr sz="1725" b="1">
                <a:solidFill>
                  <a:srgbClr val="20252A"/>
                </a:solidFill>
                <a:latin typeface="Segoe UI"/>
                <a:ea typeface="Segoe UI"/>
                <a:cs typeface="Segoe UI"/>
              </a:defRPr>
            </a:lvl9pPr>
          </a:lstStyle>
          <a:p xmlns:a="http://schemas.openxmlformats.org/drawingml/2006/main">
            <a:pPr>
              <a:defRPr sz="1725" b="1">
                <a:solidFill>
                  <a:srgbClr val="20252A"/>
                </a:solidFill>
                <a:latin typeface="Segoe UI"/>
                <a:ea typeface="Segoe UI"/>
                <a:cs typeface="Segoe UI"/>
              </a:defRPr>
            </a:pPr>
            <a:r>
              <a:rPr sz="1725" b="1">
                <a:solidFill>
                  <a:srgbClr val="20252A"/>
                </a:solidFill>
                <a:latin typeface="Segoe UI"/>
                <a:ea typeface="Segoe UI"/>
                <a:cs typeface="Segoe UI"/>
              </a:rPr>
              <a:t>SUPPORTED</a:t>
            </a:r>
          </a:p>
        </p:txBody>
      </p:sp>
      <p:sp>
        <p:nvSpPr>
          <p:cNvPr id="15" name="text-10">
            <a:extLst xmlns:a="http://schemas.openxmlformats.org/drawingml/2006/main">
              <a:ext uri="{FF2B5EF4-FFF2-40B4-BE49-F238E27FC236}">
                <a16:creationId xmlns:a16="http://schemas.microsoft.com/office/drawing/2014/main" id="{44D84EA2-CB23-464C-A4ED-DF60CE565B38}"/>
              </a:ext>
            </a:extLst>
          </p:cNvPr>
          <p:cNvSpPr>
            <a:spLocks xmlns:a="http://schemas.openxmlformats.org/drawingml/2006/main" noGrp="1"/>
          </p:cNvSpPr>
          <p:nvPr/>
        </p:nvSpPr>
        <p:spPr>
          <a:xfrm xmlns:a="http://schemas.openxmlformats.org/drawingml/2006/main">
            <a:off x="762000" y="4086225"/>
            <a:ext cx="32766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Use one step at a time. Say your own decision.</a:t>
            </a:r>
          </a:p>
        </p:txBody>
      </p:sp>
      <p:sp>
        <p:nvSpPr>
          <p:cNvPr id="16" name="panel-11">
            <a:extLst xmlns:a="http://schemas.openxmlformats.org/drawingml/2006/main">
              <a:ext uri="{FF2B5EF4-FFF2-40B4-BE49-F238E27FC236}">
                <a16:creationId xmlns:a16="http://schemas.microsoft.com/office/drawing/2014/main" id="{38C13DDE-B720-4D64-8B17-70757F32CCF7}"/>
              </a:ext>
            </a:extLst>
          </p:cNvPr>
          <p:cNvSpPr>
            <a:spLocks xmlns:a="http://schemas.openxmlformats.org/drawingml/2006/main" noGrp="1"/>
          </p:cNvSpPr>
          <p:nvPr/>
        </p:nvSpPr>
        <p:spPr>
          <a:xfrm xmlns:a="http://schemas.openxmlformats.org/drawingml/2006/main">
            <a:off x="4419600" y="3533775"/>
            <a:ext cx="3581400" cy="2047875"/>
          </a:xfrm>
          <a:prstGeom xmlns:a="http://schemas.openxmlformats.org/drawingml/2006/main" prst="rect">
            <a:avLst/>
          </a:prstGeom>
          <a:solidFill xmlns:a="http://schemas.openxmlformats.org/drawingml/2006/main">
            <a:srgbClr val="F0F1EF"/>
          </a:solidFill>
          <a:ln xmlns:a="http://schemas.openxmlformats.org/drawingml/2006/main" w="0">
            <a:noFill/>
            <a:prstDash val="solid"/>
          </a:ln>
        </p:spPr>
      </p:sp>
      <p:sp>
        <p:nvSpPr>
          <p:cNvPr id="17" name="text-12">
            <a:extLst xmlns:a="http://schemas.openxmlformats.org/drawingml/2006/main">
              <a:ext uri="{FF2B5EF4-FFF2-40B4-BE49-F238E27FC236}">
                <a16:creationId xmlns:a16="http://schemas.microsoft.com/office/drawing/2014/main" id="{77717010-A3D9-4E31-AFB5-DED2A550973B}"/>
              </a:ext>
            </a:extLst>
          </p:cNvPr>
          <p:cNvSpPr>
            <a:spLocks xmlns:a="http://schemas.openxmlformats.org/drawingml/2006/main" noGrp="1"/>
          </p:cNvSpPr>
          <p:nvPr/>
        </p:nvSpPr>
        <p:spPr>
          <a:xfrm xmlns:a="http://schemas.openxmlformats.org/drawingml/2006/main">
            <a:off x="4572000" y="3667125"/>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725" b="1">
                <a:solidFill>
                  <a:srgbClr val="20252A"/>
                </a:solidFill>
                <a:latin typeface="Segoe UI"/>
                <a:ea typeface="Segoe UI"/>
                <a:cs typeface="Segoe UI"/>
              </a:defRPr>
            </a:defPPr>
            <a:lvl1pPr>
              <a:defRPr sz="1725" b="1">
                <a:solidFill>
                  <a:srgbClr val="20252A"/>
                </a:solidFill>
                <a:latin typeface="Segoe UI"/>
                <a:ea typeface="Segoe UI"/>
                <a:cs typeface="Segoe UI"/>
              </a:defRPr>
            </a:lvl1pPr>
            <a:lvl2pPr>
              <a:defRPr sz="1725" b="1">
                <a:solidFill>
                  <a:srgbClr val="20252A"/>
                </a:solidFill>
                <a:latin typeface="Segoe UI"/>
                <a:ea typeface="Segoe UI"/>
                <a:cs typeface="Segoe UI"/>
              </a:defRPr>
            </a:lvl2pPr>
            <a:lvl3pPr>
              <a:defRPr sz="1725" b="1">
                <a:solidFill>
                  <a:srgbClr val="20252A"/>
                </a:solidFill>
                <a:latin typeface="Segoe UI"/>
                <a:ea typeface="Segoe UI"/>
                <a:cs typeface="Segoe UI"/>
              </a:defRPr>
            </a:lvl3pPr>
            <a:lvl4pPr>
              <a:defRPr sz="1725" b="1">
                <a:solidFill>
                  <a:srgbClr val="20252A"/>
                </a:solidFill>
                <a:latin typeface="Segoe UI"/>
                <a:ea typeface="Segoe UI"/>
                <a:cs typeface="Segoe UI"/>
              </a:defRPr>
            </a:lvl4pPr>
            <a:lvl5pPr>
              <a:defRPr sz="1725" b="1">
                <a:solidFill>
                  <a:srgbClr val="20252A"/>
                </a:solidFill>
                <a:latin typeface="Segoe UI"/>
                <a:ea typeface="Segoe UI"/>
                <a:cs typeface="Segoe UI"/>
              </a:defRPr>
            </a:lvl5pPr>
            <a:lvl6pPr>
              <a:defRPr sz="1725" b="1">
                <a:solidFill>
                  <a:srgbClr val="20252A"/>
                </a:solidFill>
                <a:latin typeface="Segoe UI"/>
                <a:ea typeface="Segoe UI"/>
                <a:cs typeface="Segoe UI"/>
              </a:defRPr>
            </a:lvl6pPr>
            <a:lvl7pPr>
              <a:defRPr sz="1725" b="1">
                <a:solidFill>
                  <a:srgbClr val="20252A"/>
                </a:solidFill>
                <a:latin typeface="Segoe UI"/>
                <a:ea typeface="Segoe UI"/>
                <a:cs typeface="Segoe UI"/>
              </a:defRPr>
            </a:lvl7pPr>
            <a:lvl8pPr>
              <a:defRPr sz="1725" b="1">
                <a:solidFill>
                  <a:srgbClr val="20252A"/>
                </a:solidFill>
                <a:latin typeface="Segoe UI"/>
                <a:ea typeface="Segoe UI"/>
                <a:cs typeface="Segoe UI"/>
              </a:defRPr>
            </a:lvl8pPr>
            <a:lvl9pPr>
              <a:defRPr sz="1725" b="1">
                <a:solidFill>
                  <a:srgbClr val="20252A"/>
                </a:solidFill>
                <a:latin typeface="Segoe UI"/>
                <a:ea typeface="Segoe UI"/>
                <a:cs typeface="Segoe UI"/>
              </a:defRPr>
            </a:lvl9pPr>
          </a:lstStyle>
          <a:p xmlns:a="http://schemas.openxmlformats.org/drawingml/2006/main">
            <a:pPr>
              <a:defRPr sz="1725" b="1">
                <a:solidFill>
                  <a:srgbClr val="20252A"/>
                </a:solidFill>
                <a:latin typeface="Segoe UI"/>
                <a:ea typeface="Segoe UI"/>
                <a:cs typeface="Segoe UI"/>
              </a:defRPr>
            </a:pPr>
            <a:r>
              <a:rPr sz="1725" b="1">
                <a:solidFill>
                  <a:srgbClr val="20252A"/>
                </a:solidFill>
                <a:latin typeface="Segoe UI"/>
                <a:ea typeface="Segoe UI"/>
                <a:cs typeface="Segoe UI"/>
              </a:rPr>
              <a:t>STANDARD</a:t>
            </a:r>
          </a:p>
        </p:txBody>
      </p:sp>
      <p:sp>
        <p:nvSpPr>
          <p:cNvPr id="18" name="text-13">
            <a:extLst xmlns:a="http://schemas.openxmlformats.org/drawingml/2006/main">
              <a:ext uri="{FF2B5EF4-FFF2-40B4-BE49-F238E27FC236}">
                <a16:creationId xmlns:a16="http://schemas.microsoft.com/office/drawing/2014/main" id="{1244AD8E-33C5-408C-BFAB-34A14B8C7022}"/>
              </a:ext>
            </a:extLst>
          </p:cNvPr>
          <p:cNvSpPr>
            <a:spLocks xmlns:a="http://schemas.openxmlformats.org/drawingml/2006/main" noGrp="1"/>
          </p:cNvSpPr>
          <p:nvPr/>
        </p:nvSpPr>
        <p:spPr>
          <a:xfrm xmlns:a="http://schemas.openxmlformats.org/drawingml/2006/main">
            <a:off x="4572000" y="4086225"/>
            <a:ext cx="32766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Follow your role card. Record your choice and result.</a:t>
            </a:r>
          </a:p>
        </p:txBody>
      </p:sp>
      <p:sp>
        <p:nvSpPr>
          <p:cNvPr id="19" name="panel-14">
            <a:extLst xmlns:a="http://schemas.openxmlformats.org/drawingml/2006/main">
              <a:ext uri="{FF2B5EF4-FFF2-40B4-BE49-F238E27FC236}">
                <a16:creationId xmlns:a16="http://schemas.microsoft.com/office/drawing/2014/main" id="{B832037F-1EE7-40D0-8BB5-5113256FD966}"/>
              </a:ext>
            </a:extLst>
          </p:cNvPr>
          <p:cNvSpPr>
            <a:spLocks xmlns:a="http://schemas.openxmlformats.org/drawingml/2006/main" noGrp="1"/>
          </p:cNvSpPr>
          <p:nvPr/>
        </p:nvSpPr>
        <p:spPr>
          <a:xfrm xmlns:a="http://schemas.openxmlformats.org/drawingml/2006/main">
            <a:off x="8229600" y="3533775"/>
            <a:ext cx="3581400" cy="2047875"/>
          </a:xfrm>
          <a:prstGeom xmlns:a="http://schemas.openxmlformats.org/drawingml/2006/main" prst="rect">
            <a:avLst/>
          </a:prstGeom>
          <a:solidFill xmlns:a="http://schemas.openxmlformats.org/drawingml/2006/main">
            <a:srgbClr val="F0F1EF"/>
          </a:solidFill>
          <a:ln xmlns:a="http://schemas.openxmlformats.org/drawingml/2006/main" w="0">
            <a:noFill/>
            <a:prstDash val="solid"/>
          </a:ln>
        </p:spPr>
      </p:sp>
      <p:sp>
        <p:nvSpPr>
          <p:cNvPr id="20" name="text-15">
            <a:extLst xmlns:a="http://schemas.openxmlformats.org/drawingml/2006/main">
              <a:ext uri="{FF2B5EF4-FFF2-40B4-BE49-F238E27FC236}">
                <a16:creationId xmlns:a16="http://schemas.microsoft.com/office/drawing/2014/main" id="{1E6DAEDC-FF59-43B5-B108-62D7E3A9E186}"/>
              </a:ext>
            </a:extLst>
          </p:cNvPr>
          <p:cNvSpPr>
            <a:spLocks xmlns:a="http://schemas.openxmlformats.org/drawingml/2006/main" noGrp="1"/>
          </p:cNvSpPr>
          <p:nvPr/>
        </p:nvSpPr>
        <p:spPr>
          <a:xfrm xmlns:a="http://schemas.openxmlformats.org/drawingml/2006/main">
            <a:off x="8382000" y="3667125"/>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725" b="1">
                <a:solidFill>
                  <a:srgbClr val="20252A"/>
                </a:solidFill>
                <a:latin typeface="Segoe UI"/>
                <a:ea typeface="Segoe UI"/>
                <a:cs typeface="Segoe UI"/>
              </a:defRPr>
            </a:defPPr>
            <a:lvl1pPr>
              <a:defRPr sz="1725" b="1">
                <a:solidFill>
                  <a:srgbClr val="20252A"/>
                </a:solidFill>
                <a:latin typeface="Segoe UI"/>
                <a:ea typeface="Segoe UI"/>
                <a:cs typeface="Segoe UI"/>
              </a:defRPr>
            </a:lvl1pPr>
            <a:lvl2pPr>
              <a:defRPr sz="1725" b="1">
                <a:solidFill>
                  <a:srgbClr val="20252A"/>
                </a:solidFill>
                <a:latin typeface="Segoe UI"/>
                <a:ea typeface="Segoe UI"/>
                <a:cs typeface="Segoe UI"/>
              </a:defRPr>
            </a:lvl2pPr>
            <a:lvl3pPr>
              <a:defRPr sz="1725" b="1">
                <a:solidFill>
                  <a:srgbClr val="20252A"/>
                </a:solidFill>
                <a:latin typeface="Segoe UI"/>
                <a:ea typeface="Segoe UI"/>
                <a:cs typeface="Segoe UI"/>
              </a:defRPr>
            </a:lvl3pPr>
            <a:lvl4pPr>
              <a:defRPr sz="1725" b="1">
                <a:solidFill>
                  <a:srgbClr val="20252A"/>
                </a:solidFill>
                <a:latin typeface="Segoe UI"/>
                <a:ea typeface="Segoe UI"/>
                <a:cs typeface="Segoe UI"/>
              </a:defRPr>
            </a:lvl4pPr>
            <a:lvl5pPr>
              <a:defRPr sz="1725" b="1">
                <a:solidFill>
                  <a:srgbClr val="20252A"/>
                </a:solidFill>
                <a:latin typeface="Segoe UI"/>
                <a:ea typeface="Segoe UI"/>
                <a:cs typeface="Segoe UI"/>
              </a:defRPr>
            </a:lvl5pPr>
            <a:lvl6pPr>
              <a:defRPr sz="1725" b="1">
                <a:solidFill>
                  <a:srgbClr val="20252A"/>
                </a:solidFill>
                <a:latin typeface="Segoe UI"/>
                <a:ea typeface="Segoe UI"/>
                <a:cs typeface="Segoe UI"/>
              </a:defRPr>
            </a:lvl6pPr>
            <a:lvl7pPr>
              <a:defRPr sz="1725" b="1">
                <a:solidFill>
                  <a:srgbClr val="20252A"/>
                </a:solidFill>
                <a:latin typeface="Segoe UI"/>
                <a:ea typeface="Segoe UI"/>
                <a:cs typeface="Segoe UI"/>
              </a:defRPr>
            </a:lvl7pPr>
            <a:lvl8pPr>
              <a:defRPr sz="1725" b="1">
                <a:solidFill>
                  <a:srgbClr val="20252A"/>
                </a:solidFill>
                <a:latin typeface="Segoe UI"/>
                <a:ea typeface="Segoe UI"/>
                <a:cs typeface="Segoe UI"/>
              </a:defRPr>
            </a:lvl8pPr>
            <a:lvl9pPr>
              <a:defRPr sz="1725" b="1">
                <a:solidFill>
                  <a:srgbClr val="20252A"/>
                </a:solidFill>
                <a:latin typeface="Segoe UI"/>
                <a:ea typeface="Segoe UI"/>
                <a:cs typeface="Segoe UI"/>
              </a:defRPr>
            </a:lvl9pPr>
          </a:lstStyle>
          <a:p xmlns:a="http://schemas.openxmlformats.org/drawingml/2006/main">
            <a:pPr>
              <a:defRPr sz="1725" b="1">
                <a:solidFill>
                  <a:srgbClr val="20252A"/>
                </a:solidFill>
                <a:latin typeface="Segoe UI"/>
                <a:ea typeface="Segoe UI"/>
                <a:cs typeface="Segoe UI"/>
              </a:defRPr>
            </a:pPr>
            <a:r>
              <a:rPr sz="1725" b="1">
                <a:solidFill>
                  <a:srgbClr val="20252A"/>
                </a:solidFill>
                <a:latin typeface="Segoe UI"/>
                <a:ea typeface="Segoe UI"/>
                <a:cs typeface="Segoe UI"/>
              </a:rPr>
              <a:t>STRETCH</a:t>
            </a:r>
          </a:p>
        </p:txBody>
      </p:sp>
      <p:sp>
        <p:nvSpPr>
          <p:cNvPr id="21" name="text-16">
            <a:extLst xmlns:a="http://schemas.openxmlformats.org/drawingml/2006/main">
              <a:ext uri="{FF2B5EF4-FFF2-40B4-BE49-F238E27FC236}">
                <a16:creationId xmlns:a16="http://schemas.microsoft.com/office/drawing/2014/main" id="{FE3C607D-0B60-4361-83A1-894D796490A0}"/>
              </a:ext>
            </a:extLst>
          </p:cNvPr>
          <p:cNvSpPr>
            <a:spLocks xmlns:a="http://schemas.openxmlformats.org/drawingml/2006/main" noGrp="1"/>
          </p:cNvSpPr>
          <p:nvPr/>
        </p:nvSpPr>
        <p:spPr>
          <a:xfrm xmlns:a="http://schemas.openxmlformats.org/drawingml/2006/main">
            <a:off x="8382000" y="4086225"/>
            <a:ext cx="32766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Explain how your tool helped.</a:t>
            </a:r>
          </a:p>
        </p:txBody>
      </p:sp>
      <p:sp>
        <p:nvSpPr>
          <p:cNvPr id="22" name="text-17">
            <a:extLst xmlns:a="http://schemas.openxmlformats.org/drawingml/2006/main">
              <a:ext uri="{FF2B5EF4-FFF2-40B4-BE49-F238E27FC236}">
                <a16:creationId xmlns:a16="http://schemas.microsoft.com/office/drawing/2014/main" id="{5DAD9207-5469-4B67-84B5-38A583321A07}"/>
              </a:ext>
            </a:extLst>
          </p:cNvPr>
          <p:cNvSpPr>
            <a:spLocks xmlns:a="http://schemas.openxmlformats.org/drawingml/2006/main" noGrp="1"/>
          </p:cNvSpPr>
          <p:nvPr/>
        </p:nvSpPr>
        <p:spPr>
          <a:xfrm xmlns:a="http://schemas.openxmlformats.org/drawingml/2006/main">
            <a:off x="609600" y="60102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20252A"/>
                </a:solidFill>
                <a:latin typeface="Segoe UI"/>
                <a:ea typeface="Segoe UI"/>
                <a:cs typeface="Segoe UI"/>
              </a:defRPr>
            </a:defPPr>
            <a:lvl1pPr>
              <a:defRPr sz="1950" b="1">
                <a:solidFill>
                  <a:srgbClr val="20252A"/>
                </a:solidFill>
                <a:latin typeface="Segoe UI"/>
                <a:ea typeface="Segoe UI"/>
                <a:cs typeface="Segoe UI"/>
              </a:defRPr>
            </a:lvl1pPr>
            <a:lvl2pPr>
              <a:defRPr sz="1950" b="1">
                <a:solidFill>
                  <a:srgbClr val="20252A"/>
                </a:solidFill>
                <a:latin typeface="Segoe UI"/>
                <a:ea typeface="Segoe UI"/>
                <a:cs typeface="Segoe UI"/>
              </a:defRPr>
            </a:lvl2pPr>
            <a:lvl3pPr>
              <a:defRPr sz="1950" b="1">
                <a:solidFill>
                  <a:srgbClr val="20252A"/>
                </a:solidFill>
                <a:latin typeface="Segoe UI"/>
                <a:ea typeface="Segoe UI"/>
                <a:cs typeface="Segoe UI"/>
              </a:defRPr>
            </a:lvl3pPr>
            <a:lvl4pPr>
              <a:defRPr sz="1950" b="1">
                <a:solidFill>
                  <a:srgbClr val="20252A"/>
                </a:solidFill>
                <a:latin typeface="Segoe UI"/>
                <a:ea typeface="Segoe UI"/>
                <a:cs typeface="Segoe UI"/>
              </a:defRPr>
            </a:lvl4pPr>
            <a:lvl5pPr>
              <a:defRPr sz="1950" b="1">
                <a:solidFill>
                  <a:srgbClr val="20252A"/>
                </a:solidFill>
                <a:latin typeface="Segoe UI"/>
                <a:ea typeface="Segoe UI"/>
                <a:cs typeface="Segoe UI"/>
              </a:defRPr>
            </a:lvl5pPr>
            <a:lvl6pPr>
              <a:defRPr sz="1950" b="1">
                <a:solidFill>
                  <a:srgbClr val="20252A"/>
                </a:solidFill>
                <a:latin typeface="Segoe UI"/>
                <a:ea typeface="Segoe UI"/>
                <a:cs typeface="Segoe UI"/>
              </a:defRPr>
            </a:lvl6pPr>
            <a:lvl7pPr>
              <a:defRPr sz="1950" b="1">
                <a:solidFill>
                  <a:srgbClr val="20252A"/>
                </a:solidFill>
                <a:latin typeface="Segoe UI"/>
                <a:ea typeface="Segoe UI"/>
                <a:cs typeface="Segoe UI"/>
              </a:defRPr>
            </a:lvl7pPr>
            <a:lvl8pPr>
              <a:defRPr sz="1950" b="1">
                <a:solidFill>
                  <a:srgbClr val="20252A"/>
                </a:solidFill>
                <a:latin typeface="Segoe UI"/>
                <a:ea typeface="Segoe UI"/>
                <a:cs typeface="Segoe UI"/>
              </a:defRPr>
            </a:lvl8pPr>
            <a:lvl9pPr>
              <a:defRPr sz="1950" b="1">
                <a:solidFill>
                  <a:srgbClr val="20252A"/>
                </a:solidFill>
                <a:latin typeface="Segoe UI"/>
                <a:ea typeface="Segoe UI"/>
                <a:cs typeface="Segoe UI"/>
              </a:defRPr>
            </a:lvl9pPr>
          </a:lstStyle>
          <a:p xmlns:a="http://schemas.openxmlformats.org/drawingml/2006/main">
            <a:pPr>
              <a:defRPr sz="1950" b="1">
                <a:solidFill>
                  <a:srgbClr val="20252A"/>
                </a:solidFill>
                <a:latin typeface="Segoe UI"/>
                <a:ea typeface="Segoe UI"/>
                <a:cs typeface="Segoe UI"/>
              </a:defRPr>
            </a:pPr>
            <a:r>
              <a:rPr sz="1950" b="1">
                <a:solidFill>
                  <a:srgbClr val="20252A"/>
                </a:solidFill>
                <a:latin typeface="Segoe UI"/>
                <a:ea typeface="Segoe UI"/>
                <a:cs typeface="Segoe UI"/>
              </a:rPr>
              <a:t>I chose __. My tool was __.</a:t>
            </a:r>
          </a:p>
        </p:txBody>
      </p:sp>
    </p:spTree>
    <p:extLst>
      <p:ext uri="{BB962C8B-B14F-4D97-AF65-F5344CB8AC3E}">
        <p14:creationId xmlns:p14="http://schemas.microsoft.com/office/powerpoint/2010/main" val="279953780"/>
      </p:ext>
    </p:extLst>
  </p:cSld>
</p:sld>
</file>

<file path=ppt/slides/slide9.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57938D94-428A-48E8-805D-692050BE6296}"/>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Evidence check before hand-in</a:t>
            </a:r>
          </a:p>
        </p:txBody>
      </p:sp>
      <p:sp>
        <p:nvSpPr>
          <p:cNvPr id="2" name="text-1">
            <a:extLst xmlns:a="http://schemas.openxmlformats.org/drawingml/2006/main">
              <a:ext uri="{FF2B5EF4-FFF2-40B4-BE49-F238E27FC236}">
                <a16:creationId xmlns:a16="http://schemas.microsoft.com/office/drawing/2014/main" id="{792634B7-2F8F-4F5F-83A9-9F2D308557E3}"/>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L4a</a:t>
            </a:r>
          </a:p>
        </p:txBody>
      </p:sp>
      <p:sp>
        <p:nvSpPr>
          <p:cNvPr id="3" name="text-2">
            <a:extLst xmlns:a="http://schemas.openxmlformats.org/drawingml/2006/main">
              <a:ext uri="{FF2B5EF4-FFF2-40B4-BE49-F238E27FC236}">
                <a16:creationId xmlns:a16="http://schemas.microsoft.com/office/drawing/2014/main" id="{A31F4288-AF1F-40AD-9DEC-96A6C74EFED2}"/>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9 / 24 · 2 min</a:t>
            </a:r>
          </a:p>
        </p:txBody>
      </p:sp>
      <p:pic>
        <p:nvPicPr>
          <p:cNvPr id="4" name="Check my individual evidence." descr="Check my individual evidence.">
            <a:extLst xmlns:a="http://schemas.openxmlformats.org/drawingml/2006/main">
              <a:ext uri="{FF2B5EF4-FFF2-40B4-BE49-F238E27FC236}">
                <a16:creationId xmlns:a16="http://schemas.microsoft.com/office/drawing/2014/main" id="{E1EE8599-936A-4F4A-972E-1B63E0E05A77}"/>
              </a:ext>
            </a:extLst>
          </p:cNvPr>
          <p:cNvPicPr>
            <a:picLocks xmlns:a="http://schemas.openxmlformats.org/drawingml/2006/main" noChangeAspect="1"/>
          </p:cNvPicPr>
          <p:nvPr/>
        </p:nvPicPr>
        <p:blipFill>
          <a:blip xmlns:r="http://schemas.openxmlformats.org/officeDocument/2006/relationships" xmlns:a="http://schemas.openxmlformats.org/drawingml/2006/main" r:embed="Rfa652f207ae142a3"/>
          <a:stretch xmlns:a="http://schemas.openxmlformats.org/drawingml/2006/main"/>
        </p:blipFill>
        <p:spPr>
          <a:xfrm xmlns:a="http://schemas.openxmlformats.org/drawingml/2006/main">
            <a:off x="609600" y="1476375"/>
            <a:ext cx="876300" cy="87630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412CDFFD-19A7-42DD-84FC-1BBA7AD8DCC1}"/>
              </a:ext>
            </a:extLst>
          </p:cNvPr>
          <p:cNvSpPr>
            <a:spLocks xmlns:a="http://schemas.openxmlformats.org/drawingml/2006/main" noGrp="1"/>
          </p:cNvSpPr>
          <p:nvPr/>
        </p:nvSpPr>
        <p:spPr>
          <a:xfrm xmlns:a="http://schemas.openxmlformats.org/drawingml/2006/main">
            <a:off x="1914525" y="1504950"/>
            <a:ext cx="9658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850" b="1">
                <a:solidFill>
                  <a:srgbClr val="20252A"/>
                </a:solidFill>
                <a:latin typeface="Segoe UI"/>
                <a:ea typeface="Segoe UI"/>
                <a:cs typeface="Segoe UI"/>
              </a:defRPr>
            </a:defPPr>
            <a:lvl1pPr>
              <a:defRPr sz="2850" b="1">
                <a:solidFill>
                  <a:srgbClr val="20252A"/>
                </a:solidFill>
                <a:latin typeface="Segoe UI"/>
                <a:ea typeface="Segoe UI"/>
                <a:cs typeface="Segoe UI"/>
              </a:defRPr>
            </a:lvl1pPr>
            <a:lvl2pPr>
              <a:defRPr sz="2850" b="1">
                <a:solidFill>
                  <a:srgbClr val="20252A"/>
                </a:solidFill>
                <a:latin typeface="Segoe UI"/>
                <a:ea typeface="Segoe UI"/>
                <a:cs typeface="Segoe UI"/>
              </a:defRPr>
            </a:lvl2pPr>
            <a:lvl3pPr>
              <a:defRPr sz="2850" b="1">
                <a:solidFill>
                  <a:srgbClr val="20252A"/>
                </a:solidFill>
                <a:latin typeface="Segoe UI"/>
                <a:ea typeface="Segoe UI"/>
                <a:cs typeface="Segoe UI"/>
              </a:defRPr>
            </a:lvl3pPr>
            <a:lvl4pPr>
              <a:defRPr sz="2850" b="1">
                <a:solidFill>
                  <a:srgbClr val="20252A"/>
                </a:solidFill>
                <a:latin typeface="Segoe UI"/>
                <a:ea typeface="Segoe UI"/>
                <a:cs typeface="Segoe UI"/>
              </a:defRPr>
            </a:lvl4pPr>
            <a:lvl5pPr>
              <a:defRPr sz="2850" b="1">
                <a:solidFill>
                  <a:srgbClr val="20252A"/>
                </a:solidFill>
                <a:latin typeface="Segoe UI"/>
                <a:ea typeface="Segoe UI"/>
                <a:cs typeface="Segoe UI"/>
              </a:defRPr>
            </a:lvl5pPr>
            <a:lvl6pPr>
              <a:defRPr sz="2850" b="1">
                <a:solidFill>
                  <a:srgbClr val="20252A"/>
                </a:solidFill>
                <a:latin typeface="Segoe UI"/>
                <a:ea typeface="Segoe UI"/>
                <a:cs typeface="Segoe UI"/>
              </a:defRPr>
            </a:lvl6pPr>
            <a:lvl7pPr>
              <a:defRPr sz="2850" b="1">
                <a:solidFill>
                  <a:srgbClr val="20252A"/>
                </a:solidFill>
                <a:latin typeface="Segoe UI"/>
                <a:ea typeface="Segoe UI"/>
                <a:cs typeface="Segoe UI"/>
              </a:defRPr>
            </a:lvl7pPr>
            <a:lvl8pPr>
              <a:defRPr sz="2850" b="1">
                <a:solidFill>
                  <a:srgbClr val="20252A"/>
                </a:solidFill>
                <a:latin typeface="Segoe UI"/>
                <a:ea typeface="Segoe UI"/>
                <a:cs typeface="Segoe UI"/>
              </a:defRPr>
            </a:lvl8pPr>
            <a:lvl9pPr>
              <a:defRPr sz="2850" b="1">
                <a:solidFill>
                  <a:srgbClr val="20252A"/>
                </a:solidFill>
                <a:latin typeface="Segoe UI"/>
                <a:ea typeface="Segoe UI"/>
                <a:cs typeface="Segoe UI"/>
              </a:defRPr>
            </a:lvl9pPr>
          </a:lstStyle>
          <a:p xmlns:a="http://schemas.openxmlformats.org/drawingml/2006/main">
            <a:pPr>
              <a:defRPr sz="2850" b="1">
                <a:solidFill>
                  <a:srgbClr val="20252A"/>
                </a:solidFill>
                <a:latin typeface="Segoe UI"/>
                <a:ea typeface="Segoe UI"/>
                <a:cs typeface="Segoe UI"/>
              </a:defRPr>
            </a:pPr>
            <a:r>
              <a:rPr sz="2850" b="1">
                <a:solidFill>
                  <a:srgbClr val="20252A"/>
                </a:solidFill>
                <a:latin typeface="Segoe UI"/>
                <a:ea typeface="Segoe UI"/>
                <a:cs typeface="Segoe UI"/>
              </a:rPr>
              <a:t>Check your own record.</a:t>
            </a:r>
          </a:p>
        </p:txBody>
      </p:sp>
      <p:sp>
        <p:nvSpPr>
          <p:cNvPr id="6" name="text-4">
            <a:extLst xmlns:a="http://schemas.openxmlformats.org/drawingml/2006/main">
              <a:ext uri="{FF2B5EF4-FFF2-40B4-BE49-F238E27FC236}">
                <a16:creationId xmlns:a16="http://schemas.microsoft.com/office/drawing/2014/main" id="{C47535B7-E863-4582-8E6B-C314231DF971}"/>
              </a:ext>
            </a:extLst>
          </p:cNvPr>
          <p:cNvSpPr>
            <a:spLocks xmlns:a="http://schemas.openxmlformats.org/drawingml/2006/main" noGrp="1"/>
          </p:cNvSpPr>
          <p:nvPr/>
        </p:nvSpPr>
        <p:spPr>
          <a:xfrm xmlns:a="http://schemas.openxmlformats.org/drawingml/2006/main">
            <a:off x="609600" y="27527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0">
                <a:solidFill>
                  <a:srgbClr val="20252A"/>
                </a:solidFill>
                <a:latin typeface="Segoe UI"/>
                <a:ea typeface="Segoe UI"/>
                <a:cs typeface="Segoe UI"/>
              </a:defRPr>
            </a:defPPr>
            <a:lvl1pPr>
              <a:defRPr sz="2475" b="0">
                <a:solidFill>
                  <a:srgbClr val="20252A"/>
                </a:solidFill>
                <a:latin typeface="Segoe UI"/>
                <a:ea typeface="Segoe UI"/>
                <a:cs typeface="Segoe UI"/>
              </a:defRPr>
            </a:lvl1pPr>
            <a:lvl2pPr>
              <a:defRPr sz="2475" b="0">
                <a:solidFill>
                  <a:srgbClr val="20252A"/>
                </a:solidFill>
                <a:latin typeface="Segoe UI"/>
                <a:ea typeface="Segoe UI"/>
                <a:cs typeface="Segoe UI"/>
              </a:defRPr>
            </a:lvl2pPr>
            <a:lvl3pPr>
              <a:defRPr sz="2475" b="0">
                <a:solidFill>
                  <a:srgbClr val="20252A"/>
                </a:solidFill>
                <a:latin typeface="Segoe UI"/>
                <a:ea typeface="Segoe UI"/>
                <a:cs typeface="Segoe UI"/>
              </a:defRPr>
            </a:lvl3pPr>
            <a:lvl4pPr>
              <a:defRPr sz="2475" b="0">
                <a:solidFill>
                  <a:srgbClr val="20252A"/>
                </a:solidFill>
                <a:latin typeface="Segoe UI"/>
                <a:ea typeface="Segoe UI"/>
                <a:cs typeface="Segoe UI"/>
              </a:defRPr>
            </a:lvl4pPr>
            <a:lvl5pPr>
              <a:defRPr sz="2475" b="0">
                <a:solidFill>
                  <a:srgbClr val="20252A"/>
                </a:solidFill>
                <a:latin typeface="Segoe UI"/>
                <a:ea typeface="Segoe UI"/>
                <a:cs typeface="Segoe UI"/>
              </a:defRPr>
            </a:lvl5pPr>
            <a:lvl6pPr>
              <a:defRPr sz="2475" b="0">
                <a:solidFill>
                  <a:srgbClr val="20252A"/>
                </a:solidFill>
                <a:latin typeface="Segoe UI"/>
                <a:ea typeface="Segoe UI"/>
                <a:cs typeface="Segoe UI"/>
              </a:defRPr>
            </a:lvl6pPr>
            <a:lvl7pPr>
              <a:defRPr sz="2475" b="0">
                <a:solidFill>
                  <a:srgbClr val="20252A"/>
                </a:solidFill>
                <a:latin typeface="Segoe UI"/>
                <a:ea typeface="Segoe UI"/>
                <a:cs typeface="Segoe UI"/>
              </a:defRPr>
            </a:lvl7pPr>
            <a:lvl8pPr>
              <a:defRPr sz="2475" b="0">
                <a:solidFill>
                  <a:srgbClr val="20252A"/>
                </a:solidFill>
                <a:latin typeface="Segoe UI"/>
                <a:ea typeface="Segoe UI"/>
                <a:cs typeface="Segoe UI"/>
              </a:defRPr>
            </a:lvl8pPr>
            <a:lvl9pPr>
              <a:defRPr sz="2475" b="0">
                <a:solidFill>
                  <a:srgbClr val="20252A"/>
                </a:solidFill>
                <a:latin typeface="Segoe UI"/>
                <a:ea typeface="Segoe UI"/>
                <a:cs typeface="Segoe UI"/>
              </a:defRPr>
            </a:lvl9pPr>
          </a:lstStyle>
          <a:p xmlns:a="http://schemas.openxmlformats.org/drawingml/2006/main">
            <a:pPr>
              <a:defRPr sz="2475" b="0">
                <a:solidFill>
                  <a:srgbClr val="20252A"/>
                </a:solidFill>
                <a:latin typeface="Segoe UI"/>
                <a:ea typeface="Segoe UI"/>
                <a:cs typeface="Segoe UI"/>
              </a:defRPr>
            </a:pPr>
            <a:r>
              <a:rPr sz="2475" b="0">
                <a:solidFill>
                  <a:srgbClr val="20252A"/>
                </a:solidFill>
                <a:latin typeface="Segoe UI"/>
                <a:ea typeface="Segoe UI"/>
                <a:cs typeface="Segoe UI"/>
              </a:rPr>
              <a:t>My choice is clear.</a:t>
            </a:r>
          </a:p>
        </p:txBody>
      </p:sp>
      <p:sp>
        <p:nvSpPr>
          <p:cNvPr id="7" name="text-5">
            <a:extLst xmlns:a="http://schemas.openxmlformats.org/drawingml/2006/main">
              <a:ext uri="{FF2B5EF4-FFF2-40B4-BE49-F238E27FC236}">
                <a16:creationId xmlns:a16="http://schemas.microsoft.com/office/drawing/2014/main" id="{71BE01E1-9004-416D-903A-EA0376F2F17F}"/>
              </a:ext>
            </a:extLst>
          </p:cNvPr>
          <p:cNvSpPr>
            <a:spLocks xmlns:a="http://schemas.openxmlformats.org/drawingml/2006/main" noGrp="1"/>
          </p:cNvSpPr>
          <p:nvPr/>
        </p:nvSpPr>
        <p:spPr>
          <a:xfrm xmlns:a="http://schemas.openxmlformats.org/drawingml/2006/main">
            <a:off x="609600" y="36385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0">
                <a:solidFill>
                  <a:srgbClr val="20252A"/>
                </a:solidFill>
                <a:latin typeface="Segoe UI"/>
                <a:ea typeface="Segoe UI"/>
                <a:cs typeface="Segoe UI"/>
              </a:defRPr>
            </a:defPPr>
            <a:lvl1pPr>
              <a:defRPr sz="2475" b="0">
                <a:solidFill>
                  <a:srgbClr val="20252A"/>
                </a:solidFill>
                <a:latin typeface="Segoe UI"/>
                <a:ea typeface="Segoe UI"/>
                <a:cs typeface="Segoe UI"/>
              </a:defRPr>
            </a:lvl1pPr>
            <a:lvl2pPr>
              <a:defRPr sz="2475" b="0">
                <a:solidFill>
                  <a:srgbClr val="20252A"/>
                </a:solidFill>
                <a:latin typeface="Segoe UI"/>
                <a:ea typeface="Segoe UI"/>
                <a:cs typeface="Segoe UI"/>
              </a:defRPr>
            </a:lvl2pPr>
            <a:lvl3pPr>
              <a:defRPr sz="2475" b="0">
                <a:solidFill>
                  <a:srgbClr val="20252A"/>
                </a:solidFill>
                <a:latin typeface="Segoe UI"/>
                <a:ea typeface="Segoe UI"/>
                <a:cs typeface="Segoe UI"/>
              </a:defRPr>
            </a:lvl3pPr>
            <a:lvl4pPr>
              <a:defRPr sz="2475" b="0">
                <a:solidFill>
                  <a:srgbClr val="20252A"/>
                </a:solidFill>
                <a:latin typeface="Segoe UI"/>
                <a:ea typeface="Segoe UI"/>
                <a:cs typeface="Segoe UI"/>
              </a:defRPr>
            </a:lvl4pPr>
            <a:lvl5pPr>
              <a:defRPr sz="2475" b="0">
                <a:solidFill>
                  <a:srgbClr val="20252A"/>
                </a:solidFill>
                <a:latin typeface="Segoe UI"/>
                <a:ea typeface="Segoe UI"/>
                <a:cs typeface="Segoe UI"/>
              </a:defRPr>
            </a:lvl5pPr>
            <a:lvl6pPr>
              <a:defRPr sz="2475" b="0">
                <a:solidFill>
                  <a:srgbClr val="20252A"/>
                </a:solidFill>
                <a:latin typeface="Segoe UI"/>
                <a:ea typeface="Segoe UI"/>
                <a:cs typeface="Segoe UI"/>
              </a:defRPr>
            </a:lvl6pPr>
            <a:lvl7pPr>
              <a:defRPr sz="2475" b="0">
                <a:solidFill>
                  <a:srgbClr val="20252A"/>
                </a:solidFill>
                <a:latin typeface="Segoe UI"/>
                <a:ea typeface="Segoe UI"/>
                <a:cs typeface="Segoe UI"/>
              </a:defRPr>
            </a:lvl7pPr>
            <a:lvl8pPr>
              <a:defRPr sz="2475" b="0">
                <a:solidFill>
                  <a:srgbClr val="20252A"/>
                </a:solidFill>
                <a:latin typeface="Segoe UI"/>
                <a:ea typeface="Segoe UI"/>
                <a:cs typeface="Segoe UI"/>
              </a:defRPr>
            </a:lvl8pPr>
            <a:lvl9pPr>
              <a:defRPr sz="2475" b="0">
                <a:solidFill>
                  <a:srgbClr val="20252A"/>
                </a:solidFill>
                <a:latin typeface="Segoe UI"/>
                <a:ea typeface="Segoe UI"/>
                <a:cs typeface="Segoe UI"/>
              </a:defRPr>
            </a:lvl9pPr>
          </a:lstStyle>
          <a:p xmlns:a="http://schemas.openxmlformats.org/drawingml/2006/main">
            <a:pPr>
              <a:defRPr sz="2475" b="0">
                <a:solidFill>
                  <a:srgbClr val="20252A"/>
                </a:solidFill>
                <a:latin typeface="Segoe UI"/>
                <a:ea typeface="Segoe UI"/>
                <a:cs typeface="Segoe UI"/>
              </a:defRPr>
            </a:pPr>
            <a:r>
              <a:rPr sz="2475" b="0">
                <a:solidFill>
                  <a:srgbClr val="20252A"/>
                </a:solidFill>
                <a:latin typeface="Segoe UI"/>
                <a:ea typeface="Segoe UI"/>
                <a:cs typeface="Segoe UI"/>
              </a:rPr>
              <a:t>My tool and result are named.</a:t>
            </a:r>
          </a:p>
        </p:txBody>
      </p:sp>
      <p:sp>
        <p:nvSpPr>
          <p:cNvPr id="8" name="text-6">
            <a:extLst xmlns:a="http://schemas.openxmlformats.org/drawingml/2006/main">
              <a:ext uri="{FF2B5EF4-FFF2-40B4-BE49-F238E27FC236}">
                <a16:creationId xmlns:a16="http://schemas.microsoft.com/office/drawing/2014/main" id="{95EC9C74-9BB2-4BD2-83D1-8327468DB559}"/>
              </a:ext>
            </a:extLst>
          </p:cNvPr>
          <p:cNvSpPr>
            <a:spLocks xmlns:a="http://schemas.openxmlformats.org/drawingml/2006/main" noGrp="1"/>
          </p:cNvSpPr>
          <p:nvPr/>
        </p:nvSpPr>
        <p:spPr>
          <a:xfrm xmlns:a="http://schemas.openxmlformats.org/drawingml/2006/main">
            <a:off x="609600" y="452437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0">
                <a:solidFill>
                  <a:srgbClr val="20252A"/>
                </a:solidFill>
                <a:latin typeface="Segoe UI"/>
                <a:ea typeface="Segoe UI"/>
                <a:cs typeface="Segoe UI"/>
              </a:defRPr>
            </a:defPPr>
            <a:lvl1pPr>
              <a:defRPr sz="2475" b="0">
                <a:solidFill>
                  <a:srgbClr val="20252A"/>
                </a:solidFill>
                <a:latin typeface="Segoe UI"/>
                <a:ea typeface="Segoe UI"/>
                <a:cs typeface="Segoe UI"/>
              </a:defRPr>
            </a:lvl1pPr>
            <a:lvl2pPr>
              <a:defRPr sz="2475" b="0">
                <a:solidFill>
                  <a:srgbClr val="20252A"/>
                </a:solidFill>
                <a:latin typeface="Segoe UI"/>
                <a:ea typeface="Segoe UI"/>
                <a:cs typeface="Segoe UI"/>
              </a:defRPr>
            </a:lvl2pPr>
            <a:lvl3pPr>
              <a:defRPr sz="2475" b="0">
                <a:solidFill>
                  <a:srgbClr val="20252A"/>
                </a:solidFill>
                <a:latin typeface="Segoe UI"/>
                <a:ea typeface="Segoe UI"/>
                <a:cs typeface="Segoe UI"/>
              </a:defRPr>
            </a:lvl3pPr>
            <a:lvl4pPr>
              <a:defRPr sz="2475" b="0">
                <a:solidFill>
                  <a:srgbClr val="20252A"/>
                </a:solidFill>
                <a:latin typeface="Segoe UI"/>
                <a:ea typeface="Segoe UI"/>
                <a:cs typeface="Segoe UI"/>
              </a:defRPr>
            </a:lvl4pPr>
            <a:lvl5pPr>
              <a:defRPr sz="2475" b="0">
                <a:solidFill>
                  <a:srgbClr val="20252A"/>
                </a:solidFill>
                <a:latin typeface="Segoe UI"/>
                <a:ea typeface="Segoe UI"/>
                <a:cs typeface="Segoe UI"/>
              </a:defRPr>
            </a:lvl5pPr>
            <a:lvl6pPr>
              <a:defRPr sz="2475" b="0">
                <a:solidFill>
                  <a:srgbClr val="20252A"/>
                </a:solidFill>
                <a:latin typeface="Segoe UI"/>
                <a:ea typeface="Segoe UI"/>
                <a:cs typeface="Segoe UI"/>
              </a:defRPr>
            </a:lvl6pPr>
            <a:lvl7pPr>
              <a:defRPr sz="2475" b="0">
                <a:solidFill>
                  <a:srgbClr val="20252A"/>
                </a:solidFill>
                <a:latin typeface="Segoe UI"/>
                <a:ea typeface="Segoe UI"/>
                <a:cs typeface="Segoe UI"/>
              </a:defRPr>
            </a:lvl7pPr>
            <a:lvl8pPr>
              <a:defRPr sz="2475" b="0">
                <a:solidFill>
                  <a:srgbClr val="20252A"/>
                </a:solidFill>
                <a:latin typeface="Segoe UI"/>
                <a:ea typeface="Segoe UI"/>
                <a:cs typeface="Segoe UI"/>
              </a:defRPr>
            </a:lvl8pPr>
            <a:lvl9pPr>
              <a:defRPr sz="2475" b="0">
                <a:solidFill>
                  <a:srgbClr val="20252A"/>
                </a:solidFill>
                <a:latin typeface="Segoe UI"/>
                <a:ea typeface="Segoe UI"/>
                <a:cs typeface="Segoe UI"/>
              </a:defRPr>
            </a:lvl9pPr>
          </a:lstStyle>
          <a:p xmlns:a="http://schemas.openxmlformats.org/drawingml/2006/main">
            <a:pPr>
              <a:defRPr sz="2475" b="0">
                <a:solidFill>
                  <a:srgbClr val="20252A"/>
                </a:solidFill>
                <a:latin typeface="Segoe UI"/>
                <a:ea typeface="Segoe UI"/>
                <a:cs typeface="Segoe UI"/>
              </a:defRPr>
            </a:pPr>
            <a:r>
              <a:rPr sz="2475" b="0">
                <a:solidFill>
                  <a:srgbClr val="20252A"/>
                </a:solidFill>
                <a:latin typeface="Segoe UI"/>
                <a:ea typeface="Segoe UI"/>
                <a:cs typeface="Segoe UI"/>
              </a:rPr>
              <a:t>My work has a date and my name or ID.</a:t>
            </a:r>
          </a:p>
        </p:txBody>
      </p:sp>
      <p:sp>
        <p:nvSpPr>
          <p:cNvPr id="9" name="text-7">
            <a:extLst xmlns:a="http://schemas.openxmlformats.org/drawingml/2006/main">
              <a:ext uri="{FF2B5EF4-FFF2-40B4-BE49-F238E27FC236}">
                <a16:creationId xmlns:a16="http://schemas.microsoft.com/office/drawing/2014/main" id="{A024C3D5-BB67-4064-88E1-284E89CEE6D6}"/>
              </a:ext>
            </a:extLst>
          </p:cNvPr>
          <p:cNvSpPr>
            <a:spLocks xmlns:a="http://schemas.openxmlformats.org/drawingml/2006/main" noGrp="1"/>
          </p:cNvSpPr>
          <p:nvPr/>
        </p:nvSpPr>
        <p:spPr>
          <a:xfrm xmlns:a="http://schemas.openxmlformats.org/drawingml/2006/main">
            <a:off x="609600" y="60102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20252A"/>
                </a:solidFill>
                <a:latin typeface="Segoe UI"/>
                <a:ea typeface="Segoe UI"/>
                <a:cs typeface="Segoe UI"/>
              </a:defRPr>
            </a:defPPr>
            <a:lvl1pPr>
              <a:defRPr sz="1950" b="1">
                <a:solidFill>
                  <a:srgbClr val="20252A"/>
                </a:solidFill>
                <a:latin typeface="Segoe UI"/>
                <a:ea typeface="Segoe UI"/>
                <a:cs typeface="Segoe UI"/>
              </a:defRPr>
            </a:lvl1pPr>
            <a:lvl2pPr>
              <a:defRPr sz="1950" b="1">
                <a:solidFill>
                  <a:srgbClr val="20252A"/>
                </a:solidFill>
                <a:latin typeface="Segoe UI"/>
                <a:ea typeface="Segoe UI"/>
                <a:cs typeface="Segoe UI"/>
              </a:defRPr>
            </a:lvl2pPr>
            <a:lvl3pPr>
              <a:defRPr sz="1950" b="1">
                <a:solidFill>
                  <a:srgbClr val="20252A"/>
                </a:solidFill>
                <a:latin typeface="Segoe UI"/>
                <a:ea typeface="Segoe UI"/>
                <a:cs typeface="Segoe UI"/>
              </a:defRPr>
            </a:lvl3pPr>
            <a:lvl4pPr>
              <a:defRPr sz="1950" b="1">
                <a:solidFill>
                  <a:srgbClr val="20252A"/>
                </a:solidFill>
                <a:latin typeface="Segoe UI"/>
                <a:ea typeface="Segoe UI"/>
                <a:cs typeface="Segoe UI"/>
              </a:defRPr>
            </a:lvl4pPr>
            <a:lvl5pPr>
              <a:defRPr sz="1950" b="1">
                <a:solidFill>
                  <a:srgbClr val="20252A"/>
                </a:solidFill>
                <a:latin typeface="Segoe UI"/>
                <a:ea typeface="Segoe UI"/>
                <a:cs typeface="Segoe UI"/>
              </a:defRPr>
            </a:lvl5pPr>
            <a:lvl6pPr>
              <a:defRPr sz="1950" b="1">
                <a:solidFill>
                  <a:srgbClr val="20252A"/>
                </a:solidFill>
                <a:latin typeface="Segoe UI"/>
                <a:ea typeface="Segoe UI"/>
                <a:cs typeface="Segoe UI"/>
              </a:defRPr>
            </a:lvl6pPr>
            <a:lvl7pPr>
              <a:defRPr sz="1950" b="1">
                <a:solidFill>
                  <a:srgbClr val="20252A"/>
                </a:solidFill>
                <a:latin typeface="Segoe UI"/>
                <a:ea typeface="Segoe UI"/>
                <a:cs typeface="Segoe UI"/>
              </a:defRPr>
            </a:lvl7pPr>
            <a:lvl8pPr>
              <a:defRPr sz="1950" b="1">
                <a:solidFill>
                  <a:srgbClr val="20252A"/>
                </a:solidFill>
                <a:latin typeface="Segoe UI"/>
                <a:ea typeface="Segoe UI"/>
                <a:cs typeface="Segoe UI"/>
              </a:defRPr>
            </a:lvl8pPr>
            <a:lvl9pPr>
              <a:defRPr sz="1950" b="1">
                <a:solidFill>
                  <a:srgbClr val="20252A"/>
                </a:solidFill>
                <a:latin typeface="Segoe UI"/>
                <a:ea typeface="Segoe UI"/>
                <a:cs typeface="Segoe UI"/>
              </a:defRPr>
            </a:lvl9pPr>
          </a:lstStyle>
          <a:p xmlns:a="http://schemas.openxmlformats.org/drawingml/2006/main">
            <a:pPr>
              <a:defRPr sz="1950" b="1">
                <a:solidFill>
                  <a:srgbClr val="20252A"/>
                </a:solidFill>
                <a:latin typeface="Segoe UI"/>
                <a:ea typeface="Segoe UI"/>
                <a:cs typeface="Segoe UI"/>
              </a:defRPr>
            </a:pPr>
            <a:r>
              <a:rPr sz="1950" b="1">
                <a:solidFill>
                  <a:srgbClr val="20252A"/>
                </a:solidFill>
                <a:latin typeface="Segoe UI"/>
                <a:ea typeface="Segoe UI"/>
                <a:cs typeface="Segoe UI"/>
              </a:rPr>
              <a:t>I need to add __.</a:t>
            </a:r>
          </a:p>
        </p:txBody>
      </p:sp>
    </p:spTree>
    <p:extLst>
      <p:ext uri="{BB962C8B-B14F-4D97-AF65-F5344CB8AC3E}">
        <p14:creationId xmlns:p14="http://schemas.microsoft.com/office/powerpoint/2010/main" val="874021785"/>
      </p:ext>
    </p:extLst>
  </p:cSld>
</p:sld>
</file>

<file path=ppt/slides/slide10.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F45E6D37-86EC-40AE-A753-C4AAAEA3315F}"/>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Exit ticket</a:t>
            </a:r>
          </a:p>
        </p:txBody>
      </p:sp>
      <p:sp>
        <p:nvSpPr>
          <p:cNvPr id="2" name="text-1">
            <a:extLst xmlns:a="http://schemas.openxmlformats.org/drawingml/2006/main">
              <a:ext uri="{FF2B5EF4-FFF2-40B4-BE49-F238E27FC236}">
                <a16:creationId xmlns:a16="http://schemas.microsoft.com/office/drawing/2014/main" id="{D058E2A6-9CF6-42E8-B3FE-63554A206C4D}"/>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L4a</a:t>
            </a:r>
          </a:p>
        </p:txBody>
      </p:sp>
      <p:sp>
        <p:nvSpPr>
          <p:cNvPr id="3" name="text-2">
            <a:extLst xmlns:a="http://schemas.openxmlformats.org/drawingml/2006/main">
              <a:ext uri="{FF2B5EF4-FFF2-40B4-BE49-F238E27FC236}">
                <a16:creationId xmlns:a16="http://schemas.microsoft.com/office/drawing/2014/main" id="{FAC7D9BF-1CD3-4C3D-92B2-DA367DDC94BC}"/>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10 / 24 · 3 min</a:t>
            </a:r>
          </a:p>
        </p:txBody>
      </p:sp>
      <p:sp>
        <p:nvSpPr>
          <p:cNvPr id="4" name="text-3">
            <a:extLst xmlns:a="http://schemas.openxmlformats.org/drawingml/2006/main">
              <a:ext uri="{FF2B5EF4-FFF2-40B4-BE49-F238E27FC236}">
                <a16:creationId xmlns:a16="http://schemas.microsoft.com/office/drawing/2014/main" id="{B817C2DF-4787-4652-B6EB-2CA8E8795E93}"/>
              </a:ext>
            </a:extLst>
          </p:cNvPr>
          <p:cNvSpPr>
            <a:spLocks xmlns:a="http://schemas.openxmlformats.org/drawingml/2006/main" noGrp="1"/>
          </p:cNvSpPr>
          <p:nvPr/>
        </p:nvSpPr>
        <p:spPr>
          <a:xfrm xmlns:a="http://schemas.openxmlformats.org/drawingml/2006/main">
            <a:off x="609600" y="14097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000" b="1">
                <a:solidFill>
                  <a:srgbClr val="20252A"/>
                </a:solidFill>
                <a:latin typeface="Segoe UI"/>
                <a:ea typeface="Segoe UI"/>
                <a:cs typeface="Segoe UI"/>
              </a:defRPr>
            </a:defPPr>
            <a:lvl1pPr>
              <a:defRPr sz="3000" b="1">
                <a:solidFill>
                  <a:srgbClr val="20252A"/>
                </a:solidFill>
                <a:latin typeface="Segoe UI"/>
                <a:ea typeface="Segoe UI"/>
                <a:cs typeface="Segoe UI"/>
              </a:defRPr>
            </a:lvl1pPr>
            <a:lvl2pPr>
              <a:defRPr sz="3000" b="1">
                <a:solidFill>
                  <a:srgbClr val="20252A"/>
                </a:solidFill>
                <a:latin typeface="Segoe UI"/>
                <a:ea typeface="Segoe UI"/>
                <a:cs typeface="Segoe UI"/>
              </a:defRPr>
            </a:lvl2pPr>
            <a:lvl3pPr>
              <a:defRPr sz="3000" b="1">
                <a:solidFill>
                  <a:srgbClr val="20252A"/>
                </a:solidFill>
                <a:latin typeface="Segoe UI"/>
                <a:ea typeface="Segoe UI"/>
                <a:cs typeface="Segoe UI"/>
              </a:defRPr>
            </a:lvl3pPr>
            <a:lvl4pPr>
              <a:defRPr sz="3000" b="1">
                <a:solidFill>
                  <a:srgbClr val="20252A"/>
                </a:solidFill>
                <a:latin typeface="Segoe UI"/>
                <a:ea typeface="Segoe UI"/>
                <a:cs typeface="Segoe UI"/>
              </a:defRPr>
            </a:lvl4pPr>
            <a:lvl5pPr>
              <a:defRPr sz="3000" b="1">
                <a:solidFill>
                  <a:srgbClr val="20252A"/>
                </a:solidFill>
                <a:latin typeface="Segoe UI"/>
                <a:ea typeface="Segoe UI"/>
                <a:cs typeface="Segoe UI"/>
              </a:defRPr>
            </a:lvl5pPr>
            <a:lvl6pPr>
              <a:defRPr sz="3000" b="1">
                <a:solidFill>
                  <a:srgbClr val="20252A"/>
                </a:solidFill>
                <a:latin typeface="Segoe UI"/>
                <a:ea typeface="Segoe UI"/>
                <a:cs typeface="Segoe UI"/>
              </a:defRPr>
            </a:lvl6pPr>
            <a:lvl7pPr>
              <a:defRPr sz="3000" b="1">
                <a:solidFill>
                  <a:srgbClr val="20252A"/>
                </a:solidFill>
                <a:latin typeface="Segoe UI"/>
                <a:ea typeface="Segoe UI"/>
                <a:cs typeface="Segoe UI"/>
              </a:defRPr>
            </a:lvl7pPr>
            <a:lvl8pPr>
              <a:defRPr sz="3000" b="1">
                <a:solidFill>
                  <a:srgbClr val="20252A"/>
                </a:solidFill>
                <a:latin typeface="Segoe UI"/>
                <a:ea typeface="Segoe UI"/>
                <a:cs typeface="Segoe UI"/>
              </a:defRPr>
            </a:lvl8pPr>
            <a:lvl9pPr>
              <a:defRPr sz="3000" b="1">
                <a:solidFill>
                  <a:srgbClr val="20252A"/>
                </a:solidFill>
                <a:latin typeface="Segoe UI"/>
                <a:ea typeface="Segoe UI"/>
                <a:cs typeface="Segoe UI"/>
              </a:defRPr>
            </a:lvl9pPr>
          </a:lstStyle>
          <a:p xmlns:a="http://schemas.openxmlformats.org/drawingml/2006/main">
            <a:pPr>
              <a:defRPr sz="3000" b="1">
                <a:solidFill>
                  <a:srgbClr val="20252A"/>
                </a:solidFill>
                <a:latin typeface="Segoe UI"/>
                <a:ea typeface="Segoe UI"/>
                <a:cs typeface="Segoe UI"/>
              </a:defRPr>
            </a:pPr>
            <a:r>
              <a:rPr sz="3000" b="1">
                <a:solidFill>
                  <a:srgbClr val="20252A"/>
                </a:solidFill>
                <a:latin typeface="Segoe UI"/>
                <a:ea typeface="Segoe UI"/>
                <a:cs typeface="Segoe UI"/>
              </a:rPr>
              <a:t>Leave the kitchen safe.</a:t>
            </a:r>
          </a:p>
        </p:txBody>
      </p:sp>
      <p:sp>
        <p:nvSpPr>
          <p:cNvPr id="5" name="text-4">
            <a:extLst xmlns:a="http://schemas.openxmlformats.org/drawingml/2006/main">
              <a:ext uri="{FF2B5EF4-FFF2-40B4-BE49-F238E27FC236}">
                <a16:creationId xmlns:a16="http://schemas.microsoft.com/office/drawing/2014/main" id="{FFD6FB27-8460-4D34-B994-5E8515938391}"/>
              </a:ext>
            </a:extLst>
          </p:cNvPr>
          <p:cNvSpPr>
            <a:spLocks xmlns:a="http://schemas.openxmlformats.org/drawingml/2006/main" noGrp="1"/>
          </p:cNvSpPr>
          <p:nvPr/>
        </p:nvSpPr>
        <p:spPr>
          <a:xfrm xmlns:a="http://schemas.openxmlformats.org/drawingml/2006/main">
            <a:off x="609600" y="2733675"/>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700" b="0">
                <a:solidFill>
                  <a:srgbClr val="20252A"/>
                </a:solidFill>
                <a:latin typeface="Segoe UI"/>
                <a:ea typeface="Segoe UI"/>
                <a:cs typeface="Segoe UI"/>
              </a:defRPr>
            </a:defPPr>
            <a:lvl1pPr>
              <a:defRPr sz="2700" b="0">
                <a:solidFill>
                  <a:srgbClr val="20252A"/>
                </a:solidFill>
                <a:latin typeface="Segoe UI"/>
                <a:ea typeface="Segoe UI"/>
                <a:cs typeface="Segoe UI"/>
              </a:defRPr>
            </a:lvl1pPr>
            <a:lvl2pPr>
              <a:defRPr sz="2700" b="0">
                <a:solidFill>
                  <a:srgbClr val="20252A"/>
                </a:solidFill>
                <a:latin typeface="Segoe UI"/>
                <a:ea typeface="Segoe UI"/>
                <a:cs typeface="Segoe UI"/>
              </a:defRPr>
            </a:lvl2pPr>
            <a:lvl3pPr>
              <a:defRPr sz="2700" b="0">
                <a:solidFill>
                  <a:srgbClr val="20252A"/>
                </a:solidFill>
                <a:latin typeface="Segoe UI"/>
                <a:ea typeface="Segoe UI"/>
                <a:cs typeface="Segoe UI"/>
              </a:defRPr>
            </a:lvl3pPr>
            <a:lvl4pPr>
              <a:defRPr sz="2700" b="0">
                <a:solidFill>
                  <a:srgbClr val="20252A"/>
                </a:solidFill>
                <a:latin typeface="Segoe UI"/>
                <a:ea typeface="Segoe UI"/>
                <a:cs typeface="Segoe UI"/>
              </a:defRPr>
            </a:lvl4pPr>
            <a:lvl5pPr>
              <a:defRPr sz="2700" b="0">
                <a:solidFill>
                  <a:srgbClr val="20252A"/>
                </a:solidFill>
                <a:latin typeface="Segoe UI"/>
                <a:ea typeface="Segoe UI"/>
                <a:cs typeface="Segoe UI"/>
              </a:defRPr>
            </a:lvl5pPr>
            <a:lvl6pPr>
              <a:defRPr sz="2700" b="0">
                <a:solidFill>
                  <a:srgbClr val="20252A"/>
                </a:solidFill>
                <a:latin typeface="Segoe UI"/>
                <a:ea typeface="Segoe UI"/>
                <a:cs typeface="Segoe UI"/>
              </a:defRPr>
            </a:lvl6pPr>
            <a:lvl7pPr>
              <a:defRPr sz="2700" b="0">
                <a:solidFill>
                  <a:srgbClr val="20252A"/>
                </a:solidFill>
                <a:latin typeface="Segoe UI"/>
                <a:ea typeface="Segoe UI"/>
                <a:cs typeface="Segoe UI"/>
              </a:defRPr>
            </a:lvl7pPr>
            <a:lvl8pPr>
              <a:defRPr sz="2700" b="0">
                <a:solidFill>
                  <a:srgbClr val="20252A"/>
                </a:solidFill>
                <a:latin typeface="Segoe UI"/>
                <a:ea typeface="Segoe UI"/>
                <a:cs typeface="Segoe UI"/>
              </a:defRPr>
            </a:lvl8pPr>
            <a:lvl9pPr>
              <a:defRPr sz="2700" b="0">
                <a:solidFill>
                  <a:srgbClr val="20252A"/>
                </a:solidFill>
                <a:latin typeface="Segoe UI"/>
                <a:ea typeface="Segoe UI"/>
                <a:cs typeface="Segoe UI"/>
              </a:defRPr>
            </a:lvl9pPr>
          </a:lstStyle>
          <a:p xmlns:a="http://schemas.openxmlformats.org/drawingml/2006/main">
            <a:pPr>
              <a:defRPr sz="2700" b="0">
                <a:solidFill>
                  <a:srgbClr val="20252A"/>
                </a:solidFill>
                <a:latin typeface="Segoe UI"/>
                <a:ea typeface="Segoe UI"/>
                <a:cs typeface="Segoe UI"/>
              </a:defRPr>
            </a:pPr>
            <a:r>
              <a:rPr sz="2700" b="0">
                <a:solidFill>
                  <a:srgbClr val="20252A"/>
                </a:solidFill>
                <a:latin typeface="Segoe UI"/>
                <a:ea typeface="Segoe UI"/>
                <a:cs typeface="Segoe UI"/>
              </a:rPr>
              <a:t>What worked in my job?</a:t>
            </a:r>
          </a:p>
        </p:txBody>
      </p:sp>
      <p:sp>
        <p:nvSpPr>
          <p:cNvPr id="6" name="text-5">
            <a:extLst xmlns:a="http://schemas.openxmlformats.org/drawingml/2006/main">
              <a:ext uri="{FF2B5EF4-FFF2-40B4-BE49-F238E27FC236}">
                <a16:creationId xmlns:a16="http://schemas.microsoft.com/office/drawing/2014/main" id="{137A9F75-CFBD-4340-B255-16B3992013D0}"/>
              </a:ext>
            </a:extLst>
          </p:cNvPr>
          <p:cNvSpPr>
            <a:spLocks xmlns:a="http://schemas.openxmlformats.org/drawingml/2006/main" noGrp="1"/>
          </p:cNvSpPr>
          <p:nvPr/>
        </p:nvSpPr>
        <p:spPr>
          <a:xfrm xmlns:a="http://schemas.openxmlformats.org/drawingml/2006/main">
            <a:off x="609600" y="3705225"/>
            <a:ext cx="109728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700" b="0">
                <a:solidFill>
                  <a:srgbClr val="20252A"/>
                </a:solidFill>
                <a:latin typeface="Segoe UI"/>
                <a:ea typeface="Segoe UI"/>
                <a:cs typeface="Segoe UI"/>
              </a:defRPr>
            </a:defPPr>
            <a:lvl1pPr>
              <a:defRPr sz="2700" b="0">
                <a:solidFill>
                  <a:srgbClr val="20252A"/>
                </a:solidFill>
                <a:latin typeface="Segoe UI"/>
                <a:ea typeface="Segoe UI"/>
                <a:cs typeface="Segoe UI"/>
              </a:defRPr>
            </a:lvl1pPr>
            <a:lvl2pPr>
              <a:defRPr sz="2700" b="0">
                <a:solidFill>
                  <a:srgbClr val="20252A"/>
                </a:solidFill>
                <a:latin typeface="Segoe UI"/>
                <a:ea typeface="Segoe UI"/>
                <a:cs typeface="Segoe UI"/>
              </a:defRPr>
            </a:lvl2pPr>
            <a:lvl3pPr>
              <a:defRPr sz="2700" b="0">
                <a:solidFill>
                  <a:srgbClr val="20252A"/>
                </a:solidFill>
                <a:latin typeface="Segoe UI"/>
                <a:ea typeface="Segoe UI"/>
                <a:cs typeface="Segoe UI"/>
              </a:defRPr>
            </a:lvl3pPr>
            <a:lvl4pPr>
              <a:defRPr sz="2700" b="0">
                <a:solidFill>
                  <a:srgbClr val="20252A"/>
                </a:solidFill>
                <a:latin typeface="Segoe UI"/>
                <a:ea typeface="Segoe UI"/>
                <a:cs typeface="Segoe UI"/>
              </a:defRPr>
            </a:lvl4pPr>
            <a:lvl5pPr>
              <a:defRPr sz="2700" b="0">
                <a:solidFill>
                  <a:srgbClr val="20252A"/>
                </a:solidFill>
                <a:latin typeface="Segoe UI"/>
                <a:ea typeface="Segoe UI"/>
                <a:cs typeface="Segoe UI"/>
              </a:defRPr>
            </a:lvl5pPr>
            <a:lvl6pPr>
              <a:defRPr sz="2700" b="0">
                <a:solidFill>
                  <a:srgbClr val="20252A"/>
                </a:solidFill>
                <a:latin typeface="Segoe UI"/>
                <a:ea typeface="Segoe UI"/>
                <a:cs typeface="Segoe UI"/>
              </a:defRPr>
            </a:lvl6pPr>
            <a:lvl7pPr>
              <a:defRPr sz="2700" b="0">
                <a:solidFill>
                  <a:srgbClr val="20252A"/>
                </a:solidFill>
                <a:latin typeface="Segoe UI"/>
                <a:ea typeface="Segoe UI"/>
                <a:cs typeface="Segoe UI"/>
              </a:defRPr>
            </a:lvl7pPr>
            <a:lvl8pPr>
              <a:defRPr sz="2700" b="0">
                <a:solidFill>
                  <a:srgbClr val="20252A"/>
                </a:solidFill>
                <a:latin typeface="Segoe UI"/>
                <a:ea typeface="Segoe UI"/>
                <a:cs typeface="Segoe UI"/>
              </a:defRPr>
            </a:lvl8pPr>
            <a:lvl9pPr>
              <a:defRPr sz="2700" b="0">
                <a:solidFill>
                  <a:srgbClr val="20252A"/>
                </a:solidFill>
                <a:latin typeface="Segoe UI"/>
                <a:ea typeface="Segoe UI"/>
                <a:cs typeface="Segoe UI"/>
              </a:defRPr>
            </a:lvl9pPr>
          </a:lstStyle>
          <a:p xmlns:a="http://schemas.openxmlformats.org/drawingml/2006/main">
            <a:pPr>
              <a:defRPr sz="2700" b="0">
                <a:solidFill>
                  <a:srgbClr val="20252A"/>
                </a:solidFill>
                <a:latin typeface="Segoe UI"/>
                <a:ea typeface="Segoe UI"/>
                <a:cs typeface="Segoe UI"/>
              </a:defRPr>
            </a:pPr>
            <a:r>
              <a:rPr sz="2700" b="0">
                <a:solidFill>
                  <a:srgbClr val="20252A"/>
                </a:solidFill>
                <a:latin typeface="Segoe UI"/>
                <a:ea typeface="Segoe UI"/>
                <a:cs typeface="Segoe UI"/>
              </a:rPr>
              <a:t>What is the next safe step for our cakes?</a:t>
            </a:r>
          </a:p>
        </p:txBody>
      </p:sp>
      <p:sp>
        <p:nvSpPr>
          <p:cNvPr id="7" name="text-6">
            <a:extLst xmlns:a="http://schemas.openxmlformats.org/drawingml/2006/main">
              <a:ext uri="{FF2B5EF4-FFF2-40B4-BE49-F238E27FC236}">
                <a16:creationId xmlns:a16="http://schemas.microsoft.com/office/drawing/2014/main" id="{776EC25F-0E54-4601-A5C1-1A4D8818FD53}"/>
              </a:ext>
            </a:extLst>
          </p:cNvPr>
          <p:cNvSpPr>
            <a:spLocks xmlns:a="http://schemas.openxmlformats.org/drawingml/2006/main" noGrp="1"/>
          </p:cNvSpPr>
          <p:nvPr/>
        </p:nvSpPr>
        <p:spPr>
          <a:xfrm xmlns:a="http://schemas.openxmlformats.org/drawingml/2006/main">
            <a:off x="609600" y="524827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550" b="1">
                <a:solidFill>
                  <a:srgbClr val="20252A"/>
                </a:solidFill>
                <a:latin typeface="Segoe UI"/>
                <a:ea typeface="Segoe UI"/>
                <a:cs typeface="Segoe UI"/>
              </a:defRPr>
            </a:defPPr>
            <a:lvl1pPr>
              <a:defRPr sz="2550" b="1">
                <a:solidFill>
                  <a:srgbClr val="20252A"/>
                </a:solidFill>
                <a:latin typeface="Segoe UI"/>
                <a:ea typeface="Segoe UI"/>
                <a:cs typeface="Segoe UI"/>
              </a:defRPr>
            </a:lvl1pPr>
            <a:lvl2pPr>
              <a:defRPr sz="2550" b="1">
                <a:solidFill>
                  <a:srgbClr val="20252A"/>
                </a:solidFill>
                <a:latin typeface="Segoe UI"/>
                <a:ea typeface="Segoe UI"/>
                <a:cs typeface="Segoe UI"/>
              </a:defRPr>
            </a:lvl2pPr>
            <a:lvl3pPr>
              <a:defRPr sz="2550" b="1">
                <a:solidFill>
                  <a:srgbClr val="20252A"/>
                </a:solidFill>
                <a:latin typeface="Segoe UI"/>
                <a:ea typeface="Segoe UI"/>
                <a:cs typeface="Segoe UI"/>
              </a:defRPr>
            </a:lvl3pPr>
            <a:lvl4pPr>
              <a:defRPr sz="2550" b="1">
                <a:solidFill>
                  <a:srgbClr val="20252A"/>
                </a:solidFill>
                <a:latin typeface="Segoe UI"/>
                <a:ea typeface="Segoe UI"/>
                <a:cs typeface="Segoe UI"/>
              </a:defRPr>
            </a:lvl4pPr>
            <a:lvl5pPr>
              <a:defRPr sz="2550" b="1">
                <a:solidFill>
                  <a:srgbClr val="20252A"/>
                </a:solidFill>
                <a:latin typeface="Segoe UI"/>
                <a:ea typeface="Segoe UI"/>
                <a:cs typeface="Segoe UI"/>
              </a:defRPr>
            </a:lvl5pPr>
            <a:lvl6pPr>
              <a:defRPr sz="2550" b="1">
                <a:solidFill>
                  <a:srgbClr val="20252A"/>
                </a:solidFill>
                <a:latin typeface="Segoe UI"/>
                <a:ea typeface="Segoe UI"/>
                <a:cs typeface="Segoe UI"/>
              </a:defRPr>
            </a:lvl6pPr>
            <a:lvl7pPr>
              <a:defRPr sz="2550" b="1">
                <a:solidFill>
                  <a:srgbClr val="20252A"/>
                </a:solidFill>
                <a:latin typeface="Segoe UI"/>
                <a:ea typeface="Segoe UI"/>
                <a:cs typeface="Segoe UI"/>
              </a:defRPr>
            </a:lvl7pPr>
            <a:lvl8pPr>
              <a:defRPr sz="2550" b="1">
                <a:solidFill>
                  <a:srgbClr val="20252A"/>
                </a:solidFill>
                <a:latin typeface="Segoe UI"/>
                <a:ea typeface="Segoe UI"/>
                <a:cs typeface="Segoe UI"/>
              </a:defRPr>
            </a:lvl8pPr>
            <a:lvl9pPr>
              <a:defRPr sz="2550" b="1">
                <a:solidFill>
                  <a:srgbClr val="20252A"/>
                </a:solidFill>
                <a:latin typeface="Segoe UI"/>
                <a:ea typeface="Segoe UI"/>
                <a:cs typeface="Segoe UI"/>
              </a:defRPr>
            </a:lvl9pPr>
          </a:lstStyle>
          <a:p xmlns:a="http://schemas.openxmlformats.org/drawingml/2006/main">
            <a:pPr>
              <a:defRPr sz="2550" b="1">
                <a:solidFill>
                  <a:srgbClr val="20252A"/>
                </a:solidFill>
                <a:latin typeface="Segoe UI"/>
                <a:ea typeface="Segoe UI"/>
                <a:cs typeface="Segoe UI"/>
              </a:defRPr>
            </a:pPr>
            <a:r>
              <a:rPr sz="2550" b="1">
                <a:solidFill>
                  <a:srgbClr val="20252A"/>
                </a:solidFill>
                <a:latin typeface="Segoe UI"/>
                <a:ea typeface="Segoe UI"/>
                <a:cs typeface="Segoe UI"/>
              </a:rPr>
              <a:t>I did __. Next, the adult will __.</a:t>
            </a:r>
          </a:p>
        </p:txBody>
      </p:sp>
    </p:spTree>
    <p:extLst>
      <p:ext uri="{BB962C8B-B14F-4D97-AF65-F5344CB8AC3E}">
        <p14:creationId xmlns:p14="http://schemas.microsoft.com/office/powerpoint/2010/main" val="851336491"/>
      </p:ext>
    </p:extLst>
  </p:cSld>
</p:sld>
</file>

<file path=ppt/slides/slide11.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DA5673B4-4E71-447D-A41E-9F7A69C68685}"/>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Key vocabulary mat (EAL)</a:t>
            </a:r>
          </a:p>
        </p:txBody>
      </p:sp>
      <p:sp>
        <p:nvSpPr>
          <p:cNvPr id="2" name="text-1">
            <a:extLst xmlns:a="http://schemas.openxmlformats.org/drawingml/2006/main">
              <a:ext uri="{FF2B5EF4-FFF2-40B4-BE49-F238E27FC236}">
                <a16:creationId xmlns:a16="http://schemas.microsoft.com/office/drawing/2014/main" id="{EE02C2B7-F20C-4D19-A62F-0935C813396F}"/>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L4a</a:t>
            </a:r>
          </a:p>
        </p:txBody>
      </p:sp>
      <p:sp>
        <p:nvSpPr>
          <p:cNvPr id="3" name="text-2">
            <a:extLst xmlns:a="http://schemas.openxmlformats.org/drawingml/2006/main">
              <a:ext uri="{FF2B5EF4-FFF2-40B4-BE49-F238E27FC236}">
                <a16:creationId xmlns:a16="http://schemas.microsoft.com/office/drawing/2014/main" id="{3AF64281-59B3-4C45-AD38-67AC53FB17C6}"/>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11 / 24 · Reference</a:t>
            </a:r>
          </a:p>
        </p:txBody>
      </p:sp>
      <p:pic>
        <p:nvPicPr>
          <p:cNvPr id="4" name="A cook’s hat." descr="A cook’s hat.">
            <a:extLst xmlns:a="http://schemas.openxmlformats.org/drawingml/2006/main">
              <a:ext uri="{FF2B5EF4-FFF2-40B4-BE49-F238E27FC236}">
                <a16:creationId xmlns:a16="http://schemas.microsoft.com/office/drawing/2014/main" id="{A6B77388-5938-4268-8B47-778983E88F24}"/>
              </a:ext>
            </a:extLst>
          </p:cNvPr>
          <p:cNvPicPr>
            <a:picLocks xmlns:a="http://schemas.openxmlformats.org/drawingml/2006/main" noChangeAspect="1"/>
          </p:cNvPicPr>
          <p:nvPr/>
        </p:nvPicPr>
        <p:blipFill>
          <a:blip xmlns:r="http://schemas.openxmlformats.org/officeDocument/2006/relationships" xmlns:a="http://schemas.openxmlformats.org/drawingml/2006/main" r:embed="Rc59e0766deec414e"/>
          <a:stretch xmlns:a="http://schemas.openxmlformats.org/drawingml/2006/main"/>
        </p:blipFill>
        <p:spPr>
          <a:xfrm xmlns:a="http://schemas.openxmlformats.org/drawingml/2006/main">
            <a:off x="609600" y="1381125"/>
            <a:ext cx="514350" cy="51435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8CB5AEEF-8B29-4F64-BF0B-26D68547189C}"/>
              </a:ext>
            </a:extLst>
          </p:cNvPr>
          <p:cNvSpPr>
            <a:spLocks xmlns:a="http://schemas.openxmlformats.org/drawingml/2006/main" noGrp="1"/>
          </p:cNvSpPr>
          <p:nvPr/>
        </p:nvSpPr>
        <p:spPr>
          <a:xfrm xmlns:a="http://schemas.openxmlformats.org/drawingml/2006/main">
            <a:off x="1343025" y="138112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role</a:t>
            </a:r>
          </a:p>
        </p:txBody>
      </p:sp>
      <p:sp>
        <p:nvSpPr>
          <p:cNvPr id="6" name="text-4">
            <a:extLst xmlns:a="http://schemas.openxmlformats.org/drawingml/2006/main">
              <a:ext uri="{FF2B5EF4-FFF2-40B4-BE49-F238E27FC236}">
                <a16:creationId xmlns:a16="http://schemas.microsoft.com/office/drawing/2014/main" id="{1B9447AB-D4CE-4ABC-94D3-23BF4BEE0651}"/>
              </a:ext>
            </a:extLst>
          </p:cNvPr>
          <p:cNvSpPr>
            <a:spLocks xmlns:a="http://schemas.openxmlformats.org/drawingml/2006/main" noGrp="1"/>
          </p:cNvSpPr>
          <p:nvPr/>
        </p:nvSpPr>
        <p:spPr>
          <a:xfrm xmlns:a="http://schemas.openxmlformats.org/drawingml/2006/main">
            <a:off x="1343025" y="1819275"/>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The job I do in the team.</a:t>
            </a:r>
          </a:p>
        </p:txBody>
      </p:sp>
      <p:pic>
        <p:nvPicPr>
          <p:cNvPr id="7" name="Drops of clean water." descr="Drops of clean water.">
            <a:extLst xmlns:a="http://schemas.openxmlformats.org/drawingml/2006/main">
              <a:ext uri="{FF2B5EF4-FFF2-40B4-BE49-F238E27FC236}">
                <a16:creationId xmlns:a16="http://schemas.microsoft.com/office/drawing/2014/main" id="{6C73F2C6-B110-4E58-92D5-4D01D71E1C5E}"/>
              </a:ext>
            </a:extLst>
          </p:cNvPr>
          <p:cNvPicPr>
            <a:picLocks xmlns:a="http://schemas.openxmlformats.org/drawingml/2006/main" noChangeAspect="1"/>
          </p:cNvPicPr>
          <p:nvPr/>
        </p:nvPicPr>
        <p:blipFill>
          <a:blip xmlns:r="http://schemas.openxmlformats.org/officeDocument/2006/relationships" xmlns:a="http://schemas.openxmlformats.org/drawingml/2006/main" r:embed="R6100c59d924445da"/>
          <a:stretch xmlns:a="http://schemas.openxmlformats.org/drawingml/2006/main"/>
        </p:blipFill>
        <p:spPr>
          <a:xfrm xmlns:a="http://schemas.openxmlformats.org/drawingml/2006/main">
            <a:off x="609600" y="2533650"/>
            <a:ext cx="514350" cy="514350"/>
          </a:xfrm>
          <a:prstGeom xmlns:a="http://schemas.openxmlformats.org/drawingml/2006/main" prst="rect">
            <a:avLst/>
          </a:prstGeom>
        </p:spPr>
      </p:pic>
      <p:sp>
        <p:nvSpPr>
          <p:cNvPr id="8" name="text-5">
            <a:extLst xmlns:a="http://schemas.openxmlformats.org/drawingml/2006/main">
              <a:ext uri="{FF2B5EF4-FFF2-40B4-BE49-F238E27FC236}">
                <a16:creationId xmlns:a16="http://schemas.microsoft.com/office/drawing/2014/main" id="{D9B4A50D-3FA0-4023-B38C-6878E933457C}"/>
              </a:ext>
            </a:extLst>
          </p:cNvPr>
          <p:cNvSpPr>
            <a:spLocks xmlns:a="http://schemas.openxmlformats.org/drawingml/2006/main" noGrp="1"/>
          </p:cNvSpPr>
          <p:nvPr/>
        </p:nvSpPr>
        <p:spPr>
          <a:xfrm xmlns:a="http://schemas.openxmlformats.org/drawingml/2006/main">
            <a:off x="1343025" y="25336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hygiene</a:t>
            </a:r>
          </a:p>
        </p:txBody>
      </p:sp>
      <p:sp>
        <p:nvSpPr>
          <p:cNvPr id="9" name="text-6">
            <a:extLst xmlns:a="http://schemas.openxmlformats.org/drawingml/2006/main">
              <a:ext uri="{FF2B5EF4-FFF2-40B4-BE49-F238E27FC236}">
                <a16:creationId xmlns:a16="http://schemas.microsoft.com/office/drawing/2014/main" id="{1012A909-B9FD-4440-B9C6-437385A3F1EE}"/>
              </a:ext>
            </a:extLst>
          </p:cNvPr>
          <p:cNvSpPr>
            <a:spLocks xmlns:a="http://schemas.openxmlformats.org/drawingml/2006/main" noGrp="1"/>
          </p:cNvSpPr>
          <p:nvPr/>
        </p:nvSpPr>
        <p:spPr>
          <a:xfrm xmlns:a="http://schemas.openxmlformats.org/drawingml/2006/main">
            <a:off x="1343025" y="2971800"/>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Keeping hands, food and kit clean.</a:t>
            </a:r>
          </a:p>
        </p:txBody>
      </p:sp>
      <p:pic>
        <p:nvPicPr>
          <p:cNvPr id="10" name="A weighing scale." descr="A weighing scale.">
            <a:extLst xmlns:a="http://schemas.openxmlformats.org/drawingml/2006/main">
              <a:ext uri="{FF2B5EF4-FFF2-40B4-BE49-F238E27FC236}">
                <a16:creationId xmlns:a16="http://schemas.microsoft.com/office/drawing/2014/main" id="{BD540C6B-3E3D-4DC5-8896-4DD75D43ACF3}"/>
              </a:ext>
            </a:extLst>
          </p:cNvPr>
          <p:cNvPicPr>
            <a:picLocks xmlns:a="http://schemas.openxmlformats.org/drawingml/2006/main" noChangeAspect="1"/>
          </p:cNvPicPr>
          <p:nvPr/>
        </p:nvPicPr>
        <p:blipFill>
          <a:blip xmlns:r="http://schemas.openxmlformats.org/officeDocument/2006/relationships" xmlns:a="http://schemas.openxmlformats.org/drawingml/2006/main" r:embed="Rc63aa977669f4f9d"/>
          <a:stretch xmlns:a="http://schemas.openxmlformats.org/drawingml/2006/main"/>
        </p:blipFill>
        <p:spPr>
          <a:xfrm xmlns:a="http://schemas.openxmlformats.org/drawingml/2006/main">
            <a:off x="609600" y="3686175"/>
            <a:ext cx="514350" cy="514350"/>
          </a:xfrm>
          <a:prstGeom xmlns:a="http://schemas.openxmlformats.org/drawingml/2006/main" prst="rect">
            <a:avLst/>
          </a:prstGeom>
        </p:spPr>
      </p:pic>
      <p:sp>
        <p:nvSpPr>
          <p:cNvPr id="11" name="text-7">
            <a:extLst xmlns:a="http://schemas.openxmlformats.org/drawingml/2006/main">
              <a:ext uri="{FF2B5EF4-FFF2-40B4-BE49-F238E27FC236}">
                <a16:creationId xmlns:a16="http://schemas.microsoft.com/office/drawing/2014/main" id="{8F56714F-F377-44BA-9EA5-3876B797935A}"/>
              </a:ext>
            </a:extLst>
          </p:cNvPr>
          <p:cNvSpPr>
            <a:spLocks xmlns:a="http://schemas.openxmlformats.org/drawingml/2006/main" noGrp="1"/>
          </p:cNvSpPr>
          <p:nvPr/>
        </p:nvSpPr>
        <p:spPr>
          <a:xfrm xmlns:a="http://schemas.openxmlformats.org/drawingml/2006/main">
            <a:off x="1343025" y="36861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weigh</a:t>
            </a:r>
          </a:p>
        </p:txBody>
      </p:sp>
      <p:sp>
        <p:nvSpPr>
          <p:cNvPr id="12" name="text-8">
            <a:extLst xmlns:a="http://schemas.openxmlformats.org/drawingml/2006/main">
              <a:ext uri="{FF2B5EF4-FFF2-40B4-BE49-F238E27FC236}">
                <a16:creationId xmlns:a16="http://schemas.microsoft.com/office/drawing/2014/main" id="{1AD002B8-C335-44BB-9446-9D421CBEB259}"/>
              </a:ext>
            </a:extLst>
          </p:cNvPr>
          <p:cNvSpPr>
            <a:spLocks xmlns:a="http://schemas.openxmlformats.org/drawingml/2006/main" noGrp="1"/>
          </p:cNvSpPr>
          <p:nvPr/>
        </p:nvSpPr>
        <p:spPr>
          <a:xfrm xmlns:a="http://schemas.openxmlformats.org/drawingml/2006/main">
            <a:off x="1343025" y="4124325"/>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Find how heavy something is.</a:t>
            </a:r>
          </a:p>
        </p:txBody>
      </p:sp>
      <p:pic>
        <p:nvPicPr>
          <p:cNvPr id="13" name="A bowl for one batch." descr="A bowl for one batch.">
            <a:extLst xmlns:a="http://schemas.openxmlformats.org/drawingml/2006/main">
              <a:ext uri="{FF2B5EF4-FFF2-40B4-BE49-F238E27FC236}">
                <a16:creationId xmlns:a16="http://schemas.microsoft.com/office/drawing/2014/main" id="{39ED4943-4BAA-4D66-8A52-4B3558E0EF7F}"/>
              </a:ext>
            </a:extLst>
          </p:cNvPr>
          <p:cNvPicPr>
            <a:picLocks xmlns:a="http://schemas.openxmlformats.org/drawingml/2006/main" noChangeAspect="1"/>
          </p:cNvPicPr>
          <p:nvPr/>
        </p:nvPicPr>
        <p:blipFill>
          <a:blip xmlns:r="http://schemas.openxmlformats.org/officeDocument/2006/relationships" xmlns:a="http://schemas.openxmlformats.org/drawingml/2006/main" r:embed="Rb5d0bab89afa4f95"/>
          <a:stretch xmlns:a="http://schemas.openxmlformats.org/drawingml/2006/main"/>
        </p:blipFill>
        <p:spPr>
          <a:xfrm xmlns:a="http://schemas.openxmlformats.org/drawingml/2006/main">
            <a:off x="609600" y="4838700"/>
            <a:ext cx="514350" cy="514350"/>
          </a:xfrm>
          <a:prstGeom xmlns:a="http://schemas.openxmlformats.org/drawingml/2006/main" prst="rect">
            <a:avLst/>
          </a:prstGeom>
        </p:spPr>
      </p:pic>
      <p:sp>
        <p:nvSpPr>
          <p:cNvPr id="14" name="text-9">
            <a:extLst xmlns:a="http://schemas.openxmlformats.org/drawingml/2006/main">
              <a:ext uri="{FF2B5EF4-FFF2-40B4-BE49-F238E27FC236}">
                <a16:creationId xmlns:a16="http://schemas.microsoft.com/office/drawing/2014/main" id="{B5544D0A-C484-4C4E-9F55-33A22CB1AD7F}"/>
              </a:ext>
            </a:extLst>
          </p:cNvPr>
          <p:cNvSpPr>
            <a:spLocks xmlns:a="http://schemas.openxmlformats.org/drawingml/2006/main" noGrp="1"/>
          </p:cNvSpPr>
          <p:nvPr/>
        </p:nvSpPr>
        <p:spPr>
          <a:xfrm xmlns:a="http://schemas.openxmlformats.org/drawingml/2006/main">
            <a:off x="1343025" y="48387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batch</a:t>
            </a:r>
          </a:p>
        </p:txBody>
      </p:sp>
      <p:sp>
        <p:nvSpPr>
          <p:cNvPr id="15" name="text-10">
            <a:extLst xmlns:a="http://schemas.openxmlformats.org/drawingml/2006/main">
              <a:ext uri="{FF2B5EF4-FFF2-40B4-BE49-F238E27FC236}">
                <a16:creationId xmlns:a16="http://schemas.microsoft.com/office/drawing/2014/main" id="{C3D7B160-2BC3-491E-BD9B-D51D7EEE6709}"/>
              </a:ext>
            </a:extLst>
          </p:cNvPr>
          <p:cNvSpPr>
            <a:spLocks xmlns:a="http://schemas.openxmlformats.org/drawingml/2006/main" noGrp="1"/>
          </p:cNvSpPr>
          <p:nvPr/>
        </p:nvSpPr>
        <p:spPr>
          <a:xfrm xmlns:a="http://schemas.openxmlformats.org/drawingml/2006/main">
            <a:off x="1343025" y="5276850"/>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Food made in one go.</a:t>
            </a:r>
          </a:p>
        </p:txBody>
      </p:sp>
      <p:pic>
        <p:nvPicPr>
          <p:cNvPr id="16" name="One small cake portion." descr="One small cake portion.">
            <a:extLst xmlns:a="http://schemas.openxmlformats.org/drawingml/2006/main">
              <a:ext uri="{FF2B5EF4-FFF2-40B4-BE49-F238E27FC236}">
                <a16:creationId xmlns:a16="http://schemas.microsoft.com/office/drawing/2014/main" id="{836AC0A0-8658-437B-810B-05B38B399FC6}"/>
              </a:ext>
            </a:extLst>
          </p:cNvPr>
          <p:cNvPicPr>
            <a:picLocks xmlns:a="http://schemas.openxmlformats.org/drawingml/2006/main" noChangeAspect="1"/>
          </p:cNvPicPr>
          <p:nvPr/>
        </p:nvPicPr>
        <p:blipFill>
          <a:blip xmlns:r="http://schemas.openxmlformats.org/officeDocument/2006/relationships" xmlns:a="http://schemas.openxmlformats.org/drawingml/2006/main" r:embed="R8b013f65d27640d6"/>
          <a:stretch xmlns:a="http://schemas.openxmlformats.org/drawingml/2006/main"/>
        </p:blipFill>
        <p:spPr>
          <a:xfrm xmlns:a="http://schemas.openxmlformats.org/drawingml/2006/main">
            <a:off x="6324600" y="1381125"/>
            <a:ext cx="514350" cy="514350"/>
          </a:xfrm>
          <a:prstGeom xmlns:a="http://schemas.openxmlformats.org/drawingml/2006/main" prst="rect">
            <a:avLst/>
          </a:prstGeom>
        </p:spPr>
      </p:pic>
      <p:sp>
        <p:nvSpPr>
          <p:cNvPr id="17" name="text-11">
            <a:extLst xmlns:a="http://schemas.openxmlformats.org/drawingml/2006/main">
              <a:ext uri="{FF2B5EF4-FFF2-40B4-BE49-F238E27FC236}">
                <a16:creationId xmlns:a16="http://schemas.microsoft.com/office/drawing/2014/main" id="{58F6DBC6-EA49-4D9A-989E-379BBF4F3CB9}"/>
              </a:ext>
            </a:extLst>
          </p:cNvPr>
          <p:cNvSpPr>
            <a:spLocks xmlns:a="http://schemas.openxmlformats.org/drawingml/2006/main" noGrp="1"/>
          </p:cNvSpPr>
          <p:nvPr/>
        </p:nvSpPr>
        <p:spPr>
          <a:xfrm xmlns:a="http://schemas.openxmlformats.org/drawingml/2006/main">
            <a:off x="7058025" y="138112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portion</a:t>
            </a:r>
          </a:p>
        </p:txBody>
      </p:sp>
      <p:sp>
        <p:nvSpPr>
          <p:cNvPr id="18" name="text-12">
            <a:extLst xmlns:a="http://schemas.openxmlformats.org/drawingml/2006/main">
              <a:ext uri="{FF2B5EF4-FFF2-40B4-BE49-F238E27FC236}">
                <a16:creationId xmlns:a16="http://schemas.microsoft.com/office/drawing/2014/main" id="{F23DB484-EAC8-4512-9B14-047F1B334838}"/>
              </a:ext>
            </a:extLst>
          </p:cNvPr>
          <p:cNvSpPr>
            <a:spLocks xmlns:a="http://schemas.openxmlformats.org/drawingml/2006/main" noGrp="1"/>
          </p:cNvSpPr>
          <p:nvPr/>
        </p:nvSpPr>
        <p:spPr>
          <a:xfrm xmlns:a="http://schemas.openxmlformats.org/drawingml/2006/main">
            <a:off x="7058025" y="1819275"/>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One share of the food.</a:t>
            </a:r>
          </a:p>
        </p:txBody>
      </p:sp>
      <p:pic>
        <p:nvPicPr>
          <p:cNvPr id="19" name="A shield for a safety check." descr="A shield for a safety check.">
            <a:extLst xmlns:a="http://schemas.openxmlformats.org/drawingml/2006/main">
              <a:ext uri="{FF2B5EF4-FFF2-40B4-BE49-F238E27FC236}">
                <a16:creationId xmlns:a16="http://schemas.microsoft.com/office/drawing/2014/main" id="{45988B52-5D3C-473B-99D2-A2136651424B}"/>
              </a:ext>
            </a:extLst>
          </p:cNvPr>
          <p:cNvPicPr>
            <a:picLocks xmlns:a="http://schemas.openxmlformats.org/drawingml/2006/main" noChangeAspect="1"/>
          </p:cNvPicPr>
          <p:nvPr/>
        </p:nvPicPr>
        <p:blipFill>
          <a:blip xmlns:r="http://schemas.openxmlformats.org/officeDocument/2006/relationships" xmlns:a="http://schemas.openxmlformats.org/drawingml/2006/main" r:embed="R6492281876454826"/>
          <a:stretch xmlns:a="http://schemas.openxmlformats.org/drawingml/2006/main"/>
        </p:blipFill>
        <p:spPr>
          <a:xfrm xmlns:a="http://schemas.openxmlformats.org/drawingml/2006/main">
            <a:off x="6324600" y="2533650"/>
            <a:ext cx="514350" cy="514350"/>
          </a:xfrm>
          <a:prstGeom xmlns:a="http://schemas.openxmlformats.org/drawingml/2006/main" prst="rect">
            <a:avLst/>
          </a:prstGeom>
        </p:spPr>
      </p:pic>
      <p:sp>
        <p:nvSpPr>
          <p:cNvPr id="20" name="text-13">
            <a:extLst xmlns:a="http://schemas.openxmlformats.org/drawingml/2006/main">
              <a:ext uri="{FF2B5EF4-FFF2-40B4-BE49-F238E27FC236}">
                <a16:creationId xmlns:a16="http://schemas.microsoft.com/office/drawing/2014/main" id="{31DBD6BE-B938-44AD-85E7-F1E896A97D95}"/>
              </a:ext>
            </a:extLst>
          </p:cNvPr>
          <p:cNvSpPr>
            <a:spLocks xmlns:a="http://schemas.openxmlformats.org/drawingml/2006/main" noGrp="1"/>
          </p:cNvSpPr>
          <p:nvPr/>
        </p:nvSpPr>
        <p:spPr>
          <a:xfrm xmlns:a="http://schemas.openxmlformats.org/drawingml/2006/main">
            <a:off x="7058025" y="25336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allergen</a:t>
            </a:r>
          </a:p>
        </p:txBody>
      </p:sp>
      <p:sp>
        <p:nvSpPr>
          <p:cNvPr id="21" name="text-14">
            <a:extLst xmlns:a="http://schemas.openxmlformats.org/drawingml/2006/main">
              <a:ext uri="{FF2B5EF4-FFF2-40B4-BE49-F238E27FC236}">
                <a16:creationId xmlns:a16="http://schemas.microsoft.com/office/drawing/2014/main" id="{28E25902-B8F0-4EE5-9650-A0A5570EBA40}"/>
              </a:ext>
            </a:extLst>
          </p:cNvPr>
          <p:cNvSpPr>
            <a:spLocks xmlns:a="http://schemas.openxmlformats.org/drawingml/2006/main" noGrp="1"/>
          </p:cNvSpPr>
          <p:nvPr/>
        </p:nvSpPr>
        <p:spPr>
          <a:xfrm xmlns:a="http://schemas.openxmlformats.org/drawingml/2006/main">
            <a:off x="7058025" y="2971800"/>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Something that can cause an allergy.</a:t>
            </a:r>
          </a:p>
        </p:txBody>
      </p:sp>
      <p:pic>
        <p:nvPicPr>
          <p:cNvPr id="22" name="A label tag." descr="A label tag.">
            <a:extLst xmlns:a="http://schemas.openxmlformats.org/drawingml/2006/main">
              <a:ext uri="{FF2B5EF4-FFF2-40B4-BE49-F238E27FC236}">
                <a16:creationId xmlns:a16="http://schemas.microsoft.com/office/drawing/2014/main" id="{E9FE1B88-4B6F-40AC-B7B5-D7FB3DD090FF}"/>
              </a:ext>
            </a:extLst>
          </p:cNvPr>
          <p:cNvPicPr>
            <a:picLocks xmlns:a="http://schemas.openxmlformats.org/drawingml/2006/main" noChangeAspect="1"/>
          </p:cNvPicPr>
          <p:nvPr/>
        </p:nvPicPr>
        <p:blipFill>
          <a:blip xmlns:r="http://schemas.openxmlformats.org/officeDocument/2006/relationships" xmlns:a="http://schemas.openxmlformats.org/drawingml/2006/main" r:embed="R49854ee8cb414855"/>
          <a:stretch xmlns:a="http://schemas.openxmlformats.org/drawingml/2006/main"/>
        </p:blipFill>
        <p:spPr>
          <a:xfrm xmlns:a="http://schemas.openxmlformats.org/drawingml/2006/main">
            <a:off x="6324600" y="3686175"/>
            <a:ext cx="514350" cy="514350"/>
          </a:xfrm>
          <a:prstGeom xmlns:a="http://schemas.openxmlformats.org/drawingml/2006/main" prst="rect">
            <a:avLst/>
          </a:prstGeom>
        </p:spPr>
      </p:pic>
      <p:sp>
        <p:nvSpPr>
          <p:cNvPr id="23" name="text-15">
            <a:extLst xmlns:a="http://schemas.openxmlformats.org/drawingml/2006/main">
              <a:ext uri="{FF2B5EF4-FFF2-40B4-BE49-F238E27FC236}">
                <a16:creationId xmlns:a16="http://schemas.microsoft.com/office/drawing/2014/main" id="{C1FF62FB-486C-4723-AF3D-0CBB158EF561}"/>
              </a:ext>
            </a:extLst>
          </p:cNvPr>
          <p:cNvSpPr>
            <a:spLocks xmlns:a="http://schemas.openxmlformats.org/drawingml/2006/main" noGrp="1"/>
          </p:cNvSpPr>
          <p:nvPr/>
        </p:nvSpPr>
        <p:spPr>
          <a:xfrm xmlns:a="http://schemas.openxmlformats.org/drawingml/2006/main">
            <a:off x="7058025" y="36861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label</a:t>
            </a:r>
          </a:p>
        </p:txBody>
      </p:sp>
      <p:sp>
        <p:nvSpPr>
          <p:cNvPr id="24" name="text-16">
            <a:extLst xmlns:a="http://schemas.openxmlformats.org/drawingml/2006/main">
              <a:ext uri="{FF2B5EF4-FFF2-40B4-BE49-F238E27FC236}">
                <a16:creationId xmlns:a16="http://schemas.microsoft.com/office/drawing/2014/main" id="{0B76B6A3-5F5B-41F9-AD48-514666B9503F}"/>
              </a:ext>
            </a:extLst>
          </p:cNvPr>
          <p:cNvSpPr>
            <a:spLocks xmlns:a="http://schemas.openxmlformats.org/drawingml/2006/main" noGrp="1"/>
          </p:cNvSpPr>
          <p:nvPr/>
        </p:nvSpPr>
        <p:spPr>
          <a:xfrm xmlns:a="http://schemas.openxmlformats.org/drawingml/2006/main">
            <a:off x="7058025" y="4124325"/>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Words that tell us about an item.</a:t>
            </a:r>
          </a:p>
        </p:txBody>
      </p:sp>
      <p:pic>
        <p:nvPicPr>
          <p:cNvPr id="25" name="Bars for counted feedback." descr="Bars for counted feedback.">
            <a:extLst xmlns:a="http://schemas.openxmlformats.org/drawingml/2006/main">
              <a:ext uri="{FF2B5EF4-FFF2-40B4-BE49-F238E27FC236}">
                <a16:creationId xmlns:a16="http://schemas.microsoft.com/office/drawing/2014/main" id="{7D9FF93B-E64B-4993-AC49-0E02109DE8CE}"/>
              </a:ext>
            </a:extLst>
          </p:cNvPr>
          <p:cNvPicPr>
            <a:picLocks xmlns:a="http://schemas.openxmlformats.org/drawingml/2006/main" noChangeAspect="1"/>
          </p:cNvPicPr>
          <p:nvPr/>
        </p:nvPicPr>
        <p:blipFill>
          <a:blip xmlns:r="http://schemas.openxmlformats.org/officeDocument/2006/relationships" xmlns:a="http://schemas.openxmlformats.org/drawingml/2006/main" r:embed="Rff80e8ca85514606"/>
          <a:stretch xmlns:a="http://schemas.openxmlformats.org/drawingml/2006/main"/>
        </p:blipFill>
        <p:spPr>
          <a:xfrm xmlns:a="http://schemas.openxmlformats.org/drawingml/2006/main">
            <a:off x="6324600" y="4838700"/>
            <a:ext cx="514350" cy="514350"/>
          </a:xfrm>
          <a:prstGeom xmlns:a="http://schemas.openxmlformats.org/drawingml/2006/main" prst="rect">
            <a:avLst/>
          </a:prstGeom>
        </p:spPr>
      </p:pic>
      <p:sp>
        <p:nvSpPr>
          <p:cNvPr id="26" name="text-17">
            <a:extLst xmlns:a="http://schemas.openxmlformats.org/drawingml/2006/main">
              <a:ext uri="{FF2B5EF4-FFF2-40B4-BE49-F238E27FC236}">
                <a16:creationId xmlns:a16="http://schemas.microsoft.com/office/drawing/2014/main" id="{40B1FDF9-80AE-4BE4-BF55-F3EBA405C4B2}"/>
              </a:ext>
            </a:extLst>
          </p:cNvPr>
          <p:cNvSpPr>
            <a:spLocks xmlns:a="http://schemas.openxmlformats.org/drawingml/2006/main" noGrp="1"/>
          </p:cNvSpPr>
          <p:nvPr/>
        </p:nvSpPr>
        <p:spPr>
          <a:xfrm xmlns:a="http://schemas.openxmlformats.org/drawingml/2006/main">
            <a:off x="7058025" y="48387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feedback</a:t>
            </a:r>
          </a:p>
        </p:txBody>
      </p:sp>
      <p:sp>
        <p:nvSpPr>
          <p:cNvPr id="27" name="text-18">
            <a:extLst xmlns:a="http://schemas.openxmlformats.org/drawingml/2006/main">
              <a:ext uri="{FF2B5EF4-FFF2-40B4-BE49-F238E27FC236}">
                <a16:creationId xmlns:a16="http://schemas.microsoft.com/office/drawing/2014/main" id="{E75F17FC-FF19-4C99-B649-2F4CE5D8D031}"/>
              </a:ext>
            </a:extLst>
          </p:cNvPr>
          <p:cNvSpPr>
            <a:spLocks xmlns:a="http://schemas.openxmlformats.org/drawingml/2006/main" noGrp="1"/>
          </p:cNvSpPr>
          <p:nvPr/>
        </p:nvSpPr>
        <p:spPr>
          <a:xfrm xmlns:a="http://schemas.openxmlformats.org/drawingml/2006/main">
            <a:off x="7058025" y="5276850"/>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What people say we can improve.</a:t>
            </a:r>
          </a:p>
        </p:txBody>
      </p:sp>
    </p:spTree>
    <p:extLst>
      <p:ext uri="{BB962C8B-B14F-4D97-AF65-F5344CB8AC3E}">
        <p14:creationId xmlns:p14="http://schemas.microsoft.com/office/powerpoint/2010/main" val="1132793225"/>
      </p:ext>
    </p:extLst>
  </p:cSld>
</p:sld>
</file>

<file path=ppt/slides/slide12.xml><?xml version="1.0" encoding="utf-8"?>
<p:sld xmlns:p="http://schemas.openxmlformats.org/presentationml/2006/main" show="0">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6486E67A-0591-4305-84CC-53A6388DD510}"/>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TA / staff brief</a:t>
            </a:r>
          </a:p>
        </p:txBody>
      </p:sp>
      <p:sp>
        <p:nvSpPr>
          <p:cNvPr id="2" name="text-1">
            <a:extLst xmlns:a="http://schemas.openxmlformats.org/drawingml/2006/main">
              <a:ext uri="{FF2B5EF4-FFF2-40B4-BE49-F238E27FC236}">
                <a16:creationId xmlns:a16="http://schemas.microsoft.com/office/drawing/2014/main" id="{0A1B4E26-5910-4571-812F-F841A61BB037}"/>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L4a</a:t>
            </a:r>
          </a:p>
        </p:txBody>
      </p:sp>
      <p:sp>
        <p:nvSpPr>
          <p:cNvPr id="3" name="text-2">
            <a:extLst xmlns:a="http://schemas.openxmlformats.org/drawingml/2006/main">
              <a:ext uri="{FF2B5EF4-FFF2-40B4-BE49-F238E27FC236}">
                <a16:creationId xmlns:a16="http://schemas.microsoft.com/office/drawing/2014/main" id="{169C60DA-FC0C-427B-8DBE-95C52117CA1D}"/>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12 / 24 · Reference</a:t>
            </a:r>
          </a:p>
        </p:txBody>
      </p:sp>
      <p:sp>
        <p:nvSpPr>
          <p:cNvPr id="4" name="text-3">
            <a:extLst xmlns:a="http://schemas.openxmlformats.org/drawingml/2006/main">
              <a:ext uri="{FF2B5EF4-FFF2-40B4-BE49-F238E27FC236}">
                <a16:creationId xmlns:a16="http://schemas.microsoft.com/office/drawing/2014/main" id="{8767EA9B-965A-4C9F-BB10-3C2CF21BBE78}"/>
              </a:ext>
            </a:extLst>
          </p:cNvPr>
          <p:cNvSpPr>
            <a:spLocks xmlns:a="http://schemas.openxmlformats.org/drawingml/2006/main" noGrp="1"/>
          </p:cNvSpPr>
          <p:nvPr/>
        </p:nvSpPr>
        <p:spPr>
          <a:xfrm xmlns:a="http://schemas.openxmlformats.org/drawingml/2006/main">
            <a:off x="609600" y="136207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TA focus</a:t>
            </a:r>
          </a:p>
        </p:txBody>
      </p:sp>
      <p:sp>
        <p:nvSpPr>
          <p:cNvPr id="5" name="text-4">
            <a:extLst xmlns:a="http://schemas.openxmlformats.org/drawingml/2006/main">
              <a:ext uri="{FF2B5EF4-FFF2-40B4-BE49-F238E27FC236}">
                <a16:creationId xmlns:a16="http://schemas.microsoft.com/office/drawing/2014/main" id="{6614868C-B2E0-4512-958B-6EA896E0E5E7}"/>
              </a:ext>
            </a:extLst>
          </p:cNvPr>
          <p:cNvSpPr>
            <a:spLocks xmlns:a="http://schemas.openxmlformats.org/drawingml/2006/main" noGrp="1"/>
          </p:cNvSpPr>
          <p:nvPr/>
        </p:nvSpPr>
        <p:spPr>
          <a:xfrm xmlns:a="http://schemas.openxmlformats.org/drawingml/2006/main">
            <a:off x="609600" y="2028825"/>
            <a:ext cx="33337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One safe job at a time.</a:t>
            </a:r>
          </a:p>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Own choice, tool and reason.</a:t>
            </a:r>
          </a:p>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Keep each learner’s evidence.</a:t>
            </a:r>
          </a:p>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Record support and feedback.</a:t>
            </a:r>
          </a:p>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Read back scribed words.</a:t>
            </a:r>
          </a:p>
        </p:txBody>
      </p:sp>
      <p:sp>
        <p:nvSpPr>
          <p:cNvPr id="6" name="text-5">
            <a:extLst xmlns:a="http://schemas.openxmlformats.org/drawingml/2006/main">
              <a:ext uri="{FF2B5EF4-FFF2-40B4-BE49-F238E27FC236}">
                <a16:creationId xmlns:a16="http://schemas.microsoft.com/office/drawing/2014/main" id="{0C5F4A42-BDCB-43D4-9F57-4230BD36DE82}"/>
              </a:ext>
            </a:extLst>
          </p:cNvPr>
          <p:cNvSpPr>
            <a:spLocks xmlns:a="http://schemas.openxmlformats.org/drawingml/2006/main" noGrp="1"/>
          </p:cNvSpPr>
          <p:nvPr/>
        </p:nvSpPr>
        <p:spPr>
          <a:xfrm xmlns:a="http://schemas.openxmlformats.org/drawingml/2006/main">
            <a:off x="4419600" y="136207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Three Cold Calls</a:t>
            </a:r>
          </a:p>
        </p:txBody>
      </p:sp>
      <p:sp>
        <p:nvSpPr>
          <p:cNvPr id="7" name="text-6">
            <a:extLst xmlns:a="http://schemas.openxmlformats.org/drawingml/2006/main">
              <a:ext uri="{FF2B5EF4-FFF2-40B4-BE49-F238E27FC236}">
                <a16:creationId xmlns:a16="http://schemas.microsoft.com/office/drawing/2014/main" id="{F0A172F5-C6D4-41B3-8BAA-D2670B493A13}"/>
              </a:ext>
            </a:extLst>
          </p:cNvPr>
          <p:cNvSpPr>
            <a:spLocks xmlns:a="http://schemas.openxmlformats.org/drawingml/2006/main" noGrp="1"/>
          </p:cNvSpPr>
          <p:nvPr/>
        </p:nvSpPr>
        <p:spPr>
          <a:xfrm xmlns:a="http://schemas.openxmlformats.org/drawingml/2006/main">
            <a:off x="4419600" y="2028825"/>
            <a:ext cx="333375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1  Which part of your plan are you using?</a:t>
            </a:r>
          </a:p>
          <a:p xmlns:a="http://schemas.openxmlformats.org/drawingml/2006/main">
            <a:r>
              <a:t/>
            </a:r>
          </a:p>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2  What information will help you choose?</a:t>
            </a:r>
          </a:p>
          <a:p xmlns:a="http://schemas.openxmlformats.org/drawingml/2006/main">
            <a:r>
              <a:t/>
            </a:r>
          </a:p>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3  What changed because of your decision?</a:t>
            </a:r>
          </a:p>
        </p:txBody>
      </p:sp>
      <p:sp>
        <p:nvSpPr>
          <p:cNvPr id="8" name="text-7">
            <a:extLst xmlns:a="http://schemas.openxmlformats.org/drawingml/2006/main">
              <a:ext uri="{FF2B5EF4-FFF2-40B4-BE49-F238E27FC236}">
                <a16:creationId xmlns:a16="http://schemas.microsoft.com/office/drawing/2014/main" id="{DD3FBE1B-6338-47C1-89FA-ACCC0E143501}"/>
              </a:ext>
            </a:extLst>
          </p:cNvPr>
          <p:cNvSpPr>
            <a:spLocks xmlns:a="http://schemas.openxmlformats.org/drawingml/2006/main" noGrp="1"/>
          </p:cNvSpPr>
          <p:nvPr/>
        </p:nvSpPr>
        <p:spPr>
          <a:xfrm xmlns:a="http://schemas.openxmlformats.org/drawingml/2006/main">
            <a:off x="8229600" y="136207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Lundy moments</a:t>
            </a:r>
          </a:p>
        </p:txBody>
      </p:sp>
      <p:sp>
        <p:nvSpPr>
          <p:cNvPr id="9" name="text-8">
            <a:extLst xmlns:a="http://schemas.openxmlformats.org/drawingml/2006/main">
              <a:ext uri="{FF2B5EF4-FFF2-40B4-BE49-F238E27FC236}">
                <a16:creationId xmlns:a16="http://schemas.microsoft.com/office/drawing/2014/main" id="{064DACC8-A59A-4F45-988E-D34D02C758E0}"/>
              </a:ext>
            </a:extLst>
          </p:cNvPr>
          <p:cNvSpPr>
            <a:spLocks xmlns:a="http://schemas.openxmlformats.org/drawingml/2006/main" noGrp="1"/>
          </p:cNvSpPr>
          <p:nvPr/>
        </p:nvSpPr>
        <p:spPr>
          <a:xfrm xmlns:a="http://schemas.openxmlformats.org/drawingml/2006/main">
            <a:off x="8229600" y="2028825"/>
            <a:ext cx="333375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Space: speak, point, write or pause.</a:t>
            </a:r>
          </a:p>
          <a:p xmlns:a="http://schemas.openxmlformats.org/drawingml/2006/main">
            <a:r>
              <a:t/>
            </a:r>
          </a:p>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Voice: own role and decision.</a:t>
            </a:r>
          </a:p>
          <a:p xmlns:a="http://schemas.openxmlformats.org/drawingml/2006/main">
            <a:r>
              <a:t/>
            </a:r>
          </a:p>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Audience: teacher and assessor.</a:t>
            </a:r>
          </a:p>
          <a:p xmlns:a="http://schemas.openxmlformats.org/drawingml/2006/main">
            <a:r>
              <a:t/>
            </a:r>
          </a:p>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Influence: trial feedback changes the plan.</a:t>
            </a:r>
          </a:p>
        </p:txBody>
      </p:sp>
      <p:sp>
        <p:nvSpPr>
          <p:cNvPr id="10" name="text-9">
            <a:extLst xmlns:a="http://schemas.openxmlformats.org/drawingml/2006/main">
              <a:ext uri="{FF2B5EF4-FFF2-40B4-BE49-F238E27FC236}">
                <a16:creationId xmlns:a16="http://schemas.microsoft.com/office/drawing/2014/main" id="{F48D6552-4A4E-42A9-8068-8A8C1BFBFFFC}"/>
              </a:ext>
            </a:extLst>
          </p:cNvPr>
          <p:cNvSpPr>
            <a:spLocks xmlns:a="http://schemas.openxmlformats.org/drawingml/2006/main" noGrp="1"/>
          </p:cNvSpPr>
          <p:nvPr/>
        </p:nvSpPr>
        <p:spPr>
          <a:xfrm xmlns:a="http://schemas.openxmlformats.org/drawingml/2006/main">
            <a:off x="609600" y="5619750"/>
            <a:ext cx="10972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00" b="1">
                <a:solidFill>
                  <a:srgbClr val="20252A"/>
                </a:solidFill>
                <a:latin typeface="Segoe UI"/>
                <a:ea typeface="Segoe UI"/>
                <a:cs typeface="Segoe UI"/>
              </a:defRPr>
            </a:defPPr>
            <a:lvl1pPr>
              <a:defRPr sz="2100" b="1">
                <a:solidFill>
                  <a:srgbClr val="20252A"/>
                </a:solidFill>
                <a:latin typeface="Segoe UI"/>
                <a:ea typeface="Segoe UI"/>
                <a:cs typeface="Segoe UI"/>
              </a:defRPr>
            </a:lvl1pPr>
            <a:lvl2pPr>
              <a:defRPr sz="2100" b="1">
                <a:solidFill>
                  <a:srgbClr val="20252A"/>
                </a:solidFill>
                <a:latin typeface="Segoe UI"/>
                <a:ea typeface="Segoe UI"/>
                <a:cs typeface="Segoe UI"/>
              </a:defRPr>
            </a:lvl2pPr>
            <a:lvl3pPr>
              <a:defRPr sz="2100" b="1">
                <a:solidFill>
                  <a:srgbClr val="20252A"/>
                </a:solidFill>
                <a:latin typeface="Segoe UI"/>
                <a:ea typeface="Segoe UI"/>
                <a:cs typeface="Segoe UI"/>
              </a:defRPr>
            </a:lvl3pPr>
            <a:lvl4pPr>
              <a:defRPr sz="2100" b="1">
                <a:solidFill>
                  <a:srgbClr val="20252A"/>
                </a:solidFill>
                <a:latin typeface="Segoe UI"/>
                <a:ea typeface="Segoe UI"/>
                <a:cs typeface="Segoe UI"/>
              </a:defRPr>
            </a:lvl4pPr>
            <a:lvl5pPr>
              <a:defRPr sz="2100" b="1">
                <a:solidFill>
                  <a:srgbClr val="20252A"/>
                </a:solidFill>
                <a:latin typeface="Segoe UI"/>
                <a:ea typeface="Segoe UI"/>
                <a:cs typeface="Segoe UI"/>
              </a:defRPr>
            </a:lvl5pPr>
            <a:lvl6pPr>
              <a:defRPr sz="2100" b="1">
                <a:solidFill>
                  <a:srgbClr val="20252A"/>
                </a:solidFill>
                <a:latin typeface="Segoe UI"/>
                <a:ea typeface="Segoe UI"/>
                <a:cs typeface="Segoe UI"/>
              </a:defRPr>
            </a:lvl6pPr>
            <a:lvl7pPr>
              <a:defRPr sz="2100" b="1">
                <a:solidFill>
                  <a:srgbClr val="20252A"/>
                </a:solidFill>
                <a:latin typeface="Segoe UI"/>
                <a:ea typeface="Segoe UI"/>
                <a:cs typeface="Segoe UI"/>
              </a:defRPr>
            </a:lvl7pPr>
            <a:lvl8pPr>
              <a:defRPr sz="2100" b="1">
                <a:solidFill>
                  <a:srgbClr val="20252A"/>
                </a:solidFill>
                <a:latin typeface="Segoe UI"/>
                <a:ea typeface="Segoe UI"/>
                <a:cs typeface="Segoe UI"/>
              </a:defRPr>
            </a:lvl8pPr>
            <a:lvl9pPr>
              <a:defRPr sz="2100" b="1">
                <a:solidFill>
                  <a:srgbClr val="20252A"/>
                </a:solidFill>
                <a:latin typeface="Segoe UI"/>
                <a:ea typeface="Segoe UI"/>
                <a:cs typeface="Segoe UI"/>
              </a:defRPr>
            </a:lvl9pPr>
          </a:lstStyle>
          <a:p xmlns:a="http://schemas.openxmlformats.org/drawingml/2006/main">
            <a:pPr>
              <a:defRPr sz="2100" b="1">
                <a:solidFill>
                  <a:srgbClr val="20252A"/>
                </a:solidFill>
                <a:latin typeface="Segoe UI"/>
                <a:ea typeface="Segoe UI"/>
                <a:cs typeface="Segoe UI"/>
              </a:defRPr>
            </a:pPr>
            <a:r>
              <a:rPr sz="2100" b="1">
                <a:solidFill>
                  <a:srgbClr val="20252A"/>
                </a:solidFill>
                <a:latin typeface="Segoe UI"/>
                <a:ea typeface="Segoe UI"/>
                <a:cs typeface="Segoe UI"/>
              </a:rPr>
              <a:t>VF · WS · I · NS · E · R</a:t>
            </a:r>
          </a:p>
        </p:txBody>
      </p:sp>
      <p:sp>
        <p:nvSpPr>
          <p:cNvPr id="11" name="text-10">
            <a:extLst xmlns:a="http://schemas.openxmlformats.org/drawingml/2006/main">
              <a:ext uri="{FF2B5EF4-FFF2-40B4-BE49-F238E27FC236}">
                <a16:creationId xmlns:a16="http://schemas.microsoft.com/office/drawing/2014/main" id="{24500EA3-BE67-455D-A601-F6896245A934}"/>
              </a:ext>
            </a:extLst>
          </p:cNvPr>
          <p:cNvSpPr>
            <a:spLocks xmlns:a="http://schemas.openxmlformats.org/drawingml/2006/main" noGrp="1"/>
          </p:cNvSpPr>
          <p:nvPr/>
        </p:nvSpPr>
        <p:spPr>
          <a:xfrm xmlns:a="http://schemas.openxmlformats.org/drawingml/2006/main">
            <a:off x="609600" y="6115050"/>
            <a:ext cx="10972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725" b="0">
                <a:solidFill>
                  <a:srgbClr val="20252A"/>
                </a:solidFill>
                <a:latin typeface="Segoe UI"/>
                <a:ea typeface="Segoe UI"/>
                <a:cs typeface="Segoe UI"/>
              </a:defRPr>
            </a:defPPr>
            <a:lvl1pPr>
              <a:defRPr sz="1725" b="0">
                <a:solidFill>
                  <a:srgbClr val="20252A"/>
                </a:solidFill>
                <a:latin typeface="Segoe UI"/>
                <a:ea typeface="Segoe UI"/>
                <a:cs typeface="Segoe UI"/>
              </a:defRPr>
            </a:lvl1pPr>
            <a:lvl2pPr>
              <a:defRPr sz="1725" b="0">
                <a:solidFill>
                  <a:srgbClr val="20252A"/>
                </a:solidFill>
                <a:latin typeface="Segoe UI"/>
                <a:ea typeface="Segoe UI"/>
                <a:cs typeface="Segoe UI"/>
              </a:defRPr>
            </a:lvl2pPr>
            <a:lvl3pPr>
              <a:defRPr sz="1725" b="0">
                <a:solidFill>
                  <a:srgbClr val="20252A"/>
                </a:solidFill>
                <a:latin typeface="Segoe UI"/>
                <a:ea typeface="Segoe UI"/>
                <a:cs typeface="Segoe UI"/>
              </a:defRPr>
            </a:lvl3pPr>
            <a:lvl4pPr>
              <a:defRPr sz="1725" b="0">
                <a:solidFill>
                  <a:srgbClr val="20252A"/>
                </a:solidFill>
                <a:latin typeface="Segoe UI"/>
                <a:ea typeface="Segoe UI"/>
                <a:cs typeface="Segoe UI"/>
              </a:defRPr>
            </a:lvl4pPr>
            <a:lvl5pPr>
              <a:defRPr sz="1725" b="0">
                <a:solidFill>
                  <a:srgbClr val="20252A"/>
                </a:solidFill>
                <a:latin typeface="Segoe UI"/>
                <a:ea typeface="Segoe UI"/>
                <a:cs typeface="Segoe UI"/>
              </a:defRPr>
            </a:lvl5pPr>
            <a:lvl6pPr>
              <a:defRPr sz="1725" b="0">
                <a:solidFill>
                  <a:srgbClr val="20252A"/>
                </a:solidFill>
                <a:latin typeface="Segoe UI"/>
                <a:ea typeface="Segoe UI"/>
                <a:cs typeface="Segoe UI"/>
              </a:defRPr>
            </a:lvl6pPr>
            <a:lvl7pPr>
              <a:defRPr sz="1725" b="0">
                <a:solidFill>
                  <a:srgbClr val="20252A"/>
                </a:solidFill>
                <a:latin typeface="Segoe UI"/>
                <a:ea typeface="Segoe UI"/>
                <a:cs typeface="Segoe UI"/>
              </a:defRPr>
            </a:lvl7pPr>
            <a:lvl8pPr>
              <a:defRPr sz="1725" b="0">
                <a:solidFill>
                  <a:srgbClr val="20252A"/>
                </a:solidFill>
                <a:latin typeface="Segoe UI"/>
                <a:ea typeface="Segoe UI"/>
                <a:cs typeface="Segoe UI"/>
              </a:defRPr>
            </a:lvl8pPr>
            <a:lvl9pPr>
              <a:defRPr sz="1725" b="0">
                <a:solidFill>
                  <a:srgbClr val="20252A"/>
                </a:solidFill>
                <a:latin typeface="Segoe UI"/>
                <a:ea typeface="Segoe UI"/>
                <a:cs typeface="Segoe UI"/>
              </a:defRPr>
            </a:lvl9pPr>
          </a:lstStyle>
          <a:p xmlns:a="http://schemas.openxmlformats.org/drawingml/2006/main">
            <a:pPr>
              <a:defRPr sz="1725" b="0">
                <a:solidFill>
                  <a:srgbClr val="20252A"/>
                </a:solidFill>
                <a:latin typeface="Segoe UI"/>
                <a:ea typeface="Segoe UI"/>
                <a:cs typeface="Segoe UI"/>
              </a:defRPr>
            </a:pPr>
            <a:r>
              <a:rPr sz="1725" b="0">
                <a:solidFill>
                  <a:srgbClr val="20252A"/>
                </a:solidFill>
                <a:latin typeface="Segoe UI"/>
                <a:ea typeface="Segoe UI"/>
                <a:cs typeface="Segoe UI"/>
              </a:rPr>
              <a:t>Evidence: the evidence app. Named adult owns Wednesday cooling and storage.</a:t>
            </a:r>
          </a:p>
        </p:txBody>
      </p:sp>
    </p:spTree>
    <p:extLst>
      <p:ext uri="{BB962C8B-B14F-4D97-AF65-F5344CB8AC3E}">
        <p14:creationId xmlns:p14="http://schemas.microsoft.com/office/powerpoint/2010/main" val="665927340"/>
      </p:ext>
    </p:extLst>
  </p:cSld>
</p:sld>
</file>

<file path=ppt/slides/slide13.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9C8C6FA-3EC9-4C78-BDBF-1BCAB1E25DB1}"/>
              </a:ext>
            </a:extLst>
          </p:cNvPr>
          <p:cNvSpPr>
            <a:spLocks xmlns:a="http://schemas.openxmlformats.org/drawingml/2006/main" noGrp="1"/>
          </p:cNvSpPr>
          <p:nvPr/>
        </p:nvSpPr>
        <p:spPr>
          <a:xfrm xmlns:a="http://schemas.openxmlformats.org/drawingml/2006/main">
            <a:off x="609600" y="4953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535B62"/>
                </a:solidFill>
                <a:latin typeface="Segoe UI"/>
                <a:ea typeface="Segoe UI"/>
                <a:cs typeface="Segoe UI"/>
              </a:defRPr>
            </a:defPPr>
            <a:lvl1pPr>
              <a:defRPr sz="1875" b="0">
                <a:solidFill>
                  <a:srgbClr val="535B62"/>
                </a:solidFill>
                <a:latin typeface="Segoe UI"/>
                <a:ea typeface="Segoe UI"/>
                <a:cs typeface="Segoe UI"/>
              </a:defRPr>
            </a:lvl1pPr>
            <a:lvl2pPr>
              <a:defRPr sz="1875" b="0">
                <a:solidFill>
                  <a:srgbClr val="535B62"/>
                </a:solidFill>
                <a:latin typeface="Segoe UI"/>
                <a:ea typeface="Segoe UI"/>
                <a:cs typeface="Segoe UI"/>
              </a:defRPr>
            </a:lvl2pPr>
            <a:lvl3pPr>
              <a:defRPr sz="1875" b="0">
                <a:solidFill>
                  <a:srgbClr val="535B62"/>
                </a:solidFill>
                <a:latin typeface="Segoe UI"/>
                <a:ea typeface="Segoe UI"/>
                <a:cs typeface="Segoe UI"/>
              </a:defRPr>
            </a:lvl3pPr>
            <a:lvl4pPr>
              <a:defRPr sz="1875" b="0">
                <a:solidFill>
                  <a:srgbClr val="535B62"/>
                </a:solidFill>
                <a:latin typeface="Segoe UI"/>
                <a:ea typeface="Segoe UI"/>
                <a:cs typeface="Segoe UI"/>
              </a:defRPr>
            </a:lvl4pPr>
            <a:lvl5pPr>
              <a:defRPr sz="1875" b="0">
                <a:solidFill>
                  <a:srgbClr val="535B62"/>
                </a:solidFill>
                <a:latin typeface="Segoe UI"/>
                <a:ea typeface="Segoe UI"/>
                <a:cs typeface="Segoe UI"/>
              </a:defRPr>
            </a:lvl5pPr>
            <a:lvl6pPr>
              <a:defRPr sz="1875" b="0">
                <a:solidFill>
                  <a:srgbClr val="535B62"/>
                </a:solidFill>
                <a:latin typeface="Segoe UI"/>
                <a:ea typeface="Segoe UI"/>
                <a:cs typeface="Segoe UI"/>
              </a:defRPr>
            </a:lvl6pPr>
            <a:lvl7pPr>
              <a:defRPr sz="1875" b="0">
                <a:solidFill>
                  <a:srgbClr val="535B62"/>
                </a:solidFill>
                <a:latin typeface="Segoe UI"/>
                <a:ea typeface="Segoe UI"/>
                <a:cs typeface="Segoe UI"/>
              </a:defRPr>
            </a:lvl7pPr>
            <a:lvl8pPr>
              <a:defRPr sz="1875" b="0">
                <a:solidFill>
                  <a:srgbClr val="535B62"/>
                </a:solidFill>
                <a:latin typeface="Segoe UI"/>
                <a:ea typeface="Segoe UI"/>
                <a:cs typeface="Segoe UI"/>
              </a:defRPr>
            </a:lvl8pPr>
            <a:lvl9pPr>
              <a:defRPr sz="1875" b="0">
                <a:solidFill>
                  <a:srgbClr val="535B62"/>
                </a:solidFill>
                <a:latin typeface="Segoe UI"/>
                <a:ea typeface="Segoe UI"/>
                <a:cs typeface="Segoe UI"/>
              </a:defRPr>
            </a:lvl9pPr>
          </a:lstStyle>
          <a:p xmlns:a="http://schemas.openxmlformats.org/drawingml/2006/main">
            <a:pPr>
              <a:defRPr sz="1875" b="0">
                <a:solidFill>
                  <a:srgbClr val="535B62"/>
                </a:solidFill>
                <a:latin typeface="Segoe UI"/>
                <a:ea typeface="Segoe UI"/>
                <a:cs typeface="Segoe UI"/>
              </a:defRPr>
            </a:pPr>
            <a:r>
              <a:rPr sz="1875" b="0">
                <a:solidFill>
                  <a:srgbClr val="535B62"/>
                </a:solidFill>
                <a:latin typeface="Segoe UI"/>
                <a:ea typeface="Segoe UI"/>
                <a:cs typeface="Segoe UI"/>
              </a:rPr>
              <a:t>GROW Community Project · Charity Cake Sale for Zoe's Place</a:t>
            </a:r>
          </a:p>
        </p:txBody>
      </p:sp>
      <p:sp>
        <p:nvSpPr>
          <p:cNvPr id="2" name="text-1">
            <a:extLst xmlns:a="http://schemas.openxmlformats.org/drawingml/2006/main">
              <a:ext uri="{FF2B5EF4-FFF2-40B4-BE49-F238E27FC236}">
                <a16:creationId xmlns:a16="http://schemas.microsoft.com/office/drawing/2014/main" id="{B92583CD-1F60-4549-9E0B-BA67493409C3}"/>
              </a:ext>
            </a:extLst>
          </p:cNvPr>
          <p:cNvSpPr>
            <a:spLocks xmlns:a="http://schemas.openxmlformats.org/drawingml/2006/main" noGrp="1"/>
          </p:cNvSpPr>
          <p:nvPr/>
        </p:nvSpPr>
        <p:spPr>
          <a:xfrm xmlns:a="http://schemas.openxmlformats.org/drawingml/2006/main">
            <a:off x="609600" y="1762125"/>
            <a:ext cx="109728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4200" b="1">
                <a:solidFill>
                  <a:srgbClr val="20252A"/>
                </a:solidFill>
                <a:latin typeface="Segoe UI"/>
                <a:ea typeface="Segoe UI"/>
                <a:cs typeface="Segoe UI"/>
              </a:defRPr>
            </a:defPPr>
            <a:lvl1pPr>
              <a:defRPr sz="4200" b="1">
                <a:solidFill>
                  <a:srgbClr val="20252A"/>
                </a:solidFill>
                <a:latin typeface="Segoe UI"/>
                <a:ea typeface="Segoe UI"/>
                <a:cs typeface="Segoe UI"/>
              </a:defRPr>
            </a:lvl1pPr>
            <a:lvl2pPr>
              <a:defRPr sz="4200" b="1">
                <a:solidFill>
                  <a:srgbClr val="20252A"/>
                </a:solidFill>
                <a:latin typeface="Segoe UI"/>
                <a:ea typeface="Segoe UI"/>
                <a:cs typeface="Segoe UI"/>
              </a:defRPr>
            </a:lvl2pPr>
            <a:lvl3pPr>
              <a:defRPr sz="4200" b="1">
                <a:solidFill>
                  <a:srgbClr val="20252A"/>
                </a:solidFill>
                <a:latin typeface="Segoe UI"/>
                <a:ea typeface="Segoe UI"/>
                <a:cs typeface="Segoe UI"/>
              </a:defRPr>
            </a:lvl3pPr>
            <a:lvl4pPr>
              <a:defRPr sz="4200" b="1">
                <a:solidFill>
                  <a:srgbClr val="20252A"/>
                </a:solidFill>
                <a:latin typeface="Segoe UI"/>
                <a:ea typeface="Segoe UI"/>
                <a:cs typeface="Segoe UI"/>
              </a:defRPr>
            </a:lvl4pPr>
            <a:lvl5pPr>
              <a:defRPr sz="4200" b="1">
                <a:solidFill>
                  <a:srgbClr val="20252A"/>
                </a:solidFill>
                <a:latin typeface="Segoe UI"/>
                <a:ea typeface="Segoe UI"/>
                <a:cs typeface="Segoe UI"/>
              </a:defRPr>
            </a:lvl5pPr>
            <a:lvl6pPr>
              <a:defRPr sz="4200" b="1">
                <a:solidFill>
                  <a:srgbClr val="20252A"/>
                </a:solidFill>
                <a:latin typeface="Segoe UI"/>
                <a:ea typeface="Segoe UI"/>
                <a:cs typeface="Segoe UI"/>
              </a:defRPr>
            </a:lvl6pPr>
            <a:lvl7pPr>
              <a:defRPr sz="4200" b="1">
                <a:solidFill>
                  <a:srgbClr val="20252A"/>
                </a:solidFill>
                <a:latin typeface="Segoe UI"/>
                <a:ea typeface="Segoe UI"/>
                <a:cs typeface="Segoe UI"/>
              </a:defRPr>
            </a:lvl7pPr>
            <a:lvl8pPr>
              <a:defRPr sz="4200" b="1">
                <a:solidFill>
                  <a:srgbClr val="20252A"/>
                </a:solidFill>
                <a:latin typeface="Segoe UI"/>
                <a:ea typeface="Segoe UI"/>
                <a:cs typeface="Segoe UI"/>
              </a:defRPr>
            </a:lvl8pPr>
            <a:lvl9pPr>
              <a:defRPr sz="4200" b="1">
                <a:solidFill>
                  <a:srgbClr val="20252A"/>
                </a:solidFill>
                <a:latin typeface="Segoe UI"/>
                <a:ea typeface="Segoe UI"/>
                <a:cs typeface="Segoe UI"/>
              </a:defRPr>
            </a:lvl9pPr>
          </a:lstStyle>
          <a:p xmlns:a="http://schemas.openxmlformats.org/drawingml/2006/main">
            <a:pPr>
              <a:defRPr sz="4200" b="1">
                <a:solidFill>
                  <a:srgbClr val="20252A"/>
                </a:solidFill>
                <a:latin typeface="Segoe UI"/>
                <a:ea typeface="Segoe UI"/>
                <a:cs typeface="Segoe UI"/>
              </a:defRPr>
            </a:pPr>
            <a:r>
              <a:rPr sz="4200" b="1">
                <a:solidFill>
                  <a:srgbClr val="20252A"/>
                </a:solidFill>
                <a:latin typeface="Segoe UI"/>
                <a:ea typeface="Segoe UI"/>
                <a:cs typeface="Segoe UI"/>
              </a:rPr>
              <a:t>Trial bake: test and improve</a:t>
            </a:r>
          </a:p>
        </p:txBody>
      </p:sp>
      <p:sp>
        <p:nvSpPr>
          <p:cNvPr id="3" name="text-2">
            <a:extLst xmlns:a="http://schemas.openxmlformats.org/drawingml/2006/main">
              <a:ext uri="{FF2B5EF4-FFF2-40B4-BE49-F238E27FC236}">
                <a16:creationId xmlns:a16="http://schemas.microsoft.com/office/drawing/2014/main" id="{674003F9-4A79-4FEC-9311-CDFD875A2760}"/>
              </a:ext>
            </a:extLst>
          </p:cNvPr>
          <p:cNvSpPr>
            <a:spLocks xmlns:a="http://schemas.openxmlformats.org/drawingml/2006/main" noGrp="1"/>
          </p:cNvSpPr>
          <p:nvPr/>
        </p:nvSpPr>
        <p:spPr>
          <a:xfrm xmlns:a="http://schemas.openxmlformats.org/drawingml/2006/main">
            <a:off x="609600" y="3476625"/>
            <a:ext cx="1057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925" b="0">
                <a:solidFill>
                  <a:srgbClr val="20252A"/>
                </a:solidFill>
                <a:latin typeface="Segoe UI"/>
                <a:ea typeface="Segoe UI"/>
                <a:cs typeface="Segoe UI"/>
              </a:defRPr>
            </a:defPPr>
            <a:lvl1pPr>
              <a:defRPr sz="2925" b="0">
                <a:solidFill>
                  <a:srgbClr val="20252A"/>
                </a:solidFill>
                <a:latin typeface="Segoe UI"/>
                <a:ea typeface="Segoe UI"/>
                <a:cs typeface="Segoe UI"/>
              </a:defRPr>
            </a:lvl1pPr>
            <a:lvl2pPr>
              <a:defRPr sz="2925" b="0">
                <a:solidFill>
                  <a:srgbClr val="20252A"/>
                </a:solidFill>
                <a:latin typeface="Segoe UI"/>
                <a:ea typeface="Segoe UI"/>
                <a:cs typeface="Segoe UI"/>
              </a:defRPr>
            </a:lvl2pPr>
            <a:lvl3pPr>
              <a:defRPr sz="2925" b="0">
                <a:solidFill>
                  <a:srgbClr val="20252A"/>
                </a:solidFill>
                <a:latin typeface="Segoe UI"/>
                <a:ea typeface="Segoe UI"/>
                <a:cs typeface="Segoe UI"/>
              </a:defRPr>
            </a:lvl3pPr>
            <a:lvl4pPr>
              <a:defRPr sz="2925" b="0">
                <a:solidFill>
                  <a:srgbClr val="20252A"/>
                </a:solidFill>
                <a:latin typeface="Segoe UI"/>
                <a:ea typeface="Segoe UI"/>
                <a:cs typeface="Segoe UI"/>
              </a:defRPr>
            </a:lvl4pPr>
            <a:lvl5pPr>
              <a:defRPr sz="2925" b="0">
                <a:solidFill>
                  <a:srgbClr val="20252A"/>
                </a:solidFill>
                <a:latin typeface="Segoe UI"/>
                <a:ea typeface="Segoe UI"/>
                <a:cs typeface="Segoe UI"/>
              </a:defRPr>
            </a:lvl5pPr>
            <a:lvl6pPr>
              <a:defRPr sz="2925" b="0">
                <a:solidFill>
                  <a:srgbClr val="20252A"/>
                </a:solidFill>
                <a:latin typeface="Segoe UI"/>
                <a:ea typeface="Segoe UI"/>
                <a:cs typeface="Segoe UI"/>
              </a:defRPr>
            </a:lvl6pPr>
            <a:lvl7pPr>
              <a:defRPr sz="2925" b="0">
                <a:solidFill>
                  <a:srgbClr val="20252A"/>
                </a:solidFill>
                <a:latin typeface="Segoe UI"/>
                <a:ea typeface="Segoe UI"/>
                <a:cs typeface="Segoe UI"/>
              </a:defRPr>
            </a:lvl7pPr>
            <a:lvl8pPr>
              <a:defRPr sz="2925" b="0">
                <a:solidFill>
                  <a:srgbClr val="20252A"/>
                </a:solidFill>
                <a:latin typeface="Segoe UI"/>
                <a:ea typeface="Segoe UI"/>
                <a:cs typeface="Segoe UI"/>
              </a:defRPr>
            </a:lvl8pPr>
            <a:lvl9pPr>
              <a:defRPr sz="2925" b="0">
                <a:solidFill>
                  <a:srgbClr val="20252A"/>
                </a:solidFill>
                <a:latin typeface="Segoe UI"/>
                <a:ea typeface="Segoe UI"/>
                <a:cs typeface="Segoe UI"/>
              </a:defRPr>
            </a:lvl9pPr>
          </a:lstStyle>
          <a:p xmlns:a="http://schemas.openxmlformats.org/drawingml/2006/main">
            <a:pPr>
              <a:defRPr sz="2925" b="0">
                <a:solidFill>
                  <a:srgbClr val="20252A"/>
                </a:solidFill>
                <a:latin typeface="Segoe UI"/>
                <a:ea typeface="Segoe UI"/>
                <a:cs typeface="Segoe UI"/>
              </a:defRPr>
            </a:pPr>
            <a:r>
              <a:rPr sz="2925" b="0">
                <a:solidFill>
                  <a:srgbClr val="20252A"/>
                </a:solidFill>
                <a:latin typeface="Segoe UI"/>
                <a:ea typeface="Segoe UI"/>
                <a:cs typeface="Segoe UI"/>
              </a:rPr>
              <a:t>What must change before sale day?</a:t>
            </a:r>
          </a:p>
        </p:txBody>
      </p:sp>
      <p:sp>
        <p:nvSpPr>
          <p:cNvPr id="4" name="text-3">
            <a:extLst xmlns:a="http://schemas.openxmlformats.org/drawingml/2006/main">
              <a:ext uri="{FF2B5EF4-FFF2-40B4-BE49-F238E27FC236}">
                <a16:creationId xmlns:a16="http://schemas.microsoft.com/office/drawing/2014/main" id="{71C4FC14-7986-4A03-844A-1AF939989FC0}"/>
              </a:ext>
            </a:extLst>
          </p:cNvPr>
          <p:cNvSpPr>
            <a:spLocks xmlns:a="http://schemas.openxmlformats.org/drawingml/2006/main" noGrp="1"/>
          </p:cNvSpPr>
          <p:nvPr/>
        </p:nvSpPr>
        <p:spPr>
          <a:xfrm xmlns:a="http://schemas.openxmlformats.org/drawingml/2006/main">
            <a:off x="609600" y="523875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250" b="1">
                <a:solidFill>
                  <a:srgbClr val="20252A"/>
                </a:solidFill>
                <a:latin typeface="Segoe UI"/>
                <a:ea typeface="Segoe UI"/>
                <a:cs typeface="Segoe UI"/>
              </a:defRPr>
            </a:defPPr>
            <a:lvl1pPr>
              <a:defRPr sz="2250" b="1">
                <a:solidFill>
                  <a:srgbClr val="20252A"/>
                </a:solidFill>
                <a:latin typeface="Segoe UI"/>
                <a:ea typeface="Segoe UI"/>
                <a:cs typeface="Segoe UI"/>
              </a:defRPr>
            </a:lvl1pPr>
            <a:lvl2pPr>
              <a:defRPr sz="2250" b="1">
                <a:solidFill>
                  <a:srgbClr val="20252A"/>
                </a:solidFill>
                <a:latin typeface="Segoe UI"/>
                <a:ea typeface="Segoe UI"/>
                <a:cs typeface="Segoe UI"/>
              </a:defRPr>
            </a:lvl2pPr>
            <a:lvl3pPr>
              <a:defRPr sz="2250" b="1">
                <a:solidFill>
                  <a:srgbClr val="20252A"/>
                </a:solidFill>
                <a:latin typeface="Segoe UI"/>
                <a:ea typeface="Segoe UI"/>
                <a:cs typeface="Segoe UI"/>
              </a:defRPr>
            </a:lvl3pPr>
            <a:lvl4pPr>
              <a:defRPr sz="2250" b="1">
                <a:solidFill>
                  <a:srgbClr val="20252A"/>
                </a:solidFill>
                <a:latin typeface="Segoe UI"/>
                <a:ea typeface="Segoe UI"/>
                <a:cs typeface="Segoe UI"/>
              </a:defRPr>
            </a:lvl4pPr>
            <a:lvl5pPr>
              <a:defRPr sz="2250" b="1">
                <a:solidFill>
                  <a:srgbClr val="20252A"/>
                </a:solidFill>
                <a:latin typeface="Segoe UI"/>
                <a:ea typeface="Segoe UI"/>
                <a:cs typeface="Segoe UI"/>
              </a:defRPr>
            </a:lvl5pPr>
            <a:lvl6pPr>
              <a:defRPr sz="2250" b="1">
                <a:solidFill>
                  <a:srgbClr val="20252A"/>
                </a:solidFill>
                <a:latin typeface="Segoe UI"/>
                <a:ea typeface="Segoe UI"/>
                <a:cs typeface="Segoe UI"/>
              </a:defRPr>
            </a:lvl6pPr>
            <a:lvl7pPr>
              <a:defRPr sz="2250" b="1">
                <a:solidFill>
                  <a:srgbClr val="20252A"/>
                </a:solidFill>
                <a:latin typeface="Segoe UI"/>
                <a:ea typeface="Segoe UI"/>
                <a:cs typeface="Segoe UI"/>
              </a:defRPr>
            </a:lvl7pPr>
            <a:lvl8pPr>
              <a:defRPr sz="2250" b="1">
                <a:solidFill>
                  <a:srgbClr val="20252A"/>
                </a:solidFill>
                <a:latin typeface="Segoe UI"/>
                <a:ea typeface="Segoe UI"/>
                <a:cs typeface="Segoe UI"/>
              </a:defRPr>
            </a:lvl8pPr>
            <a:lvl9pPr>
              <a:defRPr sz="2250" b="1">
                <a:solidFill>
                  <a:srgbClr val="20252A"/>
                </a:solidFill>
                <a:latin typeface="Segoe UI"/>
                <a:ea typeface="Segoe UI"/>
                <a:cs typeface="Segoe UI"/>
              </a:defRPr>
            </a:lvl9pPr>
          </a:lstStyle>
          <a:p xmlns:a="http://schemas.openxmlformats.org/drawingml/2006/main">
            <a:pPr>
              <a:defRPr sz="2250" b="1">
                <a:solidFill>
                  <a:srgbClr val="20252A"/>
                </a:solidFill>
                <a:latin typeface="Segoe UI"/>
                <a:ea typeface="Segoe UI"/>
                <a:cs typeface="Segoe UI"/>
              </a:defRPr>
            </a:pPr>
            <a:r>
              <a:rPr sz="2250" b="1">
                <a:solidFill>
                  <a:srgbClr val="20252A"/>
                </a:solidFill>
                <a:latin typeface="Segoe UI"/>
                <a:ea typeface="Segoe UI"/>
                <a:cs typeface="Segoe UI"/>
              </a:rPr>
              <a:t>Test and improve · Thursday</a:t>
            </a:r>
          </a:p>
        </p:txBody>
      </p:sp>
      <p:sp>
        <p:nvSpPr>
          <p:cNvPr id="5" name="text-4">
            <a:extLst xmlns:a="http://schemas.openxmlformats.org/drawingml/2006/main">
              <a:ext uri="{FF2B5EF4-FFF2-40B4-BE49-F238E27FC236}">
                <a16:creationId xmlns:a16="http://schemas.microsoft.com/office/drawing/2014/main" id="{D2838CC0-AEBD-43A5-89E6-5262F795631E}"/>
              </a:ext>
            </a:extLst>
          </p:cNvPr>
          <p:cNvSpPr>
            <a:spLocks xmlns:a="http://schemas.openxmlformats.org/drawingml/2006/main" noGrp="1"/>
          </p:cNvSpPr>
          <p:nvPr/>
        </p:nvSpPr>
        <p:spPr>
          <a:xfrm xmlns:a="http://schemas.openxmlformats.org/drawingml/2006/main">
            <a:off x="609600" y="5924550"/>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535B62"/>
                </a:solidFill>
                <a:latin typeface="Segoe UI"/>
                <a:ea typeface="Segoe UI"/>
                <a:cs typeface="Segoe UI"/>
              </a:defRPr>
            </a:defPPr>
            <a:lvl1pPr>
              <a:defRPr sz="1875" b="0">
                <a:solidFill>
                  <a:srgbClr val="535B62"/>
                </a:solidFill>
                <a:latin typeface="Segoe UI"/>
                <a:ea typeface="Segoe UI"/>
                <a:cs typeface="Segoe UI"/>
              </a:defRPr>
            </a:lvl1pPr>
            <a:lvl2pPr>
              <a:defRPr sz="1875" b="0">
                <a:solidFill>
                  <a:srgbClr val="535B62"/>
                </a:solidFill>
                <a:latin typeface="Segoe UI"/>
                <a:ea typeface="Segoe UI"/>
                <a:cs typeface="Segoe UI"/>
              </a:defRPr>
            </a:lvl2pPr>
            <a:lvl3pPr>
              <a:defRPr sz="1875" b="0">
                <a:solidFill>
                  <a:srgbClr val="535B62"/>
                </a:solidFill>
                <a:latin typeface="Segoe UI"/>
                <a:ea typeface="Segoe UI"/>
                <a:cs typeface="Segoe UI"/>
              </a:defRPr>
            </a:lvl3pPr>
            <a:lvl4pPr>
              <a:defRPr sz="1875" b="0">
                <a:solidFill>
                  <a:srgbClr val="535B62"/>
                </a:solidFill>
                <a:latin typeface="Segoe UI"/>
                <a:ea typeface="Segoe UI"/>
                <a:cs typeface="Segoe UI"/>
              </a:defRPr>
            </a:lvl4pPr>
            <a:lvl5pPr>
              <a:defRPr sz="1875" b="0">
                <a:solidFill>
                  <a:srgbClr val="535B62"/>
                </a:solidFill>
                <a:latin typeface="Segoe UI"/>
                <a:ea typeface="Segoe UI"/>
                <a:cs typeface="Segoe UI"/>
              </a:defRPr>
            </a:lvl5pPr>
            <a:lvl6pPr>
              <a:defRPr sz="1875" b="0">
                <a:solidFill>
                  <a:srgbClr val="535B62"/>
                </a:solidFill>
                <a:latin typeface="Segoe UI"/>
                <a:ea typeface="Segoe UI"/>
                <a:cs typeface="Segoe UI"/>
              </a:defRPr>
            </a:lvl6pPr>
            <a:lvl7pPr>
              <a:defRPr sz="1875" b="0">
                <a:solidFill>
                  <a:srgbClr val="535B62"/>
                </a:solidFill>
                <a:latin typeface="Segoe UI"/>
                <a:ea typeface="Segoe UI"/>
                <a:cs typeface="Segoe UI"/>
              </a:defRPr>
            </a:lvl7pPr>
            <a:lvl8pPr>
              <a:defRPr sz="1875" b="0">
                <a:solidFill>
                  <a:srgbClr val="535B62"/>
                </a:solidFill>
                <a:latin typeface="Segoe UI"/>
                <a:ea typeface="Segoe UI"/>
                <a:cs typeface="Segoe UI"/>
              </a:defRPr>
            </a:lvl8pPr>
            <a:lvl9pPr>
              <a:defRPr sz="1875" b="0">
                <a:solidFill>
                  <a:srgbClr val="535B62"/>
                </a:solidFill>
                <a:latin typeface="Segoe UI"/>
                <a:ea typeface="Segoe UI"/>
                <a:cs typeface="Segoe UI"/>
              </a:defRPr>
            </a:lvl9pPr>
          </a:lstStyle>
          <a:p xmlns:a="http://schemas.openxmlformats.org/drawingml/2006/main">
            <a:pPr>
              <a:defRPr sz="1875" b="0">
                <a:solidFill>
                  <a:srgbClr val="535B62"/>
                </a:solidFill>
                <a:latin typeface="Segoe UI"/>
                <a:ea typeface="Segoe UI"/>
                <a:cs typeface="Segoe UI"/>
              </a:defRPr>
            </a:pPr>
            <a:r>
              <a:rPr sz="1875" b="0">
                <a:solidFill>
                  <a:srgbClr val="535B62"/>
                </a:solidFill>
                <a:latin typeface="Segoe UI"/>
                <a:ea typeface="Segoe UI"/>
                <a:cs typeface="Segoe UI"/>
              </a:rPr>
              <a:t>Two periods · 40 minutes each · Set local date/time</a:t>
            </a:r>
          </a:p>
        </p:txBody>
      </p:sp>
    </p:spTree>
    <p:extLst>
      <p:ext uri="{BB962C8B-B14F-4D97-AF65-F5344CB8AC3E}">
        <p14:creationId xmlns:p14="http://schemas.microsoft.com/office/powerpoint/2010/main" val="1886350631"/>
      </p:ext>
    </p:extLst>
  </p:cSld>
</p:sld>
</file>

<file path=ppt/slides/slide14.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50E16DCC-897D-4A01-8B0A-FC518ABEAD05}"/>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Arrival &amp; regulation check</a:t>
            </a:r>
          </a:p>
        </p:txBody>
      </p:sp>
      <p:sp>
        <p:nvSpPr>
          <p:cNvPr id="2" name="text-1">
            <a:extLst xmlns:a="http://schemas.openxmlformats.org/drawingml/2006/main">
              <a:ext uri="{FF2B5EF4-FFF2-40B4-BE49-F238E27FC236}">
                <a16:creationId xmlns:a16="http://schemas.microsoft.com/office/drawing/2014/main" id="{F3211AD0-AD9B-46F5-8ECB-187AEE65284A}"/>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L4b</a:t>
            </a:r>
          </a:p>
        </p:txBody>
      </p:sp>
      <p:sp>
        <p:nvSpPr>
          <p:cNvPr id="3" name="text-2">
            <a:extLst xmlns:a="http://schemas.openxmlformats.org/drawingml/2006/main">
              <a:ext uri="{FF2B5EF4-FFF2-40B4-BE49-F238E27FC236}">
                <a16:creationId xmlns:a16="http://schemas.microsoft.com/office/drawing/2014/main" id="{ED3CA4E5-B9E8-44C3-BD47-7EF0B29890FD}"/>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14 / 24 · 2 min</a:t>
            </a:r>
          </a:p>
        </p:txBody>
      </p:sp>
      <p:sp>
        <p:nvSpPr>
          <p:cNvPr id="4" name="text-3">
            <a:extLst xmlns:a="http://schemas.openxmlformats.org/drawingml/2006/main">
              <a:ext uri="{FF2B5EF4-FFF2-40B4-BE49-F238E27FC236}">
                <a16:creationId xmlns:a16="http://schemas.microsoft.com/office/drawing/2014/main" id="{1A44338A-6721-40E1-98EF-19EBDC0EFF73}"/>
              </a:ext>
            </a:extLst>
          </p:cNvPr>
          <p:cNvSpPr>
            <a:spLocks xmlns:a="http://schemas.openxmlformats.org/drawingml/2006/main" noGrp="1"/>
          </p:cNvSpPr>
          <p:nvPr/>
        </p:nvSpPr>
        <p:spPr>
          <a:xfrm xmlns:a="http://schemas.openxmlformats.org/drawingml/2006/main">
            <a:off x="609600" y="128587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325" b="1">
                <a:solidFill>
                  <a:srgbClr val="20252A"/>
                </a:solidFill>
                <a:latin typeface="Segoe UI"/>
                <a:ea typeface="Segoe UI"/>
                <a:cs typeface="Segoe UI"/>
              </a:defRPr>
            </a:defPPr>
            <a:lvl1pPr>
              <a:defRPr sz="2325" b="1">
                <a:solidFill>
                  <a:srgbClr val="20252A"/>
                </a:solidFill>
                <a:latin typeface="Segoe UI"/>
                <a:ea typeface="Segoe UI"/>
                <a:cs typeface="Segoe UI"/>
              </a:defRPr>
            </a:lvl1pPr>
            <a:lvl2pPr>
              <a:defRPr sz="2325" b="1">
                <a:solidFill>
                  <a:srgbClr val="20252A"/>
                </a:solidFill>
                <a:latin typeface="Segoe UI"/>
                <a:ea typeface="Segoe UI"/>
                <a:cs typeface="Segoe UI"/>
              </a:defRPr>
            </a:lvl2pPr>
            <a:lvl3pPr>
              <a:defRPr sz="2325" b="1">
                <a:solidFill>
                  <a:srgbClr val="20252A"/>
                </a:solidFill>
                <a:latin typeface="Segoe UI"/>
                <a:ea typeface="Segoe UI"/>
                <a:cs typeface="Segoe UI"/>
              </a:defRPr>
            </a:lvl3pPr>
            <a:lvl4pPr>
              <a:defRPr sz="2325" b="1">
                <a:solidFill>
                  <a:srgbClr val="20252A"/>
                </a:solidFill>
                <a:latin typeface="Segoe UI"/>
                <a:ea typeface="Segoe UI"/>
                <a:cs typeface="Segoe UI"/>
              </a:defRPr>
            </a:lvl4pPr>
            <a:lvl5pPr>
              <a:defRPr sz="2325" b="1">
                <a:solidFill>
                  <a:srgbClr val="20252A"/>
                </a:solidFill>
                <a:latin typeface="Segoe UI"/>
                <a:ea typeface="Segoe UI"/>
                <a:cs typeface="Segoe UI"/>
              </a:defRPr>
            </a:lvl5pPr>
            <a:lvl6pPr>
              <a:defRPr sz="2325" b="1">
                <a:solidFill>
                  <a:srgbClr val="20252A"/>
                </a:solidFill>
                <a:latin typeface="Segoe UI"/>
                <a:ea typeface="Segoe UI"/>
                <a:cs typeface="Segoe UI"/>
              </a:defRPr>
            </a:lvl6pPr>
            <a:lvl7pPr>
              <a:defRPr sz="2325" b="1">
                <a:solidFill>
                  <a:srgbClr val="20252A"/>
                </a:solidFill>
                <a:latin typeface="Segoe UI"/>
                <a:ea typeface="Segoe UI"/>
                <a:cs typeface="Segoe UI"/>
              </a:defRPr>
            </a:lvl7pPr>
            <a:lvl8pPr>
              <a:defRPr sz="2325" b="1">
                <a:solidFill>
                  <a:srgbClr val="20252A"/>
                </a:solidFill>
                <a:latin typeface="Segoe UI"/>
                <a:ea typeface="Segoe UI"/>
                <a:cs typeface="Segoe UI"/>
              </a:defRPr>
            </a:lvl8pPr>
            <a:lvl9pPr>
              <a:defRPr sz="2325" b="1">
                <a:solidFill>
                  <a:srgbClr val="20252A"/>
                </a:solidFill>
                <a:latin typeface="Segoe UI"/>
                <a:ea typeface="Segoe UI"/>
                <a:cs typeface="Segoe UI"/>
              </a:defRPr>
            </a:lvl9pPr>
          </a:lstStyle>
          <a:p xmlns:a="http://schemas.openxmlformats.org/drawingml/2006/main">
            <a:pPr>
              <a:defRPr sz="2325" b="1">
                <a:solidFill>
                  <a:srgbClr val="20252A"/>
                </a:solidFill>
                <a:latin typeface="Segoe UI"/>
                <a:ea typeface="Segoe UI"/>
                <a:cs typeface="Segoe UI"/>
              </a:defRPr>
            </a:pPr>
            <a:r>
              <a:rPr sz="2325" b="1">
                <a:solidFill>
                  <a:srgbClr val="20252A"/>
                </a:solidFill>
                <a:latin typeface="Segoe UI"/>
                <a:ea typeface="Segoe UI"/>
                <a:cs typeface="Segoe UI"/>
              </a:rPr>
              <a:t>Check your role for today.</a:t>
            </a:r>
          </a:p>
        </p:txBody>
      </p:sp>
      <p:pic>
        <p:nvPicPr>
          <p:cNvPr id="5" name="Baker / prep role cue." descr="Baker / prep role cue.">
            <a:extLst xmlns:a="http://schemas.openxmlformats.org/drawingml/2006/main">
              <a:ext uri="{FF2B5EF4-FFF2-40B4-BE49-F238E27FC236}">
                <a16:creationId xmlns:a16="http://schemas.microsoft.com/office/drawing/2014/main" id="{9C22981F-4587-4F8C-B86B-33CD4BB2EFD9}"/>
              </a:ext>
            </a:extLst>
          </p:cNvPr>
          <p:cNvPicPr>
            <a:picLocks xmlns:a="http://schemas.openxmlformats.org/drawingml/2006/main" noChangeAspect="1"/>
          </p:cNvPicPr>
          <p:nvPr/>
        </p:nvPicPr>
        <p:blipFill>
          <a:blip xmlns:r="http://schemas.openxmlformats.org/officeDocument/2006/relationships" xmlns:a="http://schemas.openxmlformats.org/drawingml/2006/main" r:embed="R90d908384ee3415e"/>
          <a:stretch xmlns:a="http://schemas.openxmlformats.org/drawingml/2006/main"/>
        </p:blipFill>
        <p:spPr>
          <a:xfrm xmlns:a="http://schemas.openxmlformats.org/drawingml/2006/main">
            <a:off x="609600" y="1857375"/>
            <a:ext cx="514350" cy="51435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056F8563-7AD7-4B87-977D-1B580B1413B9}"/>
              </a:ext>
            </a:extLst>
          </p:cNvPr>
          <p:cNvSpPr>
            <a:spLocks xmlns:a="http://schemas.openxmlformats.org/drawingml/2006/main" noGrp="1"/>
          </p:cNvSpPr>
          <p:nvPr/>
        </p:nvSpPr>
        <p:spPr>
          <a:xfrm xmlns:a="http://schemas.openxmlformats.org/drawingml/2006/main">
            <a:off x="1323975" y="1905000"/>
            <a:ext cx="4476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20252A"/>
                </a:solidFill>
                <a:latin typeface="Segoe UI"/>
                <a:ea typeface="Segoe UI"/>
                <a:cs typeface="Segoe UI"/>
              </a:defRPr>
            </a:defPPr>
            <a:lvl1pPr>
              <a:defRPr sz="2025" b="1">
                <a:solidFill>
                  <a:srgbClr val="20252A"/>
                </a:solidFill>
                <a:latin typeface="Segoe UI"/>
                <a:ea typeface="Segoe UI"/>
                <a:cs typeface="Segoe UI"/>
              </a:defRPr>
            </a:lvl1pPr>
            <a:lvl2pPr>
              <a:defRPr sz="2025" b="1">
                <a:solidFill>
                  <a:srgbClr val="20252A"/>
                </a:solidFill>
                <a:latin typeface="Segoe UI"/>
                <a:ea typeface="Segoe UI"/>
                <a:cs typeface="Segoe UI"/>
              </a:defRPr>
            </a:lvl2pPr>
            <a:lvl3pPr>
              <a:defRPr sz="2025" b="1">
                <a:solidFill>
                  <a:srgbClr val="20252A"/>
                </a:solidFill>
                <a:latin typeface="Segoe UI"/>
                <a:ea typeface="Segoe UI"/>
                <a:cs typeface="Segoe UI"/>
              </a:defRPr>
            </a:lvl3pPr>
            <a:lvl4pPr>
              <a:defRPr sz="2025" b="1">
                <a:solidFill>
                  <a:srgbClr val="20252A"/>
                </a:solidFill>
                <a:latin typeface="Segoe UI"/>
                <a:ea typeface="Segoe UI"/>
                <a:cs typeface="Segoe UI"/>
              </a:defRPr>
            </a:lvl4pPr>
            <a:lvl5pPr>
              <a:defRPr sz="2025" b="1">
                <a:solidFill>
                  <a:srgbClr val="20252A"/>
                </a:solidFill>
                <a:latin typeface="Segoe UI"/>
                <a:ea typeface="Segoe UI"/>
                <a:cs typeface="Segoe UI"/>
              </a:defRPr>
            </a:lvl5pPr>
            <a:lvl6pPr>
              <a:defRPr sz="2025" b="1">
                <a:solidFill>
                  <a:srgbClr val="20252A"/>
                </a:solidFill>
                <a:latin typeface="Segoe UI"/>
                <a:ea typeface="Segoe UI"/>
                <a:cs typeface="Segoe UI"/>
              </a:defRPr>
            </a:lvl6pPr>
            <a:lvl7pPr>
              <a:defRPr sz="2025" b="1">
                <a:solidFill>
                  <a:srgbClr val="20252A"/>
                </a:solidFill>
                <a:latin typeface="Segoe UI"/>
                <a:ea typeface="Segoe UI"/>
                <a:cs typeface="Segoe UI"/>
              </a:defRPr>
            </a:lvl7pPr>
            <a:lvl8pPr>
              <a:defRPr sz="2025" b="1">
                <a:solidFill>
                  <a:srgbClr val="20252A"/>
                </a:solidFill>
                <a:latin typeface="Segoe UI"/>
                <a:ea typeface="Segoe UI"/>
                <a:cs typeface="Segoe UI"/>
              </a:defRPr>
            </a:lvl8pPr>
            <a:lvl9pPr>
              <a:defRPr sz="2025" b="1">
                <a:solidFill>
                  <a:srgbClr val="20252A"/>
                </a:solidFill>
                <a:latin typeface="Segoe UI"/>
                <a:ea typeface="Segoe UI"/>
                <a:cs typeface="Segoe UI"/>
              </a:defRPr>
            </a:lvl9pPr>
          </a:lstStyle>
          <a:p xmlns:a="http://schemas.openxmlformats.org/drawingml/2006/main">
            <a:pPr>
              <a:defRPr sz="2025" b="1">
                <a:solidFill>
                  <a:srgbClr val="20252A"/>
                </a:solidFill>
                <a:latin typeface="Segoe UI"/>
                <a:ea typeface="Segoe UI"/>
                <a:cs typeface="Segoe UI"/>
              </a:defRPr>
            </a:pPr>
            <a:r>
              <a:rPr sz="2025" b="1">
                <a:solidFill>
                  <a:srgbClr val="20252A"/>
                </a:solidFill>
                <a:latin typeface="Segoe UI"/>
                <a:ea typeface="Segoe UI"/>
                <a:cs typeface="Segoe UI"/>
              </a:rPr>
              <a:t>Baker / prep</a:t>
            </a:r>
          </a:p>
        </p:txBody>
      </p:sp>
      <p:pic>
        <p:nvPicPr>
          <p:cNvPr id="7" name="Hygiene / allergen checker role cue." descr="Hygiene / allergen checker role cue.">
            <a:extLst xmlns:a="http://schemas.openxmlformats.org/drawingml/2006/main">
              <a:ext uri="{FF2B5EF4-FFF2-40B4-BE49-F238E27FC236}">
                <a16:creationId xmlns:a16="http://schemas.microsoft.com/office/drawing/2014/main" id="{DDAC880A-A8F8-4B8A-8A95-A2D0BEDCD603}"/>
              </a:ext>
            </a:extLst>
          </p:cNvPr>
          <p:cNvPicPr>
            <a:picLocks xmlns:a="http://schemas.openxmlformats.org/drawingml/2006/main" noChangeAspect="1"/>
          </p:cNvPicPr>
          <p:nvPr/>
        </p:nvPicPr>
        <p:blipFill>
          <a:blip xmlns:r="http://schemas.openxmlformats.org/officeDocument/2006/relationships" xmlns:a="http://schemas.openxmlformats.org/drawingml/2006/main" r:embed="R15adb819e4d749d2"/>
          <a:stretch xmlns:a="http://schemas.openxmlformats.org/drawingml/2006/main"/>
        </p:blipFill>
        <p:spPr>
          <a:xfrm xmlns:a="http://schemas.openxmlformats.org/drawingml/2006/main">
            <a:off x="6324600" y="1857375"/>
            <a:ext cx="514350" cy="514350"/>
          </a:xfrm>
          <a:prstGeom xmlns:a="http://schemas.openxmlformats.org/drawingml/2006/main" prst="rect">
            <a:avLst/>
          </a:prstGeom>
        </p:spPr>
      </p:pic>
      <p:sp>
        <p:nvSpPr>
          <p:cNvPr id="8" name="text-5">
            <a:extLst xmlns:a="http://schemas.openxmlformats.org/drawingml/2006/main">
              <a:ext uri="{FF2B5EF4-FFF2-40B4-BE49-F238E27FC236}">
                <a16:creationId xmlns:a16="http://schemas.microsoft.com/office/drawing/2014/main" id="{E3ACD905-C235-4B5B-95F2-C1E478DF4714}"/>
              </a:ext>
            </a:extLst>
          </p:cNvPr>
          <p:cNvSpPr>
            <a:spLocks xmlns:a="http://schemas.openxmlformats.org/drawingml/2006/main" noGrp="1"/>
          </p:cNvSpPr>
          <p:nvPr/>
        </p:nvSpPr>
        <p:spPr>
          <a:xfrm xmlns:a="http://schemas.openxmlformats.org/drawingml/2006/main">
            <a:off x="7038975" y="1905000"/>
            <a:ext cx="4476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20252A"/>
                </a:solidFill>
                <a:latin typeface="Segoe UI"/>
                <a:ea typeface="Segoe UI"/>
                <a:cs typeface="Segoe UI"/>
              </a:defRPr>
            </a:defPPr>
            <a:lvl1pPr>
              <a:defRPr sz="2025" b="1">
                <a:solidFill>
                  <a:srgbClr val="20252A"/>
                </a:solidFill>
                <a:latin typeface="Segoe UI"/>
                <a:ea typeface="Segoe UI"/>
                <a:cs typeface="Segoe UI"/>
              </a:defRPr>
            </a:lvl1pPr>
            <a:lvl2pPr>
              <a:defRPr sz="2025" b="1">
                <a:solidFill>
                  <a:srgbClr val="20252A"/>
                </a:solidFill>
                <a:latin typeface="Segoe UI"/>
                <a:ea typeface="Segoe UI"/>
                <a:cs typeface="Segoe UI"/>
              </a:defRPr>
            </a:lvl2pPr>
            <a:lvl3pPr>
              <a:defRPr sz="2025" b="1">
                <a:solidFill>
                  <a:srgbClr val="20252A"/>
                </a:solidFill>
                <a:latin typeface="Segoe UI"/>
                <a:ea typeface="Segoe UI"/>
                <a:cs typeface="Segoe UI"/>
              </a:defRPr>
            </a:lvl3pPr>
            <a:lvl4pPr>
              <a:defRPr sz="2025" b="1">
                <a:solidFill>
                  <a:srgbClr val="20252A"/>
                </a:solidFill>
                <a:latin typeface="Segoe UI"/>
                <a:ea typeface="Segoe UI"/>
                <a:cs typeface="Segoe UI"/>
              </a:defRPr>
            </a:lvl4pPr>
            <a:lvl5pPr>
              <a:defRPr sz="2025" b="1">
                <a:solidFill>
                  <a:srgbClr val="20252A"/>
                </a:solidFill>
                <a:latin typeface="Segoe UI"/>
                <a:ea typeface="Segoe UI"/>
                <a:cs typeface="Segoe UI"/>
              </a:defRPr>
            </a:lvl5pPr>
            <a:lvl6pPr>
              <a:defRPr sz="2025" b="1">
                <a:solidFill>
                  <a:srgbClr val="20252A"/>
                </a:solidFill>
                <a:latin typeface="Segoe UI"/>
                <a:ea typeface="Segoe UI"/>
                <a:cs typeface="Segoe UI"/>
              </a:defRPr>
            </a:lvl6pPr>
            <a:lvl7pPr>
              <a:defRPr sz="2025" b="1">
                <a:solidFill>
                  <a:srgbClr val="20252A"/>
                </a:solidFill>
                <a:latin typeface="Segoe UI"/>
                <a:ea typeface="Segoe UI"/>
                <a:cs typeface="Segoe UI"/>
              </a:defRPr>
            </a:lvl7pPr>
            <a:lvl8pPr>
              <a:defRPr sz="2025" b="1">
                <a:solidFill>
                  <a:srgbClr val="20252A"/>
                </a:solidFill>
                <a:latin typeface="Segoe UI"/>
                <a:ea typeface="Segoe UI"/>
                <a:cs typeface="Segoe UI"/>
              </a:defRPr>
            </a:lvl8pPr>
            <a:lvl9pPr>
              <a:defRPr sz="2025" b="1">
                <a:solidFill>
                  <a:srgbClr val="20252A"/>
                </a:solidFill>
                <a:latin typeface="Segoe UI"/>
                <a:ea typeface="Segoe UI"/>
                <a:cs typeface="Segoe UI"/>
              </a:defRPr>
            </a:lvl9pPr>
          </a:lstStyle>
          <a:p xmlns:a="http://schemas.openxmlformats.org/drawingml/2006/main">
            <a:pPr>
              <a:defRPr sz="2025" b="1">
                <a:solidFill>
                  <a:srgbClr val="20252A"/>
                </a:solidFill>
                <a:latin typeface="Segoe UI"/>
                <a:ea typeface="Segoe UI"/>
                <a:cs typeface="Segoe UI"/>
              </a:defRPr>
            </a:pPr>
            <a:r>
              <a:rPr sz="2025" b="1">
                <a:solidFill>
                  <a:srgbClr val="20252A"/>
                </a:solidFill>
                <a:latin typeface="Segoe UI"/>
                <a:ea typeface="Segoe UI"/>
                <a:cs typeface="Segoe UI"/>
              </a:rPr>
              <a:t>Hygiene / allergen checker</a:t>
            </a:r>
          </a:p>
        </p:txBody>
      </p:sp>
      <p:pic>
        <p:nvPicPr>
          <p:cNvPr id="9" name="Finance / costing role cue." descr="Finance / costing role cue.">
            <a:extLst xmlns:a="http://schemas.openxmlformats.org/drawingml/2006/main">
              <a:ext uri="{FF2B5EF4-FFF2-40B4-BE49-F238E27FC236}">
                <a16:creationId xmlns:a16="http://schemas.microsoft.com/office/drawing/2014/main" id="{7F944206-F095-4EF8-846A-800499B7F5CF}"/>
              </a:ext>
            </a:extLst>
          </p:cNvPr>
          <p:cNvPicPr>
            <a:picLocks xmlns:a="http://schemas.openxmlformats.org/drawingml/2006/main" noChangeAspect="1"/>
          </p:cNvPicPr>
          <p:nvPr/>
        </p:nvPicPr>
        <p:blipFill>
          <a:blip xmlns:r="http://schemas.openxmlformats.org/officeDocument/2006/relationships" xmlns:a="http://schemas.openxmlformats.org/drawingml/2006/main" r:embed="Rd2d3e5384dbc47fe"/>
          <a:stretch xmlns:a="http://schemas.openxmlformats.org/drawingml/2006/main"/>
        </p:blipFill>
        <p:spPr>
          <a:xfrm xmlns:a="http://schemas.openxmlformats.org/drawingml/2006/main">
            <a:off x="609600" y="2762250"/>
            <a:ext cx="514350" cy="514350"/>
          </a:xfrm>
          <a:prstGeom xmlns:a="http://schemas.openxmlformats.org/drawingml/2006/main" prst="rect">
            <a:avLst/>
          </a:prstGeom>
        </p:spPr>
      </p:pic>
      <p:sp>
        <p:nvSpPr>
          <p:cNvPr id="10" name="text-6">
            <a:extLst xmlns:a="http://schemas.openxmlformats.org/drawingml/2006/main">
              <a:ext uri="{FF2B5EF4-FFF2-40B4-BE49-F238E27FC236}">
                <a16:creationId xmlns:a16="http://schemas.microsoft.com/office/drawing/2014/main" id="{51BC80BC-59F1-40DE-8023-AA22474C8BA8}"/>
              </a:ext>
            </a:extLst>
          </p:cNvPr>
          <p:cNvSpPr>
            <a:spLocks xmlns:a="http://schemas.openxmlformats.org/drawingml/2006/main" noGrp="1"/>
          </p:cNvSpPr>
          <p:nvPr/>
        </p:nvSpPr>
        <p:spPr>
          <a:xfrm xmlns:a="http://schemas.openxmlformats.org/drawingml/2006/main">
            <a:off x="1323975" y="2809875"/>
            <a:ext cx="4476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20252A"/>
                </a:solidFill>
                <a:latin typeface="Segoe UI"/>
                <a:ea typeface="Segoe UI"/>
                <a:cs typeface="Segoe UI"/>
              </a:defRPr>
            </a:defPPr>
            <a:lvl1pPr>
              <a:defRPr sz="2025" b="1">
                <a:solidFill>
                  <a:srgbClr val="20252A"/>
                </a:solidFill>
                <a:latin typeface="Segoe UI"/>
                <a:ea typeface="Segoe UI"/>
                <a:cs typeface="Segoe UI"/>
              </a:defRPr>
            </a:lvl1pPr>
            <a:lvl2pPr>
              <a:defRPr sz="2025" b="1">
                <a:solidFill>
                  <a:srgbClr val="20252A"/>
                </a:solidFill>
                <a:latin typeface="Segoe UI"/>
                <a:ea typeface="Segoe UI"/>
                <a:cs typeface="Segoe UI"/>
              </a:defRPr>
            </a:lvl2pPr>
            <a:lvl3pPr>
              <a:defRPr sz="2025" b="1">
                <a:solidFill>
                  <a:srgbClr val="20252A"/>
                </a:solidFill>
                <a:latin typeface="Segoe UI"/>
                <a:ea typeface="Segoe UI"/>
                <a:cs typeface="Segoe UI"/>
              </a:defRPr>
            </a:lvl3pPr>
            <a:lvl4pPr>
              <a:defRPr sz="2025" b="1">
                <a:solidFill>
                  <a:srgbClr val="20252A"/>
                </a:solidFill>
                <a:latin typeface="Segoe UI"/>
                <a:ea typeface="Segoe UI"/>
                <a:cs typeface="Segoe UI"/>
              </a:defRPr>
            </a:lvl4pPr>
            <a:lvl5pPr>
              <a:defRPr sz="2025" b="1">
                <a:solidFill>
                  <a:srgbClr val="20252A"/>
                </a:solidFill>
                <a:latin typeface="Segoe UI"/>
                <a:ea typeface="Segoe UI"/>
                <a:cs typeface="Segoe UI"/>
              </a:defRPr>
            </a:lvl5pPr>
            <a:lvl6pPr>
              <a:defRPr sz="2025" b="1">
                <a:solidFill>
                  <a:srgbClr val="20252A"/>
                </a:solidFill>
                <a:latin typeface="Segoe UI"/>
                <a:ea typeface="Segoe UI"/>
                <a:cs typeface="Segoe UI"/>
              </a:defRPr>
            </a:lvl6pPr>
            <a:lvl7pPr>
              <a:defRPr sz="2025" b="1">
                <a:solidFill>
                  <a:srgbClr val="20252A"/>
                </a:solidFill>
                <a:latin typeface="Segoe UI"/>
                <a:ea typeface="Segoe UI"/>
                <a:cs typeface="Segoe UI"/>
              </a:defRPr>
            </a:lvl7pPr>
            <a:lvl8pPr>
              <a:defRPr sz="2025" b="1">
                <a:solidFill>
                  <a:srgbClr val="20252A"/>
                </a:solidFill>
                <a:latin typeface="Segoe UI"/>
                <a:ea typeface="Segoe UI"/>
                <a:cs typeface="Segoe UI"/>
              </a:defRPr>
            </a:lvl8pPr>
            <a:lvl9pPr>
              <a:defRPr sz="2025" b="1">
                <a:solidFill>
                  <a:srgbClr val="20252A"/>
                </a:solidFill>
                <a:latin typeface="Segoe UI"/>
                <a:ea typeface="Segoe UI"/>
                <a:cs typeface="Segoe UI"/>
              </a:defRPr>
            </a:lvl9pPr>
          </a:lstStyle>
          <a:p xmlns:a="http://schemas.openxmlformats.org/drawingml/2006/main">
            <a:pPr>
              <a:defRPr sz="2025" b="1">
                <a:solidFill>
                  <a:srgbClr val="20252A"/>
                </a:solidFill>
                <a:latin typeface="Segoe UI"/>
                <a:ea typeface="Segoe UI"/>
                <a:cs typeface="Segoe UI"/>
              </a:defRPr>
            </a:pPr>
            <a:r>
              <a:rPr sz="2025" b="1">
                <a:solidFill>
                  <a:srgbClr val="20252A"/>
                </a:solidFill>
                <a:latin typeface="Segoe UI"/>
                <a:ea typeface="Segoe UI"/>
                <a:cs typeface="Segoe UI"/>
              </a:rPr>
              <a:t>Finance / costing</a:t>
            </a:r>
          </a:p>
        </p:txBody>
      </p:sp>
      <p:pic>
        <p:nvPicPr>
          <p:cNvPr id="11" name="Photographer / evidence role cue." descr="Photographer / evidence role cue.">
            <a:extLst xmlns:a="http://schemas.openxmlformats.org/drawingml/2006/main">
              <a:ext uri="{FF2B5EF4-FFF2-40B4-BE49-F238E27FC236}">
                <a16:creationId xmlns:a16="http://schemas.microsoft.com/office/drawing/2014/main" id="{4F4E3826-383D-4D4A-94C7-EB5735D4C6E5}"/>
              </a:ext>
            </a:extLst>
          </p:cNvPr>
          <p:cNvPicPr>
            <a:picLocks xmlns:a="http://schemas.openxmlformats.org/drawingml/2006/main" noChangeAspect="1"/>
          </p:cNvPicPr>
          <p:nvPr/>
        </p:nvPicPr>
        <p:blipFill>
          <a:blip xmlns:r="http://schemas.openxmlformats.org/officeDocument/2006/relationships" xmlns:a="http://schemas.openxmlformats.org/drawingml/2006/main" r:embed="Re88c86601763480b"/>
          <a:stretch xmlns:a="http://schemas.openxmlformats.org/drawingml/2006/main"/>
        </p:blipFill>
        <p:spPr>
          <a:xfrm xmlns:a="http://schemas.openxmlformats.org/drawingml/2006/main">
            <a:off x="6324600" y="2762250"/>
            <a:ext cx="514350" cy="514350"/>
          </a:xfrm>
          <a:prstGeom xmlns:a="http://schemas.openxmlformats.org/drawingml/2006/main" prst="rect">
            <a:avLst/>
          </a:prstGeom>
        </p:spPr>
      </p:pic>
      <p:sp>
        <p:nvSpPr>
          <p:cNvPr id="12" name="text-7">
            <a:extLst xmlns:a="http://schemas.openxmlformats.org/drawingml/2006/main">
              <a:ext uri="{FF2B5EF4-FFF2-40B4-BE49-F238E27FC236}">
                <a16:creationId xmlns:a16="http://schemas.microsoft.com/office/drawing/2014/main" id="{C1B5B3C4-BCA3-4333-9A66-505384CBDD0E}"/>
              </a:ext>
            </a:extLst>
          </p:cNvPr>
          <p:cNvSpPr>
            <a:spLocks xmlns:a="http://schemas.openxmlformats.org/drawingml/2006/main" noGrp="1"/>
          </p:cNvSpPr>
          <p:nvPr/>
        </p:nvSpPr>
        <p:spPr>
          <a:xfrm xmlns:a="http://schemas.openxmlformats.org/drawingml/2006/main">
            <a:off x="7038975" y="2809875"/>
            <a:ext cx="4476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20252A"/>
                </a:solidFill>
                <a:latin typeface="Segoe UI"/>
                <a:ea typeface="Segoe UI"/>
                <a:cs typeface="Segoe UI"/>
              </a:defRPr>
            </a:defPPr>
            <a:lvl1pPr>
              <a:defRPr sz="2025" b="1">
                <a:solidFill>
                  <a:srgbClr val="20252A"/>
                </a:solidFill>
                <a:latin typeface="Segoe UI"/>
                <a:ea typeface="Segoe UI"/>
                <a:cs typeface="Segoe UI"/>
              </a:defRPr>
            </a:lvl1pPr>
            <a:lvl2pPr>
              <a:defRPr sz="2025" b="1">
                <a:solidFill>
                  <a:srgbClr val="20252A"/>
                </a:solidFill>
                <a:latin typeface="Segoe UI"/>
                <a:ea typeface="Segoe UI"/>
                <a:cs typeface="Segoe UI"/>
              </a:defRPr>
            </a:lvl2pPr>
            <a:lvl3pPr>
              <a:defRPr sz="2025" b="1">
                <a:solidFill>
                  <a:srgbClr val="20252A"/>
                </a:solidFill>
                <a:latin typeface="Segoe UI"/>
                <a:ea typeface="Segoe UI"/>
                <a:cs typeface="Segoe UI"/>
              </a:defRPr>
            </a:lvl3pPr>
            <a:lvl4pPr>
              <a:defRPr sz="2025" b="1">
                <a:solidFill>
                  <a:srgbClr val="20252A"/>
                </a:solidFill>
                <a:latin typeface="Segoe UI"/>
                <a:ea typeface="Segoe UI"/>
                <a:cs typeface="Segoe UI"/>
              </a:defRPr>
            </a:lvl4pPr>
            <a:lvl5pPr>
              <a:defRPr sz="2025" b="1">
                <a:solidFill>
                  <a:srgbClr val="20252A"/>
                </a:solidFill>
                <a:latin typeface="Segoe UI"/>
                <a:ea typeface="Segoe UI"/>
                <a:cs typeface="Segoe UI"/>
              </a:defRPr>
            </a:lvl5pPr>
            <a:lvl6pPr>
              <a:defRPr sz="2025" b="1">
                <a:solidFill>
                  <a:srgbClr val="20252A"/>
                </a:solidFill>
                <a:latin typeface="Segoe UI"/>
                <a:ea typeface="Segoe UI"/>
                <a:cs typeface="Segoe UI"/>
              </a:defRPr>
            </a:lvl6pPr>
            <a:lvl7pPr>
              <a:defRPr sz="2025" b="1">
                <a:solidFill>
                  <a:srgbClr val="20252A"/>
                </a:solidFill>
                <a:latin typeface="Segoe UI"/>
                <a:ea typeface="Segoe UI"/>
                <a:cs typeface="Segoe UI"/>
              </a:defRPr>
            </a:lvl7pPr>
            <a:lvl8pPr>
              <a:defRPr sz="2025" b="1">
                <a:solidFill>
                  <a:srgbClr val="20252A"/>
                </a:solidFill>
                <a:latin typeface="Segoe UI"/>
                <a:ea typeface="Segoe UI"/>
                <a:cs typeface="Segoe UI"/>
              </a:defRPr>
            </a:lvl8pPr>
            <a:lvl9pPr>
              <a:defRPr sz="2025" b="1">
                <a:solidFill>
                  <a:srgbClr val="20252A"/>
                </a:solidFill>
                <a:latin typeface="Segoe UI"/>
                <a:ea typeface="Segoe UI"/>
                <a:cs typeface="Segoe UI"/>
              </a:defRPr>
            </a:lvl9pPr>
          </a:lstStyle>
          <a:p xmlns:a="http://schemas.openxmlformats.org/drawingml/2006/main">
            <a:pPr>
              <a:defRPr sz="2025" b="1">
                <a:solidFill>
                  <a:srgbClr val="20252A"/>
                </a:solidFill>
                <a:latin typeface="Segoe UI"/>
                <a:ea typeface="Segoe UI"/>
                <a:cs typeface="Segoe UI"/>
              </a:defRPr>
            </a:pPr>
            <a:r>
              <a:rPr sz="2025" b="1">
                <a:solidFill>
                  <a:srgbClr val="20252A"/>
                </a:solidFill>
                <a:latin typeface="Segoe UI"/>
                <a:ea typeface="Segoe UI"/>
                <a:cs typeface="Segoe UI"/>
              </a:rPr>
              <a:t>Photographer / evidence</a:t>
            </a:r>
          </a:p>
        </p:txBody>
      </p:sp>
      <p:sp>
        <p:nvSpPr>
          <p:cNvPr id="13" name="text-8">
            <a:extLst xmlns:a="http://schemas.openxmlformats.org/drawingml/2006/main">
              <a:ext uri="{FF2B5EF4-FFF2-40B4-BE49-F238E27FC236}">
                <a16:creationId xmlns:a16="http://schemas.microsoft.com/office/drawing/2014/main" id="{6E7C8EAB-B5BA-4F81-BC6D-370BE1076E82}"/>
              </a:ext>
            </a:extLst>
          </p:cNvPr>
          <p:cNvSpPr>
            <a:spLocks xmlns:a="http://schemas.openxmlformats.org/drawingml/2006/main" noGrp="1"/>
          </p:cNvSpPr>
          <p:nvPr/>
        </p:nvSpPr>
        <p:spPr>
          <a:xfrm xmlns:a="http://schemas.openxmlformats.org/drawingml/2006/main">
            <a:off x="609600" y="400050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316499"/>
                </a:solidFill>
                <a:latin typeface="Segoe UI"/>
                <a:ea typeface="Segoe UI"/>
                <a:cs typeface="Segoe UI"/>
              </a:defRPr>
            </a:defPPr>
            <a:lvl1pPr>
              <a:defRPr sz="2025" b="1">
                <a:solidFill>
                  <a:srgbClr val="316499"/>
                </a:solidFill>
                <a:latin typeface="Segoe UI"/>
                <a:ea typeface="Segoe UI"/>
                <a:cs typeface="Segoe UI"/>
              </a:defRPr>
            </a:lvl1pPr>
            <a:lvl2pPr>
              <a:defRPr sz="2025" b="1">
                <a:solidFill>
                  <a:srgbClr val="316499"/>
                </a:solidFill>
                <a:latin typeface="Segoe UI"/>
                <a:ea typeface="Segoe UI"/>
                <a:cs typeface="Segoe UI"/>
              </a:defRPr>
            </a:lvl2pPr>
            <a:lvl3pPr>
              <a:defRPr sz="2025" b="1">
                <a:solidFill>
                  <a:srgbClr val="316499"/>
                </a:solidFill>
                <a:latin typeface="Segoe UI"/>
                <a:ea typeface="Segoe UI"/>
                <a:cs typeface="Segoe UI"/>
              </a:defRPr>
            </a:lvl3pPr>
            <a:lvl4pPr>
              <a:defRPr sz="2025" b="1">
                <a:solidFill>
                  <a:srgbClr val="316499"/>
                </a:solidFill>
                <a:latin typeface="Segoe UI"/>
                <a:ea typeface="Segoe UI"/>
                <a:cs typeface="Segoe UI"/>
              </a:defRPr>
            </a:lvl4pPr>
            <a:lvl5pPr>
              <a:defRPr sz="2025" b="1">
                <a:solidFill>
                  <a:srgbClr val="316499"/>
                </a:solidFill>
                <a:latin typeface="Segoe UI"/>
                <a:ea typeface="Segoe UI"/>
                <a:cs typeface="Segoe UI"/>
              </a:defRPr>
            </a:lvl5pPr>
            <a:lvl6pPr>
              <a:defRPr sz="2025" b="1">
                <a:solidFill>
                  <a:srgbClr val="316499"/>
                </a:solidFill>
                <a:latin typeface="Segoe UI"/>
                <a:ea typeface="Segoe UI"/>
                <a:cs typeface="Segoe UI"/>
              </a:defRPr>
            </a:lvl6pPr>
            <a:lvl7pPr>
              <a:defRPr sz="2025" b="1">
                <a:solidFill>
                  <a:srgbClr val="316499"/>
                </a:solidFill>
                <a:latin typeface="Segoe UI"/>
                <a:ea typeface="Segoe UI"/>
                <a:cs typeface="Segoe UI"/>
              </a:defRPr>
            </a:lvl7pPr>
            <a:lvl8pPr>
              <a:defRPr sz="2025" b="1">
                <a:solidFill>
                  <a:srgbClr val="316499"/>
                </a:solidFill>
                <a:latin typeface="Segoe UI"/>
                <a:ea typeface="Segoe UI"/>
                <a:cs typeface="Segoe UI"/>
              </a:defRPr>
            </a:lvl8pPr>
            <a:lvl9pPr>
              <a:defRPr sz="2025" b="1">
                <a:solidFill>
                  <a:srgbClr val="316499"/>
                </a:solidFill>
                <a:latin typeface="Segoe UI"/>
                <a:ea typeface="Segoe UI"/>
                <a:cs typeface="Segoe UI"/>
              </a:defRPr>
            </a:lvl9pPr>
          </a:lstStyle>
          <a:p xmlns:a="http://schemas.openxmlformats.org/drawingml/2006/main">
            <a:pPr>
              <a:defRPr sz="2025" b="1">
                <a:solidFill>
                  <a:srgbClr val="316499"/>
                </a:solidFill>
                <a:latin typeface="Segoe UI"/>
                <a:ea typeface="Segoe UI"/>
                <a:cs typeface="Segoe UI"/>
              </a:defRPr>
            </a:pPr>
            <a:r>
              <a:rPr sz="2025" b="1">
                <a:solidFill>
                  <a:srgbClr val="316499"/>
                </a:solidFill>
                <a:latin typeface="Segoe UI"/>
                <a:ea typeface="Segoe UI"/>
                <a:cs typeface="Segoe UI"/>
              </a:rPr>
              <a:t>BLUE</a:t>
            </a:r>
          </a:p>
        </p:txBody>
      </p:sp>
      <p:sp>
        <p:nvSpPr>
          <p:cNvPr id="14" name="text-9">
            <a:extLst xmlns:a="http://schemas.openxmlformats.org/drawingml/2006/main">
              <a:ext uri="{FF2B5EF4-FFF2-40B4-BE49-F238E27FC236}">
                <a16:creationId xmlns:a16="http://schemas.microsoft.com/office/drawing/2014/main" id="{0A64169C-283A-4B05-974B-4E1DB6483EA6}"/>
              </a:ext>
            </a:extLst>
          </p:cNvPr>
          <p:cNvSpPr>
            <a:spLocks xmlns:a="http://schemas.openxmlformats.org/drawingml/2006/main" noGrp="1"/>
          </p:cNvSpPr>
          <p:nvPr/>
        </p:nvSpPr>
        <p:spPr>
          <a:xfrm xmlns:a="http://schemas.openxmlformats.org/drawingml/2006/main">
            <a:off x="609600" y="4429125"/>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Low energy.</a:t>
            </a:r>
          </a:p>
        </p:txBody>
      </p:sp>
      <p:sp>
        <p:nvSpPr>
          <p:cNvPr id="15" name="text-10">
            <a:extLst xmlns:a="http://schemas.openxmlformats.org/drawingml/2006/main">
              <a:ext uri="{FF2B5EF4-FFF2-40B4-BE49-F238E27FC236}">
                <a16:creationId xmlns:a16="http://schemas.microsoft.com/office/drawing/2014/main" id="{BDED7CF0-7107-4000-8BD2-3D959318DC02}"/>
              </a:ext>
            </a:extLst>
          </p:cNvPr>
          <p:cNvSpPr>
            <a:spLocks xmlns:a="http://schemas.openxmlformats.org/drawingml/2006/main" noGrp="1"/>
          </p:cNvSpPr>
          <p:nvPr/>
        </p:nvSpPr>
        <p:spPr>
          <a:xfrm xmlns:a="http://schemas.openxmlformats.org/drawingml/2006/main">
            <a:off x="3467100" y="400050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347255"/>
                </a:solidFill>
                <a:latin typeface="Segoe UI"/>
                <a:ea typeface="Segoe UI"/>
                <a:cs typeface="Segoe UI"/>
              </a:defRPr>
            </a:defPPr>
            <a:lvl1pPr>
              <a:defRPr sz="2025" b="1">
                <a:solidFill>
                  <a:srgbClr val="347255"/>
                </a:solidFill>
                <a:latin typeface="Segoe UI"/>
                <a:ea typeface="Segoe UI"/>
                <a:cs typeface="Segoe UI"/>
              </a:defRPr>
            </a:lvl1pPr>
            <a:lvl2pPr>
              <a:defRPr sz="2025" b="1">
                <a:solidFill>
                  <a:srgbClr val="347255"/>
                </a:solidFill>
                <a:latin typeface="Segoe UI"/>
                <a:ea typeface="Segoe UI"/>
                <a:cs typeface="Segoe UI"/>
              </a:defRPr>
            </a:lvl2pPr>
            <a:lvl3pPr>
              <a:defRPr sz="2025" b="1">
                <a:solidFill>
                  <a:srgbClr val="347255"/>
                </a:solidFill>
                <a:latin typeface="Segoe UI"/>
                <a:ea typeface="Segoe UI"/>
                <a:cs typeface="Segoe UI"/>
              </a:defRPr>
            </a:lvl3pPr>
            <a:lvl4pPr>
              <a:defRPr sz="2025" b="1">
                <a:solidFill>
                  <a:srgbClr val="347255"/>
                </a:solidFill>
                <a:latin typeface="Segoe UI"/>
                <a:ea typeface="Segoe UI"/>
                <a:cs typeface="Segoe UI"/>
              </a:defRPr>
            </a:lvl4pPr>
            <a:lvl5pPr>
              <a:defRPr sz="2025" b="1">
                <a:solidFill>
                  <a:srgbClr val="347255"/>
                </a:solidFill>
                <a:latin typeface="Segoe UI"/>
                <a:ea typeface="Segoe UI"/>
                <a:cs typeface="Segoe UI"/>
              </a:defRPr>
            </a:lvl5pPr>
            <a:lvl6pPr>
              <a:defRPr sz="2025" b="1">
                <a:solidFill>
                  <a:srgbClr val="347255"/>
                </a:solidFill>
                <a:latin typeface="Segoe UI"/>
                <a:ea typeface="Segoe UI"/>
                <a:cs typeface="Segoe UI"/>
              </a:defRPr>
            </a:lvl6pPr>
            <a:lvl7pPr>
              <a:defRPr sz="2025" b="1">
                <a:solidFill>
                  <a:srgbClr val="347255"/>
                </a:solidFill>
                <a:latin typeface="Segoe UI"/>
                <a:ea typeface="Segoe UI"/>
                <a:cs typeface="Segoe UI"/>
              </a:defRPr>
            </a:lvl7pPr>
            <a:lvl8pPr>
              <a:defRPr sz="2025" b="1">
                <a:solidFill>
                  <a:srgbClr val="347255"/>
                </a:solidFill>
                <a:latin typeface="Segoe UI"/>
                <a:ea typeface="Segoe UI"/>
                <a:cs typeface="Segoe UI"/>
              </a:defRPr>
            </a:lvl8pPr>
            <a:lvl9pPr>
              <a:defRPr sz="2025" b="1">
                <a:solidFill>
                  <a:srgbClr val="347255"/>
                </a:solidFill>
                <a:latin typeface="Segoe UI"/>
                <a:ea typeface="Segoe UI"/>
                <a:cs typeface="Segoe UI"/>
              </a:defRPr>
            </a:lvl9pPr>
          </a:lstStyle>
          <a:p xmlns:a="http://schemas.openxmlformats.org/drawingml/2006/main">
            <a:pPr>
              <a:defRPr sz="2025" b="1">
                <a:solidFill>
                  <a:srgbClr val="347255"/>
                </a:solidFill>
                <a:latin typeface="Segoe UI"/>
                <a:ea typeface="Segoe UI"/>
                <a:cs typeface="Segoe UI"/>
              </a:defRPr>
            </a:pPr>
            <a:r>
              <a:rPr sz="2025" b="1">
                <a:solidFill>
                  <a:srgbClr val="347255"/>
                </a:solidFill>
                <a:latin typeface="Segoe UI"/>
                <a:ea typeface="Segoe UI"/>
                <a:cs typeface="Segoe UI"/>
              </a:rPr>
              <a:t>GREEN</a:t>
            </a:r>
          </a:p>
        </p:txBody>
      </p:sp>
      <p:sp>
        <p:nvSpPr>
          <p:cNvPr id="16" name="text-11">
            <a:extLst xmlns:a="http://schemas.openxmlformats.org/drawingml/2006/main">
              <a:ext uri="{FF2B5EF4-FFF2-40B4-BE49-F238E27FC236}">
                <a16:creationId xmlns:a16="http://schemas.microsoft.com/office/drawing/2014/main" id="{C5992E16-5880-46DA-B25A-275033A2B789}"/>
              </a:ext>
            </a:extLst>
          </p:cNvPr>
          <p:cNvSpPr>
            <a:spLocks xmlns:a="http://schemas.openxmlformats.org/drawingml/2006/main" noGrp="1"/>
          </p:cNvSpPr>
          <p:nvPr/>
        </p:nvSpPr>
        <p:spPr>
          <a:xfrm xmlns:a="http://schemas.openxmlformats.org/drawingml/2006/main">
            <a:off x="3467100" y="4429125"/>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Ready.</a:t>
            </a:r>
          </a:p>
        </p:txBody>
      </p:sp>
      <p:sp>
        <p:nvSpPr>
          <p:cNvPr id="17" name="text-12">
            <a:extLst xmlns:a="http://schemas.openxmlformats.org/drawingml/2006/main">
              <a:ext uri="{FF2B5EF4-FFF2-40B4-BE49-F238E27FC236}">
                <a16:creationId xmlns:a16="http://schemas.microsoft.com/office/drawing/2014/main" id="{3483235D-B84A-4972-B15D-2B23531AAB98}"/>
              </a:ext>
            </a:extLst>
          </p:cNvPr>
          <p:cNvSpPr>
            <a:spLocks xmlns:a="http://schemas.openxmlformats.org/drawingml/2006/main" noGrp="1"/>
          </p:cNvSpPr>
          <p:nvPr/>
        </p:nvSpPr>
        <p:spPr>
          <a:xfrm xmlns:a="http://schemas.openxmlformats.org/drawingml/2006/main">
            <a:off x="6324600" y="400050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93600F"/>
                </a:solidFill>
                <a:latin typeface="Segoe UI"/>
                <a:ea typeface="Segoe UI"/>
                <a:cs typeface="Segoe UI"/>
              </a:defRPr>
            </a:defPPr>
            <a:lvl1pPr>
              <a:defRPr sz="2025" b="1">
                <a:solidFill>
                  <a:srgbClr val="93600F"/>
                </a:solidFill>
                <a:latin typeface="Segoe UI"/>
                <a:ea typeface="Segoe UI"/>
                <a:cs typeface="Segoe UI"/>
              </a:defRPr>
            </a:lvl1pPr>
            <a:lvl2pPr>
              <a:defRPr sz="2025" b="1">
                <a:solidFill>
                  <a:srgbClr val="93600F"/>
                </a:solidFill>
                <a:latin typeface="Segoe UI"/>
                <a:ea typeface="Segoe UI"/>
                <a:cs typeface="Segoe UI"/>
              </a:defRPr>
            </a:lvl2pPr>
            <a:lvl3pPr>
              <a:defRPr sz="2025" b="1">
                <a:solidFill>
                  <a:srgbClr val="93600F"/>
                </a:solidFill>
                <a:latin typeface="Segoe UI"/>
                <a:ea typeface="Segoe UI"/>
                <a:cs typeface="Segoe UI"/>
              </a:defRPr>
            </a:lvl3pPr>
            <a:lvl4pPr>
              <a:defRPr sz="2025" b="1">
                <a:solidFill>
                  <a:srgbClr val="93600F"/>
                </a:solidFill>
                <a:latin typeface="Segoe UI"/>
                <a:ea typeface="Segoe UI"/>
                <a:cs typeface="Segoe UI"/>
              </a:defRPr>
            </a:lvl4pPr>
            <a:lvl5pPr>
              <a:defRPr sz="2025" b="1">
                <a:solidFill>
                  <a:srgbClr val="93600F"/>
                </a:solidFill>
                <a:latin typeface="Segoe UI"/>
                <a:ea typeface="Segoe UI"/>
                <a:cs typeface="Segoe UI"/>
              </a:defRPr>
            </a:lvl5pPr>
            <a:lvl6pPr>
              <a:defRPr sz="2025" b="1">
                <a:solidFill>
                  <a:srgbClr val="93600F"/>
                </a:solidFill>
                <a:latin typeface="Segoe UI"/>
                <a:ea typeface="Segoe UI"/>
                <a:cs typeface="Segoe UI"/>
              </a:defRPr>
            </a:lvl6pPr>
            <a:lvl7pPr>
              <a:defRPr sz="2025" b="1">
                <a:solidFill>
                  <a:srgbClr val="93600F"/>
                </a:solidFill>
                <a:latin typeface="Segoe UI"/>
                <a:ea typeface="Segoe UI"/>
                <a:cs typeface="Segoe UI"/>
              </a:defRPr>
            </a:lvl7pPr>
            <a:lvl8pPr>
              <a:defRPr sz="2025" b="1">
                <a:solidFill>
                  <a:srgbClr val="93600F"/>
                </a:solidFill>
                <a:latin typeface="Segoe UI"/>
                <a:ea typeface="Segoe UI"/>
                <a:cs typeface="Segoe UI"/>
              </a:defRPr>
            </a:lvl8pPr>
            <a:lvl9pPr>
              <a:defRPr sz="2025" b="1">
                <a:solidFill>
                  <a:srgbClr val="93600F"/>
                </a:solidFill>
                <a:latin typeface="Segoe UI"/>
                <a:ea typeface="Segoe UI"/>
                <a:cs typeface="Segoe UI"/>
              </a:defRPr>
            </a:lvl9pPr>
          </a:lstStyle>
          <a:p xmlns:a="http://schemas.openxmlformats.org/drawingml/2006/main">
            <a:pPr>
              <a:defRPr sz="2025" b="1">
                <a:solidFill>
                  <a:srgbClr val="93600F"/>
                </a:solidFill>
                <a:latin typeface="Segoe UI"/>
                <a:ea typeface="Segoe UI"/>
                <a:cs typeface="Segoe UI"/>
              </a:defRPr>
            </a:pPr>
            <a:r>
              <a:rPr sz="2025" b="1">
                <a:solidFill>
                  <a:srgbClr val="93600F"/>
                </a:solidFill>
                <a:latin typeface="Segoe UI"/>
                <a:ea typeface="Segoe UI"/>
                <a:cs typeface="Segoe UI"/>
              </a:rPr>
              <a:t>AMBER</a:t>
            </a:r>
          </a:p>
        </p:txBody>
      </p:sp>
      <p:sp>
        <p:nvSpPr>
          <p:cNvPr id="18" name="text-13">
            <a:extLst xmlns:a="http://schemas.openxmlformats.org/drawingml/2006/main">
              <a:ext uri="{FF2B5EF4-FFF2-40B4-BE49-F238E27FC236}">
                <a16:creationId xmlns:a16="http://schemas.microsoft.com/office/drawing/2014/main" id="{03B68CD0-5D1E-4B4A-B9EF-F06DE8464524}"/>
              </a:ext>
            </a:extLst>
          </p:cNvPr>
          <p:cNvSpPr>
            <a:spLocks xmlns:a="http://schemas.openxmlformats.org/drawingml/2006/main" noGrp="1"/>
          </p:cNvSpPr>
          <p:nvPr/>
        </p:nvSpPr>
        <p:spPr>
          <a:xfrm xmlns:a="http://schemas.openxmlformats.org/drawingml/2006/main">
            <a:off x="6324600" y="4429125"/>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Pause.</a:t>
            </a:r>
          </a:p>
        </p:txBody>
      </p:sp>
      <p:sp>
        <p:nvSpPr>
          <p:cNvPr id="19" name="text-14">
            <a:extLst xmlns:a="http://schemas.openxmlformats.org/drawingml/2006/main">
              <a:ext uri="{FF2B5EF4-FFF2-40B4-BE49-F238E27FC236}">
                <a16:creationId xmlns:a16="http://schemas.microsoft.com/office/drawing/2014/main" id="{00BBE13D-1F56-4A79-A22E-17A5CBA43E87}"/>
              </a:ext>
            </a:extLst>
          </p:cNvPr>
          <p:cNvSpPr>
            <a:spLocks xmlns:a="http://schemas.openxmlformats.org/drawingml/2006/main" noGrp="1"/>
          </p:cNvSpPr>
          <p:nvPr/>
        </p:nvSpPr>
        <p:spPr>
          <a:xfrm xmlns:a="http://schemas.openxmlformats.org/drawingml/2006/main">
            <a:off x="9182100" y="400050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9D3C3C"/>
                </a:solidFill>
                <a:latin typeface="Segoe UI"/>
                <a:ea typeface="Segoe UI"/>
                <a:cs typeface="Segoe UI"/>
              </a:defRPr>
            </a:defPPr>
            <a:lvl1pPr>
              <a:defRPr sz="2025" b="1">
                <a:solidFill>
                  <a:srgbClr val="9D3C3C"/>
                </a:solidFill>
                <a:latin typeface="Segoe UI"/>
                <a:ea typeface="Segoe UI"/>
                <a:cs typeface="Segoe UI"/>
              </a:defRPr>
            </a:lvl1pPr>
            <a:lvl2pPr>
              <a:defRPr sz="2025" b="1">
                <a:solidFill>
                  <a:srgbClr val="9D3C3C"/>
                </a:solidFill>
                <a:latin typeface="Segoe UI"/>
                <a:ea typeface="Segoe UI"/>
                <a:cs typeface="Segoe UI"/>
              </a:defRPr>
            </a:lvl2pPr>
            <a:lvl3pPr>
              <a:defRPr sz="2025" b="1">
                <a:solidFill>
                  <a:srgbClr val="9D3C3C"/>
                </a:solidFill>
                <a:latin typeface="Segoe UI"/>
                <a:ea typeface="Segoe UI"/>
                <a:cs typeface="Segoe UI"/>
              </a:defRPr>
            </a:lvl3pPr>
            <a:lvl4pPr>
              <a:defRPr sz="2025" b="1">
                <a:solidFill>
                  <a:srgbClr val="9D3C3C"/>
                </a:solidFill>
                <a:latin typeface="Segoe UI"/>
                <a:ea typeface="Segoe UI"/>
                <a:cs typeface="Segoe UI"/>
              </a:defRPr>
            </a:lvl4pPr>
            <a:lvl5pPr>
              <a:defRPr sz="2025" b="1">
                <a:solidFill>
                  <a:srgbClr val="9D3C3C"/>
                </a:solidFill>
                <a:latin typeface="Segoe UI"/>
                <a:ea typeface="Segoe UI"/>
                <a:cs typeface="Segoe UI"/>
              </a:defRPr>
            </a:lvl5pPr>
            <a:lvl6pPr>
              <a:defRPr sz="2025" b="1">
                <a:solidFill>
                  <a:srgbClr val="9D3C3C"/>
                </a:solidFill>
                <a:latin typeface="Segoe UI"/>
                <a:ea typeface="Segoe UI"/>
                <a:cs typeface="Segoe UI"/>
              </a:defRPr>
            </a:lvl6pPr>
            <a:lvl7pPr>
              <a:defRPr sz="2025" b="1">
                <a:solidFill>
                  <a:srgbClr val="9D3C3C"/>
                </a:solidFill>
                <a:latin typeface="Segoe UI"/>
                <a:ea typeface="Segoe UI"/>
                <a:cs typeface="Segoe UI"/>
              </a:defRPr>
            </a:lvl7pPr>
            <a:lvl8pPr>
              <a:defRPr sz="2025" b="1">
                <a:solidFill>
                  <a:srgbClr val="9D3C3C"/>
                </a:solidFill>
                <a:latin typeface="Segoe UI"/>
                <a:ea typeface="Segoe UI"/>
                <a:cs typeface="Segoe UI"/>
              </a:defRPr>
            </a:lvl8pPr>
            <a:lvl9pPr>
              <a:defRPr sz="2025" b="1">
                <a:solidFill>
                  <a:srgbClr val="9D3C3C"/>
                </a:solidFill>
                <a:latin typeface="Segoe UI"/>
                <a:ea typeface="Segoe UI"/>
                <a:cs typeface="Segoe UI"/>
              </a:defRPr>
            </a:lvl9pPr>
          </a:lstStyle>
          <a:p xmlns:a="http://schemas.openxmlformats.org/drawingml/2006/main">
            <a:pPr>
              <a:defRPr sz="2025" b="1">
                <a:solidFill>
                  <a:srgbClr val="9D3C3C"/>
                </a:solidFill>
                <a:latin typeface="Segoe UI"/>
                <a:ea typeface="Segoe UI"/>
                <a:cs typeface="Segoe UI"/>
              </a:defRPr>
            </a:pPr>
            <a:r>
              <a:rPr sz="2025" b="1">
                <a:solidFill>
                  <a:srgbClr val="9D3C3C"/>
                </a:solidFill>
                <a:latin typeface="Segoe UI"/>
                <a:ea typeface="Segoe UI"/>
                <a:cs typeface="Segoe UI"/>
              </a:rPr>
              <a:t>RED</a:t>
            </a:r>
          </a:p>
        </p:txBody>
      </p:sp>
      <p:sp>
        <p:nvSpPr>
          <p:cNvPr id="20" name="text-15">
            <a:extLst xmlns:a="http://schemas.openxmlformats.org/drawingml/2006/main">
              <a:ext uri="{FF2B5EF4-FFF2-40B4-BE49-F238E27FC236}">
                <a16:creationId xmlns:a16="http://schemas.microsoft.com/office/drawing/2014/main" id="{9A575F4F-06DC-40CA-B100-9D7700AE787E}"/>
              </a:ext>
            </a:extLst>
          </p:cNvPr>
          <p:cNvSpPr>
            <a:spLocks xmlns:a="http://schemas.openxmlformats.org/drawingml/2006/main" noGrp="1"/>
          </p:cNvSpPr>
          <p:nvPr/>
        </p:nvSpPr>
        <p:spPr>
          <a:xfrm xmlns:a="http://schemas.openxmlformats.org/drawingml/2006/main">
            <a:off x="9182100" y="4429125"/>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Adult help.</a:t>
            </a:r>
          </a:p>
        </p:txBody>
      </p:sp>
      <p:sp>
        <p:nvSpPr>
          <p:cNvPr id="21" name="text-16">
            <a:extLst xmlns:a="http://schemas.openxmlformats.org/drawingml/2006/main">
              <a:ext uri="{FF2B5EF4-FFF2-40B4-BE49-F238E27FC236}">
                <a16:creationId xmlns:a16="http://schemas.microsoft.com/office/drawing/2014/main" id="{F8EEE838-777C-4CD2-85E0-5C1F25FC8763}"/>
              </a:ext>
            </a:extLst>
          </p:cNvPr>
          <p:cNvSpPr>
            <a:spLocks xmlns:a="http://schemas.openxmlformats.org/drawingml/2006/main" noGrp="1"/>
          </p:cNvSpPr>
          <p:nvPr/>
        </p:nvSpPr>
        <p:spPr>
          <a:xfrm xmlns:a="http://schemas.openxmlformats.org/drawingml/2006/main">
            <a:off x="609600" y="52197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20252A"/>
                </a:solidFill>
                <a:latin typeface="Segoe UI"/>
                <a:ea typeface="Segoe UI"/>
                <a:cs typeface="Segoe UI"/>
              </a:defRPr>
            </a:defPPr>
            <a:lvl1pPr>
              <a:defRPr sz="2175" b="0">
                <a:solidFill>
                  <a:srgbClr val="20252A"/>
                </a:solidFill>
                <a:latin typeface="Segoe UI"/>
                <a:ea typeface="Segoe UI"/>
                <a:cs typeface="Segoe UI"/>
              </a:defRPr>
            </a:lvl1pPr>
            <a:lvl2pPr>
              <a:defRPr sz="2175" b="0">
                <a:solidFill>
                  <a:srgbClr val="20252A"/>
                </a:solidFill>
                <a:latin typeface="Segoe UI"/>
                <a:ea typeface="Segoe UI"/>
                <a:cs typeface="Segoe UI"/>
              </a:defRPr>
            </a:lvl2pPr>
            <a:lvl3pPr>
              <a:defRPr sz="2175" b="0">
                <a:solidFill>
                  <a:srgbClr val="20252A"/>
                </a:solidFill>
                <a:latin typeface="Segoe UI"/>
                <a:ea typeface="Segoe UI"/>
                <a:cs typeface="Segoe UI"/>
              </a:defRPr>
            </a:lvl3pPr>
            <a:lvl4pPr>
              <a:defRPr sz="2175" b="0">
                <a:solidFill>
                  <a:srgbClr val="20252A"/>
                </a:solidFill>
                <a:latin typeface="Segoe UI"/>
                <a:ea typeface="Segoe UI"/>
                <a:cs typeface="Segoe UI"/>
              </a:defRPr>
            </a:lvl4pPr>
            <a:lvl5pPr>
              <a:defRPr sz="2175" b="0">
                <a:solidFill>
                  <a:srgbClr val="20252A"/>
                </a:solidFill>
                <a:latin typeface="Segoe UI"/>
                <a:ea typeface="Segoe UI"/>
                <a:cs typeface="Segoe UI"/>
              </a:defRPr>
            </a:lvl5pPr>
            <a:lvl6pPr>
              <a:defRPr sz="2175" b="0">
                <a:solidFill>
                  <a:srgbClr val="20252A"/>
                </a:solidFill>
                <a:latin typeface="Segoe UI"/>
                <a:ea typeface="Segoe UI"/>
                <a:cs typeface="Segoe UI"/>
              </a:defRPr>
            </a:lvl6pPr>
            <a:lvl7pPr>
              <a:defRPr sz="2175" b="0">
                <a:solidFill>
                  <a:srgbClr val="20252A"/>
                </a:solidFill>
                <a:latin typeface="Segoe UI"/>
                <a:ea typeface="Segoe UI"/>
                <a:cs typeface="Segoe UI"/>
              </a:defRPr>
            </a:lvl7pPr>
            <a:lvl8pPr>
              <a:defRPr sz="2175" b="0">
                <a:solidFill>
                  <a:srgbClr val="20252A"/>
                </a:solidFill>
                <a:latin typeface="Segoe UI"/>
                <a:ea typeface="Segoe UI"/>
                <a:cs typeface="Segoe UI"/>
              </a:defRPr>
            </a:lvl8pPr>
            <a:lvl9pPr>
              <a:defRPr sz="2175" b="0">
                <a:solidFill>
                  <a:srgbClr val="20252A"/>
                </a:solidFill>
                <a:latin typeface="Segoe UI"/>
                <a:ea typeface="Segoe UI"/>
                <a:cs typeface="Segoe UI"/>
              </a:defRPr>
            </a:lvl9pPr>
          </a:lstStyle>
          <a:p xmlns:a="http://schemas.openxmlformats.org/drawingml/2006/main">
            <a:pPr>
              <a:defRPr sz="2175" b="0">
                <a:solidFill>
                  <a:srgbClr val="20252A"/>
                </a:solidFill>
                <a:latin typeface="Segoe UI"/>
                <a:ea typeface="Segoe UI"/>
                <a:cs typeface="Segoe UI"/>
              </a:defRPr>
            </a:pPr>
            <a:r>
              <a:rPr sz="2175" b="0">
                <a:solidFill>
                  <a:srgbClr val="20252A"/>
                </a:solidFill>
                <a:latin typeface="Segoe UI"/>
                <a:ea typeface="Segoe UI"/>
                <a:cs typeface="Segoe UI"/>
              </a:rPr>
              <a:t>Reset: water, stretch, quiet seat or adult.</a:t>
            </a:r>
          </a:p>
        </p:txBody>
      </p:sp>
      <p:sp>
        <p:nvSpPr>
          <p:cNvPr id="22" name="text-17">
            <a:extLst xmlns:a="http://schemas.openxmlformats.org/drawingml/2006/main">
              <a:ext uri="{FF2B5EF4-FFF2-40B4-BE49-F238E27FC236}">
                <a16:creationId xmlns:a16="http://schemas.microsoft.com/office/drawing/2014/main" id="{50E1603C-F7E5-4B75-B66C-21F6EDDD6417}"/>
              </a:ext>
            </a:extLst>
          </p:cNvPr>
          <p:cNvSpPr>
            <a:spLocks xmlns:a="http://schemas.openxmlformats.org/drawingml/2006/main" noGrp="1"/>
          </p:cNvSpPr>
          <p:nvPr/>
        </p:nvSpPr>
        <p:spPr>
          <a:xfrm xmlns:a="http://schemas.openxmlformats.org/drawingml/2006/main">
            <a:off x="609600" y="60102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20252A"/>
                </a:solidFill>
                <a:latin typeface="Segoe UI"/>
                <a:ea typeface="Segoe UI"/>
                <a:cs typeface="Segoe UI"/>
              </a:defRPr>
            </a:defPPr>
            <a:lvl1pPr>
              <a:defRPr sz="1950" b="1">
                <a:solidFill>
                  <a:srgbClr val="20252A"/>
                </a:solidFill>
                <a:latin typeface="Segoe UI"/>
                <a:ea typeface="Segoe UI"/>
                <a:cs typeface="Segoe UI"/>
              </a:defRPr>
            </a:lvl1pPr>
            <a:lvl2pPr>
              <a:defRPr sz="1950" b="1">
                <a:solidFill>
                  <a:srgbClr val="20252A"/>
                </a:solidFill>
                <a:latin typeface="Segoe UI"/>
                <a:ea typeface="Segoe UI"/>
                <a:cs typeface="Segoe UI"/>
              </a:defRPr>
            </a:lvl2pPr>
            <a:lvl3pPr>
              <a:defRPr sz="1950" b="1">
                <a:solidFill>
                  <a:srgbClr val="20252A"/>
                </a:solidFill>
                <a:latin typeface="Segoe UI"/>
                <a:ea typeface="Segoe UI"/>
                <a:cs typeface="Segoe UI"/>
              </a:defRPr>
            </a:lvl3pPr>
            <a:lvl4pPr>
              <a:defRPr sz="1950" b="1">
                <a:solidFill>
                  <a:srgbClr val="20252A"/>
                </a:solidFill>
                <a:latin typeface="Segoe UI"/>
                <a:ea typeface="Segoe UI"/>
                <a:cs typeface="Segoe UI"/>
              </a:defRPr>
            </a:lvl4pPr>
            <a:lvl5pPr>
              <a:defRPr sz="1950" b="1">
                <a:solidFill>
                  <a:srgbClr val="20252A"/>
                </a:solidFill>
                <a:latin typeface="Segoe UI"/>
                <a:ea typeface="Segoe UI"/>
                <a:cs typeface="Segoe UI"/>
              </a:defRPr>
            </a:lvl5pPr>
            <a:lvl6pPr>
              <a:defRPr sz="1950" b="1">
                <a:solidFill>
                  <a:srgbClr val="20252A"/>
                </a:solidFill>
                <a:latin typeface="Segoe UI"/>
                <a:ea typeface="Segoe UI"/>
                <a:cs typeface="Segoe UI"/>
              </a:defRPr>
            </a:lvl6pPr>
            <a:lvl7pPr>
              <a:defRPr sz="1950" b="1">
                <a:solidFill>
                  <a:srgbClr val="20252A"/>
                </a:solidFill>
                <a:latin typeface="Segoe UI"/>
                <a:ea typeface="Segoe UI"/>
                <a:cs typeface="Segoe UI"/>
              </a:defRPr>
            </a:lvl7pPr>
            <a:lvl8pPr>
              <a:defRPr sz="1950" b="1">
                <a:solidFill>
                  <a:srgbClr val="20252A"/>
                </a:solidFill>
                <a:latin typeface="Segoe UI"/>
                <a:ea typeface="Segoe UI"/>
                <a:cs typeface="Segoe UI"/>
              </a:defRPr>
            </a:lvl8pPr>
            <a:lvl9pPr>
              <a:defRPr sz="1950" b="1">
                <a:solidFill>
                  <a:srgbClr val="20252A"/>
                </a:solidFill>
                <a:latin typeface="Segoe UI"/>
                <a:ea typeface="Segoe UI"/>
                <a:cs typeface="Segoe UI"/>
              </a:defRPr>
            </a:lvl9pPr>
          </a:lstStyle>
          <a:p xmlns:a="http://schemas.openxmlformats.org/drawingml/2006/main">
            <a:pPr>
              <a:defRPr sz="1950" b="1">
                <a:solidFill>
                  <a:srgbClr val="20252A"/>
                </a:solidFill>
                <a:latin typeface="Segoe UI"/>
                <a:ea typeface="Segoe UI"/>
                <a:cs typeface="Segoe UI"/>
              </a:defRPr>
            </a:pPr>
            <a:r>
              <a:rPr sz="1950" b="1">
                <a:solidFill>
                  <a:srgbClr val="20252A"/>
                </a:solidFill>
                <a:latin typeface="Segoe UI"/>
                <a:ea typeface="Segoe UI"/>
                <a:cs typeface="Segoe UI"/>
              </a:rPr>
              <a:t>I feel __. My job today is __.</a:t>
            </a:r>
          </a:p>
        </p:txBody>
      </p:sp>
    </p:spTree>
    <p:extLst>
      <p:ext uri="{BB962C8B-B14F-4D97-AF65-F5344CB8AC3E}">
        <p14:creationId xmlns:p14="http://schemas.microsoft.com/office/powerpoint/2010/main" val="598463208"/>
      </p:ext>
    </p:extLst>
  </p:cSld>
</p:sld>
</file>

<file path=ppt/slides/slide15.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1EF73A25-120E-441A-A74A-60AC65E6062F}"/>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Retrieval</a:t>
            </a:r>
          </a:p>
        </p:txBody>
      </p:sp>
      <p:sp>
        <p:nvSpPr>
          <p:cNvPr id="2" name="text-1">
            <a:extLst xmlns:a="http://schemas.openxmlformats.org/drawingml/2006/main">
              <a:ext uri="{FF2B5EF4-FFF2-40B4-BE49-F238E27FC236}">
                <a16:creationId xmlns:a16="http://schemas.microsoft.com/office/drawing/2014/main" id="{29927630-C990-4A41-BF0C-6A7ECECEE7BE}"/>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L4b</a:t>
            </a:r>
          </a:p>
        </p:txBody>
      </p:sp>
      <p:sp>
        <p:nvSpPr>
          <p:cNvPr id="3" name="text-2">
            <a:extLst xmlns:a="http://schemas.openxmlformats.org/drawingml/2006/main">
              <a:ext uri="{FF2B5EF4-FFF2-40B4-BE49-F238E27FC236}">
                <a16:creationId xmlns:a16="http://schemas.microsoft.com/office/drawing/2014/main" id="{CDC121A6-D343-4C85-A723-262AC5123527}"/>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15 / 24 · 2 min</a:t>
            </a:r>
          </a:p>
        </p:txBody>
      </p:sp>
      <p:pic>
        <p:nvPicPr>
          <p:cNvPr id="4" name="My own approved target." descr="My own approved target.">
            <a:extLst xmlns:a="http://schemas.openxmlformats.org/drawingml/2006/main">
              <a:ext uri="{FF2B5EF4-FFF2-40B4-BE49-F238E27FC236}">
                <a16:creationId xmlns:a16="http://schemas.microsoft.com/office/drawing/2014/main" id="{F29EB232-3773-49EC-AAF2-41B018782F0F}"/>
              </a:ext>
            </a:extLst>
          </p:cNvPr>
          <p:cNvPicPr>
            <a:picLocks xmlns:a="http://schemas.openxmlformats.org/drawingml/2006/main" noChangeAspect="1"/>
          </p:cNvPicPr>
          <p:nvPr/>
        </p:nvPicPr>
        <p:blipFill>
          <a:blip xmlns:r="http://schemas.openxmlformats.org/officeDocument/2006/relationships" xmlns:a="http://schemas.openxmlformats.org/drawingml/2006/main" r:embed="R1ceff19ee2724c82"/>
          <a:stretch xmlns:a="http://schemas.openxmlformats.org/drawingml/2006/main"/>
        </p:blipFill>
        <p:spPr>
          <a:xfrm xmlns:a="http://schemas.openxmlformats.org/drawingml/2006/main">
            <a:off x="609600" y="1504950"/>
            <a:ext cx="952500" cy="95250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E83DD516-422A-4626-9C1B-B30102EC7B1C}"/>
              </a:ext>
            </a:extLst>
          </p:cNvPr>
          <p:cNvSpPr>
            <a:spLocks xmlns:a="http://schemas.openxmlformats.org/drawingml/2006/main" noGrp="1"/>
          </p:cNvSpPr>
          <p:nvPr/>
        </p:nvSpPr>
        <p:spPr>
          <a:xfrm xmlns:a="http://schemas.openxmlformats.org/drawingml/2006/main">
            <a:off x="1952625" y="1457325"/>
            <a:ext cx="962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700" b="1">
                <a:solidFill>
                  <a:srgbClr val="20252A"/>
                </a:solidFill>
                <a:latin typeface="Segoe UI"/>
                <a:ea typeface="Segoe UI"/>
                <a:cs typeface="Segoe UI"/>
              </a:defRPr>
            </a:defPPr>
            <a:lvl1pPr>
              <a:defRPr sz="2700" b="1">
                <a:solidFill>
                  <a:srgbClr val="20252A"/>
                </a:solidFill>
                <a:latin typeface="Segoe UI"/>
                <a:ea typeface="Segoe UI"/>
                <a:cs typeface="Segoe UI"/>
              </a:defRPr>
            </a:lvl1pPr>
            <a:lvl2pPr>
              <a:defRPr sz="2700" b="1">
                <a:solidFill>
                  <a:srgbClr val="20252A"/>
                </a:solidFill>
                <a:latin typeface="Segoe UI"/>
                <a:ea typeface="Segoe UI"/>
                <a:cs typeface="Segoe UI"/>
              </a:defRPr>
            </a:lvl2pPr>
            <a:lvl3pPr>
              <a:defRPr sz="2700" b="1">
                <a:solidFill>
                  <a:srgbClr val="20252A"/>
                </a:solidFill>
                <a:latin typeface="Segoe UI"/>
                <a:ea typeface="Segoe UI"/>
                <a:cs typeface="Segoe UI"/>
              </a:defRPr>
            </a:lvl3pPr>
            <a:lvl4pPr>
              <a:defRPr sz="2700" b="1">
                <a:solidFill>
                  <a:srgbClr val="20252A"/>
                </a:solidFill>
                <a:latin typeface="Segoe UI"/>
                <a:ea typeface="Segoe UI"/>
                <a:cs typeface="Segoe UI"/>
              </a:defRPr>
            </a:lvl4pPr>
            <a:lvl5pPr>
              <a:defRPr sz="2700" b="1">
                <a:solidFill>
                  <a:srgbClr val="20252A"/>
                </a:solidFill>
                <a:latin typeface="Segoe UI"/>
                <a:ea typeface="Segoe UI"/>
                <a:cs typeface="Segoe UI"/>
              </a:defRPr>
            </a:lvl5pPr>
            <a:lvl6pPr>
              <a:defRPr sz="2700" b="1">
                <a:solidFill>
                  <a:srgbClr val="20252A"/>
                </a:solidFill>
                <a:latin typeface="Segoe UI"/>
                <a:ea typeface="Segoe UI"/>
                <a:cs typeface="Segoe UI"/>
              </a:defRPr>
            </a:lvl6pPr>
            <a:lvl7pPr>
              <a:defRPr sz="2700" b="1">
                <a:solidFill>
                  <a:srgbClr val="20252A"/>
                </a:solidFill>
                <a:latin typeface="Segoe UI"/>
                <a:ea typeface="Segoe UI"/>
                <a:cs typeface="Segoe UI"/>
              </a:defRPr>
            </a:lvl7pPr>
            <a:lvl8pPr>
              <a:defRPr sz="2700" b="1">
                <a:solidFill>
                  <a:srgbClr val="20252A"/>
                </a:solidFill>
                <a:latin typeface="Segoe UI"/>
                <a:ea typeface="Segoe UI"/>
                <a:cs typeface="Segoe UI"/>
              </a:defRPr>
            </a:lvl8pPr>
            <a:lvl9pPr>
              <a:defRPr sz="2700" b="1">
                <a:solidFill>
                  <a:srgbClr val="20252A"/>
                </a:solidFill>
                <a:latin typeface="Segoe UI"/>
                <a:ea typeface="Segoe UI"/>
                <a:cs typeface="Segoe UI"/>
              </a:defRPr>
            </a:lvl9pPr>
          </a:lstStyle>
          <a:p xmlns:a="http://schemas.openxmlformats.org/drawingml/2006/main">
            <a:pPr>
              <a:defRPr sz="2700" b="1">
                <a:solidFill>
                  <a:srgbClr val="20252A"/>
                </a:solidFill>
                <a:latin typeface="Segoe UI"/>
                <a:ea typeface="Segoe UI"/>
                <a:cs typeface="Segoe UI"/>
              </a:defRPr>
            </a:pPr>
            <a:r>
              <a:rPr sz="2700" b="1">
                <a:solidFill>
                  <a:srgbClr val="20252A"/>
                </a:solidFill>
                <a:latin typeface="Segoe UI"/>
                <a:ea typeface="Segoe UI"/>
                <a:cs typeface="Segoe UI"/>
              </a:rPr>
              <a:t>The adult has checked storage.</a:t>
            </a:r>
          </a:p>
        </p:txBody>
      </p:sp>
      <p:sp>
        <p:nvSpPr>
          <p:cNvPr id="6" name="text-4">
            <a:extLst xmlns:a="http://schemas.openxmlformats.org/drawingml/2006/main">
              <a:ext uri="{FF2B5EF4-FFF2-40B4-BE49-F238E27FC236}">
                <a16:creationId xmlns:a16="http://schemas.microsoft.com/office/drawing/2014/main" id="{06B02756-CA07-4E5A-A73F-F91BE0B3C22A}"/>
              </a:ext>
            </a:extLst>
          </p:cNvPr>
          <p:cNvSpPr>
            <a:spLocks xmlns:a="http://schemas.openxmlformats.org/drawingml/2006/main" noGrp="1"/>
          </p:cNvSpPr>
          <p:nvPr/>
        </p:nvSpPr>
        <p:spPr>
          <a:xfrm xmlns:a="http://schemas.openxmlformats.org/drawingml/2006/main">
            <a:off x="1952625" y="2381250"/>
            <a:ext cx="962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700" b="0">
                <a:solidFill>
                  <a:srgbClr val="20252A"/>
                </a:solidFill>
                <a:latin typeface="Segoe UI"/>
                <a:ea typeface="Segoe UI"/>
                <a:cs typeface="Segoe UI"/>
              </a:defRPr>
            </a:defPPr>
            <a:lvl1pPr>
              <a:defRPr sz="2700" b="0">
                <a:solidFill>
                  <a:srgbClr val="20252A"/>
                </a:solidFill>
                <a:latin typeface="Segoe UI"/>
                <a:ea typeface="Segoe UI"/>
                <a:cs typeface="Segoe UI"/>
              </a:defRPr>
            </a:lvl1pPr>
            <a:lvl2pPr>
              <a:defRPr sz="2700" b="0">
                <a:solidFill>
                  <a:srgbClr val="20252A"/>
                </a:solidFill>
                <a:latin typeface="Segoe UI"/>
                <a:ea typeface="Segoe UI"/>
                <a:cs typeface="Segoe UI"/>
              </a:defRPr>
            </a:lvl2pPr>
            <a:lvl3pPr>
              <a:defRPr sz="2700" b="0">
                <a:solidFill>
                  <a:srgbClr val="20252A"/>
                </a:solidFill>
                <a:latin typeface="Segoe UI"/>
                <a:ea typeface="Segoe UI"/>
                <a:cs typeface="Segoe UI"/>
              </a:defRPr>
            </a:lvl3pPr>
            <a:lvl4pPr>
              <a:defRPr sz="2700" b="0">
                <a:solidFill>
                  <a:srgbClr val="20252A"/>
                </a:solidFill>
                <a:latin typeface="Segoe UI"/>
                <a:ea typeface="Segoe UI"/>
                <a:cs typeface="Segoe UI"/>
              </a:defRPr>
            </a:lvl4pPr>
            <a:lvl5pPr>
              <a:defRPr sz="2700" b="0">
                <a:solidFill>
                  <a:srgbClr val="20252A"/>
                </a:solidFill>
                <a:latin typeface="Segoe UI"/>
                <a:ea typeface="Segoe UI"/>
                <a:cs typeface="Segoe UI"/>
              </a:defRPr>
            </a:lvl5pPr>
            <a:lvl6pPr>
              <a:defRPr sz="2700" b="0">
                <a:solidFill>
                  <a:srgbClr val="20252A"/>
                </a:solidFill>
                <a:latin typeface="Segoe UI"/>
                <a:ea typeface="Segoe UI"/>
                <a:cs typeface="Segoe UI"/>
              </a:defRPr>
            </a:lvl6pPr>
            <a:lvl7pPr>
              <a:defRPr sz="2700" b="0">
                <a:solidFill>
                  <a:srgbClr val="20252A"/>
                </a:solidFill>
                <a:latin typeface="Segoe UI"/>
                <a:ea typeface="Segoe UI"/>
                <a:cs typeface="Segoe UI"/>
              </a:defRPr>
            </a:lvl7pPr>
            <a:lvl8pPr>
              <a:defRPr sz="2700" b="0">
                <a:solidFill>
                  <a:srgbClr val="20252A"/>
                </a:solidFill>
                <a:latin typeface="Segoe UI"/>
                <a:ea typeface="Segoe UI"/>
                <a:cs typeface="Segoe UI"/>
              </a:defRPr>
            </a:lvl8pPr>
            <a:lvl9pPr>
              <a:defRPr sz="2700" b="0">
                <a:solidFill>
                  <a:srgbClr val="20252A"/>
                </a:solidFill>
                <a:latin typeface="Segoe UI"/>
                <a:ea typeface="Segoe UI"/>
                <a:cs typeface="Segoe UI"/>
              </a:defRPr>
            </a:lvl9pPr>
          </a:lstStyle>
          <a:p xmlns:a="http://schemas.openxmlformats.org/drawingml/2006/main">
            <a:pPr>
              <a:defRPr sz="2700" b="0">
                <a:solidFill>
                  <a:srgbClr val="20252A"/>
                </a:solidFill>
                <a:latin typeface="Segoe UI"/>
                <a:ea typeface="Segoe UI"/>
                <a:cs typeface="Segoe UI"/>
              </a:defRPr>
            </a:pPr>
            <a:r>
              <a:rPr sz="2700" b="0">
                <a:solidFill>
                  <a:srgbClr val="20252A"/>
                </a:solidFill>
                <a:latin typeface="Segoe UI"/>
                <a:ea typeface="Segoe UI"/>
                <a:cs typeface="Segoe UI"/>
              </a:rPr>
              <a:t>Our cakes are cool.</a:t>
            </a:r>
          </a:p>
        </p:txBody>
      </p:sp>
      <p:sp>
        <p:nvSpPr>
          <p:cNvPr id="7" name="text-5">
            <a:extLst xmlns:a="http://schemas.openxmlformats.org/drawingml/2006/main">
              <a:ext uri="{FF2B5EF4-FFF2-40B4-BE49-F238E27FC236}">
                <a16:creationId xmlns:a16="http://schemas.microsoft.com/office/drawing/2014/main" id="{E0990DCA-ACAE-43DC-8309-560E38A436DF}"/>
              </a:ext>
            </a:extLst>
          </p:cNvPr>
          <p:cNvSpPr>
            <a:spLocks xmlns:a="http://schemas.openxmlformats.org/drawingml/2006/main" noGrp="1"/>
          </p:cNvSpPr>
          <p:nvPr/>
        </p:nvSpPr>
        <p:spPr>
          <a:xfrm xmlns:a="http://schemas.openxmlformats.org/drawingml/2006/main">
            <a:off x="1952625" y="3305175"/>
            <a:ext cx="962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700" b="0">
                <a:solidFill>
                  <a:srgbClr val="20252A"/>
                </a:solidFill>
                <a:latin typeface="Segoe UI"/>
                <a:ea typeface="Segoe UI"/>
                <a:cs typeface="Segoe UI"/>
              </a:defRPr>
            </a:defPPr>
            <a:lvl1pPr>
              <a:defRPr sz="2700" b="0">
                <a:solidFill>
                  <a:srgbClr val="20252A"/>
                </a:solidFill>
                <a:latin typeface="Segoe UI"/>
                <a:ea typeface="Segoe UI"/>
                <a:cs typeface="Segoe UI"/>
              </a:defRPr>
            </a:lvl1pPr>
            <a:lvl2pPr>
              <a:defRPr sz="2700" b="0">
                <a:solidFill>
                  <a:srgbClr val="20252A"/>
                </a:solidFill>
                <a:latin typeface="Segoe UI"/>
                <a:ea typeface="Segoe UI"/>
                <a:cs typeface="Segoe UI"/>
              </a:defRPr>
            </a:lvl2pPr>
            <a:lvl3pPr>
              <a:defRPr sz="2700" b="0">
                <a:solidFill>
                  <a:srgbClr val="20252A"/>
                </a:solidFill>
                <a:latin typeface="Segoe UI"/>
                <a:ea typeface="Segoe UI"/>
                <a:cs typeface="Segoe UI"/>
              </a:defRPr>
            </a:lvl3pPr>
            <a:lvl4pPr>
              <a:defRPr sz="2700" b="0">
                <a:solidFill>
                  <a:srgbClr val="20252A"/>
                </a:solidFill>
                <a:latin typeface="Segoe UI"/>
                <a:ea typeface="Segoe UI"/>
                <a:cs typeface="Segoe UI"/>
              </a:defRPr>
            </a:lvl4pPr>
            <a:lvl5pPr>
              <a:defRPr sz="2700" b="0">
                <a:solidFill>
                  <a:srgbClr val="20252A"/>
                </a:solidFill>
                <a:latin typeface="Segoe UI"/>
                <a:ea typeface="Segoe UI"/>
                <a:cs typeface="Segoe UI"/>
              </a:defRPr>
            </a:lvl5pPr>
            <a:lvl6pPr>
              <a:defRPr sz="2700" b="0">
                <a:solidFill>
                  <a:srgbClr val="20252A"/>
                </a:solidFill>
                <a:latin typeface="Segoe UI"/>
                <a:ea typeface="Segoe UI"/>
                <a:cs typeface="Segoe UI"/>
              </a:defRPr>
            </a:lvl6pPr>
            <a:lvl7pPr>
              <a:defRPr sz="2700" b="0">
                <a:solidFill>
                  <a:srgbClr val="20252A"/>
                </a:solidFill>
                <a:latin typeface="Segoe UI"/>
                <a:ea typeface="Segoe UI"/>
                <a:cs typeface="Segoe UI"/>
              </a:defRPr>
            </a:lvl7pPr>
            <a:lvl8pPr>
              <a:defRPr sz="2700" b="0">
                <a:solidFill>
                  <a:srgbClr val="20252A"/>
                </a:solidFill>
                <a:latin typeface="Segoe UI"/>
                <a:ea typeface="Segoe UI"/>
                <a:cs typeface="Segoe UI"/>
              </a:defRPr>
            </a:lvl8pPr>
            <a:lvl9pPr>
              <a:defRPr sz="2700" b="0">
                <a:solidFill>
                  <a:srgbClr val="20252A"/>
                </a:solidFill>
                <a:latin typeface="Segoe UI"/>
                <a:ea typeface="Segoe UI"/>
                <a:cs typeface="Segoe UI"/>
              </a:defRPr>
            </a:lvl9pPr>
          </a:lstStyle>
          <a:p xmlns:a="http://schemas.openxmlformats.org/drawingml/2006/main">
            <a:pPr>
              <a:defRPr sz="2700" b="0">
                <a:solidFill>
                  <a:srgbClr val="20252A"/>
                </a:solidFill>
                <a:latin typeface="Segoe UI"/>
                <a:ea typeface="Segoe UI"/>
                <a:cs typeface="Segoe UI"/>
              </a:defRPr>
            </a:pPr>
            <a:r>
              <a:rPr sz="2700" b="0">
                <a:solidFill>
                  <a:srgbClr val="20252A"/>
                </a:solidFill>
                <a:latin typeface="Segoe UI"/>
                <a:ea typeface="Segoe UI"/>
                <a:cs typeface="Segoe UI"/>
              </a:rPr>
              <a:t>My decision tool is __.</a:t>
            </a:r>
          </a:p>
        </p:txBody>
      </p:sp>
      <p:sp>
        <p:nvSpPr>
          <p:cNvPr id="8" name="text-6">
            <a:extLst xmlns:a="http://schemas.openxmlformats.org/drawingml/2006/main">
              <a:ext uri="{FF2B5EF4-FFF2-40B4-BE49-F238E27FC236}">
                <a16:creationId xmlns:a16="http://schemas.microsoft.com/office/drawing/2014/main" id="{1F3707F7-FE4E-437E-8E2C-DB034E760AAD}"/>
              </a:ext>
            </a:extLst>
          </p:cNvPr>
          <p:cNvSpPr>
            <a:spLocks xmlns:a="http://schemas.openxmlformats.org/drawingml/2006/main" noGrp="1"/>
          </p:cNvSpPr>
          <p:nvPr/>
        </p:nvSpPr>
        <p:spPr>
          <a:xfrm xmlns:a="http://schemas.openxmlformats.org/drawingml/2006/main">
            <a:off x="609600" y="4552950"/>
            <a:ext cx="1095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250" b="1">
                <a:solidFill>
                  <a:srgbClr val="20252A"/>
                </a:solidFill>
                <a:latin typeface="Segoe UI"/>
                <a:ea typeface="Segoe UI"/>
                <a:cs typeface="Segoe UI"/>
              </a:defRPr>
            </a:defPPr>
            <a:lvl1pPr>
              <a:defRPr sz="2250" b="1">
                <a:solidFill>
                  <a:srgbClr val="20252A"/>
                </a:solidFill>
                <a:latin typeface="Segoe UI"/>
                <a:ea typeface="Segoe UI"/>
                <a:cs typeface="Segoe UI"/>
              </a:defRPr>
            </a:lvl1pPr>
            <a:lvl2pPr>
              <a:defRPr sz="2250" b="1">
                <a:solidFill>
                  <a:srgbClr val="20252A"/>
                </a:solidFill>
                <a:latin typeface="Segoe UI"/>
                <a:ea typeface="Segoe UI"/>
                <a:cs typeface="Segoe UI"/>
              </a:defRPr>
            </a:lvl2pPr>
            <a:lvl3pPr>
              <a:defRPr sz="2250" b="1">
                <a:solidFill>
                  <a:srgbClr val="20252A"/>
                </a:solidFill>
                <a:latin typeface="Segoe UI"/>
                <a:ea typeface="Segoe UI"/>
                <a:cs typeface="Segoe UI"/>
              </a:defRPr>
            </a:lvl3pPr>
            <a:lvl4pPr>
              <a:defRPr sz="2250" b="1">
                <a:solidFill>
                  <a:srgbClr val="20252A"/>
                </a:solidFill>
                <a:latin typeface="Segoe UI"/>
                <a:ea typeface="Segoe UI"/>
                <a:cs typeface="Segoe UI"/>
              </a:defRPr>
            </a:lvl4pPr>
            <a:lvl5pPr>
              <a:defRPr sz="2250" b="1">
                <a:solidFill>
                  <a:srgbClr val="20252A"/>
                </a:solidFill>
                <a:latin typeface="Segoe UI"/>
                <a:ea typeface="Segoe UI"/>
                <a:cs typeface="Segoe UI"/>
              </a:defRPr>
            </a:lvl5pPr>
            <a:lvl6pPr>
              <a:defRPr sz="2250" b="1">
                <a:solidFill>
                  <a:srgbClr val="20252A"/>
                </a:solidFill>
                <a:latin typeface="Segoe UI"/>
                <a:ea typeface="Segoe UI"/>
                <a:cs typeface="Segoe UI"/>
              </a:defRPr>
            </a:lvl6pPr>
            <a:lvl7pPr>
              <a:defRPr sz="2250" b="1">
                <a:solidFill>
                  <a:srgbClr val="20252A"/>
                </a:solidFill>
                <a:latin typeface="Segoe UI"/>
                <a:ea typeface="Segoe UI"/>
                <a:cs typeface="Segoe UI"/>
              </a:defRPr>
            </a:lvl7pPr>
            <a:lvl8pPr>
              <a:defRPr sz="2250" b="1">
                <a:solidFill>
                  <a:srgbClr val="20252A"/>
                </a:solidFill>
                <a:latin typeface="Segoe UI"/>
                <a:ea typeface="Segoe UI"/>
                <a:cs typeface="Segoe UI"/>
              </a:defRPr>
            </a:lvl8pPr>
            <a:lvl9pPr>
              <a:defRPr sz="2250" b="1">
                <a:solidFill>
                  <a:srgbClr val="20252A"/>
                </a:solidFill>
                <a:latin typeface="Segoe UI"/>
                <a:ea typeface="Segoe UI"/>
                <a:cs typeface="Segoe UI"/>
              </a:defRPr>
            </a:lvl9pPr>
          </a:lstStyle>
          <a:p xmlns:a="http://schemas.openxmlformats.org/drawingml/2006/main">
            <a:pPr>
              <a:defRPr sz="2250" b="1">
                <a:solidFill>
                  <a:srgbClr val="20252A"/>
                </a:solidFill>
                <a:latin typeface="Segoe UI"/>
                <a:ea typeface="Segoe UI"/>
                <a:cs typeface="Segoe UI"/>
              </a:defRPr>
            </a:pPr>
            <a:r>
              <a:rPr sz="2250" b="1">
                <a:solidFill>
                  <a:srgbClr val="20252A"/>
                </a:solidFill>
                <a:latin typeface="Segoe UI"/>
                <a:ea typeface="Segoe UI"/>
                <a:cs typeface="Segoe UI"/>
              </a:rPr>
              <a:t>Find your plan and role card.</a:t>
            </a:r>
          </a:p>
        </p:txBody>
      </p:sp>
      <p:sp>
        <p:nvSpPr>
          <p:cNvPr id="9" name="text-7">
            <a:extLst xmlns:a="http://schemas.openxmlformats.org/drawingml/2006/main">
              <a:ext uri="{FF2B5EF4-FFF2-40B4-BE49-F238E27FC236}">
                <a16:creationId xmlns:a16="http://schemas.microsoft.com/office/drawing/2014/main" id="{8F95421D-02C1-432E-924F-3AF03B073248}"/>
              </a:ext>
            </a:extLst>
          </p:cNvPr>
          <p:cNvSpPr>
            <a:spLocks xmlns:a="http://schemas.openxmlformats.org/drawingml/2006/main" noGrp="1"/>
          </p:cNvSpPr>
          <p:nvPr/>
        </p:nvSpPr>
        <p:spPr>
          <a:xfrm xmlns:a="http://schemas.openxmlformats.org/drawingml/2006/main">
            <a:off x="609600" y="54578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0">
                <a:solidFill>
                  <a:srgbClr val="535B62"/>
                </a:solidFill>
                <a:latin typeface="Segoe UI"/>
                <a:ea typeface="Segoe UI"/>
                <a:cs typeface="Segoe UI"/>
              </a:defRPr>
            </a:defPPr>
            <a:lvl1pPr>
              <a:defRPr sz="2025" b="0">
                <a:solidFill>
                  <a:srgbClr val="535B62"/>
                </a:solidFill>
                <a:latin typeface="Segoe UI"/>
                <a:ea typeface="Segoe UI"/>
                <a:cs typeface="Segoe UI"/>
              </a:defRPr>
            </a:lvl1pPr>
            <a:lvl2pPr>
              <a:defRPr sz="2025" b="0">
                <a:solidFill>
                  <a:srgbClr val="535B62"/>
                </a:solidFill>
                <a:latin typeface="Segoe UI"/>
                <a:ea typeface="Segoe UI"/>
                <a:cs typeface="Segoe UI"/>
              </a:defRPr>
            </a:lvl2pPr>
            <a:lvl3pPr>
              <a:defRPr sz="2025" b="0">
                <a:solidFill>
                  <a:srgbClr val="535B62"/>
                </a:solidFill>
                <a:latin typeface="Segoe UI"/>
                <a:ea typeface="Segoe UI"/>
                <a:cs typeface="Segoe UI"/>
              </a:defRPr>
            </a:lvl3pPr>
            <a:lvl4pPr>
              <a:defRPr sz="2025" b="0">
                <a:solidFill>
                  <a:srgbClr val="535B62"/>
                </a:solidFill>
                <a:latin typeface="Segoe UI"/>
                <a:ea typeface="Segoe UI"/>
                <a:cs typeface="Segoe UI"/>
              </a:defRPr>
            </a:lvl4pPr>
            <a:lvl5pPr>
              <a:defRPr sz="2025" b="0">
                <a:solidFill>
                  <a:srgbClr val="535B62"/>
                </a:solidFill>
                <a:latin typeface="Segoe UI"/>
                <a:ea typeface="Segoe UI"/>
                <a:cs typeface="Segoe UI"/>
              </a:defRPr>
            </a:lvl5pPr>
            <a:lvl6pPr>
              <a:defRPr sz="2025" b="0">
                <a:solidFill>
                  <a:srgbClr val="535B62"/>
                </a:solidFill>
                <a:latin typeface="Segoe UI"/>
                <a:ea typeface="Segoe UI"/>
                <a:cs typeface="Segoe UI"/>
              </a:defRPr>
            </a:lvl6pPr>
            <a:lvl7pPr>
              <a:defRPr sz="2025" b="0">
                <a:solidFill>
                  <a:srgbClr val="535B62"/>
                </a:solidFill>
                <a:latin typeface="Segoe UI"/>
                <a:ea typeface="Segoe UI"/>
                <a:cs typeface="Segoe UI"/>
              </a:defRPr>
            </a:lvl7pPr>
            <a:lvl8pPr>
              <a:defRPr sz="2025" b="0">
                <a:solidFill>
                  <a:srgbClr val="535B62"/>
                </a:solidFill>
                <a:latin typeface="Segoe UI"/>
                <a:ea typeface="Segoe UI"/>
                <a:cs typeface="Segoe UI"/>
              </a:defRPr>
            </a:lvl8pPr>
            <a:lvl9pPr>
              <a:defRPr sz="2025" b="0">
                <a:solidFill>
                  <a:srgbClr val="535B62"/>
                </a:solidFill>
                <a:latin typeface="Segoe UI"/>
                <a:ea typeface="Segoe UI"/>
                <a:cs typeface="Segoe UI"/>
              </a:defRPr>
            </a:lvl9pPr>
          </a:lstStyle>
          <a:p xmlns:a="http://schemas.openxmlformats.org/drawingml/2006/main">
            <a:pPr>
              <a:defRPr sz="2025" b="0">
                <a:solidFill>
                  <a:srgbClr val="535B62"/>
                </a:solidFill>
                <a:latin typeface="Segoe UI"/>
                <a:ea typeface="Segoe UI"/>
                <a:cs typeface="Segoe UI"/>
              </a:defRPr>
            </a:pPr>
            <a:r>
              <a:rPr sz="2025" b="0">
                <a:solidFill>
                  <a:srgbClr val="535B62"/>
                </a:solidFill>
                <a:latin typeface="Segoe UI"/>
                <a:ea typeface="Segoe UI"/>
                <a:cs typeface="Segoe UI"/>
              </a:rPr>
              <a:t>Word mat: portion · allergen · label · feedback</a:t>
            </a:r>
          </a:p>
        </p:txBody>
      </p:sp>
    </p:spTree>
    <p:extLst>
      <p:ext uri="{BB962C8B-B14F-4D97-AF65-F5344CB8AC3E}">
        <p14:creationId xmlns:p14="http://schemas.microsoft.com/office/powerpoint/2010/main" val="1988780105"/>
      </p:ext>
    </p:extLst>
  </p:cSld>
</p:sld>
</file>

<file path=ppt/slides/slide16.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6CC67195-36AE-4A52-9EF2-A2396AA463EA}"/>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Today: objective + I can</a:t>
            </a:r>
          </a:p>
        </p:txBody>
      </p:sp>
      <p:sp>
        <p:nvSpPr>
          <p:cNvPr id="2" name="text-1">
            <a:extLst xmlns:a="http://schemas.openxmlformats.org/drawingml/2006/main">
              <a:ext uri="{FF2B5EF4-FFF2-40B4-BE49-F238E27FC236}">
                <a16:creationId xmlns:a16="http://schemas.microsoft.com/office/drawing/2014/main" id="{45AA324C-09BD-4B43-A100-35E4198D2788}"/>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L4b</a:t>
            </a:r>
          </a:p>
        </p:txBody>
      </p:sp>
      <p:sp>
        <p:nvSpPr>
          <p:cNvPr id="3" name="text-2">
            <a:extLst xmlns:a="http://schemas.openxmlformats.org/drawingml/2006/main">
              <a:ext uri="{FF2B5EF4-FFF2-40B4-BE49-F238E27FC236}">
                <a16:creationId xmlns:a16="http://schemas.microsoft.com/office/drawing/2014/main" id="{6382663A-4031-4563-BDDE-BF4179D99471}"/>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16 / 24 · 1 min</a:t>
            </a:r>
          </a:p>
        </p:txBody>
      </p:sp>
      <p:sp>
        <p:nvSpPr>
          <p:cNvPr id="4" name="text-3">
            <a:extLst xmlns:a="http://schemas.openxmlformats.org/drawingml/2006/main">
              <a:ext uri="{FF2B5EF4-FFF2-40B4-BE49-F238E27FC236}">
                <a16:creationId xmlns:a16="http://schemas.microsoft.com/office/drawing/2014/main" id="{CE4A9B8B-F3D6-4F7A-A58C-D287F78E7666}"/>
              </a:ext>
            </a:extLst>
          </p:cNvPr>
          <p:cNvSpPr>
            <a:spLocks xmlns:a="http://schemas.openxmlformats.org/drawingml/2006/main" noGrp="1"/>
          </p:cNvSpPr>
          <p:nvPr/>
        </p:nvSpPr>
        <p:spPr>
          <a:xfrm xmlns:a="http://schemas.openxmlformats.org/drawingml/2006/main">
            <a:off x="609600" y="1381125"/>
            <a:ext cx="10972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000" b="1">
                <a:solidFill>
                  <a:srgbClr val="20252A"/>
                </a:solidFill>
                <a:latin typeface="Segoe UI"/>
                <a:ea typeface="Segoe UI"/>
                <a:cs typeface="Segoe UI"/>
              </a:defRPr>
            </a:defPPr>
            <a:lvl1pPr>
              <a:defRPr sz="3000" b="1">
                <a:solidFill>
                  <a:srgbClr val="20252A"/>
                </a:solidFill>
                <a:latin typeface="Segoe UI"/>
                <a:ea typeface="Segoe UI"/>
                <a:cs typeface="Segoe UI"/>
              </a:defRPr>
            </a:lvl1pPr>
            <a:lvl2pPr>
              <a:defRPr sz="3000" b="1">
                <a:solidFill>
                  <a:srgbClr val="20252A"/>
                </a:solidFill>
                <a:latin typeface="Segoe UI"/>
                <a:ea typeface="Segoe UI"/>
                <a:cs typeface="Segoe UI"/>
              </a:defRPr>
            </a:lvl2pPr>
            <a:lvl3pPr>
              <a:defRPr sz="3000" b="1">
                <a:solidFill>
                  <a:srgbClr val="20252A"/>
                </a:solidFill>
                <a:latin typeface="Segoe UI"/>
                <a:ea typeface="Segoe UI"/>
                <a:cs typeface="Segoe UI"/>
              </a:defRPr>
            </a:lvl3pPr>
            <a:lvl4pPr>
              <a:defRPr sz="3000" b="1">
                <a:solidFill>
                  <a:srgbClr val="20252A"/>
                </a:solidFill>
                <a:latin typeface="Segoe UI"/>
                <a:ea typeface="Segoe UI"/>
                <a:cs typeface="Segoe UI"/>
              </a:defRPr>
            </a:lvl4pPr>
            <a:lvl5pPr>
              <a:defRPr sz="3000" b="1">
                <a:solidFill>
                  <a:srgbClr val="20252A"/>
                </a:solidFill>
                <a:latin typeface="Segoe UI"/>
                <a:ea typeface="Segoe UI"/>
                <a:cs typeface="Segoe UI"/>
              </a:defRPr>
            </a:lvl5pPr>
            <a:lvl6pPr>
              <a:defRPr sz="3000" b="1">
                <a:solidFill>
                  <a:srgbClr val="20252A"/>
                </a:solidFill>
                <a:latin typeface="Segoe UI"/>
                <a:ea typeface="Segoe UI"/>
                <a:cs typeface="Segoe UI"/>
              </a:defRPr>
            </a:lvl6pPr>
            <a:lvl7pPr>
              <a:defRPr sz="3000" b="1">
                <a:solidFill>
                  <a:srgbClr val="20252A"/>
                </a:solidFill>
                <a:latin typeface="Segoe UI"/>
                <a:ea typeface="Segoe UI"/>
                <a:cs typeface="Segoe UI"/>
              </a:defRPr>
            </a:lvl7pPr>
            <a:lvl8pPr>
              <a:defRPr sz="3000" b="1">
                <a:solidFill>
                  <a:srgbClr val="20252A"/>
                </a:solidFill>
                <a:latin typeface="Segoe UI"/>
                <a:ea typeface="Segoe UI"/>
                <a:cs typeface="Segoe UI"/>
              </a:defRPr>
            </a:lvl8pPr>
            <a:lvl9pPr>
              <a:defRPr sz="3000" b="1">
                <a:solidFill>
                  <a:srgbClr val="20252A"/>
                </a:solidFill>
                <a:latin typeface="Segoe UI"/>
                <a:ea typeface="Segoe UI"/>
                <a:cs typeface="Segoe UI"/>
              </a:defRPr>
            </a:lvl9pPr>
          </a:lstStyle>
          <a:p xmlns:a="http://schemas.openxmlformats.org/drawingml/2006/main">
            <a:pPr>
              <a:defRPr sz="3000" b="1">
                <a:solidFill>
                  <a:srgbClr val="20252A"/>
                </a:solidFill>
                <a:latin typeface="Segoe UI"/>
                <a:ea typeface="Segoe UI"/>
                <a:cs typeface="Segoe UI"/>
              </a:defRPr>
            </a:pPr>
            <a:r>
              <a:rPr sz="3000" b="1">
                <a:solidFill>
                  <a:srgbClr val="20252A"/>
                </a:solidFill>
                <a:latin typeface="Segoe UI"/>
                <a:ea typeface="Segoe UI"/>
                <a:cs typeface="Segoe UI"/>
              </a:rPr>
              <a:t>Today: portion, label and test.</a:t>
            </a:r>
          </a:p>
        </p:txBody>
      </p:sp>
      <p:sp>
        <p:nvSpPr>
          <p:cNvPr id="5" name="text-4">
            <a:extLst xmlns:a="http://schemas.openxmlformats.org/drawingml/2006/main">
              <a:ext uri="{FF2B5EF4-FFF2-40B4-BE49-F238E27FC236}">
                <a16:creationId xmlns:a16="http://schemas.microsoft.com/office/drawing/2014/main" id="{1BC539B4-998C-4A68-9F36-BF689E3916C3}"/>
              </a:ext>
            </a:extLst>
          </p:cNvPr>
          <p:cNvSpPr>
            <a:spLocks xmlns:a="http://schemas.openxmlformats.org/drawingml/2006/main" noGrp="1"/>
          </p:cNvSpPr>
          <p:nvPr/>
        </p:nvSpPr>
        <p:spPr>
          <a:xfrm xmlns:a="http://schemas.openxmlformats.org/drawingml/2006/main">
            <a:off x="609600" y="24955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00" b="1">
                <a:solidFill>
                  <a:srgbClr val="20252A"/>
                </a:solidFill>
                <a:latin typeface="Segoe UI"/>
                <a:ea typeface="Segoe UI"/>
                <a:cs typeface="Segoe UI"/>
              </a:defRPr>
            </a:defPPr>
            <a:lvl1pPr>
              <a:defRPr sz="2400" b="1">
                <a:solidFill>
                  <a:srgbClr val="20252A"/>
                </a:solidFill>
                <a:latin typeface="Segoe UI"/>
                <a:ea typeface="Segoe UI"/>
                <a:cs typeface="Segoe UI"/>
              </a:defRPr>
            </a:lvl1pPr>
            <a:lvl2pPr>
              <a:defRPr sz="2400" b="1">
                <a:solidFill>
                  <a:srgbClr val="20252A"/>
                </a:solidFill>
                <a:latin typeface="Segoe UI"/>
                <a:ea typeface="Segoe UI"/>
                <a:cs typeface="Segoe UI"/>
              </a:defRPr>
            </a:lvl2pPr>
            <a:lvl3pPr>
              <a:defRPr sz="2400" b="1">
                <a:solidFill>
                  <a:srgbClr val="20252A"/>
                </a:solidFill>
                <a:latin typeface="Segoe UI"/>
                <a:ea typeface="Segoe UI"/>
                <a:cs typeface="Segoe UI"/>
              </a:defRPr>
            </a:lvl3pPr>
            <a:lvl4pPr>
              <a:defRPr sz="2400" b="1">
                <a:solidFill>
                  <a:srgbClr val="20252A"/>
                </a:solidFill>
                <a:latin typeface="Segoe UI"/>
                <a:ea typeface="Segoe UI"/>
                <a:cs typeface="Segoe UI"/>
              </a:defRPr>
            </a:lvl4pPr>
            <a:lvl5pPr>
              <a:defRPr sz="2400" b="1">
                <a:solidFill>
                  <a:srgbClr val="20252A"/>
                </a:solidFill>
                <a:latin typeface="Segoe UI"/>
                <a:ea typeface="Segoe UI"/>
                <a:cs typeface="Segoe UI"/>
              </a:defRPr>
            </a:lvl5pPr>
            <a:lvl6pPr>
              <a:defRPr sz="2400" b="1">
                <a:solidFill>
                  <a:srgbClr val="20252A"/>
                </a:solidFill>
                <a:latin typeface="Segoe UI"/>
                <a:ea typeface="Segoe UI"/>
                <a:cs typeface="Segoe UI"/>
              </a:defRPr>
            </a:lvl6pPr>
            <a:lvl7pPr>
              <a:defRPr sz="2400" b="1">
                <a:solidFill>
                  <a:srgbClr val="20252A"/>
                </a:solidFill>
                <a:latin typeface="Segoe UI"/>
                <a:ea typeface="Segoe UI"/>
                <a:cs typeface="Segoe UI"/>
              </a:defRPr>
            </a:lvl7pPr>
            <a:lvl8pPr>
              <a:defRPr sz="2400" b="1">
                <a:solidFill>
                  <a:srgbClr val="20252A"/>
                </a:solidFill>
                <a:latin typeface="Segoe UI"/>
                <a:ea typeface="Segoe UI"/>
                <a:cs typeface="Segoe UI"/>
              </a:defRPr>
            </a:lvl8pPr>
            <a:lvl9pPr>
              <a:defRPr sz="2400" b="1">
                <a:solidFill>
                  <a:srgbClr val="20252A"/>
                </a:solidFill>
                <a:latin typeface="Segoe UI"/>
                <a:ea typeface="Segoe UI"/>
                <a:cs typeface="Segoe UI"/>
              </a:defRPr>
            </a:lvl9pPr>
          </a:lstStyle>
          <a:p xmlns:a="http://schemas.openxmlformats.org/drawingml/2006/main">
            <a:pPr>
              <a:defRPr sz="2400" b="1">
                <a:solidFill>
                  <a:srgbClr val="20252A"/>
                </a:solidFill>
                <a:latin typeface="Segoe UI"/>
                <a:ea typeface="Segoe UI"/>
                <a:cs typeface="Segoe UI"/>
              </a:defRPr>
            </a:pPr>
            <a:r>
              <a:rPr sz="2400" b="1">
                <a:solidFill>
                  <a:srgbClr val="20252A"/>
                </a:solidFill>
                <a:latin typeface="Segoe UI"/>
                <a:ea typeface="Segoe UI"/>
                <a:cs typeface="Segoe UI"/>
              </a:rPr>
              <a:t>L4-E1 · My project contribution</a:t>
            </a:r>
          </a:p>
        </p:txBody>
      </p:sp>
      <p:sp>
        <p:nvSpPr>
          <p:cNvPr id="6" name="text-5">
            <a:extLst xmlns:a="http://schemas.openxmlformats.org/drawingml/2006/main">
              <a:ext uri="{FF2B5EF4-FFF2-40B4-BE49-F238E27FC236}">
                <a16:creationId xmlns:a16="http://schemas.microsoft.com/office/drawing/2014/main" id="{DD3E3255-23EE-4027-B42A-72CD9FC2ADA2}"/>
              </a:ext>
            </a:extLst>
          </p:cNvPr>
          <p:cNvSpPr>
            <a:spLocks xmlns:a="http://schemas.openxmlformats.org/drawingml/2006/main" noGrp="1"/>
          </p:cNvSpPr>
          <p:nvPr/>
        </p:nvSpPr>
        <p:spPr>
          <a:xfrm xmlns:a="http://schemas.openxmlformats.org/drawingml/2006/main">
            <a:off x="609600" y="32861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0">
                <a:solidFill>
                  <a:srgbClr val="20252A"/>
                </a:solidFill>
                <a:latin typeface="Segoe UI"/>
                <a:ea typeface="Segoe UI"/>
                <a:cs typeface="Segoe UI"/>
              </a:defRPr>
            </a:defPPr>
            <a:lvl1pPr>
              <a:defRPr sz="2475" b="0">
                <a:solidFill>
                  <a:srgbClr val="20252A"/>
                </a:solidFill>
                <a:latin typeface="Segoe UI"/>
                <a:ea typeface="Segoe UI"/>
                <a:cs typeface="Segoe UI"/>
              </a:defRPr>
            </a:lvl1pPr>
            <a:lvl2pPr>
              <a:defRPr sz="2475" b="0">
                <a:solidFill>
                  <a:srgbClr val="20252A"/>
                </a:solidFill>
                <a:latin typeface="Segoe UI"/>
                <a:ea typeface="Segoe UI"/>
                <a:cs typeface="Segoe UI"/>
              </a:defRPr>
            </a:lvl2pPr>
            <a:lvl3pPr>
              <a:defRPr sz="2475" b="0">
                <a:solidFill>
                  <a:srgbClr val="20252A"/>
                </a:solidFill>
                <a:latin typeface="Segoe UI"/>
                <a:ea typeface="Segoe UI"/>
                <a:cs typeface="Segoe UI"/>
              </a:defRPr>
            </a:lvl3pPr>
            <a:lvl4pPr>
              <a:defRPr sz="2475" b="0">
                <a:solidFill>
                  <a:srgbClr val="20252A"/>
                </a:solidFill>
                <a:latin typeface="Segoe UI"/>
                <a:ea typeface="Segoe UI"/>
                <a:cs typeface="Segoe UI"/>
              </a:defRPr>
            </a:lvl4pPr>
            <a:lvl5pPr>
              <a:defRPr sz="2475" b="0">
                <a:solidFill>
                  <a:srgbClr val="20252A"/>
                </a:solidFill>
                <a:latin typeface="Segoe UI"/>
                <a:ea typeface="Segoe UI"/>
                <a:cs typeface="Segoe UI"/>
              </a:defRPr>
            </a:lvl5pPr>
            <a:lvl6pPr>
              <a:defRPr sz="2475" b="0">
                <a:solidFill>
                  <a:srgbClr val="20252A"/>
                </a:solidFill>
                <a:latin typeface="Segoe UI"/>
                <a:ea typeface="Segoe UI"/>
                <a:cs typeface="Segoe UI"/>
              </a:defRPr>
            </a:lvl6pPr>
            <a:lvl7pPr>
              <a:defRPr sz="2475" b="0">
                <a:solidFill>
                  <a:srgbClr val="20252A"/>
                </a:solidFill>
                <a:latin typeface="Segoe UI"/>
                <a:ea typeface="Segoe UI"/>
                <a:cs typeface="Segoe UI"/>
              </a:defRPr>
            </a:lvl7pPr>
            <a:lvl8pPr>
              <a:defRPr sz="2475" b="0">
                <a:solidFill>
                  <a:srgbClr val="20252A"/>
                </a:solidFill>
                <a:latin typeface="Segoe UI"/>
                <a:ea typeface="Segoe UI"/>
                <a:cs typeface="Segoe UI"/>
              </a:defRPr>
            </a:lvl8pPr>
            <a:lvl9pPr>
              <a:defRPr sz="2475" b="0">
                <a:solidFill>
                  <a:srgbClr val="20252A"/>
                </a:solidFill>
                <a:latin typeface="Segoe UI"/>
                <a:ea typeface="Segoe UI"/>
                <a:cs typeface="Segoe UI"/>
              </a:defRPr>
            </a:lvl9pPr>
          </a:lstStyle>
          <a:p xmlns:a="http://schemas.openxmlformats.org/drawingml/2006/main">
            <a:pPr>
              <a:defRPr sz="2475" b="0">
                <a:solidFill>
                  <a:srgbClr val="20252A"/>
                </a:solidFill>
                <a:latin typeface="Segoe UI"/>
                <a:ea typeface="Segoe UI"/>
                <a:cs typeface="Segoe UI"/>
              </a:defRPr>
            </a:pPr>
            <a:r>
              <a:rPr sz="2475" b="0">
                <a:solidFill>
                  <a:srgbClr val="20252A"/>
                </a:solidFill>
                <a:latin typeface="Segoe UI"/>
                <a:ea typeface="Segoe UI"/>
                <a:cs typeface="Segoe UI"/>
              </a:rPr>
              <a:t>I can complete my safe job.</a:t>
            </a:r>
          </a:p>
        </p:txBody>
      </p:sp>
      <p:sp>
        <p:nvSpPr>
          <p:cNvPr id="7" name="text-6">
            <a:extLst xmlns:a="http://schemas.openxmlformats.org/drawingml/2006/main">
              <a:ext uri="{FF2B5EF4-FFF2-40B4-BE49-F238E27FC236}">
                <a16:creationId xmlns:a16="http://schemas.microsoft.com/office/drawing/2014/main" id="{0CDA5F53-73AC-4B6C-BEE3-662C6224EA63}"/>
              </a:ext>
            </a:extLst>
          </p:cNvPr>
          <p:cNvSpPr>
            <a:spLocks xmlns:a="http://schemas.openxmlformats.org/drawingml/2006/main" noGrp="1"/>
          </p:cNvSpPr>
          <p:nvPr/>
        </p:nvSpPr>
        <p:spPr>
          <a:xfrm xmlns:a="http://schemas.openxmlformats.org/drawingml/2006/main">
            <a:off x="609600" y="41243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0">
                <a:solidFill>
                  <a:srgbClr val="20252A"/>
                </a:solidFill>
                <a:latin typeface="Segoe UI"/>
                <a:ea typeface="Segoe UI"/>
                <a:cs typeface="Segoe UI"/>
              </a:defRPr>
            </a:defPPr>
            <a:lvl1pPr>
              <a:defRPr sz="2475" b="0">
                <a:solidFill>
                  <a:srgbClr val="20252A"/>
                </a:solidFill>
                <a:latin typeface="Segoe UI"/>
                <a:ea typeface="Segoe UI"/>
                <a:cs typeface="Segoe UI"/>
              </a:defRPr>
            </a:lvl1pPr>
            <a:lvl2pPr>
              <a:defRPr sz="2475" b="0">
                <a:solidFill>
                  <a:srgbClr val="20252A"/>
                </a:solidFill>
                <a:latin typeface="Segoe UI"/>
                <a:ea typeface="Segoe UI"/>
                <a:cs typeface="Segoe UI"/>
              </a:defRPr>
            </a:lvl2pPr>
            <a:lvl3pPr>
              <a:defRPr sz="2475" b="0">
                <a:solidFill>
                  <a:srgbClr val="20252A"/>
                </a:solidFill>
                <a:latin typeface="Segoe UI"/>
                <a:ea typeface="Segoe UI"/>
                <a:cs typeface="Segoe UI"/>
              </a:defRPr>
            </a:lvl3pPr>
            <a:lvl4pPr>
              <a:defRPr sz="2475" b="0">
                <a:solidFill>
                  <a:srgbClr val="20252A"/>
                </a:solidFill>
                <a:latin typeface="Segoe UI"/>
                <a:ea typeface="Segoe UI"/>
                <a:cs typeface="Segoe UI"/>
              </a:defRPr>
            </a:lvl4pPr>
            <a:lvl5pPr>
              <a:defRPr sz="2475" b="0">
                <a:solidFill>
                  <a:srgbClr val="20252A"/>
                </a:solidFill>
                <a:latin typeface="Segoe UI"/>
                <a:ea typeface="Segoe UI"/>
                <a:cs typeface="Segoe UI"/>
              </a:defRPr>
            </a:lvl5pPr>
            <a:lvl6pPr>
              <a:defRPr sz="2475" b="0">
                <a:solidFill>
                  <a:srgbClr val="20252A"/>
                </a:solidFill>
                <a:latin typeface="Segoe UI"/>
                <a:ea typeface="Segoe UI"/>
                <a:cs typeface="Segoe UI"/>
              </a:defRPr>
            </a:lvl6pPr>
            <a:lvl7pPr>
              <a:defRPr sz="2475" b="0">
                <a:solidFill>
                  <a:srgbClr val="20252A"/>
                </a:solidFill>
                <a:latin typeface="Segoe UI"/>
                <a:ea typeface="Segoe UI"/>
                <a:cs typeface="Segoe UI"/>
              </a:defRPr>
            </a:lvl7pPr>
            <a:lvl8pPr>
              <a:defRPr sz="2475" b="0">
                <a:solidFill>
                  <a:srgbClr val="20252A"/>
                </a:solidFill>
                <a:latin typeface="Segoe UI"/>
                <a:ea typeface="Segoe UI"/>
                <a:cs typeface="Segoe UI"/>
              </a:defRPr>
            </a:lvl8pPr>
            <a:lvl9pPr>
              <a:defRPr sz="2475" b="0">
                <a:solidFill>
                  <a:srgbClr val="20252A"/>
                </a:solidFill>
                <a:latin typeface="Segoe UI"/>
                <a:ea typeface="Segoe UI"/>
                <a:cs typeface="Segoe UI"/>
              </a:defRPr>
            </a:lvl9pPr>
          </a:lstStyle>
          <a:p xmlns:a="http://schemas.openxmlformats.org/drawingml/2006/main">
            <a:pPr>
              <a:defRPr sz="2475" b="0">
                <a:solidFill>
                  <a:srgbClr val="20252A"/>
                </a:solidFill>
                <a:latin typeface="Segoe UI"/>
                <a:ea typeface="Segoe UI"/>
                <a:cs typeface="Segoe UI"/>
              </a:defRPr>
            </a:pPr>
            <a:r>
              <a:rPr sz="2475" b="0">
                <a:solidFill>
                  <a:srgbClr val="20252A"/>
                </a:solidFill>
                <a:latin typeface="Segoe UI"/>
                <a:ea typeface="Segoe UI"/>
                <a:cs typeface="Segoe UI"/>
              </a:rPr>
              <a:t>I can use staff feedback.</a:t>
            </a:r>
          </a:p>
        </p:txBody>
      </p:sp>
      <p:sp>
        <p:nvSpPr>
          <p:cNvPr id="8" name="text-7">
            <a:extLst xmlns:a="http://schemas.openxmlformats.org/drawingml/2006/main">
              <a:ext uri="{FF2B5EF4-FFF2-40B4-BE49-F238E27FC236}">
                <a16:creationId xmlns:a16="http://schemas.microsoft.com/office/drawing/2014/main" id="{BAC8A847-EB2D-4FD8-8D5F-41856892E953}"/>
              </a:ext>
            </a:extLst>
          </p:cNvPr>
          <p:cNvSpPr>
            <a:spLocks xmlns:a="http://schemas.openxmlformats.org/drawingml/2006/main" noGrp="1"/>
          </p:cNvSpPr>
          <p:nvPr/>
        </p:nvSpPr>
        <p:spPr>
          <a:xfrm xmlns:a="http://schemas.openxmlformats.org/drawingml/2006/main">
            <a:off x="609600" y="49625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0">
                <a:solidFill>
                  <a:srgbClr val="20252A"/>
                </a:solidFill>
                <a:latin typeface="Segoe UI"/>
                <a:ea typeface="Segoe UI"/>
                <a:cs typeface="Segoe UI"/>
              </a:defRPr>
            </a:defPPr>
            <a:lvl1pPr>
              <a:defRPr sz="2475" b="0">
                <a:solidFill>
                  <a:srgbClr val="20252A"/>
                </a:solidFill>
                <a:latin typeface="Segoe UI"/>
                <a:ea typeface="Segoe UI"/>
                <a:cs typeface="Segoe UI"/>
              </a:defRPr>
            </a:lvl1pPr>
            <a:lvl2pPr>
              <a:defRPr sz="2475" b="0">
                <a:solidFill>
                  <a:srgbClr val="20252A"/>
                </a:solidFill>
                <a:latin typeface="Segoe UI"/>
                <a:ea typeface="Segoe UI"/>
                <a:cs typeface="Segoe UI"/>
              </a:defRPr>
            </a:lvl2pPr>
            <a:lvl3pPr>
              <a:defRPr sz="2475" b="0">
                <a:solidFill>
                  <a:srgbClr val="20252A"/>
                </a:solidFill>
                <a:latin typeface="Segoe UI"/>
                <a:ea typeface="Segoe UI"/>
                <a:cs typeface="Segoe UI"/>
              </a:defRPr>
            </a:lvl3pPr>
            <a:lvl4pPr>
              <a:defRPr sz="2475" b="0">
                <a:solidFill>
                  <a:srgbClr val="20252A"/>
                </a:solidFill>
                <a:latin typeface="Segoe UI"/>
                <a:ea typeface="Segoe UI"/>
                <a:cs typeface="Segoe UI"/>
              </a:defRPr>
            </a:lvl4pPr>
            <a:lvl5pPr>
              <a:defRPr sz="2475" b="0">
                <a:solidFill>
                  <a:srgbClr val="20252A"/>
                </a:solidFill>
                <a:latin typeface="Segoe UI"/>
                <a:ea typeface="Segoe UI"/>
                <a:cs typeface="Segoe UI"/>
              </a:defRPr>
            </a:lvl5pPr>
            <a:lvl6pPr>
              <a:defRPr sz="2475" b="0">
                <a:solidFill>
                  <a:srgbClr val="20252A"/>
                </a:solidFill>
                <a:latin typeface="Segoe UI"/>
                <a:ea typeface="Segoe UI"/>
                <a:cs typeface="Segoe UI"/>
              </a:defRPr>
            </a:lvl6pPr>
            <a:lvl7pPr>
              <a:defRPr sz="2475" b="0">
                <a:solidFill>
                  <a:srgbClr val="20252A"/>
                </a:solidFill>
                <a:latin typeface="Segoe UI"/>
                <a:ea typeface="Segoe UI"/>
                <a:cs typeface="Segoe UI"/>
              </a:defRPr>
            </a:lvl7pPr>
            <a:lvl8pPr>
              <a:defRPr sz="2475" b="0">
                <a:solidFill>
                  <a:srgbClr val="20252A"/>
                </a:solidFill>
                <a:latin typeface="Segoe UI"/>
                <a:ea typeface="Segoe UI"/>
                <a:cs typeface="Segoe UI"/>
              </a:defRPr>
            </a:lvl8pPr>
            <a:lvl9pPr>
              <a:defRPr sz="2475" b="0">
                <a:solidFill>
                  <a:srgbClr val="20252A"/>
                </a:solidFill>
                <a:latin typeface="Segoe UI"/>
                <a:ea typeface="Segoe UI"/>
                <a:cs typeface="Segoe UI"/>
              </a:defRPr>
            </a:lvl9pPr>
          </a:lstStyle>
          <a:p xmlns:a="http://schemas.openxmlformats.org/drawingml/2006/main">
            <a:pPr>
              <a:defRPr sz="2475" b="0">
                <a:solidFill>
                  <a:srgbClr val="20252A"/>
                </a:solidFill>
                <a:latin typeface="Segoe UI"/>
                <a:ea typeface="Segoe UI"/>
                <a:cs typeface="Segoe UI"/>
              </a:defRPr>
            </a:pPr>
            <a:r>
              <a:rPr sz="2475" b="0">
                <a:solidFill>
                  <a:srgbClr val="20252A"/>
                </a:solidFill>
                <a:latin typeface="Segoe UI"/>
                <a:ea typeface="Segoe UI"/>
                <a:cs typeface="Segoe UI"/>
              </a:rPr>
              <a:t>I can record a change and why.</a:t>
            </a:r>
          </a:p>
        </p:txBody>
      </p:sp>
    </p:spTree>
    <p:extLst>
      <p:ext uri="{BB962C8B-B14F-4D97-AF65-F5344CB8AC3E}">
        <p14:creationId xmlns:p14="http://schemas.microsoft.com/office/powerpoint/2010/main" val="1510286109"/>
      </p:ext>
    </p:extLst>
  </p:cSld>
</p:sld>
</file>

<file path=ppt/slides/slide17.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7386366A-4171-4D46-81BE-EA83532F1DE8}"/>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I DO</a:t>
            </a:r>
          </a:p>
        </p:txBody>
      </p:sp>
      <p:sp>
        <p:nvSpPr>
          <p:cNvPr id="2" name="text-1">
            <a:extLst xmlns:a="http://schemas.openxmlformats.org/drawingml/2006/main">
              <a:ext uri="{FF2B5EF4-FFF2-40B4-BE49-F238E27FC236}">
                <a16:creationId xmlns:a16="http://schemas.microsoft.com/office/drawing/2014/main" id="{1447AAE3-FC76-4EF0-9705-E2ED1A6A5CD7}"/>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L4b</a:t>
            </a:r>
          </a:p>
        </p:txBody>
      </p:sp>
      <p:sp>
        <p:nvSpPr>
          <p:cNvPr id="3" name="text-2">
            <a:extLst xmlns:a="http://schemas.openxmlformats.org/drawingml/2006/main">
              <a:ext uri="{FF2B5EF4-FFF2-40B4-BE49-F238E27FC236}">
                <a16:creationId xmlns:a16="http://schemas.microsoft.com/office/drawing/2014/main" id="{4D7628D1-C755-40C0-967F-0EB4D0490FC0}"/>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17 / 24 · 4 min</a:t>
            </a:r>
          </a:p>
        </p:txBody>
      </p:sp>
      <p:sp>
        <p:nvSpPr>
          <p:cNvPr id="4" name="text-3">
            <a:extLst xmlns:a="http://schemas.openxmlformats.org/drawingml/2006/main">
              <a:ext uri="{FF2B5EF4-FFF2-40B4-BE49-F238E27FC236}">
                <a16:creationId xmlns:a16="http://schemas.microsoft.com/office/drawing/2014/main" id="{16D6528D-0D56-42E0-9EE8-D57FC7965A3F}"/>
              </a:ext>
            </a:extLst>
          </p:cNvPr>
          <p:cNvSpPr>
            <a:spLocks xmlns:a="http://schemas.openxmlformats.org/drawingml/2006/main" noGrp="1"/>
          </p:cNvSpPr>
          <p:nvPr/>
        </p:nvSpPr>
        <p:spPr>
          <a:xfrm xmlns:a="http://schemas.openxmlformats.org/drawingml/2006/main">
            <a:off x="609600" y="12573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700" b="1">
                <a:solidFill>
                  <a:srgbClr val="20252A"/>
                </a:solidFill>
                <a:latin typeface="Segoe UI"/>
                <a:ea typeface="Segoe UI"/>
                <a:cs typeface="Segoe UI"/>
              </a:defRPr>
            </a:defPPr>
            <a:lvl1pPr>
              <a:defRPr sz="2700" b="1">
                <a:solidFill>
                  <a:srgbClr val="20252A"/>
                </a:solidFill>
                <a:latin typeface="Segoe UI"/>
                <a:ea typeface="Segoe UI"/>
                <a:cs typeface="Segoe UI"/>
              </a:defRPr>
            </a:lvl1pPr>
            <a:lvl2pPr>
              <a:defRPr sz="2700" b="1">
                <a:solidFill>
                  <a:srgbClr val="20252A"/>
                </a:solidFill>
                <a:latin typeface="Segoe UI"/>
                <a:ea typeface="Segoe UI"/>
                <a:cs typeface="Segoe UI"/>
              </a:defRPr>
            </a:lvl2pPr>
            <a:lvl3pPr>
              <a:defRPr sz="2700" b="1">
                <a:solidFill>
                  <a:srgbClr val="20252A"/>
                </a:solidFill>
                <a:latin typeface="Segoe UI"/>
                <a:ea typeface="Segoe UI"/>
                <a:cs typeface="Segoe UI"/>
              </a:defRPr>
            </a:lvl3pPr>
            <a:lvl4pPr>
              <a:defRPr sz="2700" b="1">
                <a:solidFill>
                  <a:srgbClr val="20252A"/>
                </a:solidFill>
                <a:latin typeface="Segoe UI"/>
                <a:ea typeface="Segoe UI"/>
                <a:cs typeface="Segoe UI"/>
              </a:defRPr>
            </a:lvl4pPr>
            <a:lvl5pPr>
              <a:defRPr sz="2700" b="1">
                <a:solidFill>
                  <a:srgbClr val="20252A"/>
                </a:solidFill>
                <a:latin typeface="Segoe UI"/>
                <a:ea typeface="Segoe UI"/>
                <a:cs typeface="Segoe UI"/>
              </a:defRPr>
            </a:lvl5pPr>
            <a:lvl6pPr>
              <a:defRPr sz="2700" b="1">
                <a:solidFill>
                  <a:srgbClr val="20252A"/>
                </a:solidFill>
                <a:latin typeface="Segoe UI"/>
                <a:ea typeface="Segoe UI"/>
                <a:cs typeface="Segoe UI"/>
              </a:defRPr>
            </a:lvl6pPr>
            <a:lvl7pPr>
              <a:defRPr sz="2700" b="1">
                <a:solidFill>
                  <a:srgbClr val="20252A"/>
                </a:solidFill>
                <a:latin typeface="Segoe UI"/>
                <a:ea typeface="Segoe UI"/>
                <a:cs typeface="Segoe UI"/>
              </a:defRPr>
            </a:lvl7pPr>
            <a:lvl8pPr>
              <a:defRPr sz="2700" b="1">
                <a:solidFill>
                  <a:srgbClr val="20252A"/>
                </a:solidFill>
                <a:latin typeface="Segoe UI"/>
                <a:ea typeface="Segoe UI"/>
                <a:cs typeface="Segoe UI"/>
              </a:defRPr>
            </a:lvl8pPr>
            <a:lvl9pPr>
              <a:defRPr sz="2700" b="1">
                <a:solidFill>
                  <a:srgbClr val="20252A"/>
                </a:solidFill>
                <a:latin typeface="Segoe UI"/>
                <a:ea typeface="Segoe UI"/>
                <a:cs typeface="Segoe UI"/>
              </a:defRPr>
            </a:lvl9pPr>
          </a:lstStyle>
          <a:p xmlns:a="http://schemas.openxmlformats.org/drawingml/2006/main">
            <a:pPr>
              <a:defRPr sz="2700" b="1">
                <a:solidFill>
                  <a:srgbClr val="20252A"/>
                </a:solidFill>
                <a:latin typeface="Segoe UI"/>
                <a:ea typeface="Segoe UI"/>
                <a:cs typeface="Segoe UI"/>
              </a:defRPr>
            </a:pPr>
            <a:r>
              <a:rPr sz="2700" b="1">
                <a:solidFill>
                  <a:srgbClr val="20252A"/>
                </a:solidFill>
                <a:latin typeface="Segoe UI"/>
                <a:ea typeface="Segoe UI"/>
                <a:cs typeface="Segoe UI"/>
              </a:rPr>
              <a:t>Watch: label before tasting.</a:t>
            </a:r>
          </a:p>
        </p:txBody>
      </p:sp>
      <p:pic>
        <p:nvPicPr>
          <p:cNvPr id="5" name="Read every pack used." descr="Read every pack used.">
            <a:extLst xmlns:a="http://schemas.openxmlformats.org/drawingml/2006/main">
              <a:ext uri="{FF2B5EF4-FFF2-40B4-BE49-F238E27FC236}">
                <a16:creationId xmlns:a16="http://schemas.microsoft.com/office/drawing/2014/main" id="{64A6F571-C7A0-4B81-BF6D-C195CD77A29B}"/>
              </a:ext>
            </a:extLst>
          </p:cNvPr>
          <p:cNvPicPr>
            <a:picLocks xmlns:a="http://schemas.openxmlformats.org/drawingml/2006/main" noChangeAspect="1"/>
          </p:cNvPicPr>
          <p:nvPr/>
        </p:nvPicPr>
        <p:blipFill>
          <a:blip xmlns:r="http://schemas.openxmlformats.org/officeDocument/2006/relationships" xmlns:a="http://schemas.openxmlformats.org/drawingml/2006/main" r:embed="R0807d8362ffc49a0"/>
          <a:stretch xmlns:a="http://schemas.openxmlformats.org/drawingml/2006/main"/>
        </p:blipFill>
        <p:spPr>
          <a:xfrm xmlns:a="http://schemas.openxmlformats.org/drawingml/2006/main">
            <a:off x="609600" y="2105025"/>
            <a:ext cx="685800" cy="68580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BBA0ADD5-F24B-4A35-9C1C-426EF52BE013}"/>
              </a:ext>
            </a:extLst>
          </p:cNvPr>
          <p:cNvSpPr>
            <a:spLocks xmlns:a="http://schemas.openxmlformats.org/drawingml/2006/main" noGrp="1"/>
          </p:cNvSpPr>
          <p:nvPr/>
        </p:nvSpPr>
        <p:spPr>
          <a:xfrm xmlns:a="http://schemas.openxmlformats.org/drawingml/2006/main">
            <a:off x="1543050" y="2181225"/>
            <a:ext cx="43338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00" b="1">
                <a:solidFill>
                  <a:srgbClr val="20252A"/>
                </a:solidFill>
                <a:latin typeface="Segoe UI"/>
                <a:ea typeface="Segoe UI"/>
                <a:cs typeface="Segoe UI"/>
              </a:defRPr>
            </a:defPPr>
            <a:lvl1pPr>
              <a:defRPr sz="2400" b="1">
                <a:solidFill>
                  <a:srgbClr val="20252A"/>
                </a:solidFill>
                <a:latin typeface="Segoe UI"/>
                <a:ea typeface="Segoe UI"/>
                <a:cs typeface="Segoe UI"/>
              </a:defRPr>
            </a:lvl1pPr>
            <a:lvl2pPr>
              <a:defRPr sz="2400" b="1">
                <a:solidFill>
                  <a:srgbClr val="20252A"/>
                </a:solidFill>
                <a:latin typeface="Segoe UI"/>
                <a:ea typeface="Segoe UI"/>
                <a:cs typeface="Segoe UI"/>
              </a:defRPr>
            </a:lvl2pPr>
            <a:lvl3pPr>
              <a:defRPr sz="2400" b="1">
                <a:solidFill>
                  <a:srgbClr val="20252A"/>
                </a:solidFill>
                <a:latin typeface="Segoe UI"/>
                <a:ea typeface="Segoe UI"/>
                <a:cs typeface="Segoe UI"/>
              </a:defRPr>
            </a:lvl3pPr>
            <a:lvl4pPr>
              <a:defRPr sz="2400" b="1">
                <a:solidFill>
                  <a:srgbClr val="20252A"/>
                </a:solidFill>
                <a:latin typeface="Segoe UI"/>
                <a:ea typeface="Segoe UI"/>
                <a:cs typeface="Segoe UI"/>
              </a:defRPr>
            </a:lvl4pPr>
            <a:lvl5pPr>
              <a:defRPr sz="2400" b="1">
                <a:solidFill>
                  <a:srgbClr val="20252A"/>
                </a:solidFill>
                <a:latin typeface="Segoe UI"/>
                <a:ea typeface="Segoe UI"/>
                <a:cs typeface="Segoe UI"/>
              </a:defRPr>
            </a:lvl5pPr>
            <a:lvl6pPr>
              <a:defRPr sz="2400" b="1">
                <a:solidFill>
                  <a:srgbClr val="20252A"/>
                </a:solidFill>
                <a:latin typeface="Segoe UI"/>
                <a:ea typeface="Segoe UI"/>
                <a:cs typeface="Segoe UI"/>
              </a:defRPr>
            </a:lvl6pPr>
            <a:lvl7pPr>
              <a:defRPr sz="2400" b="1">
                <a:solidFill>
                  <a:srgbClr val="20252A"/>
                </a:solidFill>
                <a:latin typeface="Segoe UI"/>
                <a:ea typeface="Segoe UI"/>
                <a:cs typeface="Segoe UI"/>
              </a:defRPr>
            </a:lvl7pPr>
            <a:lvl8pPr>
              <a:defRPr sz="2400" b="1">
                <a:solidFill>
                  <a:srgbClr val="20252A"/>
                </a:solidFill>
                <a:latin typeface="Segoe UI"/>
                <a:ea typeface="Segoe UI"/>
                <a:cs typeface="Segoe UI"/>
              </a:defRPr>
            </a:lvl8pPr>
            <a:lvl9pPr>
              <a:defRPr sz="2400" b="1">
                <a:solidFill>
                  <a:srgbClr val="20252A"/>
                </a:solidFill>
                <a:latin typeface="Segoe UI"/>
                <a:ea typeface="Segoe UI"/>
                <a:cs typeface="Segoe UI"/>
              </a:defRPr>
            </a:lvl9pPr>
          </a:lstStyle>
          <a:p xmlns:a="http://schemas.openxmlformats.org/drawingml/2006/main">
            <a:pPr>
              <a:defRPr sz="2400" b="1">
                <a:solidFill>
                  <a:srgbClr val="20252A"/>
                </a:solidFill>
                <a:latin typeface="Segoe UI"/>
                <a:ea typeface="Segoe UI"/>
                <a:cs typeface="Segoe UI"/>
              </a:defRPr>
            </a:pPr>
            <a:r>
              <a:rPr sz="2400" b="1">
                <a:solidFill>
                  <a:srgbClr val="20252A"/>
                </a:solidFill>
                <a:latin typeface="Segoe UI"/>
                <a:ea typeface="Segoe UI"/>
                <a:cs typeface="Segoe UI"/>
              </a:rPr>
              <a:t>Read every pack used.</a:t>
            </a:r>
          </a:p>
        </p:txBody>
      </p:sp>
      <p:pic>
        <p:nvPicPr>
          <p:cNvPr id="7" name="List every ingredient." descr="List every ingredient.">
            <a:extLst xmlns:a="http://schemas.openxmlformats.org/drawingml/2006/main">
              <a:ext uri="{FF2B5EF4-FFF2-40B4-BE49-F238E27FC236}">
                <a16:creationId xmlns:a16="http://schemas.microsoft.com/office/drawing/2014/main" id="{FF47BBC0-4133-47B9-83F0-F44F8AE42932}"/>
              </a:ext>
            </a:extLst>
          </p:cNvPr>
          <p:cNvPicPr>
            <a:picLocks xmlns:a="http://schemas.openxmlformats.org/drawingml/2006/main" noChangeAspect="1"/>
          </p:cNvPicPr>
          <p:nvPr/>
        </p:nvPicPr>
        <p:blipFill>
          <a:blip xmlns:r="http://schemas.openxmlformats.org/officeDocument/2006/relationships" xmlns:a="http://schemas.openxmlformats.org/drawingml/2006/main" r:embed="R19ea268a438e4a99"/>
          <a:stretch xmlns:a="http://schemas.openxmlformats.org/drawingml/2006/main"/>
        </p:blipFill>
        <p:spPr>
          <a:xfrm xmlns:a="http://schemas.openxmlformats.org/drawingml/2006/main">
            <a:off x="6324600" y="2105025"/>
            <a:ext cx="685800" cy="685800"/>
          </a:xfrm>
          <a:prstGeom xmlns:a="http://schemas.openxmlformats.org/drawingml/2006/main" prst="rect">
            <a:avLst/>
          </a:prstGeom>
        </p:spPr>
      </p:pic>
      <p:sp>
        <p:nvSpPr>
          <p:cNvPr id="8" name="text-5">
            <a:extLst xmlns:a="http://schemas.openxmlformats.org/drawingml/2006/main">
              <a:ext uri="{FF2B5EF4-FFF2-40B4-BE49-F238E27FC236}">
                <a16:creationId xmlns:a16="http://schemas.microsoft.com/office/drawing/2014/main" id="{E6A058B3-C134-4ED8-AD31-79C458B50079}"/>
              </a:ext>
            </a:extLst>
          </p:cNvPr>
          <p:cNvSpPr>
            <a:spLocks xmlns:a="http://schemas.openxmlformats.org/drawingml/2006/main" noGrp="1"/>
          </p:cNvSpPr>
          <p:nvPr/>
        </p:nvSpPr>
        <p:spPr>
          <a:xfrm xmlns:a="http://schemas.openxmlformats.org/drawingml/2006/main">
            <a:off x="7258050" y="2181225"/>
            <a:ext cx="43338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00" b="1">
                <a:solidFill>
                  <a:srgbClr val="20252A"/>
                </a:solidFill>
                <a:latin typeface="Segoe UI"/>
                <a:ea typeface="Segoe UI"/>
                <a:cs typeface="Segoe UI"/>
              </a:defRPr>
            </a:defPPr>
            <a:lvl1pPr>
              <a:defRPr sz="2400" b="1">
                <a:solidFill>
                  <a:srgbClr val="20252A"/>
                </a:solidFill>
                <a:latin typeface="Segoe UI"/>
                <a:ea typeface="Segoe UI"/>
                <a:cs typeface="Segoe UI"/>
              </a:defRPr>
            </a:lvl1pPr>
            <a:lvl2pPr>
              <a:defRPr sz="2400" b="1">
                <a:solidFill>
                  <a:srgbClr val="20252A"/>
                </a:solidFill>
                <a:latin typeface="Segoe UI"/>
                <a:ea typeface="Segoe UI"/>
                <a:cs typeface="Segoe UI"/>
              </a:defRPr>
            </a:lvl2pPr>
            <a:lvl3pPr>
              <a:defRPr sz="2400" b="1">
                <a:solidFill>
                  <a:srgbClr val="20252A"/>
                </a:solidFill>
                <a:latin typeface="Segoe UI"/>
                <a:ea typeface="Segoe UI"/>
                <a:cs typeface="Segoe UI"/>
              </a:defRPr>
            </a:lvl3pPr>
            <a:lvl4pPr>
              <a:defRPr sz="2400" b="1">
                <a:solidFill>
                  <a:srgbClr val="20252A"/>
                </a:solidFill>
                <a:latin typeface="Segoe UI"/>
                <a:ea typeface="Segoe UI"/>
                <a:cs typeface="Segoe UI"/>
              </a:defRPr>
            </a:lvl4pPr>
            <a:lvl5pPr>
              <a:defRPr sz="2400" b="1">
                <a:solidFill>
                  <a:srgbClr val="20252A"/>
                </a:solidFill>
                <a:latin typeface="Segoe UI"/>
                <a:ea typeface="Segoe UI"/>
                <a:cs typeface="Segoe UI"/>
              </a:defRPr>
            </a:lvl5pPr>
            <a:lvl6pPr>
              <a:defRPr sz="2400" b="1">
                <a:solidFill>
                  <a:srgbClr val="20252A"/>
                </a:solidFill>
                <a:latin typeface="Segoe UI"/>
                <a:ea typeface="Segoe UI"/>
                <a:cs typeface="Segoe UI"/>
              </a:defRPr>
            </a:lvl6pPr>
            <a:lvl7pPr>
              <a:defRPr sz="2400" b="1">
                <a:solidFill>
                  <a:srgbClr val="20252A"/>
                </a:solidFill>
                <a:latin typeface="Segoe UI"/>
                <a:ea typeface="Segoe UI"/>
                <a:cs typeface="Segoe UI"/>
              </a:defRPr>
            </a:lvl7pPr>
            <a:lvl8pPr>
              <a:defRPr sz="2400" b="1">
                <a:solidFill>
                  <a:srgbClr val="20252A"/>
                </a:solidFill>
                <a:latin typeface="Segoe UI"/>
                <a:ea typeface="Segoe UI"/>
                <a:cs typeface="Segoe UI"/>
              </a:defRPr>
            </a:lvl8pPr>
            <a:lvl9pPr>
              <a:defRPr sz="2400" b="1">
                <a:solidFill>
                  <a:srgbClr val="20252A"/>
                </a:solidFill>
                <a:latin typeface="Segoe UI"/>
                <a:ea typeface="Segoe UI"/>
                <a:cs typeface="Segoe UI"/>
              </a:defRPr>
            </a:lvl9pPr>
          </a:lstStyle>
          <a:p xmlns:a="http://schemas.openxmlformats.org/drawingml/2006/main">
            <a:pPr>
              <a:defRPr sz="2400" b="1">
                <a:solidFill>
                  <a:srgbClr val="20252A"/>
                </a:solidFill>
                <a:latin typeface="Segoe UI"/>
                <a:ea typeface="Segoe UI"/>
                <a:cs typeface="Segoe UI"/>
              </a:defRPr>
            </a:pPr>
            <a:r>
              <a:rPr sz="2400" b="1">
                <a:solidFill>
                  <a:srgbClr val="20252A"/>
                </a:solidFill>
                <a:latin typeface="Segoe UI"/>
                <a:ea typeface="Segoe UI"/>
                <a:cs typeface="Segoe UI"/>
              </a:rPr>
              <a:t>List every ingredient.</a:t>
            </a:r>
          </a:p>
        </p:txBody>
      </p:sp>
      <p:pic>
        <p:nvPicPr>
          <p:cNvPr id="9" name="Make allergen names stand out." descr="Make allergen names stand out.">
            <a:extLst xmlns:a="http://schemas.openxmlformats.org/drawingml/2006/main">
              <a:ext uri="{FF2B5EF4-FFF2-40B4-BE49-F238E27FC236}">
                <a16:creationId xmlns:a16="http://schemas.microsoft.com/office/drawing/2014/main" id="{83C8AE3F-9BCB-4B63-A193-7D1A18300CD8}"/>
              </a:ext>
            </a:extLst>
          </p:cNvPr>
          <p:cNvPicPr>
            <a:picLocks xmlns:a="http://schemas.openxmlformats.org/drawingml/2006/main" noChangeAspect="1"/>
          </p:cNvPicPr>
          <p:nvPr/>
        </p:nvPicPr>
        <p:blipFill>
          <a:blip xmlns:r="http://schemas.openxmlformats.org/officeDocument/2006/relationships" xmlns:a="http://schemas.openxmlformats.org/drawingml/2006/main" r:embed="R2c38d0082d7c4166"/>
          <a:stretch xmlns:a="http://schemas.openxmlformats.org/drawingml/2006/main"/>
        </p:blipFill>
        <p:spPr>
          <a:xfrm xmlns:a="http://schemas.openxmlformats.org/drawingml/2006/main">
            <a:off x="609600" y="3724275"/>
            <a:ext cx="685800" cy="685800"/>
          </a:xfrm>
          <a:prstGeom xmlns:a="http://schemas.openxmlformats.org/drawingml/2006/main" prst="rect">
            <a:avLst/>
          </a:prstGeom>
        </p:spPr>
      </p:pic>
      <p:sp>
        <p:nvSpPr>
          <p:cNvPr id="10" name="text-6">
            <a:extLst xmlns:a="http://schemas.openxmlformats.org/drawingml/2006/main">
              <a:ext uri="{FF2B5EF4-FFF2-40B4-BE49-F238E27FC236}">
                <a16:creationId xmlns:a16="http://schemas.microsoft.com/office/drawing/2014/main" id="{372678FE-DBA2-46A9-AD34-D4E06EE60D1E}"/>
              </a:ext>
            </a:extLst>
          </p:cNvPr>
          <p:cNvSpPr>
            <a:spLocks xmlns:a="http://schemas.openxmlformats.org/drawingml/2006/main" noGrp="1"/>
          </p:cNvSpPr>
          <p:nvPr/>
        </p:nvSpPr>
        <p:spPr>
          <a:xfrm xmlns:a="http://schemas.openxmlformats.org/drawingml/2006/main">
            <a:off x="1543050" y="3800475"/>
            <a:ext cx="43338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00" b="1">
                <a:solidFill>
                  <a:srgbClr val="20252A"/>
                </a:solidFill>
                <a:latin typeface="Segoe UI"/>
                <a:ea typeface="Segoe UI"/>
                <a:cs typeface="Segoe UI"/>
              </a:defRPr>
            </a:defPPr>
            <a:lvl1pPr>
              <a:defRPr sz="2400" b="1">
                <a:solidFill>
                  <a:srgbClr val="20252A"/>
                </a:solidFill>
                <a:latin typeface="Segoe UI"/>
                <a:ea typeface="Segoe UI"/>
                <a:cs typeface="Segoe UI"/>
              </a:defRPr>
            </a:lvl1pPr>
            <a:lvl2pPr>
              <a:defRPr sz="2400" b="1">
                <a:solidFill>
                  <a:srgbClr val="20252A"/>
                </a:solidFill>
                <a:latin typeface="Segoe UI"/>
                <a:ea typeface="Segoe UI"/>
                <a:cs typeface="Segoe UI"/>
              </a:defRPr>
            </a:lvl2pPr>
            <a:lvl3pPr>
              <a:defRPr sz="2400" b="1">
                <a:solidFill>
                  <a:srgbClr val="20252A"/>
                </a:solidFill>
                <a:latin typeface="Segoe UI"/>
                <a:ea typeface="Segoe UI"/>
                <a:cs typeface="Segoe UI"/>
              </a:defRPr>
            </a:lvl3pPr>
            <a:lvl4pPr>
              <a:defRPr sz="2400" b="1">
                <a:solidFill>
                  <a:srgbClr val="20252A"/>
                </a:solidFill>
                <a:latin typeface="Segoe UI"/>
                <a:ea typeface="Segoe UI"/>
                <a:cs typeface="Segoe UI"/>
              </a:defRPr>
            </a:lvl4pPr>
            <a:lvl5pPr>
              <a:defRPr sz="2400" b="1">
                <a:solidFill>
                  <a:srgbClr val="20252A"/>
                </a:solidFill>
                <a:latin typeface="Segoe UI"/>
                <a:ea typeface="Segoe UI"/>
                <a:cs typeface="Segoe UI"/>
              </a:defRPr>
            </a:lvl5pPr>
            <a:lvl6pPr>
              <a:defRPr sz="2400" b="1">
                <a:solidFill>
                  <a:srgbClr val="20252A"/>
                </a:solidFill>
                <a:latin typeface="Segoe UI"/>
                <a:ea typeface="Segoe UI"/>
                <a:cs typeface="Segoe UI"/>
              </a:defRPr>
            </a:lvl6pPr>
            <a:lvl7pPr>
              <a:defRPr sz="2400" b="1">
                <a:solidFill>
                  <a:srgbClr val="20252A"/>
                </a:solidFill>
                <a:latin typeface="Segoe UI"/>
                <a:ea typeface="Segoe UI"/>
                <a:cs typeface="Segoe UI"/>
              </a:defRPr>
            </a:lvl7pPr>
            <a:lvl8pPr>
              <a:defRPr sz="2400" b="1">
                <a:solidFill>
                  <a:srgbClr val="20252A"/>
                </a:solidFill>
                <a:latin typeface="Segoe UI"/>
                <a:ea typeface="Segoe UI"/>
                <a:cs typeface="Segoe UI"/>
              </a:defRPr>
            </a:lvl8pPr>
            <a:lvl9pPr>
              <a:defRPr sz="2400" b="1">
                <a:solidFill>
                  <a:srgbClr val="20252A"/>
                </a:solidFill>
                <a:latin typeface="Segoe UI"/>
                <a:ea typeface="Segoe UI"/>
                <a:cs typeface="Segoe UI"/>
              </a:defRPr>
            </a:lvl9pPr>
          </a:lstStyle>
          <a:p xmlns:a="http://schemas.openxmlformats.org/drawingml/2006/main">
            <a:pPr>
              <a:defRPr sz="2400" b="1">
                <a:solidFill>
                  <a:srgbClr val="20252A"/>
                </a:solidFill>
                <a:latin typeface="Segoe UI"/>
                <a:ea typeface="Segoe UI"/>
                <a:cs typeface="Segoe UI"/>
              </a:defRPr>
            </a:pPr>
            <a:r>
              <a:rPr sz="2400" b="1">
                <a:solidFill>
                  <a:srgbClr val="20252A"/>
                </a:solidFill>
                <a:latin typeface="Segoe UI"/>
                <a:ea typeface="Segoe UI"/>
                <a:cs typeface="Segoe UI"/>
              </a:rPr>
              <a:t>Make allergen names stand out.</a:t>
            </a:r>
          </a:p>
        </p:txBody>
      </p:sp>
      <p:pic>
        <p:nvPicPr>
          <p:cNvPr id="11" name="Get the adult’s label check." descr="Get the adult’s label check.">
            <a:extLst xmlns:a="http://schemas.openxmlformats.org/drawingml/2006/main">
              <a:ext uri="{FF2B5EF4-FFF2-40B4-BE49-F238E27FC236}">
                <a16:creationId xmlns:a16="http://schemas.microsoft.com/office/drawing/2014/main" id="{53863DCC-E7E1-42D1-8DBA-E4300D0BF42E}"/>
              </a:ext>
            </a:extLst>
          </p:cNvPr>
          <p:cNvPicPr>
            <a:picLocks xmlns:a="http://schemas.openxmlformats.org/drawingml/2006/main" noChangeAspect="1"/>
          </p:cNvPicPr>
          <p:nvPr/>
        </p:nvPicPr>
        <p:blipFill>
          <a:blip xmlns:r="http://schemas.openxmlformats.org/officeDocument/2006/relationships" xmlns:a="http://schemas.openxmlformats.org/drawingml/2006/main" r:embed="Ra1d14f3501df40cd"/>
          <a:stretch xmlns:a="http://schemas.openxmlformats.org/drawingml/2006/main"/>
        </p:blipFill>
        <p:spPr>
          <a:xfrm xmlns:a="http://schemas.openxmlformats.org/drawingml/2006/main">
            <a:off x="6324600" y="3724275"/>
            <a:ext cx="685800" cy="685800"/>
          </a:xfrm>
          <a:prstGeom xmlns:a="http://schemas.openxmlformats.org/drawingml/2006/main" prst="rect">
            <a:avLst/>
          </a:prstGeom>
        </p:spPr>
      </p:pic>
      <p:sp>
        <p:nvSpPr>
          <p:cNvPr id="12" name="text-7">
            <a:extLst xmlns:a="http://schemas.openxmlformats.org/drawingml/2006/main">
              <a:ext uri="{FF2B5EF4-FFF2-40B4-BE49-F238E27FC236}">
                <a16:creationId xmlns:a16="http://schemas.microsoft.com/office/drawing/2014/main" id="{90B745E1-BB6C-45A0-A7FD-2D31A28ADEAA}"/>
              </a:ext>
            </a:extLst>
          </p:cNvPr>
          <p:cNvSpPr>
            <a:spLocks xmlns:a="http://schemas.openxmlformats.org/drawingml/2006/main" noGrp="1"/>
          </p:cNvSpPr>
          <p:nvPr/>
        </p:nvSpPr>
        <p:spPr>
          <a:xfrm xmlns:a="http://schemas.openxmlformats.org/drawingml/2006/main">
            <a:off x="7258050" y="3800475"/>
            <a:ext cx="43338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00" b="1">
                <a:solidFill>
                  <a:srgbClr val="20252A"/>
                </a:solidFill>
                <a:latin typeface="Segoe UI"/>
                <a:ea typeface="Segoe UI"/>
                <a:cs typeface="Segoe UI"/>
              </a:defRPr>
            </a:defPPr>
            <a:lvl1pPr>
              <a:defRPr sz="2400" b="1">
                <a:solidFill>
                  <a:srgbClr val="20252A"/>
                </a:solidFill>
                <a:latin typeface="Segoe UI"/>
                <a:ea typeface="Segoe UI"/>
                <a:cs typeface="Segoe UI"/>
              </a:defRPr>
            </a:lvl1pPr>
            <a:lvl2pPr>
              <a:defRPr sz="2400" b="1">
                <a:solidFill>
                  <a:srgbClr val="20252A"/>
                </a:solidFill>
                <a:latin typeface="Segoe UI"/>
                <a:ea typeface="Segoe UI"/>
                <a:cs typeface="Segoe UI"/>
              </a:defRPr>
            </a:lvl2pPr>
            <a:lvl3pPr>
              <a:defRPr sz="2400" b="1">
                <a:solidFill>
                  <a:srgbClr val="20252A"/>
                </a:solidFill>
                <a:latin typeface="Segoe UI"/>
                <a:ea typeface="Segoe UI"/>
                <a:cs typeface="Segoe UI"/>
              </a:defRPr>
            </a:lvl3pPr>
            <a:lvl4pPr>
              <a:defRPr sz="2400" b="1">
                <a:solidFill>
                  <a:srgbClr val="20252A"/>
                </a:solidFill>
                <a:latin typeface="Segoe UI"/>
                <a:ea typeface="Segoe UI"/>
                <a:cs typeface="Segoe UI"/>
              </a:defRPr>
            </a:lvl4pPr>
            <a:lvl5pPr>
              <a:defRPr sz="2400" b="1">
                <a:solidFill>
                  <a:srgbClr val="20252A"/>
                </a:solidFill>
                <a:latin typeface="Segoe UI"/>
                <a:ea typeface="Segoe UI"/>
                <a:cs typeface="Segoe UI"/>
              </a:defRPr>
            </a:lvl5pPr>
            <a:lvl6pPr>
              <a:defRPr sz="2400" b="1">
                <a:solidFill>
                  <a:srgbClr val="20252A"/>
                </a:solidFill>
                <a:latin typeface="Segoe UI"/>
                <a:ea typeface="Segoe UI"/>
                <a:cs typeface="Segoe UI"/>
              </a:defRPr>
            </a:lvl6pPr>
            <a:lvl7pPr>
              <a:defRPr sz="2400" b="1">
                <a:solidFill>
                  <a:srgbClr val="20252A"/>
                </a:solidFill>
                <a:latin typeface="Segoe UI"/>
                <a:ea typeface="Segoe UI"/>
                <a:cs typeface="Segoe UI"/>
              </a:defRPr>
            </a:lvl7pPr>
            <a:lvl8pPr>
              <a:defRPr sz="2400" b="1">
                <a:solidFill>
                  <a:srgbClr val="20252A"/>
                </a:solidFill>
                <a:latin typeface="Segoe UI"/>
                <a:ea typeface="Segoe UI"/>
                <a:cs typeface="Segoe UI"/>
              </a:defRPr>
            </a:lvl8pPr>
            <a:lvl9pPr>
              <a:defRPr sz="2400" b="1">
                <a:solidFill>
                  <a:srgbClr val="20252A"/>
                </a:solidFill>
                <a:latin typeface="Segoe UI"/>
                <a:ea typeface="Segoe UI"/>
                <a:cs typeface="Segoe UI"/>
              </a:defRPr>
            </a:lvl9pPr>
          </a:lstStyle>
          <a:p xmlns:a="http://schemas.openxmlformats.org/drawingml/2006/main">
            <a:pPr>
              <a:defRPr sz="2400" b="1">
                <a:solidFill>
                  <a:srgbClr val="20252A"/>
                </a:solidFill>
                <a:latin typeface="Segoe UI"/>
                <a:ea typeface="Segoe UI"/>
                <a:cs typeface="Segoe UI"/>
              </a:defRPr>
            </a:pPr>
            <a:r>
              <a:rPr sz="2400" b="1">
                <a:solidFill>
                  <a:srgbClr val="20252A"/>
                </a:solidFill>
                <a:latin typeface="Segoe UI"/>
                <a:ea typeface="Segoe UI"/>
                <a:cs typeface="Segoe UI"/>
              </a:rPr>
              <a:t>Get the adult’s label check.</a:t>
            </a:r>
          </a:p>
        </p:txBody>
      </p:sp>
      <p:sp>
        <p:nvSpPr>
          <p:cNvPr id="13" name="text-8">
            <a:extLst xmlns:a="http://schemas.openxmlformats.org/drawingml/2006/main">
              <a:ext uri="{FF2B5EF4-FFF2-40B4-BE49-F238E27FC236}">
                <a16:creationId xmlns:a16="http://schemas.microsoft.com/office/drawing/2014/main" id="{366240D0-465D-40EF-AE70-954918E9795E}"/>
              </a:ext>
            </a:extLst>
          </p:cNvPr>
          <p:cNvSpPr>
            <a:spLocks xmlns:a="http://schemas.openxmlformats.org/drawingml/2006/main" noGrp="1"/>
          </p:cNvSpPr>
          <p:nvPr/>
        </p:nvSpPr>
        <p:spPr>
          <a:xfrm xmlns:a="http://schemas.openxmlformats.org/drawingml/2006/main">
            <a:off x="609600" y="60102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20252A"/>
                </a:solidFill>
                <a:latin typeface="Segoe UI"/>
                <a:ea typeface="Segoe UI"/>
                <a:cs typeface="Segoe UI"/>
              </a:defRPr>
            </a:defPPr>
            <a:lvl1pPr>
              <a:defRPr sz="1950" b="1">
                <a:solidFill>
                  <a:srgbClr val="20252A"/>
                </a:solidFill>
                <a:latin typeface="Segoe UI"/>
                <a:ea typeface="Segoe UI"/>
                <a:cs typeface="Segoe UI"/>
              </a:defRPr>
            </a:lvl1pPr>
            <a:lvl2pPr>
              <a:defRPr sz="1950" b="1">
                <a:solidFill>
                  <a:srgbClr val="20252A"/>
                </a:solidFill>
                <a:latin typeface="Segoe UI"/>
                <a:ea typeface="Segoe UI"/>
                <a:cs typeface="Segoe UI"/>
              </a:defRPr>
            </a:lvl2pPr>
            <a:lvl3pPr>
              <a:defRPr sz="1950" b="1">
                <a:solidFill>
                  <a:srgbClr val="20252A"/>
                </a:solidFill>
                <a:latin typeface="Segoe UI"/>
                <a:ea typeface="Segoe UI"/>
                <a:cs typeface="Segoe UI"/>
              </a:defRPr>
            </a:lvl3pPr>
            <a:lvl4pPr>
              <a:defRPr sz="1950" b="1">
                <a:solidFill>
                  <a:srgbClr val="20252A"/>
                </a:solidFill>
                <a:latin typeface="Segoe UI"/>
                <a:ea typeface="Segoe UI"/>
                <a:cs typeface="Segoe UI"/>
              </a:defRPr>
            </a:lvl4pPr>
            <a:lvl5pPr>
              <a:defRPr sz="1950" b="1">
                <a:solidFill>
                  <a:srgbClr val="20252A"/>
                </a:solidFill>
                <a:latin typeface="Segoe UI"/>
                <a:ea typeface="Segoe UI"/>
                <a:cs typeface="Segoe UI"/>
              </a:defRPr>
            </a:lvl5pPr>
            <a:lvl6pPr>
              <a:defRPr sz="1950" b="1">
                <a:solidFill>
                  <a:srgbClr val="20252A"/>
                </a:solidFill>
                <a:latin typeface="Segoe UI"/>
                <a:ea typeface="Segoe UI"/>
                <a:cs typeface="Segoe UI"/>
              </a:defRPr>
            </a:lvl6pPr>
            <a:lvl7pPr>
              <a:defRPr sz="1950" b="1">
                <a:solidFill>
                  <a:srgbClr val="20252A"/>
                </a:solidFill>
                <a:latin typeface="Segoe UI"/>
                <a:ea typeface="Segoe UI"/>
                <a:cs typeface="Segoe UI"/>
              </a:defRPr>
            </a:lvl7pPr>
            <a:lvl8pPr>
              <a:defRPr sz="1950" b="1">
                <a:solidFill>
                  <a:srgbClr val="20252A"/>
                </a:solidFill>
                <a:latin typeface="Segoe UI"/>
                <a:ea typeface="Segoe UI"/>
                <a:cs typeface="Segoe UI"/>
              </a:defRPr>
            </a:lvl8pPr>
            <a:lvl9pPr>
              <a:defRPr sz="1950" b="1">
                <a:solidFill>
                  <a:srgbClr val="20252A"/>
                </a:solidFill>
                <a:latin typeface="Segoe UI"/>
                <a:ea typeface="Segoe UI"/>
                <a:cs typeface="Segoe UI"/>
              </a:defRPr>
            </a:lvl9pPr>
          </a:lstStyle>
          <a:p xmlns:a="http://schemas.openxmlformats.org/drawingml/2006/main">
            <a:pPr>
              <a:defRPr sz="1950" b="1">
                <a:solidFill>
                  <a:srgbClr val="20252A"/>
                </a:solidFill>
                <a:latin typeface="Segoe UI"/>
                <a:ea typeface="Segoe UI"/>
                <a:cs typeface="Segoe UI"/>
              </a:defRPr>
            </a:pPr>
            <a:r>
              <a:rPr sz="1950" b="1">
                <a:solidFill>
                  <a:srgbClr val="20252A"/>
                </a:solidFill>
                <a:latin typeface="Segoe UI"/>
                <a:ea typeface="Segoe UI"/>
                <a:cs typeface="Segoe UI"/>
              </a:rPr>
              <a:t>I need to check __.</a:t>
            </a:r>
          </a:p>
        </p:txBody>
      </p:sp>
    </p:spTree>
    <p:extLst>
      <p:ext uri="{BB962C8B-B14F-4D97-AF65-F5344CB8AC3E}">
        <p14:creationId xmlns:p14="http://schemas.microsoft.com/office/powerpoint/2010/main" val="149298504"/>
      </p:ext>
    </p:extLst>
  </p:cSld>
</p:sld>
</file>

<file path=ppt/slides/slide18.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2D113F02-8249-4749-8347-FE577CFC6D33}"/>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WE DO</a:t>
            </a:r>
          </a:p>
        </p:txBody>
      </p:sp>
      <p:sp>
        <p:nvSpPr>
          <p:cNvPr id="2" name="text-1">
            <a:extLst xmlns:a="http://schemas.openxmlformats.org/drawingml/2006/main">
              <a:ext uri="{FF2B5EF4-FFF2-40B4-BE49-F238E27FC236}">
                <a16:creationId xmlns:a16="http://schemas.microsoft.com/office/drawing/2014/main" id="{650307BB-2ED8-405C-96C0-0F5C6CD3564C}"/>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L4b</a:t>
            </a:r>
          </a:p>
        </p:txBody>
      </p:sp>
      <p:sp>
        <p:nvSpPr>
          <p:cNvPr id="3" name="text-2">
            <a:extLst xmlns:a="http://schemas.openxmlformats.org/drawingml/2006/main">
              <a:ext uri="{FF2B5EF4-FFF2-40B4-BE49-F238E27FC236}">
                <a16:creationId xmlns:a16="http://schemas.microsoft.com/office/drawing/2014/main" id="{FF7CA696-CF38-415A-B909-8F7BBC54FFD4}"/>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18 / 24 · 4 min</a:t>
            </a:r>
          </a:p>
        </p:txBody>
      </p:sp>
      <p:sp>
        <p:nvSpPr>
          <p:cNvPr id="4" name="text-3">
            <a:extLst xmlns:a="http://schemas.openxmlformats.org/drawingml/2006/main">
              <a:ext uri="{FF2B5EF4-FFF2-40B4-BE49-F238E27FC236}">
                <a16:creationId xmlns:a16="http://schemas.microsoft.com/office/drawing/2014/main" id="{CD7C7FEB-7543-4D23-9967-661A37E04D5F}"/>
              </a:ext>
            </a:extLst>
          </p:cNvPr>
          <p:cNvSpPr>
            <a:spLocks xmlns:a="http://schemas.openxmlformats.org/drawingml/2006/main" noGrp="1"/>
          </p:cNvSpPr>
          <p:nvPr/>
        </p:nvSpPr>
        <p:spPr>
          <a:xfrm xmlns:a="http://schemas.openxmlformats.org/drawingml/2006/main">
            <a:off x="609600" y="1257300"/>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700" b="1">
                <a:solidFill>
                  <a:srgbClr val="20252A"/>
                </a:solidFill>
                <a:latin typeface="Segoe UI"/>
                <a:ea typeface="Segoe UI"/>
                <a:cs typeface="Segoe UI"/>
              </a:defRPr>
            </a:defPPr>
            <a:lvl1pPr>
              <a:defRPr sz="2700" b="1">
                <a:solidFill>
                  <a:srgbClr val="20252A"/>
                </a:solidFill>
                <a:latin typeface="Segoe UI"/>
                <a:ea typeface="Segoe UI"/>
                <a:cs typeface="Segoe UI"/>
              </a:defRPr>
            </a:lvl1pPr>
            <a:lvl2pPr>
              <a:defRPr sz="2700" b="1">
                <a:solidFill>
                  <a:srgbClr val="20252A"/>
                </a:solidFill>
                <a:latin typeface="Segoe UI"/>
                <a:ea typeface="Segoe UI"/>
                <a:cs typeface="Segoe UI"/>
              </a:defRPr>
            </a:lvl2pPr>
            <a:lvl3pPr>
              <a:defRPr sz="2700" b="1">
                <a:solidFill>
                  <a:srgbClr val="20252A"/>
                </a:solidFill>
                <a:latin typeface="Segoe UI"/>
                <a:ea typeface="Segoe UI"/>
                <a:cs typeface="Segoe UI"/>
              </a:defRPr>
            </a:lvl3pPr>
            <a:lvl4pPr>
              <a:defRPr sz="2700" b="1">
                <a:solidFill>
                  <a:srgbClr val="20252A"/>
                </a:solidFill>
                <a:latin typeface="Segoe UI"/>
                <a:ea typeface="Segoe UI"/>
                <a:cs typeface="Segoe UI"/>
              </a:defRPr>
            </a:lvl4pPr>
            <a:lvl5pPr>
              <a:defRPr sz="2700" b="1">
                <a:solidFill>
                  <a:srgbClr val="20252A"/>
                </a:solidFill>
                <a:latin typeface="Segoe UI"/>
                <a:ea typeface="Segoe UI"/>
                <a:cs typeface="Segoe UI"/>
              </a:defRPr>
            </a:lvl5pPr>
            <a:lvl6pPr>
              <a:defRPr sz="2700" b="1">
                <a:solidFill>
                  <a:srgbClr val="20252A"/>
                </a:solidFill>
                <a:latin typeface="Segoe UI"/>
                <a:ea typeface="Segoe UI"/>
                <a:cs typeface="Segoe UI"/>
              </a:defRPr>
            </a:lvl6pPr>
            <a:lvl7pPr>
              <a:defRPr sz="2700" b="1">
                <a:solidFill>
                  <a:srgbClr val="20252A"/>
                </a:solidFill>
                <a:latin typeface="Segoe UI"/>
                <a:ea typeface="Segoe UI"/>
                <a:cs typeface="Segoe UI"/>
              </a:defRPr>
            </a:lvl7pPr>
            <a:lvl8pPr>
              <a:defRPr sz="2700" b="1">
                <a:solidFill>
                  <a:srgbClr val="20252A"/>
                </a:solidFill>
                <a:latin typeface="Segoe UI"/>
                <a:ea typeface="Segoe UI"/>
                <a:cs typeface="Segoe UI"/>
              </a:defRPr>
            </a:lvl8pPr>
            <a:lvl9pPr>
              <a:defRPr sz="2700" b="1">
                <a:solidFill>
                  <a:srgbClr val="20252A"/>
                </a:solidFill>
                <a:latin typeface="Segoe UI"/>
                <a:ea typeface="Segoe UI"/>
                <a:cs typeface="Segoe UI"/>
              </a:defRPr>
            </a:lvl9pPr>
          </a:lstStyle>
          <a:p xmlns:a="http://schemas.openxmlformats.org/drawingml/2006/main">
            <a:pPr>
              <a:defRPr sz="2700" b="1">
                <a:solidFill>
                  <a:srgbClr val="20252A"/>
                </a:solidFill>
                <a:latin typeface="Segoe UI"/>
                <a:ea typeface="Segoe UI"/>
                <a:cs typeface="Segoe UI"/>
              </a:defRPr>
            </a:pPr>
            <a:r>
              <a:rPr sz="2700" b="1">
                <a:solidFill>
                  <a:srgbClr val="20252A"/>
                </a:solidFill>
                <a:latin typeface="Segoe UI"/>
                <a:ea typeface="Segoe UI"/>
                <a:cs typeface="Segoe UI"/>
              </a:rPr>
              <a:t>Check together. Then choose.</a:t>
            </a:r>
          </a:p>
        </p:txBody>
      </p:sp>
      <p:pic>
        <p:nvPicPr>
          <p:cNvPr id="5" name="Actual packs" descr="Actual packs">
            <a:extLst xmlns:a="http://schemas.openxmlformats.org/drawingml/2006/main">
              <a:ext uri="{FF2B5EF4-FFF2-40B4-BE49-F238E27FC236}">
                <a16:creationId xmlns:a16="http://schemas.microsoft.com/office/drawing/2014/main" id="{6D0A3233-2D7B-4A4B-B7E7-12B124B7BD24}"/>
              </a:ext>
            </a:extLst>
          </p:cNvPr>
          <p:cNvPicPr>
            <a:picLocks xmlns:a="http://schemas.openxmlformats.org/drawingml/2006/main" noChangeAspect="1"/>
          </p:cNvPicPr>
          <p:nvPr/>
        </p:nvPicPr>
        <p:blipFill>
          <a:blip xmlns:r="http://schemas.openxmlformats.org/officeDocument/2006/relationships" xmlns:a="http://schemas.openxmlformats.org/drawingml/2006/main" r:embed="R9c7d4d8d046e45a7"/>
          <a:stretch xmlns:a="http://schemas.openxmlformats.org/drawingml/2006/main"/>
        </p:blipFill>
        <p:spPr>
          <a:xfrm xmlns:a="http://schemas.openxmlformats.org/drawingml/2006/main">
            <a:off x="609600" y="2143125"/>
            <a:ext cx="609600" cy="60960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343B491F-6BED-41D7-A01B-E38992C8FD06}"/>
              </a:ext>
            </a:extLst>
          </p:cNvPr>
          <p:cNvSpPr>
            <a:spLocks xmlns:a="http://schemas.openxmlformats.org/drawingml/2006/main" noGrp="1"/>
          </p:cNvSpPr>
          <p:nvPr/>
        </p:nvSpPr>
        <p:spPr>
          <a:xfrm xmlns:a="http://schemas.openxmlformats.org/drawingml/2006/main">
            <a:off x="1400175" y="2190750"/>
            <a:ext cx="2762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Actual packs</a:t>
            </a:r>
          </a:p>
        </p:txBody>
      </p:sp>
      <p:pic>
        <p:nvPicPr>
          <p:cNvPr id="7" name="Complete label" descr="Complete label">
            <a:extLst xmlns:a="http://schemas.openxmlformats.org/drawingml/2006/main">
              <a:ext uri="{FF2B5EF4-FFF2-40B4-BE49-F238E27FC236}">
                <a16:creationId xmlns:a16="http://schemas.microsoft.com/office/drawing/2014/main" id="{8740DB63-B09A-41D0-BB18-DE5A31F89335}"/>
              </a:ext>
            </a:extLst>
          </p:cNvPr>
          <p:cNvPicPr>
            <a:picLocks xmlns:a="http://schemas.openxmlformats.org/drawingml/2006/main" noChangeAspect="1"/>
          </p:cNvPicPr>
          <p:nvPr/>
        </p:nvPicPr>
        <p:blipFill>
          <a:blip xmlns:r="http://schemas.openxmlformats.org/officeDocument/2006/relationships" xmlns:a="http://schemas.openxmlformats.org/drawingml/2006/main" r:embed="R4338370c72f7460b"/>
          <a:stretch xmlns:a="http://schemas.openxmlformats.org/drawingml/2006/main"/>
        </p:blipFill>
        <p:spPr>
          <a:xfrm xmlns:a="http://schemas.openxmlformats.org/drawingml/2006/main">
            <a:off x="4419600" y="2143125"/>
            <a:ext cx="609600" cy="609600"/>
          </a:xfrm>
          <a:prstGeom xmlns:a="http://schemas.openxmlformats.org/drawingml/2006/main" prst="rect">
            <a:avLst/>
          </a:prstGeom>
        </p:spPr>
      </p:pic>
      <p:sp>
        <p:nvSpPr>
          <p:cNvPr id="8" name="text-5">
            <a:extLst xmlns:a="http://schemas.openxmlformats.org/drawingml/2006/main">
              <a:ext uri="{FF2B5EF4-FFF2-40B4-BE49-F238E27FC236}">
                <a16:creationId xmlns:a16="http://schemas.microsoft.com/office/drawing/2014/main" id="{E64C33F8-47BA-43DE-B42E-68EA324FCAA8}"/>
              </a:ext>
            </a:extLst>
          </p:cNvPr>
          <p:cNvSpPr>
            <a:spLocks xmlns:a="http://schemas.openxmlformats.org/drawingml/2006/main" noGrp="1"/>
          </p:cNvSpPr>
          <p:nvPr/>
        </p:nvSpPr>
        <p:spPr>
          <a:xfrm xmlns:a="http://schemas.openxmlformats.org/drawingml/2006/main">
            <a:off x="5210175" y="2190750"/>
            <a:ext cx="2762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Complete label</a:t>
            </a:r>
          </a:p>
        </p:txBody>
      </p:sp>
      <p:pic>
        <p:nvPicPr>
          <p:cNvPr id="9" name="Portion and price" descr="Portion and price">
            <a:extLst xmlns:a="http://schemas.openxmlformats.org/drawingml/2006/main">
              <a:ext uri="{FF2B5EF4-FFF2-40B4-BE49-F238E27FC236}">
                <a16:creationId xmlns:a16="http://schemas.microsoft.com/office/drawing/2014/main" id="{03AA9771-BD2A-454E-B1DB-9075F2E69E4C}"/>
              </a:ext>
            </a:extLst>
          </p:cNvPr>
          <p:cNvPicPr>
            <a:picLocks xmlns:a="http://schemas.openxmlformats.org/drawingml/2006/main" noChangeAspect="1"/>
          </p:cNvPicPr>
          <p:nvPr/>
        </p:nvPicPr>
        <p:blipFill>
          <a:blip xmlns:r="http://schemas.openxmlformats.org/officeDocument/2006/relationships" xmlns:a="http://schemas.openxmlformats.org/drawingml/2006/main" r:embed="Rb12d4061e18e4f47"/>
          <a:stretch xmlns:a="http://schemas.openxmlformats.org/drawingml/2006/main"/>
        </p:blipFill>
        <p:spPr>
          <a:xfrm xmlns:a="http://schemas.openxmlformats.org/drawingml/2006/main">
            <a:off x="8229600" y="2143125"/>
            <a:ext cx="609600" cy="609600"/>
          </a:xfrm>
          <a:prstGeom xmlns:a="http://schemas.openxmlformats.org/drawingml/2006/main" prst="rect">
            <a:avLst/>
          </a:prstGeom>
        </p:spPr>
      </p:pic>
      <p:sp>
        <p:nvSpPr>
          <p:cNvPr id="10" name="text-6">
            <a:extLst xmlns:a="http://schemas.openxmlformats.org/drawingml/2006/main">
              <a:ext uri="{FF2B5EF4-FFF2-40B4-BE49-F238E27FC236}">
                <a16:creationId xmlns:a16="http://schemas.microsoft.com/office/drawing/2014/main" id="{92DCD6BC-E73F-4952-B72D-7BDCC36CC7AC}"/>
              </a:ext>
            </a:extLst>
          </p:cNvPr>
          <p:cNvSpPr>
            <a:spLocks xmlns:a="http://schemas.openxmlformats.org/drawingml/2006/main" noGrp="1"/>
          </p:cNvSpPr>
          <p:nvPr/>
        </p:nvSpPr>
        <p:spPr>
          <a:xfrm xmlns:a="http://schemas.openxmlformats.org/drawingml/2006/main">
            <a:off x="9020175" y="2190750"/>
            <a:ext cx="2762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Portion and price</a:t>
            </a:r>
          </a:p>
        </p:txBody>
      </p:sp>
      <p:sp>
        <p:nvSpPr>
          <p:cNvPr id="11" name="panel-7">
            <a:extLst xmlns:a="http://schemas.openxmlformats.org/drawingml/2006/main">
              <a:ext uri="{FF2B5EF4-FFF2-40B4-BE49-F238E27FC236}">
                <a16:creationId xmlns:a16="http://schemas.microsoft.com/office/drawing/2014/main" id="{616100A3-8E00-4B9F-93EC-030470BB4679}"/>
              </a:ext>
            </a:extLst>
          </p:cNvPr>
          <p:cNvSpPr>
            <a:spLocks xmlns:a="http://schemas.openxmlformats.org/drawingml/2006/main" noGrp="1"/>
          </p:cNvSpPr>
          <p:nvPr/>
        </p:nvSpPr>
        <p:spPr>
          <a:xfrm xmlns:a="http://schemas.openxmlformats.org/drawingml/2006/main">
            <a:off x="609600" y="3495675"/>
            <a:ext cx="10972800" cy="2047875"/>
          </a:xfrm>
          <a:prstGeom xmlns:a="http://schemas.openxmlformats.org/drawingml/2006/main" prst="rect">
            <a:avLst/>
          </a:prstGeom>
          <a:solidFill xmlns:a="http://schemas.openxmlformats.org/drawingml/2006/main">
            <a:srgbClr val="F0F1EF"/>
          </a:solidFill>
          <a:ln xmlns:a="http://schemas.openxmlformats.org/drawingml/2006/main" w="0">
            <a:noFill/>
            <a:prstDash val="solid"/>
          </a:ln>
        </p:spPr>
      </p:sp>
      <p:sp>
        <p:nvSpPr>
          <p:cNvPr id="12" name="text-8">
            <a:extLst xmlns:a="http://schemas.openxmlformats.org/drawingml/2006/main">
              <a:ext uri="{FF2B5EF4-FFF2-40B4-BE49-F238E27FC236}">
                <a16:creationId xmlns:a16="http://schemas.microsoft.com/office/drawing/2014/main" id="{9BBD6154-B749-4CAC-AC6F-ADD4E746AD1D}"/>
              </a:ext>
            </a:extLst>
          </p:cNvPr>
          <p:cNvSpPr>
            <a:spLocks xmlns:a="http://schemas.openxmlformats.org/drawingml/2006/main" noGrp="1"/>
          </p:cNvSpPr>
          <p:nvPr/>
        </p:nvSpPr>
        <p:spPr>
          <a:xfrm xmlns:a="http://schemas.openxmlformats.org/drawingml/2006/main">
            <a:off x="800100" y="3695700"/>
            <a:ext cx="10591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325" b="1">
                <a:solidFill>
                  <a:srgbClr val="20252A"/>
                </a:solidFill>
                <a:latin typeface="Segoe UI"/>
                <a:ea typeface="Segoe UI"/>
                <a:cs typeface="Segoe UI"/>
              </a:defRPr>
            </a:defPPr>
            <a:lvl1pPr>
              <a:defRPr sz="2325" b="1">
                <a:solidFill>
                  <a:srgbClr val="20252A"/>
                </a:solidFill>
                <a:latin typeface="Segoe UI"/>
                <a:ea typeface="Segoe UI"/>
                <a:cs typeface="Segoe UI"/>
              </a:defRPr>
            </a:lvl1pPr>
            <a:lvl2pPr>
              <a:defRPr sz="2325" b="1">
                <a:solidFill>
                  <a:srgbClr val="20252A"/>
                </a:solidFill>
                <a:latin typeface="Segoe UI"/>
                <a:ea typeface="Segoe UI"/>
                <a:cs typeface="Segoe UI"/>
              </a:defRPr>
            </a:lvl2pPr>
            <a:lvl3pPr>
              <a:defRPr sz="2325" b="1">
                <a:solidFill>
                  <a:srgbClr val="20252A"/>
                </a:solidFill>
                <a:latin typeface="Segoe UI"/>
                <a:ea typeface="Segoe UI"/>
                <a:cs typeface="Segoe UI"/>
              </a:defRPr>
            </a:lvl3pPr>
            <a:lvl4pPr>
              <a:defRPr sz="2325" b="1">
                <a:solidFill>
                  <a:srgbClr val="20252A"/>
                </a:solidFill>
                <a:latin typeface="Segoe UI"/>
                <a:ea typeface="Segoe UI"/>
                <a:cs typeface="Segoe UI"/>
              </a:defRPr>
            </a:lvl4pPr>
            <a:lvl5pPr>
              <a:defRPr sz="2325" b="1">
                <a:solidFill>
                  <a:srgbClr val="20252A"/>
                </a:solidFill>
                <a:latin typeface="Segoe UI"/>
                <a:ea typeface="Segoe UI"/>
                <a:cs typeface="Segoe UI"/>
              </a:defRPr>
            </a:lvl5pPr>
            <a:lvl6pPr>
              <a:defRPr sz="2325" b="1">
                <a:solidFill>
                  <a:srgbClr val="20252A"/>
                </a:solidFill>
                <a:latin typeface="Segoe UI"/>
                <a:ea typeface="Segoe UI"/>
                <a:cs typeface="Segoe UI"/>
              </a:defRPr>
            </a:lvl6pPr>
            <a:lvl7pPr>
              <a:defRPr sz="2325" b="1">
                <a:solidFill>
                  <a:srgbClr val="20252A"/>
                </a:solidFill>
                <a:latin typeface="Segoe UI"/>
                <a:ea typeface="Segoe UI"/>
                <a:cs typeface="Segoe UI"/>
              </a:defRPr>
            </a:lvl7pPr>
            <a:lvl8pPr>
              <a:defRPr sz="2325" b="1">
                <a:solidFill>
                  <a:srgbClr val="20252A"/>
                </a:solidFill>
                <a:latin typeface="Segoe UI"/>
                <a:ea typeface="Segoe UI"/>
                <a:cs typeface="Segoe UI"/>
              </a:defRPr>
            </a:lvl8pPr>
            <a:lvl9pPr>
              <a:defRPr sz="2325" b="1">
                <a:solidFill>
                  <a:srgbClr val="20252A"/>
                </a:solidFill>
                <a:latin typeface="Segoe UI"/>
                <a:ea typeface="Segoe UI"/>
                <a:cs typeface="Segoe UI"/>
              </a:defRPr>
            </a:lvl9pPr>
          </a:lstStyle>
          <a:p xmlns:a="http://schemas.openxmlformats.org/drawingml/2006/main">
            <a:pPr>
              <a:defRPr sz="2325" b="1">
                <a:solidFill>
                  <a:srgbClr val="20252A"/>
                </a:solidFill>
                <a:latin typeface="Segoe UI"/>
                <a:ea typeface="Segoe UI"/>
                <a:cs typeface="Segoe UI"/>
              </a:defRPr>
            </a:pPr>
            <a:r>
              <a:rPr sz="2325" b="1">
                <a:solidFill>
                  <a:srgbClr val="20252A"/>
                </a:solidFill>
                <a:latin typeface="Segoe UI"/>
                <a:ea typeface="Segoe UI"/>
                <a:cs typeface="Segoe UI"/>
              </a:rPr>
              <a:t>Hinge: one ingredient pack is missing.</a:t>
            </a:r>
          </a:p>
        </p:txBody>
      </p:sp>
      <p:sp>
        <p:nvSpPr>
          <p:cNvPr id="13" name="text-9">
            <a:extLst xmlns:a="http://schemas.openxmlformats.org/drawingml/2006/main">
              <a:ext uri="{FF2B5EF4-FFF2-40B4-BE49-F238E27FC236}">
                <a16:creationId xmlns:a16="http://schemas.microsoft.com/office/drawing/2014/main" id="{FAE90621-ED6B-4B57-A529-2CD87C09D319}"/>
              </a:ext>
            </a:extLst>
          </p:cNvPr>
          <p:cNvSpPr>
            <a:spLocks xmlns:a="http://schemas.openxmlformats.org/drawingml/2006/main" noGrp="1"/>
          </p:cNvSpPr>
          <p:nvPr/>
        </p:nvSpPr>
        <p:spPr>
          <a:xfrm xmlns:a="http://schemas.openxmlformats.org/drawingml/2006/main">
            <a:off x="800100" y="4429125"/>
            <a:ext cx="10591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325" b="0">
                <a:solidFill>
                  <a:srgbClr val="20252A"/>
                </a:solidFill>
                <a:latin typeface="Segoe UI"/>
                <a:ea typeface="Segoe UI"/>
                <a:cs typeface="Segoe UI"/>
              </a:defRPr>
            </a:defPPr>
            <a:lvl1pPr>
              <a:defRPr sz="2325" b="0">
                <a:solidFill>
                  <a:srgbClr val="20252A"/>
                </a:solidFill>
                <a:latin typeface="Segoe UI"/>
                <a:ea typeface="Segoe UI"/>
                <a:cs typeface="Segoe UI"/>
              </a:defRPr>
            </a:lvl1pPr>
            <a:lvl2pPr>
              <a:defRPr sz="2325" b="0">
                <a:solidFill>
                  <a:srgbClr val="20252A"/>
                </a:solidFill>
                <a:latin typeface="Segoe UI"/>
                <a:ea typeface="Segoe UI"/>
                <a:cs typeface="Segoe UI"/>
              </a:defRPr>
            </a:lvl2pPr>
            <a:lvl3pPr>
              <a:defRPr sz="2325" b="0">
                <a:solidFill>
                  <a:srgbClr val="20252A"/>
                </a:solidFill>
                <a:latin typeface="Segoe UI"/>
                <a:ea typeface="Segoe UI"/>
                <a:cs typeface="Segoe UI"/>
              </a:defRPr>
            </a:lvl3pPr>
            <a:lvl4pPr>
              <a:defRPr sz="2325" b="0">
                <a:solidFill>
                  <a:srgbClr val="20252A"/>
                </a:solidFill>
                <a:latin typeface="Segoe UI"/>
                <a:ea typeface="Segoe UI"/>
                <a:cs typeface="Segoe UI"/>
              </a:defRPr>
            </a:lvl4pPr>
            <a:lvl5pPr>
              <a:defRPr sz="2325" b="0">
                <a:solidFill>
                  <a:srgbClr val="20252A"/>
                </a:solidFill>
                <a:latin typeface="Segoe UI"/>
                <a:ea typeface="Segoe UI"/>
                <a:cs typeface="Segoe UI"/>
              </a:defRPr>
            </a:lvl5pPr>
            <a:lvl6pPr>
              <a:defRPr sz="2325" b="0">
                <a:solidFill>
                  <a:srgbClr val="20252A"/>
                </a:solidFill>
                <a:latin typeface="Segoe UI"/>
                <a:ea typeface="Segoe UI"/>
                <a:cs typeface="Segoe UI"/>
              </a:defRPr>
            </a:lvl6pPr>
            <a:lvl7pPr>
              <a:defRPr sz="2325" b="0">
                <a:solidFill>
                  <a:srgbClr val="20252A"/>
                </a:solidFill>
                <a:latin typeface="Segoe UI"/>
                <a:ea typeface="Segoe UI"/>
                <a:cs typeface="Segoe UI"/>
              </a:defRPr>
            </a:lvl7pPr>
            <a:lvl8pPr>
              <a:defRPr sz="2325" b="0">
                <a:solidFill>
                  <a:srgbClr val="20252A"/>
                </a:solidFill>
                <a:latin typeface="Segoe UI"/>
                <a:ea typeface="Segoe UI"/>
                <a:cs typeface="Segoe UI"/>
              </a:defRPr>
            </a:lvl8pPr>
            <a:lvl9pPr>
              <a:defRPr sz="2325" b="0">
                <a:solidFill>
                  <a:srgbClr val="20252A"/>
                </a:solidFill>
                <a:latin typeface="Segoe UI"/>
                <a:ea typeface="Segoe UI"/>
                <a:cs typeface="Segoe UI"/>
              </a:defRPr>
            </a:lvl9pPr>
          </a:lstStyle>
          <a:p xmlns:a="http://schemas.openxmlformats.org/drawingml/2006/main">
            <a:pPr>
              <a:defRPr sz="2325" b="0">
                <a:solidFill>
                  <a:srgbClr val="20252A"/>
                </a:solidFill>
                <a:latin typeface="Segoe UI"/>
                <a:ea typeface="Segoe UI"/>
                <a:cs typeface="Segoe UI"/>
              </a:defRPr>
            </a:pPr>
            <a:r>
              <a:rPr sz="2325" b="0">
                <a:solidFill>
                  <a:srgbClr val="20252A"/>
                </a:solidFill>
                <a:latin typeface="Segoe UI"/>
                <a:ea typeface="Segoe UI"/>
                <a:cs typeface="Segoe UI"/>
              </a:rPr>
              <a:t>A  Guess.</a:t>
            </a:r>
          </a:p>
          <a:p xmlns:a="http://schemas.openxmlformats.org/drawingml/2006/main">
            <a:pPr>
              <a:defRPr sz="2325" b="0">
                <a:solidFill>
                  <a:srgbClr val="20252A"/>
                </a:solidFill>
                <a:latin typeface="Segoe UI"/>
                <a:ea typeface="Segoe UI"/>
                <a:cs typeface="Segoe UI"/>
              </a:defRPr>
            </a:pPr>
            <a:r>
              <a:rPr sz="2325" b="0">
                <a:solidFill>
                  <a:srgbClr val="20252A"/>
                </a:solidFill>
                <a:latin typeface="Segoe UI"/>
                <a:ea typeface="Segoe UI"/>
                <a:cs typeface="Segoe UI"/>
              </a:rPr>
              <a:t>B  Stop and ask the adult.</a:t>
            </a:r>
          </a:p>
        </p:txBody>
      </p:sp>
      <p:sp>
        <p:nvSpPr>
          <p:cNvPr id="14" name="text-10">
            <a:extLst xmlns:a="http://schemas.openxmlformats.org/drawingml/2006/main">
              <a:ext uri="{FF2B5EF4-FFF2-40B4-BE49-F238E27FC236}">
                <a16:creationId xmlns:a16="http://schemas.microsoft.com/office/drawing/2014/main" id="{D537DDA3-4E07-4253-BAC0-FC3414299549}"/>
              </a:ext>
            </a:extLst>
          </p:cNvPr>
          <p:cNvSpPr>
            <a:spLocks xmlns:a="http://schemas.openxmlformats.org/drawingml/2006/main" noGrp="1"/>
          </p:cNvSpPr>
          <p:nvPr/>
        </p:nvSpPr>
        <p:spPr>
          <a:xfrm xmlns:a="http://schemas.openxmlformats.org/drawingml/2006/main">
            <a:off x="609600" y="60102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20252A"/>
                </a:solidFill>
                <a:latin typeface="Segoe UI"/>
                <a:ea typeface="Segoe UI"/>
                <a:cs typeface="Segoe UI"/>
              </a:defRPr>
            </a:defPPr>
            <a:lvl1pPr>
              <a:defRPr sz="1950" b="1">
                <a:solidFill>
                  <a:srgbClr val="20252A"/>
                </a:solidFill>
                <a:latin typeface="Segoe UI"/>
                <a:ea typeface="Segoe UI"/>
                <a:cs typeface="Segoe UI"/>
              </a:defRPr>
            </a:lvl1pPr>
            <a:lvl2pPr>
              <a:defRPr sz="1950" b="1">
                <a:solidFill>
                  <a:srgbClr val="20252A"/>
                </a:solidFill>
                <a:latin typeface="Segoe UI"/>
                <a:ea typeface="Segoe UI"/>
                <a:cs typeface="Segoe UI"/>
              </a:defRPr>
            </a:lvl2pPr>
            <a:lvl3pPr>
              <a:defRPr sz="1950" b="1">
                <a:solidFill>
                  <a:srgbClr val="20252A"/>
                </a:solidFill>
                <a:latin typeface="Segoe UI"/>
                <a:ea typeface="Segoe UI"/>
                <a:cs typeface="Segoe UI"/>
              </a:defRPr>
            </a:lvl3pPr>
            <a:lvl4pPr>
              <a:defRPr sz="1950" b="1">
                <a:solidFill>
                  <a:srgbClr val="20252A"/>
                </a:solidFill>
                <a:latin typeface="Segoe UI"/>
                <a:ea typeface="Segoe UI"/>
                <a:cs typeface="Segoe UI"/>
              </a:defRPr>
            </a:lvl4pPr>
            <a:lvl5pPr>
              <a:defRPr sz="1950" b="1">
                <a:solidFill>
                  <a:srgbClr val="20252A"/>
                </a:solidFill>
                <a:latin typeface="Segoe UI"/>
                <a:ea typeface="Segoe UI"/>
                <a:cs typeface="Segoe UI"/>
              </a:defRPr>
            </a:lvl5pPr>
            <a:lvl6pPr>
              <a:defRPr sz="1950" b="1">
                <a:solidFill>
                  <a:srgbClr val="20252A"/>
                </a:solidFill>
                <a:latin typeface="Segoe UI"/>
                <a:ea typeface="Segoe UI"/>
                <a:cs typeface="Segoe UI"/>
              </a:defRPr>
            </a:lvl6pPr>
            <a:lvl7pPr>
              <a:defRPr sz="1950" b="1">
                <a:solidFill>
                  <a:srgbClr val="20252A"/>
                </a:solidFill>
                <a:latin typeface="Segoe UI"/>
                <a:ea typeface="Segoe UI"/>
                <a:cs typeface="Segoe UI"/>
              </a:defRPr>
            </a:lvl7pPr>
            <a:lvl8pPr>
              <a:defRPr sz="1950" b="1">
                <a:solidFill>
                  <a:srgbClr val="20252A"/>
                </a:solidFill>
                <a:latin typeface="Segoe UI"/>
                <a:ea typeface="Segoe UI"/>
                <a:cs typeface="Segoe UI"/>
              </a:defRPr>
            </a:lvl8pPr>
            <a:lvl9pPr>
              <a:defRPr sz="1950" b="1">
                <a:solidFill>
                  <a:srgbClr val="20252A"/>
                </a:solidFill>
                <a:latin typeface="Segoe UI"/>
                <a:ea typeface="Segoe UI"/>
                <a:cs typeface="Segoe UI"/>
              </a:defRPr>
            </a:lvl9pPr>
          </a:lstStyle>
          <a:p xmlns:a="http://schemas.openxmlformats.org/drawingml/2006/main">
            <a:pPr>
              <a:defRPr sz="1950" b="1">
                <a:solidFill>
                  <a:srgbClr val="20252A"/>
                </a:solidFill>
                <a:latin typeface="Segoe UI"/>
                <a:ea typeface="Segoe UI"/>
                <a:cs typeface="Segoe UI"/>
              </a:defRPr>
            </a:pPr>
            <a:r>
              <a:rPr sz="1950" b="1">
                <a:solidFill>
                  <a:srgbClr val="20252A"/>
                </a:solidFill>
                <a:latin typeface="Segoe UI"/>
                <a:ea typeface="Segoe UI"/>
                <a:cs typeface="Segoe UI"/>
              </a:rPr>
              <a:t>I choose __ because __.</a:t>
            </a:r>
          </a:p>
        </p:txBody>
      </p:sp>
    </p:spTree>
    <p:extLst>
      <p:ext uri="{BB962C8B-B14F-4D97-AF65-F5344CB8AC3E}">
        <p14:creationId xmlns:p14="http://schemas.microsoft.com/office/powerpoint/2010/main" val="268103354"/>
      </p:ext>
    </p:extLst>
  </p:cSld>
</p:sld>
</file>

<file path=ppt/slides/slide19.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176BA485-FD56-4D23-A849-D4E8ABE6C300}"/>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YOU DO — in your book</a:t>
            </a:r>
          </a:p>
        </p:txBody>
      </p:sp>
      <p:sp>
        <p:nvSpPr>
          <p:cNvPr id="2" name="text-1">
            <a:extLst xmlns:a="http://schemas.openxmlformats.org/drawingml/2006/main">
              <a:ext uri="{FF2B5EF4-FFF2-40B4-BE49-F238E27FC236}">
                <a16:creationId xmlns:a16="http://schemas.microsoft.com/office/drawing/2014/main" id="{0D5369A2-095F-40B3-82A6-D459421E9007}"/>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L4b</a:t>
            </a:r>
          </a:p>
        </p:txBody>
      </p:sp>
      <p:sp>
        <p:nvSpPr>
          <p:cNvPr id="3" name="text-2">
            <a:extLst xmlns:a="http://schemas.openxmlformats.org/drawingml/2006/main">
              <a:ext uri="{FF2B5EF4-FFF2-40B4-BE49-F238E27FC236}">
                <a16:creationId xmlns:a16="http://schemas.microsoft.com/office/drawing/2014/main" id="{37FD7999-AE28-472A-BAFE-EE0A8561A19A}"/>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19 / 24 · 2 min</a:t>
            </a:r>
          </a:p>
        </p:txBody>
      </p:sp>
      <p:sp>
        <p:nvSpPr>
          <p:cNvPr id="4" name="text-3">
            <a:extLst xmlns:a="http://schemas.openxmlformats.org/drawingml/2006/main">
              <a:ext uri="{FF2B5EF4-FFF2-40B4-BE49-F238E27FC236}">
                <a16:creationId xmlns:a16="http://schemas.microsoft.com/office/drawing/2014/main" id="{C8A7588C-AAE5-49E5-896A-E855E84DF583}"/>
              </a:ext>
            </a:extLst>
          </p:cNvPr>
          <p:cNvSpPr>
            <a:spLocks xmlns:a="http://schemas.openxmlformats.org/drawingml/2006/main" noGrp="1"/>
          </p:cNvSpPr>
          <p:nvPr/>
        </p:nvSpPr>
        <p:spPr>
          <a:xfrm xmlns:a="http://schemas.openxmlformats.org/drawingml/2006/main">
            <a:off x="609600" y="13335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925" b="1">
                <a:solidFill>
                  <a:srgbClr val="20252A"/>
                </a:solidFill>
                <a:latin typeface="Segoe UI"/>
                <a:ea typeface="Segoe UI"/>
                <a:cs typeface="Segoe UI"/>
              </a:defRPr>
            </a:defPPr>
            <a:lvl1pPr>
              <a:defRPr sz="2925" b="1">
                <a:solidFill>
                  <a:srgbClr val="20252A"/>
                </a:solidFill>
                <a:latin typeface="Segoe UI"/>
                <a:ea typeface="Segoe UI"/>
                <a:cs typeface="Segoe UI"/>
              </a:defRPr>
            </a:lvl1pPr>
            <a:lvl2pPr>
              <a:defRPr sz="2925" b="1">
                <a:solidFill>
                  <a:srgbClr val="20252A"/>
                </a:solidFill>
                <a:latin typeface="Segoe UI"/>
                <a:ea typeface="Segoe UI"/>
                <a:cs typeface="Segoe UI"/>
              </a:defRPr>
            </a:lvl2pPr>
            <a:lvl3pPr>
              <a:defRPr sz="2925" b="1">
                <a:solidFill>
                  <a:srgbClr val="20252A"/>
                </a:solidFill>
                <a:latin typeface="Segoe UI"/>
                <a:ea typeface="Segoe UI"/>
                <a:cs typeface="Segoe UI"/>
              </a:defRPr>
            </a:lvl3pPr>
            <a:lvl4pPr>
              <a:defRPr sz="2925" b="1">
                <a:solidFill>
                  <a:srgbClr val="20252A"/>
                </a:solidFill>
                <a:latin typeface="Segoe UI"/>
                <a:ea typeface="Segoe UI"/>
                <a:cs typeface="Segoe UI"/>
              </a:defRPr>
            </a:lvl4pPr>
            <a:lvl5pPr>
              <a:defRPr sz="2925" b="1">
                <a:solidFill>
                  <a:srgbClr val="20252A"/>
                </a:solidFill>
                <a:latin typeface="Segoe UI"/>
                <a:ea typeface="Segoe UI"/>
                <a:cs typeface="Segoe UI"/>
              </a:defRPr>
            </a:lvl5pPr>
            <a:lvl6pPr>
              <a:defRPr sz="2925" b="1">
                <a:solidFill>
                  <a:srgbClr val="20252A"/>
                </a:solidFill>
                <a:latin typeface="Segoe UI"/>
                <a:ea typeface="Segoe UI"/>
                <a:cs typeface="Segoe UI"/>
              </a:defRPr>
            </a:lvl6pPr>
            <a:lvl7pPr>
              <a:defRPr sz="2925" b="1">
                <a:solidFill>
                  <a:srgbClr val="20252A"/>
                </a:solidFill>
                <a:latin typeface="Segoe UI"/>
                <a:ea typeface="Segoe UI"/>
                <a:cs typeface="Segoe UI"/>
              </a:defRPr>
            </a:lvl7pPr>
            <a:lvl8pPr>
              <a:defRPr sz="2925" b="1">
                <a:solidFill>
                  <a:srgbClr val="20252A"/>
                </a:solidFill>
                <a:latin typeface="Segoe UI"/>
                <a:ea typeface="Segoe UI"/>
                <a:cs typeface="Segoe UI"/>
              </a:defRPr>
            </a:lvl8pPr>
            <a:lvl9pPr>
              <a:defRPr sz="2925" b="1">
                <a:solidFill>
                  <a:srgbClr val="20252A"/>
                </a:solidFill>
                <a:latin typeface="Segoe UI"/>
                <a:ea typeface="Segoe UI"/>
                <a:cs typeface="Segoe UI"/>
              </a:defRPr>
            </a:lvl9pPr>
          </a:lstStyle>
          <a:p xmlns:a="http://schemas.openxmlformats.org/drawingml/2006/main">
            <a:pPr>
              <a:defRPr sz="2925" b="1">
                <a:solidFill>
                  <a:srgbClr val="20252A"/>
                </a:solidFill>
                <a:latin typeface="Segoe UI"/>
                <a:ea typeface="Segoe UI"/>
                <a:cs typeface="Segoe UI"/>
              </a:defRPr>
            </a:pPr>
            <a:r>
              <a:rPr sz="2925" b="1">
                <a:solidFill>
                  <a:srgbClr val="20252A"/>
                </a:solidFill>
                <a:latin typeface="Segoe UI"/>
                <a:ea typeface="Segoe UI"/>
                <a:cs typeface="Segoe UI"/>
              </a:rPr>
              <a:t>My next decision</a:t>
            </a:r>
          </a:p>
        </p:txBody>
      </p:sp>
      <p:sp>
        <p:nvSpPr>
          <p:cNvPr id="5" name="text-4">
            <a:extLst xmlns:a="http://schemas.openxmlformats.org/drawingml/2006/main">
              <a:ext uri="{FF2B5EF4-FFF2-40B4-BE49-F238E27FC236}">
                <a16:creationId xmlns:a16="http://schemas.microsoft.com/office/drawing/2014/main" id="{19FEDB1B-5859-48DF-911E-EB179A90DBA8}"/>
              </a:ext>
            </a:extLst>
          </p:cNvPr>
          <p:cNvSpPr>
            <a:spLocks xmlns:a="http://schemas.openxmlformats.org/drawingml/2006/main" noGrp="1"/>
          </p:cNvSpPr>
          <p:nvPr/>
        </p:nvSpPr>
        <p:spPr>
          <a:xfrm xmlns:a="http://schemas.openxmlformats.org/drawingml/2006/main">
            <a:off x="609600" y="23050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325" b="1">
                <a:solidFill>
                  <a:srgbClr val="20252A"/>
                </a:solidFill>
                <a:latin typeface="Segoe UI"/>
                <a:ea typeface="Segoe UI"/>
                <a:cs typeface="Segoe UI"/>
              </a:defRPr>
            </a:defPPr>
            <a:lvl1pPr>
              <a:defRPr sz="2325" b="1">
                <a:solidFill>
                  <a:srgbClr val="20252A"/>
                </a:solidFill>
                <a:latin typeface="Segoe UI"/>
                <a:ea typeface="Segoe UI"/>
                <a:cs typeface="Segoe UI"/>
              </a:defRPr>
            </a:lvl1pPr>
            <a:lvl2pPr>
              <a:defRPr sz="2325" b="1">
                <a:solidFill>
                  <a:srgbClr val="20252A"/>
                </a:solidFill>
                <a:latin typeface="Segoe UI"/>
                <a:ea typeface="Segoe UI"/>
                <a:cs typeface="Segoe UI"/>
              </a:defRPr>
            </a:lvl2pPr>
            <a:lvl3pPr>
              <a:defRPr sz="2325" b="1">
                <a:solidFill>
                  <a:srgbClr val="20252A"/>
                </a:solidFill>
                <a:latin typeface="Segoe UI"/>
                <a:ea typeface="Segoe UI"/>
                <a:cs typeface="Segoe UI"/>
              </a:defRPr>
            </a:lvl3pPr>
            <a:lvl4pPr>
              <a:defRPr sz="2325" b="1">
                <a:solidFill>
                  <a:srgbClr val="20252A"/>
                </a:solidFill>
                <a:latin typeface="Segoe UI"/>
                <a:ea typeface="Segoe UI"/>
                <a:cs typeface="Segoe UI"/>
              </a:defRPr>
            </a:lvl4pPr>
            <a:lvl5pPr>
              <a:defRPr sz="2325" b="1">
                <a:solidFill>
                  <a:srgbClr val="20252A"/>
                </a:solidFill>
                <a:latin typeface="Segoe UI"/>
                <a:ea typeface="Segoe UI"/>
                <a:cs typeface="Segoe UI"/>
              </a:defRPr>
            </a:lvl5pPr>
            <a:lvl6pPr>
              <a:defRPr sz="2325" b="1">
                <a:solidFill>
                  <a:srgbClr val="20252A"/>
                </a:solidFill>
                <a:latin typeface="Segoe UI"/>
                <a:ea typeface="Segoe UI"/>
                <a:cs typeface="Segoe UI"/>
              </a:defRPr>
            </a:lvl6pPr>
            <a:lvl7pPr>
              <a:defRPr sz="2325" b="1">
                <a:solidFill>
                  <a:srgbClr val="20252A"/>
                </a:solidFill>
                <a:latin typeface="Segoe UI"/>
                <a:ea typeface="Segoe UI"/>
                <a:cs typeface="Segoe UI"/>
              </a:defRPr>
            </a:lvl7pPr>
            <a:lvl8pPr>
              <a:defRPr sz="2325" b="1">
                <a:solidFill>
                  <a:srgbClr val="20252A"/>
                </a:solidFill>
                <a:latin typeface="Segoe UI"/>
                <a:ea typeface="Segoe UI"/>
                <a:cs typeface="Segoe UI"/>
              </a:defRPr>
            </a:lvl8pPr>
            <a:lvl9pPr>
              <a:defRPr sz="2325" b="1">
                <a:solidFill>
                  <a:srgbClr val="20252A"/>
                </a:solidFill>
                <a:latin typeface="Segoe UI"/>
                <a:ea typeface="Segoe UI"/>
                <a:cs typeface="Segoe UI"/>
              </a:defRPr>
            </a:lvl9pPr>
          </a:lstStyle>
          <a:p xmlns:a="http://schemas.openxmlformats.org/drawingml/2006/main">
            <a:pPr>
              <a:defRPr sz="2325" b="1">
                <a:solidFill>
                  <a:srgbClr val="20252A"/>
                </a:solidFill>
                <a:latin typeface="Segoe UI"/>
                <a:ea typeface="Segoe UI"/>
                <a:cs typeface="Segoe UI"/>
              </a:defRPr>
            </a:pPr>
            <a:r>
              <a:rPr sz="2325" b="1">
                <a:solidFill>
                  <a:srgbClr val="20252A"/>
                </a:solidFill>
                <a:latin typeface="Segoe UI"/>
                <a:ea typeface="Segoe UI"/>
                <a:cs typeface="Segoe UI"/>
              </a:rPr>
              <a:t>Target __   Choice __   Tool __   Reason __</a:t>
            </a:r>
          </a:p>
        </p:txBody>
      </p:sp>
      <p:sp>
        <p:nvSpPr>
          <p:cNvPr id="6" name="panel-5">
            <a:extLst xmlns:a="http://schemas.openxmlformats.org/drawingml/2006/main">
              <a:ext uri="{FF2B5EF4-FFF2-40B4-BE49-F238E27FC236}">
                <a16:creationId xmlns:a16="http://schemas.microsoft.com/office/drawing/2014/main" id="{897C4DFC-2049-4928-B6F8-852CF122B3CA}"/>
              </a:ext>
            </a:extLst>
          </p:cNvPr>
          <p:cNvSpPr>
            <a:spLocks xmlns:a="http://schemas.openxmlformats.org/drawingml/2006/main" noGrp="1"/>
          </p:cNvSpPr>
          <p:nvPr/>
        </p:nvSpPr>
        <p:spPr>
          <a:xfrm xmlns:a="http://schemas.openxmlformats.org/drawingml/2006/main">
            <a:off x="609600" y="3419475"/>
            <a:ext cx="3581400" cy="2095500"/>
          </a:xfrm>
          <a:prstGeom xmlns:a="http://schemas.openxmlformats.org/drawingml/2006/main" prst="rect">
            <a:avLst/>
          </a:prstGeom>
          <a:solidFill xmlns:a="http://schemas.openxmlformats.org/drawingml/2006/main">
            <a:srgbClr val="F0F1EF"/>
          </a:solidFill>
          <a:ln xmlns:a="http://schemas.openxmlformats.org/drawingml/2006/main" w="0">
            <a:noFill/>
            <a:prstDash val="solid"/>
          </a:ln>
        </p:spPr>
      </p:sp>
      <p:sp>
        <p:nvSpPr>
          <p:cNvPr id="7" name="text-6">
            <a:extLst xmlns:a="http://schemas.openxmlformats.org/drawingml/2006/main">
              <a:ext uri="{FF2B5EF4-FFF2-40B4-BE49-F238E27FC236}">
                <a16:creationId xmlns:a16="http://schemas.microsoft.com/office/drawing/2014/main" id="{AEFC679E-A83E-4088-A245-3300B7C1964B}"/>
              </a:ext>
            </a:extLst>
          </p:cNvPr>
          <p:cNvSpPr>
            <a:spLocks xmlns:a="http://schemas.openxmlformats.org/drawingml/2006/main" noGrp="1"/>
          </p:cNvSpPr>
          <p:nvPr/>
        </p:nvSpPr>
        <p:spPr>
          <a:xfrm xmlns:a="http://schemas.openxmlformats.org/drawingml/2006/main">
            <a:off x="762000" y="3552825"/>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725" b="1">
                <a:solidFill>
                  <a:srgbClr val="20252A"/>
                </a:solidFill>
                <a:latin typeface="Segoe UI"/>
                <a:ea typeface="Segoe UI"/>
                <a:cs typeface="Segoe UI"/>
              </a:defRPr>
            </a:defPPr>
            <a:lvl1pPr>
              <a:defRPr sz="1725" b="1">
                <a:solidFill>
                  <a:srgbClr val="20252A"/>
                </a:solidFill>
                <a:latin typeface="Segoe UI"/>
                <a:ea typeface="Segoe UI"/>
                <a:cs typeface="Segoe UI"/>
              </a:defRPr>
            </a:lvl1pPr>
            <a:lvl2pPr>
              <a:defRPr sz="1725" b="1">
                <a:solidFill>
                  <a:srgbClr val="20252A"/>
                </a:solidFill>
                <a:latin typeface="Segoe UI"/>
                <a:ea typeface="Segoe UI"/>
                <a:cs typeface="Segoe UI"/>
              </a:defRPr>
            </a:lvl2pPr>
            <a:lvl3pPr>
              <a:defRPr sz="1725" b="1">
                <a:solidFill>
                  <a:srgbClr val="20252A"/>
                </a:solidFill>
                <a:latin typeface="Segoe UI"/>
                <a:ea typeface="Segoe UI"/>
                <a:cs typeface="Segoe UI"/>
              </a:defRPr>
            </a:lvl3pPr>
            <a:lvl4pPr>
              <a:defRPr sz="1725" b="1">
                <a:solidFill>
                  <a:srgbClr val="20252A"/>
                </a:solidFill>
                <a:latin typeface="Segoe UI"/>
                <a:ea typeface="Segoe UI"/>
                <a:cs typeface="Segoe UI"/>
              </a:defRPr>
            </a:lvl4pPr>
            <a:lvl5pPr>
              <a:defRPr sz="1725" b="1">
                <a:solidFill>
                  <a:srgbClr val="20252A"/>
                </a:solidFill>
                <a:latin typeface="Segoe UI"/>
                <a:ea typeface="Segoe UI"/>
                <a:cs typeface="Segoe UI"/>
              </a:defRPr>
            </a:lvl5pPr>
            <a:lvl6pPr>
              <a:defRPr sz="1725" b="1">
                <a:solidFill>
                  <a:srgbClr val="20252A"/>
                </a:solidFill>
                <a:latin typeface="Segoe UI"/>
                <a:ea typeface="Segoe UI"/>
                <a:cs typeface="Segoe UI"/>
              </a:defRPr>
            </a:lvl6pPr>
            <a:lvl7pPr>
              <a:defRPr sz="1725" b="1">
                <a:solidFill>
                  <a:srgbClr val="20252A"/>
                </a:solidFill>
                <a:latin typeface="Segoe UI"/>
                <a:ea typeface="Segoe UI"/>
                <a:cs typeface="Segoe UI"/>
              </a:defRPr>
            </a:lvl7pPr>
            <a:lvl8pPr>
              <a:defRPr sz="1725" b="1">
                <a:solidFill>
                  <a:srgbClr val="20252A"/>
                </a:solidFill>
                <a:latin typeface="Segoe UI"/>
                <a:ea typeface="Segoe UI"/>
                <a:cs typeface="Segoe UI"/>
              </a:defRPr>
            </a:lvl8pPr>
            <a:lvl9pPr>
              <a:defRPr sz="1725" b="1">
                <a:solidFill>
                  <a:srgbClr val="20252A"/>
                </a:solidFill>
                <a:latin typeface="Segoe UI"/>
                <a:ea typeface="Segoe UI"/>
                <a:cs typeface="Segoe UI"/>
              </a:defRPr>
            </a:lvl9pPr>
          </a:lstStyle>
          <a:p xmlns:a="http://schemas.openxmlformats.org/drawingml/2006/main">
            <a:pPr>
              <a:defRPr sz="1725" b="1">
                <a:solidFill>
                  <a:srgbClr val="20252A"/>
                </a:solidFill>
                <a:latin typeface="Segoe UI"/>
                <a:ea typeface="Segoe UI"/>
                <a:cs typeface="Segoe UI"/>
              </a:defRPr>
            </a:pPr>
            <a:r>
              <a:rPr sz="1725" b="1">
                <a:solidFill>
                  <a:srgbClr val="20252A"/>
                </a:solidFill>
                <a:latin typeface="Segoe UI"/>
                <a:ea typeface="Segoe UI"/>
                <a:cs typeface="Segoe UI"/>
              </a:rPr>
              <a:t>SUPPORTED</a:t>
            </a:r>
          </a:p>
        </p:txBody>
      </p:sp>
      <p:sp>
        <p:nvSpPr>
          <p:cNvPr id="8" name="text-7">
            <a:extLst xmlns:a="http://schemas.openxmlformats.org/drawingml/2006/main">
              <a:ext uri="{FF2B5EF4-FFF2-40B4-BE49-F238E27FC236}">
                <a16:creationId xmlns:a16="http://schemas.microsoft.com/office/drawing/2014/main" id="{B822D333-F86E-4630-BAFB-3CEDD589D9DF}"/>
              </a:ext>
            </a:extLst>
          </p:cNvPr>
          <p:cNvSpPr>
            <a:spLocks xmlns:a="http://schemas.openxmlformats.org/drawingml/2006/main" noGrp="1"/>
          </p:cNvSpPr>
          <p:nvPr/>
        </p:nvSpPr>
        <p:spPr>
          <a:xfrm xmlns:a="http://schemas.openxmlformats.org/drawingml/2006/main">
            <a:off x="762000" y="3971925"/>
            <a:ext cx="3276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Use your own plan. Say what you need to decide.</a:t>
            </a:r>
          </a:p>
        </p:txBody>
      </p:sp>
      <p:sp>
        <p:nvSpPr>
          <p:cNvPr id="9" name="panel-8">
            <a:extLst xmlns:a="http://schemas.openxmlformats.org/drawingml/2006/main">
              <a:ext uri="{FF2B5EF4-FFF2-40B4-BE49-F238E27FC236}">
                <a16:creationId xmlns:a16="http://schemas.microsoft.com/office/drawing/2014/main" id="{244436B2-4AA6-4BB5-97BB-618B75B5884B}"/>
              </a:ext>
            </a:extLst>
          </p:cNvPr>
          <p:cNvSpPr>
            <a:spLocks xmlns:a="http://schemas.openxmlformats.org/drawingml/2006/main" noGrp="1"/>
          </p:cNvSpPr>
          <p:nvPr/>
        </p:nvSpPr>
        <p:spPr>
          <a:xfrm xmlns:a="http://schemas.openxmlformats.org/drawingml/2006/main">
            <a:off x="4419600" y="3419475"/>
            <a:ext cx="3581400" cy="2095500"/>
          </a:xfrm>
          <a:prstGeom xmlns:a="http://schemas.openxmlformats.org/drawingml/2006/main" prst="rect">
            <a:avLst/>
          </a:prstGeom>
          <a:solidFill xmlns:a="http://schemas.openxmlformats.org/drawingml/2006/main">
            <a:srgbClr val="F0F1EF"/>
          </a:solidFill>
          <a:ln xmlns:a="http://schemas.openxmlformats.org/drawingml/2006/main" w="0">
            <a:noFill/>
            <a:prstDash val="solid"/>
          </a:ln>
        </p:spPr>
      </p:sp>
      <p:sp>
        <p:nvSpPr>
          <p:cNvPr id="10" name="text-9">
            <a:extLst xmlns:a="http://schemas.openxmlformats.org/drawingml/2006/main">
              <a:ext uri="{FF2B5EF4-FFF2-40B4-BE49-F238E27FC236}">
                <a16:creationId xmlns:a16="http://schemas.microsoft.com/office/drawing/2014/main" id="{21526DFF-CFEF-440A-B843-986299F0C1FA}"/>
              </a:ext>
            </a:extLst>
          </p:cNvPr>
          <p:cNvSpPr>
            <a:spLocks xmlns:a="http://schemas.openxmlformats.org/drawingml/2006/main" noGrp="1"/>
          </p:cNvSpPr>
          <p:nvPr/>
        </p:nvSpPr>
        <p:spPr>
          <a:xfrm xmlns:a="http://schemas.openxmlformats.org/drawingml/2006/main">
            <a:off x="4572000" y="3552825"/>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725" b="1">
                <a:solidFill>
                  <a:srgbClr val="20252A"/>
                </a:solidFill>
                <a:latin typeface="Segoe UI"/>
                <a:ea typeface="Segoe UI"/>
                <a:cs typeface="Segoe UI"/>
              </a:defRPr>
            </a:defPPr>
            <a:lvl1pPr>
              <a:defRPr sz="1725" b="1">
                <a:solidFill>
                  <a:srgbClr val="20252A"/>
                </a:solidFill>
                <a:latin typeface="Segoe UI"/>
                <a:ea typeface="Segoe UI"/>
                <a:cs typeface="Segoe UI"/>
              </a:defRPr>
            </a:lvl1pPr>
            <a:lvl2pPr>
              <a:defRPr sz="1725" b="1">
                <a:solidFill>
                  <a:srgbClr val="20252A"/>
                </a:solidFill>
                <a:latin typeface="Segoe UI"/>
                <a:ea typeface="Segoe UI"/>
                <a:cs typeface="Segoe UI"/>
              </a:defRPr>
            </a:lvl2pPr>
            <a:lvl3pPr>
              <a:defRPr sz="1725" b="1">
                <a:solidFill>
                  <a:srgbClr val="20252A"/>
                </a:solidFill>
                <a:latin typeface="Segoe UI"/>
                <a:ea typeface="Segoe UI"/>
                <a:cs typeface="Segoe UI"/>
              </a:defRPr>
            </a:lvl3pPr>
            <a:lvl4pPr>
              <a:defRPr sz="1725" b="1">
                <a:solidFill>
                  <a:srgbClr val="20252A"/>
                </a:solidFill>
                <a:latin typeface="Segoe UI"/>
                <a:ea typeface="Segoe UI"/>
                <a:cs typeface="Segoe UI"/>
              </a:defRPr>
            </a:lvl4pPr>
            <a:lvl5pPr>
              <a:defRPr sz="1725" b="1">
                <a:solidFill>
                  <a:srgbClr val="20252A"/>
                </a:solidFill>
                <a:latin typeface="Segoe UI"/>
                <a:ea typeface="Segoe UI"/>
                <a:cs typeface="Segoe UI"/>
              </a:defRPr>
            </a:lvl5pPr>
            <a:lvl6pPr>
              <a:defRPr sz="1725" b="1">
                <a:solidFill>
                  <a:srgbClr val="20252A"/>
                </a:solidFill>
                <a:latin typeface="Segoe UI"/>
                <a:ea typeface="Segoe UI"/>
                <a:cs typeface="Segoe UI"/>
              </a:defRPr>
            </a:lvl6pPr>
            <a:lvl7pPr>
              <a:defRPr sz="1725" b="1">
                <a:solidFill>
                  <a:srgbClr val="20252A"/>
                </a:solidFill>
                <a:latin typeface="Segoe UI"/>
                <a:ea typeface="Segoe UI"/>
                <a:cs typeface="Segoe UI"/>
              </a:defRPr>
            </a:lvl7pPr>
            <a:lvl8pPr>
              <a:defRPr sz="1725" b="1">
                <a:solidFill>
                  <a:srgbClr val="20252A"/>
                </a:solidFill>
                <a:latin typeface="Segoe UI"/>
                <a:ea typeface="Segoe UI"/>
                <a:cs typeface="Segoe UI"/>
              </a:defRPr>
            </a:lvl8pPr>
            <a:lvl9pPr>
              <a:defRPr sz="1725" b="1">
                <a:solidFill>
                  <a:srgbClr val="20252A"/>
                </a:solidFill>
                <a:latin typeface="Segoe UI"/>
                <a:ea typeface="Segoe UI"/>
                <a:cs typeface="Segoe UI"/>
              </a:defRPr>
            </a:lvl9pPr>
          </a:lstStyle>
          <a:p xmlns:a="http://schemas.openxmlformats.org/drawingml/2006/main">
            <a:pPr>
              <a:defRPr sz="1725" b="1">
                <a:solidFill>
                  <a:srgbClr val="20252A"/>
                </a:solidFill>
                <a:latin typeface="Segoe UI"/>
                <a:ea typeface="Segoe UI"/>
                <a:cs typeface="Segoe UI"/>
              </a:defRPr>
            </a:pPr>
            <a:r>
              <a:rPr sz="1725" b="1">
                <a:solidFill>
                  <a:srgbClr val="20252A"/>
                </a:solidFill>
                <a:latin typeface="Segoe UI"/>
                <a:ea typeface="Segoe UI"/>
                <a:cs typeface="Segoe UI"/>
              </a:rPr>
              <a:t>STANDARD</a:t>
            </a:r>
          </a:p>
        </p:txBody>
      </p:sp>
      <p:sp>
        <p:nvSpPr>
          <p:cNvPr id="11" name="text-10">
            <a:extLst xmlns:a="http://schemas.openxmlformats.org/drawingml/2006/main">
              <a:ext uri="{FF2B5EF4-FFF2-40B4-BE49-F238E27FC236}">
                <a16:creationId xmlns:a16="http://schemas.microsoft.com/office/drawing/2014/main" id="{32144006-F8C2-44EE-95D5-FC372BE81796}"/>
              </a:ext>
            </a:extLst>
          </p:cNvPr>
          <p:cNvSpPr>
            <a:spLocks xmlns:a="http://schemas.openxmlformats.org/drawingml/2006/main" noGrp="1"/>
          </p:cNvSpPr>
          <p:nvPr/>
        </p:nvSpPr>
        <p:spPr>
          <a:xfrm xmlns:a="http://schemas.openxmlformats.org/drawingml/2006/main">
            <a:off x="4572000" y="3971925"/>
            <a:ext cx="3276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Write a choice, tool and reason in your book.</a:t>
            </a:r>
          </a:p>
        </p:txBody>
      </p:sp>
      <p:sp>
        <p:nvSpPr>
          <p:cNvPr id="12" name="panel-11">
            <a:extLst xmlns:a="http://schemas.openxmlformats.org/drawingml/2006/main">
              <a:ext uri="{FF2B5EF4-FFF2-40B4-BE49-F238E27FC236}">
                <a16:creationId xmlns:a16="http://schemas.microsoft.com/office/drawing/2014/main" id="{99EA49DE-442A-4C1F-AC05-3DE172A1EAF9}"/>
              </a:ext>
            </a:extLst>
          </p:cNvPr>
          <p:cNvSpPr>
            <a:spLocks xmlns:a="http://schemas.openxmlformats.org/drawingml/2006/main" noGrp="1"/>
          </p:cNvSpPr>
          <p:nvPr/>
        </p:nvSpPr>
        <p:spPr>
          <a:xfrm xmlns:a="http://schemas.openxmlformats.org/drawingml/2006/main">
            <a:off x="8229600" y="3419475"/>
            <a:ext cx="3581400" cy="2095500"/>
          </a:xfrm>
          <a:prstGeom xmlns:a="http://schemas.openxmlformats.org/drawingml/2006/main" prst="rect">
            <a:avLst/>
          </a:prstGeom>
          <a:solidFill xmlns:a="http://schemas.openxmlformats.org/drawingml/2006/main">
            <a:srgbClr val="F0F1EF"/>
          </a:solidFill>
          <a:ln xmlns:a="http://schemas.openxmlformats.org/drawingml/2006/main" w="0">
            <a:noFill/>
            <a:prstDash val="solid"/>
          </a:ln>
        </p:spPr>
      </p:sp>
      <p:sp>
        <p:nvSpPr>
          <p:cNvPr id="13" name="text-12">
            <a:extLst xmlns:a="http://schemas.openxmlformats.org/drawingml/2006/main">
              <a:ext uri="{FF2B5EF4-FFF2-40B4-BE49-F238E27FC236}">
                <a16:creationId xmlns:a16="http://schemas.microsoft.com/office/drawing/2014/main" id="{1EE65BD8-3355-4F41-B4E1-B0638B4CF060}"/>
              </a:ext>
            </a:extLst>
          </p:cNvPr>
          <p:cNvSpPr>
            <a:spLocks xmlns:a="http://schemas.openxmlformats.org/drawingml/2006/main" noGrp="1"/>
          </p:cNvSpPr>
          <p:nvPr/>
        </p:nvSpPr>
        <p:spPr>
          <a:xfrm xmlns:a="http://schemas.openxmlformats.org/drawingml/2006/main">
            <a:off x="8382000" y="3552825"/>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725" b="1">
                <a:solidFill>
                  <a:srgbClr val="20252A"/>
                </a:solidFill>
                <a:latin typeface="Segoe UI"/>
                <a:ea typeface="Segoe UI"/>
                <a:cs typeface="Segoe UI"/>
              </a:defRPr>
            </a:defPPr>
            <a:lvl1pPr>
              <a:defRPr sz="1725" b="1">
                <a:solidFill>
                  <a:srgbClr val="20252A"/>
                </a:solidFill>
                <a:latin typeface="Segoe UI"/>
                <a:ea typeface="Segoe UI"/>
                <a:cs typeface="Segoe UI"/>
              </a:defRPr>
            </a:lvl1pPr>
            <a:lvl2pPr>
              <a:defRPr sz="1725" b="1">
                <a:solidFill>
                  <a:srgbClr val="20252A"/>
                </a:solidFill>
                <a:latin typeface="Segoe UI"/>
                <a:ea typeface="Segoe UI"/>
                <a:cs typeface="Segoe UI"/>
              </a:defRPr>
            </a:lvl2pPr>
            <a:lvl3pPr>
              <a:defRPr sz="1725" b="1">
                <a:solidFill>
                  <a:srgbClr val="20252A"/>
                </a:solidFill>
                <a:latin typeface="Segoe UI"/>
                <a:ea typeface="Segoe UI"/>
                <a:cs typeface="Segoe UI"/>
              </a:defRPr>
            </a:lvl3pPr>
            <a:lvl4pPr>
              <a:defRPr sz="1725" b="1">
                <a:solidFill>
                  <a:srgbClr val="20252A"/>
                </a:solidFill>
                <a:latin typeface="Segoe UI"/>
                <a:ea typeface="Segoe UI"/>
                <a:cs typeface="Segoe UI"/>
              </a:defRPr>
            </a:lvl4pPr>
            <a:lvl5pPr>
              <a:defRPr sz="1725" b="1">
                <a:solidFill>
                  <a:srgbClr val="20252A"/>
                </a:solidFill>
                <a:latin typeface="Segoe UI"/>
                <a:ea typeface="Segoe UI"/>
                <a:cs typeface="Segoe UI"/>
              </a:defRPr>
            </a:lvl5pPr>
            <a:lvl6pPr>
              <a:defRPr sz="1725" b="1">
                <a:solidFill>
                  <a:srgbClr val="20252A"/>
                </a:solidFill>
                <a:latin typeface="Segoe UI"/>
                <a:ea typeface="Segoe UI"/>
                <a:cs typeface="Segoe UI"/>
              </a:defRPr>
            </a:lvl6pPr>
            <a:lvl7pPr>
              <a:defRPr sz="1725" b="1">
                <a:solidFill>
                  <a:srgbClr val="20252A"/>
                </a:solidFill>
                <a:latin typeface="Segoe UI"/>
                <a:ea typeface="Segoe UI"/>
                <a:cs typeface="Segoe UI"/>
              </a:defRPr>
            </a:lvl7pPr>
            <a:lvl8pPr>
              <a:defRPr sz="1725" b="1">
                <a:solidFill>
                  <a:srgbClr val="20252A"/>
                </a:solidFill>
                <a:latin typeface="Segoe UI"/>
                <a:ea typeface="Segoe UI"/>
                <a:cs typeface="Segoe UI"/>
              </a:defRPr>
            </a:lvl8pPr>
            <a:lvl9pPr>
              <a:defRPr sz="1725" b="1">
                <a:solidFill>
                  <a:srgbClr val="20252A"/>
                </a:solidFill>
                <a:latin typeface="Segoe UI"/>
                <a:ea typeface="Segoe UI"/>
                <a:cs typeface="Segoe UI"/>
              </a:defRPr>
            </a:lvl9pPr>
          </a:lstStyle>
          <a:p xmlns:a="http://schemas.openxmlformats.org/drawingml/2006/main">
            <a:pPr>
              <a:defRPr sz="1725" b="1">
                <a:solidFill>
                  <a:srgbClr val="20252A"/>
                </a:solidFill>
                <a:latin typeface="Segoe UI"/>
                <a:ea typeface="Segoe UI"/>
                <a:cs typeface="Segoe UI"/>
              </a:defRPr>
            </a:pPr>
            <a:r>
              <a:rPr sz="1725" b="1">
                <a:solidFill>
                  <a:srgbClr val="20252A"/>
                </a:solidFill>
                <a:latin typeface="Segoe UI"/>
                <a:ea typeface="Segoe UI"/>
                <a:cs typeface="Segoe UI"/>
              </a:rPr>
              <a:t>STRETCH</a:t>
            </a:r>
          </a:p>
        </p:txBody>
      </p:sp>
      <p:sp>
        <p:nvSpPr>
          <p:cNvPr id="14" name="text-13">
            <a:extLst xmlns:a="http://schemas.openxmlformats.org/drawingml/2006/main">
              <a:ext uri="{FF2B5EF4-FFF2-40B4-BE49-F238E27FC236}">
                <a16:creationId xmlns:a16="http://schemas.microsoft.com/office/drawing/2014/main" id="{1A626AC4-5586-409F-B0A1-3F5029C00BAE}"/>
              </a:ext>
            </a:extLst>
          </p:cNvPr>
          <p:cNvSpPr>
            <a:spLocks xmlns:a="http://schemas.openxmlformats.org/drawingml/2006/main" noGrp="1"/>
          </p:cNvSpPr>
          <p:nvPr/>
        </p:nvSpPr>
        <p:spPr>
          <a:xfrm xmlns:a="http://schemas.openxmlformats.org/drawingml/2006/main">
            <a:off x="8382000" y="3971925"/>
            <a:ext cx="3276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Say what evidence could change your mind.</a:t>
            </a:r>
          </a:p>
        </p:txBody>
      </p:sp>
      <p:sp>
        <p:nvSpPr>
          <p:cNvPr id="15" name="text-14">
            <a:extLst xmlns:a="http://schemas.openxmlformats.org/drawingml/2006/main">
              <a:ext uri="{FF2B5EF4-FFF2-40B4-BE49-F238E27FC236}">
                <a16:creationId xmlns:a16="http://schemas.microsoft.com/office/drawing/2014/main" id="{1FD982FB-4E44-4385-86CD-30E58FE2DB28}"/>
              </a:ext>
            </a:extLst>
          </p:cNvPr>
          <p:cNvSpPr>
            <a:spLocks xmlns:a="http://schemas.openxmlformats.org/drawingml/2006/main" noGrp="1"/>
          </p:cNvSpPr>
          <p:nvPr/>
        </p:nvSpPr>
        <p:spPr>
          <a:xfrm xmlns:a="http://schemas.openxmlformats.org/drawingml/2006/main">
            <a:off x="609600" y="60102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20252A"/>
                </a:solidFill>
                <a:latin typeface="Segoe UI"/>
                <a:ea typeface="Segoe UI"/>
                <a:cs typeface="Segoe UI"/>
              </a:defRPr>
            </a:defPPr>
            <a:lvl1pPr>
              <a:defRPr sz="1950" b="1">
                <a:solidFill>
                  <a:srgbClr val="20252A"/>
                </a:solidFill>
                <a:latin typeface="Segoe UI"/>
                <a:ea typeface="Segoe UI"/>
                <a:cs typeface="Segoe UI"/>
              </a:defRPr>
            </a:lvl1pPr>
            <a:lvl2pPr>
              <a:defRPr sz="1950" b="1">
                <a:solidFill>
                  <a:srgbClr val="20252A"/>
                </a:solidFill>
                <a:latin typeface="Segoe UI"/>
                <a:ea typeface="Segoe UI"/>
                <a:cs typeface="Segoe UI"/>
              </a:defRPr>
            </a:lvl2pPr>
            <a:lvl3pPr>
              <a:defRPr sz="1950" b="1">
                <a:solidFill>
                  <a:srgbClr val="20252A"/>
                </a:solidFill>
                <a:latin typeface="Segoe UI"/>
                <a:ea typeface="Segoe UI"/>
                <a:cs typeface="Segoe UI"/>
              </a:defRPr>
            </a:lvl3pPr>
            <a:lvl4pPr>
              <a:defRPr sz="1950" b="1">
                <a:solidFill>
                  <a:srgbClr val="20252A"/>
                </a:solidFill>
                <a:latin typeface="Segoe UI"/>
                <a:ea typeface="Segoe UI"/>
                <a:cs typeface="Segoe UI"/>
              </a:defRPr>
            </a:lvl4pPr>
            <a:lvl5pPr>
              <a:defRPr sz="1950" b="1">
                <a:solidFill>
                  <a:srgbClr val="20252A"/>
                </a:solidFill>
                <a:latin typeface="Segoe UI"/>
                <a:ea typeface="Segoe UI"/>
                <a:cs typeface="Segoe UI"/>
              </a:defRPr>
            </a:lvl5pPr>
            <a:lvl6pPr>
              <a:defRPr sz="1950" b="1">
                <a:solidFill>
                  <a:srgbClr val="20252A"/>
                </a:solidFill>
                <a:latin typeface="Segoe UI"/>
                <a:ea typeface="Segoe UI"/>
                <a:cs typeface="Segoe UI"/>
              </a:defRPr>
            </a:lvl6pPr>
            <a:lvl7pPr>
              <a:defRPr sz="1950" b="1">
                <a:solidFill>
                  <a:srgbClr val="20252A"/>
                </a:solidFill>
                <a:latin typeface="Segoe UI"/>
                <a:ea typeface="Segoe UI"/>
                <a:cs typeface="Segoe UI"/>
              </a:defRPr>
            </a:lvl7pPr>
            <a:lvl8pPr>
              <a:defRPr sz="1950" b="1">
                <a:solidFill>
                  <a:srgbClr val="20252A"/>
                </a:solidFill>
                <a:latin typeface="Segoe UI"/>
                <a:ea typeface="Segoe UI"/>
                <a:cs typeface="Segoe UI"/>
              </a:defRPr>
            </a:lvl8pPr>
            <a:lvl9pPr>
              <a:defRPr sz="1950" b="1">
                <a:solidFill>
                  <a:srgbClr val="20252A"/>
                </a:solidFill>
                <a:latin typeface="Segoe UI"/>
                <a:ea typeface="Segoe UI"/>
                <a:cs typeface="Segoe UI"/>
              </a:defRPr>
            </a:lvl9pPr>
          </a:lstStyle>
          <a:p xmlns:a="http://schemas.openxmlformats.org/drawingml/2006/main">
            <a:pPr>
              <a:defRPr sz="1950" b="1">
                <a:solidFill>
                  <a:srgbClr val="20252A"/>
                </a:solidFill>
                <a:latin typeface="Segoe UI"/>
                <a:ea typeface="Segoe UI"/>
                <a:cs typeface="Segoe UI"/>
              </a:defRPr>
            </a:pPr>
            <a:r>
              <a:rPr sz="1950" b="1">
                <a:solidFill>
                  <a:srgbClr val="20252A"/>
                </a:solidFill>
                <a:latin typeface="Segoe UI"/>
                <a:ea typeface="Segoe UI"/>
                <a:cs typeface="Segoe UI"/>
              </a:rPr>
              <a:t>I chose __ because __.</a:t>
            </a:r>
          </a:p>
        </p:txBody>
      </p:sp>
    </p:spTree>
    <p:extLst>
      <p:ext uri="{BB962C8B-B14F-4D97-AF65-F5344CB8AC3E}">
        <p14:creationId xmlns:p14="http://schemas.microsoft.com/office/powerpoint/2010/main" val="1458250659"/>
      </p:ext>
    </p:extLst>
  </p:cSld>
</p:sld>
</file>

<file path=ppt/slides/slide20.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A08CB563-885A-496B-8D14-6191FB464EC3}"/>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YOU DO — evidence capture (project sheet)</a:t>
            </a:r>
          </a:p>
        </p:txBody>
      </p:sp>
      <p:sp>
        <p:nvSpPr>
          <p:cNvPr id="2" name="text-1">
            <a:extLst xmlns:a="http://schemas.openxmlformats.org/drawingml/2006/main">
              <a:ext uri="{FF2B5EF4-FFF2-40B4-BE49-F238E27FC236}">
                <a16:creationId xmlns:a16="http://schemas.microsoft.com/office/drawing/2014/main" id="{77B574DC-C3D9-4DF2-876A-D6516356986C}"/>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L4b</a:t>
            </a:r>
          </a:p>
        </p:txBody>
      </p:sp>
      <p:sp>
        <p:nvSpPr>
          <p:cNvPr id="3" name="text-2">
            <a:extLst xmlns:a="http://schemas.openxmlformats.org/drawingml/2006/main">
              <a:ext uri="{FF2B5EF4-FFF2-40B4-BE49-F238E27FC236}">
                <a16:creationId xmlns:a16="http://schemas.microsoft.com/office/drawing/2014/main" id="{9DBDD5E6-3266-4178-86D8-F5840C206A64}"/>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20 / 24 · 19 min</a:t>
            </a:r>
          </a:p>
        </p:txBody>
      </p:sp>
      <p:pic>
        <p:nvPicPr>
          <p:cNvPr id="4" name="Portion" descr="Portion">
            <a:extLst xmlns:a="http://schemas.openxmlformats.org/drawingml/2006/main">
              <a:ext uri="{FF2B5EF4-FFF2-40B4-BE49-F238E27FC236}">
                <a16:creationId xmlns:a16="http://schemas.microsoft.com/office/drawing/2014/main" id="{80150CEE-586F-4856-AE4B-96CB742C6148}"/>
              </a:ext>
            </a:extLst>
          </p:cNvPr>
          <p:cNvPicPr>
            <a:picLocks xmlns:a="http://schemas.openxmlformats.org/drawingml/2006/main" noChangeAspect="1"/>
          </p:cNvPicPr>
          <p:nvPr/>
        </p:nvPicPr>
        <p:blipFill>
          <a:blip xmlns:r="http://schemas.openxmlformats.org/officeDocument/2006/relationships" xmlns:a="http://schemas.openxmlformats.org/drawingml/2006/main" r:embed="Rf6619026ccdb41b2"/>
          <a:stretch xmlns:a="http://schemas.openxmlformats.org/drawingml/2006/main"/>
        </p:blipFill>
        <p:spPr>
          <a:xfrm xmlns:a="http://schemas.openxmlformats.org/drawingml/2006/main">
            <a:off x="609600" y="1390650"/>
            <a:ext cx="590550" cy="59055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1F820650-43BE-494A-92B9-6CD059E63D7A}"/>
              </a:ext>
            </a:extLst>
          </p:cNvPr>
          <p:cNvSpPr>
            <a:spLocks xmlns:a="http://schemas.openxmlformats.org/drawingml/2006/main" noGrp="1"/>
          </p:cNvSpPr>
          <p:nvPr/>
        </p:nvSpPr>
        <p:spPr>
          <a:xfrm xmlns:a="http://schemas.openxmlformats.org/drawingml/2006/main">
            <a:off x="1362075" y="1438275"/>
            <a:ext cx="1952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20252A"/>
                </a:solidFill>
                <a:latin typeface="Segoe UI"/>
                <a:ea typeface="Segoe UI"/>
                <a:cs typeface="Segoe UI"/>
              </a:defRPr>
            </a:defPPr>
            <a:lvl1pPr>
              <a:defRPr sz="2025" b="1">
                <a:solidFill>
                  <a:srgbClr val="20252A"/>
                </a:solidFill>
                <a:latin typeface="Segoe UI"/>
                <a:ea typeface="Segoe UI"/>
                <a:cs typeface="Segoe UI"/>
              </a:defRPr>
            </a:lvl1pPr>
            <a:lvl2pPr>
              <a:defRPr sz="2025" b="1">
                <a:solidFill>
                  <a:srgbClr val="20252A"/>
                </a:solidFill>
                <a:latin typeface="Segoe UI"/>
                <a:ea typeface="Segoe UI"/>
                <a:cs typeface="Segoe UI"/>
              </a:defRPr>
            </a:lvl2pPr>
            <a:lvl3pPr>
              <a:defRPr sz="2025" b="1">
                <a:solidFill>
                  <a:srgbClr val="20252A"/>
                </a:solidFill>
                <a:latin typeface="Segoe UI"/>
                <a:ea typeface="Segoe UI"/>
                <a:cs typeface="Segoe UI"/>
              </a:defRPr>
            </a:lvl3pPr>
            <a:lvl4pPr>
              <a:defRPr sz="2025" b="1">
                <a:solidFill>
                  <a:srgbClr val="20252A"/>
                </a:solidFill>
                <a:latin typeface="Segoe UI"/>
                <a:ea typeface="Segoe UI"/>
                <a:cs typeface="Segoe UI"/>
              </a:defRPr>
            </a:lvl4pPr>
            <a:lvl5pPr>
              <a:defRPr sz="2025" b="1">
                <a:solidFill>
                  <a:srgbClr val="20252A"/>
                </a:solidFill>
                <a:latin typeface="Segoe UI"/>
                <a:ea typeface="Segoe UI"/>
                <a:cs typeface="Segoe UI"/>
              </a:defRPr>
            </a:lvl5pPr>
            <a:lvl6pPr>
              <a:defRPr sz="2025" b="1">
                <a:solidFill>
                  <a:srgbClr val="20252A"/>
                </a:solidFill>
                <a:latin typeface="Segoe UI"/>
                <a:ea typeface="Segoe UI"/>
                <a:cs typeface="Segoe UI"/>
              </a:defRPr>
            </a:lvl6pPr>
            <a:lvl7pPr>
              <a:defRPr sz="2025" b="1">
                <a:solidFill>
                  <a:srgbClr val="20252A"/>
                </a:solidFill>
                <a:latin typeface="Segoe UI"/>
                <a:ea typeface="Segoe UI"/>
                <a:cs typeface="Segoe UI"/>
              </a:defRPr>
            </a:lvl7pPr>
            <a:lvl8pPr>
              <a:defRPr sz="2025" b="1">
                <a:solidFill>
                  <a:srgbClr val="20252A"/>
                </a:solidFill>
                <a:latin typeface="Segoe UI"/>
                <a:ea typeface="Segoe UI"/>
                <a:cs typeface="Segoe UI"/>
              </a:defRPr>
            </a:lvl8pPr>
            <a:lvl9pPr>
              <a:defRPr sz="2025" b="1">
                <a:solidFill>
                  <a:srgbClr val="20252A"/>
                </a:solidFill>
                <a:latin typeface="Segoe UI"/>
                <a:ea typeface="Segoe UI"/>
                <a:cs typeface="Segoe UI"/>
              </a:defRPr>
            </a:lvl9pPr>
          </a:lstStyle>
          <a:p xmlns:a="http://schemas.openxmlformats.org/drawingml/2006/main">
            <a:pPr>
              <a:defRPr sz="2025" b="1">
                <a:solidFill>
                  <a:srgbClr val="20252A"/>
                </a:solidFill>
                <a:latin typeface="Segoe UI"/>
                <a:ea typeface="Segoe UI"/>
                <a:cs typeface="Segoe UI"/>
              </a:defRPr>
            </a:pPr>
            <a:r>
              <a:rPr sz="2025" b="1">
                <a:solidFill>
                  <a:srgbClr val="20252A"/>
                </a:solidFill>
                <a:latin typeface="Segoe UI"/>
                <a:ea typeface="Segoe UI"/>
                <a:cs typeface="Segoe UI"/>
              </a:rPr>
              <a:t>Portion</a:t>
            </a:r>
          </a:p>
        </p:txBody>
      </p:sp>
      <p:pic>
        <p:nvPicPr>
          <p:cNvPr id="6" name="Label" descr="Label">
            <a:extLst xmlns:a="http://schemas.openxmlformats.org/drawingml/2006/main">
              <a:ext uri="{FF2B5EF4-FFF2-40B4-BE49-F238E27FC236}">
                <a16:creationId xmlns:a16="http://schemas.microsoft.com/office/drawing/2014/main" id="{3F534079-32A6-4B73-A7F4-2C7204543094}"/>
              </a:ext>
            </a:extLst>
          </p:cNvPr>
          <p:cNvPicPr>
            <a:picLocks xmlns:a="http://schemas.openxmlformats.org/drawingml/2006/main" noChangeAspect="1"/>
          </p:cNvPicPr>
          <p:nvPr/>
        </p:nvPicPr>
        <p:blipFill>
          <a:blip xmlns:r="http://schemas.openxmlformats.org/officeDocument/2006/relationships" xmlns:a="http://schemas.openxmlformats.org/drawingml/2006/main" r:embed="Rd261c98f5b154177"/>
          <a:stretch xmlns:a="http://schemas.openxmlformats.org/drawingml/2006/main"/>
        </p:blipFill>
        <p:spPr>
          <a:xfrm xmlns:a="http://schemas.openxmlformats.org/drawingml/2006/main">
            <a:off x="3467100" y="1390650"/>
            <a:ext cx="590550" cy="590550"/>
          </a:xfrm>
          <a:prstGeom xmlns:a="http://schemas.openxmlformats.org/drawingml/2006/main" prst="rect">
            <a:avLst/>
          </a:prstGeom>
        </p:spPr>
      </p:pic>
      <p:sp>
        <p:nvSpPr>
          <p:cNvPr id="7" name="text-4">
            <a:extLst xmlns:a="http://schemas.openxmlformats.org/drawingml/2006/main">
              <a:ext uri="{FF2B5EF4-FFF2-40B4-BE49-F238E27FC236}">
                <a16:creationId xmlns:a16="http://schemas.microsoft.com/office/drawing/2014/main" id="{05D45FB1-4A5D-4749-8186-7B90006494E0}"/>
              </a:ext>
            </a:extLst>
          </p:cNvPr>
          <p:cNvSpPr>
            <a:spLocks xmlns:a="http://schemas.openxmlformats.org/drawingml/2006/main" noGrp="1"/>
          </p:cNvSpPr>
          <p:nvPr/>
        </p:nvSpPr>
        <p:spPr>
          <a:xfrm xmlns:a="http://schemas.openxmlformats.org/drawingml/2006/main">
            <a:off x="4219575" y="1438275"/>
            <a:ext cx="1952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20252A"/>
                </a:solidFill>
                <a:latin typeface="Segoe UI"/>
                <a:ea typeface="Segoe UI"/>
                <a:cs typeface="Segoe UI"/>
              </a:defRPr>
            </a:defPPr>
            <a:lvl1pPr>
              <a:defRPr sz="2025" b="1">
                <a:solidFill>
                  <a:srgbClr val="20252A"/>
                </a:solidFill>
                <a:latin typeface="Segoe UI"/>
                <a:ea typeface="Segoe UI"/>
                <a:cs typeface="Segoe UI"/>
              </a:defRPr>
            </a:lvl1pPr>
            <a:lvl2pPr>
              <a:defRPr sz="2025" b="1">
                <a:solidFill>
                  <a:srgbClr val="20252A"/>
                </a:solidFill>
                <a:latin typeface="Segoe UI"/>
                <a:ea typeface="Segoe UI"/>
                <a:cs typeface="Segoe UI"/>
              </a:defRPr>
            </a:lvl2pPr>
            <a:lvl3pPr>
              <a:defRPr sz="2025" b="1">
                <a:solidFill>
                  <a:srgbClr val="20252A"/>
                </a:solidFill>
                <a:latin typeface="Segoe UI"/>
                <a:ea typeface="Segoe UI"/>
                <a:cs typeface="Segoe UI"/>
              </a:defRPr>
            </a:lvl3pPr>
            <a:lvl4pPr>
              <a:defRPr sz="2025" b="1">
                <a:solidFill>
                  <a:srgbClr val="20252A"/>
                </a:solidFill>
                <a:latin typeface="Segoe UI"/>
                <a:ea typeface="Segoe UI"/>
                <a:cs typeface="Segoe UI"/>
              </a:defRPr>
            </a:lvl4pPr>
            <a:lvl5pPr>
              <a:defRPr sz="2025" b="1">
                <a:solidFill>
                  <a:srgbClr val="20252A"/>
                </a:solidFill>
                <a:latin typeface="Segoe UI"/>
                <a:ea typeface="Segoe UI"/>
                <a:cs typeface="Segoe UI"/>
              </a:defRPr>
            </a:lvl5pPr>
            <a:lvl6pPr>
              <a:defRPr sz="2025" b="1">
                <a:solidFill>
                  <a:srgbClr val="20252A"/>
                </a:solidFill>
                <a:latin typeface="Segoe UI"/>
                <a:ea typeface="Segoe UI"/>
                <a:cs typeface="Segoe UI"/>
              </a:defRPr>
            </a:lvl6pPr>
            <a:lvl7pPr>
              <a:defRPr sz="2025" b="1">
                <a:solidFill>
                  <a:srgbClr val="20252A"/>
                </a:solidFill>
                <a:latin typeface="Segoe UI"/>
                <a:ea typeface="Segoe UI"/>
                <a:cs typeface="Segoe UI"/>
              </a:defRPr>
            </a:lvl7pPr>
            <a:lvl8pPr>
              <a:defRPr sz="2025" b="1">
                <a:solidFill>
                  <a:srgbClr val="20252A"/>
                </a:solidFill>
                <a:latin typeface="Segoe UI"/>
                <a:ea typeface="Segoe UI"/>
                <a:cs typeface="Segoe UI"/>
              </a:defRPr>
            </a:lvl8pPr>
            <a:lvl9pPr>
              <a:defRPr sz="2025" b="1">
                <a:solidFill>
                  <a:srgbClr val="20252A"/>
                </a:solidFill>
                <a:latin typeface="Segoe UI"/>
                <a:ea typeface="Segoe UI"/>
                <a:cs typeface="Segoe UI"/>
              </a:defRPr>
            </a:lvl9pPr>
          </a:lstStyle>
          <a:p xmlns:a="http://schemas.openxmlformats.org/drawingml/2006/main">
            <a:pPr>
              <a:defRPr sz="2025" b="1">
                <a:solidFill>
                  <a:srgbClr val="20252A"/>
                </a:solidFill>
                <a:latin typeface="Segoe UI"/>
                <a:ea typeface="Segoe UI"/>
                <a:cs typeface="Segoe UI"/>
              </a:defRPr>
            </a:pPr>
            <a:r>
              <a:rPr sz="2025" b="1">
                <a:solidFill>
                  <a:srgbClr val="20252A"/>
                </a:solidFill>
                <a:latin typeface="Segoe UI"/>
                <a:ea typeface="Segoe UI"/>
                <a:cs typeface="Segoe UI"/>
              </a:rPr>
              <a:t>Label</a:t>
            </a:r>
          </a:p>
        </p:txBody>
      </p:sp>
      <p:pic>
        <p:nvPicPr>
          <p:cNvPr id="8" name="Staff taste" descr="Staff taste">
            <a:extLst xmlns:a="http://schemas.openxmlformats.org/drawingml/2006/main">
              <a:ext uri="{FF2B5EF4-FFF2-40B4-BE49-F238E27FC236}">
                <a16:creationId xmlns:a16="http://schemas.microsoft.com/office/drawing/2014/main" id="{A81BC5F6-D45C-426B-876B-F10C3A745082}"/>
              </a:ext>
            </a:extLst>
          </p:cNvPr>
          <p:cNvPicPr>
            <a:picLocks xmlns:a="http://schemas.openxmlformats.org/drawingml/2006/main" noChangeAspect="1"/>
          </p:cNvPicPr>
          <p:nvPr/>
        </p:nvPicPr>
        <p:blipFill>
          <a:blip xmlns:r="http://schemas.openxmlformats.org/officeDocument/2006/relationships" xmlns:a="http://schemas.openxmlformats.org/drawingml/2006/main" r:embed="R0ff761fbce214b4d"/>
          <a:stretch xmlns:a="http://schemas.openxmlformats.org/drawingml/2006/main"/>
        </p:blipFill>
        <p:spPr>
          <a:xfrm xmlns:a="http://schemas.openxmlformats.org/drawingml/2006/main">
            <a:off x="6324600" y="1390650"/>
            <a:ext cx="590550" cy="590550"/>
          </a:xfrm>
          <a:prstGeom xmlns:a="http://schemas.openxmlformats.org/drawingml/2006/main" prst="rect">
            <a:avLst/>
          </a:prstGeom>
        </p:spPr>
      </p:pic>
      <p:sp>
        <p:nvSpPr>
          <p:cNvPr id="9" name="text-5">
            <a:extLst xmlns:a="http://schemas.openxmlformats.org/drawingml/2006/main">
              <a:ext uri="{FF2B5EF4-FFF2-40B4-BE49-F238E27FC236}">
                <a16:creationId xmlns:a16="http://schemas.microsoft.com/office/drawing/2014/main" id="{C9D0A85C-B704-4FE0-B8DD-90D1F1959FF0}"/>
              </a:ext>
            </a:extLst>
          </p:cNvPr>
          <p:cNvSpPr>
            <a:spLocks xmlns:a="http://schemas.openxmlformats.org/drawingml/2006/main" noGrp="1"/>
          </p:cNvSpPr>
          <p:nvPr/>
        </p:nvSpPr>
        <p:spPr>
          <a:xfrm xmlns:a="http://schemas.openxmlformats.org/drawingml/2006/main">
            <a:off x="7077075" y="1438275"/>
            <a:ext cx="1952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20252A"/>
                </a:solidFill>
                <a:latin typeface="Segoe UI"/>
                <a:ea typeface="Segoe UI"/>
                <a:cs typeface="Segoe UI"/>
              </a:defRPr>
            </a:defPPr>
            <a:lvl1pPr>
              <a:defRPr sz="2025" b="1">
                <a:solidFill>
                  <a:srgbClr val="20252A"/>
                </a:solidFill>
                <a:latin typeface="Segoe UI"/>
                <a:ea typeface="Segoe UI"/>
                <a:cs typeface="Segoe UI"/>
              </a:defRPr>
            </a:lvl1pPr>
            <a:lvl2pPr>
              <a:defRPr sz="2025" b="1">
                <a:solidFill>
                  <a:srgbClr val="20252A"/>
                </a:solidFill>
                <a:latin typeface="Segoe UI"/>
                <a:ea typeface="Segoe UI"/>
                <a:cs typeface="Segoe UI"/>
              </a:defRPr>
            </a:lvl2pPr>
            <a:lvl3pPr>
              <a:defRPr sz="2025" b="1">
                <a:solidFill>
                  <a:srgbClr val="20252A"/>
                </a:solidFill>
                <a:latin typeface="Segoe UI"/>
                <a:ea typeface="Segoe UI"/>
                <a:cs typeface="Segoe UI"/>
              </a:defRPr>
            </a:lvl3pPr>
            <a:lvl4pPr>
              <a:defRPr sz="2025" b="1">
                <a:solidFill>
                  <a:srgbClr val="20252A"/>
                </a:solidFill>
                <a:latin typeface="Segoe UI"/>
                <a:ea typeface="Segoe UI"/>
                <a:cs typeface="Segoe UI"/>
              </a:defRPr>
            </a:lvl4pPr>
            <a:lvl5pPr>
              <a:defRPr sz="2025" b="1">
                <a:solidFill>
                  <a:srgbClr val="20252A"/>
                </a:solidFill>
                <a:latin typeface="Segoe UI"/>
                <a:ea typeface="Segoe UI"/>
                <a:cs typeface="Segoe UI"/>
              </a:defRPr>
            </a:lvl5pPr>
            <a:lvl6pPr>
              <a:defRPr sz="2025" b="1">
                <a:solidFill>
                  <a:srgbClr val="20252A"/>
                </a:solidFill>
                <a:latin typeface="Segoe UI"/>
                <a:ea typeface="Segoe UI"/>
                <a:cs typeface="Segoe UI"/>
              </a:defRPr>
            </a:lvl6pPr>
            <a:lvl7pPr>
              <a:defRPr sz="2025" b="1">
                <a:solidFill>
                  <a:srgbClr val="20252A"/>
                </a:solidFill>
                <a:latin typeface="Segoe UI"/>
                <a:ea typeface="Segoe UI"/>
                <a:cs typeface="Segoe UI"/>
              </a:defRPr>
            </a:lvl7pPr>
            <a:lvl8pPr>
              <a:defRPr sz="2025" b="1">
                <a:solidFill>
                  <a:srgbClr val="20252A"/>
                </a:solidFill>
                <a:latin typeface="Segoe UI"/>
                <a:ea typeface="Segoe UI"/>
                <a:cs typeface="Segoe UI"/>
              </a:defRPr>
            </a:lvl8pPr>
            <a:lvl9pPr>
              <a:defRPr sz="2025" b="1">
                <a:solidFill>
                  <a:srgbClr val="20252A"/>
                </a:solidFill>
                <a:latin typeface="Segoe UI"/>
                <a:ea typeface="Segoe UI"/>
                <a:cs typeface="Segoe UI"/>
              </a:defRPr>
            </a:lvl9pPr>
          </a:lstStyle>
          <a:p xmlns:a="http://schemas.openxmlformats.org/drawingml/2006/main">
            <a:pPr>
              <a:defRPr sz="2025" b="1">
                <a:solidFill>
                  <a:srgbClr val="20252A"/>
                </a:solidFill>
                <a:latin typeface="Segoe UI"/>
                <a:ea typeface="Segoe UI"/>
                <a:cs typeface="Segoe UI"/>
              </a:defRPr>
            </a:pPr>
            <a:r>
              <a:rPr sz="2025" b="1">
                <a:solidFill>
                  <a:srgbClr val="20252A"/>
                </a:solidFill>
                <a:latin typeface="Segoe UI"/>
                <a:ea typeface="Segoe UI"/>
                <a:cs typeface="Segoe UI"/>
              </a:rPr>
              <a:t>Staff taste</a:t>
            </a:r>
          </a:p>
        </p:txBody>
      </p:sp>
      <p:pic>
        <p:nvPicPr>
          <p:cNvPr id="10" name="Tally" descr="Tally">
            <a:extLst xmlns:a="http://schemas.openxmlformats.org/drawingml/2006/main">
              <a:ext uri="{FF2B5EF4-FFF2-40B4-BE49-F238E27FC236}">
                <a16:creationId xmlns:a16="http://schemas.microsoft.com/office/drawing/2014/main" id="{CDA3CE4B-F762-4370-A0B5-84E893AEEB53}"/>
              </a:ext>
            </a:extLst>
          </p:cNvPr>
          <p:cNvPicPr>
            <a:picLocks xmlns:a="http://schemas.openxmlformats.org/drawingml/2006/main" noChangeAspect="1"/>
          </p:cNvPicPr>
          <p:nvPr/>
        </p:nvPicPr>
        <p:blipFill>
          <a:blip xmlns:r="http://schemas.openxmlformats.org/officeDocument/2006/relationships" xmlns:a="http://schemas.openxmlformats.org/drawingml/2006/main" r:embed="R68fc96fe36fa453e"/>
          <a:stretch xmlns:a="http://schemas.openxmlformats.org/drawingml/2006/main"/>
        </p:blipFill>
        <p:spPr>
          <a:xfrm xmlns:a="http://schemas.openxmlformats.org/drawingml/2006/main">
            <a:off x="9182100" y="1390650"/>
            <a:ext cx="590550" cy="590550"/>
          </a:xfrm>
          <a:prstGeom xmlns:a="http://schemas.openxmlformats.org/drawingml/2006/main" prst="rect">
            <a:avLst/>
          </a:prstGeom>
        </p:spPr>
      </p:pic>
      <p:sp>
        <p:nvSpPr>
          <p:cNvPr id="11" name="text-6">
            <a:extLst xmlns:a="http://schemas.openxmlformats.org/drawingml/2006/main">
              <a:ext uri="{FF2B5EF4-FFF2-40B4-BE49-F238E27FC236}">
                <a16:creationId xmlns:a16="http://schemas.microsoft.com/office/drawing/2014/main" id="{09157630-C472-4658-B13B-97CE9FD4A205}"/>
              </a:ext>
            </a:extLst>
          </p:cNvPr>
          <p:cNvSpPr>
            <a:spLocks xmlns:a="http://schemas.openxmlformats.org/drawingml/2006/main" noGrp="1"/>
          </p:cNvSpPr>
          <p:nvPr/>
        </p:nvSpPr>
        <p:spPr>
          <a:xfrm xmlns:a="http://schemas.openxmlformats.org/drawingml/2006/main">
            <a:off x="9934575" y="1438275"/>
            <a:ext cx="1952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1">
                <a:solidFill>
                  <a:srgbClr val="20252A"/>
                </a:solidFill>
                <a:latin typeface="Segoe UI"/>
                <a:ea typeface="Segoe UI"/>
                <a:cs typeface="Segoe UI"/>
              </a:defRPr>
            </a:defPPr>
            <a:lvl1pPr>
              <a:defRPr sz="2025" b="1">
                <a:solidFill>
                  <a:srgbClr val="20252A"/>
                </a:solidFill>
                <a:latin typeface="Segoe UI"/>
                <a:ea typeface="Segoe UI"/>
                <a:cs typeface="Segoe UI"/>
              </a:defRPr>
            </a:lvl1pPr>
            <a:lvl2pPr>
              <a:defRPr sz="2025" b="1">
                <a:solidFill>
                  <a:srgbClr val="20252A"/>
                </a:solidFill>
                <a:latin typeface="Segoe UI"/>
                <a:ea typeface="Segoe UI"/>
                <a:cs typeface="Segoe UI"/>
              </a:defRPr>
            </a:lvl2pPr>
            <a:lvl3pPr>
              <a:defRPr sz="2025" b="1">
                <a:solidFill>
                  <a:srgbClr val="20252A"/>
                </a:solidFill>
                <a:latin typeface="Segoe UI"/>
                <a:ea typeface="Segoe UI"/>
                <a:cs typeface="Segoe UI"/>
              </a:defRPr>
            </a:lvl3pPr>
            <a:lvl4pPr>
              <a:defRPr sz="2025" b="1">
                <a:solidFill>
                  <a:srgbClr val="20252A"/>
                </a:solidFill>
                <a:latin typeface="Segoe UI"/>
                <a:ea typeface="Segoe UI"/>
                <a:cs typeface="Segoe UI"/>
              </a:defRPr>
            </a:lvl4pPr>
            <a:lvl5pPr>
              <a:defRPr sz="2025" b="1">
                <a:solidFill>
                  <a:srgbClr val="20252A"/>
                </a:solidFill>
                <a:latin typeface="Segoe UI"/>
                <a:ea typeface="Segoe UI"/>
                <a:cs typeface="Segoe UI"/>
              </a:defRPr>
            </a:lvl5pPr>
            <a:lvl6pPr>
              <a:defRPr sz="2025" b="1">
                <a:solidFill>
                  <a:srgbClr val="20252A"/>
                </a:solidFill>
                <a:latin typeface="Segoe UI"/>
                <a:ea typeface="Segoe UI"/>
                <a:cs typeface="Segoe UI"/>
              </a:defRPr>
            </a:lvl6pPr>
            <a:lvl7pPr>
              <a:defRPr sz="2025" b="1">
                <a:solidFill>
                  <a:srgbClr val="20252A"/>
                </a:solidFill>
                <a:latin typeface="Segoe UI"/>
                <a:ea typeface="Segoe UI"/>
                <a:cs typeface="Segoe UI"/>
              </a:defRPr>
            </a:lvl7pPr>
            <a:lvl8pPr>
              <a:defRPr sz="2025" b="1">
                <a:solidFill>
                  <a:srgbClr val="20252A"/>
                </a:solidFill>
                <a:latin typeface="Segoe UI"/>
                <a:ea typeface="Segoe UI"/>
                <a:cs typeface="Segoe UI"/>
              </a:defRPr>
            </a:lvl8pPr>
            <a:lvl9pPr>
              <a:defRPr sz="2025" b="1">
                <a:solidFill>
                  <a:srgbClr val="20252A"/>
                </a:solidFill>
                <a:latin typeface="Segoe UI"/>
                <a:ea typeface="Segoe UI"/>
                <a:cs typeface="Segoe UI"/>
              </a:defRPr>
            </a:lvl9pPr>
          </a:lstStyle>
          <a:p xmlns:a="http://schemas.openxmlformats.org/drawingml/2006/main">
            <a:pPr>
              <a:defRPr sz="2025" b="1">
                <a:solidFill>
                  <a:srgbClr val="20252A"/>
                </a:solidFill>
                <a:latin typeface="Segoe UI"/>
                <a:ea typeface="Segoe UI"/>
                <a:cs typeface="Segoe UI"/>
              </a:defRPr>
            </a:pPr>
            <a:r>
              <a:rPr sz="2025" b="1">
                <a:solidFill>
                  <a:srgbClr val="20252A"/>
                </a:solidFill>
                <a:latin typeface="Segoe UI"/>
                <a:ea typeface="Segoe UI"/>
                <a:cs typeface="Segoe UI"/>
              </a:rPr>
              <a:t>Tally</a:t>
            </a:r>
          </a:p>
        </p:txBody>
      </p:sp>
      <p:sp>
        <p:nvSpPr>
          <p:cNvPr id="12" name="text-7">
            <a:extLst xmlns:a="http://schemas.openxmlformats.org/drawingml/2006/main">
              <a:ext uri="{FF2B5EF4-FFF2-40B4-BE49-F238E27FC236}">
                <a16:creationId xmlns:a16="http://schemas.microsoft.com/office/drawing/2014/main" id="{84B8B4B5-B17C-43FB-B6F1-0F8955B64B4C}"/>
              </a:ext>
            </a:extLst>
          </p:cNvPr>
          <p:cNvSpPr>
            <a:spLocks xmlns:a="http://schemas.openxmlformats.org/drawingml/2006/main" noGrp="1"/>
          </p:cNvSpPr>
          <p:nvPr/>
        </p:nvSpPr>
        <p:spPr>
          <a:xfrm xmlns:a="http://schemas.openxmlformats.org/drawingml/2006/main">
            <a:off x="609600" y="2524125"/>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Adult checks first. Use tongs and clean individual samples.</a:t>
            </a:r>
          </a:p>
        </p:txBody>
      </p:sp>
      <p:sp>
        <p:nvSpPr>
          <p:cNvPr id="13" name="panel-8">
            <a:extLst xmlns:a="http://schemas.openxmlformats.org/drawingml/2006/main">
              <a:ext uri="{FF2B5EF4-FFF2-40B4-BE49-F238E27FC236}">
                <a16:creationId xmlns:a16="http://schemas.microsoft.com/office/drawing/2014/main" id="{83FA759A-F515-4820-8773-3C1070B188BE}"/>
              </a:ext>
            </a:extLst>
          </p:cNvPr>
          <p:cNvSpPr>
            <a:spLocks xmlns:a="http://schemas.openxmlformats.org/drawingml/2006/main" noGrp="1"/>
          </p:cNvSpPr>
          <p:nvPr/>
        </p:nvSpPr>
        <p:spPr>
          <a:xfrm xmlns:a="http://schemas.openxmlformats.org/drawingml/2006/main">
            <a:off x="609600" y="3533775"/>
            <a:ext cx="3581400" cy="2047875"/>
          </a:xfrm>
          <a:prstGeom xmlns:a="http://schemas.openxmlformats.org/drawingml/2006/main" prst="rect">
            <a:avLst/>
          </a:prstGeom>
          <a:solidFill xmlns:a="http://schemas.openxmlformats.org/drawingml/2006/main">
            <a:srgbClr val="F0F1EF"/>
          </a:solidFill>
          <a:ln xmlns:a="http://schemas.openxmlformats.org/drawingml/2006/main" w="0">
            <a:noFill/>
            <a:prstDash val="solid"/>
          </a:ln>
        </p:spPr>
      </p:sp>
      <p:sp>
        <p:nvSpPr>
          <p:cNvPr id="14" name="text-9">
            <a:extLst xmlns:a="http://schemas.openxmlformats.org/drawingml/2006/main">
              <a:ext uri="{FF2B5EF4-FFF2-40B4-BE49-F238E27FC236}">
                <a16:creationId xmlns:a16="http://schemas.microsoft.com/office/drawing/2014/main" id="{B51F9100-4169-4AFF-84E9-6EF3DC8D8FB6}"/>
              </a:ext>
            </a:extLst>
          </p:cNvPr>
          <p:cNvSpPr>
            <a:spLocks xmlns:a="http://schemas.openxmlformats.org/drawingml/2006/main" noGrp="1"/>
          </p:cNvSpPr>
          <p:nvPr/>
        </p:nvSpPr>
        <p:spPr>
          <a:xfrm xmlns:a="http://schemas.openxmlformats.org/drawingml/2006/main">
            <a:off x="762000" y="3667125"/>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725" b="1">
                <a:solidFill>
                  <a:srgbClr val="20252A"/>
                </a:solidFill>
                <a:latin typeface="Segoe UI"/>
                <a:ea typeface="Segoe UI"/>
                <a:cs typeface="Segoe UI"/>
              </a:defRPr>
            </a:defPPr>
            <a:lvl1pPr>
              <a:defRPr sz="1725" b="1">
                <a:solidFill>
                  <a:srgbClr val="20252A"/>
                </a:solidFill>
                <a:latin typeface="Segoe UI"/>
                <a:ea typeface="Segoe UI"/>
                <a:cs typeface="Segoe UI"/>
              </a:defRPr>
            </a:lvl1pPr>
            <a:lvl2pPr>
              <a:defRPr sz="1725" b="1">
                <a:solidFill>
                  <a:srgbClr val="20252A"/>
                </a:solidFill>
                <a:latin typeface="Segoe UI"/>
                <a:ea typeface="Segoe UI"/>
                <a:cs typeface="Segoe UI"/>
              </a:defRPr>
            </a:lvl2pPr>
            <a:lvl3pPr>
              <a:defRPr sz="1725" b="1">
                <a:solidFill>
                  <a:srgbClr val="20252A"/>
                </a:solidFill>
                <a:latin typeface="Segoe UI"/>
                <a:ea typeface="Segoe UI"/>
                <a:cs typeface="Segoe UI"/>
              </a:defRPr>
            </a:lvl3pPr>
            <a:lvl4pPr>
              <a:defRPr sz="1725" b="1">
                <a:solidFill>
                  <a:srgbClr val="20252A"/>
                </a:solidFill>
                <a:latin typeface="Segoe UI"/>
                <a:ea typeface="Segoe UI"/>
                <a:cs typeface="Segoe UI"/>
              </a:defRPr>
            </a:lvl4pPr>
            <a:lvl5pPr>
              <a:defRPr sz="1725" b="1">
                <a:solidFill>
                  <a:srgbClr val="20252A"/>
                </a:solidFill>
                <a:latin typeface="Segoe UI"/>
                <a:ea typeface="Segoe UI"/>
                <a:cs typeface="Segoe UI"/>
              </a:defRPr>
            </a:lvl5pPr>
            <a:lvl6pPr>
              <a:defRPr sz="1725" b="1">
                <a:solidFill>
                  <a:srgbClr val="20252A"/>
                </a:solidFill>
                <a:latin typeface="Segoe UI"/>
                <a:ea typeface="Segoe UI"/>
                <a:cs typeface="Segoe UI"/>
              </a:defRPr>
            </a:lvl6pPr>
            <a:lvl7pPr>
              <a:defRPr sz="1725" b="1">
                <a:solidFill>
                  <a:srgbClr val="20252A"/>
                </a:solidFill>
                <a:latin typeface="Segoe UI"/>
                <a:ea typeface="Segoe UI"/>
                <a:cs typeface="Segoe UI"/>
              </a:defRPr>
            </a:lvl7pPr>
            <a:lvl8pPr>
              <a:defRPr sz="1725" b="1">
                <a:solidFill>
                  <a:srgbClr val="20252A"/>
                </a:solidFill>
                <a:latin typeface="Segoe UI"/>
                <a:ea typeface="Segoe UI"/>
                <a:cs typeface="Segoe UI"/>
              </a:defRPr>
            </a:lvl8pPr>
            <a:lvl9pPr>
              <a:defRPr sz="1725" b="1">
                <a:solidFill>
                  <a:srgbClr val="20252A"/>
                </a:solidFill>
                <a:latin typeface="Segoe UI"/>
                <a:ea typeface="Segoe UI"/>
                <a:cs typeface="Segoe UI"/>
              </a:defRPr>
            </a:lvl9pPr>
          </a:lstStyle>
          <a:p xmlns:a="http://schemas.openxmlformats.org/drawingml/2006/main">
            <a:pPr>
              <a:defRPr sz="1725" b="1">
                <a:solidFill>
                  <a:srgbClr val="20252A"/>
                </a:solidFill>
                <a:latin typeface="Segoe UI"/>
                <a:ea typeface="Segoe UI"/>
                <a:cs typeface="Segoe UI"/>
              </a:defRPr>
            </a:pPr>
            <a:r>
              <a:rPr sz="1725" b="1">
                <a:solidFill>
                  <a:srgbClr val="20252A"/>
                </a:solidFill>
                <a:latin typeface="Segoe UI"/>
                <a:ea typeface="Segoe UI"/>
                <a:cs typeface="Segoe UI"/>
              </a:rPr>
              <a:t>SUPPORTED</a:t>
            </a:r>
          </a:p>
        </p:txBody>
      </p:sp>
      <p:sp>
        <p:nvSpPr>
          <p:cNvPr id="15" name="text-10">
            <a:extLst xmlns:a="http://schemas.openxmlformats.org/drawingml/2006/main">
              <a:ext uri="{FF2B5EF4-FFF2-40B4-BE49-F238E27FC236}">
                <a16:creationId xmlns:a16="http://schemas.microsoft.com/office/drawing/2014/main" id="{273D846D-651C-4B27-8CA7-76C28AF9BAA7}"/>
              </a:ext>
            </a:extLst>
          </p:cNvPr>
          <p:cNvSpPr>
            <a:spLocks xmlns:a="http://schemas.openxmlformats.org/drawingml/2006/main" noGrp="1"/>
          </p:cNvSpPr>
          <p:nvPr/>
        </p:nvSpPr>
        <p:spPr>
          <a:xfrm xmlns:a="http://schemas.openxmlformats.org/drawingml/2006/main">
            <a:off x="762000" y="4086225"/>
            <a:ext cx="32766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Use one job card. Tell a scribe your own words.</a:t>
            </a:r>
          </a:p>
        </p:txBody>
      </p:sp>
      <p:sp>
        <p:nvSpPr>
          <p:cNvPr id="16" name="panel-11">
            <a:extLst xmlns:a="http://schemas.openxmlformats.org/drawingml/2006/main">
              <a:ext uri="{FF2B5EF4-FFF2-40B4-BE49-F238E27FC236}">
                <a16:creationId xmlns:a16="http://schemas.microsoft.com/office/drawing/2014/main" id="{F838B655-573B-4DE4-833D-7D01165DB6CC}"/>
              </a:ext>
            </a:extLst>
          </p:cNvPr>
          <p:cNvSpPr>
            <a:spLocks xmlns:a="http://schemas.openxmlformats.org/drawingml/2006/main" noGrp="1"/>
          </p:cNvSpPr>
          <p:nvPr/>
        </p:nvSpPr>
        <p:spPr>
          <a:xfrm xmlns:a="http://schemas.openxmlformats.org/drawingml/2006/main">
            <a:off x="4419600" y="3533775"/>
            <a:ext cx="3581400" cy="2047875"/>
          </a:xfrm>
          <a:prstGeom xmlns:a="http://schemas.openxmlformats.org/drawingml/2006/main" prst="rect">
            <a:avLst/>
          </a:prstGeom>
          <a:solidFill xmlns:a="http://schemas.openxmlformats.org/drawingml/2006/main">
            <a:srgbClr val="F0F1EF"/>
          </a:solidFill>
          <a:ln xmlns:a="http://schemas.openxmlformats.org/drawingml/2006/main" w="0">
            <a:noFill/>
            <a:prstDash val="solid"/>
          </a:ln>
        </p:spPr>
      </p:sp>
      <p:sp>
        <p:nvSpPr>
          <p:cNvPr id="17" name="text-12">
            <a:extLst xmlns:a="http://schemas.openxmlformats.org/drawingml/2006/main">
              <a:ext uri="{FF2B5EF4-FFF2-40B4-BE49-F238E27FC236}">
                <a16:creationId xmlns:a16="http://schemas.microsoft.com/office/drawing/2014/main" id="{37471683-6E38-44E1-94D2-F1A16D422EA0}"/>
              </a:ext>
            </a:extLst>
          </p:cNvPr>
          <p:cNvSpPr>
            <a:spLocks xmlns:a="http://schemas.openxmlformats.org/drawingml/2006/main" noGrp="1"/>
          </p:cNvSpPr>
          <p:nvPr/>
        </p:nvSpPr>
        <p:spPr>
          <a:xfrm xmlns:a="http://schemas.openxmlformats.org/drawingml/2006/main">
            <a:off x="4572000" y="3667125"/>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725" b="1">
                <a:solidFill>
                  <a:srgbClr val="20252A"/>
                </a:solidFill>
                <a:latin typeface="Segoe UI"/>
                <a:ea typeface="Segoe UI"/>
                <a:cs typeface="Segoe UI"/>
              </a:defRPr>
            </a:defPPr>
            <a:lvl1pPr>
              <a:defRPr sz="1725" b="1">
                <a:solidFill>
                  <a:srgbClr val="20252A"/>
                </a:solidFill>
                <a:latin typeface="Segoe UI"/>
                <a:ea typeface="Segoe UI"/>
                <a:cs typeface="Segoe UI"/>
              </a:defRPr>
            </a:lvl1pPr>
            <a:lvl2pPr>
              <a:defRPr sz="1725" b="1">
                <a:solidFill>
                  <a:srgbClr val="20252A"/>
                </a:solidFill>
                <a:latin typeface="Segoe UI"/>
                <a:ea typeface="Segoe UI"/>
                <a:cs typeface="Segoe UI"/>
              </a:defRPr>
            </a:lvl2pPr>
            <a:lvl3pPr>
              <a:defRPr sz="1725" b="1">
                <a:solidFill>
                  <a:srgbClr val="20252A"/>
                </a:solidFill>
                <a:latin typeface="Segoe UI"/>
                <a:ea typeface="Segoe UI"/>
                <a:cs typeface="Segoe UI"/>
              </a:defRPr>
            </a:lvl3pPr>
            <a:lvl4pPr>
              <a:defRPr sz="1725" b="1">
                <a:solidFill>
                  <a:srgbClr val="20252A"/>
                </a:solidFill>
                <a:latin typeface="Segoe UI"/>
                <a:ea typeface="Segoe UI"/>
                <a:cs typeface="Segoe UI"/>
              </a:defRPr>
            </a:lvl4pPr>
            <a:lvl5pPr>
              <a:defRPr sz="1725" b="1">
                <a:solidFill>
                  <a:srgbClr val="20252A"/>
                </a:solidFill>
                <a:latin typeface="Segoe UI"/>
                <a:ea typeface="Segoe UI"/>
                <a:cs typeface="Segoe UI"/>
              </a:defRPr>
            </a:lvl5pPr>
            <a:lvl6pPr>
              <a:defRPr sz="1725" b="1">
                <a:solidFill>
                  <a:srgbClr val="20252A"/>
                </a:solidFill>
                <a:latin typeface="Segoe UI"/>
                <a:ea typeface="Segoe UI"/>
                <a:cs typeface="Segoe UI"/>
              </a:defRPr>
            </a:lvl6pPr>
            <a:lvl7pPr>
              <a:defRPr sz="1725" b="1">
                <a:solidFill>
                  <a:srgbClr val="20252A"/>
                </a:solidFill>
                <a:latin typeface="Segoe UI"/>
                <a:ea typeface="Segoe UI"/>
                <a:cs typeface="Segoe UI"/>
              </a:defRPr>
            </a:lvl7pPr>
            <a:lvl8pPr>
              <a:defRPr sz="1725" b="1">
                <a:solidFill>
                  <a:srgbClr val="20252A"/>
                </a:solidFill>
                <a:latin typeface="Segoe UI"/>
                <a:ea typeface="Segoe UI"/>
                <a:cs typeface="Segoe UI"/>
              </a:defRPr>
            </a:lvl8pPr>
            <a:lvl9pPr>
              <a:defRPr sz="1725" b="1">
                <a:solidFill>
                  <a:srgbClr val="20252A"/>
                </a:solidFill>
                <a:latin typeface="Segoe UI"/>
                <a:ea typeface="Segoe UI"/>
                <a:cs typeface="Segoe UI"/>
              </a:defRPr>
            </a:lvl9pPr>
          </a:lstStyle>
          <a:p xmlns:a="http://schemas.openxmlformats.org/drawingml/2006/main">
            <a:pPr>
              <a:defRPr sz="1725" b="1">
                <a:solidFill>
                  <a:srgbClr val="20252A"/>
                </a:solidFill>
                <a:latin typeface="Segoe UI"/>
                <a:ea typeface="Segoe UI"/>
                <a:cs typeface="Segoe UI"/>
              </a:defRPr>
            </a:pPr>
            <a:r>
              <a:rPr sz="1725" b="1">
                <a:solidFill>
                  <a:srgbClr val="20252A"/>
                </a:solidFill>
                <a:latin typeface="Segoe UI"/>
                <a:ea typeface="Segoe UI"/>
                <a:cs typeface="Segoe UI"/>
              </a:rPr>
              <a:t>STANDARD</a:t>
            </a:r>
          </a:p>
        </p:txBody>
      </p:sp>
      <p:sp>
        <p:nvSpPr>
          <p:cNvPr id="18" name="text-13">
            <a:extLst xmlns:a="http://schemas.openxmlformats.org/drawingml/2006/main">
              <a:ext uri="{FF2B5EF4-FFF2-40B4-BE49-F238E27FC236}">
                <a16:creationId xmlns:a16="http://schemas.microsoft.com/office/drawing/2014/main" id="{1C24638B-D146-4D89-94C9-55B08D38624F}"/>
              </a:ext>
            </a:extLst>
          </p:cNvPr>
          <p:cNvSpPr>
            <a:spLocks xmlns:a="http://schemas.openxmlformats.org/drawingml/2006/main" noGrp="1"/>
          </p:cNvSpPr>
          <p:nvPr/>
        </p:nvSpPr>
        <p:spPr>
          <a:xfrm xmlns:a="http://schemas.openxmlformats.org/drawingml/2006/main">
            <a:off x="4572000" y="4086225"/>
            <a:ext cx="32766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Complete your job. Link your choice to the tally.</a:t>
            </a:r>
          </a:p>
        </p:txBody>
      </p:sp>
      <p:sp>
        <p:nvSpPr>
          <p:cNvPr id="19" name="panel-14">
            <a:extLst xmlns:a="http://schemas.openxmlformats.org/drawingml/2006/main">
              <a:ext uri="{FF2B5EF4-FFF2-40B4-BE49-F238E27FC236}">
                <a16:creationId xmlns:a16="http://schemas.microsoft.com/office/drawing/2014/main" id="{EF1E2B0E-2E7D-4DE0-BC47-D73F7F2ED488}"/>
              </a:ext>
            </a:extLst>
          </p:cNvPr>
          <p:cNvSpPr>
            <a:spLocks xmlns:a="http://schemas.openxmlformats.org/drawingml/2006/main" noGrp="1"/>
          </p:cNvSpPr>
          <p:nvPr/>
        </p:nvSpPr>
        <p:spPr>
          <a:xfrm xmlns:a="http://schemas.openxmlformats.org/drawingml/2006/main">
            <a:off x="8229600" y="3533775"/>
            <a:ext cx="3581400" cy="2047875"/>
          </a:xfrm>
          <a:prstGeom xmlns:a="http://schemas.openxmlformats.org/drawingml/2006/main" prst="rect">
            <a:avLst/>
          </a:prstGeom>
          <a:solidFill xmlns:a="http://schemas.openxmlformats.org/drawingml/2006/main">
            <a:srgbClr val="F0F1EF"/>
          </a:solidFill>
          <a:ln xmlns:a="http://schemas.openxmlformats.org/drawingml/2006/main" w="0">
            <a:noFill/>
            <a:prstDash val="solid"/>
          </a:ln>
        </p:spPr>
      </p:sp>
      <p:sp>
        <p:nvSpPr>
          <p:cNvPr id="20" name="text-15">
            <a:extLst xmlns:a="http://schemas.openxmlformats.org/drawingml/2006/main">
              <a:ext uri="{FF2B5EF4-FFF2-40B4-BE49-F238E27FC236}">
                <a16:creationId xmlns:a16="http://schemas.microsoft.com/office/drawing/2014/main" id="{63BDE3EC-08E7-4584-B9CE-AF11382C8378}"/>
              </a:ext>
            </a:extLst>
          </p:cNvPr>
          <p:cNvSpPr>
            <a:spLocks xmlns:a="http://schemas.openxmlformats.org/drawingml/2006/main" noGrp="1"/>
          </p:cNvSpPr>
          <p:nvPr/>
        </p:nvSpPr>
        <p:spPr>
          <a:xfrm xmlns:a="http://schemas.openxmlformats.org/drawingml/2006/main">
            <a:off x="8382000" y="3667125"/>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725" b="1">
                <a:solidFill>
                  <a:srgbClr val="20252A"/>
                </a:solidFill>
                <a:latin typeface="Segoe UI"/>
                <a:ea typeface="Segoe UI"/>
                <a:cs typeface="Segoe UI"/>
              </a:defRPr>
            </a:defPPr>
            <a:lvl1pPr>
              <a:defRPr sz="1725" b="1">
                <a:solidFill>
                  <a:srgbClr val="20252A"/>
                </a:solidFill>
                <a:latin typeface="Segoe UI"/>
                <a:ea typeface="Segoe UI"/>
                <a:cs typeface="Segoe UI"/>
              </a:defRPr>
            </a:lvl1pPr>
            <a:lvl2pPr>
              <a:defRPr sz="1725" b="1">
                <a:solidFill>
                  <a:srgbClr val="20252A"/>
                </a:solidFill>
                <a:latin typeface="Segoe UI"/>
                <a:ea typeface="Segoe UI"/>
                <a:cs typeface="Segoe UI"/>
              </a:defRPr>
            </a:lvl2pPr>
            <a:lvl3pPr>
              <a:defRPr sz="1725" b="1">
                <a:solidFill>
                  <a:srgbClr val="20252A"/>
                </a:solidFill>
                <a:latin typeface="Segoe UI"/>
                <a:ea typeface="Segoe UI"/>
                <a:cs typeface="Segoe UI"/>
              </a:defRPr>
            </a:lvl3pPr>
            <a:lvl4pPr>
              <a:defRPr sz="1725" b="1">
                <a:solidFill>
                  <a:srgbClr val="20252A"/>
                </a:solidFill>
                <a:latin typeface="Segoe UI"/>
                <a:ea typeface="Segoe UI"/>
                <a:cs typeface="Segoe UI"/>
              </a:defRPr>
            </a:lvl4pPr>
            <a:lvl5pPr>
              <a:defRPr sz="1725" b="1">
                <a:solidFill>
                  <a:srgbClr val="20252A"/>
                </a:solidFill>
                <a:latin typeface="Segoe UI"/>
                <a:ea typeface="Segoe UI"/>
                <a:cs typeface="Segoe UI"/>
              </a:defRPr>
            </a:lvl5pPr>
            <a:lvl6pPr>
              <a:defRPr sz="1725" b="1">
                <a:solidFill>
                  <a:srgbClr val="20252A"/>
                </a:solidFill>
                <a:latin typeface="Segoe UI"/>
                <a:ea typeface="Segoe UI"/>
                <a:cs typeface="Segoe UI"/>
              </a:defRPr>
            </a:lvl6pPr>
            <a:lvl7pPr>
              <a:defRPr sz="1725" b="1">
                <a:solidFill>
                  <a:srgbClr val="20252A"/>
                </a:solidFill>
                <a:latin typeface="Segoe UI"/>
                <a:ea typeface="Segoe UI"/>
                <a:cs typeface="Segoe UI"/>
              </a:defRPr>
            </a:lvl7pPr>
            <a:lvl8pPr>
              <a:defRPr sz="1725" b="1">
                <a:solidFill>
                  <a:srgbClr val="20252A"/>
                </a:solidFill>
                <a:latin typeface="Segoe UI"/>
                <a:ea typeface="Segoe UI"/>
                <a:cs typeface="Segoe UI"/>
              </a:defRPr>
            </a:lvl8pPr>
            <a:lvl9pPr>
              <a:defRPr sz="1725" b="1">
                <a:solidFill>
                  <a:srgbClr val="20252A"/>
                </a:solidFill>
                <a:latin typeface="Segoe UI"/>
                <a:ea typeface="Segoe UI"/>
                <a:cs typeface="Segoe UI"/>
              </a:defRPr>
            </a:lvl9pPr>
          </a:lstStyle>
          <a:p xmlns:a="http://schemas.openxmlformats.org/drawingml/2006/main">
            <a:pPr>
              <a:defRPr sz="1725" b="1">
                <a:solidFill>
                  <a:srgbClr val="20252A"/>
                </a:solidFill>
                <a:latin typeface="Segoe UI"/>
                <a:ea typeface="Segoe UI"/>
                <a:cs typeface="Segoe UI"/>
              </a:defRPr>
            </a:pPr>
            <a:r>
              <a:rPr sz="1725" b="1">
                <a:solidFill>
                  <a:srgbClr val="20252A"/>
                </a:solidFill>
                <a:latin typeface="Segoe UI"/>
                <a:ea typeface="Segoe UI"/>
                <a:cs typeface="Segoe UI"/>
              </a:rPr>
              <a:t>STRETCH</a:t>
            </a:r>
          </a:p>
        </p:txBody>
      </p:sp>
      <p:sp>
        <p:nvSpPr>
          <p:cNvPr id="21" name="text-16">
            <a:extLst xmlns:a="http://schemas.openxmlformats.org/drawingml/2006/main">
              <a:ext uri="{FF2B5EF4-FFF2-40B4-BE49-F238E27FC236}">
                <a16:creationId xmlns:a16="http://schemas.microsoft.com/office/drawing/2014/main" id="{1B37A131-5150-4649-ADAE-82BD6F01860A}"/>
              </a:ext>
            </a:extLst>
          </p:cNvPr>
          <p:cNvSpPr>
            <a:spLocks xmlns:a="http://schemas.openxmlformats.org/drawingml/2006/main" noGrp="1"/>
          </p:cNvSpPr>
          <p:nvPr/>
        </p:nvSpPr>
        <p:spPr>
          <a:xfrm xmlns:a="http://schemas.openxmlformats.org/drawingml/2006/main">
            <a:off x="8382000" y="4086225"/>
            <a:ext cx="32766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Explain one change using the feedback.</a:t>
            </a:r>
          </a:p>
        </p:txBody>
      </p:sp>
      <p:sp>
        <p:nvSpPr>
          <p:cNvPr id="22" name="text-17">
            <a:extLst xmlns:a="http://schemas.openxmlformats.org/drawingml/2006/main">
              <a:ext uri="{FF2B5EF4-FFF2-40B4-BE49-F238E27FC236}">
                <a16:creationId xmlns:a16="http://schemas.microsoft.com/office/drawing/2014/main" id="{359C76AC-C15D-4C0A-B260-A9460BE824A8}"/>
              </a:ext>
            </a:extLst>
          </p:cNvPr>
          <p:cNvSpPr>
            <a:spLocks xmlns:a="http://schemas.openxmlformats.org/drawingml/2006/main" noGrp="1"/>
          </p:cNvSpPr>
          <p:nvPr/>
        </p:nvSpPr>
        <p:spPr>
          <a:xfrm xmlns:a="http://schemas.openxmlformats.org/drawingml/2006/main">
            <a:off x="609600" y="60102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20252A"/>
                </a:solidFill>
                <a:latin typeface="Segoe UI"/>
                <a:ea typeface="Segoe UI"/>
                <a:cs typeface="Segoe UI"/>
              </a:defRPr>
            </a:defPPr>
            <a:lvl1pPr>
              <a:defRPr sz="1950" b="1">
                <a:solidFill>
                  <a:srgbClr val="20252A"/>
                </a:solidFill>
                <a:latin typeface="Segoe UI"/>
                <a:ea typeface="Segoe UI"/>
                <a:cs typeface="Segoe UI"/>
              </a:defRPr>
            </a:lvl1pPr>
            <a:lvl2pPr>
              <a:defRPr sz="1950" b="1">
                <a:solidFill>
                  <a:srgbClr val="20252A"/>
                </a:solidFill>
                <a:latin typeface="Segoe UI"/>
                <a:ea typeface="Segoe UI"/>
                <a:cs typeface="Segoe UI"/>
              </a:defRPr>
            </a:lvl2pPr>
            <a:lvl3pPr>
              <a:defRPr sz="1950" b="1">
                <a:solidFill>
                  <a:srgbClr val="20252A"/>
                </a:solidFill>
                <a:latin typeface="Segoe UI"/>
                <a:ea typeface="Segoe UI"/>
                <a:cs typeface="Segoe UI"/>
              </a:defRPr>
            </a:lvl3pPr>
            <a:lvl4pPr>
              <a:defRPr sz="1950" b="1">
                <a:solidFill>
                  <a:srgbClr val="20252A"/>
                </a:solidFill>
                <a:latin typeface="Segoe UI"/>
                <a:ea typeface="Segoe UI"/>
                <a:cs typeface="Segoe UI"/>
              </a:defRPr>
            </a:lvl4pPr>
            <a:lvl5pPr>
              <a:defRPr sz="1950" b="1">
                <a:solidFill>
                  <a:srgbClr val="20252A"/>
                </a:solidFill>
                <a:latin typeface="Segoe UI"/>
                <a:ea typeface="Segoe UI"/>
                <a:cs typeface="Segoe UI"/>
              </a:defRPr>
            </a:lvl5pPr>
            <a:lvl6pPr>
              <a:defRPr sz="1950" b="1">
                <a:solidFill>
                  <a:srgbClr val="20252A"/>
                </a:solidFill>
                <a:latin typeface="Segoe UI"/>
                <a:ea typeface="Segoe UI"/>
                <a:cs typeface="Segoe UI"/>
              </a:defRPr>
            </a:lvl6pPr>
            <a:lvl7pPr>
              <a:defRPr sz="1950" b="1">
                <a:solidFill>
                  <a:srgbClr val="20252A"/>
                </a:solidFill>
                <a:latin typeface="Segoe UI"/>
                <a:ea typeface="Segoe UI"/>
                <a:cs typeface="Segoe UI"/>
              </a:defRPr>
            </a:lvl7pPr>
            <a:lvl8pPr>
              <a:defRPr sz="1950" b="1">
                <a:solidFill>
                  <a:srgbClr val="20252A"/>
                </a:solidFill>
                <a:latin typeface="Segoe UI"/>
                <a:ea typeface="Segoe UI"/>
                <a:cs typeface="Segoe UI"/>
              </a:defRPr>
            </a:lvl8pPr>
            <a:lvl9pPr>
              <a:defRPr sz="1950" b="1">
                <a:solidFill>
                  <a:srgbClr val="20252A"/>
                </a:solidFill>
                <a:latin typeface="Segoe UI"/>
                <a:ea typeface="Segoe UI"/>
                <a:cs typeface="Segoe UI"/>
              </a:defRPr>
            </a:lvl9pPr>
          </a:lstStyle>
          <a:p xmlns:a="http://schemas.openxmlformats.org/drawingml/2006/main">
            <a:pPr>
              <a:defRPr sz="1950" b="1">
                <a:solidFill>
                  <a:srgbClr val="20252A"/>
                </a:solidFill>
                <a:latin typeface="Segoe UI"/>
                <a:ea typeface="Segoe UI"/>
                <a:cs typeface="Segoe UI"/>
              </a:defRPr>
            </a:pPr>
            <a:r>
              <a:rPr sz="1950" b="1">
                <a:solidFill>
                  <a:srgbClr val="20252A"/>
                </a:solidFill>
                <a:latin typeface="Segoe UI"/>
                <a:ea typeface="Segoe UI"/>
                <a:cs typeface="Segoe UI"/>
              </a:rPr>
              <a:t>I used __. The feedback showed __.</a:t>
            </a:r>
          </a:p>
        </p:txBody>
      </p:sp>
    </p:spTree>
    <p:extLst>
      <p:ext uri="{BB962C8B-B14F-4D97-AF65-F5344CB8AC3E}">
        <p14:creationId xmlns:p14="http://schemas.microsoft.com/office/powerpoint/2010/main" val="308727446"/>
      </p:ext>
    </p:extLst>
  </p:cSld>
</p:sld>
</file>

<file path=ppt/slides/slide21.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C0DD55CC-16D5-4F8A-AD02-1D755BDD9576}"/>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Evidence check before hand-in</a:t>
            </a:r>
          </a:p>
        </p:txBody>
      </p:sp>
      <p:sp>
        <p:nvSpPr>
          <p:cNvPr id="2" name="text-1">
            <a:extLst xmlns:a="http://schemas.openxmlformats.org/drawingml/2006/main">
              <a:ext uri="{FF2B5EF4-FFF2-40B4-BE49-F238E27FC236}">
                <a16:creationId xmlns:a16="http://schemas.microsoft.com/office/drawing/2014/main" id="{7BC27F70-4754-40BB-97EE-794957C9B9AD}"/>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L4b</a:t>
            </a:r>
          </a:p>
        </p:txBody>
      </p:sp>
      <p:sp>
        <p:nvSpPr>
          <p:cNvPr id="3" name="text-2">
            <a:extLst xmlns:a="http://schemas.openxmlformats.org/drawingml/2006/main">
              <a:ext uri="{FF2B5EF4-FFF2-40B4-BE49-F238E27FC236}">
                <a16:creationId xmlns:a16="http://schemas.microsoft.com/office/drawing/2014/main" id="{095F2771-B488-4D65-B823-A1B1E06F242B}"/>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21 / 24 · 3 min</a:t>
            </a:r>
          </a:p>
        </p:txBody>
      </p:sp>
      <p:pic>
        <p:nvPicPr>
          <p:cNvPr id="4" name="Check my individual evidence." descr="Check my individual evidence.">
            <a:extLst xmlns:a="http://schemas.openxmlformats.org/drawingml/2006/main">
              <a:ext uri="{FF2B5EF4-FFF2-40B4-BE49-F238E27FC236}">
                <a16:creationId xmlns:a16="http://schemas.microsoft.com/office/drawing/2014/main" id="{FB920C25-C610-4BF3-92B3-56575EDAC944}"/>
              </a:ext>
            </a:extLst>
          </p:cNvPr>
          <p:cNvPicPr>
            <a:picLocks xmlns:a="http://schemas.openxmlformats.org/drawingml/2006/main" noChangeAspect="1"/>
          </p:cNvPicPr>
          <p:nvPr/>
        </p:nvPicPr>
        <p:blipFill>
          <a:blip xmlns:r="http://schemas.openxmlformats.org/officeDocument/2006/relationships" xmlns:a="http://schemas.openxmlformats.org/drawingml/2006/main" r:embed="R7a96948be60a491a"/>
          <a:stretch xmlns:a="http://schemas.openxmlformats.org/drawingml/2006/main"/>
        </p:blipFill>
        <p:spPr>
          <a:xfrm xmlns:a="http://schemas.openxmlformats.org/drawingml/2006/main">
            <a:off x="609600" y="1476375"/>
            <a:ext cx="876300" cy="87630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DF8B54D6-1FCB-412C-9D07-58CFC6B3DAD7}"/>
              </a:ext>
            </a:extLst>
          </p:cNvPr>
          <p:cNvSpPr>
            <a:spLocks xmlns:a="http://schemas.openxmlformats.org/drawingml/2006/main" noGrp="1"/>
          </p:cNvSpPr>
          <p:nvPr/>
        </p:nvSpPr>
        <p:spPr>
          <a:xfrm xmlns:a="http://schemas.openxmlformats.org/drawingml/2006/main">
            <a:off x="1914525" y="1504950"/>
            <a:ext cx="9658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850" b="1">
                <a:solidFill>
                  <a:srgbClr val="20252A"/>
                </a:solidFill>
                <a:latin typeface="Segoe UI"/>
                <a:ea typeface="Segoe UI"/>
                <a:cs typeface="Segoe UI"/>
              </a:defRPr>
            </a:defPPr>
            <a:lvl1pPr>
              <a:defRPr sz="2850" b="1">
                <a:solidFill>
                  <a:srgbClr val="20252A"/>
                </a:solidFill>
                <a:latin typeface="Segoe UI"/>
                <a:ea typeface="Segoe UI"/>
                <a:cs typeface="Segoe UI"/>
              </a:defRPr>
            </a:lvl1pPr>
            <a:lvl2pPr>
              <a:defRPr sz="2850" b="1">
                <a:solidFill>
                  <a:srgbClr val="20252A"/>
                </a:solidFill>
                <a:latin typeface="Segoe UI"/>
                <a:ea typeface="Segoe UI"/>
                <a:cs typeface="Segoe UI"/>
              </a:defRPr>
            </a:lvl2pPr>
            <a:lvl3pPr>
              <a:defRPr sz="2850" b="1">
                <a:solidFill>
                  <a:srgbClr val="20252A"/>
                </a:solidFill>
                <a:latin typeface="Segoe UI"/>
                <a:ea typeface="Segoe UI"/>
                <a:cs typeface="Segoe UI"/>
              </a:defRPr>
            </a:lvl3pPr>
            <a:lvl4pPr>
              <a:defRPr sz="2850" b="1">
                <a:solidFill>
                  <a:srgbClr val="20252A"/>
                </a:solidFill>
                <a:latin typeface="Segoe UI"/>
                <a:ea typeface="Segoe UI"/>
                <a:cs typeface="Segoe UI"/>
              </a:defRPr>
            </a:lvl4pPr>
            <a:lvl5pPr>
              <a:defRPr sz="2850" b="1">
                <a:solidFill>
                  <a:srgbClr val="20252A"/>
                </a:solidFill>
                <a:latin typeface="Segoe UI"/>
                <a:ea typeface="Segoe UI"/>
                <a:cs typeface="Segoe UI"/>
              </a:defRPr>
            </a:lvl5pPr>
            <a:lvl6pPr>
              <a:defRPr sz="2850" b="1">
                <a:solidFill>
                  <a:srgbClr val="20252A"/>
                </a:solidFill>
                <a:latin typeface="Segoe UI"/>
                <a:ea typeface="Segoe UI"/>
                <a:cs typeface="Segoe UI"/>
              </a:defRPr>
            </a:lvl6pPr>
            <a:lvl7pPr>
              <a:defRPr sz="2850" b="1">
                <a:solidFill>
                  <a:srgbClr val="20252A"/>
                </a:solidFill>
                <a:latin typeface="Segoe UI"/>
                <a:ea typeface="Segoe UI"/>
                <a:cs typeface="Segoe UI"/>
              </a:defRPr>
            </a:lvl7pPr>
            <a:lvl8pPr>
              <a:defRPr sz="2850" b="1">
                <a:solidFill>
                  <a:srgbClr val="20252A"/>
                </a:solidFill>
                <a:latin typeface="Segoe UI"/>
                <a:ea typeface="Segoe UI"/>
                <a:cs typeface="Segoe UI"/>
              </a:defRPr>
            </a:lvl8pPr>
            <a:lvl9pPr>
              <a:defRPr sz="2850" b="1">
                <a:solidFill>
                  <a:srgbClr val="20252A"/>
                </a:solidFill>
                <a:latin typeface="Segoe UI"/>
                <a:ea typeface="Segoe UI"/>
                <a:cs typeface="Segoe UI"/>
              </a:defRPr>
            </a:lvl9pPr>
          </a:lstStyle>
          <a:p xmlns:a="http://schemas.openxmlformats.org/drawingml/2006/main">
            <a:pPr>
              <a:defRPr sz="2850" b="1">
                <a:solidFill>
                  <a:srgbClr val="20252A"/>
                </a:solidFill>
                <a:latin typeface="Segoe UI"/>
                <a:ea typeface="Segoe UI"/>
                <a:cs typeface="Segoe UI"/>
              </a:defRPr>
            </a:pPr>
            <a:r>
              <a:rPr sz="2850" b="1">
                <a:solidFill>
                  <a:srgbClr val="20252A"/>
                </a:solidFill>
                <a:latin typeface="Segoe UI"/>
                <a:ea typeface="Segoe UI"/>
                <a:cs typeface="Segoe UI"/>
              </a:rPr>
              <a:t>Check and bank L4-E1.</a:t>
            </a:r>
          </a:p>
        </p:txBody>
      </p:sp>
      <p:sp>
        <p:nvSpPr>
          <p:cNvPr id="6" name="text-4">
            <a:extLst xmlns:a="http://schemas.openxmlformats.org/drawingml/2006/main">
              <a:ext uri="{FF2B5EF4-FFF2-40B4-BE49-F238E27FC236}">
                <a16:creationId xmlns:a16="http://schemas.microsoft.com/office/drawing/2014/main" id="{79161A20-65C5-4646-946D-60133CBA7A48}"/>
              </a:ext>
            </a:extLst>
          </p:cNvPr>
          <p:cNvSpPr>
            <a:spLocks xmlns:a="http://schemas.openxmlformats.org/drawingml/2006/main" noGrp="1"/>
          </p:cNvSpPr>
          <p:nvPr/>
        </p:nvSpPr>
        <p:spPr>
          <a:xfrm xmlns:a="http://schemas.openxmlformats.org/drawingml/2006/main">
            <a:off x="609600" y="27527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0">
                <a:solidFill>
                  <a:srgbClr val="20252A"/>
                </a:solidFill>
                <a:latin typeface="Segoe UI"/>
                <a:ea typeface="Segoe UI"/>
                <a:cs typeface="Segoe UI"/>
              </a:defRPr>
            </a:defPPr>
            <a:lvl1pPr>
              <a:defRPr sz="2475" b="0">
                <a:solidFill>
                  <a:srgbClr val="20252A"/>
                </a:solidFill>
                <a:latin typeface="Segoe UI"/>
                <a:ea typeface="Segoe UI"/>
                <a:cs typeface="Segoe UI"/>
              </a:defRPr>
            </a:lvl1pPr>
            <a:lvl2pPr>
              <a:defRPr sz="2475" b="0">
                <a:solidFill>
                  <a:srgbClr val="20252A"/>
                </a:solidFill>
                <a:latin typeface="Segoe UI"/>
                <a:ea typeface="Segoe UI"/>
                <a:cs typeface="Segoe UI"/>
              </a:defRPr>
            </a:lvl2pPr>
            <a:lvl3pPr>
              <a:defRPr sz="2475" b="0">
                <a:solidFill>
                  <a:srgbClr val="20252A"/>
                </a:solidFill>
                <a:latin typeface="Segoe UI"/>
                <a:ea typeface="Segoe UI"/>
                <a:cs typeface="Segoe UI"/>
              </a:defRPr>
            </a:lvl3pPr>
            <a:lvl4pPr>
              <a:defRPr sz="2475" b="0">
                <a:solidFill>
                  <a:srgbClr val="20252A"/>
                </a:solidFill>
                <a:latin typeface="Segoe UI"/>
                <a:ea typeface="Segoe UI"/>
                <a:cs typeface="Segoe UI"/>
              </a:defRPr>
            </a:lvl4pPr>
            <a:lvl5pPr>
              <a:defRPr sz="2475" b="0">
                <a:solidFill>
                  <a:srgbClr val="20252A"/>
                </a:solidFill>
                <a:latin typeface="Segoe UI"/>
                <a:ea typeface="Segoe UI"/>
                <a:cs typeface="Segoe UI"/>
              </a:defRPr>
            </a:lvl5pPr>
            <a:lvl6pPr>
              <a:defRPr sz="2475" b="0">
                <a:solidFill>
                  <a:srgbClr val="20252A"/>
                </a:solidFill>
                <a:latin typeface="Segoe UI"/>
                <a:ea typeface="Segoe UI"/>
                <a:cs typeface="Segoe UI"/>
              </a:defRPr>
            </a:lvl6pPr>
            <a:lvl7pPr>
              <a:defRPr sz="2475" b="0">
                <a:solidFill>
                  <a:srgbClr val="20252A"/>
                </a:solidFill>
                <a:latin typeface="Segoe UI"/>
                <a:ea typeface="Segoe UI"/>
                <a:cs typeface="Segoe UI"/>
              </a:defRPr>
            </a:lvl7pPr>
            <a:lvl8pPr>
              <a:defRPr sz="2475" b="0">
                <a:solidFill>
                  <a:srgbClr val="20252A"/>
                </a:solidFill>
                <a:latin typeface="Segoe UI"/>
                <a:ea typeface="Segoe UI"/>
                <a:cs typeface="Segoe UI"/>
              </a:defRPr>
            </a:lvl8pPr>
            <a:lvl9pPr>
              <a:defRPr sz="2475" b="0">
                <a:solidFill>
                  <a:srgbClr val="20252A"/>
                </a:solidFill>
                <a:latin typeface="Segoe UI"/>
                <a:ea typeface="Segoe UI"/>
                <a:cs typeface="Segoe UI"/>
              </a:defRPr>
            </a:lvl9pPr>
          </a:lstStyle>
          <a:p xmlns:a="http://schemas.openxmlformats.org/drawingml/2006/main">
            <a:pPr>
              <a:defRPr sz="2475" b="0">
                <a:solidFill>
                  <a:srgbClr val="20252A"/>
                </a:solidFill>
                <a:latin typeface="Segoe UI"/>
                <a:ea typeface="Segoe UI"/>
                <a:cs typeface="Segoe UI"/>
              </a:defRPr>
            </a:pPr>
            <a:r>
              <a:rPr sz="2475" b="0">
                <a:solidFill>
                  <a:srgbClr val="20252A"/>
                </a:solidFill>
                <a:latin typeface="Segoe UI"/>
                <a:ea typeface="Segoe UI"/>
                <a:cs typeface="Segoe UI"/>
              </a:rPr>
              <a:t>My decision links to my own plan.</a:t>
            </a:r>
          </a:p>
        </p:txBody>
      </p:sp>
      <p:sp>
        <p:nvSpPr>
          <p:cNvPr id="7" name="text-5">
            <a:extLst xmlns:a="http://schemas.openxmlformats.org/drawingml/2006/main">
              <a:ext uri="{FF2B5EF4-FFF2-40B4-BE49-F238E27FC236}">
                <a16:creationId xmlns:a16="http://schemas.microsoft.com/office/drawing/2014/main" id="{EBB391AA-7FD1-407C-A384-A5C68F26021E}"/>
              </a:ext>
            </a:extLst>
          </p:cNvPr>
          <p:cNvSpPr>
            <a:spLocks xmlns:a="http://schemas.openxmlformats.org/drawingml/2006/main" noGrp="1"/>
          </p:cNvSpPr>
          <p:nvPr/>
        </p:nvSpPr>
        <p:spPr>
          <a:xfrm xmlns:a="http://schemas.openxmlformats.org/drawingml/2006/main">
            <a:off x="609600" y="36385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0">
                <a:solidFill>
                  <a:srgbClr val="20252A"/>
                </a:solidFill>
                <a:latin typeface="Segoe UI"/>
                <a:ea typeface="Segoe UI"/>
                <a:cs typeface="Segoe UI"/>
              </a:defRPr>
            </a:defPPr>
            <a:lvl1pPr>
              <a:defRPr sz="2475" b="0">
                <a:solidFill>
                  <a:srgbClr val="20252A"/>
                </a:solidFill>
                <a:latin typeface="Segoe UI"/>
                <a:ea typeface="Segoe UI"/>
                <a:cs typeface="Segoe UI"/>
              </a:defRPr>
            </a:lvl1pPr>
            <a:lvl2pPr>
              <a:defRPr sz="2475" b="0">
                <a:solidFill>
                  <a:srgbClr val="20252A"/>
                </a:solidFill>
                <a:latin typeface="Segoe UI"/>
                <a:ea typeface="Segoe UI"/>
                <a:cs typeface="Segoe UI"/>
              </a:defRPr>
            </a:lvl2pPr>
            <a:lvl3pPr>
              <a:defRPr sz="2475" b="0">
                <a:solidFill>
                  <a:srgbClr val="20252A"/>
                </a:solidFill>
                <a:latin typeface="Segoe UI"/>
                <a:ea typeface="Segoe UI"/>
                <a:cs typeface="Segoe UI"/>
              </a:defRPr>
            </a:lvl3pPr>
            <a:lvl4pPr>
              <a:defRPr sz="2475" b="0">
                <a:solidFill>
                  <a:srgbClr val="20252A"/>
                </a:solidFill>
                <a:latin typeface="Segoe UI"/>
                <a:ea typeface="Segoe UI"/>
                <a:cs typeface="Segoe UI"/>
              </a:defRPr>
            </a:lvl4pPr>
            <a:lvl5pPr>
              <a:defRPr sz="2475" b="0">
                <a:solidFill>
                  <a:srgbClr val="20252A"/>
                </a:solidFill>
                <a:latin typeface="Segoe UI"/>
                <a:ea typeface="Segoe UI"/>
                <a:cs typeface="Segoe UI"/>
              </a:defRPr>
            </a:lvl5pPr>
            <a:lvl6pPr>
              <a:defRPr sz="2475" b="0">
                <a:solidFill>
                  <a:srgbClr val="20252A"/>
                </a:solidFill>
                <a:latin typeface="Segoe UI"/>
                <a:ea typeface="Segoe UI"/>
                <a:cs typeface="Segoe UI"/>
              </a:defRPr>
            </a:lvl6pPr>
            <a:lvl7pPr>
              <a:defRPr sz="2475" b="0">
                <a:solidFill>
                  <a:srgbClr val="20252A"/>
                </a:solidFill>
                <a:latin typeface="Segoe UI"/>
                <a:ea typeface="Segoe UI"/>
                <a:cs typeface="Segoe UI"/>
              </a:defRPr>
            </a:lvl7pPr>
            <a:lvl8pPr>
              <a:defRPr sz="2475" b="0">
                <a:solidFill>
                  <a:srgbClr val="20252A"/>
                </a:solidFill>
                <a:latin typeface="Segoe UI"/>
                <a:ea typeface="Segoe UI"/>
                <a:cs typeface="Segoe UI"/>
              </a:defRPr>
            </a:lvl8pPr>
            <a:lvl9pPr>
              <a:defRPr sz="2475" b="0">
                <a:solidFill>
                  <a:srgbClr val="20252A"/>
                </a:solidFill>
                <a:latin typeface="Segoe UI"/>
                <a:ea typeface="Segoe UI"/>
                <a:cs typeface="Segoe UI"/>
              </a:defRPr>
            </a:lvl9pPr>
          </a:lstStyle>
          <a:p xmlns:a="http://schemas.openxmlformats.org/drawingml/2006/main">
            <a:pPr>
              <a:defRPr sz="2475" b="0">
                <a:solidFill>
                  <a:srgbClr val="20252A"/>
                </a:solidFill>
                <a:latin typeface="Segoe UI"/>
                <a:ea typeface="Segoe UI"/>
                <a:cs typeface="Segoe UI"/>
              </a:defRPr>
            </a:pPr>
            <a:r>
              <a:rPr sz="2475" b="0">
                <a:solidFill>
                  <a:srgbClr val="20252A"/>
                </a:solidFill>
                <a:latin typeface="Segoe UI"/>
                <a:ea typeface="Segoe UI"/>
                <a:cs typeface="Segoe UI"/>
              </a:rPr>
              <a:t>My tool, result and evidence are clear.</a:t>
            </a:r>
          </a:p>
        </p:txBody>
      </p:sp>
      <p:sp>
        <p:nvSpPr>
          <p:cNvPr id="8" name="text-6">
            <a:extLst xmlns:a="http://schemas.openxmlformats.org/drawingml/2006/main">
              <a:ext uri="{FF2B5EF4-FFF2-40B4-BE49-F238E27FC236}">
                <a16:creationId xmlns:a16="http://schemas.microsoft.com/office/drawing/2014/main" id="{E7D10790-96D2-46DC-B114-AF6BD8C99555}"/>
              </a:ext>
            </a:extLst>
          </p:cNvPr>
          <p:cNvSpPr>
            <a:spLocks xmlns:a="http://schemas.openxmlformats.org/drawingml/2006/main" noGrp="1"/>
          </p:cNvSpPr>
          <p:nvPr/>
        </p:nvSpPr>
        <p:spPr>
          <a:xfrm xmlns:a="http://schemas.openxmlformats.org/drawingml/2006/main">
            <a:off x="609600" y="452437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0">
                <a:solidFill>
                  <a:srgbClr val="20252A"/>
                </a:solidFill>
                <a:latin typeface="Segoe UI"/>
                <a:ea typeface="Segoe UI"/>
                <a:cs typeface="Segoe UI"/>
              </a:defRPr>
            </a:defPPr>
            <a:lvl1pPr>
              <a:defRPr sz="2475" b="0">
                <a:solidFill>
                  <a:srgbClr val="20252A"/>
                </a:solidFill>
                <a:latin typeface="Segoe UI"/>
                <a:ea typeface="Segoe UI"/>
                <a:cs typeface="Segoe UI"/>
              </a:defRPr>
            </a:lvl1pPr>
            <a:lvl2pPr>
              <a:defRPr sz="2475" b="0">
                <a:solidFill>
                  <a:srgbClr val="20252A"/>
                </a:solidFill>
                <a:latin typeface="Segoe UI"/>
                <a:ea typeface="Segoe UI"/>
                <a:cs typeface="Segoe UI"/>
              </a:defRPr>
            </a:lvl2pPr>
            <a:lvl3pPr>
              <a:defRPr sz="2475" b="0">
                <a:solidFill>
                  <a:srgbClr val="20252A"/>
                </a:solidFill>
                <a:latin typeface="Segoe UI"/>
                <a:ea typeface="Segoe UI"/>
                <a:cs typeface="Segoe UI"/>
              </a:defRPr>
            </a:lvl3pPr>
            <a:lvl4pPr>
              <a:defRPr sz="2475" b="0">
                <a:solidFill>
                  <a:srgbClr val="20252A"/>
                </a:solidFill>
                <a:latin typeface="Segoe UI"/>
                <a:ea typeface="Segoe UI"/>
                <a:cs typeface="Segoe UI"/>
              </a:defRPr>
            </a:lvl4pPr>
            <a:lvl5pPr>
              <a:defRPr sz="2475" b="0">
                <a:solidFill>
                  <a:srgbClr val="20252A"/>
                </a:solidFill>
                <a:latin typeface="Segoe UI"/>
                <a:ea typeface="Segoe UI"/>
                <a:cs typeface="Segoe UI"/>
              </a:defRPr>
            </a:lvl5pPr>
            <a:lvl6pPr>
              <a:defRPr sz="2475" b="0">
                <a:solidFill>
                  <a:srgbClr val="20252A"/>
                </a:solidFill>
                <a:latin typeface="Segoe UI"/>
                <a:ea typeface="Segoe UI"/>
                <a:cs typeface="Segoe UI"/>
              </a:defRPr>
            </a:lvl6pPr>
            <a:lvl7pPr>
              <a:defRPr sz="2475" b="0">
                <a:solidFill>
                  <a:srgbClr val="20252A"/>
                </a:solidFill>
                <a:latin typeface="Segoe UI"/>
                <a:ea typeface="Segoe UI"/>
                <a:cs typeface="Segoe UI"/>
              </a:defRPr>
            </a:lvl7pPr>
            <a:lvl8pPr>
              <a:defRPr sz="2475" b="0">
                <a:solidFill>
                  <a:srgbClr val="20252A"/>
                </a:solidFill>
                <a:latin typeface="Segoe UI"/>
                <a:ea typeface="Segoe UI"/>
                <a:cs typeface="Segoe UI"/>
              </a:defRPr>
            </a:lvl8pPr>
            <a:lvl9pPr>
              <a:defRPr sz="2475" b="0">
                <a:solidFill>
                  <a:srgbClr val="20252A"/>
                </a:solidFill>
                <a:latin typeface="Segoe UI"/>
                <a:ea typeface="Segoe UI"/>
                <a:cs typeface="Segoe UI"/>
              </a:defRPr>
            </a:lvl9pPr>
          </a:lstStyle>
          <a:p xmlns:a="http://schemas.openxmlformats.org/drawingml/2006/main">
            <a:pPr>
              <a:defRPr sz="2475" b="0">
                <a:solidFill>
                  <a:srgbClr val="20252A"/>
                </a:solidFill>
                <a:latin typeface="Segoe UI"/>
                <a:ea typeface="Segoe UI"/>
                <a:cs typeface="Segoe UI"/>
              </a:defRPr>
            </a:pPr>
            <a:r>
              <a:rPr sz="2475" b="0">
                <a:solidFill>
                  <a:srgbClr val="20252A"/>
                </a:solidFill>
                <a:latin typeface="Segoe UI"/>
                <a:ea typeface="Segoe UI"/>
                <a:cs typeface="Segoe UI"/>
              </a:rPr>
              <a:t>Staff check my own contribution.</a:t>
            </a:r>
          </a:p>
        </p:txBody>
      </p:sp>
      <p:sp>
        <p:nvSpPr>
          <p:cNvPr id="9" name="text-7">
            <a:extLst xmlns:a="http://schemas.openxmlformats.org/drawingml/2006/main">
              <a:ext uri="{FF2B5EF4-FFF2-40B4-BE49-F238E27FC236}">
                <a16:creationId xmlns:a16="http://schemas.microsoft.com/office/drawing/2014/main" id="{5AF74158-0393-45B6-BC46-2865F9BDD8A0}"/>
              </a:ext>
            </a:extLst>
          </p:cNvPr>
          <p:cNvSpPr>
            <a:spLocks xmlns:a="http://schemas.openxmlformats.org/drawingml/2006/main" noGrp="1"/>
          </p:cNvSpPr>
          <p:nvPr/>
        </p:nvSpPr>
        <p:spPr>
          <a:xfrm xmlns:a="http://schemas.openxmlformats.org/drawingml/2006/main">
            <a:off x="609600" y="60102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1">
                <a:solidFill>
                  <a:srgbClr val="20252A"/>
                </a:solidFill>
                <a:latin typeface="Segoe UI"/>
                <a:ea typeface="Segoe UI"/>
                <a:cs typeface="Segoe UI"/>
              </a:defRPr>
            </a:defPPr>
            <a:lvl1pPr>
              <a:defRPr sz="1950" b="1">
                <a:solidFill>
                  <a:srgbClr val="20252A"/>
                </a:solidFill>
                <a:latin typeface="Segoe UI"/>
                <a:ea typeface="Segoe UI"/>
                <a:cs typeface="Segoe UI"/>
              </a:defRPr>
            </a:lvl1pPr>
            <a:lvl2pPr>
              <a:defRPr sz="1950" b="1">
                <a:solidFill>
                  <a:srgbClr val="20252A"/>
                </a:solidFill>
                <a:latin typeface="Segoe UI"/>
                <a:ea typeface="Segoe UI"/>
                <a:cs typeface="Segoe UI"/>
              </a:defRPr>
            </a:lvl2pPr>
            <a:lvl3pPr>
              <a:defRPr sz="1950" b="1">
                <a:solidFill>
                  <a:srgbClr val="20252A"/>
                </a:solidFill>
                <a:latin typeface="Segoe UI"/>
                <a:ea typeface="Segoe UI"/>
                <a:cs typeface="Segoe UI"/>
              </a:defRPr>
            </a:lvl3pPr>
            <a:lvl4pPr>
              <a:defRPr sz="1950" b="1">
                <a:solidFill>
                  <a:srgbClr val="20252A"/>
                </a:solidFill>
                <a:latin typeface="Segoe UI"/>
                <a:ea typeface="Segoe UI"/>
                <a:cs typeface="Segoe UI"/>
              </a:defRPr>
            </a:lvl4pPr>
            <a:lvl5pPr>
              <a:defRPr sz="1950" b="1">
                <a:solidFill>
                  <a:srgbClr val="20252A"/>
                </a:solidFill>
                <a:latin typeface="Segoe UI"/>
                <a:ea typeface="Segoe UI"/>
                <a:cs typeface="Segoe UI"/>
              </a:defRPr>
            </a:lvl5pPr>
            <a:lvl6pPr>
              <a:defRPr sz="1950" b="1">
                <a:solidFill>
                  <a:srgbClr val="20252A"/>
                </a:solidFill>
                <a:latin typeface="Segoe UI"/>
                <a:ea typeface="Segoe UI"/>
                <a:cs typeface="Segoe UI"/>
              </a:defRPr>
            </a:lvl6pPr>
            <a:lvl7pPr>
              <a:defRPr sz="1950" b="1">
                <a:solidFill>
                  <a:srgbClr val="20252A"/>
                </a:solidFill>
                <a:latin typeface="Segoe UI"/>
                <a:ea typeface="Segoe UI"/>
                <a:cs typeface="Segoe UI"/>
              </a:defRPr>
            </a:lvl7pPr>
            <a:lvl8pPr>
              <a:defRPr sz="1950" b="1">
                <a:solidFill>
                  <a:srgbClr val="20252A"/>
                </a:solidFill>
                <a:latin typeface="Segoe UI"/>
                <a:ea typeface="Segoe UI"/>
                <a:cs typeface="Segoe UI"/>
              </a:defRPr>
            </a:lvl8pPr>
            <a:lvl9pPr>
              <a:defRPr sz="1950" b="1">
                <a:solidFill>
                  <a:srgbClr val="20252A"/>
                </a:solidFill>
                <a:latin typeface="Segoe UI"/>
                <a:ea typeface="Segoe UI"/>
                <a:cs typeface="Segoe UI"/>
              </a:defRPr>
            </a:lvl9pPr>
          </a:lstStyle>
          <a:p xmlns:a="http://schemas.openxmlformats.org/drawingml/2006/main">
            <a:pPr>
              <a:defRPr sz="1950" b="1">
                <a:solidFill>
                  <a:srgbClr val="20252A"/>
                </a:solidFill>
                <a:latin typeface="Segoe UI"/>
                <a:ea typeface="Segoe UI"/>
                <a:cs typeface="Segoe UI"/>
              </a:defRPr>
            </a:pPr>
            <a:r>
              <a:rPr sz="1950" b="1">
                <a:solidFill>
                  <a:srgbClr val="20252A"/>
                </a:solidFill>
                <a:latin typeface="Segoe UI"/>
                <a:ea typeface="Segoe UI"/>
                <a:cs typeface="Segoe UI"/>
              </a:rPr>
              <a:t>I need to add __.</a:t>
            </a:r>
          </a:p>
        </p:txBody>
      </p:sp>
    </p:spTree>
    <p:extLst>
      <p:ext uri="{BB962C8B-B14F-4D97-AF65-F5344CB8AC3E}">
        <p14:creationId xmlns:p14="http://schemas.microsoft.com/office/powerpoint/2010/main" val="517658548"/>
      </p:ext>
    </p:extLst>
  </p:cSld>
</p:sld>
</file>

<file path=ppt/slides/slide22.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91C5B4A-CF9E-4CEB-B824-37AE678A6334}"/>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Exit ticket</a:t>
            </a:r>
          </a:p>
        </p:txBody>
      </p:sp>
      <p:sp>
        <p:nvSpPr>
          <p:cNvPr id="2" name="text-1">
            <a:extLst xmlns:a="http://schemas.openxmlformats.org/drawingml/2006/main">
              <a:ext uri="{FF2B5EF4-FFF2-40B4-BE49-F238E27FC236}">
                <a16:creationId xmlns:a16="http://schemas.microsoft.com/office/drawing/2014/main" id="{5D2A8F19-5727-4BC5-BB02-154D33AE2D90}"/>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L4b</a:t>
            </a:r>
          </a:p>
        </p:txBody>
      </p:sp>
      <p:sp>
        <p:nvSpPr>
          <p:cNvPr id="3" name="text-2">
            <a:extLst xmlns:a="http://schemas.openxmlformats.org/drawingml/2006/main">
              <a:ext uri="{FF2B5EF4-FFF2-40B4-BE49-F238E27FC236}">
                <a16:creationId xmlns:a16="http://schemas.microsoft.com/office/drawing/2014/main" id="{3D461743-1C01-409E-B206-5A6799E3C74C}"/>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22 / 24 · 3 min</a:t>
            </a:r>
          </a:p>
        </p:txBody>
      </p:sp>
      <p:sp>
        <p:nvSpPr>
          <p:cNvPr id="4" name="text-3">
            <a:extLst xmlns:a="http://schemas.openxmlformats.org/drawingml/2006/main">
              <a:ext uri="{FF2B5EF4-FFF2-40B4-BE49-F238E27FC236}">
                <a16:creationId xmlns:a16="http://schemas.microsoft.com/office/drawing/2014/main" id="{8837A742-291F-47FF-9F19-49076D27E4C8}"/>
              </a:ext>
            </a:extLst>
          </p:cNvPr>
          <p:cNvSpPr>
            <a:spLocks xmlns:a="http://schemas.openxmlformats.org/drawingml/2006/main" noGrp="1"/>
          </p:cNvSpPr>
          <p:nvPr/>
        </p:nvSpPr>
        <p:spPr>
          <a:xfrm xmlns:a="http://schemas.openxmlformats.org/drawingml/2006/main">
            <a:off x="609600" y="14097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000" b="1">
                <a:solidFill>
                  <a:srgbClr val="20252A"/>
                </a:solidFill>
                <a:latin typeface="Segoe UI"/>
                <a:ea typeface="Segoe UI"/>
                <a:cs typeface="Segoe UI"/>
              </a:defRPr>
            </a:defPPr>
            <a:lvl1pPr>
              <a:defRPr sz="3000" b="1">
                <a:solidFill>
                  <a:srgbClr val="20252A"/>
                </a:solidFill>
                <a:latin typeface="Segoe UI"/>
                <a:ea typeface="Segoe UI"/>
                <a:cs typeface="Segoe UI"/>
              </a:defRPr>
            </a:lvl1pPr>
            <a:lvl2pPr>
              <a:defRPr sz="3000" b="1">
                <a:solidFill>
                  <a:srgbClr val="20252A"/>
                </a:solidFill>
                <a:latin typeface="Segoe UI"/>
                <a:ea typeface="Segoe UI"/>
                <a:cs typeface="Segoe UI"/>
              </a:defRPr>
            </a:lvl2pPr>
            <a:lvl3pPr>
              <a:defRPr sz="3000" b="1">
                <a:solidFill>
                  <a:srgbClr val="20252A"/>
                </a:solidFill>
                <a:latin typeface="Segoe UI"/>
                <a:ea typeface="Segoe UI"/>
                <a:cs typeface="Segoe UI"/>
              </a:defRPr>
            </a:lvl3pPr>
            <a:lvl4pPr>
              <a:defRPr sz="3000" b="1">
                <a:solidFill>
                  <a:srgbClr val="20252A"/>
                </a:solidFill>
                <a:latin typeface="Segoe UI"/>
                <a:ea typeface="Segoe UI"/>
                <a:cs typeface="Segoe UI"/>
              </a:defRPr>
            </a:lvl4pPr>
            <a:lvl5pPr>
              <a:defRPr sz="3000" b="1">
                <a:solidFill>
                  <a:srgbClr val="20252A"/>
                </a:solidFill>
                <a:latin typeface="Segoe UI"/>
                <a:ea typeface="Segoe UI"/>
                <a:cs typeface="Segoe UI"/>
              </a:defRPr>
            </a:lvl5pPr>
            <a:lvl6pPr>
              <a:defRPr sz="3000" b="1">
                <a:solidFill>
                  <a:srgbClr val="20252A"/>
                </a:solidFill>
                <a:latin typeface="Segoe UI"/>
                <a:ea typeface="Segoe UI"/>
                <a:cs typeface="Segoe UI"/>
              </a:defRPr>
            </a:lvl6pPr>
            <a:lvl7pPr>
              <a:defRPr sz="3000" b="1">
                <a:solidFill>
                  <a:srgbClr val="20252A"/>
                </a:solidFill>
                <a:latin typeface="Segoe UI"/>
                <a:ea typeface="Segoe UI"/>
                <a:cs typeface="Segoe UI"/>
              </a:defRPr>
            </a:lvl7pPr>
            <a:lvl8pPr>
              <a:defRPr sz="3000" b="1">
                <a:solidFill>
                  <a:srgbClr val="20252A"/>
                </a:solidFill>
                <a:latin typeface="Segoe UI"/>
                <a:ea typeface="Segoe UI"/>
                <a:cs typeface="Segoe UI"/>
              </a:defRPr>
            </a:lvl8pPr>
            <a:lvl9pPr>
              <a:defRPr sz="3000" b="1">
                <a:solidFill>
                  <a:srgbClr val="20252A"/>
                </a:solidFill>
                <a:latin typeface="Segoe UI"/>
                <a:ea typeface="Segoe UI"/>
                <a:cs typeface="Segoe UI"/>
              </a:defRPr>
            </a:lvl9pPr>
          </a:lstStyle>
          <a:p xmlns:a="http://schemas.openxmlformats.org/drawingml/2006/main">
            <a:pPr>
              <a:defRPr sz="3000" b="1">
                <a:solidFill>
                  <a:srgbClr val="20252A"/>
                </a:solidFill>
                <a:latin typeface="Segoe UI"/>
                <a:ea typeface="Segoe UI"/>
                <a:cs typeface="Segoe UI"/>
              </a:defRPr>
            </a:pPr>
            <a:r>
              <a:rPr sz="3000" b="1">
                <a:solidFill>
                  <a:srgbClr val="20252A"/>
                </a:solidFill>
                <a:latin typeface="Segoe UI"/>
                <a:ea typeface="Segoe UI"/>
                <a:cs typeface="Segoe UI"/>
              </a:rPr>
              <a:t>What must change before sale day?</a:t>
            </a:r>
          </a:p>
        </p:txBody>
      </p:sp>
      <p:sp>
        <p:nvSpPr>
          <p:cNvPr id="5" name="text-4">
            <a:extLst xmlns:a="http://schemas.openxmlformats.org/drawingml/2006/main">
              <a:ext uri="{FF2B5EF4-FFF2-40B4-BE49-F238E27FC236}">
                <a16:creationId xmlns:a16="http://schemas.microsoft.com/office/drawing/2014/main" id="{4F9527E3-88C5-432B-9912-E76DDB2EB490}"/>
              </a:ext>
            </a:extLst>
          </p:cNvPr>
          <p:cNvSpPr>
            <a:spLocks xmlns:a="http://schemas.openxmlformats.org/drawingml/2006/main" noGrp="1"/>
          </p:cNvSpPr>
          <p:nvPr/>
        </p:nvSpPr>
        <p:spPr>
          <a:xfrm xmlns:a="http://schemas.openxmlformats.org/drawingml/2006/main">
            <a:off x="609600" y="2733675"/>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700" b="0">
                <a:solidFill>
                  <a:srgbClr val="20252A"/>
                </a:solidFill>
                <a:latin typeface="Segoe UI"/>
                <a:ea typeface="Segoe UI"/>
                <a:cs typeface="Segoe UI"/>
              </a:defRPr>
            </a:defPPr>
            <a:lvl1pPr>
              <a:defRPr sz="2700" b="0">
                <a:solidFill>
                  <a:srgbClr val="20252A"/>
                </a:solidFill>
                <a:latin typeface="Segoe UI"/>
                <a:ea typeface="Segoe UI"/>
                <a:cs typeface="Segoe UI"/>
              </a:defRPr>
            </a:lvl1pPr>
            <a:lvl2pPr>
              <a:defRPr sz="2700" b="0">
                <a:solidFill>
                  <a:srgbClr val="20252A"/>
                </a:solidFill>
                <a:latin typeface="Segoe UI"/>
                <a:ea typeface="Segoe UI"/>
                <a:cs typeface="Segoe UI"/>
              </a:defRPr>
            </a:lvl2pPr>
            <a:lvl3pPr>
              <a:defRPr sz="2700" b="0">
                <a:solidFill>
                  <a:srgbClr val="20252A"/>
                </a:solidFill>
                <a:latin typeface="Segoe UI"/>
                <a:ea typeface="Segoe UI"/>
                <a:cs typeface="Segoe UI"/>
              </a:defRPr>
            </a:lvl3pPr>
            <a:lvl4pPr>
              <a:defRPr sz="2700" b="0">
                <a:solidFill>
                  <a:srgbClr val="20252A"/>
                </a:solidFill>
                <a:latin typeface="Segoe UI"/>
                <a:ea typeface="Segoe UI"/>
                <a:cs typeface="Segoe UI"/>
              </a:defRPr>
            </a:lvl4pPr>
            <a:lvl5pPr>
              <a:defRPr sz="2700" b="0">
                <a:solidFill>
                  <a:srgbClr val="20252A"/>
                </a:solidFill>
                <a:latin typeface="Segoe UI"/>
                <a:ea typeface="Segoe UI"/>
                <a:cs typeface="Segoe UI"/>
              </a:defRPr>
            </a:lvl5pPr>
            <a:lvl6pPr>
              <a:defRPr sz="2700" b="0">
                <a:solidFill>
                  <a:srgbClr val="20252A"/>
                </a:solidFill>
                <a:latin typeface="Segoe UI"/>
                <a:ea typeface="Segoe UI"/>
                <a:cs typeface="Segoe UI"/>
              </a:defRPr>
            </a:lvl6pPr>
            <a:lvl7pPr>
              <a:defRPr sz="2700" b="0">
                <a:solidFill>
                  <a:srgbClr val="20252A"/>
                </a:solidFill>
                <a:latin typeface="Segoe UI"/>
                <a:ea typeface="Segoe UI"/>
                <a:cs typeface="Segoe UI"/>
              </a:defRPr>
            </a:lvl7pPr>
            <a:lvl8pPr>
              <a:defRPr sz="2700" b="0">
                <a:solidFill>
                  <a:srgbClr val="20252A"/>
                </a:solidFill>
                <a:latin typeface="Segoe UI"/>
                <a:ea typeface="Segoe UI"/>
                <a:cs typeface="Segoe UI"/>
              </a:defRPr>
            </a:lvl8pPr>
            <a:lvl9pPr>
              <a:defRPr sz="2700" b="0">
                <a:solidFill>
                  <a:srgbClr val="20252A"/>
                </a:solidFill>
                <a:latin typeface="Segoe UI"/>
                <a:ea typeface="Segoe UI"/>
                <a:cs typeface="Segoe UI"/>
              </a:defRPr>
            </a:lvl9pPr>
          </a:lstStyle>
          <a:p xmlns:a="http://schemas.openxmlformats.org/drawingml/2006/main">
            <a:pPr>
              <a:defRPr sz="2700" b="0">
                <a:solidFill>
                  <a:srgbClr val="20252A"/>
                </a:solidFill>
                <a:latin typeface="Segoe UI"/>
                <a:ea typeface="Segoe UI"/>
                <a:cs typeface="Segoe UI"/>
              </a:defRPr>
            </a:pPr>
            <a:r>
              <a:rPr sz="2700" b="0">
                <a:solidFill>
                  <a:srgbClr val="20252A"/>
                </a:solidFill>
                <a:latin typeface="Segoe UI"/>
                <a:ea typeface="Segoe UI"/>
                <a:cs typeface="Segoe UI"/>
              </a:rPr>
              <a:t>Keep __.</a:t>
            </a:r>
          </a:p>
        </p:txBody>
      </p:sp>
      <p:sp>
        <p:nvSpPr>
          <p:cNvPr id="6" name="text-5">
            <a:extLst xmlns:a="http://schemas.openxmlformats.org/drawingml/2006/main">
              <a:ext uri="{FF2B5EF4-FFF2-40B4-BE49-F238E27FC236}">
                <a16:creationId xmlns:a16="http://schemas.microsoft.com/office/drawing/2014/main" id="{749D6E01-B5B9-4F2F-8052-786A5F736C4F}"/>
              </a:ext>
            </a:extLst>
          </p:cNvPr>
          <p:cNvSpPr>
            <a:spLocks xmlns:a="http://schemas.openxmlformats.org/drawingml/2006/main" noGrp="1"/>
          </p:cNvSpPr>
          <p:nvPr/>
        </p:nvSpPr>
        <p:spPr>
          <a:xfrm xmlns:a="http://schemas.openxmlformats.org/drawingml/2006/main">
            <a:off x="609600" y="3705225"/>
            <a:ext cx="109728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700" b="0">
                <a:solidFill>
                  <a:srgbClr val="20252A"/>
                </a:solidFill>
                <a:latin typeface="Segoe UI"/>
                <a:ea typeface="Segoe UI"/>
                <a:cs typeface="Segoe UI"/>
              </a:defRPr>
            </a:defPPr>
            <a:lvl1pPr>
              <a:defRPr sz="2700" b="0">
                <a:solidFill>
                  <a:srgbClr val="20252A"/>
                </a:solidFill>
                <a:latin typeface="Segoe UI"/>
                <a:ea typeface="Segoe UI"/>
                <a:cs typeface="Segoe UI"/>
              </a:defRPr>
            </a:lvl1pPr>
            <a:lvl2pPr>
              <a:defRPr sz="2700" b="0">
                <a:solidFill>
                  <a:srgbClr val="20252A"/>
                </a:solidFill>
                <a:latin typeface="Segoe UI"/>
                <a:ea typeface="Segoe UI"/>
                <a:cs typeface="Segoe UI"/>
              </a:defRPr>
            </a:lvl2pPr>
            <a:lvl3pPr>
              <a:defRPr sz="2700" b="0">
                <a:solidFill>
                  <a:srgbClr val="20252A"/>
                </a:solidFill>
                <a:latin typeface="Segoe UI"/>
                <a:ea typeface="Segoe UI"/>
                <a:cs typeface="Segoe UI"/>
              </a:defRPr>
            </a:lvl3pPr>
            <a:lvl4pPr>
              <a:defRPr sz="2700" b="0">
                <a:solidFill>
                  <a:srgbClr val="20252A"/>
                </a:solidFill>
                <a:latin typeface="Segoe UI"/>
                <a:ea typeface="Segoe UI"/>
                <a:cs typeface="Segoe UI"/>
              </a:defRPr>
            </a:lvl4pPr>
            <a:lvl5pPr>
              <a:defRPr sz="2700" b="0">
                <a:solidFill>
                  <a:srgbClr val="20252A"/>
                </a:solidFill>
                <a:latin typeface="Segoe UI"/>
                <a:ea typeface="Segoe UI"/>
                <a:cs typeface="Segoe UI"/>
              </a:defRPr>
            </a:lvl5pPr>
            <a:lvl6pPr>
              <a:defRPr sz="2700" b="0">
                <a:solidFill>
                  <a:srgbClr val="20252A"/>
                </a:solidFill>
                <a:latin typeface="Segoe UI"/>
                <a:ea typeface="Segoe UI"/>
                <a:cs typeface="Segoe UI"/>
              </a:defRPr>
            </a:lvl6pPr>
            <a:lvl7pPr>
              <a:defRPr sz="2700" b="0">
                <a:solidFill>
                  <a:srgbClr val="20252A"/>
                </a:solidFill>
                <a:latin typeface="Segoe UI"/>
                <a:ea typeface="Segoe UI"/>
                <a:cs typeface="Segoe UI"/>
              </a:defRPr>
            </a:lvl7pPr>
            <a:lvl8pPr>
              <a:defRPr sz="2700" b="0">
                <a:solidFill>
                  <a:srgbClr val="20252A"/>
                </a:solidFill>
                <a:latin typeface="Segoe UI"/>
                <a:ea typeface="Segoe UI"/>
                <a:cs typeface="Segoe UI"/>
              </a:defRPr>
            </a:lvl8pPr>
            <a:lvl9pPr>
              <a:defRPr sz="2700" b="0">
                <a:solidFill>
                  <a:srgbClr val="20252A"/>
                </a:solidFill>
                <a:latin typeface="Segoe UI"/>
                <a:ea typeface="Segoe UI"/>
                <a:cs typeface="Segoe UI"/>
              </a:defRPr>
            </a:lvl9pPr>
          </a:lstStyle>
          <a:p xmlns:a="http://schemas.openxmlformats.org/drawingml/2006/main">
            <a:pPr>
              <a:defRPr sz="2700" b="0">
                <a:solidFill>
                  <a:srgbClr val="20252A"/>
                </a:solidFill>
                <a:latin typeface="Segoe UI"/>
                <a:ea typeface="Segoe UI"/>
                <a:cs typeface="Segoe UI"/>
              </a:defRPr>
            </a:pPr>
            <a:r>
              <a:rPr sz="2700" b="0">
                <a:solidFill>
                  <a:srgbClr val="20252A"/>
                </a:solidFill>
                <a:latin typeface="Segoe UI"/>
                <a:ea typeface="Segoe UI"/>
                <a:cs typeface="Segoe UI"/>
              </a:rPr>
              <a:t>Change __ because __.</a:t>
            </a:r>
          </a:p>
        </p:txBody>
      </p:sp>
      <p:sp>
        <p:nvSpPr>
          <p:cNvPr id="7" name="text-6">
            <a:extLst xmlns:a="http://schemas.openxmlformats.org/drawingml/2006/main">
              <a:ext uri="{FF2B5EF4-FFF2-40B4-BE49-F238E27FC236}">
                <a16:creationId xmlns:a16="http://schemas.microsoft.com/office/drawing/2014/main" id="{7310B682-7B97-4AA8-9D4E-9F6C0459CDFE}"/>
              </a:ext>
            </a:extLst>
          </p:cNvPr>
          <p:cNvSpPr>
            <a:spLocks xmlns:a="http://schemas.openxmlformats.org/drawingml/2006/main" noGrp="1"/>
          </p:cNvSpPr>
          <p:nvPr/>
        </p:nvSpPr>
        <p:spPr>
          <a:xfrm xmlns:a="http://schemas.openxmlformats.org/drawingml/2006/main">
            <a:off x="609600" y="524827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550" b="1">
                <a:solidFill>
                  <a:srgbClr val="20252A"/>
                </a:solidFill>
                <a:latin typeface="Segoe UI"/>
                <a:ea typeface="Segoe UI"/>
                <a:cs typeface="Segoe UI"/>
              </a:defRPr>
            </a:defPPr>
            <a:lvl1pPr>
              <a:defRPr sz="2550" b="1">
                <a:solidFill>
                  <a:srgbClr val="20252A"/>
                </a:solidFill>
                <a:latin typeface="Segoe UI"/>
                <a:ea typeface="Segoe UI"/>
                <a:cs typeface="Segoe UI"/>
              </a:defRPr>
            </a:lvl1pPr>
            <a:lvl2pPr>
              <a:defRPr sz="2550" b="1">
                <a:solidFill>
                  <a:srgbClr val="20252A"/>
                </a:solidFill>
                <a:latin typeface="Segoe UI"/>
                <a:ea typeface="Segoe UI"/>
                <a:cs typeface="Segoe UI"/>
              </a:defRPr>
            </a:lvl2pPr>
            <a:lvl3pPr>
              <a:defRPr sz="2550" b="1">
                <a:solidFill>
                  <a:srgbClr val="20252A"/>
                </a:solidFill>
                <a:latin typeface="Segoe UI"/>
                <a:ea typeface="Segoe UI"/>
                <a:cs typeface="Segoe UI"/>
              </a:defRPr>
            </a:lvl3pPr>
            <a:lvl4pPr>
              <a:defRPr sz="2550" b="1">
                <a:solidFill>
                  <a:srgbClr val="20252A"/>
                </a:solidFill>
                <a:latin typeface="Segoe UI"/>
                <a:ea typeface="Segoe UI"/>
                <a:cs typeface="Segoe UI"/>
              </a:defRPr>
            </a:lvl4pPr>
            <a:lvl5pPr>
              <a:defRPr sz="2550" b="1">
                <a:solidFill>
                  <a:srgbClr val="20252A"/>
                </a:solidFill>
                <a:latin typeface="Segoe UI"/>
                <a:ea typeface="Segoe UI"/>
                <a:cs typeface="Segoe UI"/>
              </a:defRPr>
            </a:lvl5pPr>
            <a:lvl6pPr>
              <a:defRPr sz="2550" b="1">
                <a:solidFill>
                  <a:srgbClr val="20252A"/>
                </a:solidFill>
                <a:latin typeface="Segoe UI"/>
                <a:ea typeface="Segoe UI"/>
                <a:cs typeface="Segoe UI"/>
              </a:defRPr>
            </a:lvl6pPr>
            <a:lvl7pPr>
              <a:defRPr sz="2550" b="1">
                <a:solidFill>
                  <a:srgbClr val="20252A"/>
                </a:solidFill>
                <a:latin typeface="Segoe UI"/>
                <a:ea typeface="Segoe UI"/>
                <a:cs typeface="Segoe UI"/>
              </a:defRPr>
            </a:lvl7pPr>
            <a:lvl8pPr>
              <a:defRPr sz="2550" b="1">
                <a:solidFill>
                  <a:srgbClr val="20252A"/>
                </a:solidFill>
                <a:latin typeface="Segoe UI"/>
                <a:ea typeface="Segoe UI"/>
                <a:cs typeface="Segoe UI"/>
              </a:defRPr>
            </a:lvl8pPr>
            <a:lvl9pPr>
              <a:defRPr sz="2550" b="1">
                <a:solidFill>
                  <a:srgbClr val="20252A"/>
                </a:solidFill>
                <a:latin typeface="Segoe UI"/>
                <a:ea typeface="Segoe UI"/>
                <a:cs typeface="Segoe UI"/>
              </a:defRPr>
            </a:lvl9pPr>
          </a:lstStyle>
          <a:p xmlns:a="http://schemas.openxmlformats.org/drawingml/2006/main">
            <a:pPr>
              <a:defRPr sz="2550" b="1">
                <a:solidFill>
                  <a:srgbClr val="20252A"/>
                </a:solidFill>
                <a:latin typeface="Segoe UI"/>
                <a:ea typeface="Segoe UI"/>
                <a:cs typeface="Segoe UI"/>
              </a:defRPr>
            </a:pPr>
            <a:r>
              <a:rPr sz="2550" b="1">
                <a:solidFill>
                  <a:srgbClr val="20252A"/>
                </a:solidFill>
                <a:latin typeface="Segoe UI"/>
                <a:ea typeface="Segoe UI"/>
                <a:cs typeface="Segoe UI"/>
              </a:rPr>
              <a:t>I will __ before __.</a:t>
            </a:r>
          </a:p>
        </p:txBody>
      </p:sp>
    </p:spTree>
    <p:extLst>
      <p:ext uri="{BB962C8B-B14F-4D97-AF65-F5344CB8AC3E}">
        <p14:creationId xmlns:p14="http://schemas.microsoft.com/office/powerpoint/2010/main" val="1576160417"/>
      </p:ext>
    </p:extLst>
  </p:cSld>
</p:sld>
</file>

<file path=ppt/slides/slide23.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FB978CB2-C206-4ADA-8257-E670EAF13A63}"/>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Key vocabulary mat (EAL)</a:t>
            </a:r>
          </a:p>
        </p:txBody>
      </p:sp>
      <p:sp>
        <p:nvSpPr>
          <p:cNvPr id="2" name="text-1">
            <a:extLst xmlns:a="http://schemas.openxmlformats.org/drawingml/2006/main">
              <a:ext uri="{FF2B5EF4-FFF2-40B4-BE49-F238E27FC236}">
                <a16:creationId xmlns:a16="http://schemas.microsoft.com/office/drawing/2014/main" id="{BC6079AF-D9A4-443F-8F18-EA6106319A81}"/>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L4b</a:t>
            </a:r>
          </a:p>
        </p:txBody>
      </p:sp>
      <p:sp>
        <p:nvSpPr>
          <p:cNvPr id="3" name="text-2">
            <a:extLst xmlns:a="http://schemas.openxmlformats.org/drawingml/2006/main">
              <a:ext uri="{FF2B5EF4-FFF2-40B4-BE49-F238E27FC236}">
                <a16:creationId xmlns:a16="http://schemas.microsoft.com/office/drawing/2014/main" id="{B607AAA8-A622-4A65-9F72-E8C157CF03E2}"/>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23 / 24 · Reference</a:t>
            </a:r>
          </a:p>
        </p:txBody>
      </p:sp>
      <p:pic>
        <p:nvPicPr>
          <p:cNvPr id="4" name="A cook’s hat." descr="A cook’s hat.">
            <a:extLst xmlns:a="http://schemas.openxmlformats.org/drawingml/2006/main">
              <a:ext uri="{FF2B5EF4-FFF2-40B4-BE49-F238E27FC236}">
                <a16:creationId xmlns:a16="http://schemas.microsoft.com/office/drawing/2014/main" id="{D1BB1F54-3F00-4162-B070-0C7374907A72}"/>
              </a:ext>
            </a:extLst>
          </p:cNvPr>
          <p:cNvPicPr>
            <a:picLocks xmlns:a="http://schemas.openxmlformats.org/drawingml/2006/main" noChangeAspect="1"/>
          </p:cNvPicPr>
          <p:nvPr/>
        </p:nvPicPr>
        <p:blipFill>
          <a:blip xmlns:r="http://schemas.openxmlformats.org/officeDocument/2006/relationships" xmlns:a="http://schemas.openxmlformats.org/drawingml/2006/main" r:embed="R322418f60c0b43d6"/>
          <a:stretch xmlns:a="http://schemas.openxmlformats.org/drawingml/2006/main"/>
        </p:blipFill>
        <p:spPr>
          <a:xfrm xmlns:a="http://schemas.openxmlformats.org/drawingml/2006/main">
            <a:off x="609600" y="1381125"/>
            <a:ext cx="514350" cy="51435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7AC04D26-F20E-4AAF-A93E-691D0A382E70}"/>
              </a:ext>
            </a:extLst>
          </p:cNvPr>
          <p:cNvSpPr>
            <a:spLocks xmlns:a="http://schemas.openxmlformats.org/drawingml/2006/main" noGrp="1"/>
          </p:cNvSpPr>
          <p:nvPr/>
        </p:nvSpPr>
        <p:spPr>
          <a:xfrm xmlns:a="http://schemas.openxmlformats.org/drawingml/2006/main">
            <a:off x="1343025" y="138112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role</a:t>
            </a:r>
          </a:p>
        </p:txBody>
      </p:sp>
      <p:sp>
        <p:nvSpPr>
          <p:cNvPr id="6" name="text-4">
            <a:extLst xmlns:a="http://schemas.openxmlformats.org/drawingml/2006/main">
              <a:ext uri="{FF2B5EF4-FFF2-40B4-BE49-F238E27FC236}">
                <a16:creationId xmlns:a16="http://schemas.microsoft.com/office/drawing/2014/main" id="{CA2EA7E7-3D37-4CA9-A657-5DDC9781C14A}"/>
              </a:ext>
            </a:extLst>
          </p:cNvPr>
          <p:cNvSpPr>
            <a:spLocks xmlns:a="http://schemas.openxmlformats.org/drawingml/2006/main" noGrp="1"/>
          </p:cNvSpPr>
          <p:nvPr/>
        </p:nvSpPr>
        <p:spPr>
          <a:xfrm xmlns:a="http://schemas.openxmlformats.org/drawingml/2006/main">
            <a:off x="1343025" y="1819275"/>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The job I do in the team.</a:t>
            </a:r>
          </a:p>
        </p:txBody>
      </p:sp>
      <p:pic>
        <p:nvPicPr>
          <p:cNvPr id="7" name="Drops of clean water." descr="Drops of clean water.">
            <a:extLst xmlns:a="http://schemas.openxmlformats.org/drawingml/2006/main">
              <a:ext uri="{FF2B5EF4-FFF2-40B4-BE49-F238E27FC236}">
                <a16:creationId xmlns:a16="http://schemas.microsoft.com/office/drawing/2014/main" id="{A2432614-8552-4D40-AD6D-768F32A82FB4}"/>
              </a:ext>
            </a:extLst>
          </p:cNvPr>
          <p:cNvPicPr>
            <a:picLocks xmlns:a="http://schemas.openxmlformats.org/drawingml/2006/main" noChangeAspect="1"/>
          </p:cNvPicPr>
          <p:nvPr/>
        </p:nvPicPr>
        <p:blipFill>
          <a:blip xmlns:r="http://schemas.openxmlformats.org/officeDocument/2006/relationships" xmlns:a="http://schemas.openxmlformats.org/drawingml/2006/main" r:embed="R5c1cc3b86ee14327"/>
          <a:stretch xmlns:a="http://schemas.openxmlformats.org/drawingml/2006/main"/>
        </p:blipFill>
        <p:spPr>
          <a:xfrm xmlns:a="http://schemas.openxmlformats.org/drawingml/2006/main">
            <a:off x="609600" y="2533650"/>
            <a:ext cx="514350" cy="514350"/>
          </a:xfrm>
          <a:prstGeom xmlns:a="http://schemas.openxmlformats.org/drawingml/2006/main" prst="rect">
            <a:avLst/>
          </a:prstGeom>
        </p:spPr>
      </p:pic>
      <p:sp>
        <p:nvSpPr>
          <p:cNvPr id="8" name="text-5">
            <a:extLst xmlns:a="http://schemas.openxmlformats.org/drawingml/2006/main">
              <a:ext uri="{FF2B5EF4-FFF2-40B4-BE49-F238E27FC236}">
                <a16:creationId xmlns:a16="http://schemas.microsoft.com/office/drawing/2014/main" id="{58DCB368-292E-42D9-BA7B-5EC65E1ED974}"/>
              </a:ext>
            </a:extLst>
          </p:cNvPr>
          <p:cNvSpPr>
            <a:spLocks xmlns:a="http://schemas.openxmlformats.org/drawingml/2006/main" noGrp="1"/>
          </p:cNvSpPr>
          <p:nvPr/>
        </p:nvSpPr>
        <p:spPr>
          <a:xfrm xmlns:a="http://schemas.openxmlformats.org/drawingml/2006/main">
            <a:off x="1343025" y="25336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hygiene</a:t>
            </a:r>
          </a:p>
        </p:txBody>
      </p:sp>
      <p:sp>
        <p:nvSpPr>
          <p:cNvPr id="9" name="text-6">
            <a:extLst xmlns:a="http://schemas.openxmlformats.org/drawingml/2006/main">
              <a:ext uri="{FF2B5EF4-FFF2-40B4-BE49-F238E27FC236}">
                <a16:creationId xmlns:a16="http://schemas.microsoft.com/office/drawing/2014/main" id="{FE60C65D-5231-4897-8EF5-35F9513AE10E}"/>
              </a:ext>
            </a:extLst>
          </p:cNvPr>
          <p:cNvSpPr>
            <a:spLocks xmlns:a="http://schemas.openxmlformats.org/drawingml/2006/main" noGrp="1"/>
          </p:cNvSpPr>
          <p:nvPr/>
        </p:nvSpPr>
        <p:spPr>
          <a:xfrm xmlns:a="http://schemas.openxmlformats.org/drawingml/2006/main">
            <a:off x="1343025" y="2971800"/>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Keeping hands, food and kit clean.</a:t>
            </a:r>
          </a:p>
        </p:txBody>
      </p:sp>
      <p:pic>
        <p:nvPicPr>
          <p:cNvPr id="10" name="A weighing scale." descr="A weighing scale.">
            <a:extLst xmlns:a="http://schemas.openxmlformats.org/drawingml/2006/main">
              <a:ext uri="{FF2B5EF4-FFF2-40B4-BE49-F238E27FC236}">
                <a16:creationId xmlns:a16="http://schemas.microsoft.com/office/drawing/2014/main" id="{6EA67542-ED40-4407-87B9-61FEA98ADF7E}"/>
              </a:ext>
            </a:extLst>
          </p:cNvPr>
          <p:cNvPicPr>
            <a:picLocks xmlns:a="http://schemas.openxmlformats.org/drawingml/2006/main" noChangeAspect="1"/>
          </p:cNvPicPr>
          <p:nvPr/>
        </p:nvPicPr>
        <p:blipFill>
          <a:blip xmlns:r="http://schemas.openxmlformats.org/officeDocument/2006/relationships" xmlns:a="http://schemas.openxmlformats.org/drawingml/2006/main" r:embed="R7ae45ed4bfd24b1b"/>
          <a:stretch xmlns:a="http://schemas.openxmlformats.org/drawingml/2006/main"/>
        </p:blipFill>
        <p:spPr>
          <a:xfrm xmlns:a="http://schemas.openxmlformats.org/drawingml/2006/main">
            <a:off x="609600" y="3686175"/>
            <a:ext cx="514350" cy="514350"/>
          </a:xfrm>
          <a:prstGeom xmlns:a="http://schemas.openxmlformats.org/drawingml/2006/main" prst="rect">
            <a:avLst/>
          </a:prstGeom>
        </p:spPr>
      </p:pic>
      <p:sp>
        <p:nvSpPr>
          <p:cNvPr id="11" name="text-7">
            <a:extLst xmlns:a="http://schemas.openxmlformats.org/drawingml/2006/main">
              <a:ext uri="{FF2B5EF4-FFF2-40B4-BE49-F238E27FC236}">
                <a16:creationId xmlns:a16="http://schemas.microsoft.com/office/drawing/2014/main" id="{23EA6AF0-A86F-4531-BA12-CFBEC5F1EEEF}"/>
              </a:ext>
            </a:extLst>
          </p:cNvPr>
          <p:cNvSpPr>
            <a:spLocks xmlns:a="http://schemas.openxmlformats.org/drawingml/2006/main" noGrp="1"/>
          </p:cNvSpPr>
          <p:nvPr/>
        </p:nvSpPr>
        <p:spPr>
          <a:xfrm xmlns:a="http://schemas.openxmlformats.org/drawingml/2006/main">
            <a:off x="1343025" y="36861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weigh</a:t>
            </a:r>
          </a:p>
        </p:txBody>
      </p:sp>
      <p:sp>
        <p:nvSpPr>
          <p:cNvPr id="12" name="text-8">
            <a:extLst xmlns:a="http://schemas.openxmlformats.org/drawingml/2006/main">
              <a:ext uri="{FF2B5EF4-FFF2-40B4-BE49-F238E27FC236}">
                <a16:creationId xmlns:a16="http://schemas.microsoft.com/office/drawing/2014/main" id="{77D2520C-BA7E-48F7-980B-1A432D3E78F6}"/>
              </a:ext>
            </a:extLst>
          </p:cNvPr>
          <p:cNvSpPr>
            <a:spLocks xmlns:a="http://schemas.openxmlformats.org/drawingml/2006/main" noGrp="1"/>
          </p:cNvSpPr>
          <p:nvPr/>
        </p:nvSpPr>
        <p:spPr>
          <a:xfrm xmlns:a="http://schemas.openxmlformats.org/drawingml/2006/main">
            <a:off x="1343025" y="4124325"/>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Find how heavy something is.</a:t>
            </a:r>
          </a:p>
        </p:txBody>
      </p:sp>
      <p:pic>
        <p:nvPicPr>
          <p:cNvPr id="13" name="A bowl for one batch." descr="A bowl for one batch.">
            <a:extLst xmlns:a="http://schemas.openxmlformats.org/drawingml/2006/main">
              <a:ext uri="{FF2B5EF4-FFF2-40B4-BE49-F238E27FC236}">
                <a16:creationId xmlns:a16="http://schemas.microsoft.com/office/drawing/2014/main" id="{C02893B5-28A3-45B3-9DD5-26D378CF9436}"/>
              </a:ext>
            </a:extLst>
          </p:cNvPr>
          <p:cNvPicPr>
            <a:picLocks xmlns:a="http://schemas.openxmlformats.org/drawingml/2006/main" noChangeAspect="1"/>
          </p:cNvPicPr>
          <p:nvPr/>
        </p:nvPicPr>
        <p:blipFill>
          <a:blip xmlns:r="http://schemas.openxmlformats.org/officeDocument/2006/relationships" xmlns:a="http://schemas.openxmlformats.org/drawingml/2006/main" r:embed="Rce9b2388708f4d0c"/>
          <a:stretch xmlns:a="http://schemas.openxmlformats.org/drawingml/2006/main"/>
        </p:blipFill>
        <p:spPr>
          <a:xfrm xmlns:a="http://schemas.openxmlformats.org/drawingml/2006/main">
            <a:off x="609600" y="4838700"/>
            <a:ext cx="514350" cy="514350"/>
          </a:xfrm>
          <a:prstGeom xmlns:a="http://schemas.openxmlformats.org/drawingml/2006/main" prst="rect">
            <a:avLst/>
          </a:prstGeom>
        </p:spPr>
      </p:pic>
      <p:sp>
        <p:nvSpPr>
          <p:cNvPr id="14" name="text-9">
            <a:extLst xmlns:a="http://schemas.openxmlformats.org/drawingml/2006/main">
              <a:ext uri="{FF2B5EF4-FFF2-40B4-BE49-F238E27FC236}">
                <a16:creationId xmlns:a16="http://schemas.microsoft.com/office/drawing/2014/main" id="{F1FBB5F6-5357-4C0C-AB4F-CCFA03875C63}"/>
              </a:ext>
            </a:extLst>
          </p:cNvPr>
          <p:cNvSpPr>
            <a:spLocks xmlns:a="http://schemas.openxmlformats.org/drawingml/2006/main" noGrp="1"/>
          </p:cNvSpPr>
          <p:nvPr/>
        </p:nvSpPr>
        <p:spPr>
          <a:xfrm xmlns:a="http://schemas.openxmlformats.org/drawingml/2006/main">
            <a:off x="1343025" y="48387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batch</a:t>
            </a:r>
          </a:p>
        </p:txBody>
      </p:sp>
      <p:sp>
        <p:nvSpPr>
          <p:cNvPr id="15" name="text-10">
            <a:extLst xmlns:a="http://schemas.openxmlformats.org/drawingml/2006/main">
              <a:ext uri="{FF2B5EF4-FFF2-40B4-BE49-F238E27FC236}">
                <a16:creationId xmlns:a16="http://schemas.microsoft.com/office/drawing/2014/main" id="{2F930152-8881-4264-9E70-E6754F11B459}"/>
              </a:ext>
            </a:extLst>
          </p:cNvPr>
          <p:cNvSpPr>
            <a:spLocks xmlns:a="http://schemas.openxmlformats.org/drawingml/2006/main" noGrp="1"/>
          </p:cNvSpPr>
          <p:nvPr/>
        </p:nvSpPr>
        <p:spPr>
          <a:xfrm xmlns:a="http://schemas.openxmlformats.org/drawingml/2006/main">
            <a:off x="1343025" y="5276850"/>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Food made in one go.</a:t>
            </a:r>
          </a:p>
        </p:txBody>
      </p:sp>
      <p:pic>
        <p:nvPicPr>
          <p:cNvPr id="16" name="One small cake portion." descr="One small cake portion.">
            <a:extLst xmlns:a="http://schemas.openxmlformats.org/drawingml/2006/main">
              <a:ext uri="{FF2B5EF4-FFF2-40B4-BE49-F238E27FC236}">
                <a16:creationId xmlns:a16="http://schemas.microsoft.com/office/drawing/2014/main" id="{EB1A8ED7-BED8-489B-9D05-7F5E2C16BE39}"/>
              </a:ext>
            </a:extLst>
          </p:cNvPr>
          <p:cNvPicPr>
            <a:picLocks xmlns:a="http://schemas.openxmlformats.org/drawingml/2006/main" noChangeAspect="1"/>
          </p:cNvPicPr>
          <p:nvPr/>
        </p:nvPicPr>
        <p:blipFill>
          <a:blip xmlns:r="http://schemas.openxmlformats.org/officeDocument/2006/relationships" xmlns:a="http://schemas.openxmlformats.org/drawingml/2006/main" r:embed="R9bc8c04679034c7b"/>
          <a:stretch xmlns:a="http://schemas.openxmlformats.org/drawingml/2006/main"/>
        </p:blipFill>
        <p:spPr>
          <a:xfrm xmlns:a="http://schemas.openxmlformats.org/drawingml/2006/main">
            <a:off x="6324600" y="1381125"/>
            <a:ext cx="514350" cy="514350"/>
          </a:xfrm>
          <a:prstGeom xmlns:a="http://schemas.openxmlformats.org/drawingml/2006/main" prst="rect">
            <a:avLst/>
          </a:prstGeom>
        </p:spPr>
      </p:pic>
      <p:sp>
        <p:nvSpPr>
          <p:cNvPr id="17" name="text-11">
            <a:extLst xmlns:a="http://schemas.openxmlformats.org/drawingml/2006/main">
              <a:ext uri="{FF2B5EF4-FFF2-40B4-BE49-F238E27FC236}">
                <a16:creationId xmlns:a16="http://schemas.microsoft.com/office/drawing/2014/main" id="{D2F491FC-1684-4704-BDFE-91F58A3E995E}"/>
              </a:ext>
            </a:extLst>
          </p:cNvPr>
          <p:cNvSpPr>
            <a:spLocks xmlns:a="http://schemas.openxmlformats.org/drawingml/2006/main" noGrp="1"/>
          </p:cNvSpPr>
          <p:nvPr/>
        </p:nvSpPr>
        <p:spPr>
          <a:xfrm xmlns:a="http://schemas.openxmlformats.org/drawingml/2006/main">
            <a:off x="7058025" y="138112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portion</a:t>
            </a:r>
          </a:p>
        </p:txBody>
      </p:sp>
      <p:sp>
        <p:nvSpPr>
          <p:cNvPr id="18" name="text-12">
            <a:extLst xmlns:a="http://schemas.openxmlformats.org/drawingml/2006/main">
              <a:ext uri="{FF2B5EF4-FFF2-40B4-BE49-F238E27FC236}">
                <a16:creationId xmlns:a16="http://schemas.microsoft.com/office/drawing/2014/main" id="{54ADC70A-FE99-4EE7-9858-EDA62BA5925A}"/>
              </a:ext>
            </a:extLst>
          </p:cNvPr>
          <p:cNvSpPr>
            <a:spLocks xmlns:a="http://schemas.openxmlformats.org/drawingml/2006/main" noGrp="1"/>
          </p:cNvSpPr>
          <p:nvPr/>
        </p:nvSpPr>
        <p:spPr>
          <a:xfrm xmlns:a="http://schemas.openxmlformats.org/drawingml/2006/main">
            <a:off x="7058025" y="1819275"/>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One share of the food.</a:t>
            </a:r>
          </a:p>
        </p:txBody>
      </p:sp>
      <p:pic>
        <p:nvPicPr>
          <p:cNvPr id="19" name="A shield for a safety check." descr="A shield for a safety check.">
            <a:extLst xmlns:a="http://schemas.openxmlformats.org/drawingml/2006/main">
              <a:ext uri="{FF2B5EF4-FFF2-40B4-BE49-F238E27FC236}">
                <a16:creationId xmlns:a16="http://schemas.microsoft.com/office/drawing/2014/main" id="{F908B460-D458-4B58-B73C-0F1171FFA030}"/>
              </a:ext>
            </a:extLst>
          </p:cNvPr>
          <p:cNvPicPr>
            <a:picLocks xmlns:a="http://schemas.openxmlformats.org/drawingml/2006/main" noChangeAspect="1"/>
          </p:cNvPicPr>
          <p:nvPr/>
        </p:nvPicPr>
        <p:blipFill>
          <a:blip xmlns:r="http://schemas.openxmlformats.org/officeDocument/2006/relationships" xmlns:a="http://schemas.openxmlformats.org/drawingml/2006/main" r:embed="Rb5646871cd94494b"/>
          <a:stretch xmlns:a="http://schemas.openxmlformats.org/drawingml/2006/main"/>
        </p:blipFill>
        <p:spPr>
          <a:xfrm xmlns:a="http://schemas.openxmlformats.org/drawingml/2006/main">
            <a:off x="6324600" y="2533650"/>
            <a:ext cx="514350" cy="514350"/>
          </a:xfrm>
          <a:prstGeom xmlns:a="http://schemas.openxmlformats.org/drawingml/2006/main" prst="rect">
            <a:avLst/>
          </a:prstGeom>
        </p:spPr>
      </p:pic>
      <p:sp>
        <p:nvSpPr>
          <p:cNvPr id="20" name="text-13">
            <a:extLst xmlns:a="http://schemas.openxmlformats.org/drawingml/2006/main">
              <a:ext uri="{FF2B5EF4-FFF2-40B4-BE49-F238E27FC236}">
                <a16:creationId xmlns:a16="http://schemas.microsoft.com/office/drawing/2014/main" id="{CF8777B9-82C3-4D52-BE43-1C1F54CD3296}"/>
              </a:ext>
            </a:extLst>
          </p:cNvPr>
          <p:cNvSpPr>
            <a:spLocks xmlns:a="http://schemas.openxmlformats.org/drawingml/2006/main" noGrp="1"/>
          </p:cNvSpPr>
          <p:nvPr/>
        </p:nvSpPr>
        <p:spPr>
          <a:xfrm xmlns:a="http://schemas.openxmlformats.org/drawingml/2006/main">
            <a:off x="7058025" y="25336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allergen</a:t>
            </a:r>
          </a:p>
        </p:txBody>
      </p:sp>
      <p:sp>
        <p:nvSpPr>
          <p:cNvPr id="21" name="text-14">
            <a:extLst xmlns:a="http://schemas.openxmlformats.org/drawingml/2006/main">
              <a:ext uri="{FF2B5EF4-FFF2-40B4-BE49-F238E27FC236}">
                <a16:creationId xmlns:a16="http://schemas.microsoft.com/office/drawing/2014/main" id="{0EAB8F39-FEB4-44F7-9E0C-B9034C39E497}"/>
              </a:ext>
            </a:extLst>
          </p:cNvPr>
          <p:cNvSpPr>
            <a:spLocks xmlns:a="http://schemas.openxmlformats.org/drawingml/2006/main" noGrp="1"/>
          </p:cNvSpPr>
          <p:nvPr/>
        </p:nvSpPr>
        <p:spPr>
          <a:xfrm xmlns:a="http://schemas.openxmlformats.org/drawingml/2006/main">
            <a:off x="7058025" y="2971800"/>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Something that can cause an allergy.</a:t>
            </a:r>
          </a:p>
        </p:txBody>
      </p:sp>
      <p:pic>
        <p:nvPicPr>
          <p:cNvPr id="22" name="A label tag." descr="A label tag.">
            <a:extLst xmlns:a="http://schemas.openxmlformats.org/drawingml/2006/main">
              <a:ext uri="{FF2B5EF4-FFF2-40B4-BE49-F238E27FC236}">
                <a16:creationId xmlns:a16="http://schemas.microsoft.com/office/drawing/2014/main" id="{35F82F8D-2DB8-4350-BB72-2422E0C3E5ED}"/>
              </a:ext>
            </a:extLst>
          </p:cNvPr>
          <p:cNvPicPr>
            <a:picLocks xmlns:a="http://schemas.openxmlformats.org/drawingml/2006/main" noChangeAspect="1"/>
          </p:cNvPicPr>
          <p:nvPr/>
        </p:nvPicPr>
        <p:blipFill>
          <a:blip xmlns:r="http://schemas.openxmlformats.org/officeDocument/2006/relationships" xmlns:a="http://schemas.openxmlformats.org/drawingml/2006/main" r:embed="Re4a9a81757f64a91"/>
          <a:stretch xmlns:a="http://schemas.openxmlformats.org/drawingml/2006/main"/>
        </p:blipFill>
        <p:spPr>
          <a:xfrm xmlns:a="http://schemas.openxmlformats.org/drawingml/2006/main">
            <a:off x="6324600" y="3686175"/>
            <a:ext cx="514350" cy="514350"/>
          </a:xfrm>
          <a:prstGeom xmlns:a="http://schemas.openxmlformats.org/drawingml/2006/main" prst="rect">
            <a:avLst/>
          </a:prstGeom>
        </p:spPr>
      </p:pic>
      <p:sp>
        <p:nvSpPr>
          <p:cNvPr id="23" name="text-15">
            <a:extLst xmlns:a="http://schemas.openxmlformats.org/drawingml/2006/main">
              <a:ext uri="{FF2B5EF4-FFF2-40B4-BE49-F238E27FC236}">
                <a16:creationId xmlns:a16="http://schemas.microsoft.com/office/drawing/2014/main" id="{319E658A-96A5-4FD3-8E68-5501E8F2F657}"/>
              </a:ext>
            </a:extLst>
          </p:cNvPr>
          <p:cNvSpPr>
            <a:spLocks xmlns:a="http://schemas.openxmlformats.org/drawingml/2006/main" noGrp="1"/>
          </p:cNvSpPr>
          <p:nvPr/>
        </p:nvSpPr>
        <p:spPr>
          <a:xfrm xmlns:a="http://schemas.openxmlformats.org/drawingml/2006/main">
            <a:off x="7058025" y="36861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label</a:t>
            </a:r>
          </a:p>
        </p:txBody>
      </p:sp>
      <p:sp>
        <p:nvSpPr>
          <p:cNvPr id="24" name="text-16">
            <a:extLst xmlns:a="http://schemas.openxmlformats.org/drawingml/2006/main">
              <a:ext uri="{FF2B5EF4-FFF2-40B4-BE49-F238E27FC236}">
                <a16:creationId xmlns:a16="http://schemas.microsoft.com/office/drawing/2014/main" id="{789599F2-65FD-4611-8AEE-2B7ED323B32C}"/>
              </a:ext>
            </a:extLst>
          </p:cNvPr>
          <p:cNvSpPr>
            <a:spLocks xmlns:a="http://schemas.openxmlformats.org/drawingml/2006/main" noGrp="1"/>
          </p:cNvSpPr>
          <p:nvPr/>
        </p:nvSpPr>
        <p:spPr>
          <a:xfrm xmlns:a="http://schemas.openxmlformats.org/drawingml/2006/main">
            <a:off x="7058025" y="4124325"/>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Words that tell us about an item.</a:t>
            </a:r>
          </a:p>
        </p:txBody>
      </p:sp>
      <p:pic>
        <p:nvPicPr>
          <p:cNvPr id="25" name="Bars for counted feedback." descr="Bars for counted feedback.">
            <a:extLst xmlns:a="http://schemas.openxmlformats.org/drawingml/2006/main">
              <a:ext uri="{FF2B5EF4-FFF2-40B4-BE49-F238E27FC236}">
                <a16:creationId xmlns:a16="http://schemas.microsoft.com/office/drawing/2014/main" id="{B742993B-8A69-4AB4-96B7-C44B88DE6731}"/>
              </a:ext>
            </a:extLst>
          </p:cNvPr>
          <p:cNvPicPr>
            <a:picLocks xmlns:a="http://schemas.openxmlformats.org/drawingml/2006/main" noChangeAspect="1"/>
          </p:cNvPicPr>
          <p:nvPr/>
        </p:nvPicPr>
        <p:blipFill>
          <a:blip xmlns:r="http://schemas.openxmlformats.org/officeDocument/2006/relationships" xmlns:a="http://schemas.openxmlformats.org/drawingml/2006/main" r:embed="Rb44f993668e24ddb"/>
          <a:stretch xmlns:a="http://schemas.openxmlformats.org/drawingml/2006/main"/>
        </p:blipFill>
        <p:spPr>
          <a:xfrm xmlns:a="http://schemas.openxmlformats.org/drawingml/2006/main">
            <a:off x="6324600" y="4838700"/>
            <a:ext cx="514350" cy="514350"/>
          </a:xfrm>
          <a:prstGeom xmlns:a="http://schemas.openxmlformats.org/drawingml/2006/main" prst="rect">
            <a:avLst/>
          </a:prstGeom>
        </p:spPr>
      </p:pic>
      <p:sp>
        <p:nvSpPr>
          <p:cNvPr id="26" name="text-17">
            <a:extLst xmlns:a="http://schemas.openxmlformats.org/drawingml/2006/main">
              <a:ext uri="{FF2B5EF4-FFF2-40B4-BE49-F238E27FC236}">
                <a16:creationId xmlns:a16="http://schemas.microsoft.com/office/drawing/2014/main" id="{381522D1-5728-46B5-B9F2-4E7D37EE50EA}"/>
              </a:ext>
            </a:extLst>
          </p:cNvPr>
          <p:cNvSpPr>
            <a:spLocks xmlns:a="http://schemas.openxmlformats.org/drawingml/2006/main" noGrp="1"/>
          </p:cNvSpPr>
          <p:nvPr/>
        </p:nvSpPr>
        <p:spPr>
          <a:xfrm xmlns:a="http://schemas.openxmlformats.org/drawingml/2006/main">
            <a:off x="7058025" y="48387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feedback</a:t>
            </a:r>
          </a:p>
        </p:txBody>
      </p:sp>
      <p:sp>
        <p:nvSpPr>
          <p:cNvPr id="27" name="text-18">
            <a:extLst xmlns:a="http://schemas.openxmlformats.org/drawingml/2006/main">
              <a:ext uri="{FF2B5EF4-FFF2-40B4-BE49-F238E27FC236}">
                <a16:creationId xmlns:a16="http://schemas.microsoft.com/office/drawing/2014/main" id="{B9640825-0BEA-4723-8AED-0FEF892C508B}"/>
              </a:ext>
            </a:extLst>
          </p:cNvPr>
          <p:cNvSpPr>
            <a:spLocks xmlns:a="http://schemas.openxmlformats.org/drawingml/2006/main" noGrp="1"/>
          </p:cNvSpPr>
          <p:nvPr/>
        </p:nvSpPr>
        <p:spPr>
          <a:xfrm xmlns:a="http://schemas.openxmlformats.org/drawingml/2006/main">
            <a:off x="7058025" y="5276850"/>
            <a:ext cx="4381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What people say we can improve.</a:t>
            </a:r>
          </a:p>
        </p:txBody>
      </p:sp>
    </p:spTree>
    <p:extLst>
      <p:ext uri="{BB962C8B-B14F-4D97-AF65-F5344CB8AC3E}">
        <p14:creationId xmlns:p14="http://schemas.microsoft.com/office/powerpoint/2010/main" val="1824210270"/>
      </p:ext>
    </p:extLst>
  </p:cSld>
</p:sld>
</file>

<file path=ppt/slides/slide24.xml><?xml version="1.0" encoding="utf-8"?>
<p:sld xmlns:p="http://schemas.openxmlformats.org/presentationml/2006/main" show="0">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09A9D15E-71BD-4F78-A3D0-E308A2C5DE00}"/>
              </a:ext>
            </a:extLst>
          </p:cNvPr>
          <p:cNvSpPr>
            <a:spLocks xmlns:a="http://schemas.openxmlformats.org/drawingml/2006/main" noGrp="1"/>
          </p:cNvSpPr>
          <p:nvPr/>
        </p:nvSpPr>
        <p:spPr>
          <a:xfrm xmlns:a="http://schemas.openxmlformats.org/drawingml/2006/main">
            <a:off x="609600" y="361950"/>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20252A"/>
                </a:solidFill>
                <a:latin typeface="Segoe UI"/>
                <a:ea typeface="Segoe UI"/>
                <a:cs typeface="Segoe UI"/>
              </a:defRPr>
            </a:defPPr>
            <a:lvl1pPr>
              <a:defRPr sz="3225" b="1">
                <a:solidFill>
                  <a:srgbClr val="20252A"/>
                </a:solidFill>
                <a:latin typeface="Segoe UI"/>
                <a:ea typeface="Segoe UI"/>
                <a:cs typeface="Segoe UI"/>
              </a:defRPr>
            </a:lvl1pPr>
            <a:lvl2pPr>
              <a:defRPr sz="3225" b="1">
                <a:solidFill>
                  <a:srgbClr val="20252A"/>
                </a:solidFill>
                <a:latin typeface="Segoe UI"/>
                <a:ea typeface="Segoe UI"/>
                <a:cs typeface="Segoe UI"/>
              </a:defRPr>
            </a:lvl2pPr>
            <a:lvl3pPr>
              <a:defRPr sz="3225" b="1">
                <a:solidFill>
                  <a:srgbClr val="20252A"/>
                </a:solidFill>
                <a:latin typeface="Segoe UI"/>
                <a:ea typeface="Segoe UI"/>
                <a:cs typeface="Segoe UI"/>
              </a:defRPr>
            </a:lvl3pPr>
            <a:lvl4pPr>
              <a:defRPr sz="3225" b="1">
                <a:solidFill>
                  <a:srgbClr val="20252A"/>
                </a:solidFill>
                <a:latin typeface="Segoe UI"/>
                <a:ea typeface="Segoe UI"/>
                <a:cs typeface="Segoe UI"/>
              </a:defRPr>
            </a:lvl4pPr>
            <a:lvl5pPr>
              <a:defRPr sz="3225" b="1">
                <a:solidFill>
                  <a:srgbClr val="20252A"/>
                </a:solidFill>
                <a:latin typeface="Segoe UI"/>
                <a:ea typeface="Segoe UI"/>
                <a:cs typeface="Segoe UI"/>
              </a:defRPr>
            </a:lvl5pPr>
            <a:lvl6pPr>
              <a:defRPr sz="3225" b="1">
                <a:solidFill>
                  <a:srgbClr val="20252A"/>
                </a:solidFill>
                <a:latin typeface="Segoe UI"/>
                <a:ea typeface="Segoe UI"/>
                <a:cs typeface="Segoe UI"/>
              </a:defRPr>
            </a:lvl6pPr>
            <a:lvl7pPr>
              <a:defRPr sz="3225" b="1">
                <a:solidFill>
                  <a:srgbClr val="20252A"/>
                </a:solidFill>
                <a:latin typeface="Segoe UI"/>
                <a:ea typeface="Segoe UI"/>
                <a:cs typeface="Segoe UI"/>
              </a:defRPr>
            </a:lvl7pPr>
            <a:lvl8pPr>
              <a:defRPr sz="3225" b="1">
                <a:solidFill>
                  <a:srgbClr val="20252A"/>
                </a:solidFill>
                <a:latin typeface="Segoe UI"/>
                <a:ea typeface="Segoe UI"/>
                <a:cs typeface="Segoe UI"/>
              </a:defRPr>
            </a:lvl8pPr>
            <a:lvl9pPr>
              <a:defRPr sz="3225" b="1">
                <a:solidFill>
                  <a:srgbClr val="20252A"/>
                </a:solidFill>
                <a:latin typeface="Segoe UI"/>
                <a:ea typeface="Segoe UI"/>
                <a:cs typeface="Segoe UI"/>
              </a:defRPr>
            </a:lvl9pPr>
          </a:lstStyle>
          <a:p xmlns:a="http://schemas.openxmlformats.org/drawingml/2006/main">
            <a:pPr>
              <a:defRPr sz="3225" b="1">
                <a:solidFill>
                  <a:srgbClr val="20252A"/>
                </a:solidFill>
                <a:latin typeface="Segoe UI"/>
                <a:ea typeface="Segoe UI"/>
                <a:cs typeface="Segoe UI"/>
              </a:defRPr>
            </a:pPr>
            <a:r>
              <a:rPr sz="3225" b="1">
                <a:solidFill>
                  <a:srgbClr val="20252A"/>
                </a:solidFill>
                <a:latin typeface="Segoe UI"/>
                <a:ea typeface="Segoe UI"/>
                <a:cs typeface="Segoe UI"/>
              </a:rPr>
              <a:t>TA / staff brief</a:t>
            </a:r>
          </a:p>
        </p:txBody>
      </p:sp>
      <p:sp>
        <p:nvSpPr>
          <p:cNvPr id="2" name="text-1">
            <a:extLst xmlns:a="http://schemas.openxmlformats.org/drawingml/2006/main">
              <a:ext uri="{FF2B5EF4-FFF2-40B4-BE49-F238E27FC236}">
                <a16:creationId xmlns:a16="http://schemas.microsoft.com/office/drawing/2014/main" id="{9C161222-8FA2-4644-9449-6C7693340627}"/>
              </a:ext>
            </a:extLst>
          </p:cNvPr>
          <p:cNvSpPr>
            <a:spLocks xmlns:a="http://schemas.openxmlformats.org/drawingml/2006/main" noGrp="1"/>
          </p:cNvSpPr>
          <p:nvPr/>
        </p:nvSpPr>
        <p:spPr>
          <a:xfrm xmlns:a="http://schemas.openxmlformats.org/drawingml/2006/main">
            <a:off x="609600" y="65055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COMM-GROW-A1-W06 · L4b</a:t>
            </a:r>
          </a:p>
        </p:txBody>
      </p:sp>
      <p:sp>
        <p:nvSpPr>
          <p:cNvPr id="3" name="text-2">
            <a:extLst xmlns:a="http://schemas.openxmlformats.org/drawingml/2006/main">
              <a:ext uri="{FF2B5EF4-FFF2-40B4-BE49-F238E27FC236}">
                <a16:creationId xmlns:a16="http://schemas.microsoft.com/office/drawing/2014/main" id="{6974E823-C5D5-4560-B13A-18B02F633C7B}"/>
              </a:ext>
            </a:extLst>
          </p:cNvPr>
          <p:cNvSpPr>
            <a:spLocks xmlns:a="http://schemas.openxmlformats.org/drawingml/2006/main" noGrp="1"/>
          </p:cNvSpPr>
          <p:nvPr/>
        </p:nvSpPr>
        <p:spPr>
          <a:xfrm xmlns:a="http://schemas.openxmlformats.org/drawingml/2006/main">
            <a:off x="9525000" y="65055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200" b="0">
                <a:solidFill>
                  <a:srgbClr val="535B62"/>
                </a:solidFill>
                <a:latin typeface="Segoe UI"/>
                <a:ea typeface="Segoe UI"/>
                <a:cs typeface="Segoe UI"/>
              </a:defRPr>
            </a:defPPr>
            <a:lvl1pPr>
              <a:defRPr sz="1200" b="0">
                <a:solidFill>
                  <a:srgbClr val="535B62"/>
                </a:solidFill>
                <a:latin typeface="Segoe UI"/>
                <a:ea typeface="Segoe UI"/>
                <a:cs typeface="Segoe UI"/>
              </a:defRPr>
            </a:lvl1pPr>
            <a:lvl2pPr>
              <a:defRPr sz="1200" b="0">
                <a:solidFill>
                  <a:srgbClr val="535B62"/>
                </a:solidFill>
                <a:latin typeface="Segoe UI"/>
                <a:ea typeface="Segoe UI"/>
                <a:cs typeface="Segoe UI"/>
              </a:defRPr>
            </a:lvl2pPr>
            <a:lvl3pPr>
              <a:defRPr sz="1200" b="0">
                <a:solidFill>
                  <a:srgbClr val="535B62"/>
                </a:solidFill>
                <a:latin typeface="Segoe UI"/>
                <a:ea typeface="Segoe UI"/>
                <a:cs typeface="Segoe UI"/>
              </a:defRPr>
            </a:lvl3pPr>
            <a:lvl4pPr>
              <a:defRPr sz="1200" b="0">
                <a:solidFill>
                  <a:srgbClr val="535B62"/>
                </a:solidFill>
                <a:latin typeface="Segoe UI"/>
                <a:ea typeface="Segoe UI"/>
                <a:cs typeface="Segoe UI"/>
              </a:defRPr>
            </a:lvl4pPr>
            <a:lvl5pPr>
              <a:defRPr sz="1200" b="0">
                <a:solidFill>
                  <a:srgbClr val="535B62"/>
                </a:solidFill>
                <a:latin typeface="Segoe UI"/>
                <a:ea typeface="Segoe UI"/>
                <a:cs typeface="Segoe UI"/>
              </a:defRPr>
            </a:lvl5pPr>
            <a:lvl6pPr>
              <a:defRPr sz="1200" b="0">
                <a:solidFill>
                  <a:srgbClr val="535B62"/>
                </a:solidFill>
                <a:latin typeface="Segoe UI"/>
                <a:ea typeface="Segoe UI"/>
                <a:cs typeface="Segoe UI"/>
              </a:defRPr>
            </a:lvl6pPr>
            <a:lvl7pPr>
              <a:defRPr sz="1200" b="0">
                <a:solidFill>
                  <a:srgbClr val="535B62"/>
                </a:solidFill>
                <a:latin typeface="Segoe UI"/>
                <a:ea typeface="Segoe UI"/>
                <a:cs typeface="Segoe UI"/>
              </a:defRPr>
            </a:lvl7pPr>
            <a:lvl8pPr>
              <a:defRPr sz="1200" b="0">
                <a:solidFill>
                  <a:srgbClr val="535B62"/>
                </a:solidFill>
                <a:latin typeface="Segoe UI"/>
                <a:ea typeface="Segoe UI"/>
                <a:cs typeface="Segoe UI"/>
              </a:defRPr>
            </a:lvl8pPr>
            <a:lvl9pPr>
              <a:defRPr sz="1200" b="0">
                <a:solidFill>
                  <a:srgbClr val="535B62"/>
                </a:solidFill>
                <a:latin typeface="Segoe UI"/>
                <a:ea typeface="Segoe UI"/>
                <a:cs typeface="Segoe UI"/>
              </a:defRPr>
            </a:lvl9pPr>
          </a:lstStyle>
          <a:p xmlns:a="http://schemas.openxmlformats.org/drawingml/2006/main">
            <a:pPr>
              <a:defRPr sz="1200" b="0">
                <a:solidFill>
                  <a:srgbClr val="535B62"/>
                </a:solidFill>
                <a:latin typeface="Segoe UI"/>
                <a:ea typeface="Segoe UI"/>
                <a:cs typeface="Segoe UI"/>
              </a:defRPr>
            </a:pPr>
            <a:r>
              <a:rPr sz="1200" b="0">
                <a:solidFill>
                  <a:srgbClr val="535B62"/>
                </a:solidFill>
                <a:latin typeface="Segoe UI"/>
                <a:ea typeface="Segoe UI"/>
                <a:cs typeface="Segoe UI"/>
              </a:rPr>
              <a:t>24 / 24 · Reference</a:t>
            </a:r>
          </a:p>
        </p:txBody>
      </p:sp>
      <p:sp>
        <p:nvSpPr>
          <p:cNvPr id="4" name="text-3">
            <a:extLst xmlns:a="http://schemas.openxmlformats.org/drawingml/2006/main">
              <a:ext uri="{FF2B5EF4-FFF2-40B4-BE49-F238E27FC236}">
                <a16:creationId xmlns:a16="http://schemas.microsoft.com/office/drawing/2014/main" id="{99D0D42A-9949-4405-883C-D0C0E7D496EB}"/>
              </a:ext>
            </a:extLst>
          </p:cNvPr>
          <p:cNvSpPr>
            <a:spLocks xmlns:a="http://schemas.openxmlformats.org/drawingml/2006/main" noGrp="1"/>
          </p:cNvSpPr>
          <p:nvPr/>
        </p:nvSpPr>
        <p:spPr>
          <a:xfrm xmlns:a="http://schemas.openxmlformats.org/drawingml/2006/main">
            <a:off x="609600" y="136207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TA focus</a:t>
            </a:r>
          </a:p>
        </p:txBody>
      </p:sp>
      <p:sp>
        <p:nvSpPr>
          <p:cNvPr id="5" name="text-4">
            <a:extLst xmlns:a="http://schemas.openxmlformats.org/drawingml/2006/main">
              <a:ext uri="{FF2B5EF4-FFF2-40B4-BE49-F238E27FC236}">
                <a16:creationId xmlns:a16="http://schemas.microsoft.com/office/drawing/2014/main" id="{7C708D94-C105-4A6B-9DB0-D61023166828}"/>
              </a:ext>
            </a:extLst>
          </p:cNvPr>
          <p:cNvSpPr>
            <a:spLocks xmlns:a="http://schemas.openxmlformats.org/drawingml/2006/main" noGrp="1"/>
          </p:cNvSpPr>
          <p:nvPr/>
        </p:nvSpPr>
        <p:spPr>
          <a:xfrm xmlns:a="http://schemas.openxmlformats.org/drawingml/2006/main">
            <a:off x="609600" y="2028825"/>
            <a:ext cx="33337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One safe job at a time.</a:t>
            </a:r>
          </a:p>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Own choice, tool and reason.</a:t>
            </a:r>
          </a:p>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Keep each learner’s evidence.</a:t>
            </a:r>
          </a:p>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Record support and feedback.</a:t>
            </a:r>
          </a:p>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Read back scribed words.</a:t>
            </a:r>
          </a:p>
        </p:txBody>
      </p:sp>
      <p:sp>
        <p:nvSpPr>
          <p:cNvPr id="6" name="text-5">
            <a:extLst xmlns:a="http://schemas.openxmlformats.org/drawingml/2006/main">
              <a:ext uri="{FF2B5EF4-FFF2-40B4-BE49-F238E27FC236}">
                <a16:creationId xmlns:a16="http://schemas.microsoft.com/office/drawing/2014/main" id="{BEED63C5-0844-419C-98FC-5410FA90AE3E}"/>
              </a:ext>
            </a:extLst>
          </p:cNvPr>
          <p:cNvSpPr>
            <a:spLocks xmlns:a="http://schemas.openxmlformats.org/drawingml/2006/main" noGrp="1"/>
          </p:cNvSpPr>
          <p:nvPr/>
        </p:nvSpPr>
        <p:spPr>
          <a:xfrm xmlns:a="http://schemas.openxmlformats.org/drawingml/2006/main">
            <a:off x="4419600" y="136207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Three Cold Calls</a:t>
            </a:r>
          </a:p>
        </p:txBody>
      </p:sp>
      <p:sp>
        <p:nvSpPr>
          <p:cNvPr id="7" name="text-6">
            <a:extLst xmlns:a="http://schemas.openxmlformats.org/drawingml/2006/main">
              <a:ext uri="{FF2B5EF4-FFF2-40B4-BE49-F238E27FC236}">
                <a16:creationId xmlns:a16="http://schemas.microsoft.com/office/drawing/2014/main" id="{CBD4DFB2-8FA7-4741-88ED-CFC2F55E2800}"/>
              </a:ext>
            </a:extLst>
          </p:cNvPr>
          <p:cNvSpPr>
            <a:spLocks xmlns:a="http://schemas.openxmlformats.org/drawingml/2006/main" noGrp="1"/>
          </p:cNvSpPr>
          <p:nvPr/>
        </p:nvSpPr>
        <p:spPr>
          <a:xfrm xmlns:a="http://schemas.openxmlformats.org/drawingml/2006/main">
            <a:off x="4419600" y="2028825"/>
            <a:ext cx="333375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950" b="0">
                <a:solidFill>
                  <a:srgbClr val="20252A"/>
                </a:solidFill>
                <a:latin typeface="Segoe UI"/>
                <a:ea typeface="Segoe UI"/>
                <a:cs typeface="Segoe UI"/>
              </a:defRPr>
            </a:defPPr>
            <a:lvl1pPr>
              <a:defRPr sz="1950" b="0">
                <a:solidFill>
                  <a:srgbClr val="20252A"/>
                </a:solidFill>
                <a:latin typeface="Segoe UI"/>
                <a:ea typeface="Segoe UI"/>
                <a:cs typeface="Segoe UI"/>
              </a:defRPr>
            </a:lvl1pPr>
            <a:lvl2pPr>
              <a:defRPr sz="1950" b="0">
                <a:solidFill>
                  <a:srgbClr val="20252A"/>
                </a:solidFill>
                <a:latin typeface="Segoe UI"/>
                <a:ea typeface="Segoe UI"/>
                <a:cs typeface="Segoe UI"/>
              </a:defRPr>
            </a:lvl2pPr>
            <a:lvl3pPr>
              <a:defRPr sz="1950" b="0">
                <a:solidFill>
                  <a:srgbClr val="20252A"/>
                </a:solidFill>
                <a:latin typeface="Segoe UI"/>
                <a:ea typeface="Segoe UI"/>
                <a:cs typeface="Segoe UI"/>
              </a:defRPr>
            </a:lvl3pPr>
            <a:lvl4pPr>
              <a:defRPr sz="1950" b="0">
                <a:solidFill>
                  <a:srgbClr val="20252A"/>
                </a:solidFill>
                <a:latin typeface="Segoe UI"/>
                <a:ea typeface="Segoe UI"/>
                <a:cs typeface="Segoe UI"/>
              </a:defRPr>
            </a:lvl4pPr>
            <a:lvl5pPr>
              <a:defRPr sz="1950" b="0">
                <a:solidFill>
                  <a:srgbClr val="20252A"/>
                </a:solidFill>
                <a:latin typeface="Segoe UI"/>
                <a:ea typeface="Segoe UI"/>
                <a:cs typeface="Segoe UI"/>
              </a:defRPr>
            </a:lvl5pPr>
            <a:lvl6pPr>
              <a:defRPr sz="1950" b="0">
                <a:solidFill>
                  <a:srgbClr val="20252A"/>
                </a:solidFill>
                <a:latin typeface="Segoe UI"/>
                <a:ea typeface="Segoe UI"/>
                <a:cs typeface="Segoe UI"/>
              </a:defRPr>
            </a:lvl6pPr>
            <a:lvl7pPr>
              <a:defRPr sz="1950" b="0">
                <a:solidFill>
                  <a:srgbClr val="20252A"/>
                </a:solidFill>
                <a:latin typeface="Segoe UI"/>
                <a:ea typeface="Segoe UI"/>
                <a:cs typeface="Segoe UI"/>
              </a:defRPr>
            </a:lvl7pPr>
            <a:lvl8pPr>
              <a:defRPr sz="1950" b="0">
                <a:solidFill>
                  <a:srgbClr val="20252A"/>
                </a:solidFill>
                <a:latin typeface="Segoe UI"/>
                <a:ea typeface="Segoe UI"/>
                <a:cs typeface="Segoe UI"/>
              </a:defRPr>
            </a:lvl8pPr>
            <a:lvl9pPr>
              <a:defRPr sz="1950" b="0">
                <a:solidFill>
                  <a:srgbClr val="20252A"/>
                </a:solidFill>
                <a:latin typeface="Segoe UI"/>
                <a:ea typeface="Segoe UI"/>
                <a:cs typeface="Segoe UI"/>
              </a:defRPr>
            </a:lvl9pPr>
          </a:lstStyle>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1  Which part of your plan are you using?</a:t>
            </a:r>
          </a:p>
          <a:p xmlns:a="http://schemas.openxmlformats.org/drawingml/2006/main">
            <a:r>
              <a:t/>
            </a:r>
          </a:p>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2  What information will help you choose?</a:t>
            </a:r>
          </a:p>
          <a:p xmlns:a="http://schemas.openxmlformats.org/drawingml/2006/main">
            <a:r>
              <a:t/>
            </a:r>
          </a:p>
          <a:p xmlns:a="http://schemas.openxmlformats.org/drawingml/2006/main">
            <a:pPr>
              <a:defRPr sz="1950" b="0">
                <a:solidFill>
                  <a:srgbClr val="20252A"/>
                </a:solidFill>
                <a:latin typeface="Segoe UI"/>
                <a:ea typeface="Segoe UI"/>
                <a:cs typeface="Segoe UI"/>
              </a:defRPr>
            </a:pPr>
            <a:r>
              <a:rPr sz="1950" b="0">
                <a:solidFill>
                  <a:srgbClr val="20252A"/>
                </a:solidFill>
                <a:latin typeface="Segoe UI"/>
                <a:ea typeface="Segoe UI"/>
                <a:cs typeface="Segoe UI"/>
              </a:rPr>
              <a:t>3  What changed because of your decision?</a:t>
            </a:r>
          </a:p>
        </p:txBody>
      </p:sp>
      <p:sp>
        <p:nvSpPr>
          <p:cNvPr id="8" name="text-7">
            <a:extLst xmlns:a="http://schemas.openxmlformats.org/drawingml/2006/main">
              <a:ext uri="{FF2B5EF4-FFF2-40B4-BE49-F238E27FC236}">
                <a16:creationId xmlns:a16="http://schemas.microsoft.com/office/drawing/2014/main" id="{AC7D2003-C787-4818-8651-D1435D05A2D6}"/>
              </a:ext>
            </a:extLst>
          </p:cNvPr>
          <p:cNvSpPr>
            <a:spLocks xmlns:a="http://schemas.openxmlformats.org/drawingml/2006/main" noGrp="1"/>
          </p:cNvSpPr>
          <p:nvPr/>
        </p:nvSpPr>
        <p:spPr>
          <a:xfrm xmlns:a="http://schemas.openxmlformats.org/drawingml/2006/main">
            <a:off x="8229600" y="136207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1">
                <a:solidFill>
                  <a:srgbClr val="20252A"/>
                </a:solidFill>
                <a:latin typeface="Segoe UI"/>
                <a:ea typeface="Segoe UI"/>
                <a:cs typeface="Segoe UI"/>
              </a:defRPr>
            </a:defPPr>
            <a:lvl1pPr>
              <a:defRPr sz="2175" b="1">
                <a:solidFill>
                  <a:srgbClr val="20252A"/>
                </a:solidFill>
                <a:latin typeface="Segoe UI"/>
                <a:ea typeface="Segoe UI"/>
                <a:cs typeface="Segoe UI"/>
              </a:defRPr>
            </a:lvl1pPr>
            <a:lvl2pPr>
              <a:defRPr sz="2175" b="1">
                <a:solidFill>
                  <a:srgbClr val="20252A"/>
                </a:solidFill>
                <a:latin typeface="Segoe UI"/>
                <a:ea typeface="Segoe UI"/>
                <a:cs typeface="Segoe UI"/>
              </a:defRPr>
            </a:lvl2pPr>
            <a:lvl3pPr>
              <a:defRPr sz="2175" b="1">
                <a:solidFill>
                  <a:srgbClr val="20252A"/>
                </a:solidFill>
                <a:latin typeface="Segoe UI"/>
                <a:ea typeface="Segoe UI"/>
                <a:cs typeface="Segoe UI"/>
              </a:defRPr>
            </a:lvl3pPr>
            <a:lvl4pPr>
              <a:defRPr sz="2175" b="1">
                <a:solidFill>
                  <a:srgbClr val="20252A"/>
                </a:solidFill>
                <a:latin typeface="Segoe UI"/>
                <a:ea typeface="Segoe UI"/>
                <a:cs typeface="Segoe UI"/>
              </a:defRPr>
            </a:lvl4pPr>
            <a:lvl5pPr>
              <a:defRPr sz="2175" b="1">
                <a:solidFill>
                  <a:srgbClr val="20252A"/>
                </a:solidFill>
                <a:latin typeface="Segoe UI"/>
                <a:ea typeface="Segoe UI"/>
                <a:cs typeface="Segoe UI"/>
              </a:defRPr>
            </a:lvl5pPr>
            <a:lvl6pPr>
              <a:defRPr sz="2175" b="1">
                <a:solidFill>
                  <a:srgbClr val="20252A"/>
                </a:solidFill>
                <a:latin typeface="Segoe UI"/>
                <a:ea typeface="Segoe UI"/>
                <a:cs typeface="Segoe UI"/>
              </a:defRPr>
            </a:lvl6pPr>
            <a:lvl7pPr>
              <a:defRPr sz="2175" b="1">
                <a:solidFill>
                  <a:srgbClr val="20252A"/>
                </a:solidFill>
                <a:latin typeface="Segoe UI"/>
                <a:ea typeface="Segoe UI"/>
                <a:cs typeface="Segoe UI"/>
              </a:defRPr>
            </a:lvl7pPr>
            <a:lvl8pPr>
              <a:defRPr sz="2175" b="1">
                <a:solidFill>
                  <a:srgbClr val="20252A"/>
                </a:solidFill>
                <a:latin typeface="Segoe UI"/>
                <a:ea typeface="Segoe UI"/>
                <a:cs typeface="Segoe UI"/>
              </a:defRPr>
            </a:lvl8pPr>
            <a:lvl9pPr>
              <a:defRPr sz="2175" b="1">
                <a:solidFill>
                  <a:srgbClr val="20252A"/>
                </a:solidFill>
                <a:latin typeface="Segoe UI"/>
                <a:ea typeface="Segoe UI"/>
                <a:cs typeface="Segoe UI"/>
              </a:defRPr>
            </a:lvl9pPr>
          </a:lstStyle>
          <a:p xmlns:a="http://schemas.openxmlformats.org/drawingml/2006/main">
            <a:pPr>
              <a:defRPr sz="2175" b="1">
                <a:solidFill>
                  <a:srgbClr val="20252A"/>
                </a:solidFill>
                <a:latin typeface="Segoe UI"/>
                <a:ea typeface="Segoe UI"/>
                <a:cs typeface="Segoe UI"/>
              </a:defRPr>
            </a:pPr>
            <a:r>
              <a:rPr sz="2175" b="1">
                <a:solidFill>
                  <a:srgbClr val="20252A"/>
                </a:solidFill>
                <a:latin typeface="Segoe UI"/>
                <a:ea typeface="Segoe UI"/>
                <a:cs typeface="Segoe UI"/>
              </a:rPr>
              <a:t>Lundy moments</a:t>
            </a:r>
          </a:p>
        </p:txBody>
      </p:sp>
      <p:sp>
        <p:nvSpPr>
          <p:cNvPr id="9" name="text-8">
            <a:extLst xmlns:a="http://schemas.openxmlformats.org/drawingml/2006/main">
              <a:ext uri="{FF2B5EF4-FFF2-40B4-BE49-F238E27FC236}">
                <a16:creationId xmlns:a16="http://schemas.microsoft.com/office/drawing/2014/main" id="{0A49D93B-BA17-4479-B0CA-1EC5BE3966E8}"/>
              </a:ext>
            </a:extLst>
          </p:cNvPr>
          <p:cNvSpPr>
            <a:spLocks xmlns:a="http://schemas.openxmlformats.org/drawingml/2006/main" noGrp="1"/>
          </p:cNvSpPr>
          <p:nvPr/>
        </p:nvSpPr>
        <p:spPr>
          <a:xfrm xmlns:a="http://schemas.openxmlformats.org/drawingml/2006/main">
            <a:off x="8229600" y="2028825"/>
            <a:ext cx="333375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20252A"/>
                </a:solidFill>
                <a:latin typeface="Segoe UI"/>
                <a:ea typeface="Segoe UI"/>
                <a:cs typeface="Segoe UI"/>
              </a:defRPr>
            </a:defPPr>
            <a:lvl1pPr>
              <a:defRPr sz="1875" b="0">
                <a:solidFill>
                  <a:srgbClr val="20252A"/>
                </a:solidFill>
                <a:latin typeface="Segoe UI"/>
                <a:ea typeface="Segoe UI"/>
                <a:cs typeface="Segoe UI"/>
              </a:defRPr>
            </a:lvl1pPr>
            <a:lvl2pPr>
              <a:defRPr sz="1875" b="0">
                <a:solidFill>
                  <a:srgbClr val="20252A"/>
                </a:solidFill>
                <a:latin typeface="Segoe UI"/>
                <a:ea typeface="Segoe UI"/>
                <a:cs typeface="Segoe UI"/>
              </a:defRPr>
            </a:lvl2pPr>
            <a:lvl3pPr>
              <a:defRPr sz="1875" b="0">
                <a:solidFill>
                  <a:srgbClr val="20252A"/>
                </a:solidFill>
                <a:latin typeface="Segoe UI"/>
                <a:ea typeface="Segoe UI"/>
                <a:cs typeface="Segoe UI"/>
              </a:defRPr>
            </a:lvl3pPr>
            <a:lvl4pPr>
              <a:defRPr sz="1875" b="0">
                <a:solidFill>
                  <a:srgbClr val="20252A"/>
                </a:solidFill>
                <a:latin typeface="Segoe UI"/>
                <a:ea typeface="Segoe UI"/>
                <a:cs typeface="Segoe UI"/>
              </a:defRPr>
            </a:lvl4pPr>
            <a:lvl5pPr>
              <a:defRPr sz="1875" b="0">
                <a:solidFill>
                  <a:srgbClr val="20252A"/>
                </a:solidFill>
                <a:latin typeface="Segoe UI"/>
                <a:ea typeface="Segoe UI"/>
                <a:cs typeface="Segoe UI"/>
              </a:defRPr>
            </a:lvl5pPr>
            <a:lvl6pPr>
              <a:defRPr sz="1875" b="0">
                <a:solidFill>
                  <a:srgbClr val="20252A"/>
                </a:solidFill>
                <a:latin typeface="Segoe UI"/>
                <a:ea typeface="Segoe UI"/>
                <a:cs typeface="Segoe UI"/>
              </a:defRPr>
            </a:lvl6pPr>
            <a:lvl7pPr>
              <a:defRPr sz="1875" b="0">
                <a:solidFill>
                  <a:srgbClr val="20252A"/>
                </a:solidFill>
                <a:latin typeface="Segoe UI"/>
                <a:ea typeface="Segoe UI"/>
                <a:cs typeface="Segoe UI"/>
              </a:defRPr>
            </a:lvl7pPr>
            <a:lvl8pPr>
              <a:defRPr sz="1875" b="0">
                <a:solidFill>
                  <a:srgbClr val="20252A"/>
                </a:solidFill>
                <a:latin typeface="Segoe UI"/>
                <a:ea typeface="Segoe UI"/>
                <a:cs typeface="Segoe UI"/>
              </a:defRPr>
            </a:lvl8pPr>
            <a:lvl9pPr>
              <a:defRPr sz="1875" b="0">
                <a:solidFill>
                  <a:srgbClr val="20252A"/>
                </a:solidFill>
                <a:latin typeface="Segoe UI"/>
                <a:ea typeface="Segoe UI"/>
                <a:cs typeface="Segoe UI"/>
              </a:defRPr>
            </a:lvl9pPr>
          </a:lstStyle>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Space: speak, point, write or pause.</a:t>
            </a:r>
          </a:p>
          <a:p xmlns:a="http://schemas.openxmlformats.org/drawingml/2006/main">
            <a:r>
              <a:t/>
            </a:r>
          </a:p>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Voice: own role and decision.</a:t>
            </a:r>
          </a:p>
          <a:p xmlns:a="http://schemas.openxmlformats.org/drawingml/2006/main">
            <a:r>
              <a:t/>
            </a:r>
          </a:p>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Audience: teacher and assessor.</a:t>
            </a:r>
          </a:p>
          <a:p xmlns:a="http://schemas.openxmlformats.org/drawingml/2006/main">
            <a:r>
              <a:t/>
            </a:r>
          </a:p>
          <a:p xmlns:a="http://schemas.openxmlformats.org/drawingml/2006/main">
            <a:pPr>
              <a:defRPr sz="1875" b="0">
                <a:solidFill>
                  <a:srgbClr val="20252A"/>
                </a:solidFill>
                <a:latin typeface="Segoe UI"/>
                <a:ea typeface="Segoe UI"/>
                <a:cs typeface="Segoe UI"/>
              </a:defRPr>
            </a:pPr>
            <a:r>
              <a:rPr sz="1875" b="0">
                <a:solidFill>
                  <a:srgbClr val="20252A"/>
                </a:solidFill>
                <a:latin typeface="Segoe UI"/>
                <a:ea typeface="Segoe UI"/>
                <a:cs typeface="Segoe UI"/>
              </a:rPr>
              <a:t>Influence: trial feedback changes the plan.</a:t>
            </a:r>
          </a:p>
        </p:txBody>
      </p:sp>
      <p:sp>
        <p:nvSpPr>
          <p:cNvPr id="10" name="text-9">
            <a:extLst xmlns:a="http://schemas.openxmlformats.org/drawingml/2006/main">
              <a:ext uri="{FF2B5EF4-FFF2-40B4-BE49-F238E27FC236}">
                <a16:creationId xmlns:a16="http://schemas.microsoft.com/office/drawing/2014/main" id="{6457AB84-5B86-4DAA-8331-8CF261FB98C8}"/>
              </a:ext>
            </a:extLst>
          </p:cNvPr>
          <p:cNvSpPr>
            <a:spLocks xmlns:a="http://schemas.openxmlformats.org/drawingml/2006/main" noGrp="1"/>
          </p:cNvSpPr>
          <p:nvPr/>
        </p:nvSpPr>
        <p:spPr>
          <a:xfrm xmlns:a="http://schemas.openxmlformats.org/drawingml/2006/main">
            <a:off x="609600" y="5619750"/>
            <a:ext cx="10972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00" b="1">
                <a:solidFill>
                  <a:srgbClr val="20252A"/>
                </a:solidFill>
                <a:latin typeface="Segoe UI"/>
                <a:ea typeface="Segoe UI"/>
                <a:cs typeface="Segoe UI"/>
              </a:defRPr>
            </a:defPPr>
            <a:lvl1pPr>
              <a:defRPr sz="2100" b="1">
                <a:solidFill>
                  <a:srgbClr val="20252A"/>
                </a:solidFill>
                <a:latin typeface="Segoe UI"/>
                <a:ea typeface="Segoe UI"/>
                <a:cs typeface="Segoe UI"/>
              </a:defRPr>
            </a:lvl1pPr>
            <a:lvl2pPr>
              <a:defRPr sz="2100" b="1">
                <a:solidFill>
                  <a:srgbClr val="20252A"/>
                </a:solidFill>
                <a:latin typeface="Segoe UI"/>
                <a:ea typeface="Segoe UI"/>
                <a:cs typeface="Segoe UI"/>
              </a:defRPr>
            </a:lvl2pPr>
            <a:lvl3pPr>
              <a:defRPr sz="2100" b="1">
                <a:solidFill>
                  <a:srgbClr val="20252A"/>
                </a:solidFill>
                <a:latin typeface="Segoe UI"/>
                <a:ea typeface="Segoe UI"/>
                <a:cs typeface="Segoe UI"/>
              </a:defRPr>
            </a:lvl3pPr>
            <a:lvl4pPr>
              <a:defRPr sz="2100" b="1">
                <a:solidFill>
                  <a:srgbClr val="20252A"/>
                </a:solidFill>
                <a:latin typeface="Segoe UI"/>
                <a:ea typeface="Segoe UI"/>
                <a:cs typeface="Segoe UI"/>
              </a:defRPr>
            </a:lvl4pPr>
            <a:lvl5pPr>
              <a:defRPr sz="2100" b="1">
                <a:solidFill>
                  <a:srgbClr val="20252A"/>
                </a:solidFill>
                <a:latin typeface="Segoe UI"/>
                <a:ea typeface="Segoe UI"/>
                <a:cs typeface="Segoe UI"/>
              </a:defRPr>
            </a:lvl5pPr>
            <a:lvl6pPr>
              <a:defRPr sz="2100" b="1">
                <a:solidFill>
                  <a:srgbClr val="20252A"/>
                </a:solidFill>
                <a:latin typeface="Segoe UI"/>
                <a:ea typeface="Segoe UI"/>
                <a:cs typeface="Segoe UI"/>
              </a:defRPr>
            </a:lvl6pPr>
            <a:lvl7pPr>
              <a:defRPr sz="2100" b="1">
                <a:solidFill>
                  <a:srgbClr val="20252A"/>
                </a:solidFill>
                <a:latin typeface="Segoe UI"/>
                <a:ea typeface="Segoe UI"/>
                <a:cs typeface="Segoe UI"/>
              </a:defRPr>
            </a:lvl7pPr>
            <a:lvl8pPr>
              <a:defRPr sz="2100" b="1">
                <a:solidFill>
                  <a:srgbClr val="20252A"/>
                </a:solidFill>
                <a:latin typeface="Segoe UI"/>
                <a:ea typeface="Segoe UI"/>
                <a:cs typeface="Segoe UI"/>
              </a:defRPr>
            </a:lvl8pPr>
            <a:lvl9pPr>
              <a:defRPr sz="2100" b="1">
                <a:solidFill>
                  <a:srgbClr val="20252A"/>
                </a:solidFill>
                <a:latin typeface="Segoe UI"/>
                <a:ea typeface="Segoe UI"/>
                <a:cs typeface="Segoe UI"/>
              </a:defRPr>
            </a:lvl9pPr>
          </a:lstStyle>
          <a:p xmlns:a="http://schemas.openxmlformats.org/drawingml/2006/main">
            <a:pPr>
              <a:defRPr sz="2100" b="1">
                <a:solidFill>
                  <a:srgbClr val="20252A"/>
                </a:solidFill>
                <a:latin typeface="Segoe UI"/>
                <a:ea typeface="Segoe UI"/>
                <a:cs typeface="Segoe UI"/>
              </a:defRPr>
            </a:pPr>
            <a:r>
              <a:rPr sz="2100" b="1">
                <a:solidFill>
                  <a:srgbClr val="20252A"/>
                </a:solidFill>
                <a:latin typeface="Segoe UI"/>
                <a:ea typeface="Segoe UI"/>
                <a:cs typeface="Segoe UI"/>
              </a:rPr>
              <a:t>VF · WS · I · NS · E · R</a:t>
            </a:r>
          </a:p>
        </p:txBody>
      </p:sp>
      <p:sp>
        <p:nvSpPr>
          <p:cNvPr id="11" name="text-10">
            <a:extLst xmlns:a="http://schemas.openxmlformats.org/drawingml/2006/main">
              <a:ext uri="{FF2B5EF4-FFF2-40B4-BE49-F238E27FC236}">
                <a16:creationId xmlns:a16="http://schemas.microsoft.com/office/drawing/2014/main" id="{E53E3C2D-6819-492D-8413-94504DD36581}"/>
              </a:ext>
            </a:extLst>
          </p:cNvPr>
          <p:cNvSpPr>
            <a:spLocks xmlns:a="http://schemas.openxmlformats.org/drawingml/2006/main" noGrp="1"/>
          </p:cNvSpPr>
          <p:nvPr/>
        </p:nvSpPr>
        <p:spPr>
          <a:xfrm xmlns:a="http://schemas.openxmlformats.org/drawingml/2006/main">
            <a:off x="609600" y="6115050"/>
            <a:ext cx="10972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725" b="0">
                <a:solidFill>
                  <a:srgbClr val="20252A"/>
                </a:solidFill>
                <a:latin typeface="Segoe UI"/>
                <a:ea typeface="Segoe UI"/>
                <a:cs typeface="Segoe UI"/>
              </a:defRPr>
            </a:defPPr>
            <a:lvl1pPr>
              <a:defRPr sz="1725" b="0">
                <a:solidFill>
                  <a:srgbClr val="20252A"/>
                </a:solidFill>
                <a:latin typeface="Segoe UI"/>
                <a:ea typeface="Segoe UI"/>
                <a:cs typeface="Segoe UI"/>
              </a:defRPr>
            </a:lvl1pPr>
            <a:lvl2pPr>
              <a:defRPr sz="1725" b="0">
                <a:solidFill>
                  <a:srgbClr val="20252A"/>
                </a:solidFill>
                <a:latin typeface="Segoe UI"/>
                <a:ea typeface="Segoe UI"/>
                <a:cs typeface="Segoe UI"/>
              </a:defRPr>
            </a:lvl2pPr>
            <a:lvl3pPr>
              <a:defRPr sz="1725" b="0">
                <a:solidFill>
                  <a:srgbClr val="20252A"/>
                </a:solidFill>
                <a:latin typeface="Segoe UI"/>
                <a:ea typeface="Segoe UI"/>
                <a:cs typeface="Segoe UI"/>
              </a:defRPr>
            </a:lvl3pPr>
            <a:lvl4pPr>
              <a:defRPr sz="1725" b="0">
                <a:solidFill>
                  <a:srgbClr val="20252A"/>
                </a:solidFill>
                <a:latin typeface="Segoe UI"/>
                <a:ea typeface="Segoe UI"/>
                <a:cs typeface="Segoe UI"/>
              </a:defRPr>
            </a:lvl4pPr>
            <a:lvl5pPr>
              <a:defRPr sz="1725" b="0">
                <a:solidFill>
                  <a:srgbClr val="20252A"/>
                </a:solidFill>
                <a:latin typeface="Segoe UI"/>
                <a:ea typeface="Segoe UI"/>
                <a:cs typeface="Segoe UI"/>
              </a:defRPr>
            </a:lvl5pPr>
            <a:lvl6pPr>
              <a:defRPr sz="1725" b="0">
                <a:solidFill>
                  <a:srgbClr val="20252A"/>
                </a:solidFill>
                <a:latin typeface="Segoe UI"/>
                <a:ea typeface="Segoe UI"/>
                <a:cs typeface="Segoe UI"/>
              </a:defRPr>
            </a:lvl6pPr>
            <a:lvl7pPr>
              <a:defRPr sz="1725" b="0">
                <a:solidFill>
                  <a:srgbClr val="20252A"/>
                </a:solidFill>
                <a:latin typeface="Segoe UI"/>
                <a:ea typeface="Segoe UI"/>
                <a:cs typeface="Segoe UI"/>
              </a:defRPr>
            </a:lvl7pPr>
            <a:lvl8pPr>
              <a:defRPr sz="1725" b="0">
                <a:solidFill>
                  <a:srgbClr val="20252A"/>
                </a:solidFill>
                <a:latin typeface="Segoe UI"/>
                <a:ea typeface="Segoe UI"/>
                <a:cs typeface="Segoe UI"/>
              </a:defRPr>
            </a:lvl8pPr>
            <a:lvl9pPr>
              <a:defRPr sz="1725" b="0">
                <a:solidFill>
                  <a:srgbClr val="20252A"/>
                </a:solidFill>
                <a:latin typeface="Segoe UI"/>
                <a:ea typeface="Segoe UI"/>
                <a:cs typeface="Segoe UI"/>
              </a:defRPr>
            </a:lvl9pPr>
          </a:lstStyle>
          <a:p xmlns:a="http://schemas.openxmlformats.org/drawingml/2006/main">
            <a:pPr>
              <a:defRPr sz="1725" b="0">
                <a:solidFill>
                  <a:srgbClr val="20252A"/>
                </a:solidFill>
                <a:latin typeface="Segoe UI"/>
                <a:ea typeface="Segoe UI"/>
                <a:cs typeface="Segoe UI"/>
              </a:defRPr>
            </a:pPr>
            <a:r>
              <a:rPr sz="1725" b="0">
                <a:solidFill>
                  <a:srgbClr val="20252A"/>
                </a:solidFill>
                <a:latin typeface="Segoe UI"/>
                <a:ea typeface="Segoe UI"/>
                <a:cs typeface="Segoe UI"/>
              </a:rPr>
              <a:t>Evidence: the evidence app. Adult releases each sample after the label check.</a:t>
            </a:r>
          </a:p>
        </p:txBody>
      </p:sp>
    </p:spTree>
    <p:extLst>
      <p:ext uri="{BB962C8B-B14F-4D97-AF65-F5344CB8AC3E}">
        <p14:creationId xmlns:p14="http://schemas.microsoft.com/office/powerpoint/2010/main" val="1381443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2026-10-21T11:37:47.0760000Z</dcterms:created>
  <dcterms:modified xsi:type="dcterms:W3CDTF">2026-10-21T11:37:47.0760000Z</dcterms:modified>
</coreProperties>
</file>