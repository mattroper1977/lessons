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1e90444248c4b46" /><Relationship Type="http://schemas.openxmlformats.org/officeDocument/2006/relationships/extended-properties" Target="/docProps/app.xml" Id="Rfffc696ab1e64731" /><Relationship Type="http://schemas.openxmlformats.org/officeDocument/2006/relationships/officeDocument" Target="/ppt/presentation.xml" Id="Rdb147ec74cb241ac" /></Relationships>
</file>

<file path=ppt/presentation.xml><?xml version="1.0" encoding="utf-8"?>
<p:presentation xmlns:p="http://schemas.openxmlformats.org/presentationml/2006/main">
  <p:sldMasterIdLst>
    <p:sldMasterId xmlns:r="http://schemas.openxmlformats.org/officeDocument/2006/relationships" id="2147483648" r:id="Rcc1ea25e70084e07"/>
  </p:sldMasterIdLst>
  <p:notesMasterIdLst>
    <p:notesMasterId xmlns:r="http://schemas.openxmlformats.org/officeDocument/2006/relationships" r:id="R51e2b6d66c974bf7"/>
  </p:notesMasterIdLst>
  <p:sldIdLst>
    <p:sldId xmlns:r="http://schemas.openxmlformats.org/officeDocument/2006/relationships" id="256" r:id="R6e98399026954795"/>
    <p:sldId xmlns:r="http://schemas.openxmlformats.org/officeDocument/2006/relationships" id="257" r:id="R5307e3bed1414a45"/>
    <p:sldId xmlns:r="http://schemas.openxmlformats.org/officeDocument/2006/relationships" id="258" r:id="R50aac9ce593545a6"/>
    <p:sldId xmlns:r="http://schemas.openxmlformats.org/officeDocument/2006/relationships" id="259" r:id="R7d7a2dc47f414950"/>
    <p:sldId xmlns:r="http://schemas.openxmlformats.org/officeDocument/2006/relationships" id="260" r:id="R9df408dd07894952"/>
    <p:sldId xmlns:r="http://schemas.openxmlformats.org/officeDocument/2006/relationships" id="261" r:id="Ra4635f760f0f4824"/>
    <p:sldId xmlns:r="http://schemas.openxmlformats.org/officeDocument/2006/relationships" id="262" r:id="Re550eb57eedf4d12"/>
    <p:sldId xmlns:r="http://schemas.openxmlformats.org/officeDocument/2006/relationships" id="263" r:id="R0b20ae3f7c3d4944"/>
    <p:sldId xmlns:r="http://schemas.openxmlformats.org/officeDocument/2006/relationships" id="264" r:id="R54f2afdab68c4a59"/>
    <p:sldId xmlns:r="http://schemas.openxmlformats.org/officeDocument/2006/relationships" id="265" r:id="Reda98b9e36484b6b"/>
    <p:sldId xmlns:r="http://schemas.openxmlformats.org/officeDocument/2006/relationships" id="266" r:id="R599ce9c656f14a0a"/>
    <p:sldId xmlns:r="http://schemas.openxmlformats.org/officeDocument/2006/relationships" id="267" r:id="R22ceb372a3cd493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2f0e9342e0469c" /><Relationship Type="http://schemas.openxmlformats.org/officeDocument/2006/relationships/slideMaster" Target="/ppt/slideMasters/slideMaster1.xml" Id="Rcc1ea25e70084e07" /><Relationship Type="http://schemas.openxmlformats.org/officeDocument/2006/relationships/notesMaster" Target="/ppt/notesMasters/notesMaster1.xml" Id="R51e2b6d66c974bf7" /><Relationship Type="http://schemas.openxmlformats.org/officeDocument/2006/relationships/presProps" Target="/ppt/presProps.xml" Id="R699cc392d892496f" /><Relationship Type="http://schemas.openxmlformats.org/officeDocument/2006/relationships/tableStyles" Target="/ppt/tableStyles.xml" Id="R09f50583013e42a2" /><Relationship Type="http://schemas.openxmlformats.org/officeDocument/2006/relationships/slide" Target="/ppt/slides/slide1.xml" Id="R6e98399026954795" /><Relationship Type="http://schemas.openxmlformats.org/officeDocument/2006/relationships/slide" Target="/ppt/slides/slide2.xml" Id="R5307e3bed1414a45" /><Relationship Type="http://schemas.openxmlformats.org/officeDocument/2006/relationships/slide" Target="/ppt/slides/slide3.xml" Id="R50aac9ce593545a6" /><Relationship Type="http://schemas.openxmlformats.org/officeDocument/2006/relationships/slide" Target="/ppt/slides/slide4.xml" Id="R7d7a2dc47f414950" /><Relationship Type="http://schemas.openxmlformats.org/officeDocument/2006/relationships/slide" Target="/ppt/slides/slide5.xml" Id="R9df408dd07894952" /><Relationship Type="http://schemas.openxmlformats.org/officeDocument/2006/relationships/slide" Target="/ppt/slides/slide6.xml" Id="Ra4635f760f0f4824" /><Relationship Type="http://schemas.openxmlformats.org/officeDocument/2006/relationships/slide" Target="/ppt/slides/slide7.xml" Id="Re550eb57eedf4d12" /><Relationship Type="http://schemas.openxmlformats.org/officeDocument/2006/relationships/slide" Target="/ppt/slides/slide8.xml" Id="R0b20ae3f7c3d4944" /><Relationship Type="http://schemas.openxmlformats.org/officeDocument/2006/relationships/slide" Target="/ppt/slides/slide9.xml" Id="R54f2afdab68c4a59" /><Relationship Type="http://schemas.openxmlformats.org/officeDocument/2006/relationships/slide" Target="/ppt/slides/slide10.xml" Id="Reda98b9e36484b6b" /><Relationship Type="http://schemas.openxmlformats.org/officeDocument/2006/relationships/slide" Target="/ppt/slides/slide11.xml" Id="R599ce9c656f14a0a" /><Relationship Type="http://schemas.openxmlformats.org/officeDocument/2006/relationships/slide" Target="/ppt/slides/slide12.xml" Id="R22ceb372a3cd49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1072283fa94b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b794670eac4ce3" /><Relationship Type="http://schemas.openxmlformats.org/officeDocument/2006/relationships/notesMaster" Target="/ppt/notesMasters/notesMaster1.xml" Id="R5c31f56cd32d4d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56ec212f99e4fcd" /><Relationship Type="http://schemas.openxmlformats.org/officeDocument/2006/relationships/notesMaster" Target="/ppt/notesMasters/notesMaster1.xml" Id="R8de9c50a822a42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643540bb924804" /><Relationship Type="http://schemas.openxmlformats.org/officeDocument/2006/relationships/notesMaster" Target="/ppt/notesMasters/notesMaster1.xml" Id="Rd122d798ce2c49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889ac9ce194c8c" /><Relationship Type="http://schemas.openxmlformats.org/officeDocument/2006/relationships/notesMaster" Target="/ppt/notesMasters/notesMaster1.xml" Id="Reb882d82599945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f20e1c728b48b7" /><Relationship Type="http://schemas.openxmlformats.org/officeDocument/2006/relationships/notesMaster" Target="/ppt/notesMasters/notesMaster1.xml" Id="Re0af6998845347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6f36e4a75b41e8" /><Relationship Type="http://schemas.openxmlformats.org/officeDocument/2006/relationships/notesMaster" Target="/ppt/notesMasters/notesMaster1.xml" Id="Rf63db610cb5c47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8986ee7eb44fc4" /><Relationship Type="http://schemas.openxmlformats.org/officeDocument/2006/relationships/notesMaster" Target="/ppt/notesMasters/notesMaster1.xml" Id="R8e8ae05b23084cd1"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67196cabe9489b" /><Relationship Type="http://schemas.openxmlformats.org/officeDocument/2006/relationships/notesMaster" Target="/ppt/notesMasters/notesMaster1.xml" Id="Rd3a44084c5394b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5e5b144ab3f94358" /><Relationship Type="http://schemas.openxmlformats.org/officeDocument/2006/relationships/notesMaster" Target="/ppt/notesMasters/notesMaster1.xml" Id="R4d3013f2a0ad494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37a918bf66b4109" /><Relationship Type="http://schemas.openxmlformats.org/officeDocument/2006/relationships/notesMaster" Target="/ppt/notesMasters/notesMaster1.xml" Id="R2163b8fef49a42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a2fc8567ed4f17" /><Relationship Type="http://schemas.openxmlformats.org/officeDocument/2006/relationships/notesMaster" Target="/ppt/notesMasters/notesMaster1.xml" Id="R511fa3f7b136409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ff79809567a4eb7" /><Relationship Type="http://schemas.openxmlformats.org/officeDocument/2006/relationships/notesMaster" Target="/ppt/notesMasters/notesMaster1.xml" Id="Refdca9ccf12943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Title + big question</a:t>
            </a:r>
          </a:p>
          <a:p xmlns:a="http://schemas.openxmlformats.org/drawingml/2006/main">
            <a:r>
              <a:t>Timing: 0 minutes. Reference only; no extra lesson time.</a:t>
            </a:r>
          </a:p>
          <a:p xmlns:a="http://schemas.openxmlformats.org/drawingml/2006/main">
            <a:r>
              <a:t>TA brief: Display before the timed lesson. Read the big question aloud. Do not add a timed title talk.</a:t>
            </a:r>
          </a:p>
          <a:p xmlns:a="http://schemas.openxmlformats.org/drawingml/2006/main">
            <a:r>
              <a:t>Cold Call: How is a decision different from a task?</a:t>
            </a:r>
          </a:p>
          <a:p xmlns:a="http://schemas.openxmlformats.org/drawingml/2006/main">
            <a:r>
              <a:t>Expected response: A decision is a choice between options. A task is an action. Accept the learner’s own words.</a:t>
            </a:r>
          </a:p>
          <a:p xmlns:a="http://schemas.openxmlformats.org/drawingml/2006/main">
            <a:r>
              <a:t>Edition: public.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Arrival &amp; regulation check</a:t>
            </a:r>
          </a:p>
          <a:p xmlns:a="http://schemas.openxmlformats.org/drawingml/2006/main">
            <a:r>
              <a:t>Timing: 3 minutes. </a:t>
            </a:r>
          </a:p>
          <a:p xmlns:a="http://schemas.openxmlformats.org/drawingml/2006/main">
            <a:r>
              <a:t>TA brief: Use a private regulation check. No public demand to explain feelings. Offer one reset and an easy return step: open the book. Colours describe a current need, not a pupil label.</a:t>
            </a:r>
          </a:p>
          <a:p xmlns:a="http://schemas.openxmlformats.org/drawingml/2006/main">
            <a:r>
              <a:t>Cold Call: What makes a score of three fair?</a:t>
            </a:r>
          </a:p>
          <a:p xmlns:a="http://schemas.openxmlformats.org/drawingml/2006/main">
            <a:r>
              <a:t>Expected response: It fits the agreed factor well, and there is information to support that score.</a:t>
            </a:r>
          </a:p>
          <a:p xmlns:a="http://schemas.openxmlformats.org/drawingml/2006/main">
            <a:r>
              <a:t>Edition: public.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Retrieval</a:t>
            </a:r>
          </a:p>
          <a:p xmlns:a="http://schemas.openxmlformats.org/drawingml/2006/main">
            <a:r>
              <a:t>Timing: 5 minutes. </a:t>
            </a:r>
          </a:p>
          <a:p xmlns:a="http://schemas.openxmlformats.org/drawingml/2006/main">
            <a:r>
              <a:t>TA brief: 0:00–1:00 pre-teach the eight mat words with picture cues. 1:00–2:30 collect up to three memories from the charity partner. Do not invent a quote or name. Put uncertain recall in a “to check” area. 2:30–5:00 compare with the four verified facts and record agreed campaign facts in books. A learner who did not attend can use the verified strip. Whole-class notes and copied facts alone are not individual project evidence.</a:t>
            </a:r>
          </a:p>
          <a:p xmlns:a="http://schemas.openxmlformats.org/drawingml/2006/main">
            <a:r>
              <a:t>Cold Call: How will we know you have met your target?</a:t>
            </a:r>
          </a:p>
          <a:p xmlns:a="http://schemas.openxmlformats.org/drawingml/2006/main">
            <a:r>
              <a:t>Expected response: The learner names the count or check in their own target and the dated evidence.</a:t>
            </a:r>
          </a:p>
          <a:p xmlns:a="http://schemas.openxmlformats.org/drawingml/2006/main">
            <a:r>
              <a:t>Edition: public.</a:t>
            </a:r>
          </a:p>
          <a:p xmlns:a="http://schemas.openxmlformats.org/drawingml/2006/main">
            <a:r>
              <a:t>Source: Zoe’s Place About us — https://www.zoes-place.org.uk/about/</a:t>
            </a:r>
          </a:p>
          <a:p xmlns:a="http://schemas.openxmlformats.org/drawingml/2006/main">
            <a:r>
              <a:t>Source: Zoe’s Place, our local hospice — https://www.zoes-place.org.uk/about/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Today: objective + "I can" statements with evidence links</a:t>
            </a:r>
          </a:p>
          <a:p xmlns:a="http://schemas.openxmlformats.org/drawingml/2006/main">
            <a:r>
              <a:t>Timing: 2 minutes. </a:t>
            </a:r>
          </a:p>
          <a:p xmlns:a="http://schemas.openxmlformats.org/drawingml/2006/main">
            <a:r>
              <a:t>TA brief: Read the objective. The task uses two personal targets. Evidence L3-E1 and L3-E2, with optional L3-E3, links to Project learning link: [QUAL]; [AWARD] unit awards: [QUAL]; [QUAL]. Keep each learner’s own contribution; no award completion is claimed.</a:t>
            </a:r>
          </a:p>
          <a:p xmlns:a="http://schemas.openxmlformats.org/drawingml/2006/main">
            <a:r>
              <a:t>Cold Call: How is a decision different from a task?</a:t>
            </a:r>
          </a:p>
          <a:p xmlns:a="http://schemas.openxmlformats.org/drawingml/2006/main">
            <a:r>
              <a:t>Expected response: A decision is a choice between options. A task is an action. Accept the learner’s own words.</a:t>
            </a:r>
          </a:p>
          <a:p xmlns:a="http://schemas.openxmlformats.org/drawingml/2006/main">
            <a:r>
              <a:t>Edition: public.</a:t>
            </a:r>
          </a:p>
          <a:p xmlns:a="http://schemas.openxmlformats.org/drawingml/2006/main">
            <a:r>
              <a:t>Source: LESSON_SOURCE.json · issue-3; owner accreditation ruling, 22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I DO</a:t>
            </a:r>
          </a:p>
          <a:p xmlns:a="http://schemas.openxmlformats.org/drawingml/2006/main">
            <a:r>
              <a:t>Timing: 6 minutes. </a:t>
            </a:r>
          </a:p>
          <a:p xmlns:a="http://schemas.openxmlformats.org/drawingml/2006/main">
            <a:r>
              <a:t>TA brief: Model one future product-choice target. Replace [date] with a real feasible date before teaching. Explain Specific, Measurable, Achievable, Realistic and Time-bound. This classroom scaffold uses Realistic; relevance appears in the reason. Show that “bake cakes” is an action without a choice. Model a reason, one possible difficulty, where to seek support, resources and a review point aloud. Example only: pupils must not copy it as their assessed plan. Link the model’s count of two options and three factors to how success is checked.</a:t>
            </a:r>
          </a:p>
          <a:p xmlns:a="http://schemas.openxmlformats.org/drawingml/2006/main">
            <a:r>
              <a:t>Cold Call: What makes a score of three fair?</a:t>
            </a:r>
          </a:p>
          <a:p xmlns:a="http://schemas.openxmlformats.org/drawingml/2006/main">
            <a:r>
              <a:t>Expected response: It fits the agreed factor well, and there is information to support that score.</a:t>
            </a:r>
          </a:p>
          <a:p xmlns:a="http://schemas.openxmlformats.org/drawingml/2006/main">
            <a:r>
              <a:t>Edition: public.</a:t>
            </a:r>
          </a:p>
          <a:p xmlns:a="http://schemas.openxmlformats.org/drawingml/2006/main">
            <a:r>
              <a:t>Source: LESSON_SOURCE.json · issue-3; owner accreditation ruling, 22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WE DO</a:t>
            </a:r>
          </a:p>
          <a:p xmlns:a="http://schemas.openxmlformats.org/drawingml/2006/main">
            <a:r>
              <a:t>Timing: 8 minutes. </a:t>
            </a:r>
          </a:p>
          <a:p xmlns:a="http://schemas.openxmlformats.org/drawingml/2006/main">
            <a:r>
              <a:t>TA brief: Run the eight-minute live decision: 1 minute agree or amend the four L2 factors; 1 minute read current ingredient/portion/time information; 3 minutes let learners score and justify both products; 1 minute total and agree; 1 minute capture each learner’s own recommendation and the group outcome; 1 minute hinge. A high score means a better fit, including lower cost. Use actual supplier/pack information, no invented prices. Compare cost per portion = batch cost divided by portions, if cost is retained. Use ? for a missing fact; check it before a purchase commitment. In a tie, learners explain a deciding factor or request one fact. The L2 worked example favoured traybake; today’s scores are new. The project teacher records the chosen product and purchase action, with a reason for any safety/budget override.</a:t>
            </a:r>
          </a:p>
          <a:p xmlns:a="http://schemas.openxmlformats.org/drawingml/2006/main">
            <a:r>
              <a:t>Cold Call: How will we know you have met your target?</a:t>
            </a:r>
          </a:p>
          <a:p xmlns:a="http://schemas.openxmlformats.org/drawingml/2006/main">
            <a:r>
              <a:t>Expected response: The learner names the count or check in their own target and the dated evidence.</a:t>
            </a:r>
          </a:p>
          <a:p xmlns:a="http://schemas.openxmlformats.org/drawingml/2006/main">
            <a:r>
              <a:t>Edition: public.</a:t>
            </a:r>
          </a:p>
          <a:p xmlns:a="http://schemas.openxmlformats.org/drawingml/2006/main">
            <a:r>
              <a:t>Expected wrong answers: A is a target because it is useful. / Both are targets because both involve cakes. / B is a task because it has an action word..</a:t>
            </a:r>
          </a:p>
          <a:p xmlns:a="http://schemas.openxmlformats.org/drawingml/2006/main">
            <a:r>
              <a:t>Decision rule: All learners identify B and explain a choice: move on. Otherwise re-model choice versus action, then use the parallel check.</a:t>
            </a:r>
          </a:p>
          <a:p xmlns:a="http://schemas.openxmlformats.org/drawingml/2006/main">
            <a:r>
              <a:t>Parallel check: “Make a poster” or “By [date], use a pros/cons list to choose one of two posters”? The second is the decision target.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YOU DO — in your book</a:t>
            </a:r>
          </a:p>
          <a:p xmlns:a="http://schemas.openxmlformats.org/drawingml/2006/main">
            <a:r>
              <a:t>Timing: 5 minutes. </a:t>
            </a:r>
          </a:p>
          <a:p xmlns:a="http://schemas.openxmlformats.org/drawingml/2006/main">
            <a:r>
              <a:t>TA brief: Use the learner’s own L2-E2 and L2-E1. First minute: select two real situations that still need a decision. Remaining four minutes: rehearse or note each target, reason, tool, difficulty, help, resources and date using the evidence sheet prompts as a visual reference, while writing in books. The blank choice cards reproduce only that learner’s earlier words. If L2 evidence is missing, let the learner identify their own situations/tools first; record that recovery separately and do not supply assessed content. Keep decisions safe for the learner’s wellbeing.</a:t>
            </a:r>
          </a:p>
          <a:p xmlns:a="http://schemas.openxmlformats.org/drawingml/2006/main">
            <a:r>
              <a:t>Cold Call: How is a decision different from a task?</a:t>
            </a:r>
          </a:p>
          <a:p xmlns:a="http://schemas.openxmlformats.org/drawingml/2006/main">
            <a:r>
              <a:t>Expected response: A decision is a choice between options. A task is an action. Accept the learner’s own words.</a:t>
            </a:r>
          </a:p>
          <a:p xmlns:a="http://schemas.openxmlformats.org/drawingml/2006/main">
            <a:r>
              <a:t>Edition: public.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YOU DO — evidence capture (project sheet)</a:t>
            </a:r>
          </a:p>
          <a:p xmlns:a="http://schemas.openxmlformats.org/drawingml/2006/main">
            <a:r>
              <a:t>Timing: 6 minutes. </a:t>
            </a:r>
          </a:p>
          <a:p xmlns:a="http://schemas.openxmlformats.org/drawingml/2006/main">
            <a:r>
              <a:t>TA brief: Six minutes: transfer concise responses from the book to pages 1 and 2. Complete the shared review and authorship fields on page 3. A scribe or voice note can capture the learner’s own words with a dated evidence reference. Read back and obtain confirmation. A learner may use short phrases. Optional third target: copy page 2 and relabel L3-E3. Adults do not provide a target, tool, situation, reason, difficulty or support choice. Check each learner’s own contribution and record a next step for unfinished work.</a:t>
            </a:r>
          </a:p>
          <a:p xmlns:a="http://schemas.openxmlformats.org/drawingml/2006/main">
            <a:r>
              <a:t>Cold Call: What makes a score of three fair?</a:t>
            </a:r>
          </a:p>
          <a:p xmlns:a="http://schemas.openxmlformats.org/drawingml/2006/main">
            <a:r>
              <a:t>Expected response: It fits the agreed factor well, and there is information to support that score.</a:t>
            </a:r>
          </a:p>
          <a:p xmlns:a="http://schemas.openxmlformats.org/drawingml/2006/main">
            <a:r>
              <a:t>Edition: public.</a:t>
            </a:r>
          </a:p>
          <a:p xmlns:a="http://schemas.openxmlformats.org/drawingml/2006/main">
            <a:r>
              <a:t>Source: LESSON_SOURCE.json · issue-3; owner accreditation ruling, 22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Evidence check before hand-in</a:t>
            </a:r>
          </a:p>
          <a:p xmlns:a="http://schemas.openxmlformats.org/drawingml/2006/main">
            <a:r>
              <a:t>Timing: 2 minutes. </a:t>
            </a:r>
          </a:p>
          <a:p xmlns:a="http://schemas.openxmlformats.org/drawingml/2006/main">
            <a:r>
              <a:t>TA brief: Learners self-check and improve one missing part. Staff review the learner’s targets, reasons and contribution, then record feedback and a next step. Two minutes is a check-in. If needed, finish the review after the lesson. Keep individual evidence alongside the shared decision.</a:t>
            </a:r>
          </a:p>
          <a:p xmlns:a="http://schemas.openxmlformats.org/drawingml/2006/main">
            <a:r>
              <a:t>Cold Call: How will we know you have met your target?</a:t>
            </a:r>
          </a:p>
          <a:p xmlns:a="http://schemas.openxmlformats.org/drawingml/2006/main">
            <a:r>
              <a:t>Expected response: The learner names the count or check in their own target and the dated evidence.</a:t>
            </a:r>
          </a:p>
          <a:p xmlns:a="http://schemas.openxmlformats.org/drawingml/2006/main">
            <a:r>
              <a:t>Edition: public.</a:t>
            </a:r>
          </a:p>
          <a:p xmlns:a="http://schemas.openxmlformats.org/drawingml/2006/main">
            <a:r>
              <a:t>Source: LESSON_SOURCE.json · issue-3; owner accreditation ruling, 22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Exit ticket</a:t>
            </a:r>
          </a:p>
          <a:p xmlns:a="http://schemas.openxmlformats.org/drawingml/2006/main">
            <a:r>
              <a:t>Timing: 3 minutes. </a:t>
            </a:r>
          </a:p>
          <a:p xmlns:a="http://schemas.openxmlformats.org/drawingml/2006/main">
            <a:r>
              <a:t>TA brief: Invite one target and first intended use. Accept a private response. This is a retrieval check. Plan the next support from the learner’s answer. Collect the dated evidence and link it in the correct edition’s evidence system.</a:t>
            </a:r>
          </a:p>
          <a:p xmlns:a="http://schemas.openxmlformats.org/drawingml/2006/main">
            <a:r>
              <a:t>Cold Call: How is a decision different from a task?</a:t>
            </a:r>
          </a:p>
          <a:p xmlns:a="http://schemas.openxmlformats.org/drawingml/2006/main">
            <a:r>
              <a:t>Expected response: A decision is a choice between options. A task is an action. Accept the learner’s own words.</a:t>
            </a:r>
          </a:p>
          <a:p xmlns:a="http://schemas.openxmlformats.org/drawingml/2006/main">
            <a:r>
              <a:t>Edition: public.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Key vocabulary mat (EAL)</a:t>
            </a:r>
          </a:p>
          <a:p xmlns:a="http://schemas.openxmlformats.org/drawingml/2006/main">
            <a:r>
              <a:t>Timing: 0 minutes. Reference only; no extra lesson time.</a:t>
            </a:r>
          </a:p>
          <a:p xmlns:a="http://schemas.openxmlformats.org/drawingml/2006/main">
            <a:r>
              <a:t>TA brief: Reference slide, no extra minutes. Use during Retrieval and revisit during I DO and both YOU DO stages. Read the word, point to the icon and invite a short phrase. Home-language rehearsal is welcome. No separate vocabulary worksheet response is needed.</a:t>
            </a:r>
          </a:p>
          <a:p xmlns:a="http://schemas.openxmlformats.org/drawingml/2006/main">
            <a:r>
              <a:t>Cold Call: What makes a score of three fair?</a:t>
            </a:r>
          </a:p>
          <a:p xmlns:a="http://schemas.openxmlformats.org/drawingml/2006/main">
            <a:r>
              <a:t>Expected response: It fits the agreed factor well, and there is information to support that score.</a:t>
            </a:r>
          </a:p>
          <a:p xmlns:a="http://schemas.openxmlformats.org/drawingml/2006/main">
            <a:r>
              <a:t>Edition: public.</a:t>
            </a:r>
          </a:p>
          <a:p xmlns:a="http://schemas.openxmlformats.org/drawingml/2006/main">
            <a:r>
              <a:t>Source: Lucide donation picture cue — https://lucide.dev/icons/hand-coins</a:t>
            </a:r>
          </a:p>
          <a:p xmlns:a="http://schemas.openxmlformats.org/drawingml/2006/main">
            <a:r>
              <a:t>Source: Lucide partner picture cue — https://lucide.dev/icons/handshake</a:t>
            </a:r>
          </a:p>
          <a:p xmlns:a="http://schemas.openxmlformats.org/drawingml/2006/main">
            <a:r>
              <a:t>Source: Lucide decision picture cue — https://lucide.dev/icons/signpost</a:t>
            </a:r>
          </a:p>
          <a:p xmlns:a="http://schemas.openxmlformats.org/drawingml/2006/main">
            <a:r>
              <a:t>Source: Lucide factor picture cue — https://lucide.dev/icons/scale</a:t>
            </a:r>
          </a:p>
          <a:p xmlns:a="http://schemas.openxmlformats.org/drawingml/2006/main">
            <a:r>
              <a:t>Source: Lucide target picture cue — https://lucide.dev/icons/target</a:t>
            </a:r>
          </a:p>
          <a:p xmlns:a="http://schemas.openxmlformats.org/drawingml/2006/main">
            <a:r>
              <a:t>Source: Lucide tool picture cue — https://lucide.dev/icons/list-checks</a:t>
            </a:r>
          </a:p>
          <a:p xmlns:a="http://schemas.openxmlformats.org/drawingml/2006/main">
            <a:r>
              <a:t>Source: Lucide evidence picture cue — https://lucide.dev/icons/file-check</a:t>
            </a:r>
          </a:p>
          <a:p xmlns:a="http://schemas.openxmlformats.org/drawingml/2006/main">
            <a:r>
              <a:t>Source: Lucide review picture cue — https://lucide.dev/icons/calendar-check</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TA / staff brief</a:t>
            </a:r>
          </a:p>
          <a:p xmlns:a="http://schemas.openxmlformats.org/drawingml/2006/main">
            <a:r>
              <a:t>Timing: 0 minutes. Reference only; no extra lesson time.</a:t>
            </a:r>
          </a:p>
          <a:p xmlns:a="http://schemas.openxmlformats.org/drawingml/2006/main">
            <a:r>
              <a:t>TA brief: Hidden staff slide; no lesson time. TA protects independent ownership, logs the support actually used, and reads back scribed words. Cold Call uses thinking time, a known invitation and a private response or pass where needed. The three core questions are listed on this slide. Lundy decisions and feedback must visibly affect the next step. Keep dated evidence of each learner’s own contribution.</a:t>
            </a:r>
          </a:p>
          <a:p xmlns:a="http://schemas.openxmlformats.org/drawingml/2006/main">
            <a:r>
              <a:t>Cold Call: How will we know you have met your target?</a:t>
            </a:r>
          </a:p>
          <a:p xmlns:a="http://schemas.openxmlformats.org/drawingml/2006/main">
            <a:r>
              <a:t>Expected response: The learner names the count or check in their own target and the dated evidence.</a:t>
            </a:r>
          </a:p>
          <a:p xmlns:a="http://schemas.openxmlformats.org/drawingml/2006/main">
            <a:r>
              <a:t>Edition: public.</a:t>
            </a:r>
          </a:p>
          <a:p xmlns:a="http://schemas.openxmlformats.org/drawingml/2006/main">
            <a:r>
              <a:t>Source: LESSON_SOURCE.json · issue-3; owner accreditation ruling, 22 October 2026.</a:t>
            </a:r>
          </a:p>
          <a:p xmlns:a="http://schemas.openxmlformats.org/drawingml/2006/main">
            <a:r>
              <a:t>Lundy: Space: Think first. Respond in a book, by pointing, by speech, or privately to an adult. A pause and a return are allowed.</a:t>
            </a:r>
          </a:p>
          <a:p xmlns:a="http://schemas.openxmlformats.org/drawingml/2006/main">
            <a:r>
              <a:t>Voice: Learners propose factors and a real product choice. Each learner owns their targets, tools, reasons and help plan.</a:t>
            </a:r>
          </a:p>
          <a:p xmlns:a="http://schemas.openxmlformats.org/drawingml/2006/main">
            <a:r>
              <a:t>Audience: the project teacher hears the group recommendation as the adult responsible for the project and purchases. The assessor hears each individual plan.</a:t>
            </a:r>
          </a:p>
          <a:p xmlns:a="http://schemas.openxmlformats.org/drawingml/2006/main">
            <a:r>
              <a:t>Influence: The checked choice changes the trial-bake shopping list. the project teacher records what will be bought, or the exact safety/budget reason for a change. Each learner’s plan sets their next decision task.</a:t>
            </a:r>
          </a:p>
          <a:p xmlns:a="http://schemas.openxmlformats.org/drawingml/2006/main">
            <a:r>
              <a:t>Feedback codes: VF, WS, I, NS, E, R only. Evidence platform: the evidence app. See planner for working key and local confirmation.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ccca4cefd9417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34aa781096d461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e334db2f28d43a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0a6c8fd142b4fb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bd9232e5225480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f95217f855e46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9C3626-B9E0-4062-8581-BEFF0BA8823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9C16FB9-E356-4186-A525-9795A5168FB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AFBCC3B-1660-490E-A25C-DAFF043C9B3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68890B-3870-45AA-BD7C-971A52ADC2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6BC15E1-A703-492B-9099-5451CB4D1A5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9FEAE5F-0722-402D-A379-B4271C706E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8B7A04-8C60-456E-B903-34B823A1AAA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A9EDA8F-079A-4555-9438-1765929C5B9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A055E4-9ED0-4BA0-BC28-DB5612B980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F05133-4581-402C-8191-04727551E18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873cb7f9874bab" /><Relationship Type="http://schemas.openxmlformats.org/officeDocument/2006/relationships/slideLayout" Target="/ppt/slideLayouts/slideLayout1.xml" Id="Rf7b7193ce12a4684" /><Relationship Type="http://schemas.openxmlformats.org/officeDocument/2006/relationships/slideLayout" Target="/ppt/slideLayouts/slideLayout2.xml" Id="R47501e3e67cb4285" /><Relationship Type="http://schemas.openxmlformats.org/officeDocument/2006/relationships/slideLayout" Target="/ppt/slideLayouts/slideLayout3.xml" Id="R455ddde76a1544b0" /><Relationship Type="http://schemas.openxmlformats.org/officeDocument/2006/relationships/slideLayout" Target="/ppt/slideLayouts/slideLayout4.xml" Id="R33ef0fe3bd8346ba" /><Relationship Type="http://schemas.openxmlformats.org/officeDocument/2006/relationships/slideLayout" Target="/ppt/slideLayouts/slideLayout5.xml" Id="Re2e73b195a414314" /><Relationship Type="http://schemas.openxmlformats.org/officeDocument/2006/relationships/slideLayout" Target="/ppt/slideLayouts/slideLayout6.xml" Id="Rd51d5f71973542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b7193ce12a4684"/>
    <p:sldLayoutId xmlns:r="http://schemas.openxmlformats.org/officeDocument/2006/relationships" id="2147483650" r:id="R47501e3e67cb4285"/>
    <p:sldLayoutId xmlns:r="http://schemas.openxmlformats.org/officeDocument/2006/relationships" id="2147483651" r:id="R455ddde76a1544b0"/>
    <p:sldLayoutId xmlns:r="http://schemas.openxmlformats.org/officeDocument/2006/relationships" id="2147483652" r:id="R33ef0fe3bd8346ba"/>
    <p:sldLayoutId xmlns:r="http://schemas.openxmlformats.org/officeDocument/2006/relationships" id="2147483653" r:id="Re2e73b195a414314"/>
    <p:sldLayoutId xmlns:r="http://schemas.openxmlformats.org/officeDocument/2006/relationships" id="2147483654" r:id="Rd51d5f71973542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59b506fbd534de8" /><Relationship Type="http://schemas.openxmlformats.org/officeDocument/2006/relationships/notesSlide" Target="/ppt/notesSlides/notesSlide1.xml" Id="R3032b6115e7841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28b8ff866f949be" /><Relationship Type="http://schemas.openxmlformats.org/officeDocument/2006/relationships/notesSlide" Target="/ppt/notesSlides/notesSlide2.xml" Id="Rcc95cca2c9ed49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f32f91175a645b9" /><Relationship Type="http://schemas.openxmlformats.org/officeDocument/2006/relationships/notesSlide" Target="/ppt/notesSlides/notesSlide3.xml" Id="R9293cea8a2c84e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014f56a86574953" /><Relationship Type="http://schemas.openxmlformats.org/officeDocument/2006/relationships/notesSlide" Target="/ppt/notesSlides/notesSlide4.xml" Id="R5dfb0c34fb2c4a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4618676a48044e6" /><Relationship Type="http://schemas.openxmlformats.org/officeDocument/2006/relationships/notesSlide" Target="/ppt/notesSlides/notesSlide5.xml" Id="R5a513286dc5f45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1eb0732b6e8459c" /><Relationship Type="http://schemas.openxmlformats.org/officeDocument/2006/relationships/notesSlide" Target="/ppt/notesSlides/notesSlide6.xml" Id="R402e8d13293943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24dd269ba52402c" /><Relationship Type="http://schemas.openxmlformats.org/officeDocument/2006/relationships/notesSlide" Target="/ppt/notesSlides/notesSlide7.xml" Id="R3839c7c8143049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4d3077976e34962" /><Relationship Type="http://schemas.openxmlformats.org/officeDocument/2006/relationships/notesSlide" Target="/ppt/notesSlides/notesSlide8.xml" Id="Rc19e361c65dc4c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beaa1e526d946b7" /><Relationship Type="http://schemas.openxmlformats.org/officeDocument/2006/relationships/notesSlide" Target="/ppt/notesSlides/notesSlide9.xml" Id="R9e3a23d603624e0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9c632ec012943fd" /><Relationship Type="http://schemas.openxmlformats.org/officeDocument/2006/relationships/notesSlide" Target="/ppt/notesSlides/notesSlide10.xml" Id="R10a044b2bccf4a7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84c9d418f7147c2" /><Relationship Type="http://schemas.openxmlformats.org/officeDocument/2006/relationships/image" Target="/ppt/media/image.png" Id="Rbf873369964945c5" /><Relationship Type="http://schemas.openxmlformats.org/officeDocument/2006/relationships/image" Target="/ppt/media/image2.png" Id="R9aab35acf3644cd6" /><Relationship Type="http://schemas.openxmlformats.org/officeDocument/2006/relationships/image" Target="/ppt/media/image3.png" Id="R6db0671959364b39" /><Relationship Type="http://schemas.openxmlformats.org/officeDocument/2006/relationships/image" Target="/ppt/media/image4.png" Id="R619ffa213e2f4ed9" /><Relationship Type="http://schemas.openxmlformats.org/officeDocument/2006/relationships/image" Target="/ppt/media/image5.png" Id="R3cffed3a3cfd4f56" /><Relationship Type="http://schemas.openxmlformats.org/officeDocument/2006/relationships/image" Target="/ppt/media/image6.png" Id="R1c8f767132744b64" /><Relationship Type="http://schemas.openxmlformats.org/officeDocument/2006/relationships/image" Target="/ppt/media/image7.png" Id="R314335c5f9da43de" /><Relationship Type="http://schemas.openxmlformats.org/officeDocument/2006/relationships/image" Target="/ppt/media/image8.png" Id="R8f344ddad9674163" /><Relationship Type="http://schemas.openxmlformats.org/officeDocument/2006/relationships/notesSlide" Target="/ppt/notesSlides/notesSlide11.xml" Id="Rc644456a8c734c2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65a3c7a56de4a53" /><Relationship Type="http://schemas.openxmlformats.org/officeDocument/2006/relationships/notesSlide" Target="/ppt/notesSlides/notesSlide12.xml" Id="Raf62b2f15fe74063" /></Relationships>
</file>

<file path=ppt/slides/slide1.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5" name="project-title-0">
            <a:extLst xmlns:a="http://schemas.openxmlformats.org/drawingml/2006/main">
              <a:ext uri="{FF2B5EF4-FFF2-40B4-BE49-F238E27FC236}">
                <a16:creationId xmlns:a16="http://schemas.microsoft.com/office/drawing/2014/main" id="{D832DAE2-C607-4F06-BC28-611957BD109E}"/>
              </a:ext>
            </a:extLst>
          </p:cNvPr>
          <p:cNvSpPr>
            <a:spLocks xmlns:a="http://schemas.openxmlformats.org/drawingml/2006/main" noGrp="1"/>
          </p:cNvSpPr>
          <p:nvPr/>
        </p:nvSpPr>
        <p:spPr>
          <a:xfrm xmlns:a="http://schemas.openxmlformats.org/drawingml/2006/main">
            <a:off x="609600" y="523875"/>
            <a:ext cx="10620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0">
                <a:solidFill>
                  <a:srgbClr val="535B62"/>
                </a:solidFill>
                <a:latin typeface="Segoe UI"/>
                <a:ea typeface="Segoe UI"/>
                <a:cs typeface="Segoe UI"/>
              </a:defRPr>
            </a:defPPr>
            <a:lvl1pPr>
              <a:defRPr sz="1800" b="0">
                <a:solidFill>
                  <a:srgbClr val="535B62"/>
                </a:solidFill>
                <a:latin typeface="Segoe UI"/>
                <a:ea typeface="Segoe UI"/>
                <a:cs typeface="Segoe UI"/>
              </a:defRPr>
            </a:lvl1pPr>
            <a:lvl2pPr>
              <a:defRPr sz="1800" b="0">
                <a:solidFill>
                  <a:srgbClr val="535B62"/>
                </a:solidFill>
                <a:latin typeface="Segoe UI"/>
                <a:ea typeface="Segoe UI"/>
                <a:cs typeface="Segoe UI"/>
              </a:defRPr>
            </a:lvl2pPr>
            <a:lvl3pPr>
              <a:defRPr sz="1800" b="0">
                <a:solidFill>
                  <a:srgbClr val="535B62"/>
                </a:solidFill>
                <a:latin typeface="Segoe UI"/>
                <a:ea typeface="Segoe UI"/>
                <a:cs typeface="Segoe UI"/>
              </a:defRPr>
            </a:lvl3pPr>
            <a:lvl4pPr>
              <a:defRPr sz="1800" b="0">
                <a:solidFill>
                  <a:srgbClr val="535B62"/>
                </a:solidFill>
                <a:latin typeface="Segoe UI"/>
                <a:ea typeface="Segoe UI"/>
                <a:cs typeface="Segoe UI"/>
              </a:defRPr>
            </a:lvl4pPr>
            <a:lvl5pPr>
              <a:defRPr sz="1800" b="0">
                <a:solidFill>
                  <a:srgbClr val="535B62"/>
                </a:solidFill>
                <a:latin typeface="Segoe UI"/>
                <a:ea typeface="Segoe UI"/>
                <a:cs typeface="Segoe UI"/>
              </a:defRPr>
            </a:lvl5pPr>
            <a:lvl6pPr>
              <a:defRPr sz="1800" b="0">
                <a:solidFill>
                  <a:srgbClr val="535B62"/>
                </a:solidFill>
                <a:latin typeface="Segoe UI"/>
                <a:ea typeface="Segoe UI"/>
                <a:cs typeface="Segoe UI"/>
              </a:defRPr>
            </a:lvl6pPr>
            <a:lvl7pPr>
              <a:defRPr sz="1800" b="0">
                <a:solidFill>
                  <a:srgbClr val="535B62"/>
                </a:solidFill>
                <a:latin typeface="Segoe UI"/>
                <a:ea typeface="Segoe UI"/>
                <a:cs typeface="Segoe UI"/>
              </a:defRPr>
            </a:lvl7pPr>
            <a:lvl8pPr>
              <a:defRPr sz="1800" b="0">
                <a:solidFill>
                  <a:srgbClr val="535B62"/>
                </a:solidFill>
                <a:latin typeface="Segoe UI"/>
                <a:ea typeface="Segoe UI"/>
                <a:cs typeface="Segoe UI"/>
              </a:defRPr>
            </a:lvl8pPr>
            <a:lvl9pPr>
              <a:defRPr sz="1800" b="0">
                <a:solidFill>
                  <a:srgbClr val="535B62"/>
                </a:solidFill>
                <a:latin typeface="Segoe UI"/>
                <a:ea typeface="Segoe UI"/>
                <a:cs typeface="Segoe UI"/>
              </a:defRPr>
            </a:lvl9pPr>
          </a:lstStyle>
          <a:p xmlns:a="http://schemas.openxmlformats.org/drawingml/2006/main">
            <a:pPr>
              <a:defRPr sz="1800" b="0">
                <a:solidFill>
                  <a:srgbClr val="535B62"/>
                </a:solidFill>
                <a:latin typeface="Segoe UI"/>
                <a:ea typeface="Segoe UI"/>
                <a:cs typeface="Segoe UI"/>
              </a:defRPr>
            </a:pPr>
            <a:r>
              <a:rPr sz="1800" b="0">
                <a:solidFill>
                  <a:srgbClr val="535B62"/>
                </a:solidFill>
                <a:latin typeface="Segoe UI"/>
                <a:ea typeface="Segoe UI"/>
                <a:cs typeface="Segoe UI"/>
              </a:rPr>
              <a:t>GROW Community Project · Charity Cake Sale for Zoe's Place</a:t>
            </a:r>
          </a:p>
        </p:txBody>
      </p:sp>
      <p:sp>
        <p:nvSpPr>
          <p:cNvPr id="2" name="heading-1">
            <a:extLst xmlns:a="http://schemas.openxmlformats.org/drawingml/2006/main">
              <a:ext uri="{FF2B5EF4-FFF2-40B4-BE49-F238E27FC236}">
                <a16:creationId xmlns:a16="http://schemas.microsoft.com/office/drawing/2014/main" id="{8E6EB071-6F5C-4354-8B21-62833D10BEC8}"/>
              </a:ext>
            </a:extLst>
          </p:cNvPr>
          <p:cNvSpPr>
            <a:spLocks xmlns:a="http://schemas.openxmlformats.org/drawingml/2006/main" noGrp="1"/>
          </p:cNvSpPr>
          <p:nvPr/>
        </p:nvSpPr>
        <p:spPr>
          <a:xfrm xmlns:a="http://schemas.openxmlformats.org/drawingml/2006/main">
            <a:off x="609600" y="1733550"/>
            <a:ext cx="10620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500" b="1">
                <a:solidFill>
                  <a:srgbClr val="20252A"/>
                </a:solidFill>
                <a:latin typeface="Segoe UI"/>
                <a:ea typeface="Segoe UI"/>
                <a:cs typeface="Segoe UI"/>
              </a:defRPr>
            </a:defPPr>
            <a:lvl1pPr>
              <a:defRPr sz="4500" b="1">
                <a:solidFill>
                  <a:srgbClr val="20252A"/>
                </a:solidFill>
                <a:latin typeface="Segoe UI"/>
                <a:ea typeface="Segoe UI"/>
                <a:cs typeface="Segoe UI"/>
              </a:defRPr>
            </a:lvl1pPr>
            <a:lvl2pPr>
              <a:defRPr sz="4500" b="1">
                <a:solidFill>
                  <a:srgbClr val="20252A"/>
                </a:solidFill>
                <a:latin typeface="Segoe UI"/>
                <a:ea typeface="Segoe UI"/>
                <a:cs typeface="Segoe UI"/>
              </a:defRPr>
            </a:lvl2pPr>
            <a:lvl3pPr>
              <a:defRPr sz="4500" b="1">
                <a:solidFill>
                  <a:srgbClr val="20252A"/>
                </a:solidFill>
                <a:latin typeface="Segoe UI"/>
                <a:ea typeface="Segoe UI"/>
                <a:cs typeface="Segoe UI"/>
              </a:defRPr>
            </a:lvl3pPr>
            <a:lvl4pPr>
              <a:defRPr sz="4500" b="1">
                <a:solidFill>
                  <a:srgbClr val="20252A"/>
                </a:solidFill>
                <a:latin typeface="Segoe UI"/>
                <a:ea typeface="Segoe UI"/>
                <a:cs typeface="Segoe UI"/>
              </a:defRPr>
            </a:lvl4pPr>
            <a:lvl5pPr>
              <a:defRPr sz="4500" b="1">
                <a:solidFill>
                  <a:srgbClr val="20252A"/>
                </a:solidFill>
                <a:latin typeface="Segoe UI"/>
                <a:ea typeface="Segoe UI"/>
                <a:cs typeface="Segoe UI"/>
              </a:defRPr>
            </a:lvl5pPr>
            <a:lvl6pPr>
              <a:defRPr sz="4500" b="1">
                <a:solidFill>
                  <a:srgbClr val="20252A"/>
                </a:solidFill>
                <a:latin typeface="Segoe UI"/>
                <a:ea typeface="Segoe UI"/>
                <a:cs typeface="Segoe UI"/>
              </a:defRPr>
            </a:lvl6pPr>
            <a:lvl7pPr>
              <a:defRPr sz="4500" b="1">
                <a:solidFill>
                  <a:srgbClr val="20252A"/>
                </a:solidFill>
                <a:latin typeface="Segoe UI"/>
                <a:ea typeface="Segoe UI"/>
                <a:cs typeface="Segoe UI"/>
              </a:defRPr>
            </a:lvl7pPr>
            <a:lvl8pPr>
              <a:defRPr sz="4500" b="1">
                <a:solidFill>
                  <a:srgbClr val="20252A"/>
                </a:solidFill>
                <a:latin typeface="Segoe UI"/>
                <a:ea typeface="Segoe UI"/>
                <a:cs typeface="Segoe UI"/>
              </a:defRPr>
            </a:lvl8pPr>
            <a:lvl9pPr>
              <a:defRPr sz="4500" b="1">
                <a:solidFill>
                  <a:srgbClr val="20252A"/>
                </a:solidFill>
                <a:latin typeface="Segoe UI"/>
                <a:ea typeface="Segoe UI"/>
                <a:cs typeface="Segoe UI"/>
              </a:defRPr>
            </a:lvl9pPr>
          </a:lstStyle>
          <a:p xmlns:a="http://schemas.openxmlformats.org/drawingml/2006/main">
            <a:pPr>
              <a:defRPr sz="4500" b="1">
                <a:solidFill>
                  <a:srgbClr val="20252A"/>
                </a:solidFill>
                <a:latin typeface="Segoe UI"/>
                <a:ea typeface="Segoe UI"/>
                <a:cs typeface="Segoe UI"/>
              </a:defRPr>
            </a:pPr>
            <a:r>
              <a:rPr sz="4500" b="1">
                <a:solidFill>
                  <a:srgbClr val="20252A"/>
                </a:solidFill>
                <a:latin typeface="Segoe UI"/>
                <a:ea typeface="Segoe UI"/>
                <a:cs typeface="Segoe UI"/>
              </a:rPr>
              <a:t>From charity facts to our plan</a:t>
            </a:r>
          </a:p>
        </p:txBody>
      </p:sp>
      <p:sp>
        <p:nvSpPr>
          <p:cNvPr id="3" name="big-question-2">
            <a:extLst xmlns:a="http://schemas.openxmlformats.org/drawingml/2006/main">
              <a:ext uri="{FF2B5EF4-FFF2-40B4-BE49-F238E27FC236}">
                <a16:creationId xmlns:a16="http://schemas.microsoft.com/office/drawing/2014/main" id="{86F9C7CA-1CB5-40A0-A88D-66ECECF8B830}"/>
              </a:ext>
            </a:extLst>
          </p:cNvPr>
          <p:cNvSpPr>
            <a:spLocks xmlns:a="http://schemas.openxmlformats.org/drawingml/2006/main" noGrp="1"/>
          </p:cNvSpPr>
          <p:nvPr/>
        </p:nvSpPr>
        <p:spPr>
          <a:xfrm xmlns:a="http://schemas.openxmlformats.org/drawingml/2006/main">
            <a:off x="609600" y="3476625"/>
            <a:ext cx="10620375"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00" b="0">
                <a:solidFill>
                  <a:srgbClr val="20252A"/>
                </a:solidFill>
                <a:latin typeface="Segoe UI"/>
                <a:ea typeface="Segoe UI"/>
                <a:cs typeface="Segoe UI"/>
              </a:defRPr>
            </a:defPPr>
            <a:lvl1pPr>
              <a:defRPr sz="2700" b="0">
                <a:solidFill>
                  <a:srgbClr val="20252A"/>
                </a:solidFill>
                <a:latin typeface="Segoe UI"/>
                <a:ea typeface="Segoe UI"/>
                <a:cs typeface="Segoe UI"/>
              </a:defRPr>
            </a:lvl1pPr>
            <a:lvl2pPr>
              <a:defRPr sz="2700" b="0">
                <a:solidFill>
                  <a:srgbClr val="20252A"/>
                </a:solidFill>
                <a:latin typeface="Segoe UI"/>
                <a:ea typeface="Segoe UI"/>
                <a:cs typeface="Segoe UI"/>
              </a:defRPr>
            </a:lvl2pPr>
            <a:lvl3pPr>
              <a:defRPr sz="2700" b="0">
                <a:solidFill>
                  <a:srgbClr val="20252A"/>
                </a:solidFill>
                <a:latin typeface="Segoe UI"/>
                <a:ea typeface="Segoe UI"/>
                <a:cs typeface="Segoe UI"/>
              </a:defRPr>
            </a:lvl3pPr>
            <a:lvl4pPr>
              <a:defRPr sz="2700" b="0">
                <a:solidFill>
                  <a:srgbClr val="20252A"/>
                </a:solidFill>
                <a:latin typeface="Segoe UI"/>
                <a:ea typeface="Segoe UI"/>
                <a:cs typeface="Segoe UI"/>
              </a:defRPr>
            </a:lvl4pPr>
            <a:lvl5pPr>
              <a:defRPr sz="2700" b="0">
                <a:solidFill>
                  <a:srgbClr val="20252A"/>
                </a:solidFill>
                <a:latin typeface="Segoe UI"/>
                <a:ea typeface="Segoe UI"/>
                <a:cs typeface="Segoe UI"/>
              </a:defRPr>
            </a:lvl5pPr>
            <a:lvl6pPr>
              <a:defRPr sz="2700" b="0">
                <a:solidFill>
                  <a:srgbClr val="20252A"/>
                </a:solidFill>
                <a:latin typeface="Segoe UI"/>
                <a:ea typeface="Segoe UI"/>
                <a:cs typeface="Segoe UI"/>
              </a:defRPr>
            </a:lvl6pPr>
            <a:lvl7pPr>
              <a:defRPr sz="2700" b="0">
                <a:solidFill>
                  <a:srgbClr val="20252A"/>
                </a:solidFill>
                <a:latin typeface="Segoe UI"/>
                <a:ea typeface="Segoe UI"/>
                <a:cs typeface="Segoe UI"/>
              </a:defRPr>
            </a:lvl7pPr>
            <a:lvl8pPr>
              <a:defRPr sz="2700" b="0">
                <a:solidFill>
                  <a:srgbClr val="20252A"/>
                </a:solidFill>
                <a:latin typeface="Segoe UI"/>
                <a:ea typeface="Segoe UI"/>
                <a:cs typeface="Segoe UI"/>
              </a:defRPr>
            </a:lvl8pPr>
            <a:lvl9pPr>
              <a:defRPr sz="2700" b="0">
                <a:solidFill>
                  <a:srgbClr val="20252A"/>
                </a:solidFill>
                <a:latin typeface="Segoe UI"/>
                <a:ea typeface="Segoe UI"/>
                <a:cs typeface="Segoe UI"/>
              </a:defRPr>
            </a:lvl9pPr>
          </a:lstStyle>
          <a:p xmlns:a="http://schemas.openxmlformats.org/drawingml/2006/main">
            <a:pPr>
              <a:defRPr sz="2700" b="0">
                <a:solidFill>
                  <a:srgbClr val="20252A"/>
                </a:solidFill>
                <a:latin typeface="Segoe UI"/>
                <a:ea typeface="Segoe UI"/>
                <a:cs typeface="Segoe UI"/>
              </a:defRPr>
            </a:pPr>
            <a:r>
              <a:rPr sz="2700" b="0">
                <a:solidFill>
                  <a:srgbClr val="20252A"/>
                </a:solidFill>
                <a:latin typeface="Segoe UI"/>
                <a:ea typeface="Segoe UI"/>
                <a:cs typeface="Segoe UI"/>
              </a:rPr>
              <a:t>What have we learned about Zoe's Place — and how will we make good decisions for them?</a:t>
            </a:r>
          </a:p>
        </p:txBody>
      </p:sp>
      <p:sp>
        <p:nvSpPr>
          <p:cNvPr id="4" name="text-3">
            <a:extLst xmlns:a="http://schemas.openxmlformats.org/drawingml/2006/main">
              <a:ext uri="{FF2B5EF4-FFF2-40B4-BE49-F238E27FC236}">
                <a16:creationId xmlns:a16="http://schemas.microsoft.com/office/drawing/2014/main" id="{35D673AE-59A2-4578-ACCC-87EEBB11A12E}"/>
              </a:ext>
            </a:extLst>
          </p:cNvPr>
          <p:cNvSpPr>
            <a:spLocks xmlns:a="http://schemas.openxmlformats.org/drawingml/2006/main" noGrp="1"/>
          </p:cNvSpPr>
          <p:nvPr/>
        </p:nvSpPr>
        <p:spPr>
          <a:xfrm xmlns:a="http://schemas.openxmlformats.org/drawingml/2006/main">
            <a:off x="609600" y="5762625"/>
            <a:ext cx="1062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725" b="0">
                <a:solidFill>
                  <a:srgbClr val="535B62"/>
                </a:solidFill>
                <a:latin typeface="Segoe UI"/>
                <a:ea typeface="Segoe UI"/>
                <a:cs typeface="Segoe UI"/>
              </a:defRPr>
            </a:defPPr>
            <a:lvl1pPr>
              <a:defRPr sz="1725" b="0">
                <a:solidFill>
                  <a:srgbClr val="535B62"/>
                </a:solidFill>
                <a:latin typeface="Segoe UI"/>
                <a:ea typeface="Segoe UI"/>
                <a:cs typeface="Segoe UI"/>
              </a:defRPr>
            </a:lvl1pPr>
            <a:lvl2pPr>
              <a:defRPr sz="1725" b="0">
                <a:solidFill>
                  <a:srgbClr val="535B62"/>
                </a:solidFill>
                <a:latin typeface="Segoe UI"/>
                <a:ea typeface="Segoe UI"/>
                <a:cs typeface="Segoe UI"/>
              </a:defRPr>
            </a:lvl2pPr>
            <a:lvl3pPr>
              <a:defRPr sz="1725" b="0">
                <a:solidFill>
                  <a:srgbClr val="535B62"/>
                </a:solidFill>
                <a:latin typeface="Segoe UI"/>
                <a:ea typeface="Segoe UI"/>
                <a:cs typeface="Segoe UI"/>
              </a:defRPr>
            </a:lvl3pPr>
            <a:lvl4pPr>
              <a:defRPr sz="1725" b="0">
                <a:solidFill>
                  <a:srgbClr val="535B62"/>
                </a:solidFill>
                <a:latin typeface="Segoe UI"/>
                <a:ea typeface="Segoe UI"/>
                <a:cs typeface="Segoe UI"/>
              </a:defRPr>
            </a:lvl4pPr>
            <a:lvl5pPr>
              <a:defRPr sz="1725" b="0">
                <a:solidFill>
                  <a:srgbClr val="535B62"/>
                </a:solidFill>
                <a:latin typeface="Segoe UI"/>
                <a:ea typeface="Segoe UI"/>
                <a:cs typeface="Segoe UI"/>
              </a:defRPr>
            </a:lvl5pPr>
            <a:lvl6pPr>
              <a:defRPr sz="1725" b="0">
                <a:solidFill>
                  <a:srgbClr val="535B62"/>
                </a:solidFill>
                <a:latin typeface="Segoe UI"/>
                <a:ea typeface="Segoe UI"/>
                <a:cs typeface="Segoe UI"/>
              </a:defRPr>
            </a:lvl6pPr>
            <a:lvl7pPr>
              <a:defRPr sz="1725" b="0">
                <a:solidFill>
                  <a:srgbClr val="535B62"/>
                </a:solidFill>
                <a:latin typeface="Segoe UI"/>
                <a:ea typeface="Segoe UI"/>
                <a:cs typeface="Segoe UI"/>
              </a:defRPr>
            </a:lvl7pPr>
            <a:lvl8pPr>
              <a:defRPr sz="1725" b="0">
                <a:solidFill>
                  <a:srgbClr val="535B62"/>
                </a:solidFill>
                <a:latin typeface="Segoe UI"/>
                <a:ea typeface="Segoe UI"/>
                <a:cs typeface="Segoe UI"/>
              </a:defRPr>
            </a:lvl8pPr>
            <a:lvl9pPr>
              <a:defRPr sz="1725" b="0">
                <a:solidFill>
                  <a:srgbClr val="535B62"/>
                </a:solidFill>
                <a:latin typeface="Segoe UI"/>
                <a:ea typeface="Segoe UI"/>
                <a:cs typeface="Segoe UI"/>
              </a:defRPr>
            </a:lvl9pPr>
          </a:lstStyle>
          <a:p xmlns:a="http://schemas.openxmlformats.org/drawingml/2006/main">
            <a:pPr>
              <a:defRPr sz="1725" b="0">
                <a:solidFill>
                  <a:srgbClr val="535B62"/>
                </a:solidFill>
                <a:latin typeface="Segoe UI"/>
                <a:ea typeface="Segoe UI"/>
                <a:cs typeface="Segoe UI"/>
              </a:defRPr>
            </a:pPr>
            <a:r>
              <a:rPr sz="1725" b="0">
                <a:solidFill>
                  <a:srgbClr val="535B62"/>
                </a:solidFill>
                <a:latin typeface="Segoe UI"/>
                <a:ea typeface="Segoe UI"/>
                <a:cs typeface="Segoe UI"/>
              </a:rPr>
              <a:t>Lesson 3  ·  Autumn 1 Week 5  ·  40 minutes</a:t>
            </a:r>
          </a:p>
        </p:txBody>
      </p:sp>
    </p:spTree>
    <p:extLst>
      <p:ext uri="{BB962C8B-B14F-4D97-AF65-F5344CB8AC3E}">
        <p14:creationId xmlns:p14="http://schemas.microsoft.com/office/powerpoint/2010/main" val="1734327884"/>
      </p:ext>
    </p:extLst>
  </p:cSld>
</p:sld>
</file>

<file path=ppt/slides/slide2.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15" name="heading-0">
            <a:extLst xmlns:a="http://schemas.openxmlformats.org/drawingml/2006/main">
              <a:ext uri="{FF2B5EF4-FFF2-40B4-BE49-F238E27FC236}">
                <a16:creationId xmlns:a16="http://schemas.microsoft.com/office/drawing/2014/main" id="{FC200B94-5E33-403E-8061-EC431BDE566B}"/>
              </a:ext>
            </a:extLst>
          </p:cNvPr>
          <p:cNvSpPr>
            <a:spLocks xmlns:a="http://schemas.openxmlformats.org/drawingml/2006/main" noGrp="1"/>
          </p:cNvSpPr>
          <p:nvPr/>
        </p:nvSpPr>
        <p:spPr>
          <a:xfrm xmlns:a="http://schemas.openxmlformats.org/drawingml/2006/main">
            <a:off x="609600" y="40005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20252A"/>
                </a:solidFill>
                <a:latin typeface="Segoe UI"/>
                <a:ea typeface="Segoe UI"/>
                <a:cs typeface="Segoe UI"/>
              </a:defRPr>
            </a:defPPr>
            <a:lvl1pPr>
              <a:defRPr sz="3300" b="1">
                <a:solidFill>
                  <a:srgbClr val="20252A"/>
                </a:solidFill>
                <a:latin typeface="Segoe UI"/>
                <a:ea typeface="Segoe UI"/>
                <a:cs typeface="Segoe UI"/>
              </a:defRPr>
            </a:lvl1pPr>
            <a:lvl2pPr>
              <a:defRPr sz="3300" b="1">
                <a:solidFill>
                  <a:srgbClr val="20252A"/>
                </a:solidFill>
                <a:latin typeface="Segoe UI"/>
                <a:ea typeface="Segoe UI"/>
                <a:cs typeface="Segoe UI"/>
              </a:defRPr>
            </a:lvl2pPr>
            <a:lvl3pPr>
              <a:defRPr sz="3300" b="1">
                <a:solidFill>
                  <a:srgbClr val="20252A"/>
                </a:solidFill>
                <a:latin typeface="Segoe UI"/>
                <a:ea typeface="Segoe UI"/>
                <a:cs typeface="Segoe UI"/>
              </a:defRPr>
            </a:lvl3pPr>
            <a:lvl4pPr>
              <a:defRPr sz="3300" b="1">
                <a:solidFill>
                  <a:srgbClr val="20252A"/>
                </a:solidFill>
                <a:latin typeface="Segoe UI"/>
                <a:ea typeface="Segoe UI"/>
                <a:cs typeface="Segoe UI"/>
              </a:defRPr>
            </a:lvl4pPr>
            <a:lvl5pPr>
              <a:defRPr sz="3300" b="1">
                <a:solidFill>
                  <a:srgbClr val="20252A"/>
                </a:solidFill>
                <a:latin typeface="Segoe UI"/>
                <a:ea typeface="Segoe UI"/>
                <a:cs typeface="Segoe UI"/>
              </a:defRPr>
            </a:lvl5pPr>
            <a:lvl6pPr>
              <a:defRPr sz="3300" b="1">
                <a:solidFill>
                  <a:srgbClr val="20252A"/>
                </a:solidFill>
                <a:latin typeface="Segoe UI"/>
                <a:ea typeface="Segoe UI"/>
                <a:cs typeface="Segoe UI"/>
              </a:defRPr>
            </a:lvl6pPr>
            <a:lvl7pPr>
              <a:defRPr sz="3300" b="1">
                <a:solidFill>
                  <a:srgbClr val="20252A"/>
                </a:solidFill>
                <a:latin typeface="Segoe UI"/>
                <a:ea typeface="Segoe UI"/>
                <a:cs typeface="Segoe UI"/>
              </a:defRPr>
            </a:lvl7pPr>
            <a:lvl8pPr>
              <a:defRPr sz="3300" b="1">
                <a:solidFill>
                  <a:srgbClr val="20252A"/>
                </a:solidFill>
                <a:latin typeface="Segoe UI"/>
                <a:ea typeface="Segoe UI"/>
                <a:cs typeface="Segoe UI"/>
              </a:defRPr>
            </a:lvl8pPr>
            <a:lvl9pPr>
              <a:defRPr sz="3300" b="1">
                <a:solidFill>
                  <a:srgbClr val="20252A"/>
                </a:solidFill>
                <a:latin typeface="Segoe UI"/>
                <a:ea typeface="Segoe UI"/>
                <a:cs typeface="Segoe UI"/>
              </a:defRPr>
            </a:lvl9pPr>
          </a:lstStyle>
          <a:p xmlns:a="http://schemas.openxmlformats.org/drawingml/2006/main">
            <a:pPr>
              <a:defRPr sz="3300" b="1">
                <a:solidFill>
                  <a:srgbClr val="20252A"/>
                </a:solidFill>
                <a:latin typeface="Segoe UI"/>
                <a:ea typeface="Segoe UI"/>
                <a:cs typeface="Segoe UI"/>
              </a:defRPr>
            </a:pPr>
            <a:r>
              <a:rPr sz="3300" b="1">
                <a:solidFill>
                  <a:srgbClr val="20252A"/>
                </a:solidFill>
                <a:latin typeface="Segoe UI"/>
                <a:ea typeface="Segoe UI"/>
                <a:cs typeface="Segoe UI"/>
              </a:rPr>
              <a:t>Arrival &amp; regulation check</a:t>
            </a:r>
          </a:p>
        </p:txBody>
      </p:sp>
      <p:sp>
        <p:nvSpPr>
          <p:cNvPr id="2" name="footer-1">
            <a:extLst xmlns:a="http://schemas.openxmlformats.org/drawingml/2006/main">
              <a:ext uri="{FF2B5EF4-FFF2-40B4-BE49-F238E27FC236}">
                <a16:creationId xmlns:a16="http://schemas.microsoft.com/office/drawing/2014/main" id="{C5836929-FF6E-45AC-B257-1A5084B9CE21}"/>
              </a:ext>
            </a:extLst>
          </p:cNvPr>
          <p:cNvSpPr>
            <a:spLocks xmlns:a="http://schemas.openxmlformats.org/drawingml/2006/main" noGrp="1"/>
          </p:cNvSpPr>
          <p:nvPr/>
        </p:nvSpPr>
        <p:spPr>
          <a:xfrm xmlns:a="http://schemas.openxmlformats.org/drawingml/2006/main">
            <a:off x="609600" y="6496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COMM-GROW-A1-W05</a:t>
            </a:r>
          </a:p>
        </p:txBody>
      </p:sp>
      <p:sp>
        <p:nvSpPr>
          <p:cNvPr id="3" name="footer-2">
            <a:extLst xmlns:a="http://schemas.openxmlformats.org/drawingml/2006/main">
              <a:ext uri="{FF2B5EF4-FFF2-40B4-BE49-F238E27FC236}">
                <a16:creationId xmlns:a16="http://schemas.microsoft.com/office/drawing/2014/main" id="{5B15A113-546B-4FA9-850E-450FF5667164}"/>
              </a:ext>
            </a:extLst>
          </p:cNvPr>
          <p:cNvSpPr>
            <a:spLocks xmlns:a="http://schemas.openxmlformats.org/drawingml/2006/main" noGrp="1"/>
          </p:cNvSpPr>
          <p:nvPr/>
        </p:nvSpPr>
        <p:spPr>
          <a:xfrm xmlns:a="http://schemas.openxmlformats.org/drawingml/2006/main">
            <a:off x="9525000" y="6496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2 / 12  ·  3 min</a:t>
            </a:r>
          </a:p>
        </p:txBody>
      </p:sp>
      <p:sp>
        <p:nvSpPr>
          <p:cNvPr id="4" name="text-3">
            <a:extLst xmlns:a="http://schemas.openxmlformats.org/drawingml/2006/main">
              <a:ext uri="{FF2B5EF4-FFF2-40B4-BE49-F238E27FC236}">
                <a16:creationId xmlns:a16="http://schemas.microsoft.com/office/drawing/2014/main" id="{AB75BA25-53E9-4754-B327-5B313EC5AD50}"/>
              </a:ext>
            </a:extLst>
          </p:cNvPr>
          <p:cNvSpPr>
            <a:spLocks xmlns:a="http://schemas.openxmlformats.org/drawingml/2006/main" noGrp="1"/>
          </p:cNvSpPr>
          <p:nvPr/>
        </p:nvSpPr>
        <p:spPr>
          <a:xfrm xmlns:a="http://schemas.openxmlformats.org/drawingml/2006/main">
            <a:off x="609600" y="119062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0">
                <a:solidFill>
                  <a:srgbClr val="20252A"/>
                </a:solidFill>
                <a:latin typeface="Segoe UI"/>
                <a:ea typeface="Segoe UI"/>
                <a:cs typeface="Segoe UI"/>
              </a:defRPr>
            </a:defPPr>
            <a:lvl1pPr>
              <a:defRPr sz="2250" b="0">
                <a:solidFill>
                  <a:srgbClr val="20252A"/>
                </a:solidFill>
                <a:latin typeface="Segoe UI"/>
                <a:ea typeface="Segoe UI"/>
                <a:cs typeface="Segoe UI"/>
              </a:defRPr>
            </a:lvl1pPr>
            <a:lvl2pPr>
              <a:defRPr sz="2250" b="0">
                <a:solidFill>
                  <a:srgbClr val="20252A"/>
                </a:solidFill>
                <a:latin typeface="Segoe UI"/>
                <a:ea typeface="Segoe UI"/>
                <a:cs typeface="Segoe UI"/>
              </a:defRPr>
            </a:lvl2pPr>
            <a:lvl3pPr>
              <a:defRPr sz="2250" b="0">
                <a:solidFill>
                  <a:srgbClr val="20252A"/>
                </a:solidFill>
                <a:latin typeface="Segoe UI"/>
                <a:ea typeface="Segoe UI"/>
                <a:cs typeface="Segoe UI"/>
              </a:defRPr>
            </a:lvl3pPr>
            <a:lvl4pPr>
              <a:defRPr sz="2250" b="0">
                <a:solidFill>
                  <a:srgbClr val="20252A"/>
                </a:solidFill>
                <a:latin typeface="Segoe UI"/>
                <a:ea typeface="Segoe UI"/>
                <a:cs typeface="Segoe UI"/>
              </a:defRPr>
            </a:lvl4pPr>
            <a:lvl5pPr>
              <a:defRPr sz="2250" b="0">
                <a:solidFill>
                  <a:srgbClr val="20252A"/>
                </a:solidFill>
                <a:latin typeface="Segoe UI"/>
                <a:ea typeface="Segoe UI"/>
                <a:cs typeface="Segoe UI"/>
              </a:defRPr>
            </a:lvl5pPr>
            <a:lvl6pPr>
              <a:defRPr sz="2250" b="0">
                <a:solidFill>
                  <a:srgbClr val="20252A"/>
                </a:solidFill>
                <a:latin typeface="Segoe UI"/>
                <a:ea typeface="Segoe UI"/>
                <a:cs typeface="Segoe UI"/>
              </a:defRPr>
            </a:lvl6pPr>
            <a:lvl7pPr>
              <a:defRPr sz="2250" b="0">
                <a:solidFill>
                  <a:srgbClr val="20252A"/>
                </a:solidFill>
                <a:latin typeface="Segoe UI"/>
                <a:ea typeface="Segoe UI"/>
                <a:cs typeface="Segoe UI"/>
              </a:defRPr>
            </a:lvl7pPr>
            <a:lvl8pPr>
              <a:defRPr sz="2250" b="0">
                <a:solidFill>
                  <a:srgbClr val="20252A"/>
                </a:solidFill>
                <a:latin typeface="Segoe UI"/>
                <a:ea typeface="Segoe UI"/>
                <a:cs typeface="Segoe UI"/>
              </a:defRPr>
            </a:lvl8pPr>
            <a:lvl9pPr>
              <a:defRPr sz="2250" b="0">
                <a:solidFill>
                  <a:srgbClr val="20252A"/>
                </a:solidFill>
                <a:latin typeface="Segoe UI"/>
                <a:ea typeface="Segoe UI"/>
                <a:cs typeface="Segoe UI"/>
              </a:defRPr>
            </a:lvl9pPr>
          </a:lstStyle>
          <a:p xmlns:a="http://schemas.openxmlformats.org/drawingml/2006/main">
            <a:pPr>
              <a:defRPr sz="2250" b="0">
                <a:solidFill>
                  <a:srgbClr val="20252A"/>
                </a:solidFill>
                <a:latin typeface="Segoe UI"/>
                <a:ea typeface="Segoe UI"/>
                <a:cs typeface="Segoe UI"/>
              </a:defRPr>
            </a:pPr>
            <a:r>
              <a:rPr sz="2250" b="0">
                <a:solidFill>
                  <a:srgbClr val="20252A"/>
                </a:solidFill>
                <a:latin typeface="Segoe UI"/>
                <a:ea typeface="Segoe UI"/>
                <a:cs typeface="Segoe UI"/>
              </a:rPr>
              <a:t>Choose a colour. You may tell an adult in private.</a:t>
            </a:r>
          </a:p>
        </p:txBody>
      </p:sp>
      <p:sp>
        <p:nvSpPr>
          <p:cNvPr id="5" name="text-4">
            <a:extLst xmlns:a="http://schemas.openxmlformats.org/drawingml/2006/main">
              <a:ext uri="{FF2B5EF4-FFF2-40B4-BE49-F238E27FC236}">
                <a16:creationId xmlns:a16="http://schemas.microsoft.com/office/drawing/2014/main" id="{8E417F3B-BE01-4574-A45B-7FD0E2CDF1FF}"/>
              </a:ext>
            </a:extLst>
          </p:cNvPr>
          <p:cNvSpPr>
            <a:spLocks xmlns:a="http://schemas.openxmlformats.org/drawingml/2006/main" noGrp="1"/>
          </p:cNvSpPr>
          <p:nvPr/>
        </p:nvSpPr>
        <p:spPr>
          <a:xfrm xmlns:a="http://schemas.openxmlformats.org/drawingml/2006/main">
            <a:off x="609600" y="2028825"/>
            <a:ext cx="2333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550" b="1">
                <a:solidFill>
                  <a:srgbClr val="1D4ED8"/>
                </a:solidFill>
                <a:latin typeface="Segoe UI"/>
                <a:ea typeface="Segoe UI"/>
                <a:cs typeface="Segoe UI"/>
              </a:defRPr>
            </a:defPPr>
            <a:lvl1pPr>
              <a:defRPr sz="2550" b="1">
                <a:solidFill>
                  <a:srgbClr val="1D4ED8"/>
                </a:solidFill>
                <a:latin typeface="Segoe UI"/>
                <a:ea typeface="Segoe UI"/>
                <a:cs typeface="Segoe UI"/>
              </a:defRPr>
            </a:lvl1pPr>
            <a:lvl2pPr>
              <a:defRPr sz="2550" b="1">
                <a:solidFill>
                  <a:srgbClr val="1D4ED8"/>
                </a:solidFill>
                <a:latin typeface="Segoe UI"/>
                <a:ea typeface="Segoe UI"/>
                <a:cs typeface="Segoe UI"/>
              </a:defRPr>
            </a:lvl2pPr>
            <a:lvl3pPr>
              <a:defRPr sz="2550" b="1">
                <a:solidFill>
                  <a:srgbClr val="1D4ED8"/>
                </a:solidFill>
                <a:latin typeface="Segoe UI"/>
                <a:ea typeface="Segoe UI"/>
                <a:cs typeface="Segoe UI"/>
              </a:defRPr>
            </a:lvl3pPr>
            <a:lvl4pPr>
              <a:defRPr sz="2550" b="1">
                <a:solidFill>
                  <a:srgbClr val="1D4ED8"/>
                </a:solidFill>
                <a:latin typeface="Segoe UI"/>
                <a:ea typeface="Segoe UI"/>
                <a:cs typeface="Segoe UI"/>
              </a:defRPr>
            </a:lvl4pPr>
            <a:lvl5pPr>
              <a:defRPr sz="2550" b="1">
                <a:solidFill>
                  <a:srgbClr val="1D4ED8"/>
                </a:solidFill>
                <a:latin typeface="Segoe UI"/>
                <a:ea typeface="Segoe UI"/>
                <a:cs typeface="Segoe UI"/>
              </a:defRPr>
            </a:lvl5pPr>
            <a:lvl6pPr>
              <a:defRPr sz="2550" b="1">
                <a:solidFill>
                  <a:srgbClr val="1D4ED8"/>
                </a:solidFill>
                <a:latin typeface="Segoe UI"/>
                <a:ea typeface="Segoe UI"/>
                <a:cs typeface="Segoe UI"/>
              </a:defRPr>
            </a:lvl6pPr>
            <a:lvl7pPr>
              <a:defRPr sz="2550" b="1">
                <a:solidFill>
                  <a:srgbClr val="1D4ED8"/>
                </a:solidFill>
                <a:latin typeface="Segoe UI"/>
                <a:ea typeface="Segoe UI"/>
                <a:cs typeface="Segoe UI"/>
              </a:defRPr>
            </a:lvl7pPr>
            <a:lvl8pPr>
              <a:defRPr sz="2550" b="1">
                <a:solidFill>
                  <a:srgbClr val="1D4ED8"/>
                </a:solidFill>
                <a:latin typeface="Segoe UI"/>
                <a:ea typeface="Segoe UI"/>
                <a:cs typeface="Segoe UI"/>
              </a:defRPr>
            </a:lvl8pPr>
            <a:lvl9pPr>
              <a:defRPr sz="2550" b="1">
                <a:solidFill>
                  <a:srgbClr val="1D4ED8"/>
                </a:solidFill>
                <a:latin typeface="Segoe UI"/>
                <a:ea typeface="Segoe UI"/>
                <a:cs typeface="Segoe UI"/>
              </a:defRPr>
            </a:lvl9pPr>
          </a:lstStyle>
          <a:p xmlns:a="http://schemas.openxmlformats.org/drawingml/2006/main">
            <a:pPr>
              <a:defRPr sz="2550" b="1">
                <a:solidFill>
                  <a:srgbClr val="1D4ED8"/>
                </a:solidFill>
                <a:latin typeface="Segoe UI"/>
                <a:ea typeface="Segoe UI"/>
                <a:cs typeface="Segoe UI"/>
              </a:defRPr>
            </a:pPr>
            <a:r>
              <a:rPr sz="2550" b="1">
                <a:solidFill>
                  <a:srgbClr val="1D4ED8"/>
                </a:solidFill>
                <a:latin typeface="Segoe UI"/>
                <a:ea typeface="Segoe UI"/>
                <a:cs typeface="Segoe UI"/>
              </a:rPr>
              <a:t>BLUE</a:t>
            </a:r>
          </a:p>
        </p:txBody>
      </p:sp>
      <p:sp>
        <p:nvSpPr>
          <p:cNvPr id="6" name="text-5">
            <a:extLst xmlns:a="http://schemas.openxmlformats.org/drawingml/2006/main">
              <a:ext uri="{FF2B5EF4-FFF2-40B4-BE49-F238E27FC236}">
                <a16:creationId xmlns:a16="http://schemas.microsoft.com/office/drawing/2014/main" id="{774D2850-990D-4DCD-B011-5DBD384B3DCA}"/>
              </a:ext>
            </a:extLst>
          </p:cNvPr>
          <p:cNvSpPr>
            <a:spLocks xmlns:a="http://schemas.openxmlformats.org/drawingml/2006/main" noGrp="1"/>
          </p:cNvSpPr>
          <p:nvPr/>
        </p:nvSpPr>
        <p:spPr>
          <a:xfrm xmlns:a="http://schemas.openxmlformats.org/drawingml/2006/main">
            <a:off x="3238500" y="2028825"/>
            <a:ext cx="7905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20252A"/>
                </a:solidFill>
                <a:latin typeface="Segoe UI"/>
                <a:ea typeface="Segoe UI"/>
                <a:cs typeface="Segoe UI"/>
              </a:defRPr>
            </a:defPPr>
            <a:lvl1pPr>
              <a:defRPr sz="2400" b="0">
                <a:solidFill>
                  <a:srgbClr val="20252A"/>
                </a:solidFill>
                <a:latin typeface="Segoe UI"/>
                <a:ea typeface="Segoe UI"/>
                <a:cs typeface="Segoe UI"/>
              </a:defRPr>
            </a:lvl1pPr>
            <a:lvl2pPr>
              <a:defRPr sz="2400" b="0">
                <a:solidFill>
                  <a:srgbClr val="20252A"/>
                </a:solidFill>
                <a:latin typeface="Segoe UI"/>
                <a:ea typeface="Segoe UI"/>
                <a:cs typeface="Segoe UI"/>
              </a:defRPr>
            </a:lvl2pPr>
            <a:lvl3pPr>
              <a:defRPr sz="2400" b="0">
                <a:solidFill>
                  <a:srgbClr val="20252A"/>
                </a:solidFill>
                <a:latin typeface="Segoe UI"/>
                <a:ea typeface="Segoe UI"/>
                <a:cs typeface="Segoe UI"/>
              </a:defRPr>
            </a:lvl3pPr>
            <a:lvl4pPr>
              <a:defRPr sz="2400" b="0">
                <a:solidFill>
                  <a:srgbClr val="20252A"/>
                </a:solidFill>
                <a:latin typeface="Segoe UI"/>
                <a:ea typeface="Segoe UI"/>
                <a:cs typeface="Segoe UI"/>
              </a:defRPr>
            </a:lvl4pPr>
            <a:lvl5pPr>
              <a:defRPr sz="2400" b="0">
                <a:solidFill>
                  <a:srgbClr val="20252A"/>
                </a:solidFill>
                <a:latin typeface="Segoe UI"/>
                <a:ea typeface="Segoe UI"/>
                <a:cs typeface="Segoe UI"/>
              </a:defRPr>
            </a:lvl5pPr>
            <a:lvl6pPr>
              <a:defRPr sz="2400" b="0">
                <a:solidFill>
                  <a:srgbClr val="20252A"/>
                </a:solidFill>
                <a:latin typeface="Segoe UI"/>
                <a:ea typeface="Segoe UI"/>
                <a:cs typeface="Segoe UI"/>
              </a:defRPr>
            </a:lvl6pPr>
            <a:lvl7pPr>
              <a:defRPr sz="2400" b="0">
                <a:solidFill>
                  <a:srgbClr val="20252A"/>
                </a:solidFill>
                <a:latin typeface="Segoe UI"/>
                <a:ea typeface="Segoe UI"/>
                <a:cs typeface="Segoe UI"/>
              </a:defRPr>
            </a:lvl7pPr>
            <a:lvl8pPr>
              <a:defRPr sz="2400" b="0">
                <a:solidFill>
                  <a:srgbClr val="20252A"/>
                </a:solidFill>
                <a:latin typeface="Segoe UI"/>
                <a:ea typeface="Segoe UI"/>
                <a:cs typeface="Segoe UI"/>
              </a:defRPr>
            </a:lvl8pPr>
            <a:lvl9pPr>
              <a:defRPr sz="2400" b="0">
                <a:solidFill>
                  <a:srgbClr val="20252A"/>
                </a:solidFill>
                <a:latin typeface="Segoe UI"/>
                <a:ea typeface="Segoe UI"/>
                <a:cs typeface="Segoe UI"/>
              </a:defRPr>
            </a:lvl9pPr>
          </a:lstStyle>
          <a:p xmlns:a="http://schemas.openxmlformats.org/drawingml/2006/main">
            <a:pPr>
              <a:defRPr sz="2400" b="0">
                <a:solidFill>
                  <a:srgbClr val="20252A"/>
                </a:solidFill>
                <a:latin typeface="Segoe UI"/>
                <a:ea typeface="Segoe UI"/>
                <a:cs typeface="Segoe UI"/>
              </a:defRPr>
            </a:pPr>
            <a:r>
              <a:rPr sz="2400" b="0">
                <a:solidFill>
                  <a:srgbClr val="20252A"/>
                </a:solidFill>
                <a:latin typeface="Segoe UI"/>
                <a:ea typeface="Segoe UI"/>
                <a:cs typeface="Segoe UI"/>
              </a:rPr>
              <a:t>Low energy.</a:t>
            </a:r>
          </a:p>
        </p:txBody>
      </p:sp>
      <p:sp>
        <p:nvSpPr>
          <p:cNvPr id="7" name="text-6">
            <a:extLst xmlns:a="http://schemas.openxmlformats.org/drawingml/2006/main">
              <a:ext uri="{FF2B5EF4-FFF2-40B4-BE49-F238E27FC236}">
                <a16:creationId xmlns:a16="http://schemas.microsoft.com/office/drawing/2014/main" id="{CA286BD3-2F1D-48D5-9808-E98F90C7D0CB}"/>
              </a:ext>
            </a:extLst>
          </p:cNvPr>
          <p:cNvSpPr>
            <a:spLocks xmlns:a="http://schemas.openxmlformats.org/drawingml/2006/main" noGrp="1"/>
          </p:cNvSpPr>
          <p:nvPr/>
        </p:nvSpPr>
        <p:spPr>
          <a:xfrm xmlns:a="http://schemas.openxmlformats.org/drawingml/2006/main">
            <a:off x="609600" y="2781300"/>
            <a:ext cx="2333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550" b="1">
                <a:solidFill>
                  <a:srgbClr val="167339"/>
                </a:solidFill>
                <a:latin typeface="Segoe UI"/>
                <a:ea typeface="Segoe UI"/>
                <a:cs typeface="Segoe UI"/>
              </a:defRPr>
            </a:defPPr>
            <a:lvl1pPr>
              <a:defRPr sz="2550" b="1">
                <a:solidFill>
                  <a:srgbClr val="167339"/>
                </a:solidFill>
                <a:latin typeface="Segoe UI"/>
                <a:ea typeface="Segoe UI"/>
                <a:cs typeface="Segoe UI"/>
              </a:defRPr>
            </a:lvl1pPr>
            <a:lvl2pPr>
              <a:defRPr sz="2550" b="1">
                <a:solidFill>
                  <a:srgbClr val="167339"/>
                </a:solidFill>
                <a:latin typeface="Segoe UI"/>
                <a:ea typeface="Segoe UI"/>
                <a:cs typeface="Segoe UI"/>
              </a:defRPr>
            </a:lvl2pPr>
            <a:lvl3pPr>
              <a:defRPr sz="2550" b="1">
                <a:solidFill>
                  <a:srgbClr val="167339"/>
                </a:solidFill>
                <a:latin typeface="Segoe UI"/>
                <a:ea typeface="Segoe UI"/>
                <a:cs typeface="Segoe UI"/>
              </a:defRPr>
            </a:lvl3pPr>
            <a:lvl4pPr>
              <a:defRPr sz="2550" b="1">
                <a:solidFill>
                  <a:srgbClr val="167339"/>
                </a:solidFill>
                <a:latin typeface="Segoe UI"/>
                <a:ea typeface="Segoe UI"/>
                <a:cs typeface="Segoe UI"/>
              </a:defRPr>
            </a:lvl4pPr>
            <a:lvl5pPr>
              <a:defRPr sz="2550" b="1">
                <a:solidFill>
                  <a:srgbClr val="167339"/>
                </a:solidFill>
                <a:latin typeface="Segoe UI"/>
                <a:ea typeface="Segoe UI"/>
                <a:cs typeface="Segoe UI"/>
              </a:defRPr>
            </a:lvl5pPr>
            <a:lvl6pPr>
              <a:defRPr sz="2550" b="1">
                <a:solidFill>
                  <a:srgbClr val="167339"/>
                </a:solidFill>
                <a:latin typeface="Segoe UI"/>
                <a:ea typeface="Segoe UI"/>
                <a:cs typeface="Segoe UI"/>
              </a:defRPr>
            </a:lvl6pPr>
            <a:lvl7pPr>
              <a:defRPr sz="2550" b="1">
                <a:solidFill>
                  <a:srgbClr val="167339"/>
                </a:solidFill>
                <a:latin typeface="Segoe UI"/>
                <a:ea typeface="Segoe UI"/>
                <a:cs typeface="Segoe UI"/>
              </a:defRPr>
            </a:lvl7pPr>
            <a:lvl8pPr>
              <a:defRPr sz="2550" b="1">
                <a:solidFill>
                  <a:srgbClr val="167339"/>
                </a:solidFill>
                <a:latin typeface="Segoe UI"/>
                <a:ea typeface="Segoe UI"/>
                <a:cs typeface="Segoe UI"/>
              </a:defRPr>
            </a:lvl8pPr>
            <a:lvl9pPr>
              <a:defRPr sz="2550" b="1">
                <a:solidFill>
                  <a:srgbClr val="167339"/>
                </a:solidFill>
                <a:latin typeface="Segoe UI"/>
                <a:ea typeface="Segoe UI"/>
                <a:cs typeface="Segoe UI"/>
              </a:defRPr>
            </a:lvl9pPr>
          </a:lstStyle>
          <a:p xmlns:a="http://schemas.openxmlformats.org/drawingml/2006/main">
            <a:pPr>
              <a:defRPr sz="2550" b="1">
                <a:solidFill>
                  <a:srgbClr val="167339"/>
                </a:solidFill>
                <a:latin typeface="Segoe UI"/>
                <a:ea typeface="Segoe UI"/>
                <a:cs typeface="Segoe UI"/>
              </a:defRPr>
            </a:pPr>
            <a:r>
              <a:rPr sz="2550" b="1">
                <a:solidFill>
                  <a:srgbClr val="167339"/>
                </a:solidFill>
                <a:latin typeface="Segoe UI"/>
                <a:ea typeface="Segoe UI"/>
                <a:cs typeface="Segoe UI"/>
              </a:rPr>
              <a:t>GREEN</a:t>
            </a:r>
          </a:p>
        </p:txBody>
      </p:sp>
      <p:sp>
        <p:nvSpPr>
          <p:cNvPr id="8" name="text-7">
            <a:extLst xmlns:a="http://schemas.openxmlformats.org/drawingml/2006/main">
              <a:ext uri="{FF2B5EF4-FFF2-40B4-BE49-F238E27FC236}">
                <a16:creationId xmlns:a16="http://schemas.microsoft.com/office/drawing/2014/main" id="{5613C216-8DFC-4F9D-8AD7-D227D9A45EE2}"/>
              </a:ext>
            </a:extLst>
          </p:cNvPr>
          <p:cNvSpPr>
            <a:spLocks xmlns:a="http://schemas.openxmlformats.org/drawingml/2006/main" noGrp="1"/>
          </p:cNvSpPr>
          <p:nvPr/>
        </p:nvSpPr>
        <p:spPr>
          <a:xfrm xmlns:a="http://schemas.openxmlformats.org/drawingml/2006/main">
            <a:off x="3238500" y="2781300"/>
            <a:ext cx="7905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20252A"/>
                </a:solidFill>
                <a:latin typeface="Segoe UI"/>
                <a:ea typeface="Segoe UI"/>
                <a:cs typeface="Segoe UI"/>
              </a:defRPr>
            </a:defPPr>
            <a:lvl1pPr>
              <a:defRPr sz="2400" b="0">
                <a:solidFill>
                  <a:srgbClr val="20252A"/>
                </a:solidFill>
                <a:latin typeface="Segoe UI"/>
                <a:ea typeface="Segoe UI"/>
                <a:cs typeface="Segoe UI"/>
              </a:defRPr>
            </a:lvl1pPr>
            <a:lvl2pPr>
              <a:defRPr sz="2400" b="0">
                <a:solidFill>
                  <a:srgbClr val="20252A"/>
                </a:solidFill>
                <a:latin typeface="Segoe UI"/>
                <a:ea typeface="Segoe UI"/>
                <a:cs typeface="Segoe UI"/>
              </a:defRPr>
            </a:lvl2pPr>
            <a:lvl3pPr>
              <a:defRPr sz="2400" b="0">
                <a:solidFill>
                  <a:srgbClr val="20252A"/>
                </a:solidFill>
                <a:latin typeface="Segoe UI"/>
                <a:ea typeface="Segoe UI"/>
                <a:cs typeface="Segoe UI"/>
              </a:defRPr>
            </a:lvl3pPr>
            <a:lvl4pPr>
              <a:defRPr sz="2400" b="0">
                <a:solidFill>
                  <a:srgbClr val="20252A"/>
                </a:solidFill>
                <a:latin typeface="Segoe UI"/>
                <a:ea typeface="Segoe UI"/>
                <a:cs typeface="Segoe UI"/>
              </a:defRPr>
            </a:lvl4pPr>
            <a:lvl5pPr>
              <a:defRPr sz="2400" b="0">
                <a:solidFill>
                  <a:srgbClr val="20252A"/>
                </a:solidFill>
                <a:latin typeface="Segoe UI"/>
                <a:ea typeface="Segoe UI"/>
                <a:cs typeface="Segoe UI"/>
              </a:defRPr>
            </a:lvl5pPr>
            <a:lvl6pPr>
              <a:defRPr sz="2400" b="0">
                <a:solidFill>
                  <a:srgbClr val="20252A"/>
                </a:solidFill>
                <a:latin typeface="Segoe UI"/>
                <a:ea typeface="Segoe UI"/>
                <a:cs typeface="Segoe UI"/>
              </a:defRPr>
            </a:lvl6pPr>
            <a:lvl7pPr>
              <a:defRPr sz="2400" b="0">
                <a:solidFill>
                  <a:srgbClr val="20252A"/>
                </a:solidFill>
                <a:latin typeface="Segoe UI"/>
                <a:ea typeface="Segoe UI"/>
                <a:cs typeface="Segoe UI"/>
              </a:defRPr>
            </a:lvl7pPr>
            <a:lvl8pPr>
              <a:defRPr sz="2400" b="0">
                <a:solidFill>
                  <a:srgbClr val="20252A"/>
                </a:solidFill>
                <a:latin typeface="Segoe UI"/>
                <a:ea typeface="Segoe UI"/>
                <a:cs typeface="Segoe UI"/>
              </a:defRPr>
            </a:lvl8pPr>
            <a:lvl9pPr>
              <a:defRPr sz="2400" b="0">
                <a:solidFill>
                  <a:srgbClr val="20252A"/>
                </a:solidFill>
                <a:latin typeface="Segoe UI"/>
                <a:ea typeface="Segoe UI"/>
                <a:cs typeface="Segoe UI"/>
              </a:defRPr>
            </a:lvl9pPr>
          </a:lstStyle>
          <a:p xmlns:a="http://schemas.openxmlformats.org/drawingml/2006/main">
            <a:pPr>
              <a:defRPr sz="2400" b="0">
                <a:solidFill>
                  <a:srgbClr val="20252A"/>
                </a:solidFill>
                <a:latin typeface="Segoe UI"/>
                <a:ea typeface="Segoe UI"/>
                <a:cs typeface="Segoe UI"/>
              </a:defRPr>
            </a:pPr>
            <a:r>
              <a:rPr sz="2400" b="0">
                <a:solidFill>
                  <a:srgbClr val="20252A"/>
                </a:solidFill>
                <a:latin typeface="Segoe UI"/>
                <a:ea typeface="Segoe UI"/>
                <a:cs typeface="Segoe UI"/>
              </a:rPr>
              <a:t>Ready to start.</a:t>
            </a:r>
          </a:p>
        </p:txBody>
      </p:sp>
      <p:sp>
        <p:nvSpPr>
          <p:cNvPr id="9" name="text-8">
            <a:extLst xmlns:a="http://schemas.openxmlformats.org/drawingml/2006/main">
              <a:ext uri="{FF2B5EF4-FFF2-40B4-BE49-F238E27FC236}">
                <a16:creationId xmlns:a16="http://schemas.microsoft.com/office/drawing/2014/main" id="{549FD194-2291-4DBC-A5CF-02EC4F3CFD6A}"/>
              </a:ext>
            </a:extLst>
          </p:cNvPr>
          <p:cNvSpPr>
            <a:spLocks xmlns:a="http://schemas.openxmlformats.org/drawingml/2006/main" noGrp="1"/>
          </p:cNvSpPr>
          <p:nvPr/>
        </p:nvSpPr>
        <p:spPr>
          <a:xfrm xmlns:a="http://schemas.openxmlformats.org/drawingml/2006/main">
            <a:off x="609600" y="3533775"/>
            <a:ext cx="2333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550" b="1">
                <a:solidFill>
                  <a:srgbClr val="946000"/>
                </a:solidFill>
                <a:latin typeface="Segoe UI"/>
                <a:ea typeface="Segoe UI"/>
                <a:cs typeface="Segoe UI"/>
              </a:defRPr>
            </a:defPPr>
            <a:lvl1pPr>
              <a:defRPr sz="2550" b="1">
                <a:solidFill>
                  <a:srgbClr val="946000"/>
                </a:solidFill>
                <a:latin typeface="Segoe UI"/>
                <a:ea typeface="Segoe UI"/>
                <a:cs typeface="Segoe UI"/>
              </a:defRPr>
            </a:lvl1pPr>
            <a:lvl2pPr>
              <a:defRPr sz="2550" b="1">
                <a:solidFill>
                  <a:srgbClr val="946000"/>
                </a:solidFill>
                <a:latin typeface="Segoe UI"/>
                <a:ea typeface="Segoe UI"/>
                <a:cs typeface="Segoe UI"/>
              </a:defRPr>
            </a:lvl2pPr>
            <a:lvl3pPr>
              <a:defRPr sz="2550" b="1">
                <a:solidFill>
                  <a:srgbClr val="946000"/>
                </a:solidFill>
                <a:latin typeface="Segoe UI"/>
                <a:ea typeface="Segoe UI"/>
                <a:cs typeface="Segoe UI"/>
              </a:defRPr>
            </a:lvl3pPr>
            <a:lvl4pPr>
              <a:defRPr sz="2550" b="1">
                <a:solidFill>
                  <a:srgbClr val="946000"/>
                </a:solidFill>
                <a:latin typeface="Segoe UI"/>
                <a:ea typeface="Segoe UI"/>
                <a:cs typeface="Segoe UI"/>
              </a:defRPr>
            </a:lvl4pPr>
            <a:lvl5pPr>
              <a:defRPr sz="2550" b="1">
                <a:solidFill>
                  <a:srgbClr val="946000"/>
                </a:solidFill>
                <a:latin typeface="Segoe UI"/>
                <a:ea typeface="Segoe UI"/>
                <a:cs typeface="Segoe UI"/>
              </a:defRPr>
            </a:lvl5pPr>
            <a:lvl6pPr>
              <a:defRPr sz="2550" b="1">
                <a:solidFill>
                  <a:srgbClr val="946000"/>
                </a:solidFill>
                <a:latin typeface="Segoe UI"/>
                <a:ea typeface="Segoe UI"/>
                <a:cs typeface="Segoe UI"/>
              </a:defRPr>
            </a:lvl6pPr>
            <a:lvl7pPr>
              <a:defRPr sz="2550" b="1">
                <a:solidFill>
                  <a:srgbClr val="946000"/>
                </a:solidFill>
                <a:latin typeface="Segoe UI"/>
                <a:ea typeface="Segoe UI"/>
                <a:cs typeface="Segoe UI"/>
              </a:defRPr>
            </a:lvl7pPr>
            <a:lvl8pPr>
              <a:defRPr sz="2550" b="1">
                <a:solidFill>
                  <a:srgbClr val="946000"/>
                </a:solidFill>
                <a:latin typeface="Segoe UI"/>
                <a:ea typeface="Segoe UI"/>
                <a:cs typeface="Segoe UI"/>
              </a:defRPr>
            </a:lvl8pPr>
            <a:lvl9pPr>
              <a:defRPr sz="2550" b="1">
                <a:solidFill>
                  <a:srgbClr val="946000"/>
                </a:solidFill>
                <a:latin typeface="Segoe UI"/>
                <a:ea typeface="Segoe UI"/>
                <a:cs typeface="Segoe UI"/>
              </a:defRPr>
            </a:lvl9pPr>
          </a:lstStyle>
          <a:p xmlns:a="http://schemas.openxmlformats.org/drawingml/2006/main">
            <a:pPr>
              <a:defRPr sz="2550" b="1">
                <a:solidFill>
                  <a:srgbClr val="946000"/>
                </a:solidFill>
                <a:latin typeface="Segoe UI"/>
                <a:ea typeface="Segoe UI"/>
                <a:cs typeface="Segoe UI"/>
              </a:defRPr>
            </a:pPr>
            <a:r>
              <a:rPr sz="2550" b="1">
                <a:solidFill>
                  <a:srgbClr val="946000"/>
                </a:solidFill>
                <a:latin typeface="Segoe UI"/>
                <a:ea typeface="Segoe UI"/>
                <a:cs typeface="Segoe UI"/>
              </a:rPr>
              <a:t>AMBER</a:t>
            </a:r>
          </a:p>
        </p:txBody>
      </p:sp>
      <p:sp>
        <p:nvSpPr>
          <p:cNvPr id="10" name="text-9">
            <a:extLst xmlns:a="http://schemas.openxmlformats.org/drawingml/2006/main">
              <a:ext uri="{FF2B5EF4-FFF2-40B4-BE49-F238E27FC236}">
                <a16:creationId xmlns:a16="http://schemas.microsoft.com/office/drawing/2014/main" id="{153C4FA8-EADB-4724-BC1B-E54543FB58BD}"/>
              </a:ext>
            </a:extLst>
          </p:cNvPr>
          <p:cNvSpPr>
            <a:spLocks xmlns:a="http://schemas.openxmlformats.org/drawingml/2006/main" noGrp="1"/>
          </p:cNvSpPr>
          <p:nvPr/>
        </p:nvSpPr>
        <p:spPr>
          <a:xfrm xmlns:a="http://schemas.openxmlformats.org/drawingml/2006/main">
            <a:off x="3238500" y="3533775"/>
            <a:ext cx="7905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20252A"/>
                </a:solidFill>
                <a:latin typeface="Segoe UI"/>
                <a:ea typeface="Segoe UI"/>
                <a:cs typeface="Segoe UI"/>
              </a:defRPr>
            </a:defPPr>
            <a:lvl1pPr>
              <a:defRPr sz="2400" b="0">
                <a:solidFill>
                  <a:srgbClr val="20252A"/>
                </a:solidFill>
                <a:latin typeface="Segoe UI"/>
                <a:ea typeface="Segoe UI"/>
                <a:cs typeface="Segoe UI"/>
              </a:defRPr>
            </a:lvl1pPr>
            <a:lvl2pPr>
              <a:defRPr sz="2400" b="0">
                <a:solidFill>
                  <a:srgbClr val="20252A"/>
                </a:solidFill>
                <a:latin typeface="Segoe UI"/>
                <a:ea typeface="Segoe UI"/>
                <a:cs typeface="Segoe UI"/>
              </a:defRPr>
            </a:lvl2pPr>
            <a:lvl3pPr>
              <a:defRPr sz="2400" b="0">
                <a:solidFill>
                  <a:srgbClr val="20252A"/>
                </a:solidFill>
                <a:latin typeface="Segoe UI"/>
                <a:ea typeface="Segoe UI"/>
                <a:cs typeface="Segoe UI"/>
              </a:defRPr>
            </a:lvl3pPr>
            <a:lvl4pPr>
              <a:defRPr sz="2400" b="0">
                <a:solidFill>
                  <a:srgbClr val="20252A"/>
                </a:solidFill>
                <a:latin typeface="Segoe UI"/>
                <a:ea typeface="Segoe UI"/>
                <a:cs typeface="Segoe UI"/>
              </a:defRPr>
            </a:lvl4pPr>
            <a:lvl5pPr>
              <a:defRPr sz="2400" b="0">
                <a:solidFill>
                  <a:srgbClr val="20252A"/>
                </a:solidFill>
                <a:latin typeface="Segoe UI"/>
                <a:ea typeface="Segoe UI"/>
                <a:cs typeface="Segoe UI"/>
              </a:defRPr>
            </a:lvl5pPr>
            <a:lvl6pPr>
              <a:defRPr sz="2400" b="0">
                <a:solidFill>
                  <a:srgbClr val="20252A"/>
                </a:solidFill>
                <a:latin typeface="Segoe UI"/>
                <a:ea typeface="Segoe UI"/>
                <a:cs typeface="Segoe UI"/>
              </a:defRPr>
            </a:lvl6pPr>
            <a:lvl7pPr>
              <a:defRPr sz="2400" b="0">
                <a:solidFill>
                  <a:srgbClr val="20252A"/>
                </a:solidFill>
                <a:latin typeface="Segoe UI"/>
                <a:ea typeface="Segoe UI"/>
                <a:cs typeface="Segoe UI"/>
              </a:defRPr>
            </a:lvl7pPr>
            <a:lvl8pPr>
              <a:defRPr sz="2400" b="0">
                <a:solidFill>
                  <a:srgbClr val="20252A"/>
                </a:solidFill>
                <a:latin typeface="Segoe UI"/>
                <a:ea typeface="Segoe UI"/>
                <a:cs typeface="Segoe UI"/>
              </a:defRPr>
            </a:lvl8pPr>
            <a:lvl9pPr>
              <a:defRPr sz="2400" b="0">
                <a:solidFill>
                  <a:srgbClr val="20252A"/>
                </a:solidFill>
                <a:latin typeface="Segoe UI"/>
                <a:ea typeface="Segoe UI"/>
                <a:cs typeface="Segoe UI"/>
              </a:defRPr>
            </a:lvl9pPr>
          </a:lstStyle>
          <a:p xmlns:a="http://schemas.openxmlformats.org/drawingml/2006/main">
            <a:pPr>
              <a:defRPr sz="2400" b="0">
                <a:solidFill>
                  <a:srgbClr val="20252A"/>
                </a:solidFill>
                <a:latin typeface="Segoe UI"/>
                <a:ea typeface="Segoe UI"/>
                <a:cs typeface="Segoe UI"/>
              </a:defRPr>
            </a:pPr>
            <a:r>
              <a:rPr sz="2400" b="0">
                <a:solidFill>
                  <a:srgbClr val="20252A"/>
                </a:solidFill>
                <a:latin typeface="Segoe UI"/>
                <a:ea typeface="Segoe UI"/>
                <a:cs typeface="Segoe UI"/>
              </a:rPr>
              <a:t>I need a pause.</a:t>
            </a:r>
          </a:p>
        </p:txBody>
      </p:sp>
      <p:sp>
        <p:nvSpPr>
          <p:cNvPr id="11" name="text-10">
            <a:extLst xmlns:a="http://schemas.openxmlformats.org/drawingml/2006/main">
              <a:ext uri="{FF2B5EF4-FFF2-40B4-BE49-F238E27FC236}">
                <a16:creationId xmlns:a16="http://schemas.microsoft.com/office/drawing/2014/main" id="{BBBB61B1-F1AD-4368-86EA-FA004B0A3124}"/>
              </a:ext>
            </a:extLst>
          </p:cNvPr>
          <p:cNvSpPr>
            <a:spLocks xmlns:a="http://schemas.openxmlformats.org/drawingml/2006/main" noGrp="1"/>
          </p:cNvSpPr>
          <p:nvPr/>
        </p:nvSpPr>
        <p:spPr>
          <a:xfrm xmlns:a="http://schemas.openxmlformats.org/drawingml/2006/main">
            <a:off x="609600" y="4286250"/>
            <a:ext cx="2333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550" b="1">
                <a:solidFill>
                  <a:srgbClr val="B42318"/>
                </a:solidFill>
                <a:latin typeface="Segoe UI"/>
                <a:ea typeface="Segoe UI"/>
                <a:cs typeface="Segoe UI"/>
              </a:defRPr>
            </a:defPPr>
            <a:lvl1pPr>
              <a:defRPr sz="2550" b="1">
                <a:solidFill>
                  <a:srgbClr val="B42318"/>
                </a:solidFill>
                <a:latin typeface="Segoe UI"/>
                <a:ea typeface="Segoe UI"/>
                <a:cs typeface="Segoe UI"/>
              </a:defRPr>
            </a:lvl1pPr>
            <a:lvl2pPr>
              <a:defRPr sz="2550" b="1">
                <a:solidFill>
                  <a:srgbClr val="B42318"/>
                </a:solidFill>
                <a:latin typeface="Segoe UI"/>
                <a:ea typeface="Segoe UI"/>
                <a:cs typeface="Segoe UI"/>
              </a:defRPr>
            </a:lvl2pPr>
            <a:lvl3pPr>
              <a:defRPr sz="2550" b="1">
                <a:solidFill>
                  <a:srgbClr val="B42318"/>
                </a:solidFill>
                <a:latin typeface="Segoe UI"/>
                <a:ea typeface="Segoe UI"/>
                <a:cs typeface="Segoe UI"/>
              </a:defRPr>
            </a:lvl3pPr>
            <a:lvl4pPr>
              <a:defRPr sz="2550" b="1">
                <a:solidFill>
                  <a:srgbClr val="B42318"/>
                </a:solidFill>
                <a:latin typeface="Segoe UI"/>
                <a:ea typeface="Segoe UI"/>
                <a:cs typeface="Segoe UI"/>
              </a:defRPr>
            </a:lvl4pPr>
            <a:lvl5pPr>
              <a:defRPr sz="2550" b="1">
                <a:solidFill>
                  <a:srgbClr val="B42318"/>
                </a:solidFill>
                <a:latin typeface="Segoe UI"/>
                <a:ea typeface="Segoe UI"/>
                <a:cs typeface="Segoe UI"/>
              </a:defRPr>
            </a:lvl5pPr>
            <a:lvl6pPr>
              <a:defRPr sz="2550" b="1">
                <a:solidFill>
                  <a:srgbClr val="B42318"/>
                </a:solidFill>
                <a:latin typeface="Segoe UI"/>
                <a:ea typeface="Segoe UI"/>
                <a:cs typeface="Segoe UI"/>
              </a:defRPr>
            </a:lvl6pPr>
            <a:lvl7pPr>
              <a:defRPr sz="2550" b="1">
                <a:solidFill>
                  <a:srgbClr val="B42318"/>
                </a:solidFill>
                <a:latin typeface="Segoe UI"/>
                <a:ea typeface="Segoe UI"/>
                <a:cs typeface="Segoe UI"/>
              </a:defRPr>
            </a:lvl7pPr>
            <a:lvl8pPr>
              <a:defRPr sz="2550" b="1">
                <a:solidFill>
                  <a:srgbClr val="B42318"/>
                </a:solidFill>
                <a:latin typeface="Segoe UI"/>
                <a:ea typeface="Segoe UI"/>
                <a:cs typeface="Segoe UI"/>
              </a:defRPr>
            </a:lvl8pPr>
            <a:lvl9pPr>
              <a:defRPr sz="2550" b="1">
                <a:solidFill>
                  <a:srgbClr val="B42318"/>
                </a:solidFill>
                <a:latin typeface="Segoe UI"/>
                <a:ea typeface="Segoe UI"/>
                <a:cs typeface="Segoe UI"/>
              </a:defRPr>
            </a:lvl9pPr>
          </a:lstStyle>
          <a:p xmlns:a="http://schemas.openxmlformats.org/drawingml/2006/main">
            <a:pPr>
              <a:defRPr sz="2550" b="1">
                <a:solidFill>
                  <a:srgbClr val="B42318"/>
                </a:solidFill>
                <a:latin typeface="Segoe UI"/>
                <a:ea typeface="Segoe UI"/>
                <a:cs typeface="Segoe UI"/>
              </a:defRPr>
            </a:pPr>
            <a:r>
              <a:rPr sz="2550" b="1">
                <a:solidFill>
                  <a:srgbClr val="B42318"/>
                </a:solidFill>
                <a:latin typeface="Segoe UI"/>
                <a:ea typeface="Segoe UI"/>
                <a:cs typeface="Segoe UI"/>
              </a:rPr>
              <a:t>RED</a:t>
            </a:r>
          </a:p>
        </p:txBody>
      </p:sp>
      <p:sp>
        <p:nvSpPr>
          <p:cNvPr id="12" name="text-11">
            <a:extLst xmlns:a="http://schemas.openxmlformats.org/drawingml/2006/main">
              <a:ext uri="{FF2B5EF4-FFF2-40B4-BE49-F238E27FC236}">
                <a16:creationId xmlns:a16="http://schemas.microsoft.com/office/drawing/2014/main" id="{7EA167D9-E1C4-4802-AF71-74025FF5125E}"/>
              </a:ext>
            </a:extLst>
          </p:cNvPr>
          <p:cNvSpPr>
            <a:spLocks xmlns:a="http://schemas.openxmlformats.org/drawingml/2006/main" noGrp="1"/>
          </p:cNvSpPr>
          <p:nvPr/>
        </p:nvSpPr>
        <p:spPr>
          <a:xfrm xmlns:a="http://schemas.openxmlformats.org/drawingml/2006/main">
            <a:off x="3238500" y="4286250"/>
            <a:ext cx="7905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20252A"/>
                </a:solidFill>
                <a:latin typeface="Segoe UI"/>
                <a:ea typeface="Segoe UI"/>
                <a:cs typeface="Segoe UI"/>
              </a:defRPr>
            </a:defPPr>
            <a:lvl1pPr>
              <a:defRPr sz="2400" b="0">
                <a:solidFill>
                  <a:srgbClr val="20252A"/>
                </a:solidFill>
                <a:latin typeface="Segoe UI"/>
                <a:ea typeface="Segoe UI"/>
                <a:cs typeface="Segoe UI"/>
              </a:defRPr>
            </a:lvl1pPr>
            <a:lvl2pPr>
              <a:defRPr sz="2400" b="0">
                <a:solidFill>
                  <a:srgbClr val="20252A"/>
                </a:solidFill>
                <a:latin typeface="Segoe UI"/>
                <a:ea typeface="Segoe UI"/>
                <a:cs typeface="Segoe UI"/>
              </a:defRPr>
            </a:lvl2pPr>
            <a:lvl3pPr>
              <a:defRPr sz="2400" b="0">
                <a:solidFill>
                  <a:srgbClr val="20252A"/>
                </a:solidFill>
                <a:latin typeface="Segoe UI"/>
                <a:ea typeface="Segoe UI"/>
                <a:cs typeface="Segoe UI"/>
              </a:defRPr>
            </a:lvl3pPr>
            <a:lvl4pPr>
              <a:defRPr sz="2400" b="0">
                <a:solidFill>
                  <a:srgbClr val="20252A"/>
                </a:solidFill>
                <a:latin typeface="Segoe UI"/>
                <a:ea typeface="Segoe UI"/>
                <a:cs typeface="Segoe UI"/>
              </a:defRPr>
            </a:lvl4pPr>
            <a:lvl5pPr>
              <a:defRPr sz="2400" b="0">
                <a:solidFill>
                  <a:srgbClr val="20252A"/>
                </a:solidFill>
                <a:latin typeface="Segoe UI"/>
                <a:ea typeface="Segoe UI"/>
                <a:cs typeface="Segoe UI"/>
              </a:defRPr>
            </a:lvl5pPr>
            <a:lvl6pPr>
              <a:defRPr sz="2400" b="0">
                <a:solidFill>
                  <a:srgbClr val="20252A"/>
                </a:solidFill>
                <a:latin typeface="Segoe UI"/>
                <a:ea typeface="Segoe UI"/>
                <a:cs typeface="Segoe UI"/>
              </a:defRPr>
            </a:lvl6pPr>
            <a:lvl7pPr>
              <a:defRPr sz="2400" b="0">
                <a:solidFill>
                  <a:srgbClr val="20252A"/>
                </a:solidFill>
                <a:latin typeface="Segoe UI"/>
                <a:ea typeface="Segoe UI"/>
                <a:cs typeface="Segoe UI"/>
              </a:defRPr>
            </a:lvl7pPr>
            <a:lvl8pPr>
              <a:defRPr sz="2400" b="0">
                <a:solidFill>
                  <a:srgbClr val="20252A"/>
                </a:solidFill>
                <a:latin typeface="Segoe UI"/>
                <a:ea typeface="Segoe UI"/>
                <a:cs typeface="Segoe UI"/>
              </a:defRPr>
            </a:lvl8pPr>
            <a:lvl9pPr>
              <a:defRPr sz="2400" b="0">
                <a:solidFill>
                  <a:srgbClr val="20252A"/>
                </a:solidFill>
                <a:latin typeface="Segoe UI"/>
                <a:ea typeface="Segoe UI"/>
                <a:cs typeface="Segoe UI"/>
              </a:defRPr>
            </a:lvl9pPr>
          </a:lstStyle>
          <a:p xmlns:a="http://schemas.openxmlformats.org/drawingml/2006/main">
            <a:pPr>
              <a:defRPr sz="2400" b="0">
                <a:solidFill>
                  <a:srgbClr val="20252A"/>
                </a:solidFill>
                <a:latin typeface="Segoe UI"/>
                <a:ea typeface="Segoe UI"/>
                <a:cs typeface="Segoe UI"/>
              </a:defRPr>
            </a:pPr>
            <a:r>
              <a:rPr sz="2400" b="0">
                <a:solidFill>
                  <a:srgbClr val="20252A"/>
                </a:solidFill>
                <a:latin typeface="Segoe UI"/>
                <a:ea typeface="Segoe UI"/>
                <a:cs typeface="Segoe UI"/>
              </a:rPr>
              <a:t>I need help to feel calm.</a:t>
            </a:r>
          </a:p>
        </p:txBody>
      </p:sp>
      <p:sp>
        <p:nvSpPr>
          <p:cNvPr id="13" name="text-12">
            <a:extLst xmlns:a="http://schemas.openxmlformats.org/drawingml/2006/main">
              <a:ext uri="{FF2B5EF4-FFF2-40B4-BE49-F238E27FC236}">
                <a16:creationId xmlns:a16="http://schemas.microsoft.com/office/drawing/2014/main" id="{D08018F4-5650-43BF-8125-EBB80FCDAD06}"/>
              </a:ext>
            </a:extLst>
          </p:cNvPr>
          <p:cNvSpPr>
            <a:spLocks xmlns:a="http://schemas.openxmlformats.org/drawingml/2006/main" noGrp="1"/>
          </p:cNvSpPr>
          <p:nvPr/>
        </p:nvSpPr>
        <p:spPr>
          <a:xfrm xmlns:a="http://schemas.openxmlformats.org/drawingml/2006/main">
            <a:off x="609600" y="5286375"/>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0252A"/>
                </a:solidFill>
                <a:latin typeface="Segoe UI"/>
                <a:ea typeface="Segoe UI"/>
                <a:cs typeface="Segoe UI"/>
              </a:defRPr>
            </a:defPPr>
            <a:lvl1pPr>
              <a:defRPr sz="2175" b="0">
                <a:solidFill>
                  <a:srgbClr val="20252A"/>
                </a:solidFill>
                <a:latin typeface="Segoe UI"/>
                <a:ea typeface="Segoe UI"/>
                <a:cs typeface="Segoe UI"/>
              </a:defRPr>
            </a:lvl1pPr>
            <a:lvl2pPr>
              <a:defRPr sz="2175" b="0">
                <a:solidFill>
                  <a:srgbClr val="20252A"/>
                </a:solidFill>
                <a:latin typeface="Segoe UI"/>
                <a:ea typeface="Segoe UI"/>
                <a:cs typeface="Segoe UI"/>
              </a:defRPr>
            </a:lvl2pPr>
            <a:lvl3pPr>
              <a:defRPr sz="2175" b="0">
                <a:solidFill>
                  <a:srgbClr val="20252A"/>
                </a:solidFill>
                <a:latin typeface="Segoe UI"/>
                <a:ea typeface="Segoe UI"/>
                <a:cs typeface="Segoe UI"/>
              </a:defRPr>
            </a:lvl3pPr>
            <a:lvl4pPr>
              <a:defRPr sz="2175" b="0">
                <a:solidFill>
                  <a:srgbClr val="20252A"/>
                </a:solidFill>
                <a:latin typeface="Segoe UI"/>
                <a:ea typeface="Segoe UI"/>
                <a:cs typeface="Segoe UI"/>
              </a:defRPr>
            </a:lvl4pPr>
            <a:lvl5pPr>
              <a:defRPr sz="2175" b="0">
                <a:solidFill>
                  <a:srgbClr val="20252A"/>
                </a:solidFill>
                <a:latin typeface="Segoe UI"/>
                <a:ea typeface="Segoe UI"/>
                <a:cs typeface="Segoe UI"/>
              </a:defRPr>
            </a:lvl5pPr>
            <a:lvl6pPr>
              <a:defRPr sz="2175" b="0">
                <a:solidFill>
                  <a:srgbClr val="20252A"/>
                </a:solidFill>
                <a:latin typeface="Segoe UI"/>
                <a:ea typeface="Segoe UI"/>
                <a:cs typeface="Segoe UI"/>
              </a:defRPr>
            </a:lvl6pPr>
            <a:lvl7pPr>
              <a:defRPr sz="2175" b="0">
                <a:solidFill>
                  <a:srgbClr val="20252A"/>
                </a:solidFill>
                <a:latin typeface="Segoe UI"/>
                <a:ea typeface="Segoe UI"/>
                <a:cs typeface="Segoe UI"/>
              </a:defRPr>
            </a:lvl7pPr>
            <a:lvl8pPr>
              <a:defRPr sz="2175" b="0">
                <a:solidFill>
                  <a:srgbClr val="20252A"/>
                </a:solidFill>
                <a:latin typeface="Segoe UI"/>
                <a:ea typeface="Segoe UI"/>
                <a:cs typeface="Segoe UI"/>
              </a:defRPr>
            </a:lvl8pPr>
            <a:lvl9pPr>
              <a:defRPr sz="2175" b="0">
                <a:solidFill>
                  <a:srgbClr val="20252A"/>
                </a:solidFill>
                <a:latin typeface="Segoe UI"/>
                <a:ea typeface="Segoe UI"/>
                <a:cs typeface="Segoe UI"/>
              </a:defRPr>
            </a:lvl9pPr>
          </a:lstStyle>
          <a:p xmlns:a="http://schemas.openxmlformats.org/drawingml/2006/main">
            <a:pPr>
              <a:defRPr sz="2175" b="0">
                <a:solidFill>
                  <a:srgbClr val="20252A"/>
                </a:solidFill>
                <a:latin typeface="Segoe UI"/>
                <a:ea typeface="Segoe UI"/>
                <a:cs typeface="Segoe UI"/>
              </a:defRPr>
            </a:pPr>
            <a:r>
              <a:rPr sz="2175" b="0">
                <a:solidFill>
                  <a:srgbClr val="20252A"/>
                </a:solidFill>
                <a:latin typeface="Segoe UI"/>
                <a:ea typeface="Segoe UI"/>
                <a:cs typeface="Segoe UI"/>
              </a:rPr>
              <a:t>Reset: water, a stretch, a quiet seat or an adult.</a:t>
            </a:r>
          </a:p>
        </p:txBody>
      </p:sp>
      <p:sp>
        <p:nvSpPr>
          <p:cNvPr id="14" name="text-13">
            <a:extLst xmlns:a="http://schemas.openxmlformats.org/drawingml/2006/main">
              <a:ext uri="{FF2B5EF4-FFF2-40B4-BE49-F238E27FC236}">
                <a16:creationId xmlns:a16="http://schemas.microsoft.com/office/drawing/2014/main" id="{44189724-4789-4BB7-9A65-4BD3E2858FEF}"/>
              </a:ext>
            </a:extLst>
          </p:cNvPr>
          <p:cNvSpPr>
            <a:spLocks xmlns:a="http://schemas.openxmlformats.org/drawingml/2006/main" noGrp="1"/>
          </p:cNvSpPr>
          <p:nvPr/>
        </p:nvSpPr>
        <p:spPr>
          <a:xfrm xmlns:a="http://schemas.openxmlformats.org/drawingml/2006/main">
            <a:off x="609600" y="5857875"/>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1">
                <a:solidFill>
                  <a:srgbClr val="20252A"/>
                </a:solidFill>
                <a:latin typeface="Segoe UI"/>
                <a:ea typeface="Segoe UI"/>
                <a:cs typeface="Segoe UI"/>
              </a:defRPr>
            </a:defPPr>
            <a:lvl1pPr>
              <a:defRPr sz="2325" b="1">
                <a:solidFill>
                  <a:srgbClr val="20252A"/>
                </a:solidFill>
                <a:latin typeface="Segoe UI"/>
                <a:ea typeface="Segoe UI"/>
                <a:cs typeface="Segoe UI"/>
              </a:defRPr>
            </a:lvl1pPr>
            <a:lvl2pPr>
              <a:defRPr sz="2325" b="1">
                <a:solidFill>
                  <a:srgbClr val="20252A"/>
                </a:solidFill>
                <a:latin typeface="Segoe UI"/>
                <a:ea typeface="Segoe UI"/>
                <a:cs typeface="Segoe UI"/>
              </a:defRPr>
            </a:lvl2pPr>
            <a:lvl3pPr>
              <a:defRPr sz="2325" b="1">
                <a:solidFill>
                  <a:srgbClr val="20252A"/>
                </a:solidFill>
                <a:latin typeface="Segoe UI"/>
                <a:ea typeface="Segoe UI"/>
                <a:cs typeface="Segoe UI"/>
              </a:defRPr>
            </a:lvl3pPr>
            <a:lvl4pPr>
              <a:defRPr sz="2325" b="1">
                <a:solidFill>
                  <a:srgbClr val="20252A"/>
                </a:solidFill>
                <a:latin typeface="Segoe UI"/>
                <a:ea typeface="Segoe UI"/>
                <a:cs typeface="Segoe UI"/>
              </a:defRPr>
            </a:lvl4pPr>
            <a:lvl5pPr>
              <a:defRPr sz="2325" b="1">
                <a:solidFill>
                  <a:srgbClr val="20252A"/>
                </a:solidFill>
                <a:latin typeface="Segoe UI"/>
                <a:ea typeface="Segoe UI"/>
                <a:cs typeface="Segoe UI"/>
              </a:defRPr>
            </a:lvl5pPr>
            <a:lvl6pPr>
              <a:defRPr sz="2325" b="1">
                <a:solidFill>
                  <a:srgbClr val="20252A"/>
                </a:solidFill>
                <a:latin typeface="Segoe UI"/>
                <a:ea typeface="Segoe UI"/>
                <a:cs typeface="Segoe UI"/>
              </a:defRPr>
            </a:lvl6pPr>
            <a:lvl7pPr>
              <a:defRPr sz="2325" b="1">
                <a:solidFill>
                  <a:srgbClr val="20252A"/>
                </a:solidFill>
                <a:latin typeface="Segoe UI"/>
                <a:ea typeface="Segoe UI"/>
                <a:cs typeface="Segoe UI"/>
              </a:defRPr>
            </a:lvl7pPr>
            <a:lvl8pPr>
              <a:defRPr sz="2325" b="1">
                <a:solidFill>
                  <a:srgbClr val="20252A"/>
                </a:solidFill>
                <a:latin typeface="Segoe UI"/>
                <a:ea typeface="Segoe UI"/>
                <a:cs typeface="Segoe UI"/>
              </a:defRPr>
            </a:lvl8pPr>
            <a:lvl9pPr>
              <a:defRPr sz="2325" b="1">
                <a:solidFill>
                  <a:srgbClr val="20252A"/>
                </a:solidFill>
                <a:latin typeface="Segoe UI"/>
                <a:ea typeface="Segoe UI"/>
                <a:cs typeface="Segoe UI"/>
              </a:defRPr>
            </a:lvl9pPr>
          </a:lstStyle>
          <a:p xmlns:a="http://schemas.openxmlformats.org/drawingml/2006/main">
            <a:pPr>
              <a:defRPr sz="2325" b="1">
                <a:solidFill>
                  <a:srgbClr val="20252A"/>
                </a:solidFill>
                <a:latin typeface="Segoe UI"/>
                <a:ea typeface="Segoe UI"/>
                <a:cs typeface="Segoe UI"/>
              </a:defRPr>
            </a:pPr>
            <a:r>
              <a:rPr sz="2325" b="1">
                <a:solidFill>
                  <a:srgbClr val="20252A"/>
                </a:solidFill>
                <a:latin typeface="Segoe UI"/>
                <a:ea typeface="Segoe UI"/>
                <a:cs typeface="Segoe UI"/>
              </a:rPr>
              <a:t>I feel __. I need __.</a:t>
            </a:r>
          </a:p>
        </p:txBody>
      </p:sp>
    </p:spTree>
    <p:extLst>
      <p:ext uri="{BB962C8B-B14F-4D97-AF65-F5344CB8AC3E}">
        <p14:creationId xmlns:p14="http://schemas.microsoft.com/office/powerpoint/2010/main" val="1063779922"/>
      </p:ext>
    </p:extLst>
  </p:cSld>
</p:sld>
</file>

<file path=ppt/slides/slide3.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16" name="heading-0">
            <a:extLst xmlns:a="http://schemas.openxmlformats.org/drawingml/2006/main">
              <a:ext uri="{FF2B5EF4-FFF2-40B4-BE49-F238E27FC236}">
                <a16:creationId xmlns:a16="http://schemas.microsoft.com/office/drawing/2014/main" id="{6C9252E5-CD67-4B86-A3DA-12497D7C2586}"/>
              </a:ext>
            </a:extLst>
          </p:cNvPr>
          <p:cNvSpPr>
            <a:spLocks xmlns:a="http://schemas.openxmlformats.org/drawingml/2006/main" noGrp="1"/>
          </p:cNvSpPr>
          <p:nvPr/>
        </p:nvSpPr>
        <p:spPr>
          <a:xfrm xmlns:a="http://schemas.openxmlformats.org/drawingml/2006/main">
            <a:off x="609600" y="40005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20252A"/>
                </a:solidFill>
                <a:latin typeface="Segoe UI"/>
                <a:ea typeface="Segoe UI"/>
                <a:cs typeface="Segoe UI"/>
              </a:defRPr>
            </a:defPPr>
            <a:lvl1pPr>
              <a:defRPr sz="3300" b="1">
                <a:solidFill>
                  <a:srgbClr val="20252A"/>
                </a:solidFill>
                <a:latin typeface="Segoe UI"/>
                <a:ea typeface="Segoe UI"/>
                <a:cs typeface="Segoe UI"/>
              </a:defRPr>
            </a:lvl1pPr>
            <a:lvl2pPr>
              <a:defRPr sz="3300" b="1">
                <a:solidFill>
                  <a:srgbClr val="20252A"/>
                </a:solidFill>
                <a:latin typeface="Segoe UI"/>
                <a:ea typeface="Segoe UI"/>
                <a:cs typeface="Segoe UI"/>
              </a:defRPr>
            </a:lvl2pPr>
            <a:lvl3pPr>
              <a:defRPr sz="3300" b="1">
                <a:solidFill>
                  <a:srgbClr val="20252A"/>
                </a:solidFill>
                <a:latin typeface="Segoe UI"/>
                <a:ea typeface="Segoe UI"/>
                <a:cs typeface="Segoe UI"/>
              </a:defRPr>
            </a:lvl3pPr>
            <a:lvl4pPr>
              <a:defRPr sz="3300" b="1">
                <a:solidFill>
                  <a:srgbClr val="20252A"/>
                </a:solidFill>
                <a:latin typeface="Segoe UI"/>
                <a:ea typeface="Segoe UI"/>
                <a:cs typeface="Segoe UI"/>
              </a:defRPr>
            </a:lvl4pPr>
            <a:lvl5pPr>
              <a:defRPr sz="3300" b="1">
                <a:solidFill>
                  <a:srgbClr val="20252A"/>
                </a:solidFill>
                <a:latin typeface="Segoe UI"/>
                <a:ea typeface="Segoe UI"/>
                <a:cs typeface="Segoe UI"/>
              </a:defRPr>
            </a:lvl5pPr>
            <a:lvl6pPr>
              <a:defRPr sz="3300" b="1">
                <a:solidFill>
                  <a:srgbClr val="20252A"/>
                </a:solidFill>
                <a:latin typeface="Segoe UI"/>
                <a:ea typeface="Segoe UI"/>
                <a:cs typeface="Segoe UI"/>
              </a:defRPr>
            </a:lvl6pPr>
            <a:lvl7pPr>
              <a:defRPr sz="3300" b="1">
                <a:solidFill>
                  <a:srgbClr val="20252A"/>
                </a:solidFill>
                <a:latin typeface="Segoe UI"/>
                <a:ea typeface="Segoe UI"/>
                <a:cs typeface="Segoe UI"/>
              </a:defRPr>
            </a:lvl7pPr>
            <a:lvl8pPr>
              <a:defRPr sz="3300" b="1">
                <a:solidFill>
                  <a:srgbClr val="20252A"/>
                </a:solidFill>
                <a:latin typeface="Segoe UI"/>
                <a:ea typeface="Segoe UI"/>
                <a:cs typeface="Segoe UI"/>
              </a:defRPr>
            </a:lvl8pPr>
            <a:lvl9pPr>
              <a:defRPr sz="3300" b="1">
                <a:solidFill>
                  <a:srgbClr val="20252A"/>
                </a:solidFill>
                <a:latin typeface="Segoe UI"/>
                <a:ea typeface="Segoe UI"/>
                <a:cs typeface="Segoe UI"/>
              </a:defRPr>
            </a:lvl9pPr>
          </a:lstStyle>
          <a:p xmlns:a="http://schemas.openxmlformats.org/drawingml/2006/main">
            <a:pPr>
              <a:defRPr sz="3300" b="1">
                <a:solidFill>
                  <a:srgbClr val="20252A"/>
                </a:solidFill>
                <a:latin typeface="Segoe UI"/>
                <a:ea typeface="Segoe UI"/>
                <a:cs typeface="Segoe UI"/>
              </a:defRPr>
            </a:pPr>
            <a:r>
              <a:rPr sz="3300" b="1">
                <a:solidFill>
                  <a:srgbClr val="20252A"/>
                </a:solidFill>
                <a:latin typeface="Segoe UI"/>
                <a:ea typeface="Segoe UI"/>
                <a:cs typeface="Segoe UI"/>
              </a:rPr>
              <a:t>Retrieval</a:t>
            </a:r>
          </a:p>
        </p:txBody>
      </p:sp>
      <p:sp>
        <p:nvSpPr>
          <p:cNvPr id="2" name="footer-1">
            <a:extLst xmlns:a="http://schemas.openxmlformats.org/drawingml/2006/main">
              <a:ext uri="{FF2B5EF4-FFF2-40B4-BE49-F238E27FC236}">
                <a16:creationId xmlns:a16="http://schemas.microsoft.com/office/drawing/2014/main" id="{E731851F-4E71-4154-A72F-3C78A33D64D6}"/>
              </a:ext>
            </a:extLst>
          </p:cNvPr>
          <p:cNvSpPr>
            <a:spLocks xmlns:a="http://schemas.openxmlformats.org/drawingml/2006/main" noGrp="1"/>
          </p:cNvSpPr>
          <p:nvPr/>
        </p:nvSpPr>
        <p:spPr>
          <a:xfrm xmlns:a="http://schemas.openxmlformats.org/drawingml/2006/main">
            <a:off x="609600" y="6496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COMM-GROW-A1-W05</a:t>
            </a:r>
          </a:p>
        </p:txBody>
      </p:sp>
      <p:sp>
        <p:nvSpPr>
          <p:cNvPr id="3" name="footer-2">
            <a:extLst xmlns:a="http://schemas.openxmlformats.org/drawingml/2006/main">
              <a:ext uri="{FF2B5EF4-FFF2-40B4-BE49-F238E27FC236}">
                <a16:creationId xmlns:a16="http://schemas.microsoft.com/office/drawing/2014/main" id="{C75D8012-7FE5-46ED-AABB-14D77F07240F}"/>
              </a:ext>
            </a:extLst>
          </p:cNvPr>
          <p:cNvSpPr>
            <a:spLocks xmlns:a="http://schemas.openxmlformats.org/drawingml/2006/main" noGrp="1"/>
          </p:cNvSpPr>
          <p:nvPr/>
        </p:nvSpPr>
        <p:spPr>
          <a:xfrm xmlns:a="http://schemas.openxmlformats.org/drawingml/2006/main">
            <a:off x="9525000" y="6496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3 / 12  ·  5 min</a:t>
            </a:r>
          </a:p>
        </p:txBody>
      </p:sp>
      <p:sp>
        <p:nvSpPr>
          <p:cNvPr id="4" name="text-3">
            <a:extLst xmlns:a="http://schemas.openxmlformats.org/drawingml/2006/main">
              <a:ext uri="{FF2B5EF4-FFF2-40B4-BE49-F238E27FC236}">
                <a16:creationId xmlns:a16="http://schemas.microsoft.com/office/drawing/2014/main" id="{CF83591C-2E79-4955-A7F6-E8F38111B366}"/>
              </a:ext>
            </a:extLst>
          </p:cNvPr>
          <p:cNvSpPr>
            <a:spLocks xmlns:a="http://schemas.openxmlformats.org/drawingml/2006/main" noGrp="1"/>
          </p:cNvSpPr>
          <p:nvPr/>
        </p:nvSpPr>
        <p:spPr>
          <a:xfrm xmlns:a="http://schemas.openxmlformats.org/drawingml/2006/main">
            <a:off x="609600" y="1304925"/>
            <a:ext cx="3291840" cy="822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550" b="1">
                <a:solidFill>
                  <a:srgbClr val="20252A"/>
                </a:solidFill>
                <a:latin typeface="Segoe UI"/>
                <a:ea typeface="Segoe UI"/>
                <a:cs typeface="Segoe UI"/>
              </a:defRPr>
            </a:defPPr>
            <a:lvl1pPr>
              <a:defRPr sz="2550" b="1">
                <a:solidFill>
                  <a:srgbClr val="20252A"/>
                </a:solidFill>
                <a:latin typeface="Segoe UI"/>
                <a:ea typeface="Segoe UI"/>
                <a:cs typeface="Segoe UI"/>
              </a:defRPr>
            </a:lvl1pPr>
            <a:lvl2pPr>
              <a:defRPr sz="2550" b="1">
                <a:solidFill>
                  <a:srgbClr val="20252A"/>
                </a:solidFill>
                <a:latin typeface="Segoe UI"/>
                <a:ea typeface="Segoe UI"/>
                <a:cs typeface="Segoe UI"/>
              </a:defRPr>
            </a:lvl2pPr>
            <a:lvl3pPr>
              <a:defRPr sz="2550" b="1">
                <a:solidFill>
                  <a:srgbClr val="20252A"/>
                </a:solidFill>
                <a:latin typeface="Segoe UI"/>
                <a:ea typeface="Segoe UI"/>
                <a:cs typeface="Segoe UI"/>
              </a:defRPr>
            </a:lvl3pPr>
            <a:lvl4pPr>
              <a:defRPr sz="2550" b="1">
                <a:solidFill>
                  <a:srgbClr val="20252A"/>
                </a:solidFill>
                <a:latin typeface="Segoe UI"/>
                <a:ea typeface="Segoe UI"/>
                <a:cs typeface="Segoe UI"/>
              </a:defRPr>
            </a:lvl4pPr>
            <a:lvl5pPr>
              <a:defRPr sz="2550" b="1">
                <a:solidFill>
                  <a:srgbClr val="20252A"/>
                </a:solidFill>
                <a:latin typeface="Segoe UI"/>
                <a:ea typeface="Segoe UI"/>
                <a:cs typeface="Segoe UI"/>
              </a:defRPr>
            </a:lvl5pPr>
            <a:lvl6pPr>
              <a:defRPr sz="2550" b="1">
                <a:solidFill>
                  <a:srgbClr val="20252A"/>
                </a:solidFill>
                <a:latin typeface="Segoe UI"/>
                <a:ea typeface="Segoe UI"/>
                <a:cs typeface="Segoe UI"/>
              </a:defRPr>
            </a:lvl6pPr>
            <a:lvl7pPr>
              <a:defRPr sz="2550" b="1">
                <a:solidFill>
                  <a:srgbClr val="20252A"/>
                </a:solidFill>
                <a:latin typeface="Segoe UI"/>
                <a:ea typeface="Segoe UI"/>
                <a:cs typeface="Segoe UI"/>
              </a:defRPr>
            </a:lvl7pPr>
            <a:lvl8pPr>
              <a:defRPr sz="2550" b="1">
                <a:solidFill>
                  <a:srgbClr val="20252A"/>
                </a:solidFill>
                <a:latin typeface="Segoe UI"/>
                <a:ea typeface="Segoe UI"/>
                <a:cs typeface="Segoe UI"/>
              </a:defRPr>
            </a:lvl8pPr>
            <a:lvl9pPr>
              <a:defRPr sz="2550" b="1">
                <a:solidFill>
                  <a:srgbClr val="20252A"/>
                </a:solidFill>
                <a:latin typeface="Segoe UI"/>
                <a:ea typeface="Segoe UI"/>
                <a:cs typeface="Segoe UI"/>
              </a:defRPr>
            </a:lvl9pPr>
          </a:lstStyle>
          <a:p xmlns:a="http://schemas.openxmlformats.org/drawingml/2006/main">
            <a:pPr>
              <a:defRPr sz="2550" b="1">
                <a:solidFill>
                  <a:srgbClr val="20252A"/>
                </a:solidFill>
                <a:latin typeface="Segoe UI"/>
                <a:ea typeface="Segoe UI"/>
                <a:cs typeface="Segoe UI"/>
              </a:defRPr>
            </a:pPr>
            <a:r>
              <a:rPr sz="2550" b="1">
                <a:solidFill>
                  <a:srgbClr val="20252A"/>
                </a:solidFill>
                <a:latin typeface="Segoe UI"/>
                <a:ea typeface="Segoe UI"/>
                <a:cs typeface="Segoe UI"/>
              </a:rPr>
              <a:t>What our partner told us</a:t>
            </a:r>
          </a:p>
        </p:txBody>
      </p:sp>
      <p:sp>
        <p:nvSpPr>
          <p:cNvPr id="5" name="text-4">
            <a:extLst xmlns:a="http://schemas.openxmlformats.org/drawingml/2006/main">
              <a:ext uri="{FF2B5EF4-FFF2-40B4-BE49-F238E27FC236}">
                <a16:creationId xmlns:a16="http://schemas.microsoft.com/office/drawing/2014/main" id="{F47B7277-D706-41D6-8657-266702803F1B}"/>
              </a:ext>
            </a:extLst>
          </p:cNvPr>
          <p:cNvSpPr>
            <a:spLocks xmlns:a="http://schemas.openxmlformats.org/drawingml/2006/main" noGrp="1"/>
          </p:cNvSpPr>
          <p:nvPr/>
        </p:nvSpPr>
        <p:spPr>
          <a:xfrm xmlns:a="http://schemas.openxmlformats.org/drawingml/2006/main">
            <a:off x="609600" y="2314575"/>
            <a:ext cx="457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550" b="0">
                <a:solidFill>
                  <a:srgbClr val="20252A"/>
                </a:solidFill>
                <a:latin typeface="Segoe UI"/>
                <a:ea typeface="Segoe UI"/>
                <a:cs typeface="Segoe UI"/>
              </a:defRPr>
            </a:defPPr>
            <a:lvl1pPr>
              <a:defRPr sz="2550" b="0">
                <a:solidFill>
                  <a:srgbClr val="20252A"/>
                </a:solidFill>
                <a:latin typeface="Segoe UI"/>
                <a:ea typeface="Segoe UI"/>
                <a:cs typeface="Segoe UI"/>
              </a:defRPr>
            </a:lvl1pPr>
            <a:lvl2pPr>
              <a:defRPr sz="2550" b="0">
                <a:solidFill>
                  <a:srgbClr val="20252A"/>
                </a:solidFill>
                <a:latin typeface="Segoe UI"/>
                <a:ea typeface="Segoe UI"/>
                <a:cs typeface="Segoe UI"/>
              </a:defRPr>
            </a:lvl2pPr>
            <a:lvl3pPr>
              <a:defRPr sz="2550" b="0">
                <a:solidFill>
                  <a:srgbClr val="20252A"/>
                </a:solidFill>
                <a:latin typeface="Segoe UI"/>
                <a:ea typeface="Segoe UI"/>
                <a:cs typeface="Segoe UI"/>
              </a:defRPr>
            </a:lvl3pPr>
            <a:lvl4pPr>
              <a:defRPr sz="2550" b="0">
                <a:solidFill>
                  <a:srgbClr val="20252A"/>
                </a:solidFill>
                <a:latin typeface="Segoe UI"/>
                <a:ea typeface="Segoe UI"/>
                <a:cs typeface="Segoe UI"/>
              </a:defRPr>
            </a:lvl4pPr>
            <a:lvl5pPr>
              <a:defRPr sz="2550" b="0">
                <a:solidFill>
                  <a:srgbClr val="20252A"/>
                </a:solidFill>
                <a:latin typeface="Segoe UI"/>
                <a:ea typeface="Segoe UI"/>
                <a:cs typeface="Segoe UI"/>
              </a:defRPr>
            </a:lvl5pPr>
            <a:lvl6pPr>
              <a:defRPr sz="2550" b="0">
                <a:solidFill>
                  <a:srgbClr val="20252A"/>
                </a:solidFill>
                <a:latin typeface="Segoe UI"/>
                <a:ea typeface="Segoe UI"/>
                <a:cs typeface="Segoe UI"/>
              </a:defRPr>
            </a:lvl6pPr>
            <a:lvl7pPr>
              <a:defRPr sz="2550" b="0">
                <a:solidFill>
                  <a:srgbClr val="20252A"/>
                </a:solidFill>
                <a:latin typeface="Segoe UI"/>
                <a:ea typeface="Segoe UI"/>
                <a:cs typeface="Segoe UI"/>
              </a:defRPr>
            </a:lvl7pPr>
            <a:lvl8pPr>
              <a:defRPr sz="2550" b="0">
                <a:solidFill>
                  <a:srgbClr val="20252A"/>
                </a:solidFill>
                <a:latin typeface="Segoe UI"/>
                <a:ea typeface="Segoe UI"/>
                <a:cs typeface="Segoe UI"/>
              </a:defRPr>
            </a:lvl8pPr>
            <a:lvl9pPr>
              <a:defRPr sz="2550" b="0">
                <a:solidFill>
                  <a:srgbClr val="20252A"/>
                </a:solidFill>
                <a:latin typeface="Segoe UI"/>
                <a:ea typeface="Segoe UI"/>
                <a:cs typeface="Segoe UI"/>
              </a:defRPr>
            </a:lvl9pPr>
          </a:lstStyle>
          <a:p xmlns:a="http://schemas.openxmlformats.org/drawingml/2006/main">
            <a:pPr>
              <a:defRPr sz="2550" b="0">
                <a:solidFill>
                  <a:srgbClr val="20252A"/>
                </a:solidFill>
                <a:latin typeface="Segoe UI"/>
                <a:ea typeface="Segoe UI"/>
                <a:cs typeface="Segoe UI"/>
              </a:defRPr>
            </a:pPr>
            <a:r>
              <a:rPr sz="2550" b="0">
                <a:solidFill>
                  <a:srgbClr val="20252A"/>
                </a:solidFill>
                <a:latin typeface="Segoe UI"/>
                <a:ea typeface="Segoe UI"/>
                <a:cs typeface="Segoe UI"/>
              </a:rPr>
              <a:t>1  ______________</a:t>
            </a:r>
          </a:p>
        </p:txBody>
      </p:sp>
      <p:sp>
        <p:nvSpPr>
          <p:cNvPr id="6" name="text-5">
            <a:extLst xmlns:a="http://schemas.openxmlformats.org/drawingml/2006/main">
              <a:ext uri="{FF2B5EF4-FFF2-40B4-BE49-F238E27FC236}">
                <a16:creationId xmlns:a16="http://schemas.microsoft.com/office/drawing/2014/main" id="{560A5789-A2EF-4B1C-BAF9-AC6F1C97E858}"/>
              </a:ext>
            </a:extLst>
          </p:cNvPr>
          <p:cNvSpPr>
            <a:spLocks xmlns:a="http://schemas.openxmlformats.org/drawingml/2006/main" noGrp="1"/>
          </p:cNvSpPr>
          <p:nvPr/>
        </p:nvSpPr>
        <p:spPr>
          <a:xfrm xmlns:a="http://schemas.openxmlformats.org/drawingml/2006/main">
            <a:off x="609600" y="2943225"/>
            <a:ext cx="457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550" b="0">
                <a:solidFill>
                  <a:srgbClr val="20252A"/>
                </a:solidFill>
                <a:latin typeface="Segoe UI"/>
                <a:ea typeface="Segoe UI"/>
                <a:cs typeface="Segoe UI"/>
              </a:defRPr>
            </a:defPPr>
            <a:lvl1pPr>
              <a:defRPr sz="2550" b="0">
                <a:solidFill>
                  <a:srgbClr val="20252A"/>
                </a:solidFill>
                <a:latin typeface="Segoe UI"/>
                <a:ea typeface="Segoe UI"/>
                <a:cs typeface="Segoe UI"/>
              </a:defRPr>
            </a:lvl1pPr>
            <a:lvl2pPr>
              <a:defRPr sz="2550" b="0">
                <a:solidFill>
                  <a:srgbClr val="20252A"/>
                </a:solidFill>
                <a:latin typeface="Segoe UI"/>
                <a:ea typeface="Segoe UI"/>
                <a:cs typeface="Segoe UI"/>
              </a:defRPr>
            </a:lvl2pPr>
            <a:lvl3pPr>
              <a:defRPr sz="2550" b="0">
                <a:solidFill>
                  <a:srgbClr val="20252A"/>
                </a:solidFill>
                <a:latin typeface="Segoe UI"/>
                <a:ea typeface="Segoe UI"/>
                <a:cs typeface="Segoe UI"/>
              </a:defRPr>
            </a:lvl3pPr>
            <a:lvl4pPr>
              <a:defRPr sz="2550" b="0">
                <a:solidFill>
                  <a:srgbClr val="20252A"/>
                </a:solidFill>
                <a:latin typeface="Segoe UI"/>
                <a:ea typeface="Segoe UI"/>
                <a:cs typeface="Segoe UI"/>
              </a:defRPr>
            </a:lvl4pPr>
            <a:lvl5pPr>
              <a:defRPr sz="2550" b="0">
                <a:solidFill>
                  <a:srgbClr val="20252A"/>
                </a:solidFill>
                <a:latin typeface="Segoe UI"/>
                <a:ea typeface="Segoe UI"/>
                <a:cs typeface="Segoe UI"/>
              </a:defRPr>
            </a:lvl5pPr>
            <a:lvl6pPr>
              <a:defRPr sz="2550" b="0">
                <a:solidFill>
                  <a:srgbClr val="20252A"/>
                </a:solidFill>
                <a:latin typeface="Segoe UI"/>
                <a:ea typeface="Segoe UI"/>
                <a:cs typeface="Segoe UI"/>
              </a:defRPr>
            </a:lvl6pPr>
            <a:lvl7pPr>
              <a:defRPr sz="2550" b="0">
                <a:solidFill>
                  <a:srgbClr val="20252A"/>
                </a:solidFill>
                <a:latin typeface="Segoe UI"/>
                <a:ea typeface="Segoe UI"/>
                <a:cs typeface="Segoe UI"/>
              </a:defRPr>
            </a:lvl7pPr>
            <a:lvl8pPr>
              <a:defRPr sz="2550" b="0">
                <a:solidFill>
                  <a:srgbClr val="20252A"/>
                </a:solidFill>
                <a:latin typeface="Segoe UI"/>
                <a:ea typeface="Segoe UI"/>
                <a:cs typeface="Segoe UI"/>
              </a:defRPr>
            </a:lvl8pPr>
            <a:lvl9pPr>
              <a:defRPr sz="2550" b="0">
                <a:solidFill>
                  <a:srgbClr val="20252A"/>
                </a:solidFill>
                <a:latin typeface="Segoe UI"/>
                <a:ea typeface="Segoe UI"/>
                <a:cs typeface="Segoe UI"/>
              </a:defRPr>
            </a:lvl9pPr>
          </a:lstStyle>
          <a:p xmlns:a="http://schemas.openxmlformats.org/drawingml/2006/main">
            <a:pPr>
              <a:defRPr sz="2550" b="0">
                <a:solidFill>
                  <a:srgbClr val="20252A"/>
                </a:solidFill>
                <a:latin typeface="Segoe UI"/>
                <a:ea typeface="Segoe UI"/>
                <a:cs typeface="Segoe UI"/>
              </a:defRPr>
            </a:pPr>
            <a:r>
              <a:rPr sz="2550" b="0">
                <a:solidFill>
                  <a:srgbClr val="20252A"/>
                </a:solidFill>
                <a:latin typeface="Segoe UI"/>
                <a:ea typeface="Segoe UI"/>
                <a:cs typeface="Segoe UI"/>
              </a:rPr>
              <a:t>2  ______________</a:t>
            </a:r>
          </a:p>
        </p:txBody>
      </p:sp>
      <p:sp>
        <p:nvSpPr>
          <p:cNvPr id="7" name="text-6">
            <a:extLst xmlns:a="http://schemas.openxmlformats.org/drawingml/2006/main">
              <a:ext uri="{FF2B5EF4-FFF2-40B4-BE49-F238E27FC236}">
                <a16:creationId xmlns:a16="http://schemas.microsoft.com/office/drawing/2014/main" id="{2CBAF1C0-C177-4B69-9D68-1B8950CDA5FA}"/>
              </a:ext>
            </a:extLst>
          </p:cNvPr>
          <p:cNvSpPr>
            <a:spLocks xmlns:a="http://schemas.openxmlformats.org/drawingml/2006/main" noGrp="1"/>
          </p:cNvSpPr>
          <p:nvPr/>
        </p:nvSpPr>
        <p:spPr>
          <a:xfrm xmlns:a="http://schemas.openxmlformats.org/drawingml/2006/main">
            <a:off x="609600" y="3571875"/>
            <a:ext cx="457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550" b="0">
                <a:solidFill>
                  <a:srgbClr val="20252A"/>
                </a:solidFill>
                <a:latin typeface="Segoe UI"/>
                <a:ea typeface="Segoe UI"/>
                <a:cs typeface="Segoe UI"/>
              </a:defRPr>
            </a:defPPr>
            <a:lvl1pPr>
              <a:defRPr sz="2550" b="0">
                <a:solidFill>
                  <a:srgbClr val="20252A"/>
                </a:solidFill>
                <a:latin typeface="Segoe UI"/>
                <a:ea typeface="Segoe UI"/>
                <a:cs typeface="Segoe UI"/>
              </a:defRPr>
            </a:lvl1pPr>
            <a:lvl2pPr>
              <a:defRPr sz="2550" b="0">
                <a:solidFill>
                  <a:srgbClr val="20252A"/>
                </a:solidFill>
                <a:latin typeface="Segoe UI"/>
                <a:ea typeface="Segoe UI"/>
                <a:cs typeface="Segoe UI"/>
              </a:defRPr>
            </a:lvl2pPr>
            <a:lvl3pPr>
              <a:defRPr sz="2550" b="0">
                <a:solidFill>
                  <a:srgbClr val="20252A"/>
                </a:solidFill>
                <a:latin typeface="Segoe UI"/>
                <a:ea typeface="Segoe UI"/>
                <a:cs typeface="Segoe UI"/>
              </a:defRPr>
            </a:lvl3pPr>
            <a:lvl4pPr>
              <a:defRPr sz="2550" b="0">
                <a:solidFill>
                  <a:srgbClr val="20252A"/>
                </a:solidFill>
                <a:latin typeface="Segoe UI"/>
                <a:ea typeface="Segoe UI"/>
                <a:cs typeface="Segoe UI"/>
              </a:defRPr>
            </a:lvl4pPr>
            <a:lvl5pPr>
              <a:defRPr sz="2550" b="0">
                <a:solidFill>
                  <a:srgbClr val="20252A"/>
                </a:solidFill>
                <a:latin typeface="Segoe UI"/>
                <a:ea typeface="Segoe UI"/>
                <a:cs typeface="Segoe UI"/>
              </a:defRPr>
            </a:lvl5pPr>
            <a:lvl6pPr>
              <a:defRPr sz="2550" b="0">
                <a:solidFill>
                  <a:srgbClr val="20252A"/>
                </a:solidFill>
                <a:latin typeface="Segoe UI"/>
                <a:ea typeface="Segoe UI"/>
                <a:cs typeface="Segoe UI"/>
              </a:defRPr>
            </a:lvl6pPr>
            <a:lvl7pPr>
              <a:defRPr sz="2550" b="0">
                <a:solidFill>
                  <a:srgbClr val="20252A"/>
                </a:solidFill>
                <a:latin typeface="Segoe UI"/>
                <a:ea typeface="Segoe UI"/>
                <a:cs typeface="Segoe UI"/>
              </a:defRPr>
            </a:lvl7pPr>
            <a:lvl8pPr>
              <a:defRPr sz="2550" b="0">
                <a:solidFill>
                  <a:srgbClr val="20252A"/>
                </a:solidFill>
                <a:latin typeface="Segoe UI"/>
                <a:ea typeface="Segoe UI"/>
                <a:cs typeface="Segoe UI"/>
              </a:defRPr>
            </a:lvl8pPr>
            <a:lvl9pPr>
              <a:defRPr sz="2550" b="0">
                <a:solidFill>
                  <a:srgbClr val="20252A"/>
                </a:solidFill>
                <a:latin typeface="Segoe UI"/>
                <a:ea typeface="Segoe UI"/>
                <a:cs typeface="Segoe UI"/>
              </a:defRPr>
            </a:lvl9pPr>
          </a:lstStyle>
          <a:p xmlns:a="http://schemas.openxmlformats.org/drawingml/2006/main">
            <a:pPr>
              <a:defRPr sz="2550" b="0">
                <a:solidFill>
                  <a:srgbClr val="20252A"/>
                </a:solidFill>
                <a:latin typeface="Segoe UI"/>
                <a:ea typeface="Segoe UI"/>
                <a:cs typeface="Segoe UI"/>
              </a:defRPr>
            </a:pPr>
            <a:r>
              <a:rPr sz="2550" b="0">
                <a:solidFill>
                  <a:srgbClr val="20252A"/>
                </a:solidFill>
                <a:latin typeface="Segoe UI"/>
                <a:ea typeface="Segoe UI"/>
                <a:cs typeface="Segoe UI"/>
              </a:rPr>
              <a:t>3  ______________</a:t>
            </a:r>
          </a:p>
        </p:txBody>
      </p:sp>
      <p:sp>
        <p:nvSpPr>
          <p:cNvPr id="8" name="text-7">
            <a:extLst xmlns:a="http://schemas.openxmlformats.org/drawingml/2006/main">
              <a:ext uri="{FF2B5EF4-FFF2-40B4-BE49-F238E27FC236}">
                <a16:creationId xmlns:a16="http://schemas.microsoft.com/office/drawing/2014/main" id="{4B50509E-3C48-469F-8F96-2BF3D222D1DB}"/>
              </a:ext>
            </a:extLst>
          </p:cNvPr>
          <p:cNvSpPr>
            <a:spLocks xmlns:a="http://schemas.openxmlformats.org/drawingml/2006/main" noGrp="1"/>
          </p:cNvSpPr>
          <p:nvPr/>
        </p:nvSpPr>
        <p:spPr>
          <a:xfrm xmlns:a="http://schemas.openxmlformats.org/drawingml/2006/main">
            <a:off x="609600" y="4391025"/>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20252A"/>
                </a:solidFill>
                <a:latin typeface="Segoe UI"/>
                <a:ea typeface="Segoe UI"/>
                <a:cs typeface="Segoe UI"/>
              </a:defRPr>
            </a:defPPr>
            <a:lvl1pPr>
              <a:defRPr sz="2100" b="0">
                <a:solidFill>
                  <a:srgbClr val="20252A"/>
                </a:solidFill>
                <a:latin typeface="Segoe UI"/>
                <a:ea typeface="Segoe UI"/>
                <a:cs typeface="Segoe UI"/>
              </a:defRPr>
            </a:lvl1pPr>
            <a:lvl2pPr>
              <a:defRPr sz="2100" b="0">
                <a:solidFill>
                  <a:srgbClr val="20252A"/>
                </a:solidFill>
                <a:latin typeface="Segoe UI"/>
                <a:ea typeface="Segoe UI"/>
                <a:cs typeface="Segoe UI"/>
              </a:defRPr>
            </a:lvl2pPr>
            <a:lvl3pPr>
              <a:defRPr sz="2100" b="0">
                <a:solidFill>
                  <a:srgbClr val="20252A"/>
                </a:solidFill>
                <a:latin typeface="Segoe UI"/>
                <a:ea typeface="Segoe UI"/>
                <a:cs typeface="Segoe UI"/>
              </a:defRPr>
            </a:lvl3pPr>
            <a:lvl4pPr>
              <a:defRPr sz="2100" b="0">
                <a:solidFill>
                  <a:srgbClr val="20252A"/>
                </a:solidFill>
                <a:latin typeface="Segoe UI"/>
                <a:ea typeface="Segoe UI"/>
                <a:cs typeface="Segoe UI"/>
              </a:defRPr>
            </a:lvl4pPr>
            <a:lvl5pPr>
              <a:defRPr sz="2100" b="0">
                <a:solidFill>
                  <a:srgbClr val="20252A"/>
                </a:solidFill>
                <a:latin typeface="Segoe UI"/>
                <a:ea typeface="Segoe UI"/>
                <a:cs typeface="Segoe UI"/>
              </a:defRPr>
            </a:lvl5pPr>
            <a:lvl6pPr>
              <a:defRPr sz="2100" b="0">
                <a:solidFill>
                  <a:srgbClr val="20252A"/>
                </a:solidFill>
                <a:latin typeface="Segoe UI"/>
                <a:ea typeface="Segoe UI"/>
                <a:cs typeface="Segoe UI"/>
              </a:defRPr>
            </a:lvl6pPr>
            <a:lvl7pPr>
              <a:defRPr sz="2100" b="0">
                <a:solidFill>
                  <a:srgbClr val="20252A"/>
                </a:solidFill>
                <a:latin typeface="Segoe UI"/>
                <a:ea typeface="Segoe UI"/>
                <a:cs typeface="Segoe UI"/>
              </a:defRPr>
            </a:lvl7pPr>
            <a:lvl8pPr>
              <a:defRPr sz="2100" b="0">
                <a:solidFill>
                  <a:srgbClr val="20252A"/>
                </a:solidFill>
                <a:latin typeface="Segoe UI"/>
                <a:ea typeface="Segoe UI"/>
                <a:cs typeface="Segoe UI"/>
              </a:defRPr>
            </a:lvl8pPr>
            <a:lvl9pPr>
              <a:defRPr sz="2100" b="0">
                <a:solidFill>
                  <a:srgbClr val="20252A"/>
                </a:solidFill>
                <a:latin typeface="Segoe UI"/>
                <a:ea typeface="Segoe UI"/>
                <a:cs typeface="Segoe UI"/>
              </a:defRPr>
            </a:lvl9pPr>
          </a:lstStyle>
          <a:p xmlns:a="http://schemas.openxmlformats.org/drawingml/2006/main">
            <a:pPr>
              <a:defRPr sz="2100" b="0">
                <a:solidFill>
                  <a:srgbClr val="20252A"/>
                </a:solidFill>
                <a:latin typeface="Segoe UI"/>
                <a:ea typeface="Segoe UI"/>
                <a:cs typeface="Segoe UI"/>
              </a:defRPr>
            </a:pPr>
            <a:r>
              <a:rPr sz="2100" b="0">
                <a:solidFill>
                  <a:srgbClr val="20252A"/>
                </a:solidFill>
                <a:latin typeface="Segoe UI"/>
                <a:ea typeface="Segoe UI"/>
                <a:cs typeface="Segoe UI"/>
              </a:rPr>
              <a:t>I recall __.</a:t>
            </a:r>
          </a:p>
          <a:p xmlns:a="http://schemas.openxmlformats.org/drawingml/2006/main">
            <a:pPr>
              <a:defRPr sz="2100" b="0">
                <a:solidFill>
                  <a:srgbClr val="20252A"/>
                </a:solidFill>
                <a:latin typeface="Segoe UI"/>
                <a:ea typeface="Segoe UI"/>
                <a:cs typeface="Segoe UI"/>
              </a:defRPr>
            </a:pPr>
            <a:r>
              <a:rPr sz="2100" b="0">
                <a:solidFill>
                  <a:srgbClr val="20252A"/>
                </a:solidFill>
                <a:latin typeface="Segoe UI"/>
                <a:ea typeface="Segoe UI"/>
                <a:cs typeface="Segoe UI"/>
              </a:rPr>
              <a:t>We can check it by __.</a:t>
            </a:r>
          </a:p>
        </p:txBody>
      </p:sp>
      <p:sp>
        <p:nvSpPr>
          <p:cNvPr id="9" name="text-8">
            <a:extLst xmlns:a="http://schemas.openxmlformats.org/drawingml/2006/main">
              <a:ext uri="{FF2B5EF4-FFF2-40B4-BE49-F238E27FC236}">
                <a16:creationId xmlns:a16="http://schemas.microsoft.com/office/drawing/2014/main" id="{A49DBBDE-7A27-4E41-B49A-0F1D58688B15}"/>
              </a:ext>
            </a:extLst>
          </p:cNvPr>
          <p:cNvSpPr>
            <a:spLocks xmlns:a="http://schemas.openxmlformats.org/drawingml/2006/main" noGrp="1"/>
          </p:cNvSpPr>
          <p:nvPr/>
        </p:nvSpPr>
        <p:spPr>
          <a:xfrm xmlns:a="http://schemas.openxmlformats.org/drawingml/2006/main">
            <a:off x="4297680" y="1304925"/>
            <a:ext cx="7315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550" b="1">
                <a:solidFill>
                  <a:srgbClr val="20252A"/>
                </a:solidFill>
                <a:latin typeface="Segoe UI"/>
                <a:ea typeface="Segoe UI"/>
                <a:cs typeface="Segoe UI"/>
              </a:defRPr>
            </a:defPPr>
            <a:lvl1pPr>
              <a:defRPr sz="2550" b="1">
                <a:solidFill>
                  <a:srgbClr val="20252A"/>
                </a:solidFill>
                <a:latin typeface="Segoe UI"/>
                <a:ea typeface="Segoe UI"/>
                <a:cs typeface="Segoe UI"/>
              </a:defRPr>
            </a:lvl1pPr>
            <a:lvl2pPr>
              <a:defRPr sz="2550" b="1">
                <a:solidFill>
                  <a:srgbClr val="20252A"/>
                </a:solidFill>
                <a:latin typeface="Segoe UI"/>
                <a:ea typeface="Segoe UI"/>
                <a:cs typeface="Segoe UI"/>
              </a:defRPr>
            </a:lvl2pPr>
            <a:lvl3pPr>
              <a:defRPr sz="2550" b="1">
                <a:solidFill>
                  <a:srgbClr val="20252A"/>
                </a:solidFill>
                <a:latin typeface="Segoe UI"/>
                <a:ea typeface="Segoe UI"/>
                <a:cs typeface="Segoe UI"/>
              </a:defRPr>
            </a:lvl3pPr>
            <a:lvl4pPr>
              <a:defRPr sz="2550" b="1">
                <a:solidFill>
                  <a:srgbClr val="20252A"/>
                </a:solidFill>
                <a:latin typeface="Segoe UI"/>
                <a:ea typeface="Segoe UI"/>
                <a:cs typeface="Segoe UI"/>
              </a:defRPr>
            </a:lvl4pPr>
            <a:lvl5pPr>
              <a:defRPr sz="2550" b="1">
                <a:solidFill>
                  <a:srgbClr val="20252A"/>
                </a:solidFill>
                <a:latin typeface="Segoe UI"/>
                <a:ea typeface="Segoe UI"/>
                <a:cs typeface="Segoe UI"/>
              </a:defRPr>
            </a:lvl5pPr>
            <a:lvl6pPr>
              <a:defRPr sz="2550" b="1">
                <a:solidFill>
                  <a:srgbClr val="20252A"/>
                </a:solidFill>
                <a:latin typeface="Segoe UI"/>
                <a:ea typeface="Segoe UI"/>
                <a:cs typeface="Segoe UI"/>
              </a:defRPr>
            </a:lvl6pPr>
            <a:lvl7pPr>
              <a:defRPr sz="2550" b="1">
                <a:solidFill>
                  <a:srgbClr val="20252A"/>
                </a:solidFill>
                <a:latin typeface="Segoe UI"/>
                <a:ea typeface="Segoe UI"/>
                <a:cs typeface="Segoe UI"/>
              </a:defRPr>
            </a:lvl7pPr>
            <a:lvl8pPr>
              <a:defRPr sz="2550" b="1">
                <a:solidFill>
                  <a:srgbClr val="20252A"/>
                </a:solidFill>
                <a:latin typeface="Segoe UI"/>
                <a:ea typeface="Segoe UI"/>
                <a:cs typeface="Segoe UI"/>
              </a:defRPr>
            </a:lvl8pPr>
            <a:lvl9pPr>
              <a:defRPr sz="2550" b="1">
                <a:solidFill>
                  <a:srgbClr val="20252A"/>
                </a:solidFill>
                <a:latin typeface="Segoe UI"/>
                <a:ea typeface="Segoe UI"/>
                <a:cs typeface="Segoe UI"/>
              </a:defRPr>
            </a:lvl9pPr>
          </a:lstStyle>
          <a:p xmlns:a="http://schemas.openxmlformats.org/drawingml/2006/main">
            <a:pPr>
              <a:defRPr sz="2550" b="1">
                <a:solidFill>
                  <a:srgbClr val="20252A"/>
                </a:solidFill>
                <a:latin typeface="Segoe UI"/>
                <a:ea typeface="Segoe UI"/>
                <a:cs typeface="Segoe UI"/>
              </a:defRPr>
            </a:pPr>
            <a:r>
              <a:rPr sz="2550" b="1">
                <a:solidFill>
                  <a:srgbClr val="20252A"/>
                </a:solidFill>
                <a:latin typeface="Segoe UI"/>
                <a:ea typeface="Segoe UI"/>
                <a:cs typeface="Segoe UI"/>
              </a:rPr>
              <a:t>Checked facts</a:t>
            </a:r>
          </a:p>
        </p:txBody>
      </p:sp>
      <p:sp>
        <p:nvSpPr>
          <p:cNvPr id="10" name="text-9">
            <a:extLst xmlns:a="http://schemas.openxmlformats.org/drawingml/2006/main">
              <a:ext uri="{FF2B5EF4-FFF2-40B4-BE49-F238E27FC236}">
                <a16:creationId xmlns:a16="http://schemas.microsoft.com/office/drawing/2014/main" id="{664AFF16-85A3-4C42-8B1D-B4CF129652E3}"/>
              </a:ext>
            </a:extLst>
          </p:cNvPr>
          <p:cNvSpPr>
            <a:spLocks xmlns:a="http://schemas.openxmlformats.org/drawingml/2006/main" noGrp="1"/>
          </p:cNvSpPr>
          <p:nvPr/>
        </p:nvSpPr>
        <p:spPr>
          <a:xfrm xmlns:a="http://schemas.openxmlformats.org/drawingml/2006/main">
            <a:off x="4297680" y="2057400"/>
            <a:ext cx="73152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20252A"/>
                </a:solidFill>
                <a:latin typeface="Segoe UI"/>
                <a:ea typeface="Segoe UI"/>
                <a:cs typeface="Segoe UI"/>
              </a:defRPr>
            </a:defPPr>
            <a:lvl1pPr>
              <a:defRPr sz="2025" b="0">
                <a:solidFill>
                  <a:srgbClr val="20252A"/>
                </a:solidFill>
                <a:latin typeface="Segoe UI"/>
                <a:ea typeface="Segoe UI"/>
                <a:cs typeface="Segoe UI"/>
              </a:defRPr>
            </a:lvl1pPr>
            <a:lvl2pPr>
              <a:defRPr sz="2025" b="0">
                <a:solidFill>
                  <a:srgbClr val="20252A"/>
                </a:solidFill>
                <a:latin typeface="Segoe UI"/>
                <a:ea typeface="Segoe UI"/>
                <a:cs typeface="Segoe UI"/>
              </a:defRPr>
            </a:lvl2pPr>
            <a:lvl3pPr>
              <a:defRPr sz="2025" b="0">
                <a:solidFill>
                  <a:srgbClr val="20252A"/>
                </a:solidFill>
                <a:latin typeface="Segoe UI"/>
                <a:ea typeface="Segoe UI"/>
                <a:cs typeface="Segoe UI"/>
              </a:defRPr>
            </a:lvl3pPr>
            <a:lvl4pPr>
              <a:defRPr sz="2025" b="0">
                <a:solidFill>
                  <a:srgbClr val="20252A"/>
                </a:solidFill>
                <a:latin typeface="Segoe UI"/>
                <a:ea typeface="Segoe UI"/>
                <a:cs typeface="Segoe UI"/>
              </a:defRPr>
            </a:lvl4pPr>
            <a:lvl5pPr>
              <a:defRPr sz="2025" b="0">
                <a:solidFill>
                  <a:srgbClr val="20252A"/>
                </a:solidFill>
                <a:latin typeface="Segoe UI"/>
                <a:ea typeface="Segoe UI"/>
                <a:cs typeface="Segoe UI"/>
              </a:defRPr>
            </a:lvl5pPr>
            <a:lvl6pPr>
              <a:defRPr sz="2025" b="0">
                <a:solidFill>
                  <a:srgbClr val="20252A"/>
                </a:solidFill>
                <a:latin typeface="Segoe UI"/>
                <a:ea typeface="Segoe UI"/>
                <a:cs typeface="Segoe UI"/>
              </a:defRPr>
            </a:lvl6pPr>
            <a:lvl7pPr>
              <a:defRPr sz="2025" b="0">
                <a:solidFill>
                  <a:srgbClr val="20252A"/>
                </a:solidFill>
                <a:latin typeface="Segoe UI"/>
                <a:ea typeface="Segoe UI"/>
                <a:cs typeface="Segoe UI"/>
              </a:defRPr>
            </a:lvl7pPr>
            <a:lvl8pPr>
              <a:defRPr sz="2025" b="0">
                <a:solidFill>
                  <a:srgbClr val="20252A"/>
                </a:solidFill>
                <a:latin typeface="Segoe UI"/>
                <a:ea typeface="Segoe UI"/>
                <a:cs typeface="Segoe UI"/>
              </a:defRPr>
            </a:lvl8pPr>
            <a:lvl9pPr>
              <a:defRPr sz="2025" b="0">
                <a:solidFill>
                  <a:srgbClr val="20252A"/>
                </a:solidFill>
                <a:latin typeface="Segoe UI"/>
                <a:ea typeface="Segoe UI"/>
                <a:cs typeface="Segoe UI"/>
              </a:defRPr>
            </a:lvl9pPr>
          </a:lstStyle>
          <a:p xmlns:a="http://schemas.openxmlformats.org/drawingml/2006/main">
            <a:pPr>
              <a:defRPr sz="2025" b="0">
                <a:solidFill>
                  <a:srgbClr val="20252A"/>
                </a:solidFill>
                <a:latin typeface="Segoe UI"/>
                <a:ea typeface="Segoe UI"/>
                <a:cs typeface="Segoe UI"/>
              </a:defRPr>
            </a:pPr>
            <a:r>
              <a:rPr sz="2025" b="0">
                <a:solidFill>
                  <a:srgbClr val="20252A"/>
                </a:solidFill>
                <a:latin typeface="Segoe UI"/>
                <a:ea typeface="Segoe UI"/>
                <a:cs typeface="Segoe UI"/>
              </a:rPr>
              <a:t>Zoe’s Place cares for very ill children from birth to age five.</a:t>
            </a:r>
          </a:p>
        </p:txBody>
      </p:sp>
      <p:sp>
        <p:nvSpPr>
          <p:cNvPr id="11" name="text-10">
            <a:extLst xmlns:a="http://schemas.openxmlformats.org/drawingml/2006/main">
              <a:ext uri="{FF2B5EF4-FFF2-40B4-BE49-F238E27FC236}">
                <a16:creationId xmlns:a16="http://schemas.microsoft.com/office/drawing/2014/main" id="{E19FBF73-B855-40DE-90FD-B04B8F837141}"/>
              </a:ext>
            </a:extLst>
          </p:cNvPr>
          <p:cNvSpPr>
            <a:spLocks xmlns:a="http://schemas.openxmlformats.org/drawingml/2006/main" noGrp="1"/>
          </p:cNvSpPr>
          <p:nvPr/>
        </p:nvSpPr>
        <p:spPr>
          <a:xfrm xmlns:a="http://schemas.openxmlformats.org/drawingml/2006/main">
            <a:off x="4297680" y="2981325"/>
            <a:ext cx="7315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20252A"/>
                </a:solidFill>
                <a:latin typeface="Segoe UI"/>
                <a:ea typeface="Segoe UI"/>
                <a:cs typeface="Segoe UI"/>
              </a:defRPr>
            </a:defPPr>
            <a:lvl1pPr>
              <a:defRPr sz="2025" b="0">
                <a:solidFill>
                  <a:srgbClr val="20252A"/>
                </a:solidFill>
                <a:latin typeface="Segoe UI"/>
                <a:ea typeface="Segoe UI"/>
                <a:cs typeface="Segoe UI"/>
              </a:defRPr>
            </a:lvl1pPr>
            <a:lvl2pPr>
              <a:defRPr sz="2025" b="0">
                <a:solidFill>
                  <a:srgbClr val="20252A"/>
                </a:solidFill>
                <a:latin typeface="Segoe UI"/>
                <a:ea typeface="Segoe UI"/>
                <a:cs typeface="Segoe UI"/>
              </a:defRPr>
            </a:lvl2pPr>
            <a:lvl3pPr>
              <a:defRPr sz="2025" b="0">
                <a:solidFill>
                  <a:srgbClr val="20252A"/>
                </a:solidFill>
                <a:latin typeface="Segoe UI"/>
                <a:ea typeface="Segoe UI"/>
                <a:cs typeface="Segoe UI"/>
              </a:defRPr>
            </a:lvl3pPr>
            <a:lvl4pPr>
              <a:defRPr sz="2025" b="0">
                <a:solidFill>
                  <a:srgbClr val="20252A"/>
                </a:solidFill>
                <a:latin typeface="Segoe UI"/>
                <a:ea typeface="Segoe UI"/>
                <a:cs typeface="Segoe UI"/>
              </a:defRPr>
            </a:lvl4pPr>
            <a:lvl5pPr>
              <a:defRPr sz="2025" b="0">
                <a:solidFill>
                  <a:srgbClr val="20252A"/>
                </a:solidFill>
                <a:latin typeface="Segoe UI"/>
                <a:ea typeface="Segoe UI"/>
                <a:cs typeface="Segoe UI"/>
              </a:defRPr>
            </a:lvl5pPr>
            <a:lvl6pPr>
              <a:defRPr sz="2025" b="0">
                <a:solidFill>
                  <a:srgbClr val="20252A"/>
                </a:solidFill>
                <a:latin typeface="Segoe UI"/>
                <a:ea typeface="Segoe UI"/>
                <a:cs typeface="Segoe UI"/>
              </a:defRPr>
            </a:lvl6pPr>
            <a:lvl7pPr>
              <a:defRPr sz="2025" b="0">
                <a:solidFill>
                  <a:srgbClr val="20252A"/>
                </a:solidFill>
                <a:latin typeface="Segoe UI"/>
                <a:ea typeface="Segoe UI"/>
                <a:cs typeface="Segoe UI"/>
              </a:defRPr>
            </a:lvl7pPr>
            <a:lvl8pPr>
              <a:defRPr sz="2025" b="0">
                <a:solidFill>
                  <a:srgbClr val="20252A"/>
                </a:solidFill>
                <a:latin typeface="Segoe UI"/>
                <a:ea typeface="Segoe UI"/>
                <a:cs typeface="Segoe UI"/>
              </a:defRPr>
            </a:lvl8pPr>
            <a:lvl9pPr>
              <a:defRPr sz="2025" b="0">
                <a:solidFill>
                  <a:srgbClr val="20252A"/>
                </a:solidFill>
                <a:latin typeface="Segoe UI"/>
                <a:ea typeface="Segoe UI"/>
                <a:cs typeface="Segoe UI"/>
              </a:defRPr>
            </a:lvl9pPr>
          </a:lstStyle>
          <a:p xmlns:a="http://schemas.openxmlformats.org/drawingml/2006/main">
            <a:pPr>
              <a:defRPr sz="2025" b="0">
                <a:solidFill>
                  <a:srgbClr val="20252A"/>
                </a:solidFill>
                <a:latin typeface="Segoe UI"/>
                <a:ea typeface="Segoe UI"/>
                <a:cs typeface="Segoe UI"/>
              </a:defRPr>
            </a:pPr>
            <a:r>
              <a:rPr sz="2025" b="0">
                <a:solidFill>
                  <a:srgbClr val="20252A"/>
                </a:solidFill>
                <a:latin typeface="Segoe UI"/>
                <a:ea typeface="Segoe UI"/>
                <a:cs typeface="Segoe UI"/>
              </a:rPr>
              <a:t>It helps their families too.</a:t>
            </a:r>
          </a:p>
        </p:txBody>
      </p:sp>
      <p:sp>
        <p:nvSpPr>
          <p:cNvPr id="12" name="text-11">
            <a:extLst xmlns:a="http://schemas.openxmlformats.org/drawingml/2006/main">
              <a:ext uri="{FF2B5EF4-FFF2-40B4-BE49-F238E27FC236}">
                <a16:creationId xmlns:a16="http://schemas.microsoft.com/office/drawing/2014/main" id="{5DD87F80-DD80-42FA-9987-D994273BD0D7}"/>
              </a:ext>
            </a:extLst>
          </p:cNvPr>
          <p:cNvSpPr>
            <a:spLocks xmlns:a="http://schemas.openxmlformats.org/drawingml/2006/main" noGrp="1"/>
          </p:cNvSpPr>
          <p:nvPr/>
        </p:nvSpPr>
        <p:spPr>
          <a:xfrm xmlns:a="http://schemas.openxmlformats.org/drawingml/2006/main">
            <a:off x="4297680" y="3543300"/>
            <a:ext cx="7315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20252A"/>
                </a:solidFill>
                <a:latin typeface="Segoe UI"/>
                <a:ea typeface="Segoe UI"/>
                <a:cs typeface="Segoe UI"/>
              </a:defRPr>
            </a:defPPr>
            <a:lvl1pPr>
              <a:defRPr sz="2025" b="0">
                <a:solidFill>
                  <a:srgbClr val="20252A"/>
                </a:solidFill>
                <a:latin typeface="Segoe UI"/>
                <a:ea typeface="Segoe UI"/>
                <a:cs typeface="Segoe UI"/>
              </a:defRPr>
            </a:lvl1pPr>
            <a:lvl2pPr>
              <a:defRPr sz="2025" b="0">
                <a:solidFill>
                  <a:srgbClr val="20252A"/>
                </a:solidFill>
                <a:latin typeface="Segoe UI"/>
                <a:ea typeface="Segoe UI"/>
                <a:cs typeface="Segoe UI"/>
              </a:defRPr>
            </a:lvl2pPr>
            <a:lvl3pPr>
              <a:defRPr sz="2025" b="0">
                <a:solidFill>
                  <a:srgbClr val="20252A"/>
                </a:solidFill>
                <a:latin typeface="Segoe UI"/>
                <a:ea typeface="Segoe UI"/>
                <a:cs typeface="Segoe UI"/>
              </a:defRPr>
            </a:lvl3pPr>
            <a:lvl4pPr>
              <a:defRPr sz="2025" b="0">
                <a:solidFill>
                  <a:srgbClr val="20252A"/>
                </a:solidFill>
                <a:latin typeface="Segoe UI"/>
                <a:ea typeface="Segoe UI"/>
                <a:cs typeface="Segoe UI"/>
              </a:defRPr>
            </a:lvl4pPr>
            <a:lvl5pPr>
              <a:defRPr sz="2025" b="0">
                <a:solidFill>
                  <a:srgbClr val="20252A"/>
                </a:solidFill>
                <a:latin typeface="Segoe UI"/>
                <a:ea typeface="Segoe UI"/>
                <a:cs typeface="Segoe UI"/>
              </a:defRPr>
            </a:lvl5pPr>
            <a:lvl6pPr>
              <a:defRPr sz="2025" b="0">
                <a:solidFill>
                  <a:srgbClr val="20252A"/>
                </a:solidFill>
                <a:latin typeface="Segoe UI"/>
                <a:ea typeface="Segoe UI"/>
                <a:cs typeface="Segoe UI"/>
              </a:defRPr>
            </a:lvl6pPr>
            <a:lvl7pPr>
              <a:defRPr sz="2025" b="0">
                <a:solidFill>
                  <a:srgbClr val="20252A"/>
                </a:solidFill>
                <a:latin typeface="Segoe UI"/>
                <a:ea typeface="Segoe UI"/>
                <a:cs typeface="Segoe UI"/>
              </a:defRPr>
            </a:lvl7pPr>
            <a:lvl8pPr>
              <a:defRPr sz="2025" b="0">
                <a:solidFill>
                  <a:srgbClr val="20252A"/>
                </a:solidFill>
                <a:latin typeface="Segoe UI"/>
                <a:ea typeface="Segoe UI"/>
                <a:cs typeface="Segoe UI"/>
              </a:defRPr>
            </a:lvl8pPr>
            <a:lvl9pPr>
              <a:defRPr sz="2025" b="0">
                <a:solidFill>
                  <a:srgbClr val="20252A"/>
                </a:solidFill>
                <a:latin typeface="Segoe UI"/>
                <a:ea typeface="Segoe UI"/>
                <a:cs typeface="Segoe UI"/>
              </a:defRPr>
            </a:lvl9pPr>
          </a:lstStyle>
          <a:p xmlns:a="http://schemas.openxmlformats.org/drawingml/2006/main">
            <a:pPr>
              <a:defRPr sz="2025" b="0">
                <a:solidFill>
                  <a:srgbClr val="20252A"/>
                </a:solidFill>
                <a:latin typeface="Segoe UI"/>
                <a:ea typeface="Segoe UI"/>
                <a:cs typeface="Segoe UI"/>
              </a:defRPr>
            </a:pPr>
            <a:r>
              <a:rPr sz="2025" b="0">
                <a:solidFill>
                  <a:srgbClr val="20252A"/>
                </a:solidFill>
                <a:latin typeface="Segoe UI"/>
                <a:ea typeface="Segoe UI"/>
                <a:cs typeface="Segoe UI"/>
              </a:rPr>
              <a:t>Zoe’s Place is our local hospice.</a:t>
            </a:r>
          </a:p>
        </p:txBody>
      </p:sp>
      <p:sp>
        <p:nvSpPr>
          <p:cNvPr id="13" name="text-12">
            <a:extLst xmlns:a="http://schemas.openxmlformats.org/drawingml/2006/main">
              <a:ext uri="{FF2B5EF4-FFF2-40B4-BE49-F238E27FC236}">
                <a16:creationId xmlns:a16="http://schemas.microsoft.com/office/drawing/2014/main" id="{AB6C3FE2-197C-4BED-8715-45E132CF3D07}"/>
              </a:ext>
            </a:extLst>
          </p:cNvPr>
          <p:cNvSpPr>
            <a:spLocks xmlns:a="http://schemas.openxmlformats.org/drawingml/2006/main" noGrp="1"/>
          </p:cNvSpPr>
          <p:nvPr/>
        </p:nvSpPr>
        <p:spPr>
          <a:xfrm xmlns:a="http://schemas.openxmlformats.org/drawingml/2006/main">
            <a:off x="4297680" y="4105275"/>
            <a:ext cx="73152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20252A"/>
                </a:solidFill>
                <a:latin typeface="Segoe UI"/>
                <a:ea typeface="Segoe UI"/>
                <a:cs typeface="Segoe UI"/>
              </a:defRPr>
            </a:defPPr>
            <a:lvl1pPr>
              <a:defRPr sz="2025" b="0">
                <a:solidFill>
                  <a:srgbClr val="20252A"/>
                </a:solidFill>
                <a:latin typeface="Segoe UI"/>
                <a:ea typeface="Segoe UI"/>
                <a:cs typeface="Segoe UI"/>
              </a:defRPr>
            </a:lvl1pPr>
            <a:lvl2pPr>
              <a:defRPr sz="2025" b="0">
                <a:solidFill>
                  <a:srgbClr val="20252A"/>
                </a:solidFill>
                <a:latin typeface="Segoe UI"/>
                <a:ea typeface="Segoe UI"/>
                <a:cs typeface="Segoe UI"/>
              </a:defRPr>
            </a:lvl2pPr>
            <a:lvl3pPr>
              <a:defRPr sz="2025" b="0">
                <a:solidFill>
                  <a:srgbClr val="20252A"/>
                </a:solidFill>
                <a:latin typeface="Segoe UI"/>
                <a:ea typeface="Segoe UI"/>
                <a:cs typeface="Segoe UI"/>
              </a:defRPr>
            </a:lvl3pPr>
            <a:lvl4pPr>
              <a:defRPr sz="2025" b="0">
                <a:solidFill>
                  <a:srgbClr val="20252A"/>
                </a:solidFill>
                <a:latin typeface="Segoe UI"/>
                <a:ea typeface="Segoe UI"/>
                <a:cs typeface="Segoe UI"/>
              </a:defRPr>
            </a:lvl4pPr>
            <a:lvl5pPr>
              <a:defRPr sz="2025" b="0">
                <a:solidFill>
                  <a:srgbClr val="20252A"/>
                </a:solidFill>
                <a:latin typeface="Segoe UI"/>
                <a:ea typeface="Segoe UI"/>
                <a:cs typeface="Segoe UI"/>
              </a:defRPr>
            </a:lvl5pPr>
            <a:lvl6pPr>
              <a:defRPr sz="2025" b="0">
                <a:solidFill>
                  <a:srgbClr val="20252A"/>
                </a:solidFill>
                <a:latin typeface="Segoe UI"/>
                <a:ea typeface="Segoe UI"/>
                <a:cs typeface="Segoe UI"/>
              </a:defRPr>
            </a:lvl6pPr>
            <a:lvl7pPr>
              <a:defRPr sz="2025" b="0">
                <a:solidFill>
                  <a:srgbClr val="20252A"/>
                </a:solidFill>
                <a:latin typeface="Segoe UI"/>
                <a:ea typeface="Segoe UI"/>
                <a:cs typeface="Segoe UI"/>
              </a:defRPr>
            </a:lvl7pPr>
            <a:lvl8pPr>
              <a:defRPr sz="2025" b="0">
                <a:solidFill>
                  <a:srgbClr val="20252A"/>
                </a:solidFill>
                <a:latin typeface="Segoe UI"/>
                <a:ea typeface="Segoe UI"/>
                <a:cs typeface="Segoe UI"/>
              </a:defRPr>
            </a:lvl8pPr>
            <a:lvl9pPr>
              <a:defRPr sz="2025" b="0">
                <a:solidFill>
                  <a:srgbClr val="20252A"/>
                </a:solidFill>
                <a:latin typeface="Segoe UI"/>
                <a:ea typeface="Segoe UI"/>
                <a:cs typeface="Segoe UI"/>
              </a:defRPr>
            </a:lvl9pPr>
          </a:lstStyle>
          <a:p xmlns:a="http://schemas.openxmlformats.org/drawingml/2006/main">
            <a:pPr>
              <a:defRPr sz="2025" b="0">
                <a:solidFill>
                  <a:srgbClr val="20252A"/>
                </a:solidFill>
                <a:latin typeface="Segoe UI"/>
                <a:ea typeface="Segoe UI"/>
                <a:cs typeface="Segoe UI"/>
              </a:defRPr>
            </a:pPr>
            <a:r>
              <a:rPr sz="2025" b="0">
                <a:solidFill>
                  <a:srgbClr val="20252A"/>
                </a:solidFill>
                <a:latin typeface="Segoe UI"/>
                <a:ea typeface="Segoe UI"/>
                <a:cs typeface="Segoe UI"/>
              </a:rPr>
              <a:t>Families do not pay for this care. Public gifts help to fund it.</a:t>
            </a:r>
          </a:p>
        </p:txBody>
      </p:sp>
      <p:sp>
        <p:nvSpPr>
          <p:cNvPr id="14" name="text-13">
            <a:extLst xmlns:a="http://schemas.openxmlformats.org/drawingml/2006/main">
              <a:ext uri="{FF2B5EF4-FFF2-40B4-BE49-F238E27FC236}">
                <a16:creationId xmlns:a16="http://schemas.microsoft.com/office/drawing/2014/main" id="{2659432D-0914-4C4A-A9CD-E162212F149B}"/>
              </a:ext>
            </a:extLst>
          </p:cNvPr>
          <p:cNvSpPr>
            <a:spLocks xmlns:a="http://schemas.openxmlformats.org/drawingml/2006/main" noGrp="1"/>
          </p:cNvSpPr>
          <p:nvPr/>
        </p:nvSpPr>
        <p:spPr>
          <a:xfrm xmlns:a="http://schemas.openxmlformats.org/drawingml/2006/main">
            <a:off x="609600" y="5676900"/>
            <a:ext cx="10810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In your book: “Our checked fact is __.”</a:t>
            </a:r>
          </a:p>
        </p:txBody>
      </p:sp>
      <p:sp>
        <p:nvSpPr>
          <p:cNvPr id="15" name="text-14">
            <a:extLst xmlns:a="http://schemas.openxmlformats.org/drawingml/2006/main">
              <a:ext uri="{FF2B5EF4-FFF2-40B4-BE49-F238E27FC236}">
                <a16:creationId xmlns:a16="http://schemas.microsoft.com/office/drawing/2014/main" id="{B41E4D0B-4EBD-490C-92D8-B7A91AA0FD41}"/>
              </a:ext>
            </a:extLst>
          </p:cNvPr>
          <p:cNvSpPr>
            <a:spLocks xmlns:a="http://schemas.openxmlformats.org/drawingml/2006/main" noGrp="1"/>
          </p:cNvSpPr>
          <p:nvPr/>
        </p:nvSpPr>
        <p:spPr>
          <a:xfrm xmlns:a="http://schemas.openxmlformats.org/drawingml/2006/main">
            <a:off x="609600" y="6162675"/>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425" b="0">
                <a:solidFill>
                  <a:srgbClr val="535B62"/>
                </a:solidFill>
                <a:latin typeface="Segoe UI"/>
                <a:ea typeface="Segoe UI"/>
                <a:cs typeface="Segoe UI"/>
              </a:defRPr>
            </a:defPPr>
            <a:lvl1pPr>
              <a:defRPr sz="1425" b="0">
                <a:solidFill>
                  <a:srgbClr val="535B62"/>
                </a:solidFill>
                <a:latin typeface="Segoe UI"/>
                <a:ea typeface="Segoe UI"/>
                <a:cs typeface="Segoe UI"/>
              </a:defRPr>
            </a:lvl1pPr>
            <a:lvl2pPr>
              <a:defRPr sz="1425" b="0">
                <a:solidFill>
                  <a:srgbClr val="535B62"/>
                </a:solidFill>
                <a:latin typeface="Segoe UI"/>
                <a:ea typeface="Segoe UI"/>
                <a:cs typeface="Segoe UI"/>
              </a:defRPr>
            </a:lvl2pPr>
            <a:lvl3pPr>
              <a:defRPr sz="1425" b="0">
                <a:solidFill>
                  <a:srgbClr val="535B62"/>
                </a:solidFill>
                <a:latin typeface="Segoe UI"/>
                <a:ea typeface="Segoe UI"/>
                <a:cs typeface="Segoe UI"/>
              </a:defRPr>
            </a:lvl3pPr>
            <a:lvl4pPr>
              <a:defRPr sz="1425" b="0">
                <a:solidFill>
                  <a:srgbClr val="535B62"/>
                </a:solidFill>
                <a:latin typeface="Segoe UI"/>
                <a:ea typeface="Segoe UI"/>
                <a:cs typeface="Segoe UI"/>
              </a:defRPr>
            </a:lvl4pPr>
            <a:lvl5pPr>
              <a:defRPr sz="1425" b="0">
                <a:solidFill>
                  <a:srgbClr val="535B62"/>
                </a:solidFill>
                <a:latin typeface="Segoe UI"/>
                <a:ea typeface="Segoe UI"/>
                <a:cs typeface="Segoe UI"/>
              </a:defRPr>
            </a:lvl5pPr>
            <a:lvl6pPr>
              <a:defRPr sz="1425" b="0">
                <a:solidFill>
                  <a:srgbClr val="535B62"/>
                </a:solidFill>
                <a:latin typeface="Segoe UI"/>
                <a:ea typeface="Segoe UI"/>
                <a:cs typeface="Segoe UI"/>
              </a:defRPr>
            </a:lvl6pPr>
            <a:lvl7pPr>
              <a:defRPr sz="1425" b="0">
                <a:solidFill>
                  <a:srgbClr val="535B62"/>
                </a:solidFill>
                <a:latin typeface="Segoe UI"/>
                <a:ea typeface="Segoe UI"/>
                <a:cs typeface="Segoe UI"/>
              </a:defRPr>
            </a:lvl7pPr>
            <a:lvl8pPr>
              <a:defRPr sz="1425" b="0">
                <a:solidFill>
                  <a:srgbClr val="535B62"/>
                </a:solidFill>
                <a:latin typeface="Segoe UI"/>
                <a:ea typeface="Segoe UI"/>
                <a:cs typeface="Segoe UI"/>
              </a:defRPr>
            </a:lvl8pPr>
            <a:lvl9pPr>
              <a:defRPr sz="1425" b="0">
                <a:solidFill>
                  <a:srgbClr val="535B62"/>
                </a:solidFill>
                <a:latin typeface="Segoe UI"/>
                <a:ea typeface="Segoe UI"/>
                <a:cs typeface="Segoe UI"/>
              </a:defRPr>
            </a:lvl9pPr>
          </a:lstStyle>
          <a:p xmlns:a="http://schemas.openxmlformats.org/drawingml/2006/main">
            <a:pPr>
              <a:defRPr sz="1425" b="0">
                <a:solidFill>
                  <a:srgbClr val="535B62"/>
                </a:solidFill>
                <a:latin typeface="Segoe UI"/>
                <a:ea typeface="Segoe UI"/>
                <a:cs typeface="Segoe UI"/>
              </a:defRPr>
            </a:pPr>
            <a:r>
              <a:rPr sz="1425" b="0">
                <a:solidFill>
                  <a:srgbClr val="535B62"/>
                </a:solidFill>
                <a:latin typeface="Segoe UI"/>
                <a:ea typeface="Segoe UI"/>
                <a:cs typeface="Segoe UI"/>
              </a:rPr>
              <a:t>Word mat: donation · partner · decision · factor · target · tool · evidence · review</a:t>
            </a:r>
          </a:p>
        </p:txBody>
      </p:sp>
    </p:spTree>
    <p:extLst>
      <p:ext uri="{BB962C8B-B14F-4D97-AF65-F5344CB8AC3E}">
        <p14:creationId xmlns:p14="http://schemas.microsoft.com/office/powerpoint/2010/main" val="2096038984"/>
      </p:ext>
    </p:extLst>
  </p:cSld>
</p:sld>
</file>

<file path=ppt/slides/slide4.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9" name="heading-0">
            <a:extLst xmlns:a="http://schemas.openxmlformats.org/drawingml/2006/main">
              <a:ext uri="{FF2B5EF4-FFF2-40B4-BE49-F238E27FC236}">
                <a16:creationId xmlns:a16="http://schemas.microsoft.com/office/drawing/2014/main" id="{0DADBA9B-B8E0-46BC-8F6F-D257F60F3FE5}"/>
              </a:ext>
            </a:extLst>
          </p:cNvPr>
          <p:cNvSpPr>
            <a:spLocks xmlns:a="http://schemas.openxmlformats.org/drawingml/2006/main" noGrp="1"/>
          </p:cNvSpPr>
          <p:nvPr/>
        </p:nvSpPr>
        <p:spPr>
          <a:xfrm xmlns:a="http://schemas.openxmlformats.org/drawingml/2006/main">
            <a:off x="609600" y="40005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20252A"/>
                </a:solidFill>
                <a:latin typeface="Segoe UI"/>
                <a:ea typeface="Segoe UI"/>
                <a:cs typeface="Segoe UI"/>
              </a:defRPr>
            </a:defPPr>
            <a:lvl1pPr>
              <a:defRPr sz="3300" b="1">
                <a:solidFill>
                  <a:srgbClr val="20252A"/>
                </a:solidFill>
                <a:latin typeface="Segoe UI"/>
                <a:ea typeface="Segoe UI"/>
                <a:cs typeface="Segoe UI"/>
              </a:defRPr>
            </a:lvl1pPr>
            <a:lvl2pPr>
              <a:defRPr sz="3300" b="1">
                <a:solidFill>
                  <a:srgbClr val="20252A"/>
                </a:solidFill>
                <a:latin typeface="Segoe UI"/>
                <a:ea typeface="Segoe UI"/>
                <a:cs typeface="Segoe UI"/>
              </a:defRPr>
            </a:lvl2pPr>
            <a:lvl3pPr>
              <a:defRPr sz="3300" b="1">
                <a:solidFill>
                  <a:srgbClr val="20252A"/>
                </a:solidFill>
                <a:latin typeface="Segoe UI"/>
                <a:ea typeface="Segoe UI"/>
                <a:cs typeface="Segoe UI"/>
              </a:defRPr>
            </a:lvl3pPr>
            <a:lvl4pPr>
              <a:defRPr sz="3300" b="1">
                <a:solidFill>
                  <a:srgbClr val="20252A"/>
                </a:solidFill>
                <a:latin typeface="Segoe UI"/>
                <a:ea typeface="Segoe UI"/>
                <a:cs typeface="Segoe UI"/>
              </a:defRPr>
            </a:lvl4pPr>
            <a:lvl5pPr>
              <a:defRPr sz="3300" b="1">
                <a:solidFill>
                  <a:srgbClr val="20252A"/>
                </a:solidFill>
                <a:latin typeface="Segoe UI"/>
                <a:ea typeface="Segoe UI"/>
                <a:cs typeface="Segoe UI"/>
              </a:defRPr>
            </a:lvl5pPr>
            <a:lvl6pPr>
              <a:defRPr sz="3300" b="1">
                <a:solidFill>
                  <a:srgbClr val="20252A"/>
                </a:solidFill>
                <a:latin typeface="Segoe UI"/>
                <a:ea typeface="Segoe UI"/>
                <a:cs typeface="Segoe UI"/>
              </a:defRPr>
            </a:lvl6pPr>
            <a:lvl7pPr>
              <a:defRPr sz="3300" b="1">
                <a:solidFill>
                  <a:srgbClr val="20252A"/>
                </a:solidFill>
                <a:latin typeface="Segoe UI"/>
                <a:ea typeface="Segoe UI"/>
                <a:cs typeface="Segoe UI"/>
              </a:defRPr>
            </a:lvl7pPr>
            <a:lvl8pPr>
              <a:defRPr sz="3300" b="1">
                <a:solidFill>
                  <a:srgbClr val="20252A"/>
                </a:solidFill>
                <a:latin typeface="Segoe UI"/>
                <a:ea typeface="Segoe UI"/>
                <a:cs typeface="Segoe UI"/>
              </a:defRPr>
            </a:lvl8pPr>
            <a:lvl9pPr>
              <a:defRPr sz="3300" b="1">
                <a:solidFill>
                  <a:srgbClr val="20252A"/>
                </a:solidFill>
                <a:latin typeface="Segoe UI"/>
                <a:ea typeface="Segoe UI"/>
                <a:cs typeface="Segoe UI"/>
              </a:defRPr>
            </a:lvl9pPr>
          </a:lstStyle>
          <a:p xmlns:a="http://schemas.openxmlformats.org/drawingml/2006/main">
            <a:pPr>
              <a:defRPr sz="3300" b="1">
                <a:solidFill>
                  <a:srgbClr val="20252A"/>
                </a:solidFill>
                <a:latin typeface="Segoe UI"/>
                <a:ea typeface="Segoe UI"/>
                <a:cs typeface="Segoe UI"/>
              </a:defRPr>
            </a:pPr>
            <a:r>
              <a:rPr sz="3300" b="1">
                <a:solidFill>
                  <a:srgbClr val="20252A"/>
                </a:solidFill>
                <a:latin typeface="Segoe UI"/>
                <a:ea typeface="Segoe UI"/>
                <a:cs typeface="Segoe UI"/>
              </a:rPr>
              <a:t>Today</a:t>
            </a:r>
          </a:p>
        </p:txBody>
      </p:sp>
      <p:sp>
        <p:nvSpPr>
          <p:cNvPr id="2" name="footer-1">
            <a:extLst xmlns:a="http://schemas.openxmlformats.org/drawingml/2006/main">
              <a:ext uri="{FF2B5EF4-FFF2-40B4-BE49-F238E27FC236}">
                <a16:creationId xmlns:a16="http://schemas.microsoft.com/office/drawing/2014/main" id="{F4D44974-843F-447A-91F8-6FD333DF2A5F}"/>
              </a:ext>
            </a:extLst>
          </p:cNvPr>
          <p:cNvSpPr>
            <a:spLocks xmlns:a="http://schemas.openxmlformats.org/drawingml/2006/main" noGrp="1"/>
          </p:cNvSpPr>
          <p:nvPr/>
        </p:nvSpPr>
        <p:spPr>
          <a:xfrm xmlns:a="http://schemas.openxmlformats.org/drawingml/2006/main">
            <a:off x="609600" y="6496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COMM-GROW-A1-W05</a:t>
            </a:r>
          </a:p>
        </p:txBody>
      </p:sp>
      <p:sp>
        <p:nvSpPr>
          <p:cNvPr id="3" name="footer-2">
            <a:extLst xmlns:a="http://schemas.openxmlformats.org/drawingml/2006/main">
              <a:ext uri="{FF2B5EF4-FFF2-40B4-BE49-F238E27FC236}">
                <a16:creationId xmlns:a16="http://schemas.microsoft.com/office/drawing/2014/main" id="{DE877248-F9D8-4714-9D23-1F9F28E01FA1}"/>
              </a:ext>
            </a:extLst>
          </p:cNvPr>
          <p:cNvSpPr>
            <a:spLocks xmlns:a="http://schemas.openxmlformats.org/drawingml/2006/main" noGrp="1"/>
          </p:cNvSpPr>
          <p:nvPr/>
        </p:nvSpPr>
        <p:spPr>
          <a:xfrm xmlns:a="http://schemas.openxmlformats.org/drawingml/2006/main">
            <a:off x="9525000" y="6496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4 / 12  ·  2 min</a:t>
            </a:r>
          </a:p>
        </p:txBody>
      </p:sp>
      <p:sp>
        <p:nvSpPr>
          <p:cNvPr id="4" name="text-3">
            <a:extLst xmlns:a="http://schemas.openxmlformats.org/drawingml/2006/main">
              <a:ext uri="{FF2B5EF4-FFF2-40B4-BE49-F238E27FC236}">
                <a16:creationId xmlns:a16="http://schemas.microsoft.com/office/drawing/2014/main" id="{EF59D73B-54BC-48B4-A032-2880203ACED5}"/>
              </a:ext>
            </a:extLst>
          </p:cNvPr>
          <p:cNvSpPr>
            <a:spLocks xmlns:a="http://schemas.openxmlformats.org/drawingml/2006/main" noGrp="1"/>
          </p:cNvSpPr>
          <p:nvPr/>
        </p:nvSpPr>
        <p:spPr>
          <a:xfrm xmlns:a="http://schemas.openxmlformats.org/drawingml/2006/main">
            <a:off x="609600" y="1304925"/>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150" b="1">
                <a:solidFill>
                  <a:srgbClr val="20252A"/>
                </a:solidFill>
                <a:latin typeface="Segoe UI"/>
                <a:ea typeface="Segoe UI"/>
                <a:cs typeface="Segoe UI"/>
              </a:defRPr>
            </a:defPPr>
            <a:lvl1pPr>
              <a:defRPr sz="3150" b="1">
                <a:solidFill>
                  <a:srgbClr val="20252A"/>
                </a:solidFill>
                <a:latin typeface="Segoe UI"/>
                <a:ea typeface="Segoe UI"/>
                <a:cs typeface="Segoe UI"/>
              </a:defRPr>
            </a:lvl1pPr>
            <a:lvl2pPr>
              <a:defRPr sz="3150" b="1">
                <a:solidFill>
                  <a:srgbClr val="20252A"/>
                </a:solidFill>
                <a:latin typeface="Segoe UI"/>
                <a:ea typeface="Segoe UI"/>
                <a:cs typeface="Segoe UI"/>
              </a:defRPr>
            </a:lvl2pPr>
            <a:lvl3pPr>
              <a:defRPr sz="3150" b="1">
                <a:solidFill>
                  <a:srgbClr val="20252A"/>
                </a:solidFill>
                <a:latin typeface="Segoe UI"/>
                <a:ea typeface="Segoe UI"/>
                <a:cs typeface="Segoe UI"/>
              </a:defRPr>
            </a:lvl3pPr>
            <a:lvl4pPr>
              <a:defRPr sz="3150" b="1">
                <a:solidFill>
                  <a:srgbClr val="20252A"/>
                </a:solidFill>
                <a:latin typeface="Segoe UI"/>
                <a:ea typeface="Segoe UI"/>
                <a:cs typeface="Segoe UI"/>
              </a:defRPr>
            </a:lvl4pPr>
            <a:lvl5pPr>
              <a:defRPr sz="3150" b="1">
                <a:solidFill>
                  <a:srgbClr val="20252A"/>
                </a:solidFill>
                <a:latin typeface="Segoe UI"/>
                <a:ea typeface="Segoe UI"/>
                <a:cs typeface="Segoe UI"/>
              </a:defRPr>
            </a:lvl5pPr>
            <a:lvl6pPr>
              <a:defRPr sz="3150" b="1">
                <a:solidFill>
                  <a:srgbClr val="20252A"/>
                </a:solidFill>
                <a:latin typeface="Segoe UI"/>
                <a:ea typeface="Segoe UI"/>
                <a:cs typeface="Segoe UI"/>
              </a:defRPr>
            </a:lvl6pPr>
            <a:lvl7pPr>
              <a:defRPr sz="3150" b="1">
                <a:solidFill>
                  <a:srgbClr val="20252A"/>
                </a:solidFill>
                <a:latin typeface="Segoe UI"/>
                <a:ea typeface="Segoe UI"/>
                <a:cs typeface="Segoe UI"/>
              </a:defRPr>
            </a:lvl7pPr>
            <a:lvl8pPr>
              <a:defRPr sz="3150" b="1">
                <a:solidFill>
                  <a:srgbClr val="20252A"/>
                </a:solidFill>
                <a:latin typeface="Segoe UI"/>
                <a:ea typeface="Segoe UI"/>
                <a:cs typeface="Segoe UI"/>
              </a:defRPr>
            </a:lvl8pPr>
            <a:lvl9pPr>
              <a:defRPr sz="3150" b="1">
                <a:solidFill>
                  <a:srgbClr val="20252A"/>
                </a:solidFill>
                <a:latin typeface="Segoe UI"/>
                <a:ea typeface="Segoe UI"/>
                <a:cs typeface="Segoe UI"/>
              </a:defRPr>
            </a:lvl9pPr>
          </a:lstStyle>
          <a:p xmlns:a="http://schemas.openxmlformats.org/drawingml/2006/main">
            <a:pPr>
              <a:defRPr sz="3150" b="1">
                <a:solidFill>
                  <a:srgbClr val="20252A"/>
                </a:solidFill>
                <a:latin typeface="Segoe UI"/>
                <a:ea typeface="Segoe UI"/>
                <a:cs typeface="Segoe UI"/>
              </a:defRPr>
            </a:pPr>
            <a:r>
              <a:rPr sz="3150" b="1">
                <a:solidFill>
                  <a:srgbClr val="20252A"/>
                </a:solidFill>
                <a:latin typeface="Segoe UI"/>
                <a:ea typeface="Segoe UI"/>
                <a:cs typeface="Segoe UI"/>
              </a:rPr>
              <a:t>Use facts. Make a choice. Write my plan.</a:t>
            </a:r>
          </a:p>
        </p:txBody>
      </p:sp>
      <p:sp>
        <p:nvSpPr>
          <p:cNvPr id="5" name="text-4">
            <a:extLst xmlns:a="http://schemas.openxmlformats.org/drawingml/2006/main">
              <a:ext uri="{FF2B5EF4-FFF2-40B4-BE49-F238E27FC236}">
                <a16:creationId xmlns:a16="http://schemas.microsoft.com/office/drawing/2014/main" id="{5FC7BA0C-BB15-4351-BF5E-4E313B3CDFC3}"/>
              </a:ext>
            </a:extLst>
          </p:cNvPr>
          <p:cNvSpPr>
            <a:spLocks xmlns:a="http://schemas.openxmlformats.org/drawingml/2006/main" noGrp="1"/>
          </p:cNvSpPr>
          <p:nvPr/>
        </p:nvSpPr>
        <p:spPr>
          <a:xfrm xmlns:a="http://schemas.openxmlformats.org/drawingml/2006/main">
            <a:off x="609600" y="24574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550" b="0">
                <a:solidFill>
                  <a:srgbClr val="20252A"/>
                </a:solidFill>
                <a:latin typeface="Segoe UI"/>
                <a:ea typeface="Segoe UI"/>
                <a:cs typeface="Segoe UI"/>
              </a:defRPr>
            </a:defPPr>
            <a:lvl1pPr>
              <a:defRPr sz="2550" b="0">
                <a:solidFill>
                  <a:srgbClr val="20252A"/>
                </a:solidFill>
                <a:latin typeface="Segoe UI"/>
                <a:ea typeface="Segoe UI"/>
                <a:cs typeface="Segoe UI"/>
              </a:defRPr>
            </a:lvl1pPr>
            <a:lvl2pPr>
              <a:defRPr sz="2550" b="0">
                <a:solidFill>
                  <a:srgbClr val="20252A"/>
                </a:solidFill>
                <a:latin typeface="Segoe UI"/>
                <a:ea typeface="Segoe UI"/>
                <a:cs typeface="Segoe UI"/>
              </a:defRPr>
            </a:lvl2pPr>
            <a:lvl3pPr>
              <a:defRPr sz="2550" b="0">
                <a:solidFill>
                  <a:srgbClr val="20252A"/>
                </a:solidFill>
                <a:latin typeface="Segoe UI"/>
                <a:ea typeface="Segoe UI"/>
                <a:cs typeface="Segoe UI"/>
              </a:defRPr>
            </a:lvl3pPr>
            <a:lvl4pPr>
              <a:defRPr sz="2550" b="0">
                <a:solidFill>
                  <a:srgbClr val="20252A"/>
                </a:solidFill>
                <a:latin typeface="Segoe UI"/>
                <a:ea typeface="Segoe UI"/>
                <a:cs typeface="Segoe UI"/>
              </a:defRPr>
            </a:lvl4pPr>
            <a:lvl5pPr>
              <a:defRPr sz="2550" b="0">
                <a:solidFill>
                  <a:srgbClr val="20252A"/>
                </a:solidFill>
                <a:latin typeface="Segoe UI"/>
                <a:ea typeface="Segoe UI"/>
                <a:cs typeface="Segoe UI"/>
              </a:defRPr>
            </a:lvl5pPr>
            <a:lvl6pPr>
              <a:defRPr sz="2550" b="0">
                <a:solidFill>
                  <a:srgbClr val="20252A"/>
                </a:solidFill>
                <a:latin typeface="Segoe UI"/>
                <a:ea typeface="Segoe UI"/>
                <a:cs typeface="Segoe UI"/>
              </a:defRPr>
            </a:lvl6pPr>
            <a:lvl7pPr>
              <a:defRPr sz="2550" b="0">
                <a:solidFill>
                  <a:srgbClr val="20252A"/>
                </a:solidFill>
                <a:latin typeface="Segoe UI"/>
                <a:ea typeface="Segoe UI"/>
                <a:cs typeface="Segoe UI"/>
              </a:defRPr>
            </a:lvl7pPr>
            <a:lvl8pPr>
              <a:defRPr sz="2550" b="0">
                <a:solidFill>
                  <a:srgbClr val="20252A"/>
                </a:solidFill>
                <a:latin typeface="Segoe UI"/>
                <a:ea typeface="Segoe UI"/>
                <a:cs typeface="Segoe UI"/>
              </a:defRPr>
            </a:lvl8pPr>
            <a:lvl9pPr>
              <a:defRPr sz="2550" b="0">
                <a:solidFill>
                  <a:srgbClr val="20252A"/>
                </a:solidFill>
                <a:latin typeface="Segoe UI"/>
                <a:ea typeface="Segoe UI"/>
                <a:cs typeface="Segoe UI"/>
              </a:defRPr>
            </a:lvl9pPr>
          </a:lstStyle>
          <a:p xmlns:a="http://schemas.openxmlformats.org/drawingml/2006/main">
            <a:pPr>
              <a:defRPr sz="2550" b="0">
                <a:solidFill>
                  <a:srgbClr val="20252A"/>
                </a:solidFill>
                <a:latin typeface="Segoe UI"/>
                <a:ea typeface="Segoe UI"/>
                <a:cs typeface="Segoe UI"/>
              </a:defRPr>
            </a:pPr>
            <a:r>
              <a:rPr sz="2550" b="0">
                <a:solidFill>
                  <a:srgbClr val="20252A"/>
                </a:solidFill>
                <a:latin typeface="Segoe UI"/>
                <a:ea typeface="Segoe UI"/>
                <a:cs typeface="Segoe UI"/>
              </a:rPr>
              <a:t>I can record checked charity facts.</a:t>
            </a:r>
          </a:p>
        </p:txBody>
      </p:sp>
      <p:sp>
        <p:nvSpPr>
          <p:cNvPr id="6" name="text-5">
            <a:extLst xmlns:a="http://schemas.openxmlformats.org/drawingml/2006/main">
              <a:ext uri="{FF2B5EF4-FFF2-40B4-BE49-F238E27FC236}">
                <a16:creationId xmlns:a16="http://schemas.microsoft.com/office/drawing/2014/main" id="{0C3EB35C-6C18-4898-B15D-66FE93368D0A}"/>
              </a:ext>
            </a:extLst>
          </p:cNvPr>
          <p:cNvSpPr>
            <a:spLocks xmlns:a="http://schemas.openxmlformats.org/drawingml/2006/main" noGrp="1"/>
          </p:cNvSpPr>
          <p:nvPr/>
        </p:nvSpPr>
        <p:spPr>
          <a:xfrm xmlns:a="http://schemas.openxmlformats.org/drawingml/2006/main">
            <a:off x="609600" y="33337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20252A"/>
                </a:solidFill>
                <a:latin typeface="Segoe UI"/>
                <a:ea typeface="Segoe UI"/>
                <a:cs typeface="Segoe UI"/>
              </a:defRPr>
            </a:defPPr>
            <a:lvl1pPr>
              <a:defRPr sz="2400" b="0">
                <a:solidFill>
                  <a:srgbClr val="20252A"/>
                </a:solidFill>
                <a:latin typeface="Segoe UI"/>
                <a:ea typeface="Segoe UI"/>
                <a:cs typeface="Segoe UI"/>
              </a:defRPr>
            </a:lvl1pPr>
            <a:lvl2pPr>
              <a:defRPr sz="2400" b="0">
                <a:solidFill>
                  <a:srgbClr val="20252A"/>
                </a:solidFill>
                <a:latin typeface="Segoe UI"/>
                <a:ea typeface="Segoe UI"/>
                <a:cs typeface="Segoe UI"/>
              </a:defRPr>
            </a:lvl2pPr>
            <a:lvl3pPr>
              <a:defRPr sz="2400" b="0">
                <a:solidFill>
                  <a:srgbClr val="20252A"/>
                </a:solidFill>
                <a:latin typeface="Segoe UI"/>
                <a:ea typeface="Segoe UI"/>
                <a:cs typeface="Segoe UI"/>
              </a:defRPr>
            </a:lvl3pPr>
            <a:lvl4pPr>
              <a:defRPr sz="2400" b="0">
                <a:solidFill>
                  <a:srgbClr val="20252A"/>
                </a:solidFill>
                <a:latin typeface="Segoe UI"/>
                <a:ea typeface="Segoe UI"/>
                <a:cs typeface="Segoe UI"/>
              </a:defRPr>
            </a:lvl4pPr>
            <a:lvl5pPr>
              <a:defRPr sz="2400" b="0">
                <a:solidFill>
                  <a:srgbClr val="20252A"/>
                </a:solidFill>
                <a:latin typeface="Segoe UI"/>
                <a:ea typeface="Segoe UI"/>
                <a:cs typeface="Segoe UI"/>
              </a:defRPr>
            </a:lvl5pPr>
            <a:lvl6pPr>
              <a:defRPr sz="2400" b="0">
                <a:solidFill>
                  <a:srgbClr val="20252A"/>
                </a:solidFill>
                <a:latin typeface="Segoe UI"/>
                <a:ea typeface="Segoe UI"/>
                <a:cs typeface="Segoe UI"/>
              </a:defRPr>
            </a:lvl6pPr>
            <a:lvl7pPr>
              <a:defRPr sz="2400" b="0">
                <a:solidFill>
                  <a:srgbClr val="20252A"/>
                </a:solidFill>
                <a:latin typeface="Segoe UI"/>
                <a:ea typeface="Segoe UI"/>
                <a:cs typeface="Segoe UI"/>
              </a:defRPr>
            </a:lvl7pPr>
            <a:lvl8pPr>
              <a:defRPr sz="2400" b="0">
                <a:solidFill>
                  <a:srgbClr val="20252A"/>
                </a:solidFill>
                <a:latin typeface="Segoe UI"/>
                <a:ea typeface="Segoe UI"/>
                <a:cs typeface="Segoe UI"/>
              </a:defRPr>
            </a:lvl8pPr>
            <a:lvl9pPr>
              <a:defRPr sz="2400" b="0">
                <a:solidFill>
                  <a:srgbClr val="20252A"/>
                </a:solidFill>
                <a:latin typeface="Segoe UI"/>
                <a:ea typeface="Segoe UI"/>
                <a:cs typeface="Segoe UI"/>
              </a:defRPr>
            </a:lvl9pPr>
          </a:lstStyle>
          <a:p xmlns:a="http://schemas.openxmlformats.org/drawingml/2006/main">
            <a:pPr>
              <a:defRPr sz="2400" b="0">
                <a:solidFill>
                  <a:srgbClr val="20252A"/>
                </a:solidFill>
                <a:latin typeface="Segoe UI"/>
                <a:ea typeface="Segoe UI"/>
                <a:cs typeface="Segoe UI"/>
              </a:defRPr>
            </a:pPr>
            <a:r>
              <a:rPr sz="2400" b="0">
                <a:solidFill>
                  <a:srgbClr val="20252A"/>
                </a:solidFill>
                <a:latin typeface="Segoe UI"/>
                <a:ea typeface="Segoe UI"/>
                <a:cs typeface="Segoe UI"/>
              </a:rPr>
              <a:t>I can make two targets and give reasons.</a:t>
            </a:r>
          </a:p>
        </p:txBody>
      </p:sp>
      <p:sp>
        <p:nvSpPr>
          <p:cNvPr id="7" name="text-6">
            <a:extLst xmlns:a="http://schemas.openxmlformats.org/drawingml/2006/main">
              <a:ext uri="{FF2B5EF4-FFF2-40B4-BE49-F238E27FC236}">
                <a16:creationId xmlns:a16="http://schemas.microsoft.com/office/drawing/2014/main" id="{94136F19-6250-4825-991E-C74F964EB8A5}"/>
              </a:ext>
            </a:extLst>
          </p:cNvPr>
          <p:cNvSpPr>
            <a:spLocks xmlns:a="http://schemas.openxmlformats.org/drawingml/2006/main" noGrp="1"/>
          </p:cNvSpPr>
          <p:nvPr/>
        </p:nvSpPr>
        <p:spPr>
          <a:xfrm xmlns:a="http://schemas.openxmlformats.org/drawingml/2006/main">
            <a:off x="609600" y="42100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20252A"/>
                </a:solidFill>
                <a:latin typeface="Segoe UI"/>
                <a:ea typeface="Segoe UI"/>
                <a:cs typeface="Segoe UI"/>
              </a:defRPr>
            </a:defPPr>
            <a:lvl1pPr>
              <a:defRPr sz="2400" b="0">
                <a:solidFill>
                  <a:srgbClr val="20252A"/>
                </a:solidFill>
                <a:latin typeface="Segoe UI"/>
                <a:ea typeface="Segoe UI"/>
                <a:cs typeface="Segoe UI"/>
              </a:defRPr>
            </a:lvl1pPr>
            <a:lvl2pPr>
              <a:defRPr sz="2400" b="0">
                <a:solidFill>
                  <a:srgbClr val="20252A"/>
                </a:solidFill>
                <a:latin typeface="Segoe UI"/>
                <a:ea typeface="Segoe UI"/>
                <a:cs typeface="Segoe UI"/>
              </a:defRPr>
            </a:lvl2pPr>
            <a:lvl3pPr>
              <a:defRPr sz="2400" b="0">
                <a:solidFill>
                  <a:srgbClr val="20252A"/>
                </a:solidFill>
                <a:latin typeface="Segoe UI"/>
                <a:ea typeface="Segoe UI"/>
                <a:cs typeface="Segoe UI"/>
              </a:defRPr>
            </a:lvl3pPr>
            <a:lvl4pPr>
              <a:defRPr sz="2400" b="0">
                <a:solidFill>
                  <a:srgbClr val="20252A"/>
                </a:solidFill>
                <a:latin typeface="Segoe UI"/>
                <a:ea typeface="Segoe UI"/>
                <a:cs typeface="Segoe UI"/>
              </a:defRPr>
            </a:lvl4pPr>
            <a:lvl5pPr>
              <a:defRPr sz="2400" b="0">
                <a:solidFill>
                  <a:srgbClr val="20252A"/>
                </a:solidFill>
                <a:latin typeface="Segoe UI"/>
                <a:ea typeface="Segoe UI"/>
                <a:cs typeface="Segoe UI"/>
              </a:defRPr>
            </a:lvl5pPr>
            <a:lvl6pPr>
              <a:defRPr sz="2400" b="0">
                <a:solidFill>
                  <a:srgbClr val="20252A"/>
                </a:solidFill>
                <a:latin typeface="Segoe UI"/>
                <a:ea typeface="Segoe UI"/>
                <a:cs typeface="Segoe UI"/>
              </a:defRPr>
            </a:lvl6pPr>
            <a:lvl7pPr>
              <a:defRPr sz="2400" b="0">
                <a:solidFill>
                  <a:srgbClr val="20252A"/>
                </a:solidFill>
                <a:latin typeface="Segoe UI"/>
                <a:ea typeface="Segoe UI"/>
                <a:cs typeface="Segoe UI"/>
              </a:defRPr>
            </a:lvl7pPr>
            <a:lvl8pPr>
              <a:defRPr sz="2400" b="0">
                <a:solidFill>
                  <a:srgbClr val="20252A"/>
                </a:solidFill>
                <a:latin typeface="Segoe UI"/>
                <a:ea typeface="Segoe UI"/>
                <a:cs typeface="Segoe UI"/>
              </a:defRPr>
            </a:lvl8pPr>
            <a:lvl9pPr>
              <a:defRPr sz="2400" b="0">
                <a:solidFill>
                  <a:srgbClr val="20252A"/>
                </a:solidFill>
                <a:latin typeface="Segoe UI"/>
                <a:ea typeface="Segoe UI"/>
                <a:cs typeface="Segoe UI"/>
              </a:defRPr>
            </a:lvl9pPr>
          </a:lstStyle>
          <a:p xmlns:a="http://schemas.openxmlformats.org/drawingml/2006/main">
            <a:pPr>
              <a:defRPr sz="2400" b="0">
                <a:solidFill>
                  <a:srgbClr val="20252A"/>
                </a:solidFill>
                <a:latin typeface="Segoe UI"/>
                <a:ea typeface="Segoe UI"/>
                <a:cs typeface="Segoe UI"/>
              </a:defRPr>
            </a:pPr>
            <a:r>
              <a:rPr sz="2400" b="0">
                <a:solidFill>
                  <a:srgbClr val="20252A"/>
                </a:solidFill>
                <a:latin typeface="Segoe UI"/>
                <a:ea typeface="Segoe UI"/>
                <a:cs typeface="Segoe UI"/>
              </a:rPr>
              <a:t>I can choose tools, help and kit.</a:t>
            </a:r>
          </a:p>
        </p:txBody>
      </p:sp>
      <p:sp>
        <p:nvSpPr>
          <p:cNvPr id="8" name="text-7">
            <a:extLst xmlns:a="http://schemas.openxmlformats.org/drawingml/2006/main">
              <a:ext uri="{FF2B5EF4-FFF2-40B4-BE49-F238E27FC236}">
                <a16:creationId xmlns:a16="http://schemas.microsoft.com/office/drawing/2014/main" id="{A1B1ED7B-F44E-4BF4-8EF7-E434B1FC1CBF}"/>
              </a:ext>
            </a:extLst>
          </p:cNvPr>
          <p:cNvSpPr>
            <a:spLocks xmlns:a="http://schemas.openxmlformats.org/drawingml/2006/main" noGrp="1"/>
          </p:cNvSpPr>
          <p:nvPr/>
        </p:nvSpPr>
        <p:spPr>
          <a:xfrm xmlns:a="http://schemas.openxmlformats.org/drawingml/2006/main">
            <a:off x="609600" y="50863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20252A"/>
                </a:solidFill>
                <a:latin typeface="Segoe UI"/>
                <a:ea typeface="Segoe UI"/>
                <a:cs typeface="Segoe UI"/>
              </a:defRPr>
            </a:defPPr>
            <a:lvl1pPr>
              <a:defRPr sz="2400" b="0">
                <a:solidFill>
                  <a:srgbClr val="20252A"/>
                </a:solidFill>
                <a:latin typeface="Segoe UI"/>
                <a:ea typeface="Segoe UI"/>
                <a:cs typeface="Segoe UI"/>
              </a:defRPr>
            </a:lvl1pPr>
            <a:lvl2pPr>
              <a:defRPr sz="2400" b="0">
                <a:solidFill>
                  <a:srgbClr val="20252A"/>
                </a:solidFill>
                <a:latin typeface="Segoe UI"/>
                <a:ea typeface="Segoe UI"/>
                <a:cs typeface="Segoe UI"/>
              </a:defRPr>
            </a:lvl2pPr>
            <a:lvl3pPr>
              <a:defRPr sz="2400" b="0">
                <a:solidFill>
                  <a:srgbClr val="20252A"/>
                </a:solidFill>
                <a:latin typeface="Segoe UI"/>
                <a:ea typeface="Segoe UI"/>
                <a:cs typeface="Segoe UI"/>
              </a:defRPr>
            </a:lvl3pPr>
            <a:lvl4pPr>
              <a:defRPr sz="2400" b="0">
                <a:solidFill>
                  <a:srgbClr val="20252A"/>
                </a:solidFill>
                <a:latin typeface="Segoe UI"/>
                <a:ea typeface="Segoe UI"/>
                <a:cs typeface="Segoe UI"/>
              </a:defRPr>
            </a:lvl4pPr>
            <a:lvl5pPr>
              <a:defRPr sz="2400" b="0">
                <a:solidFill>
                  <a:srgbClr val="20252A"/>
                </a:solidFill>
                <a:latin typeface="Segoe UI"/>
                <a:ea typeface="Segoe UI"/>
                <a:cs typeface="Segoe UI"/>
              </a:defRPr>
            </a:lvl5pPr>
            <a:lvl6pPr>
              <a:defRPr sz="2400" b="0">
                <a:solidFill>
                  <a:srgbClr val="20252A"/>
                </a:solidFill>
                <a:latin typeface="Segoe UI"/>
                <a:ea typeface="Segoe UI"/>
                <a:cs typeface="Segoe UI"/>
              </a:defRPr>
            </a:lvl6pPr>
            <a:lvl7pPr>
              <a:defRPr sz="2400" b="0">
                <a:solidFill>
                  <a:srgbClr val="20252A"/>
                </a:solidFill>
                <a:latin typeface="Segoe UI"/>
                <a:ea typeface="Segoe UI"/>
                <a:cs typeface="Segoe UI"/>
              </a:defRPr>
            </a:lvl7pPr>
            <a:lvl8pPr>
              <a:defRPr sz="2400" b="0">
                <a:solidFill>
                  <a:srgbClr val="20252A"/>
                </a:solidFill>
                <a:latin typeface="Segoe UI"/>
                <a:ea typeface="Segoe UI"/>
                <a:cs typeface="Segoe UI"/>
              </a:defRPr>
            </a:lvl8pPr>
            <a:lvl9pPr>
              <a:defRPr sz="2400" b="0">
                <a:solidFill>
                  <a:srgbClr val="20252A"/>
                </a:solidFill>
                <a:latin typeface="Segoe UI"/>
                <a:ea typeface="Segoe UI"/>
                <a:cs typeface="Segoe UI"/>
              </a:defRPr>
            </a:lvl9pPr>
          </a:lstStyle>
          <a:p xmlns:a="http://schemas.openxmlformats.org/drawingml/2006/main">
            <a:pPr>
              <a:defRPr sz="2400" b="0">
                <a:solidFill>
                  <a:srgbClr val="20252A"/>
                </a:solidFill>
                <a:latin typeface="Segoe UI"/>
                <a:ea typeface="Segoe UI"/>
                <a:cs typeface="Segoe UI"/>
              </a:defRPr>
            </a:pPr>
            <a:r>
              <a:rPr sz="2400" b="0">
                <a:solidFill>
                  <a:srgbClr val="20252A"/>
                </a:solidFill>
                <a:latin typeface="Segoe UI"/>
                <a:ea typeface="Segoe UI"/>
                <a:cs typeface="Segoe UI"/>
              </a:rPr>
              <a:t>I can set a review date.</a:t>
            </a:r>
          </a:p>
        </p:txBody>
      </p:sp>
    </p:spTree>
    <p:extLst>
      <p:ext uri="{BB962C8B-B14F-4D97-AF65-F5344CB8AC3E}">
        <p14:creationId xmlns:p14="http://schemas.microsoft.com/office/powerpoint/2010/main" val="35981891"/>
      </p:ext>
    </p:extLst>
  </p:cSld>
</p:sld>
</file>

<file path=ppt/slides/slide5.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13" name="heading-0">
            <a:extLst xmlns:a="http://schemas.openxmlformats.org/drawingml/2006/main">
              <a:ext uri="{FF2B5EF4-FFF2-40B4-BE49-F238E27FC236}">
                <a16:creationId xmlns:a16="http://schemas.microsoft.com/office/drawing/2014/main" id="{93FE8434-C290-4B90-BA27-12DAA845D24F}"/>
              </a:ext>
            </a:extLst>
          </p:cNvPr>
          <p:cNvSpPr>
            <a:spLocks xmlns:a="http://schemas.openxmlformats.org/drawingml/2006/main" noGrp="1"/>
          </p:cNvSpPr>
          <p:nvPr/>
        </p:nvSpPr>
        <p:spPr>
          <a:xfrm xmlns:a="http://schemas.openxmlformats.org/drawingml/2006/main">
            <a:off x="609600" y="40005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20252A"/>
                </a:solidFill>
                <a:latin typeface="Segoe UI"/>
                <a:ea typeface="Segoe UI"/>
                <a:cs typeface="Segoe UI"/>
              </a:defRPr>
            </a:defPPr>
            <a:lvl1pPr>
              <a:defRPr sz="3300" b="1">
                <a:solidFill>
                  <a:srgbClr val="20252A"/>
                </a:solidFill>
                <a:latin typeface="Segoe UI"/>
                <a:ea typeface="Segoe UI"/>
                <a:cs typeface="Segoe UI"/>
              </a:defRPr>
            </a:lvl1pPr>
            <a:lvl2pPr>
              <a:defRPr sz="3300" b="1">
                <a:solidFill>
                  <a:srgbClr val="20252A"/>
                </a:solidFill>
                <a:latin typeface="Segoe UI"/>
                <a:ea typeface="Segoe UI"/>
                <a:cs typeface="Segoe UI"/>
              </a:defRPr>
            </a:lvl2pPr>
            <a:lvl3pPr>
              <a:defRPr sz="3300" b="1">
                <a:solidFill>
                  <a:srgbClr val="20252A"/>
                </a:solidFill>
                <a:latin typeface="Segoe UI"/>
                <a:ea typeface="Segoe UI"/>
                <a:cs typeface="Segoe UI"/>
              </a:defRPr>
            </a:lvl3pPr>
            <a:lvl4pPr>
              <a:defRPr sz="3300" b="1">
                <a:solidFill>
                  <a:srgbClr val="20252A"/>
                </a:solidFill>
                <a:latin typeface="Segoe UI"/>
                <a:ea typeface="Segoe UI"/>
                <a:cs typeface="Segoe UI"/>
              </a:defRPr>
            </a:lvl4pPr>
            <a:lvl5pPr>
              <a:defRPr sz="3300" b="1">
                <a:solidFill>
                  <a:srgbClr val="20252A"/>
                </a:solidFill>
                <a:latin typeface="Segoe UI"/>
                <a:ea typeface="Segoe UI"/>
                <a:cs typeface="Segoe UI"/>
              </a:defRPr>
            </a:lvl5pPr>
            <a:lvl6pPr>
              <a:defRPr sz="3300" b="1">
                <a:solidFill>
                  <a:srgbClr val="20252A"/>
                </a:solidFill>
                <a:latin typeface="Segoe UI"/>
                <a:ea typeface="Segoe UI"/>
                <a:cs typeface="Segoe UI"/>
              </a:defRPr>
            </a:lvl6pPr>
            <a:lvl7pPr>
              <a:defRPr sz="3300" b="1">
                <a:solidFill>
                  <a:srgbClr val="20252A"/>
                </a:solidFill>
                <a:latin typeface="Segoe UI"/>
                <a:ea typeface="Segoe UI"/>
                <a:cs typeface="Segoe UI"/>
              </a:defRPr>
            </a:lvl7pPr>
            <a:lvl8pPr>
              <a:defRPr sz="3300" b="1">
                <a:solidFill>
                  <a:srgbClr val="20252A"/>
                </a:solidFill>
                <a:latin typeface="Segoe UI"/>
                <a:ea typeface="Segoe UI"/>
                <a:cs typeface="Segoe UI"/>
              </a:defRPr>
            </a:lvl8pPr>
            <a:lvl9pPr>
              <a:defRPr sz="3300" b="1">
                <a:solidFill>
                  <a:srgbClr val="20252A"/>
                </a:solidFill>
                <a:latin typeface="Segoe UI"/>
                <a:ea typeface="Segoe UI"/>
                <a:cs typeface="Segoe UI"/>
              </a:defRPr>
            </a:lvl9pPr>
          </a:lstStyle>
          <a:p xmlns:a="http://schemas.openxmlformats.org/drawingml/2006/main">
            <a:pPr>
              <a:defRPr sz="3300" b="1">
                <a:solidFill>
                  <a:srgbClr val="20252A"/>
                </a:solidFill>
                <a:latin typeface="Segoe UI"/>
                <a:ea typeface="Segoe UI"/>
                <a:cs typeface="Segoe UI"/>
              </a:defRPr>
            </a:pPr>
            <a:r>
              <a:rPr sz="3300" b="1">
                <a:solidFill>
                  <a:srgbClr val="20252A"/>
                </a:solidFill>
                <a:latin typeface="Segoe UI"/>
                <a:ea typeface="Segoe UI"/>
                <a:cs typeface="Segoe UI"/>
              </a:rPr>
              <a:t>I DO</a:t>
            </a:r>
          </a:p>
        </p:txBody>
      </p:sp>
      <p:sp>
        <p:nvSpPr>
          <p:cNvPr id="2" name="footer-1">
            <a:extLst xmlns:a="http://schemas.openxmlformats.org/drawingml/2006/main">
              <a:ext uri="{FF2B5EF4-FFF2-40B4-BE49-F238E27FC236}">
                <a16:creationId xmlns:a16="http://schemas.microsoft.com/office/drawing/2014/main" id="{1912FC10-187A-42C3-A80B-EE7EC8546CB0}"/>
              </a:ext>
            </a:extLst>
          </p:cNvPr>
          <p:cNvSpPr>
            <a:spLocks xmlns:a="http://schemas.openxmlformats.org/drawingml/2006/main" noGrp="1"/>
          </p:cNvSpPr>
          <p:nvPr/>
        </p:nvSpPr>
        <p:spPr>
          <a:xfrm xmlns:a="http://schemas.openxmlformats.org/drawingml/2006/main">
            <a:off x="609600" y="6496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COMM-GROW-A1-W05</a:t>
            </a:r>
          </a:p>
        </p:txBody>
      </p:sp>
      <p:sp>
        <p:nvSpPr>
          <p:cNvPr id="3" name="footer-2">
            <a:extLst xmlns:a="http://schemas.openxmlformats.org/drawingml/2006/main">
              <a:ext uri="{FF2B5EF4-FFF2-40B4-BE49-F238E27FC236}">
                <a16:creationId xmlns:a16="http://schemas.microsoft.com/office/drawing/2014/main" id="{4EBF9A02-43A5-45B5-B3DF-67F0A72554C7}"/>
              </a:ext>
            </a:extLst>
          </p:cNvPr>
          <p:cNvSpPr>
            <a:spLocks xmlns:a="http://schemas.openxmlformats.org/drawingml/2006/main" noGrp="1"/>
          </p:cNvSpPr>
          <p:nvPr/>
        </p:nvSpPr>
        <p:spPr>
          <a:xfrm xmlns:a="http://schemas.openxmlformats.org/drawingml/2006/main">
            <a:off x="9525000" y="6496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5 / 12  ·  6 min</a:t>
            </a:r>
          </a:p>
        </p:txBody>
      </p:sp>
      <p:sp>
        <p:nvSpPr>
          <p:cNvPr id="4" name="text-3">
            <a:extLst xmlns:a="http://schemas.openxmlformats.org/drawingml/2006/main">
              <a:ext uri="{FF2B5EF4-FFF2-40B4-BE49-F238E27FC236}">
                <a16:creationId xmlns:a16="http://schemas.microsoft.com/office/drawing/2014/main" id="{1D95246D-BA1C-4C69-A23E-6A887FFC056C}"/>
              </a:ext>
            </a:extLst>
          </p:cNvPr>
          <p:cNvSpPr>
            <a:spLocks xmlns:a="http://schemas.openxmlformats.org/drawingml/2006/main" noGrp="1"/>
          </p:cNvSpPr>
          <p:nvPr/>
        </p:nvSpPr>
        <p:spPr>
          <a:xfrm xmlns:a="http://schemas.openxmlformats.org/drawingml/2006/main">
            <a:off x="609600" y="1219200"/>
            <a:ext cx="10858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1">
                <a:solidFill>
                  <a:srgbClr val="20252A"/>
                </a:solidFill>
                <a:latin typeface="Segoe UI"/>
                <a:ea typeface="Segoe UI"/>
                <a:cs typeface="Segoe UI"/>
              </a:defRPr>
            </a:defPPr>
            <a:lvl1pPr>
              <a:defRPr sz="2625" b="1">
                <a:solidFill>
                  <a:srgbClr val="20252A"/>
                </a:solidFill>
                <a:latin typeface="Segoe UI"/>
                <a:ea typeface="Segoe UI"/>
                <a:cs typeface="Segoe UI"/>
              </a:defRPr>
            </a:lvl1pPr>
            <a:lvl2pPr>
              <a:defRPr sz="2625" b="1">
                <a:solidFill>
                  <a:srgbClr val="20252A"/>
                </a:solidFill>
                <a:latin typeface="Segoe UI"/>
                <a:ea typeface="Segoe UI"/>
                <a:cs typeface="Segoe UI"/>
              </a:defRPr>
            </a:lvl2pPr>
            <a:lvl3pPr>
              <a:defRPr sz="2625" b="1">
                <a:solidFill>
                  <a:srgbClr val="20252A"/>
                </a:solidFill>
                <a:latin typeface="Segoe UI"/>
                <a:ea typeface="Segoe UI"/>
                <a:cs typeface="Segoe UI"/>
              </a:defRPr>
            </a:lvl3pPr>
            <a:lvl4pPr>
              <a:defRPr sz="2625" b="1">
                <a:solidFill>
                  <a:srgbClr val="20252A"/>
                </a:solidFill>
                <a:latin typeface="Segoe UI"/>
                <a:ea typeface="Segoe UI"/>
                <a:cs typeface="Segoe UI"/>
              </a:defRPr>
            </a:lvl4pPr>
            <a:lvl5pPr>
              <a:defRPr sz="2625" b="1">
                <a:solidFill>
                  <a:srgbClr val="20252A"/>
                </a:solidFill>
                <a:latin typeface="Segoe UI"/>
                <a:ea typeface="Segoe UI"/>
                <a:cs typeface="Segoe UI"/>
              </a:defRPr>
            </a:lvl5pPr>
            <a:lvl6pPr>
              <a:defRPr sz="2625" b="1">
                <a:solidFill>
                  <a:srgbClr val="20252A"/>
                </a:solidFill>
                <a:latin typeface="Segoe UI"/>
                <a:ea typeface="Segoe UI"/>
                <a:cs typeface="Segoe UI"/>
              </a:defRPr>
            </a:lvl6pPr>
            <a:lvl7pPr>
              <a:defRPr sz="2625" b="1">
                <a:solidFill>
                  <a:srgbClr val="20252A"/>
                </a:solidFill>
                <a:latin typeface="Segoe UI"/>
                <a:ea typeface="Segoe UI"/>
                <a:cs typeface="Segoe UI"/>
              </a:defRPr>
            </a:lvl7pPr>
            <a:lvl8pPr>
              <a:defRPr sz="2625" b="1">
                <a:solidFill>
                  <a:srgbClr val="20252A"/>
                </a:solidFill>
                <a:latin typeface="Segoe UI"/>
                <a:ea typeface="Segoe UI"/>
                <a:cs typeface="Segoe UI"/>
              </a:defRPr>
            </a:lvl8pPr>
            <a:lvl9pPr>
              <a:defRPr sz="2625" b="1">
                <a:solidFill>
                  <a:srgbClr val="20252A"/>
                </a:solidFill>
                <a:latin typeface="Segoe UI"/>
                <a:ea typeface="Segoe UI"/>
                <a:cs typeface="Segoe UI"/>
              </a:defRPr>
            </a:lvl9pPr>
          </a:lstStyle>
          <a:p xmlns:a="http://schemas.openxmlformats.org/drawingml/2006/main">
            <a:pPr>
              <a:defRPr sz="2625" b="1">
                <a:solidFill>
                  <a:srgbClr val="20252A"/>
                </a:solidFill>
                <a:latin typeface="Segoe UI"/>
                <a:ea typeface="Segoe UI"/>
                <a:cs typeface="Segoe UI"/>
              </a:defRPr>
            </a:pPr>
            <a:r>
              <a:rPr sz="2625" b="1">
                <a:solidFill>
                  <a:srgbClr val="20252A"/>
                </a:solidFill>
                <a:latin typeface="Segoe UI"/>
                <a:ea typeface="Segoe UI"/>
                <a:cs typeface="Segoe UI"/>
              </a:rPr>
              <a:t>A plan shows how I will improve.</a:t>
            </a:r>
          </a:p>
        </p:txBody>
      </p:sp>
      <p:sp>
        <p:nvSpPr>
          <p:cNvPr id="5" name="text-4">
            <a:extLst xmlns:a="http://schemas.openxmlformats.org/drawingml/2006/main">
              <a:ext uri="{FF2B5EF4-FFF2-40B4-BE49-F238E27FC236}">
                <a16:creationId xmlns:a16="http://schemas.microsoft.com/office/drawing/2014/main" id="{9B7BA658-9E4E-4654-A510-DB662A051872}"/>
              </a:ext>
            </a:extLst>
          </p:cNvPr>
          <p:cNvSpPr>
            <a:spLocks xmlns:a="http://schemas.openxmlformats.org/drawingml/2006/main" noGrp="1"/>
          </p:cNvSpPr>
          <p:nvPr/>
        </p:nvSpPr>
        <p:spPr>
          <a:xfrm xmlns:a="http://schemas.openxmlformats.org/drawingml/2006/main">
            <a:off x="609600" y="21145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1">
                <a:solidFill>
                  <a:srgbClr val="535B62"/>
                </a:solidFill>
                <a:latin typeface="Segoe UI"/>
                <a:ea typeface="Segoe UI"/>
                <a:cs typeface="Segoe UI"/>
              </a:defRPr>
            </a:defPPr>
            <a:lvl1pPr>
              <a:defRPr sz="1800" b="1">
                <a:solidFill>
                  <a:srgbClr val="535B62"/>
                </a:solidFill>
                <a:latin typeface="Segoe UI"/>
                <a:ea typeface="Segoe UI"/>
                <a:cs typeface="Segoe UI"/>
              </a:defRPr>
            </a:lvl1pPr>
            <a:lvl2pPr>
              <a:defRPr sz="1800" b="1">
                <a:solidFill>
                  <a:srgbClr val="535B62"/>
                </a:solidFill>
                <a:latin typeface="Segoe UI"/>
                <a:ea typeface="Segoe UI"/>
                <a:cs typeface="Segoe UI"/>
              </a:defRPr>
            </a:lvl2pPr>
            <a:lvl3pPr>
              <a:defRPr sz="1800" b="1">
                <a:solidFill>
                  <a:srgbClr val="535B62"/>
                </a:solidFill>
                <a:latin typeface="Segoe UI"/>
                <a:ea typeface="Segoe UI"/>
                <a:cs typeface="Segoe UI"/>
              </a:defRPr>
            </a:lvl3pPr>
            <a:lvl4pPr>
              <a:defRPr sz="1800" b="1">
                <a:solidFill>
                  <a:srgbClr val="535B62"/>
                </a:solidFill>
                <a:latin typeface="Segoe UI"/>
                <a:ea typeface="Segoe UI"/>
                <a:cs typeface="Segoe UI"/>
              </a:defRPr>
            </a:lvl4pPr>
            <a:lvl5pPr>
              <a:defRPr sz="1800" b="1">
                <a:solidFill>
                  <a:srgbClr val="535B62"/>
                </a:solidFill>
                <a:latin typeface="Segoe UI"/>
                <a:ea typeface="Segoe UI"/>
                <a:cs typeface="Segoe UI"/>
              </a:defRPr>
            </a:lvl5pPr>
            <a:lvl6pPr>
              <a:defRPr sz="1800" b="1">
                <a:solidFill>
                  <a:srgbClr val="535B62"/>
                </a:solidFill>
                <a:latin typeface="Segoe UI"/>
                <a:ea typeface="Segoe UI"/>
                <a:cs typeface="Segoe UI"/>
              </a:defRPr>
            </a:lvl6pPr>
            <a:lvl7pPr>
              <a:defRPr sz="1800" b="1">
                <a:solidFill>
                  <a:srgbClr val="535B62"/>
                </a:solidFill>
                <a:latin typeface="Segoe UI"/>
                <a:ea typeface="Segoe UI"/>
                <a:cs typeface="Segoe UI"/>
              </a:defRPr>
            </a:lvl7pPr>
            <a:lvl8pPr>
              <a:defRPr sz="1800" b="1">
                <a:solidFill>
                  <a:srgbClr val="535B62"/>
                </a:solidFill>
                <a:latin typeface="Segoe UI"/>
                <a:ea typeface="Segoe UI"/>
                <a:cs typeface="Segoe UI"/>
              </a:defRPr>
            </a:lvl8pPr>
            <a:lvl9pPr>
              <a:defRPr sz="1800" b="1">
                <a:solidFill>
                  <a:srgbClr val="535B62"/>
                </a:solidFill>
                <a:latin typeface="Segoe UI"/>
                <a:ea typeface="Segoe UI"/>
                <a:cs typeface="Segoe UI"/>
              </a:defRPr>
            </a:lvl9pPr>
          </a:lstStyle>
          <a:p xmlns:a="http://schemas.openxmlformats.org/drawingml/2006/main">
            <a:pPr>
              <a:defRPr sz="1800" b="1">
                <a:solidFill>
                  <a:srgbClr val="535B62"/>
                </a:solidFill>
                <a:latin typeface="Segoe UI"/>
                <a:ea typeface="Segoe UI"/>
                <a:cs typeface="Segoe UI"/>
              </a:defRPr>
            </a:pPr>
            <a:r>
              <a:rPr sz="1800" b="1">
                <a:solidFill>
                  <a:srgbClr val="535B62"/>
                </a:solidFill>
                <a:latin typeface="Segoe UI"/>
                <a:ea typeface="Segoe UI"/>
                <a:cs typeface="Segoe UI"/>
              </a:rPr>
              <a:t>TASK</a:t>
            </a:r>
          </a:p>
        </p:txBody>
      </p:sp>
      <p:sp>
        <p:nvSpPr>
          <p:cNvPr id="6" name="text-5">
            <a:extLst xmlns:a="http://schemas.openxmlformats.org/drawingml/2006/main">
              <a:ext uri="{FF2B5EF4-FFF2-40B4-BE49-F238E27FC236}">
                <a16:creationId xmlns:a16="http://schemas.microsoft.com/office/drawing/2014/main" id="{55045D6D-A9EC-42BF-AAFB-F019CBA8D29E}"/>
              </a:ext>
            </a:extLst>
          </p:cNvPr>
          <p:cNvSpPr>
            <a:spLocks xmlns:a="http://schemas.openxmlformats.org/drawingml/2006/main" noGrp="1"/>
          </p:cNvSpPr>
          <p:nvPr/>
        </p:nvSpPr>
        <p:spPr>
          <a:xfrm xmlns:a="http://schemas.openxmlformats.org/drawingml/2006/main">
            <a:off x="609600" y="2628900"/>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20252A"/>
                </a:solidFill>
                <a:latin typeface="Segoe UI"/>
                <a:ea typeface="Segoe UI"/>
                <a:cs typeface="Segoe UI"/>
              </a:defRPr>
            </a:defPPr>
            <a:lvl1pPr>
              <a:defRPr sz="3000" b="0">
                <a:solidFill>
                  <a:srgbClr val="20252A"/>
                </a:solidFill>
                <a:latin typeface="Segoe UI"/>
                <a:ea typeface="Segoe UI"/>
                <a:cs typeface="Segoe UI"/>
              </a:defRPr>
            </a:lvl1pPr>
            <a:lvl2pPr>
              <a:defRPr sz="3000" b="0">
                <a:solidFill>
                  <a:srgbClr val="20252A"/>
                </a:solidFill>
                <a:latin typeface="Segoe UI"/>
                <a:ea typeface="Segoe UI"/>
                <a:cs typeface="Segoe UI"/>
              </a:defRPr>
            </a:lvl2pPr>
            <a:lvl3pPr>
              <a:defRPr sz="3000" b="0">
                <a:solidFill>
                  <a:srgbClr val="20252A"/>
                </a:solidFill>
                <a:latin typeface="Segoe UI"/>
                <a:ea typeface="Segoe UI"/>
                <a:cs typeface="Segoe UI"/>
              </a:defRPr>
            </a:lvl3pPr>
            <a:lvl4pPr>
              <a:defRPr sz="3000" b="0">
                <a:solidFill>
                  <a:srgbClr val="20252A"/>
                </a:solidFill>
                <a:latin typeface="Segoe UI"/>
                <a:ea typeface="Segoe UI"/>
                <a:cs typeface="Segoe UI"/>
              </a:defRPr>
            </a:lvl4pPr>
            <a:lvl5pPr>
              <a:defRPr sz="3000" b="0">
                <a:solidFill>
                  <a:srgbClr val="20252A"/>
                </a:solidFill>
                <a:latin typeface="Segoe UI"/>
                <a:ea typeface="Segoe UI"/>
                <a:cs typeface="Segoe UI"/>
              </a:defRPr>
            </a:lvl5pPr>
            <a:lvl6pPr>
              <a:defRPr sz="3000" b="0">
                <a:solidFill>
                  <a:srgbClr val="20252A"/>
                </a:solidFill>
                <a:latin typeface="Segoe UI"/>
                <a:ea typeface="Segoe UI"/>
                <a:cs typeface="Segoe UI"/>
              </a:defRPr>
            </a:lvl6pPr>
            <a:lvl7pPr>
              <a:defRPr sz="3000" b="0">
                <a:solidFill>
                  <a:srgbClr val="20252A"/>
                </a:solidFill>
                <a:latin typeface="Segoe UI"/>
                <a:ea typeface="Segoe UI"/>
                <a:cs typeface="Segoe UI"/>
              </a:defRPr>
            </a:lvl7pPr>
            <a:lvl8pPr>
              <a:defRPr sz="3000" b="0">
                <a:solidFill>
                  <a:srgbClr val="20252A"/>
                </a:solidFill>
                <a:latin typeface="Segoe UI"/>
                <a:ea typeface="Segoe UI"/>
                <a:cs typeface="Segoe UI"/>
              </a:defRPr>
            </a:lvl8pPr>
            <a:lvl9pPr>
              <a:defRPr sz="3000" b="0">
                <a:solidFill>
                  <a:srgbClr val="20252A"/>
                </a:solidFill>
                <a:latin typeface="Segoe UI"/>
                <a:ea typeface="Segoe UI"/>
                <a:cs typeface="Segoe UI"/>
              </a:defRPr>
            </a:lvl9pPr>
          </a:lstStyle>
          <a:p xmlns:a="http://schemas.openxmlformats.org/drawingml/2006/main">
            <a:pPr>
              <a:defRPr sz="3000" b="0">
                <a:solidFill>
                  <a:srgbClr val="20252A"/>
                </a:solidFill>
                <a:latin typeface="Segoe UI"/>
                <a:ea typeface="Segoe UI"/>
                <a:cs typeface="Segoe UI"/>
              </a:defRPr>
            </a:pPr>
            <a:r>
              <a:rPr sz="3000" b="0">
                <a:solidFill>
                  <a:srgbClr val="20252A"/>
                </a:solidFill>
                <a:latin typeface="Segoe UI"/>
                <a:ea typeface="Segoe UI"/>
                <a:cs typeface="Segoe UI"/>
              </a:rPr>
              <a:t>Bake cakes.</a:t>
            </a:r>
          </a:p>
        </p:txBody>
      </p:sp>
      <p:sp>
        <p:nvSpPr>
          <p:cNvPr id="7" name="text-6">
            <a:extLst xmlns:a="http://schemas.openxmlformats.org/drawingml/2006/main">
              <a:ext uri="{FF2B5EF4-FFF2-40B4-BE49-F238E27FC236}">
                <a16:creationId xmlns:a16="http://schemas.microsoft.com/office/drawing/2014/main" id="{CF40AA16-3568-4BA1-A7C0-23AA77333B6D}"/>
              </a:ext>
            </a:extLst>
          </p:cNvPr>
          <p:cNvSpPr>
            <a:spLocks xmlns:a="http://schemas.openxmlformats.org/drawingml/2006/main" noGrp="1"/>
          </p:cNvSpPr>
          <p:nvPr/>
        </p:nvSpPr>
        <p:spPr>
          <a:xfrm xmlns:a="http://schemas.openxmlformats.org/drawingml/2006/main">
            <a:off x="4552950" y="2114550"/>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1">
                <a:solidFill>
                  <a:srgbClr val="535B62"/>
                </a:solidFill>
                <a:latin typeface="Segoe UI"/>
                <a:ea typeface="Segoe UI"/>
                <a:cs typeface="Segoe UI"/>
              </a:defRPr>
            </a:defPPr>
            <a:lvl1pPr>
              <a:defRPr sz="1800" b="1">
                <a:solidFill>
                  <a:srgbClr val="535B62"/>
                </a:solidFill>
                <a:latin typeface="Segoe UI"/>
                <a:ea typeface="Segoe UI"/>
                <a:cs typeface="Segoe UI"/>
              </a:defRPr>
            </a:lvl1pPr>
            <a:lvl2pPr>
              <a:defRPr sz="1800" b="1">
                <a:solidFill>
                  <a:srgbClr val="535B62"/>
                </a:solidFill>
                <a:latin typeface="Segoe UI"/>
                <a:ea typeface="Segoe UI"/>
                <a:cs typeface="Segoe UI"/>
              </a:defRPr>
            </a:lvl2pPr>
            <a:lvl3pPr>
              <a:defRPr sz="1800" b="1">
                <a:solidFill>
                  <a:srgbClr val="535B62"/>
                </a:solidFill>
                <a:latin typeface="Segoe UI"/>
                <a:ea typeface="Segoe UI"/>
                <a:cs typeface="Segoe UI"/>
              </a:defRPr>
            </a:lvl3pPr>
            <a:lvl4pPr>
              <a:defRPr sz="1800" b="1">
                <a:solidFill>
                  <a:srgbClr val="535B62"/>
                </a:solidFill>
                <a:latin typeface="Segoe UI"/>
                <a:ea typeface="Segoe UI"/>
                <a:cs typeface="Segoe UI"/>
              </a:defRPr>
            </a:lvl4pPr>
            <a:lvl5pPr>
              <a:defRPr sz="1800" b="1">
                <a:solidFill>
                  <a:srgbClr val="535B62"/>
                </a:solidFill>
                <a:latin typeface="Segoe UI"/>
                <a:ea typeface="Segoe UI"/>
                <a:cs typeface="Segoe UI"/>
              </a:defRPr>
            </a:lvl5pPr>
            <a:lvl6pPr>
              <a:defRPr sz="1800" b="1">
                <a:solidFill>
                  <a:srgbClr val="535B62"/>
                </a:solidFill>
                <a:latin typeface="Segoe UI"/>
                <a:ea typeface="Segoe UI"/>
                <a:cs typeface="Segoe UI"/>
              </a:defRPr>
            </a:lvl6pPr>
            <a:lvl7pPr>
              <a:defRPr sz="1800" b="1">
                <a:solidFill>
                  <a:srgbClr val="535B62"/>
                </a:solidFill>
                <a:latin typeface="Segoe UI"/>
                <a:ea typeface="Segoe UI"/>
                <a:cs typeface="Segoe UI"/>
              </a:defRPr>
            </a:lvl7pPr>
            <a:lvl8pPr>
              <a:defRPr sz="1800" b="1">
                <a:solidFill>
                  <a:srgbClr val="535B62"/>
                </a:solidFill>
                <a:latin typeface="Segoe UI"/>
                <a:ea typeface="Segoe UI"/>
                <a:cs typeface="Segoe UI"/>
              </a:defRPr>
            </a:lvl8pPr>
            <a:lvl9pPr>
              <a:defRPr sz="1800" b="1">
                <a:solidFill>
                  <a:srgbClr val="535B62"/>
                </a:solidFill>
                <a:latin typeface="Segoe UI"/>
                <a:ea typeface="Segoe UI"/>
                <a:cs typeface="Segoe UI"/>
              </a:defRPr>
            </a:lvl9pPr>
          </a:lstStyle>
          <a:p xmlns:a="http://schemas.openxmlformats.org/drawingml/2006/main">
            <a:pPr>
              <a:defRPr sz="1800" b="1">
                <a:solidFill>
                  <a:srgbClr val="535B62"/>
                </a:solidFill>
                <a:latin typeface="Segoe UI"/>
                <a:ea typeface="Segoe UI"/>
                <a:cs typeface="Segoe UI"/>
              </a:defRPr>
            </a:pPr>
            <a:r>
              <a:rPr sz="1800" b="1">
                <a:solidFill>
                  <a:srgbClr val="535B62"/>
                </a:solidFill>
                <a:latin typeface="Segoe UI"/>
                <a:ea typeface="Segoe UI"/>
                <a:cs typeface="Segoe UI"/>
              </a:rPr>
              <a:t>DECISION TARGET</a:t>
            </a:r>
          </a:p>
        </p:txBody>
      </p:sp>
      <p:sp>
        <p:nvSpPr>
          <p:cNvPr id="8" name="text-7">
            <a:extLst xmlns:a="http://schemas.openxmlformats.org/drawingml/2006/main">
              <a:ext uri="{FF2B5EF4-FFF2-40B4-BE49-F238E27FC236}">
                <a16:creationId xmlns:a16="http://schemas.microsoft.com/office/drawing/2014/main" id="{B3F1E95D-76F9-4FBA-BA22-4B0AE7B64D81}"/>
              </a:ext>
            </a:extLst>
          </p:cNvPr>
          <p:cNvSpPr>
            <a:spLocks xmlns:a="http://schemas.openxmlformats.org/drawingml/2006/main" noGrp="1"/>
          </p:cNvSpPr>
          <p:nvPr/>
        </p:nvSpPr>
        <p:spPr>
          <a:xfrm xmlns:a="http://schemas.openxmlformats.org/drawingml/2006/main">
            <a:off x="4552950" y="2609850"/>
            <a:ext cx="695325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20252A"/>
                </a:solidFill>
                <a:latin typeface="Segoe UI"/>
                <a:ea typeface="Segoe UI"/>
                <a:cs typeface="Segoe UI"/>
              </a:defRPr>
            </a:defPPr>
            <a:lvl1pPr>
              <a:defRPr sz="2400" b="0">
                <a:solidFill>
                  <a:srgbClr val="20252A"/>
                </a:solidFill>
                <a:latin typeface="Segoe UI"/>
                <a:ea typeface="Segoe UI"/>
                <a:cs typeface="Segoe UI"/>
              </a:defRPr>
            </a:lvl1pPr>
            <a:lvl2pPr>
              <a:defRPr sz="2400" b="0">
                <a:solidFill>
                  <a:srgbClr val="20252A"/>
                </a:solidFill>
                <a:latin typeface="Segoe UI"/>
                <a:ea typeface="Segoe UI"/>
                <a:cs typeface="Segoe UI"/>
              </a:defRPr>
            </a:lvl2pPr>
            <a:lvl3pPr>
              <a:defRPr sz="2400" b="0">
                <a:solidFill>
                  <a:srgbClr val="20252A"/>
                </a:solidFill>
                <a:latin typeface="Segoe UI"/>
                <a:ea typeface="Segoe UI"/>
                <a:cs typeface="Segoe UI"/>
              </a:defRPr>
            </a:lvl3pPr>
            <a:lvl4pPr>
              <a:defRPr sz="2400" b="0">
                <a:solidFill>
                  <a:srgbClr val="20252A"/>
                </a:solidFill>
                <a:latin typeface="Segoe UI"/>
                <a:ea typeface="Segoe UI"/>
                <a:cs typeface="Segoe UI"/>
              </a:defRPr>
            </a:lvl4pPr>
            <a:lvl5pPr>
              <a:defRPr sz="2400" b="0">
                <a:solidFill>
                  <a:srgbClr val="20252A"/>
                </a:solidFill>
                <a:latin typeface="Segoe UI"/>
                <a:ea typeface="Segoe UI"/>
                <a:cs typeface="Segoe UI"/>
              </a:defRPr>
            </a:lvl5pPr>
            <a:lvl6pPr>
              <a:defRPr sz="2400" b="0">
                <a:solidFill>
                  <a:srgbClr val="20252A"/>
                </a:solidFill>
                <a:latin typeface="Segoe UI"/>
                <a:ea typeface="Segoe UI"/>
                <a:cs typeface="Segoe UI"/>
              </a:defRPr>
            </a:lvl6pPr>
            <a:lvl7pPr>
              <a:defRPr sz="2400" b="0">
                <a:solidFill>
                  <a:srgbClr val="20252A"/>
                </a:solidFill>
                <a:latin typeface="Segoe UI"/>
                <a:ea typeface="Segoe UI"/>
                <a:cs typeface="Segoe UI"/>
              </a:defRPr>
            </a:lvl7pPr>
            <a:lvl8pPr>
              <a:defRPr sz="2400" b="0">
                <a:solidFill>
                  <a:srgbClr val="20252A"/>
                </a:solidFill>
                <a:latin typeface="Segoe UI"/>
                <a:ea typeface="Segoe UI"/>
                <a:cs typeface="Segoe UI"/>
              </a:defRPr>
            </a:lvl8pPr>
            <a:lvl9pPr>
              <a:defRPr sz="2400" b="0">
                <a:solidFill>
                  <a:srgbClr val="20252A"/>
                </a:solidFill>
                <a:latin typeface="Segoe UI"/>
                <a:ea typeface="Segoe UI"/>
                <a:cs typeface="Segoe UI"/>
              </a:defRPr>
            </a:lvl9pPr>
          </a:lstStyle>
          <a:p xmlns:a="http://schemas.openxmlformats.org/drawingml/2006/main">
            <a:pPr>
              <a:defRPr sz="2400" b="0">
                <a:solidFill>
                  <a:srgbClr val="20252A"/>
                </a:solidFill>
                <a:latin typeface="Segoe UI"/>
                <a:ea typeface="Segoe UI"/>
                <a:cs typeface="Segoe UI"/>
              </a:defRPr>
            </a:pPr>
            <a:r>
              <a:rPr sz="2400" b="0">
                <a:solidFill>
                  <a:srgbClr val="20252A"/>
                </a:solidFill>
                <a:latin typeface="Segoe UI"/>
                <a:ea typeface="Segoe UI"/>
                <a:cs typeface="Segoe UI"/>
              </a:rPr>
              <a:t>By [date], I will compare two cake types.</a:t>
            </a:r>
          </a:p>
          <a:p xmlns:a="http://schemas.openxmlformats.org/drawingml/2006/main">
            <a:pPr>
              <a:defRPr sz="2400" b="0">
                <a:solidFill>
                  <a:srgbClr val="20252A"/>
                </a:solidFill>
                <a:latin typeface="Segoe UI"/>
                <a:ea typeface="Segoe UI"/>
                <a:cs typeface="Segoe UI"/>
              </a:defRPr>
            </a:pPr>
            <a:r>
              <a:rPr sz="2400" b="0">
                <a:solidFill>
                  <a:srgbClr val="20252A"/>
                </a:solidFill>
                <a:latin typeface="Segoe UI"/>
                <a:ea typeface="Segoe UI"/>
                <a:cs typeface="Segoe UI"/>
              </a:rPr>
              <a:t>I will use a scorecard with three factors.</a:t>
            </a:r>
          </a:p>
          <a:p xmlns:a="http://schemas.openxmlformats.org/drawingml/2006/main">
            <a:pPr>
              <a:defRPr sz="2400" b="0">
                <a:solidFill>
                  <a:srgbClr val="20252A"/>
                </a:solidFill>
                <a:latin typeface="Segoe UI"/>
                <a:ea typeface="Segoe UI"/>
                <a:cs typeface="Segoe UI"/>
              </a:defRPr>
            </a:pPr>
            <a:r>
              <a:rPr sz="2400" b="0">
                <a:solidFill>
                  <a:srgbClr val="20252A"/>
                </a:solidFill>
                <a:latin typeface="Segoe UI"/>
                <a:ea typeface="Segoe UI"/>
                <a:cs typeface="Segoe UI"/>
              </a:rPr>
              <a:t>I will give one reason for my choice.</a:t>
            </a:r>
          </a:p>
        </p:txBody>
      </p:sp>
      <p:sp>
        <p:nvSpPr>
          <p:cNvPr id="9" name="text-8">
            <a:extLst xmlns:a="http://schemas.openxmlformats.org/drawingml/2006/main">
              <a:ext uri="{FF2B5EF4-FFF2-40B4-BE49-F238E27FC236}">
                <a16:creationId xmlns:a16="http://schemas.microsoft.com/office/drawing/2014/main" id="{1369DCEE-27B9-4C70-A0D9-F8B233F30597}"/>
              </a:ext>
            </a:extLst>
          </p:cNvPr>
          <p:cNvSpPr>
            <a:spLocks xmlns:a="http://schemas.openxmlformats.org/drawingml/2006/main" noGrp="1"/>
          </p:cNvSpPr>
          <p:nvPr/>
        </p:nvSpPr>
        <p:spPr>
          <a:xfrm xmlns:a="http://schemas.openxmlformats.org/drawingml/2006/main">
            <a:off x="609600" y="4562475"/>
            <a:ext cx="1095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20252A"/>
                </a:solidFill>
                <a:latin typeface="Segoe UI"/>
                <a:ea typeface="Segoe UI"/>
                <a:cs typeface="Segoe UI"/>
              </a:defRPr>
            </a:defPPr>
            <a:lvl1pPr>
              <a:defRPr sz="2025" b="0">
                <a:solidFill>
                  <a:srgbClr val="20252A"/>
                </a:solidFill>
                <a:latin typeface="Segoe UI"/>
                <a:ea typeface="Segoe UI"/>
                <a:cs typeface="Segoe UI"/>
              </a:defRPr>
            </a:lvl1pPr>
            <a:lvl2pPr>
              <a:defRPr sz="2025" b="0">
                <a:solidFill>
                  <a:srgbClr val="20252A"/>
                </a:solidFill>
                <a:latin typeface="Segoe UI"/>
                <a:ea typeface="Segoe UI"/>
                <a:cs typeface="Segoe UI"/>
              </a:defRPr>
            </a:lvl2pPr>
            <a:lvl3pPr>
              <a:defRPr sz="2025" b="0">
                <a:solidFill>
                  <a:srgbClr val="20252A"/>
                </a:solidFill>
                <a:latin typeface="Segoe UI"/>
                <a:ea typeface="Segoe UI"/>
                <a:cs typeface="Segoe UI"/>
              </a:defRPr>
            </a:lvl3pPr>
            <a:lvl4pPr>
              <a:defRPr sz="2025" b="0">
                <a:solidFill>
                  <a:srgbClr val="20252A"/>
                </a:solidFill>
                <a:latin typeface="Segoe UI"/>
                <a:ea typeface="Segoe UI"/>
                <a:cs typeface="Segoe UI"/>
              </a:defRPr>
            </a:lvl4pPr>
            <a:lvl5pPr>
              <a:defRPr sz="2025" b="0">
                <a:solidFill>
                  <a:srgbClr val="20252A"/>
                </a:solidFill>
                <a:latin typeface="Segoe UI"/>
                <a:ea typeface="Segoe UI"/>
                <a:cs typeface="Segoe UI"/>
              </a:defRPr>
            </a:lvl5pPr>
            <a:lvl6pPr>
              <a:defRPr sz="2025" b="0">
                <a:solidFill>
                  <a:srgbClr val="20252A"/>
                </a:solidFill>
                <a:latin typeface="Segoe UI"/>
                <a:ea typeface="Segoe UI"/>
                <a:cs typeface="Segoe UI"/>
              </a:defRPr>
            </a:lvl6pPr>
            <a:lvl7pPr>
              <a:defRPr sz="2025" b="0">
                <a:solidFill>
                  <a:srgbClr val="20252A"/>
                </a:solidFill>
                <a:latin typeface="Segoe UI"/>
                <a:ea typeface="Segoe UI"/>
                <a:cs typeface="Segoe UI"/>
              </a:defRPr>
            </a:lvl7pPr>
            <a:lvl8pPr>
              <a:defRPr sz="2025" b="0">
                <a:solidFill>
                  <a:srgbClr val="20252A"/>
                </a:solidFill>
                <a:latin typeface="Segoe UI"/>
                <a:ea typeface="Segoe UI"/>
                <a:cs typeface="Segoe UI"/>
              </a:defRPr>
            </a:lvl8pPr>
            <a:lvl9pPr>
              <a:defRPr sz="2025" b="0">
                <a:solidFill>
                  <a:srgbClr val="20252A"/>
                </a:solidFill>
                <a:latin typeface="Segoe UI"/>
                <a:ea typeface="Segoe UI"/>
                <a:cs typeface="Segoe UI"/>
              </a:defRPr>
            </a:lvl9pPr>
          </a:lstStyle>
          <a:p xmlns:a="http://schemas.openxmlformats.org/drawingml/2006/main">
            <a:pPr>
              <a:defRPr sz="2025" b="0">
                <a:solidFill>
                  <a:srgbClr val="20252A"/>
                </a:solidFill>
                <a:latin typeface="Segoe UI"/>
                <a:ea typeface="Segoe UI"/>
                <a:cs typeface="Segoe UI"/>
              </a:defRPr>
            </a:pPr>
            <a:r>
              <a:rPr sz="2025" b="0">
                <a:solidFill>
                  <a:srgbClr val="20252A"/>
                </a:solidFill>
                <a:latin typeface="Segoe UI"/>
                <a:ea typeface="Segoe UI"/>
                <a:cs typeface="Segoe UI"/>
              </a:rPr>
              <a:t>S  Specific: What choice?     M  Measurable: How many?</a:t>
            </a:r>
          </a:p>
        </p:txBody>
      </p:sp>
      <p:sp>
        <p:nvSpPr>
          <p:cNvPr id="10" name="text-9">
            <a:extLst xmlns:a="http://schemas.openxmlformats.org/drawingml/2006/main">
              <a:ext uri="{FF2B5EF4-FFF2-40B4-BE49-F238E27FC236}">
                <a16:creationId xmlns:a16="http://schemas.microsoft.com/office/drawing/2014/main" id="{63C936EB-A21C-4654-9838-6D0B1DBE2D32}"/>
              </a:ext>
            </a:extLst>
          </p:cNvPr>
          <p:cNvSpPr>
            <a:spLocks xmlns:a="http://schemas.openxmlformats.org/drawingml/2006/main" noGrp="1"/>
          </p:cNvSpPr>
          <p:nvPr/>
        </p:nvSpPr>
        <p:spPr>
          <a:xfrm xmlns:a="http://schemas.openxmlformats.org/drawingml/2006/main">
            <a:off x="609600" y="5038725"/>
            <a:ext cx="1095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20252A"/>
                </a:solidFill>
                <a:latin typeface="Segoe UI"/>
                <a:ea typeface="Segoe UI"/>
                <a:cs typeface="Segoe UI"/>
              </a:defRPr>
            </a:defPPr>
            <a:lvl1pPr>
              <a:defRPr sz="2025" b="0">
                <a:solidFill>
                  <a:srgbClr val="20252A"/>
                </a:solidFill>
                <a:latin typeface="Segoe UI"/>
                <a:ea typeface="Segoe UI"/>
                <a:cs typeface="Segoe UI"/>
              </a:defRPr>
            </a:lvl1pPr>
            <a:lvl2pPr>
              <a:defRPr sz="2025" b="0">
                <a:solidFill>
                  <a:srgbClr val="20252A"/>
                </a:solidFill>
                <a:latin typeface="Segoe UI"/>
                <a:ea typeface="Segoe UI"/>
                <a:cs typeface="Segoe UI"/>
              </a:defRPr>
            </a:lvl2pPr>
            <a:lvl3pPr>
              <a:defRPr sz="2025" b="0">
                <a:solidFill>
                  <a:srgbClr val="20252A"/>
                </a:solidFill>
                <a:latin typeface="Segoe UI"/>
                <a:ea typeface="Segoe UI"/>
                <a:cs typeface="Segoe UI"/>
              </a:defRPr>
            </a:lvl3pPr>
            <a:lvl4pPr>
              <a:defRPr sz="2025" b="0">
                <a:solidFill>
                  <a:srgbClr val="20252A"/>
                </a:solidFill>
                <a:latin typeface="Segoe UI"/>
                <a:ea typeface="Segoe UI"/>
                <a:cs typeface="Segoe UI"/>
              </a:defRPr>
            </a:lvl4pPr>
            <a:lvl5pPr>
              <a:defRPr sz="2025" b="0">
                <a:solidFill>
                  <a:srgbClr val="20252A"/>
                </a:solidFill>
                <a:latin typeface="Segoe UI"/>
                <a:ea typeface="Segoe UI"/>
                <a:cs typeface="Segoe UI"/>
              </a:defRPr>
            </a:lvl5pPr>
            <a:lvl6pPr>
              <a:defRPr sz="2025" b="0">
                <a:solidFill>
                  <a:srgbClr val="20252A"/>
                </a:solidFill>
                <a:latin typeface="Segoe UI"/>
                <a:ea typeface="Segoe UI"/>
                <a:cs typeface="Segoe UI"/>
              </a:defRPr>
            </a:lvl6pPr>
            <a:lvl7pPr>
              <a:defRPr sz="2025" b="0">
                <a:solidFill>
                  <a:srgbClr val="20252A"/>
                </a:solidFill>
                <a:latin typeface="Segoe UI"/>
                <a:ea typeface="Segoe UI"/>
                <a:cs typeface="Segoe UI"/>
              </a:defRPr>
            </a:lvl7pPr>
            <a:lvl8pPr>
              <a:defRPr sz="2025" b="0">
                <a:solidFill>
                  <a:srgbClr val="20252A"/>
                </a:solidFill>
                <a:latin typeface="Segoe UI"/>
                <a:ea typeface="Segoe UI"/>
                <a:cs typeface="Segoe UI"/>
              </a:defRPr>
            </a:lvl8pPr>
            <a:lvl9pPr>
              <a:defRPr sz="2025" b="0">
                <a:solidFill>
                  <a:srgbClr val="20252A"/>
                </a:solidFill>
                <a:latin typeface="Segoe UI"/>
                <a:ea typeface="Segoe UI"/>
                <a:cs typeface="Segoe UI"/>
              </a:defRPr>
            </a:lvl9pPr>
          </a:lstStyle>
          <a:p xmlns:a="http://schemas.openxmlformats.org/drawingml/2006/main">
            <a:pPr>
              <a:defRPr sz="2025" b="0">
                <a:solidFill>
                  <a:srgbClr val="20252A"/>
                </a:solidFill>
                <a:latin typeface="Segoe UI"/>
                <a:ea typeface="Segoe UI"/>
                <a:cs typeface="Segoe UI"/>
              </a:defRPr>
            </a:pPr>
            <a:r>
              <a:rPr sz="2025" b="0">
                <a:solidFill>
                  <a:srgbClr val="20252A"/>
                </a:solidFill>
                <a:latin typeface="Segoe UI"/>
                <a:ea typeface="Segoe UI"/>
                <a:cs typeface="Segoe UI"/>
              </a:rPr>
              <a:t>A  Achievable: Can I do it?     R  Realistic: Time and kit?</a:t>
            </a:r>
          </a:p>
        </p:txBody>
      </p:sp>
      <p:sp>
        <p:nvSpPr>
          <p:cNvPr id="11" name="text-10">
            <a:extLst xmlns:a="http://schemas.openxmlformats.org/drawingml/2006/main">
              <a:ext uri="{FF2B5EF4-FFF2-40B4-BE49-F238E27FC236}">
                <a16:creationId xmlns:a16="http://schemas.microsoft.com/office/drawing/2014/main" id="{3FBB4FF1-B096-4646-80AF-0EA6F0BD2134}"/>
              </a:ext>
            </a:extLst>
          </p:cNvPr>
          <p:cNvSpPr>
            <a:spLocks xmlns:a="http://schemas.openxmlformats.org/drawingml/2006/main" noGrp="1"/>
          </p:cNvSpPr>
          <p:nvPr/>
        </p:nvSpPr>
        <p:spPr>
          <a:xfrm xmlns:a="http://schemas.openxmlformats.org/drawingml/2006/main">
            <a:off x="609600" y="5514975"/>
            <a:ext cx="1095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20252A"/>
                </a:solidFill>
                <a:latin typeface="Segoe UI"/>
                <a:ea typeface="Segoe UI"/>
                <a:cs typeface="Segoe UI"/>
              </a:defRPr>
            </a:defPPr>
            <a:lvl1pPr>
              <a:defRPr sz="2025" b="0">
                <a:solidFill>
                  <a:srgbClr val="20252A"/>
                </a:solidFill>
                <a:latin typeface="Segoe UI"/>
                <a:ea typeface="Segoe UI"/>
                <a:cs typeface="Segoe UI"/>
              </a:defRPr>
            </a:lvl1pPr>
            <a:lvl2pPr>
              <a:defRPr sz="2025" b="0">
                <a:solidFill>
                  <a:srgbClr val="20252A"/>
                </a:solidFill>
                <a:latin typeface="Segoe UI"/>
                <a:ea typeface="Segoe UI"/>
                <a:cs typeface="Segoe UI"/>
              </a:defRPr>
            </a:lvl2pPr>
            <a:lvl3pPr>
              <a:defRPr sz="2025" b="0">
                <a:solidFill>
                  <a:srgbClr val="20252A"/>
                </a:solidFill>
                <a:latin typeface="Segoe UI"/>
                <a:ea typeface="Segoe UI"/>
                <a:cs typeface="Segoe UI"/>
              </a:defRPr>
            </a:lvl3pPr>
            <a:lvl4pPr>
              <a:defRPr sz="2025" b="0">
                <a:solidFill>
                  <a:srgbClr val="20252A"/>
                </a:solidFill>
                <a:latin typeface="Segoe UI"/>
                <a:ea typeface="Segoe UI"/>
                <a:cs typeface="Segoe UI"/>
              </a:defRPr>
            </a:lvl4pPr>
            <a:lvl5pPr>
              <a:defRPr sz="2025" b="0">
                <a:solidFill>
                  <a:srgbClr val="20252A"/>
                </a:solidFill>
                <a:latin typeface="Segoe UI"/>
                <a:ea typeface="Segoe UI"/>
                <a:cs typeface="Segoe UI"/>
              </a:defRPr>
            </a:lvl5pPr>
            <a:lvl6pPr>
              <a:defRPr sz="2025" b="0">
                <a:solidFill>
                  <a:srgbClr val="20252A"/>
                </a:solidFill>
                <a:latin typeface="Segoe UI"/>
                <a:ea typeface="Segoe UI"/>
                <a:cs typeface="Segoe UI"/>
              </a:defRPr>
            </a:lvl6pPr>
            <a:lvl7pPr>
              <a:defRPr sz="2025" b="0">
                <a:solidFill>
                  <a:srgbClr val="20252A"/>
                </a:solidFill>
                <a:latin typeface="Segoe UI"/>
                <a:ea typeface="Segoe UI"/>
                <a:cs typeface="Segoe UI"/>
              </a:defRPr>
            </a:lvl7pPr>
            <a:lvl8pPr>
              <a:defRPr sz="2025" b="0">
                <a:solidFill>
                  <a:srgbClr val="20252A"/>
                </a:solidFill>
                <a:latin typeface="Segoe UI"/>
                <a:ea typeface="Segoe UI"/>
                <a:cs typeface="Segoe UI"/>
              </a:defRPr>
            </a:lvl8pPr>
            <a:lvl9pPr>
              <a:defRPr sz="2025" b="0">
                <a:solidFill>
                  <a:srgbClr val="20252A"/>
                </a:solidFill>
                <a:latin typeface="Segoe UI"/>
                <a:ea typeface="Segoe UI"/>
                <a:cs typeface="Segoe UI"/>
              </a:defRPr>
            </a:lvl9pPr>
          </a:lstStyle>
          <a:p xmlns:a="http://schemas.openxmlformats.org/drawingml/2006/main">
            <a:pPr>
              <a:defRPr sz="2025" b="0">
                <a:solidFill>
                  <a:srgbClr val="20252A"/>
                </a:solidFill>
                <a:latin typeface="Segoe UI"/>
                <a:ea typeface="Segoe UI"/>
                <a:cs typeface="Segoe UI"/>
              </a:defRPr>
            </a:pPr>
            <a:r>
              <a:rPr sz="2025" b="0">
                <a:solidFill>
                  <a:srgbClr val="20252A"/>
                </a:solidFill>
                <a:latin typeface="Segoe UI"/>
                <a:ea typeface="Segoe UI"/>
                <a:cs typeface="Segoe UI"/>
              </a:rPr>
              <a:t>T  Time-bound: By when?</a:t>
            </a:r>
          </a:p>
        </p:txBody>
      </p:sp>
      <p:sp>
        <p:nvSpPr>
          <p:cNvPr id="12" name="text-11">
            <a:extLst xmlns:a="http://schemas.openxmlformats.org/drawingml/2006/main">
              <a:ext uri="{FF2B5EF4-FFF2-40B4-BE49-F238E27FC236}">
                <a16:creationId xmlns:a16="http://schemas.microsoft.com/office/drawing/2014/main" id="{364BCD2C-4B6D-4FAB-8281-B2AD0FDD32CF}"/>
              </a:ext>
            </a:extLst>
          </p:cNvPr>
          <p:cNvSpPr>
            <a:spLocks xmlns:a="http://schemas.openxmlformats.org/drawingml/2006/main" noGrp="1"/>
          </p:cNvSpPr>
          <p:nvPr/>
        </p:nvSpPr>
        <p:spPr>
          <a:xfrm xmlns:a="http://schemas.openxmlformats.org/drawingml/2006/main">
            <a:off x="609600" y="6000750"/>
            <a:ext cx="1095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1">
                <a:solidFill>
                  <a:srgbClr val="20252A"/>
                </a:solidFill>
                <a:latin typeface="Segoe UI"/>
                <a:ea typeface="Segoe UI"/>
                <a:cs typeface="Segoe UI"/>
              </a:defRPr>
            </a:defPPr>
            <a:lvl1pPr>
              <a:defRPr sz="2025" b="1">
                <a:solidFill>
                  <a:srgbClr val="20252A"/>
                </a:solidFill>
                <a:latin typeface="Segoe UI"/>
                <a:ea typeface="Segoe UI"/>
                <a:cs typeface="Segoe UI"/>
              </a:defRPr>
            </a:lvl1pPr>
            <a:lvl2pPr>
              <a:defRPr sz="2025" b="1">
                <a:solidFill>
                  <a:srgbClr val="20252A"/>
                </a:solidFill>
                <a:latin typeface="Segoe UI"/>
                <a:ea typeface="Segoe UI"/>
                <a:cs typeface="Segoe UI"/>
              </a:defRPr>
            </a:lvl2pPr>
            <a:lvl3pPr>
              <a:defRPr sz="2025" b="1">
                <a:solidFill>
                  <a:srgbClr val="20252A"/>
                </a:solidFill>
                <a:latin typeface="Segoe UI"/>
                <a:ea typeface="Segoe UI"/>
                <a:cs typeface="Segoe UI"/>
              </a:defRPr>
            </a:lvl3pPr>
            <a:lvl4pPr>
              <a:defRPr sz="2025" b="1">
                <a:solidFill>
                  <a:srgbClr val="20252A"/>
                </a:solidFill>
                <a:latin typeface="Segoe UI"/>
                <a:ea typeface="Segoe UI"/>
                <a:cs typeface="Segoe UI"/>
              </a:defRPr>
            </a:lvl4pPr>
            <a:lvl5pPr>
              <a:defRPr sz="2025" b="1">
                <a:solidFill>
                  <a:srgbClr val="20252A"/>
                </a:solidFill>
                <a:latin typeface="Segoe UI"/>
                <a:ea typeface="Segoe UI"/>
                <a:cs typeface="Segoe UI"/>
              </a:defRPr>
            </a:lvl5pPr>
            <a:lvl6pPr>
              <a:defRPr sz="2025" b="1">
                <a:solidFill>
                  <a:srgbClr val="20252A"/>
                </a:solidFill>
                <a:latin typeface="Segoe UI"/>
                <a:ea typeface="Segoe UI"/>
                <a:cs typeface="Segoe UI"/>
              </a:defRPr>
            </a:lvl6pPr>
            <a:lvl7pPr>
              <a:defRPr sz="2025" b="1">
                <a:solidFill>
                  <a:srgbClr val="20252A"/>
                </a:solidFill>
                <a:latin typeface="Segoe UI"/>
                <a:ea typeface="Segoe UI"/>
                <a:cs typeface="Segoe UI"/>
              </a:defRPr>
            </a:lvl7pPr>
            <a:lvl8pPr>
              <a:defRPr sz="2025" b="1">
                <a:solidFill>
                  <a:srgbClr val="20252A"/>
                </a:solidFill>
                <a:latin typeface="Segoe UI"/>
                <a:ea typeface="Segoe UI"/>
                <a:cs typeface="Segoe UI"/>
              </a:defRPr>
            </a:lvl8pPr>
            <a:lvl9pPr>
              <a:defRPr sz="2025" b="1">
                <a:solidFill>
                  <a:srgbClr val="20252A"/>
                </a:solidFill>
                <a:latin typeface="Segoe UI"/>
                <a:ea typeface="Segoe UI"/>
                <a:cs typeface="Segoe UI"/>
              </a:defRPr>
            </a:lvl9pPr>
          </a:lstStyle>
          <a:p xmlns:a="http://schemas.openxmlformats.org/drawingml/2006/main">
            <a:pPr>
              <a:defRPr sz="2025" b="1">
                <a:solidFill>
                  <a:srgbClr val="20252A"/>
                </a:solidFill>
                <a:latin typeface="Segoe UI"/>
                <a:ea typeface="Segoe UI"/>
                <a:cs typeface="Segoe UI"/>
              </a:defRPr>
            </a:pPr>
            <a:r>
              <a:rPr sz="2025" b="1">
                <a:solidFill>
                  <a:srgbClr val="20252A"/>
                </a:solidFill>
                <a:latin typeface="Segoe UI"/>
                <a:ea typeface="Segoe UI"/>
                <a:cs typeface="Segoe UI"/>
              </a:rPr>
              <a:t>It is a decision target because __.</a:t>
            </a:r>
          </a:p>
        </p:txBody>
      </p:sp>
    </p:spTree>
    <p:extLst>
      <p:ext uri="{BB962C8B-B14F-4D97-AF65-F5344CB8AC3E}">
        <p14:creationId xmlns:p14="http://schemas.microsoft.com/office/powerpoint/2010/main" val="572033217"/>
      </p:ext>
    </p:extLst>
  </p:cSld>
</p:sld>
</file>

<file path=ppt/slides/slide6.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12" name="heading-0">
            <a:extLst xmlns:a="http://schemas.openxmlformats.org/drawingml/2006/main">
              <a:ext uri="{FF2B5EF4-FFF2-40B4-BE49-F238E27FC236}">
                <a16:creationId xmlns:a16="http://schemas.microsoft.com/office/drawing/2014/main" id="{48006AD0-C741-4AD1-9210-AD3B36B2CA8F}"/>
              </a:ext>
            </a:extLst>
          </p:cNvPr>
          <p:cNvSpPr>
            <a:spLocks xmlns:a="http://schemas.openxmlformats.org/drawingml/2006/main" noGrp="1"/>
          </p:cNvSpPr>
          <p:nvPr/>
        </p:nvSpPr>
        <p:spPr>
          <a:xfrm xmlns:a="http://schemas.openxmlformats.org/drawingml/2006/main">
            <a:off x="609600" y="40005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20252A"/>
                </a:solidFill>
                <a:latin typeface="Segoe UI"/>
                <a:ea typeface="Segoe UI"/>
                <a:cs typeface="Segoe UI"/>
              </a:defRPr>
            </a:defPPr>
            <a:lvl1pPr>
              <a:defRPr sz="3300" b="1">
                <a:solidFill>
                  <a:srgbClr val="20252A"/>
                </a:solidFill>
                <a:latin typeface="Segoe UI"/>
                <a:ea typeface="Segoe UI"/>
                <a:cs typeface="Segoe UI"/>
              </a:defRPr>
            </a:lvl1pPr>
            <a:lvl2pPr>
              <a:defRPr sz="3300" b="1">
                <a:solidFill>
                  <a:srgbClr val="20252A"/>
                </a:solidFill>
                <a:latin typeface="Segoe UI"/>
                <a:ea typeface="Segoe UI"/>
                <a:cs typeface="Segoe UI"/>
              </a:defRPr>
            </a:lvl2pPr>
            <a:lvl3pPr>
              <a:defRPr sz="3300" b="1">
                <a:solidFill>
                  <a:srgbClr val="20252A"/>
                </a:solidFill>
                <a:latin typeface="Segoe UI"/>
                <a:ea typeface="Segoe UI"/>
                <a:cs typeface="Segoe UI"/>
              </a:defRPr>
            </a:lvl3pPr>
            <a:lvl4pPr>
              <a:defRPr sz="3300" b="1">
                <a:solidFill>
                  <a:srgbClr val="20252A"/>
                </a:solidFill>
                <a:latin typeface="Segoe UI"/>
                <a:ea typeface="Segoe UI"/>
                <a:cs typeface="Segoe UI"/>
              </a:defRPr>
            </a:lvl4pPr>
            <a:lvl5pPr>
              <a:defRPr sz="3300" b="1">
                <a:solidFill>
                  <a:srgbClr val="20252A"/>
                </a:solidFill>
                <a:latin typeface="Segoe UI"/>
                <a:ea typeface="Segoe UI"/>
                <a:cs typeface="Segoe UI"/>
              </a:defRPr>
            </a:lvl5pPr>
            <a:lvl6pPr>
              <a:defRPr sz="3300" b="1">
                <a:solidFill>
                  <a:srgbClr val="20252A"/>
                </a:solidFill>
                <a:latin typeface="Segoe UI"/>
                <a:ea typeface="Segoe UI"/>
                <a:cs typeface="Segoe UI"/>
              </a:defRPr>
            </a:lvl6pPr>
            <a:lvl7pPr>
              <a:defRPr sz="3300" b="1">
                <a:solidFill>
                  <a:srgbClr val="20252A"/>
                </a:solidFill>
                <a:latin typeface="Segoe UI"/>
                <a:ea typeface="Segoe UI"/>
                <a:cs typeface="Segoe UI"/>
              </a:defRPr>
            </a:lvl7pPr>
            <a:lvl8pPr>
              <a:defRPr sz="3300" b="1">
                <a:solidFill>
                  <a:srgbClr val="20252A"/>
                </a:solidFill>
                <a:latin typeface="Segoe UI"/>
                <a:ea typeface="Segoe UI"/>
                <a:cs typeface="Segoe UI"/>
              </a:defRPr>
            </a:lvl8pPr>
            <a:lvl9pPr>
              <a:defRPr sz="3300" b="1">
                <a:solidFill>
                  <a:srgbClr val="20252A"/>
                </a:solidFill>
                <a:latin typeface="Segoe UI"/>
                <a:ea typeface="Segoe UI"/>
                <a:cs typeface="Segoe UI"/>
              </a:defRPr>
            </a:lvl9pPr>
          </a:lstStyle>
          <a:p xmlns:a="http://schemas.openxmlformats.org/drawingml/2006/main">
            <a:pPr>
              <a:defRPr sz="3300" b="1">
                <a:solidFill>
                  <a:srgbClr val="20252A"/>
                </a:solidFill>
                <a:latin typeface="Segoe UI"/>
                <a:ea typeface="Segoe UI"/>
                <a:cs typeface="Segoe UI"/>
              </a:defRPr>
            </a:pPr>
            <a:r>
              <a:rPr sz="3300" b="1">
                <a:solidFill>
                  <a:srgbClr val="20252A"/>
                </a:solidFill>
                <a:latin typeface="Segoe UI"/>
                <a:ea typeface="Segoe UI"/>
                <a:cs typeface="Segoe UI"/>
              </a:rPr>
              <a:t>WE DO</a:t>
            </a:r>
          </a:p>
        </p:txBody>
      </p:sp>
      <p:sp>
        <p:nvSpPr>
          <p:cNvPr id="2" name="footer-1">
            <a:extLst xmlns:a="http://schemas.openxmlformats.org/drawingml/2006/main">
              <a:ext uri="{FF2B5EF4-FFF2-40B4-BE49-F238E27FC236}">
                <a16:creationId xmlns:a16="http://schemas.microsoft.com/office/drawing/2014/main" id="{816CAF65-12E6-45D5-9A57-2CE35E857A6D}"/>
              </a:ext>
            </a:extLst>
          </p:cNvPr>
          <p:cNvSpPr>
            <a:spLocks xmlns:a="http://schemas.openxmlformats.org/drawingml/2006/main" noGrp="1"/>
          </p:cNvSpPr>
          <p:nvPr/>
        </p:nvSpPr>
        <p:spPr>
          <a:xfrm xmlns:a="http://schemas.openxmlformats.org/drawingml/2006/main">
            <a:off x="609600" y="6496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COMM-GROW-A1-W05</a:t>
            </a:r>
          </a:p>
        </p:txBody>
      </p:sp>
      <p:sp>
        <p:nvSpPr>
          <p:cNvPr id="3" name="footer-2">
            <a:extLst xmlns:a="http://schemas.openxmlformats.org/drawingml/2006/main">
              <a:ext uri="{FF2B5EF4-FFF2-40B4-BE49-F238E27FC236}">
                <a16:creationId xmlns:a16="http://schemas.microsoft.com/office/drawing/2014/main" id="{BA9A43AB-099C-444F-96E0-DCF7683B9340}"/>
              </a:ext>
            </a:extLst>
          </p:cNvPr>
          <p:cNvSpPr>
            <a:spLocks xmlns:a="http://schemas.openxmlformats.org/drawingml/2006/main" noGrp="1"/>
          </p:cNvSpPr>
          <p:nvPr/>
        </p:nvSpPr>
        <p:spPr>
          <a:xfrm xmlns:a="http://schemas.openxmlformats.org/drawingml/2006/main">
            <a:off x="9525000" y="6496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6 / 12  ·  8 min</a:t>
            </a:r>
          </a:p>
        </p:txBody>
      </p:sp>
      <p:sp>
        <p:nvSpPr>
          <p:cNvPr id="4" name="text-3">
            <a:extLst xmlns:a="http://schemas.openxmlformats.org/drawingml/2006/main">
              <a:ext uri="{FF2B5EF4-FFF2-40B4-BE49-F238E27FC236}">
                <a16:creationId xmlns:a16="http://schemas.microsoft.com/office/drawing/2014/main" id="{E5368582-A501-4542-907A-FE033A4D7906}"/>
              </a:ext>
            </a:extLst>
          </p:cNvPr>
          <p:cNvSpPr>
            <a:spLocks xmlns:a="http://schemas.openxmlformats.org/drawingml/2006/main" noGrp="1"/>
          </p:cNvSpPr>
          <p:nvPr/>
        </p:nvSpPr>
        <p:spPr>
          <a:xfrm xmlns:a="http://schemas.openxmlformats.org/drawingml/2006/main">
            <a:off x="609600" y="1219200"/>
            <a:ext cx="109728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1">
                <a:solidFill>
                  <a:srgbClr val="20252A"/>
                </a:solidFill>
                <a:latin typeface="Segoe UI"/>
                <a:ea typeface="Segoe UI"/>
                <a:cs typeface="Segoe UI"/>
              </a:defRPr>
            </a:defPPr>
            <a:lvl1pPr>
              <a:defRPr sz="2775" b="1">
                <a:solidFill>
                  <a:srgbClr val="20252A"/>
                </a:solidFill>
                <a:latin typeface="Segoe UI"/>
                <a:ea typeface="Segoe UI"/>
                <a:cs typeface="Segoe UI"/>
              </a:defRPr>
            </a:lvl1pPr>
            <a:lvl2pPr>
              <a:defRPr sz="2775" b="1">
                <a:solidFill>
                  <a:srgbClr val="20252A"/>
                </a:solidFill>
                <a:latin typeface="Segoe UI"/>
                <a:ea typeface="Segoe UI"/>
                <a:cs typeface="Segoe UI"/>
              </a:defRPr>
            </a:lvl2pPr>
            <a:lvl3pPr>
              <a:defRPr sz="2775" b="1">
                <a:solidFill>
                  <a:srgbClr val="20252A"/>
                </a:solidFill>
                <a:latin typeface="Segoe UI"/>
                <a:ea typeface="Segoe UI"/>
                <a:cs typeface="Segoe UI"/>
              </a:defRPr>
            </a:lvl3pPr>
            <a:lvl4pPr>
              <a:defRPr sz="2775" b="1">
                <a:solidFill>
                  <a:srgbClr val="20252A"/>
                </a:solidFill>
                <a:latin typeface="Segoe UI"/>
                <a:ea typeface="Segoe UI"/>
                <a:cs typeface="Segoe UI"/>
              </a:defRPr>
            </a:lvl4pPr>
            <a:lvl5pPr>
              <a:defRPr sz="2775" b="1">
                <a:solidFill>
                  <a:srgbClr val="20252A"/>
                </a:solidFill>
                <a:latin typeface="Segoe UI"/>
                <a:ea typeface="Segoe UI"/>
                <a:cs typeface="Segoe UI"/>
              </a:defRPr>
            </a:lvl5pPr>
            <a:lvl6pPr>
              <a:defRPr sz="2775" b="1">
                <a:solidFill>
                  <a:srgbClr val="20252A"/>
                </a:solidFill>
                <a:latin typeface="Segoe UI"/>
                <a:ea typeface="Segoe UI"/>
                <a:cs typeface="Segoe UI"/>
              </a:defRPr>
            </a:lvl6pPr>
            <a:lvl7pPr>
              <a:defRPr sz="2775" b="1">
                <a:solidFill>
                  <a:srgbClr val="20252A"/>
                </a:solidFill>
                <a:latin typeface="Segoe UI"/>
                <a:ea typeface="Segoe UI"/>
                <a:cs typeface="Segoe UI"/>
              </a:defRPr>
            </a:lvl7pPr>
            <a:lvl8pPr>
              <a:defRPr sz="2775" b="1">
                <a:solidFill>
                  <a:srgbClr val="20252A"/>
                </a:solidFill>
                <a:latin typeface="Segoe UI"/>
                <a:ea typeface="Segoe UI"/>
                <a:cs typeface="Segoe UI"/>
              </a:defRPr>
            </a:lvl8pPr>
            <a:lvl9pPr>
              <a:defRPr sz="2775" b="1">
                <a:solidFill>
                  <a:srgbClr val="20252A"/>
                </a:solidFill>
                <a:latin typeface="Segoe UI"/>
                <a:ea typeface="Segoe UI"/>
                <a:cs typeface="Segoe UI"/>
              </a:defRPr>
            </a:lvl9pPr>
          </a:lstStyle>
          <a:p xmlns:a="http://schemas.openxmlformats.org/drawingml/2006/main">
            <a:pPr>
              <a:defRPr sz="2775" b="1">
                <a:solidFill>
                  <a:srgbClr val="20252A"/>
                </a:solidFill>
                <a:latin typeface="Segoe UI"/>
                <a:ea typeface="Segoe UI"/>
                <a:cs typeface="Segoe UI"/>
              </a:defRPr>
            </a:pPr>
            <a:r>
              <a:rPr sz="2775" b="1">
                <a:solidFill>
                  <a:srgbClr val="20252A"/>
                </a:solidFill>
                <a:latin typeface="Segoe UI"/>
                <a:ea typeface="Segoe UI"/>
                <a:cs typeface="Segoe UI"/>
              </a:rPr>
              <a:t>Our real choice: cupcakes or traybake?</a:t>
            </a:r>
          </a:p>
        </p:txBody>
      </p:sp>
      <p:sp>
        <p:nvSpPr>
          <p:cNvPr id="5" name="text-4">
            <a:extLst xmlns:a="http://schemas.openxmlformats.org/drawingml/2006/main">
              <a:ext uri="{FF2B5EF4-FFF2-40B4-BE49-F238E27FC236}">
                <a16:creationId xmlns:a16="http://schemas.microsoft.com/office/drawing/2014/main" id="{35B42D87-5E06-41CD-BBE5-C382F4138606}"/>
              </a:ext>
            </a:extLst>
          </p:cNvPr>
          <p:cNvSpPr>
            <a:spLocks xmlns:a="http://schemas.openxmlformats.org/drawingml/2006/main" noGrp="1"/>
          </p:cNvSpPr>
          <p:nvPr/>
        </p:nvSpPr>
        <p:spPr>
          <a:xfrm xmlns:a="http://schemas.openxmlformats.org/drawingml/2006/main">
            <a:off x="609600" y="1876425"/>
            <a:ext cx="10858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0">
                <a:solidFill>
                  <a:srgbClr val="20252A"/>
                </a:solidFill>
                <a:latin typeface="Segoe UI"/>
                <a:ea typeface="Segoe UI"/>
                <a:cs typeface="Segoe UI"/>
              </a:defRPr>
            </a:defPPr>
            <a:lvl1pPr>
              <a:defRPr sz="1800" b="0">
                <a:solidFill>
                  <a:srgbClr val="20252A"/>
                </a:solidFill>
                <a:latin typeface="Segoe UI"/>
                <a:ea typeface="Segoe UI"/>
                <a:cs typeface="Segoe UI"/>
              </a:defRPr>
            </a:lvl1pPr>
            <a:lvl2pPr>
              <a:defRPr sz="1800" b="0">
                <a:solidFill>
                  <a:srgbClr val="20252A"/>
                </a:solidFill>
                <a:latin typeface="Segoe UI"/>
                <a:ea typeface="Segoe UI"/>
                <a:cs typeface="Segoe UI"/>
              </a:defRPr>
            </a:lvl2pPr>
            <a:lvl3pPr>
              <a:defRPr sz="1800" b="0">
                <a:solidFill>
                  <a:srgbClr val="20252A"/>
                </a:solidFill>
                <a:latin typeface="Segoe UI"/>
                <a:ea typeface="Segoe UI"/>
                <a:cs typeface="Segoe UI"/>
              </a:defRPr>
            </a:lvl3pPr>
            <a:lvl4pPr>
              <a:defRPr sz="1800" b="0">
                <a:solidFill>
                  <a:srgbClr val="20252A"/>
                </a:solidFill>
                <a:latin typeface="Segoe UI"/>
                <a:ea typeface="Segoe UI"/>
                <a:cs typeface="Segoe UI"/>
              </a:defRPr>
            </a:lvl4pPr>
            <a:lvl5pPr>
              <a:defRPr sz="1800" b="0">
                <a:solidFill>
                  <a:srgbClr val="20252A"/>
                </a:solidFill>
                <a:latin typeface="Segoe UI"/>
                <a:ea typeface="Segoe UI"/>
                <a:cs typeface="Segoe UI"/>
              </a:defRPr>
            </a:lvl5pPr>
            <a:lvl6pPr>
              <a:defRPr sz="1800" b="0">
                <a:solidFill>
                  <a:srgbClr val="20252A"/>
                </a:solidFill>
                <a:latin typeface="Segoe UI"/>
                <a:ea typeface="Segoe UI"/>
                <a:cs typeface="Segoe UI"/>
              </a:defRPr>
            </a:lvl6pPr>
            <a:lvl7pPr>
              <a:defRPr sz="1800" b="0">
                <a:solidFill>
                  <a:srgbClr val="20252A"/>
                </a:solidFill>
                <a:latin typeface="Segoe UI"/>
                <a:ea typeface="Segoe UI"/>
                <a:cs typeface="Segoe UI"/>
              </a:defRPr>
            </a:lvl7pPr>
            <a:lvl8pPr>
              <a:defRPr sz="1800" b="0">
                <a:solidFill>
                  <a:srgbClr val="20252A"/>
                </a:solidFill>
                <a:latin typeface="Segoe UI"/>
                <a:ea typeface="Segoe UI"/>
                <a:cs typeface="Segoe UI"/>
              </a:defRPr>
            </a:lvl8pPr>
            <a:lvl9pPr>
              <a:defRPr sz="1800" b="0">
                <a:solidFill>
                  <a:srgbClr val="20252A"/>
                </a:solidFill>
                <a:latin typeface="Segoe UI"/>
                <a:ea typeface="Segoe UI"/>
                <a:cs typeface="Segoe UI"/>
              </a:defRPr>
            </a:lvl9pPr>
          </a:lstStyle>
          <a:p xmlns:a="http://schemas.openxmlformats.org/drawingml/2006/main">
            <a:pPr>
              <a:defRPr sz="1800" b="0">
                <a:solidFill>
                  <a:srgbClr val="20252A"/>
                </a:solidFill>
                <a:latin typeface="Segoe UI"/>
                <a:ea typeface="Segoe UI"/>
                <a:cs typeface="Segoe UI"/>
              </a:defRPr>
            </a:pPr>
            <a:r>
              <a:rPr sz="1800" b="0">
                <a:solidFill>
                  <a:srgbClr val="20252A"/>
                </a:solidFill>
                <a:latin typeface="Segoe UI"/>
                <a:ea typeface="Segoe UI"/>
                <a:cs typeface="Segoe UI"/>
              </a:rPr>
              <a:t>Keep or change the factors.  1 = weak fit   2 = some fit   3 = strong fit</a:t>
            </a:r>
          </a:p>
        </p:txBody>
      </p:sp>
      <p:graphicFrame>
        <p:nvGraphicFramePr>
          <p:cNvPr id="6" name="">
            <a:extLst xmlns:a="http://schemas.openxmlformats.org/drawingml/2006/main">
              <a:ext uri="{FF2B5EF4-FFF2-40B4-BE49-F238E27FC236}">
                <a16:creationId xmlns:a16="http://schemas.microsoft.com/office/drawing/2014/main" id="{BA4231A1-3C7D-45BA-9219-0EFA2C668786}"/>
              </a:ext>
            </a:extLst>
          </p:cNvPr>
          <p:cNvGraphicFramePr/>
          <p:nvPr/>
        </p:nvGraphicFramePr>
        <p:xfrm>
          <a:off xmlns:a="http://schemas.openxmlformats.org/drawingml/2006/main" x="609600" y="2419350"/>
          <a:ext xmlns:a="http://schemas.openxmlformats.org/drawingml/2006/main" cx="6724650" cy="2857500"/>
        </p:xfrm>
        <a:graphic xmlns:a="http://schemas.openxmlformats.org/drawingml/2006/main">
          <a:graphicData uri="http://schemas.openxmlformats.org/drawingml/2006/table">
            <a:tbl>
              <a:tblPr/>
              <a:tblGrid>
                <a:gridCol w="3200400"/>
                <a:gridCol w="1762125"/>
                <a:gridCol w="1762125"/>
              </a:tblGrid>
              <a:tr h="476250">
                <a:tc>
                  <a:txBody>
                    <a:bodyPr/>
                    <a:lstStyle/>
                    <a:p>
                      <a:r>
                        <a:rPr sz="1875" b="1">
                          <a:solidFill>
                            <a:srgbClr val="20252A"/>
                          </a:solidFill>
                          <a:latin typeface="Segoe UI"/>
                          <a:ea typeface="Segoe UI"/>
                          <a:cs typeface="Segoe UI"/>
                        </a:rPr>
                        <a:t>Factor</a:t>
                      </a:r>
                    </a:p>
                  </a:txBody>
                  <a:tcPr marL="91440" marR="91440" marT="45720" marB="45720">
                    <a:lnL w="9525">
                      <a:solidFill>
                        <a:srgbClr val="CDD1D5"/>
                      </a:solidFill>
                      <a:prstDash val="solid"/>
                    </a:lnL>
                    <a:lnR w="9525">
                      <a:solidFill>
                        <a:srgbClr val="CDD1D5"/>
                      </a:solidFill>
                      <a:prstDash val="solid"/>
                    </a:lnR>
                    <a:lnT w="9525">
                      <a:solidFill>
                        <a:srgbClr val="CDD1D5"/>
                      </a:solidFill>
                      <a:prstDash val="solid"/>
                    </a:lnT>
                    <a:lnB w="9525">
                      <a:solidFill>
                        <a:srgbClr val="CDD1D5"/>
                      </a:solidFill>
                      <a:prstDash val="solid"/>
                    </a:lnB>
                    <a:solidFill>
                      <a:srgbClr val="E7E9EB"/>
                    </a:solidFill>
                  </a:tcPr>
                </a:tc>
                <a:tc>
                  <a:txBody>
                    <a:bodyPr/>
                    <a:lstStyle/>
                    <a:p>
                      <a:r>
                        <a:rPr sz="1875" b="1">
                          <a:solidFill>
                            <a:srgbClr val="20252A"/>
                          </a:solidFill>
                          <a:latin typeface="Segoe UI"/>
                          <a:ea typeface="Segoe UI"/>
                          <a:cs typeface="Segoe UI"/>
                        </a:rPr>
                        <a:t>Cupcakes</a:t>
                      </a:r>
                    </a:p>
                  </a:txBody>
                  <a:tcPr marL="91440" marR="91440" marT="45720" marB="45720">
                    <a:lnR w="9525">
                      <a:solidFill>
                        <a:srgbClr val="CDD1D5"/>
                      </a:solidFill>
                      <a:prstDash val="solid"/>
                    </a:lnR>
                    <a:lnT w="9525">
                      <a:solidFill>
                        <a:srgbClr val="CDD1D5"/>
                      </a:solidFill>
                      <a:prstDash val="solid"/>
                    </a:lnT>
                    <a:lnB w="9525">
                      <a:solidFill>
                        <a:srgbClr val="CDD1D5"/>
                      </a:solidFill>
                      <a:prstDash val="solid"/>
                    </a:lnB>
                    <a:solidFill>
                      <a:srgbClr val="E7E9EB"/>
                    </a:solidFill>
                  </a:tcPr>
                </a:tc>
                <a:tc>
                  <a:txBody>
                    <a:bodyPr/>
                    <a:lstStyle/>
                    <a:p>
                      <a:r>
                        <a:rPr sz="1875" b="1">
                          <a:solidFill>
                            <a:srgbClr val="20252A"/>
                          </a:solidFill>
                          <a:latin typeface="Segoe UI"/>
                          <a:ea typeface="Segoe UI"/>
                          <a:cs typeface="Segoe UI"/>
                        </a:rPr>
                        <a:t>Traybake</a:t>
                      </a:r>
                    </a:p>
                  </a:txBody>
                  <a:tcPr marL="91440" marR="91440" marT="45720" marB="45720">
                    <a:lnR w="9525">
                      <a:solidFill>
                        <a:srgbClr val="CDD1D5"/>
                      </a:solidFill>
                      <a:prstDash val="solid"/>
                    </a:lnR>
                    <a:lnT w="9525">
                      <a:solidFill>
                        <a:srgbClr val="CDD1D5"/>
                      </a:solidFill>
                      <a:prstDash val="solid"/>
                    </a:lnT>
                    <a:lnB w="9525">
                      <a:solidFill>
                        <a:srgbClr val="CDD1D5"/>
                      </a:solidFill>
                      <a:prstDash val="solid"/>
                    </a:lnB>
                    <a:solidFill>
                      <a:srgbClr val="E7E9EB"/>
                    </a:solidFill>
                  </a:tcPr>
                </a:tc>
              </a:tr>
              <a:tr h="476250">
                <a:tc>
                  <a:txBody>
                    <a:bodyPr/>
                    <a:lstStyle/>
                    <a:p>
                      <a:r>
                        <a:rPr sz="1875" b="0">
                          <a:solidFill>
                            <a:srgbClr val="20252A"/>
                          </a:solidFill>
                          <a:latin typeface="Segoe UI"/>
                          <a:ea typeface="Segoe UI"/>
                          <a:cs typeface="Segoe UI"/>
                        </a:rPr>
                        <a:t>Cost</a:t>
                      </a:r>
                    </a:p>
                  </a:txBody>
                  <a:tcPr marL="91440" marR="91440" marT="45720" marB="45720">
                    <a:lnL w="9525">
                      <a:solidFill>
                        <a:srgbClr val="CDD1D5"/>
                      </a:solidFill>
                      <a:prstDash val="solid"/>
                    </a:lnL>
                    <a:lnR w="9525">
                      <a:solidFill>
                        <a:srgbClr val="CDD1D5"/>
                      </a:solidFill>
                      <a:prstDash val="solid"/>
                    </a:lnR>
                    <a:lnB w="9525">
                      <a:solidFill>
                        <a:srgbClr val="CDD1D5"/>
                      </a:solidFill>
                      <a:prstDash val="solid"/>
                    </a:lnB>
                    <a:solidFill>
                      <a:srgbClr val="FFFFFF"/>
                    </a:solidFill>
                  </a:tcPr>
                </a:tc>
                <a:tc>
                  <a:txBody>
                    <a:bodyPr/>
                    <a:lstStyle/>
                    <a:p>
                      <a:r>
                        <a:rPr sz="1875" b="0">
                          <a:solidFill>
                            <a:srgbClr val="20252A"/>
                          </a:solidFill>
                          <a:latin typeface="Segoe UI"/>
                          <a:ea typeface="Segoe UI"/>
                          <a:cs typeface="Segoe UI"/>
                        </a:rPr>
                        <a:t/>
                      </a:r>
                    </a:p>
                  </a:txBody>
                  <a:tcPr marL="91440" marR="91440" marT="45720" marB="45720">
                    <a:lnR w="9525">
                      <a:solidFill>
                        <a:srgbClr val="CDD1D5"/>
                      </a:solidFill>
                      <a:prstDash val="solid"/>
                    </a:lnR>
                    <a:lnB w="9525">
                      <a:solidFill>
                        <a:srgbClr val="CDD1D5"/>
                      </a:solidFill>
                      <a:prstDash val="solid"/>
                    </a:lnB>
                    <a:solidFill>
                      <a:srgbClr val="FFFFFF"/>
                    </a:solidFill>
                  </a:tcPr>
                </a:tc>
                <a:tc>
                  <a:txBody>
                    <a:bodyPr/>
                    <a:lstStyle/>
                    <a:p>
                      <a:r>
                        <a:rPr sz="1875" b="0">
                          <a:solidFill>
                            <a:srgbClr val="20252A"/>
                          </a:solidFill>
                          <a:latin typeface="Segoe UI"/>
                          <a:ea typeface="Segoe UI"/>
                          <a:cs typeface="Segoe UI"/>
                        </a:rPr>
                        <a:t/>
                      </a:r>
                    </a:p>
                  </a:txBody>
                  <a:tcPr marL="91440" marR="91440" marT="45720" marB="45720">
                    <a:lnR w="9525">
                      <a:solidFill>
                        <a:srgbClr val="CDD1D5"/>
                      </a:solidFill>
                      <a:prstDash val="solid"/>
                    </a:lnR>
                    <a:lnB w="9525">
                      <a:solidFill>
                        <a:srgbClr val="CDD1D5"/>
                      </a:solidFill>
                      <a:prstDash val="solid"/>
                    </a:lnB>
                    <a:solidFill>
                      <a:srgbClr val="FFFFFF"/>
                    </a:solidFill>
                  </a:tcPr>
                </a:tc>
              </a:tr>
              <a:tr h="476250">
                <a:tc>
                  <a:txBody>
                    <a:bodyPr/>
                    <a:lstStyle/>
                    <a:p>
                      <a:r>
                        <a:rPr sz="1875" b="0">
                          <a:solidFill>
                            <a:srgbClr val="20252A"/>
                          </a:solidFill>
                          <a:latin typeface="Segoe UI"/>
                          <a:ea typeface="Segoe UI"/>
                          <a:cs typeface="Segoe UI"/>
                        </a:rPr>
                        <a:t>Time</a:t>
                      </a:r>
                    </a:p>
                  </a:txBody>
                  <a:tcPr marL="91440" marR="91440" marT="45720" marB="45720">
                    <a:lnL w="9525">
                      <a:solidFill>
                        <a:srgbClr val="CDD1D5"/>
                      </a:solidFill>
                      <a:prstDash val="solid"/>
                    </a:lnL>
                    <a:lnR w="9525">
                      <a:solidFill>
                        <a:srgbClr val="CDD1D5"/>
                      </a:solidFill>
                      <a:prstDash val="solid"/>
                    </a:lnR>
                    <a:lnB w="9525">
                      <a:solidFill>
                        <a:srgbClr val="CDD1D5"/>
                      </a:solidFill>
                      <a:prstDash val="solid"/>
                    </a:lnB>
                    <a:solidFill>
                      <a:srgbClr val="FFFFFF"/>
                    </a:solidFill>
                  </a:tcPr>
                </a:tc>
                <a:tc>
                  <a:txBody>
                    <a:bodyPr/>
                    <a:lstStyle/>
                    <a:p>
                      <a:r>
                        <a:rPr sz="1875" b="0">
                          <a:solidFill>
                            <a:srgbClr val="20252A"/>
                          </a:solidFill>
                          <a:latin typeface="Segoe UI"/>
                          <a:ea typeface="Segoe UI"/>
                          <a:cs typeface="Segoe UI"/>
                        </a:rPr>
                        <a:t/>
                      </a:r>
                    </a:p>
                  </a:txBody>
                  <a:tcPr marL="91440" marR="91440" marT="45720" marB="45720">
                    <a:lnR w="9525">
                      <a:solidFill>
                        <a:srgbClr val="CDD1D5"/>
                      </a:solidFill>
                      <a:prstDash val="solid"/>
                    </a:lnR>
                    <a:lnB w="9525">
                      <a:solidFill>
                        <a:srgbClr val="CDD1D5"/>
                      </a:solidFill>
                      <a:prstDash val="solid"/>
                    </a:lnB>
                    <a:solidFill>
                      <a:srgbClr val="FFFFFF"/>
                    </a:solidFill>
                  </a:tcPr>
                </a:tc>
                <a:tc>
                  <a:txBody>
                    <a:bodyPr/>
                    <a:lstStyle/>
                    <a:p>
                      <a:r>
                        <a:rPr sz="1875" b="0">
                          <a:solidFill>
                            <a:srgbClr val="20252A"/>
                          </a:solidFill>
                          <a:latin typeface="Segoe UI"/>
                          <a:ea typeface="Segoe UI"/>
                          <a:cs typeface="Segoe UI"/>
                        </a:rPr>
                        <a:t/>
                      </a:r>
                    </a:p>
                  </a:txBody>
                  <a:tcPr marL="91440" marR="91440" marT="45720" marB="45720">
                    <a:lnR w="9525">
                      <a:solidFill>
                        <a:srgbClr val="CDD1D5"/>
                      </a:solidFill>
                      <a:prstDash val="solid"/>
                    </a:lnR>
                    <a:lnB w="9525">
                      <a:solidFill>
                        <a:srgbClr val="CDD1D5"/>
                      </a:solidFill>
                      <a:prstDash val="solid"/>
                    </a:lnB>
                    <a:solidFill>
                      <a:srgbClr val="FFFFFF"/>
                    </a:solidFill>
                  </a:tcPr>
                </a:tc>
              </a:tr>
              <a:tr h="476250">
                <a:tc>
                  <a:txBody>
                    <a:bodyPr/>
                    <a:lstStyle/>
                    <a:p>
                      <a:r>
                        <a:rPr sz="1875" b="0">
                          <a:solidFill>
                            <a:srgbClr val="20252A"/>
                          </a:solidFill>
                          <a:latin typeface="Segoe UI"/>
                          <a:ea typeface="Segoe UI"/>
                          <a:cs typeface="Segoe UI"/>
                        </a:rPr>
                        <a:t>Easy portions</a:t>
                      </a:r>
                    </a:p>
                  </a:txBody>
                  <a:tcPr marL="91440" marR="91440" marT="45720" marB="45720">
                    <a:lnL w="9525">
                      <a:solidFill>
                        <a:srgbClr val="CDD1D5"/>
                      </a:solidFill>
                      <a:prstDash val="solid"/>
                    </a:lnL>
                    <a:lnR w="9525">
                      <a:solidFill>
                        <a:srgbClr val="CDD1D5"/>
                      </a:solidFill>
                      <a:prstDash val="solid"/>
                    </a:lnR>
                    <a:lnB w="9525">
                      <a:solidFill>
                        <a:srgbClr val="CDD1D5"/>
                      </a:solidFill>
                      <a:prstDash val="solid"/>
                    </a:lnB>
                    <a:solidFill>
                      <a:srgbClr val="FFFFFF"/>
                    </a:solidFill>
                  </a:tcPr>
                </a:tc>
                <a:tc>
                  <a:txBody>
                    <a:bodyPr/>
                    <a:lstStyle/>
                    <a:p>
                      <a:r>
                        <a:rPr sz="1875" b="0">
                          <a:solidFill>
                            <a:srgbClr val="20252A"/>
                          </a:solidFill>
                          <a:latin typeface="Segoe UI"/>
                          <a:ea typeface="Segoe UI"/>
                          <a:cs typeface="Segoe UI"/>
                        </a:rPr>
                        <a:t/>
                      </a:r>
                    </a:p>
                  </a:txBody>
                  <a:tcPr marL="91440" marR="91440" marT="45720" marB="45720">
                    <a:lnR w="9525">
                      <a:solidFill>
                        <a:srgbClr val="CDD1D5"/>
                      </a:solidFill>
                      <a:prstDash val="solid"/>
                    </a:lnR>
                    <a:lnB w="9525">
                      <a:solidFill>
                        <a:srgbClr val="CDD1D5"/>
                      </a:solidFill>
                      <a:prstDash val="solid"/>
                    </a:lnB>
                    <a:solidFill>
                      <a:srgbClr val="FFFFFF"/>
                    </a:solidFill>
                  </a:tcPr>
                </a:tc>
                <a:tc>
                  <a:txBody>
                    <a:bodyPr/>
                    <a:lstStyle/>
                    <a:p>
                      <a:r>
                        <a:rPr sz="1875" b="0">
                          <a:solidFill>
                            <a:srgbClr val="20252A"/>
                          </a:solidFill>
                          <a:latin typeface="Segoe UI"/>
                          <a:ea typeface="Segoe UI"/>
                          <a:cs typeface="Segoe UI"/>
                        </a:rPr>
                        <a:t/>
                      </a:r>
                    </a:p>
                  </a:txBody>
                  <a:tcPr marL="91440" marR="91440" marT="45720" marB="45720">
                    <a:lnR w="9525">
                      <a:solidFill>
                        <a:srgbClr val="CDD1D5"/>
                      </a:solidFill>
                      <a:prstDash val="solid"/>
                    </a:lnR>
                    <a:lnB w="9525">
                      <a:solidFill>
                        <a:srgbClr val="CDD1D5"/>
                      </a:solidFill>
                      <a:prstDash val="solid"/>
                    </a:lnB>
                    <a:solidFill>
                      <a:srgbClr val="FFFFFF"/>
                    </a:solidFill>
                  </a:tcPr>
                </a:tc>
              </a:tr>
              <a:tr h="476250">
                <a:tc>
                  <a:txBody>
                    <a:bodyPr/>
                    <a:lstStyle/>
                    <a:p>
                      <a:r>
                        <a:rPr sz="1875" b="0">
                          <a:solidFill>
                            <a:srgbClr val="20252A"/>
                          </a:solidFill>
                          <a:latin typeface="Segoe UI"/>
                          <a:ea typeface="Segoe UI"/>
                          <a:cs typeface="Segoe UI"/>
                        </a:rPr>
                        <a:t>Less packaging</a:t>
                      </a:r>
                    </a:p>
                  </a:txBody>
                  <a:tcPr marL="91440" marR="91440" marT="45720" marB="45720">
                    <a:lnL w="9525">
                      <a:solidFill>
                        <a:srgbClr val="CDD1D5"/>
                      </a:solidFill>
                      <a:prstDash val="solid"/>
                    </a:lnL>
                    <a:lnR w="9525">
                      <a:solidFill>
                        <a:srgbClr val="CDD1D5"/>
                      </a:solidFill>
                      <a:prstDash val="solid"/>
                    </a:lnR>
                    <a:lnB w="9525">
                      <a:solidFill>
                        <a:srgbClr val="CDD1D5"/>
                      </a:solidFill>
                      <a:prstDash val="solid"/>
                    </a:lnB>
                    <a:solidFill>
                      <a:srgbClr val="FFFFFF"/>
                    </a:solidFill>
                  </a:tcPr>
                </a:tc>
                <a:tc>
                  <a:txBody>
                    <a:bodyPr/>
                    <a:lstStyle/>
                    <a:p>
                      <a:r>
                        <a:rPr sz="1875" b="0">
                          <a:solidFill>
                            <a:srgbClr val="20252A"/>
                          </a:solidFill>
                          <a:latin typeface="Segoe UI"/>
                          <a:ea typeface="Segoe UI"/>
                          <a:cs typeface="Segoe UI"/>
                        </a:rPr>
                        <a:t/>
                      </a:r>
                    </a:p>
                  </a:txBody>
                  <a:tcPr marL="91440" marR="91440" marT="45720" marB="45720">
                    <a:lnR w="9525">
                      <a:solidFill>
                        <a:srgbClr val="CDD1D5"/>
                      </a:solidFill>
                      <a:prstDash val="solid"/>
                    </a:lnR>
                    <a:lnB w="9525">
                      <a:solidFill>
                        <a:srgbClr val="CDD1D5"/>
                      </a:solidFill>
                      <a:prstDash val="solid"/>
                    </a:lnB>
                    <a:solidFill>
                      <a:srgbClr val="FFFFFF"/>
                    </a:solidFill>
                  </a:tcPr>
                </a:tc>
                <a:tc>
                  <a:txBody>
                    <a:bodyPr/>
                    <a:lstStyle/>
                    <a:p>
                      <a:r>
                        <a:rPr sz="1875" b="0">
                          <a:solidFill>
                            <a:srgbClr val="20252A"/>
                          </a:solidFill>
                          <a:latin typeface="Segoe UI"/>
                          <a:ea typeface="Segoe UI"/>
                          <a:cs typeface="Segoe UI"/>
                        </a:rPr>
                        <a:t/>
                      </a:r>
                    </a:p>
                  </a:txBody>
                  <a:tcPr marL="91440" marR="91440" marT="45720" marB="45720">
                    <a:lnR w="9525">
                      <a:solidFill>
                        <a:srgbClr val="CDD1D5"/>
                      </a:solidFill>
                      <a:prstDash val="solid"/>
                    </a:lnR>
                    <a:lnB w="9525">
                      <a:solidFill>
                        <a:srgbClr val="CDD1D5"/>
                      </a:solidFill>
                      <a:prstDash val="solid"/>
                    </a:lnB>
                    <a:solidFill>
                      <a:srgbClr val="FFFFFF"/>
                    </a:solidFill>
                  </a:tcPr>
                </a:tc>
              </a:tr>
              <a:tr h="476250">
                <a:tc>
                  <a:txBody>
                    <a:bodyPr/>
                    <a:lstStyle/>
                    <a:p>
                      <a:r>
                        <a:rPr sz="1875" b="1">
                          <a:solidFill>
                            <a:srgbClr val="20252A"/>
                          </a:solidFill>
                          <a:latin typeface="Segoe UI"/>
                          <a:ea typeface="Segoe UI"/>
                          <a:cs typeface="Segoe UI"/>
                        </a:rPr>
                        <a:t>Total</a:t>
                      </a:r>
                    </a:p>
                  </a:txBody>
                  <a:tcPr marL="91440" marR="91440" marT="45720" marB="45720">
                    <a:lnL w="9525">
                      <a:solidFill>
                        <a:srgbClr val="CDD1D5"/>
                      </a:solidFill>
                      <a:prstDash val="solid"/>
                    </a:lnL>
                    <a:lnR w="9525">
                      <a:solidFill>
                        <a:srgbClr val="CDD1D5"/>
                      </a:solidFill>
                      <a:prstDash val="solid"/>
                    </a:lnR>
                    <a:lnB w="9525">
                      <a:solidFill>
                        <a:srgbClr val="CDD1D5"/>
                      </a:solidFill>
                      <a:prstDash val="solid"/>
                    </a:lnB>
                    <a:solidFill>
                      <a:srgbClr val="FFFFFF"/>
                    </a:solidFill>
                  </a:tcPr>
                </a:tc>
                <a:tc>
                  <a:txBody>
                    <a:bodyPr/>
                    <a:lstStyle/>
                    <a:p>
                      <a:r>
                        <a:rPr sz="1875" b="1">
                          <a:solidFill>
                            <a:srgbClr val="20252A"/>
                          </a:solidFill>
                          <a:latin typeface="Segoe UI"/>
                          <a:ea typeface="Segoe UI"/>
                          <a:cs typeface="Segoe UI"/>
                        </a:rPr>
                        <a:t/>
                      </a:r>
                    </a:p>
                  </a:txBody>
                  <a:tcPr marL="91440" marR="91440" marT="45720" marB="45720">
                    <a:lnR w="9525">
                      <a:solidFill>
                        <a:srgbClr val="CDD1D5"/>
                      </a:solidFill>
                      <a:prstDash val="solid"/>
                    </a:lnR>
                    <a:lnB w="9525">
                      <a:solidFill>
                        <a:srgbClr val="CDD1D5"/>
                      </a:solidFill>
                      <a:prstDash val="solid"/>
                    </a:lnB>
                    <a:solidFill>
                      <a:srgbClr val="FFFFFF"/>
                    </a:solidFill>
                  </a:tcPr>
                </a:tc>
                <a:tc>
                  <a:txBody>
                    <a:bodyPr/>
                    <a:lstStyle/>
                    <a:p>
                      <a:r>
                        <a:rPr sz="1875" b="1">
                          <a:solidFill>
                            <a:srgbClr val="20252A"/>
                          </a:solidFill>
                          <a:latin typeface="Segoe UI"/>
                          <a:ea typeface="Segoe UI"/>
                          <a:cs typeface="Segoe UI"/>
                        </a:rPr>
                        <a:t/>
                      </a:r>
                    </a:p>
                  </a:txBody>
                  <a:tcPr marL="91440" marR="91440" marT="45720" marB="45720">
                    <a:lnR w="9525">
                      <a:solidFill>
                        <a:srgbClr val="CDD1D5"/>
                      </a:solidFill>
                      <a:prstDash val="solid"/>
                    </a:lnR>
                    <a:lnB w="9525">
                      <a:solidFill>
                        <a:srgbClr val="CDD1D5"/>
                      </a:solidFill>
                      <a:prstDash val="solid"/>
                    </a:lnB>
                    <a:solidFill>
                      <a:srgbClr val="FFFFFF"/>
                    </a:solidFill>
                  </a:tcPr>
                </a:tc>
              </a:tr>
            </a:tbl>
          </a:graphicData>
        </a:graphic>
      </p:graphicFrame>
      <p:sp>
        <p:nvSpPr>
          <p:cNvPr id="7" name="text-5">
            <a:extLst xmlns:a="http://schemas.openxmlformats.org/drawingml/2006/main">
              <a:ext uri="{FF2B5EF4-FFF2-40B4-BE49-F238E27FC236}">
                <a16:creationId xmlns:a16="http://schemas.microsoft.com/office/drawing/2014/main" id="{A9135BED-E652-4F8A-B16A-57A292D84964}"/>
              </a:ext>
            </a:extLst>
          </p:cNvPr>
          <p:cNvSpPr>
            <a:spLocks xmlns:a="http://schemas.openxmlformats.org/drawingml/2006/main" noGrp="1"/>
          </p:cNvSpPr>
          <p:nvPr/>
        </p:nvSpPr>
        <p:spPr>
          <a:xfrm xmlns:a="http://schemas.openxmlformats.org/drawingml/2006/main">
            <a:off x="7848600" y="240030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725" b="1">
                <a:solidFill>
                  <a:srgbClr val="535B62"/>
                </a:solidFill>
                <a:latin typeface="Segoe UI"/>
                <a:ea typeface="Segoe UI"/>
                <a:cs typeface="Segoe UI"/>
              </a:defRPr>
            </a:defPPr>
            <a:lvl1pPr>
              <a:defRPr sz="1725" b="1">
                <a:solidFill>
                  <a:srgbClr val="535B62"/>
                </a:solidFill>
                <a:latin typeface="Segoe UI"/>
                <a:ea typeface="Segoe UI"/>
                <a:cs typeface="Segoe UI"/>
              </a:defRPr>
            </a:lvl1pPr>
            <a:lvl2pPr>
              <a:defRPr sz="1725" b="1">
                <a:solidFill>
                  <a:srgbClr val="535B62"/>
                </a:solidFill>
                <a:latin typeface="Segoe UI"/>
                <a:ea typeface="Segoe UI"/>
                <a:cs typeface="Segoe UI"/>
              </a:defRPr>
            </a:lvl2pPr>
            <a:lvl3pPr>
              <a:defRPr sz="1725" b="1">
                <a:solidFill>
                  <a:srgbClr val="535B62"/>
                </a:solidFill>
                <a:latin typeface="Segoe UI"/>
                <a:ea typeface="Segoe UI"/>
                <a:cs typeface="Segoe UI"/>
              </a:defRPr>
            </a:lvl3pPr>
            <a:lvl4pPr>
              <a:defRPr sz="1725" b="1">
                <a:solidFill>
                  <a:srgbClr val="535B62"/>
                </a:solidFill>
                <a:latin typeface="Segoe UI"/>
                <a:ea typeface="Segoe UI"/>
                <a:cs typeface="Segoe UI"/>
              </a:defRPr>
            </a:lvl4pPr>
            <a:lvl5pPr>
              <a:defRPr sz="1725" b="1">
                <a:solidFill>
                  <a:srgbClr val="535B62"/>
                </a:solidFill>
                <a:latin typeface="Segoe UI"/>
                <a:ea typeface="Segoe UI"/>
                <a:cs typeface="Segoe UI"/>
              </a:defRPr>
            </a:lvl5pPr>
            <a:lvl6pPr>
              <a:defRPr sz="1725" b="1">
                <a:solidFill>
                  <a:srgbClr val="535B62"/>
                </a:solidFill>
                <a:latin typeface="Segoe UI"/>
                <a:ea typeface="Segoe UI"/>
                <a:cs typeface="Segoe UI"/>
              </a:defRPr>
            </a:lvl6pPr>
            <a:lvl7pPr>
              <a:defRPr sz="1725" b="1">
                <a:solidFill>
                  <a:srgbClr val="535B62"/>
                </a:solidFill>
                <a:latin typeface="Segoe UI"/>
                <a:ea typeface="Segoe UI"/>
                <a:cs typeface="Segoe UI"/>
              </a:defRPr>
            </a:lvl7pPr>
            <a:lvl8pPr>
              <a:defRPr sz="1725" b="1">
                <a:solidFill>
                  <a:srgbClr val="535B62"/>
                </a:solidFill>
                <a:latin typeface="Segoe UI"/>
                <a:ea typeface="Segoe UI"/>
                <a:cs typeface="Segoe UI"/>
              </a:defRPr>
            </a:lvl8pPr>
            <a:lvl9pPr>
              <a:defRPr sz="1725" b="1">
                <a:solidFill>
                  <a:srgbClr val="535B62"/>
                </a:solidFill>
                <a:latin typeface="Segoe UI"/>
                <a:ea typeface="Segoe UI"/>
                <a:cs typeface="Segoe UI"/>
              </a:defRPr>
            </a:lvl9pPr>
          </a:lstStyle>
          <a:p xmlns:a="http://schemas.openxmlformats.org/drawingml/2006/main">
            <a:pPr>
              <a:defRPr sz="1725" b="1">
                <a:solidFill>
                  <a:srgbClr val="535B62"/>
                </a:solidFill>
                <a:latin typeface="Segoe UI"/>
                <a:ea typeface="Segoe UI"/>
                <a:cs typeface="Segoe UI"/>
              </a:defRPr>
            </a:pPr>
            <a:r>
              <a:rPr sz="1725" b="1">
                <a:solidFill>
                  <a:srgbClr val="535B62"/>
                </a:solidFill>
                <a:latin typeface="Segoe UI"/>
                <a:ea typeface="Segoe UI"/>
                <a:cs typeface="Segoe UI"/>
              </a:rPr>
              <a:t>HINGE QUESTION</a:t>
            </a:r>
          </a:p>
        </p:txBody>
      </p:sp>
      <p:sp>
        <p:nvSpPr>
          <p:cNvPr id="8" name="text-6">
            <a:extLst xmlns:a="http://schemas.openxmlformats.org/drawingml/2006/main">
              <a:ext uri="{FF2B5EF4-FFF2-40B4-BE49-F238E27FC236}">
                <a16:creationId xmlns:a16="http://schemas.microsoft.com/office/drawing/2014/main" id="{2281F6B7-8CAF-49AE-997F-314FECEF1E1E}"/>
              </a:ext>
            </a:extLst>
          </p:cNvPr>
          <p:cNvSpPr>
            <a:spLocks xmlns:a="http://schemas.openxmlformats.org/drawingml/2006/main" noGrp="1"/>
          </p:cNvSpPr>
          <p:nvPr/>
        </p:nvSpPr>
        <p:spPr>
          <a:xfrm xmlns:a="http://schemas.openxmlformats.org/drawingml/2006/main">
            <a:off x="7848600" y="2857500"/>
            <a:ext cx="37147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Which is a decision target?</a:t>
            </a:r>
          </a:p>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Which is a task?</a:t>
            </a:r>
          </a:p>
        </p:txBody>
      </p:sp>
      <p:sp>
        <p:nvSpPr>
          <p:cNvPr id="9" name="text-7">
            <a:extLst xmlns:a="http://schemas.openxmlformats.org/drawingml/2006/main">
              <a:ext uri="{FF2B5EF4-FFF2-40B4-BE49-F238E27FC236}">
                <a16:creationId xmlns:a16="http://schemas.microsoft.com/office/drawing/2014/main" id="{9D6C43D1-435D-4264-B5EE-AE6075A2D95E}"/>
              </a:ext>
            </a:extLst>
          </p:cNvPr>
          <p:cNvSpPr>
            <a:spLocks xmlns:a="http://schemas.openxmlformats.org/drawingml/2006/main" noGrp="1"/>
          </p:cNvSpPr>
          <p:nvPr/>
        </p:nvSpPr>
        <p:spPr>
          <a:xfrm xmlns:a="http://schemas.openxmlformats.org/drawingml/2006/main">
            <a:off x="7848600" y="3800475"/>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20252A"/>
                </a:solidFill>
                <a:latin typeface="Segoe UI"/>
                <a:ea typeface="Segoe UI"/>
                <a:cs typeface="Segoe UI"/>
              </a:defRPr>
            </a:defPPr>
            <a:lvl1pPr>
              <a:defRPr sz="2100" b="0">
                <a:solidFill>
                  <a:srgbClr val="20252A"/>
                </a:solidFill>
                <a:latin typeface="Segoe UI"/>
                <a:ea typeface="Segoe UI"/>
                <a:cs typeface="Segoe UI"/>
              </a:defRPr>
            </a:lvl1pPr>
            <a:lvl2pPr>
              <a:defRPr sz="2100" b="0">
                <a:solidFill>
                  <a:srgbClr val="20252A"/>
                </a:solidFill>
                <a:latin typeface="Segoe UI"/>
                <a:ea typeface="Segoe UI"/>
                <a:cs typeface="Segoe UI"/>
              </a:defRPr>
            </a:lvl2pPr>
            <a:lvl3pPr>
              <a:defRPr sz="2100" b="0">
                <a:solidFill>
                  <a:srgbClr val="20252A"/>
                </a:solidFill>
                <a:latin typeface="Segoe UI"/>
                <a:ea typeface="Segoe UI"/>
                <a:cs typeface="Segoe UI"/>
              </a:defRPr>
            </a:lvl3pPr>
            <a:lvl4pPr>
              <a:defRPr sz="2100" b="0">
                <a:solidFill>
                  <a:srgbClr val="20252A"/>
                </a:solidFill>
                <a:latin typeface="Segoe UI"/>
                <a:ea typeface="Segoe UI"/>
                <a:cs typeface="Segoe UI"/>
              </a:defRPr>
            </a:lvl4pPr>
            <a:lvl5pPr>
              <a:defRPr sz="2100" b="0">
                <a:solidFill>
                  <a:srgbClr val="20252A"/>
                </a:solidFill>
                <a:latin typeface="Segoe UI"/>
                <a:ea typeface="Segoe UI"/>
                <a:cs typeface="Segoe UI"/>
              </a:defRPr>
            </a:lvl5pPr>
            <a:lvl6pPr>
              <a:defRPr sz="2100" b="0">
                <a:solidFill>
                  <a:srgbClr val="20252A"/>
                </a:solidFill>
                <a:latin typeface="Segoe UI"/>
                <a:ea typeface="Segoe UI"/>
                <a:cs typeface="Segoe UI"/>
              </a:defRPr>
            </a:lvl6pPr>
            <a:lvl7pPr>
              <a:defRPr sz="2100" b="0">
                <a:solidFill>
                  <a:srgbClr val="20252A"/>
                </a:solidFill>
                <a:latin typeface="Segoe UI"/>
                <a:ea typeface="Segoe UI"/>
                <a:cs typeface="Segoe UI"/>
              </a:defRPr>
            </a:lvl7pPr>
            <a:lvl8pPr>
              <a:defRPr sz="2100" b="0">
                <a:solidFill>
                  <a:srgbClr val="20252A"/>
                </a:solidFill>
                <a:latin typeface="Segoe UI"/>
                <a:ea typeface="Segoe UI"/>
                <a:cs typeface="Segoe UI"/>
              </a:defRPr>
            </a:lvl8pPr>
            <a:lvl9pPr>
              <a:defRPr sz="2100" b="0">
                <a:solidFill>
                  <a:srgbClr val="20252A"/>
                </a:solidFill>
                <a:latin typeface="Segoe UI"/>
                <a:ea typeface="Segoe UI"/>
                <a:cs typeface="Segoe UI"/>
              </a:defRPr>
            </a:lvl9pPr>
          </a:lstStyle>
          <a:p xmlns:a="http://schemas.openxmlformats.org/drawingml/2006/main">
            <a:pPr>
              <a:defRPr sz="2100" b="0">
                <a:solidFill>
                  <a:srgbClr val="20252A"/>
                </a:solidFill>
                <a:latin typeface="Segoe UI"/>
                <a:ea typeface="Segoe UI"/>
                <a:cs typeface="Segoe UI"/>
              </a:defRPr>
            </a:pPr>
            <a:r>
              <a:rPr sz="2100" b="0">
                <a:solidFill>
                  <a:srgbClr val="20252A"/>
                </a:solidFill>
                <a:latin typeface="Segoe UI"/>
                <a:ea typeface="Segoe UI"/>
                <a:cs typeface="Segoe UI"/>
              </a:rPr>
              <a:t>A  Bake cakes.</a:t>
            </a:r>
          </a:p>
        </p:txBody>
      </p:sp>
      <p:sp>
        <p:nvSpPr>
          <p:cNvPr id="10" name="text-8">
            <a:extLst xmlns:a="http://schemas.openxmlformats.org/drawingml/2006/main">
              <a:ext uri="{FF2B5EF4-FFF2-40B4-BE49-F238E27FC236}">
                <a16:creationId xmlns:a16="http://schemas.microsoft.com/office/drawing/2014/main" id="{627FBBCC-34F8-48B7-9D0D-49DC12AC2836}"/>
              </a:ext>
            </a:extLst>
          </p:cNvPr>
          <p:cNvSpPr>
            <a:spLocks xmlns:a="http://schemas.openxmlformats.org/drawingml/2006/main" noGrp="1"/>
          </p:cNvSpPr>
          <p:nvPr/>
        </p:nvSpPr>
        <p:spPr>
          <a:xfrm xmlns:a="http://schemas.openxmlformats.org/drawingml/2006/main">
            <a:off x="7848600" y="4362450"/>
            <a:ext cx="3714750"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20252A"/>
                </a:solidFill>
                <a:latin typeface="Segoe UI"/>
                <a:ea typeface="Segoe UI"/>
                <a:cs typeface="Segoe UI"/>
              </a:defRPr>
            </a:defPPr>
            <a:lvl1pPr>
              <a:defRPr sz="2100" b="0">
                <a:solidFill>
                  <a:srgbClr val="20252A"/>
                </a:solidFill>
                <a:latin typeface="Segoe UI"/>
                <a:ea typeface="Segoe UI"/>
                <a:cs typeface="Segoe UI"/>
              </a:defRPr>
            </a:lvl1pPr>
            <a:lvl2pPr>
              <a:defRPr sz="2100" b="0">
                <a:solidFill>
                  <a:srgbClr val="20252A"/>
                </a:solidFill>
                <a:latin typeface="Segoe UI"/>
                <a:ea typeface="Segoe UI"/>
                <a:cs typeface="Segoe UI"/>
              </a:defRPr>
            </a:lvl2pPr>
            <a:lvl3pPr>
              <a:defRPr sz="2100" b="0">
                <a:solidFill>
                  <a:srgbClr val="20252A"/>
                </a:solidFill>
                <a:latin typeface="Segoe UI"/>
                <a:ea typeface="Segoe UI"/>
                <a:cs typeface="Segoe UI"/>
              </a:defRPr>
            </a:lvl3pPr>
            <a:lvl4pPr>
              <a:defRPr sz="2100" b="0">
                <a:solidFill>
                  <a:srgbClr val="20252A"/>
                </a:solidFill>
                <a:latin typeface="Segoe UI"/>
                <a:ea typeface="Segoe UI"/>
                <a:cs typeface="Segoe UI"/>
              </a:defRPr>
            </a:lvl4pPr>
            <a:lvl5pPr>
              <a:defRPr sz="2100" b="0">
                <a:solidFill>
                  <a:srgbClr val="20252A"/>
                </a:solidFill>
                <a:latin typeface="Segoe UI"/>
                <a:ea typeface="Segoe UI"/>
                <a:cs typeface="Segoe UI"/>
              </a:defRPr>
            </a:lvl5pPr>
            <a:lvl6pPr>
              <a:defRPr sz="2100" b="0">
                <a:solidFill>
                  <a:srgbClr val="20252A"/>
                </a:solidFill>
                <a:latin typeface="Segoe UI"/>
                <a:ea typeface="Segoe UI"/>
                <a:cs typeface="Segoe UI"/>
              </a:defRPr>
            </a:lvl6pPr>
            <a:lvl7pPr>
              <a:defRPr sz="2100" b="0">
                <a:solidFill>
                  <a:srgbClr val="20252A"/>
                </a:solidFill>
                <a:latin typeface="Segoe UI"/>
                <a:ea typeface="Segoe UI"/>
                <a:cs typeface="Segoe UI"/>
              </a:defRPr>
            </a:lvl7pPr>
            <a:lvl8pPr>
              <a:defRPr sz="2100" b="0">
                <a:solidFill>
                  <a:srgbClr val="20252A"/>
                </a:solidFill>
                <a:latin typeface="Segoe UI"/>
                <a:ea typeface="Segoe UI"/>
                <a:cs typeface="Segoe UI"/>
              </a:defRPr>
            </a:lvl8pPr>
            <a:lvl9pPr>
              <a:defRPr sz="2100" b="0">
                <a:solidFill>
                  <a:srgbClr val="20252A"/>
                </a:solidFill>
                <a:latin typeface="Segoe UI"/>
                <a:ea typeface="Segoe UI"/>
                <a:cs typeface="Segoe UI"/>
              </a:defRPr>
            </a:lvl9pPr>
          </a:lstStyle>
          <a:p xmlns:a="http://schemas.openxmlformats.org/drawingml/2006/main">
            <a:pPr>
              <a:defRPr sz="2100" b="0">
                <a:solidFill>
                  <a:srgbClr val="20252A"/>
                </a:solidFill>
                <a:latin typeface="Segoe UI"/>
                <a:ea typeface="Segoe UI"/>
                <a:cs typeface="Segoe UI"/>
              </a:defRPr>
            </a:pPr>
            <a:r>
              <a:rPr sz="2100" b="0">
                <a:solidFill>
                  <a:srgbClr val="20252A"/>
                </a:solidFill>
                <a:latin typeface="Segoe UI"/>
                <a:ea typeface="Segoe UI"/>
                <a:cs typeface="Segoe UI"/>
              </a:rPr>
              <a:t>B  By [date], use a scorecard to choose between two cake types.</a:t>
            </a:r>
          </a:p>
        </p:txBody>
      </p:sp>
      <p:sp>
        <p:nvSpPr>
          <p:cNvPr id="11" name="text-9">
            <a:extLst xmlns:a="http://schemas.openxmlformats.org/drawingml/2006/main">
              <a:ext uri="{FF2B5EF4-FFF2-40B4-BE49-F238E27FC236}">
                <a16:creationId xmlns:a16="http://schemas.microsoft.com/office/drawing/2014/main" id="{1B5F724A-385E-4D7C-B4CC-B40542205925}"/>
              </a:ext>
            </a:extLst>
          </p:cNvPr>
          <p:cNvSpPr>
            <a:spLocks xmlns:a="http://schemas.openxmlformats.org/drawingml/2006/main" noGrp="1"/>
          </p:cNvSpPr>
          <p:nvPr/>
        </p:nvSpPr>
        <p:spPr>
          <a:xfrm xmlns:a="http://schemas.openxmlformats.org/drawingml/2006/main">
            <a:off x="609600" y="578167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I score __ because __. We choose __. We used __.</a:t>
            </a:r>
          </a:p>
        </p:txBody>
      </p:sp>
    </p:spTree>
    <p:extLst>
      <p:ext uri="{BB962C8B-B14F-4D97-AF65-F5344CB8AC3E}">
        <p14:creationId xmlns:p14="http://schemas.microsoft.com/office/powerpoint/2010/main" val="1995431340"/>
      </p:ext>
    </p:extLst>
  </p:cSld>
</p:sld>
</file>

<file path=ppt/slides/slide7.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15" name="heading-0">
            <a:extLst xmlns:a="http://schemas.openxmlformats.org/drawingml/2006/main">
              <a:ext uri="{FF2B5EF4-FFF2-40B4-BE49-F238E27FC236}">
                <a16:creationId xmlns:a16="http://schemas.microsoft.com/office/drawing/2014/main" id="{81DD8F26-8310-405B-8A41-5C5F36DFC0D7}"/>
              </a:ext>
            </a:extLst>
          </p:cNvPr>
          <p:cNvSpPr>
            <a:spLocks xmlns:a="http://schemas.openxmlformats.org/drawingml/2006/main" noGrp="1"/>
          </p:cNvSpPr>
          <p:nvPr/>
        </p:nvSpPr>
        <p:spPr>
          <a:xfrm xmlns:a="http://schemas.openxmlformats.org/drawingml/2006/main">
            <a:off x="609600" y="40005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20252A"/>
                </a:solidFill>
                <a:latin typeface="Segoe UI"/>
                <a:ea typeface="Segoe UI"/>
                <a:cs typeface="Segoe UI"/>
              </a:defRPr>
            </a:defPPr>
            <a:lvl1pPr>
              <a:defRPr sz="3300" b="1">
                <a:solidFill>
                  <a:srgbClr val="20252A"/>
                </a:solidFill>
                <a:latin typeface="Segoe UI"/>
                <a:ea typeface="Segoe UI"/>
                <a:cs typeface="Segoe UI"/>
              </a:defRPr>
            </a:lvl1pPr>
            <a:lvl2pPr>
              <a:defRPr sz="3300" b="1">
                <a:solidFill>
                  <a:srgbClr val="20252A"/>
                </a:solidFill>
                <a:latin typeface="Segoe UI"/>
                <a:ea typeface="Segoe UI"/>
                <a:cs typeface="Segoe UI"/>
              </a:defRPr>
            </a:lvl2pPr>
            <a:lvl3pPr>
              <a:defRPr sz="3300" b="1">
                <a:solidFill>
                  <a:srgbClr val="20252A"/>
                </a:solidFill>
                <a:latin typeface="Segoe UI"/>
                <a:ea typeface="Segoe UI"/>
                <a:cs typeface="Segoe UI"/>
              </a:defRPr>
            </a:lvl3pPr>
            <a:lvl4pPr>
              <a:defRPr sz="3300" b="1">
                <a:solidFill>
                  <a:srgbClr val="20252A"/>
                </a:solidFill>
                <a:latin typeface="Segoe UI"/>
                <a:ea typeface="Segoe UI"/>
                <a:cs typeface="Segoe UI"/>
              </a:defRPr>
            </a:lvl4pPr>
            <a:lvl5pPr>
              <a:defRPr sz="3300" b="1">
                <a:solidFill>
                  <a:srgbClr val="20252A"/>
                </a:solidFill>
                <a:latin typeface="Segoe UI"/>
                <a:ea typeface="Segoe UI"/>
                <a:cs typeface="Segoe UI"/>
              </a:defRPr>
            </a:lvl5pPr>
            <a:lvl6pPr>
              <a:defRPr sz="3300" b="1">
                <a:solidFill>
                  <a:srgbClr val="20252A"/>
                </a:solidFill>
                <a:latin typeface="Segoe UI"/>
                <a:ea typeface="Segoe UI"/>
                <a:cs typeface="Segoe UI"/>
              </a:defRPr>
            </a:lvl6pPr>
            <a:lvl7pPr>
              <a:defRPr sz="3300" b="1">
                <a:solidFill>
                  <a:srgbClr val="20252A"/>
                </a:solidFill>
                <a:latin typeface="Segoe UI"/>
                <a:ea typeface="Segoe UI"/>
                <a:cs typeface="Segoe UI"/>
              </a:defRPr>
            </a:lvl7pPr>
            <a:lvl8pPr>
              <a:defRPr sz="3300" b="1">
                <a:solidFill>
                  <a:srgbClr val="20252A"/>
                </a:solidFill>
                <a:latin typeface="Segoe UI"/>
                <a:ea typeface="Segoe UI"/>
                <a:cs typeface="Segoe UI"/>
              </a:defRPr>
            </a:lvl8pPr>
            <a:lvl9pPr>
              <a:defRPr sz="3300" b="1">
                <a:solidFill>
                  <a:srgbClr val="20252A"/>
                </a:solidFill>
                <a:latin typeface="Segoe UI"/>
                <a:ea typeface="Segoe UI"/>
                <a:cs typeface="Segoe UI"/>
              </a:defRPr>
            </a:lvl9pPr>
          </a:lstStyle>
          <a:p xmlns:a="http://schemas.openxmlformats.org/drawingml/2006/main">
            <a:pPr>
              <a:defRPr sz="3300" b="1">
                <a:solidFill>
                  <a:srgbClr val="20252A"/>
                </a:solidFill>
                <a:latin typeface="Segoe UI"/>
                <a:ea typeface="Segoe UI"/>
                <a:cs typeface="Segoe UI"/>
              </a:defRPr>
            </a:pPr>
            <a:r>
              <a:rPr sz="3300" b="1">
                <a:solidFill>
                  <a:srgbClr val="20252A"/>
                </a:solidFill>
                <a:latin typeface="Segoe UI"/>
                <a:ea typeface="Segoe UI"/>
                <a:cs typeface="Segoe UI"/>
              </a:rPr>
              <a:t>YOU DO — in your book</a:t>
            </a:r>
          </a:p>
        </p:txBody>
      </p:sp>
      <p:sp>
        <p:nvSpPr>
          <p:cNvPr id="2" name="footer-1">
            <a:extLst xmlns:a="http://schemas.openxmlformats.org/drawingml/2006/main">
              <a:ext uri="{FF2B5EF4-FFF2-40B4-BE49-F238E27FC236}">
                <a16:creationId xmlns:a16="http://schemas.microsoft.com/office/drawing/2014/main" id="{E8B32715-E85D-471E-941A-82BB84C49DB4}"/>
              </a:ext>
            </a:extLst>
          </p:cNvPr>
          <p:cNvSpPr>
            <a:spLocks xmlns:a="http://schemas.openxmlformats.org/drawingml/2006/main" noGrp="1"/>
          </p:cNvSpPr>
          <p:nvPr/>
        </p:nvSpPr>
        <p:spPr>
          <a:xfrm xmlns:a="http://schemas.openxmlformats.org/drawingml/2006/main">
            <a:off x="609600" y="6496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COMM-GROW-A1-W05</a:t>
            </a:r>
          </a:p>
        </p:txBody>
      </p:sp>
      <p:sp>
        <p:nvSpPr>
          <p:cNvPr id="3" name="footer-2">
            <a:extLst xmlns:a="http://schemas.openxmlformats.org/drawingml/2006/main">
              <a:ext uri="{FF2B5EF4-FFF2-40B4-BE49-F238E27FC236}">
                <a16:creationId xmlns:a16="http://schemas.microsoft.com/office/drawing/2014/main" id="{7F9A8C98-61F2-4374-8190-3BB1ABA3DAAB}"/>
              </a:ext>
            </a:extLst>
          </p:cNvPr>
          <p:cNvSpPr>
            <a:spLocks xmlns:a="http://schemas.openxmlformats.org/drawingml/2006/main" noGrp="1"/>
          </p:cNvSpPr>
          <p:nvPr/>
        </p:nvSpPr>
        <p:spPr>
          <a:xfrm xmlns:a="http://schemas.openxmlformats.org/drawingml/2006/main">
            <a:off x="9525000" y="6496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7 / 12  ·  5 min</a:t>
            </a:r>
          </a:p>
        </p:txBody>
      </p:sp>
      <p:sp>
        <p:nvSpPr>
          <p:cNvPr id="4" name="text-3">
            <a:extLst xmlns:a="http://schemas.openxmlformats.org/drawingml/2006/main">
              <a:ext uri="{FF2B5EF4-FFF2-40B4-BE49-F238E27FC236}">
                <a16:creationId xmlns:a16="http://schemas.microsoft.com/office/drawing/2014/main" id="{B916D21C-86C7-48FA-9BDA-7A15AC482747}"/>
              </a:ext>
            </a:extLst>
          </p:cNvPr>
          <p:cNvSpPr>
            <a:spLocks xmlns:a="http://schemas.openxmlformats.org/drawingml/2006/main" noGrp="1"/>
          </p:cNvSpPr>
          <p:nvPr/>
        </p:nvSpPr>
        <p:spPr>
          <a:xfrm xmlns:a="http://schemas.openxmlformats.org/drawingml/2006/main">
            <a:off x="609600" y="1276350"/>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550" b="1">
                <a:solidFill>
                  <a:srgbClr val="20252A"/>
                </a:solidFill>
                <a:latin typeface="Segoe UI"/>
                <a:ea typeface="Segoe UI"/>
                <a:cs typeface="Segoe UI"/>
              </a:defRPr>
            </a:defPPr>
            <a:lvl1pPr>
              <a:defRPr sz="2550" b="1">
                <a:solidFill>
                  <a:srgbClr val="20252A"/>
                </a:solidFill>
                <a:latin typeface="Segoe UI"/>
                <a:ea typeface="Segoe UI"/>
                <a:cs typeface="Segoe UI"/>
              </a:defRPr>
            </a:lvl1pPr>
            <a:lvl2pPr>
              <a:defRPr sz="2550" b="1">
                <a:solidFill>
                  <a:srgbClr val="20252A"/>
                </a:solidFill>
                <a:latin typeface="Segoe UI"/>
                <a:ea typeface="Segoe UI"/>
                <a:cs typeface="Segoe UI"/>
              </a:defRPr>
            </a:lvl2pPr>
            <a:lvl3pPr>
              <a:defRPr sz="2550" b="1">
                <a:solidFill>
                  <a:srgbClr val="20252A"/>
                </a:solidFill>
                <a:latin typeface="Segoe UI"/>
                <a:ea typeface="Segoe UI"/>
                <a:cs typeface="Segoe UI"/>
              </a:defRPr>
            </a:lvl3pPr>
            <a:lvl4pPr>
              <a:defRPr sz="2550" b="1">
                <a:solidFill>
                  <a:srgbClr val="20252A"/>
                </a:solidFill>
                <a:latin typeface="Segoe UI"/>
                <a:ea typeface="Segoe UI"/>
                <a:cs typeface="Segoe UI"/>
              </a:defRPr>
            </a:lvl4pPr>
            <a:lvl5pPr>
              <a:defRPr sz="2550" b="1">
                <a:solidFill>
                  <a:srgbClr val="20252A"/>
                </a:solidFill>
                <a:latin typeface="Segoe UI"/>
                <a:ea typeface="Segoe UI"/>
                <a:cs typeface="Segoe UI"/>
              </a:defRPr>
            </a:lvl5pPr>
            <a:lvl6pPr>
              <a:defRPr sz="2550" b="1">
                <a:solidFill>
                  <a:srgbClr val="20252A"/>
                </a:solidFill>
                <a:latin typeface="Segoe UI"/>
                <a:ea typeface="Segoe UI"/>
                <a:cs typeface="Segoe UI"/>
              </a:defRPr>
            </a:lvl6pPr>
            <a:lvl7pPr>
              <a:defRPr sz="2550" b="1">
                <a:solidFill>
                  <a:srgbClr val="20252A"/>
                </a:solidFill>
                <a:latin typeface="Segoe UI"/>
                <a:ea typeface="Segoe UI"/>
                <a:cs typeface="Segoe UI"/>
              </a:defRPr>
            </a:lvl7pPr>
            <a:lvl8pPr>
              <a:defRPr sz="2550" b="1">
                <a:solidFill>
                  <a:srgbClr val="20252A"/>
                </a:solidFill>
                <a:latin typeface="Segoe UI"/>
                <a:ea typeface="Segoe UI"/>
                <a:cs typeface="Segoe UI"/>
              </a:defRPr>
            </a:lvl8pPr>
            <a:lvl9pPr>
              <a:defRPr sz="2550" b="1">
                <a:solidFill>
                  <a:srgbClr val="20252A"/>
                </a:solidFill>
                <a:latin typeface="Segoe UI"/>
                <a:ea typeface="Segoe UI"/>
                <a:cs typeface="Segoe UI"/>
              </a:defRPr>
            </a:lvl9pPr>
          </a:lstStyle>
          <a:p xmlns:a="http://schemas.openxmlformats.org/drawingml/2006/main">
            <a:pPr>
              <a:defRPr sz="2550" b="1">
                <a:solidFill>
                  <a:srgbClr val="20252A"/>
                </a:solidFill>
                <a:latin typeface="Segoe UI"/>
                <a:ea typeface="Segoe UI"/>
                <a:cs typeface="Segoe UI"/>
              </a:defRPr>
            </a:pPr>
            <a:r>
              <a:rPr sz="2550" b="1">
                <a:solidFill>
                  <a:srgbClr val="20252A"/>
                </a:solidFill>
                <a:latin typeface="Segoe UI"/>
                <a:ea typeface="Segoe UI"/>
                <a:cs typeface="Segoe UI"/>
              </a:rPr>
              <a:t>Choose two of your own L2-E2 decisions.</a:t>
            </a:r>
          </a:p>
        </p:txBody>
      </p:sp>
      <p:sp>
        <p:nvSpPr>
          <p:cNvPr id="5" name="text-4">
            <a:extLst xmlns:a="http://schemas.openxmlformats.org/drawingml/2006/main">
              <a:ext uri="{FF2B5EF4-FFF2-40B4-BE49-F238E27FC236}">
                <a16:creationId xmlns:a16="http://schemas.microsoft.com/office/drawing/2014/main" id="{001063C0-5B71-43D4-9953-A0D409B26412}"/>
              </a:ext>
            </a:extLst>
          </p:cNvPr>
          <p:cNvSpPr>
            <a:spLocks xmlns:a="http://schemas.openxmlformats.org/drawingml/2006/main" noGrp="1"/>
          </p:cNvSpPr>
          <p:nvPr/>
        </p:nvSpPr>
        <p:spPr>
          <a:xfrm xmlns:a="http://schemas.openxmlformats.org/drawingml/2006/main">
            <a:off x="609600" y="1933575"/>
            <a:ext cx="108585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0252A"/>
                </a:solidFill>
                <a:latin typeface="Segoe UI"/>
                <a:ea typeface="Segoe UI"/>
                <a:cs typeface="Segoe UI"/>
              </a:defRPr>
            </a:defPPr>
            <a:lvl1pPr>
              <a:defRPr sz="2175" b="0">
                <a:solidFill>
                  <a:srgbClr val="20252A"/>
                </a:solidFill>
                <a:latin typeface="Segoe UI"/>
                <a:ea typeface="Segoe UI"/>
                <a:cs typeface="Segoe UI"/>
              </a:defRPr>
            </a:lvl1pPr>
            <a:lvl2pPr>
              <a:defRPr sz="2175" b="0">
                <a:solidFill>
                  <a:srgbClr val="20252A"/>
                </a:solidFill>
                <a:latin typeface="Segoe UI"/>
                <a:ea typeface="Segoe UI"/>
                <a:cs typeface="Segoe UI"/>
              </a:defRPr>
            </a:lvl2pPr>
            <a:lvl3pPr>
              <a:defRPr sz="2175" b="0">
                <a:solidFill>
                  <a:srgbClr val="20252A"/>
                </a:solidFill>
                <a:latin typeface="Segoe UI"/>
                <a:ea typeface="Segoe UI"/>
                <a:cs typeface="Segoe UI"/>
              </a:defRPr>
            </a:lvl3pPr>
            <a:lvl4pPr>
              <a:defRPr sz="2175" b="0">
                <a:solidFill>
                  <a:srgbClr val="20252A"/>
                </a:solidFill>
                <a:latin typeface="Segoe UI"/>
                <a:ea typeface="Segoe UI"/>
                <a:cs typeface="Segoe UI"/>
              </a:defRPr>
            </a:lvl4pPr>
            <a:lvl5pPr>
              <a:defRPr sz="2175" b="0">
                <a:solidFill>
                  <a:srgbClr val="20252A"/>
                </a:solidFill>
                <a:latin typeface="Segoe UI"/>
                <a:ea typeface="Segoe UI"/>
                <a:cs typeface="Segoe UI"/>
              </a:defRPr>
            </a:lvl5pPr>
            <a:lvl6pPr>
              <a:defRPr sz="2175" b="0">
                <a:solidFill>
                  <a:srgbClr val="20252A"/>
                </a:solidFill>
                <a:latin typeface="Segoe UI"/>
                <a:ea typeface="Segoe UI"/>
                <a:cs typeface="Segoe UI"/>
              </a:defRPr>
            </a:lvl6pPr>
            <a:lvl7pPr>
              <a:defRPr sz="2175" b="0">
                <a:solidFill>
                  <a:srgbClr val="20252A"/>
                </a:solidFill>
                <a:latin typeface="Segoe UI"/>
                <a:ea typeface="Segoe UI"/>
                <a:cs typeface="Segoe UI"/>
              </a:defRPr>
            </a:lvl7pPr>
            <a:lvl8pPr>
              <a:defRPr sz="2175" b="0">
                <a:solidFill>
                  <a:srgbClr val="20252A"/>
                </a:solidFill>
                <a:latin typeface="Segoe UI"/>
                <a:ea typeface="Segoe UI"/>
                <a:cs typeface="Segoe UI"/>
              </a:defRPr>
            </a:lvl8pPr>
            <a:lvl9pPr>
              <a:defRPr sz="2175" b="0">
                <a:solidFill>
                  <a:srgbClr val="20252A"/>
                </a:solidFill>
                <a:latin typeface="Segoe UI"/>
                <a:ea typeface="Segoe UI"/>
                <a:cs typeface="Segoe UI"/>
              </a:defRPr>
            </a:lvl9pPr>
          </a:lstStyle>
          <a:p xmlns:a="http://schemas.openxmlformats.org/drawingml/2006/main">
            <a:pPr>
              <a:defRPr sz="2175" b="0">
                <a:solidFill>
                  <a:srgbClr val="20252A"/>
                </a:solidFill>
                <a:latin typeface="Segoe UI"/>
                <a:ea typeface="Segoe UI"/>
                <a:cs typeface="Segoe UI"/>
              </a:defRPr>
            </a:pPr>
            <a:r>
              <a:rPr sz="2175" b="0">
                <a:solidFill>
                  <a:srgbClr val="20252A"/>
                </a:solidFill>
                <a:latin typeface="Segoe UI"/>
                <a:ea typeface="Segoe UI"/>
                <a:cs typeface="Segoe UI"/>
              </a:rPr>
              <a:t>For each: a choice, tool, reason, date and proof.</a:t>
            </a:r>
          </a:p>
          <a:p xmlns:a="http://schemas.openxmlformats.org/drawingml/2006/main">
            <a:pPr>
              <a:defRPr sz="2175" b="0">
                <a:solidFill>
                  <a:srgbClr val="20252A"/>
                </a:solidFill>
                <a:latin typeface="Segoe UI"/>
                <a:ea typeface="Segoe UI"/>
                <a:cs typeface="Segoe UI"/>
              </a:defRPr>
            </a:pPr>
            <a:r>
              <a:rPr sz="2175" b="0">
                <a:solidFill>
                  <a:srgbClr val="20252A"/>
                </a:solidFill>
                <a:latin typeface="Segoe UI"/>
                <a:ea typeface="Segoe UI"/>
                <a:cs typeface="Segoe UI"/>
              </a:rPr>
              <a:t>Add a difficulty, help and what you need.</a:t>
            </a:r>
          </a:p>
        </p:txBody>
      </p:sp>
      <p:sp>
        <p:nvSpPr>
          <p:cNvPr id="6" name="text-5">
            <a:extLst xmlns:a="http://schemas.openxmlformats.org/drawingml/2006/main">
              <a:ext uri="{FF2B5EF4-FFF2-40B4-BE49-F238E27FC236}">
                <a16:creationId xmlns:a16="http://schemas.microsoft.com/office/drawing/2014/main" id="{02E83FE0-00C0-4653-9A34-4057BE1A01F9}"/>
              </a:ext>
            </a:extLst>
          </p:cNvPr>
          <p:cNvSpPr>
            <a:spLocks xmlns:a="http://schemas.openxmlformats.org/drawingml/2006/main" noGrp="1"/>
          </p:cNvSpPr>
          <p:nvPr/>
        </p:nvSpPr>
        <p:spPr>
          <a:xfrm xmlns:a="http://schemas.openxmlformats.org/drawingml/2006/main">
            <a:off x="609600" y="3143250"/>
            <a:ext cx="34861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1">
                <a:solidFill>
                  <a:srgbClr val="20252A"/>
                </a:solidFill>
                <a:latin typeface="Segoe UI"/>
                <a:ea typeface="Segoe UI"/>
                <a:cs typeface="Segoe UI"/>
              </a:defRPr>
            </a:defPPr>
            <a:lvl1pPr>
              <a:defRPr sz="1950" b="1">
                <a:solidFill>
                  <a:srgbClr val="20252A"/>
                </a:solidFill>
                <a:latin typeface="Segoe UI"/>
                <a:ea typeface="Segoe UI"/>
                <a:cs typeface="Segoe UI"/>
              </a:defRPr>
            </a:lvl1pPr>
            <a:lvl2pPr>
              <a:defRPr sz="1950" b="1">
                <a:solidFill>
                  <a:srgbClr val="20252A"/>
                </a:solidFill>
                <a:latin typeface="Segoe UI"/>
                <a:ea typeface="Segoe UI"/>
                <a:cs typeface="Segoe UI"/>
              </a:defRPr>
            </a:lvl2pPr>
            <a:lvl3pPr>
              <a:defRPr sz="1950" b="1">
                <a:solidFill>
                  <a:srgbClr val="20252A"/>
                </a:solidFill>
                <a:latin typeface="Segoe UI"/>
                <a:ea typeface="Segoe UI"/>
                <a:cs typeface="Segoe UI"/>
              </a:defRPr>
            </a:lvl3pPr>
            <a:lvl4pPr>
              <a:defRPr sz="1950" b="1">
                <a:solidFill>
                  <a:srgbClr val="20252A"/>
                </a:solidFill>
                <a:latin typeface="Segoe UI"/>
                <a:ea typeface="Segoe UI"/>
                <a:cs typeface="Segoe UI"/>
              </a:defRPr>
            </a:lvl4pPr>
            <a:lvl5pPr>
              <a:defRPr sz="1950" b="1">
                <a:solidFill>
                  <a:srgbClr val="20252A"/>
                </a:solidFill>
                <a:latin typeface="Segoe UI"/>
                <a:ea typeface="Segoe UI"/>
                <a:cs typeface="Segoe UI"/>
              </a:defRPr>
            </a:lvl5pPr>
            <a:lvl6pPr>
              <a:defRPr sz="1950" b="1">
                <a:solidFill>
                  <a:srgbClr val="20252A"/>
                </a:solidFill>
                <a:latin typeface="Segoe UI"/>
                <a:ea typeface="Segoe UI"/>
                <a:cs typeface="Segoe UI"/>
              </a:defRPr>
            </a:lvl6pPr>
            <a:lvl7pPr>
              <a:defRPr sz="1950" b="1">
                <a:solidFill>
                  <a:srgbClr val="20252A"/>
                </a:solidFill>
                <a:latin typeface="Segoe UI"/>
                <a:ea typeface="Segoe UI"/>
                <a:cs typeface="Segoe UI"/>
              </a:defRPr>
            </a:lvl7pPr>
            <a:lvl8pPr>
              <a:defRPr sz="1950" b="1">
                <a:solidFill>
                  <a:srgbClr val="20252A"/>
                </a:solidFill>
                <a:latin typeface="Segoe UI"/>
                <a:ea typeface="Segoe UI"/>
                <a:cs typeface="Segoe UI"/>
              </a:defRPr>
            </a:lvl8pPr>
            <a:lvl9pPr>
              <a:defRPr sz="1950" b="1">
                <a:solidFill>
                  <a:srgbClr val="20252A"/>
                </a:solidFill>
                <a:latin typeface="Segoe UI"/>
                <a:ea typeface="Segoe UI"/>
                <a:cs typeface="Segoe UI"/>
              </a:defRPr>
            </a:lvl9pPr>
          </a:lstStyle>
          <a:p xmlns:a="http://schemas.openxmlformats.org/drawingml/2006/main">
            <a:pPr>
              <a:defRPr sz="1950" b="1">
                <a:solidFill>
                  <a:srgbClr val="20252A"/>
                </a:solidFill>
                <a:latin typeface="Segoe UI"/>
                <a:ea typeface="Segoe UI"/>
                <a:cs typeface="Segoe UI"/>
              </a:defRPr>
            </a:pPr>
            <a:r>
              <a:rPr sz="1950" b="1">
                <a:solidFill>
                  <a:srgbClr val="20252A"/>
                </a:solidFill>
                <a:latin typeface="Segoe UI"/>
                <a:ea typeface="Segoe UI"/>
                <a:cs typeface="Segoe UI"/>
              </a:rPr>
              <a:t>SUPPORTED</a:t>
            </a:r>
          </a:p>
        </p:txBody>
      </p:sp>
      <p:sp>
        <p:nvSpPr>
          <p:cNvPr id="7" name="text-6">
            <a:extLst xmlns:a="http://schemas.openxmlformats.org/drawingml/2006/main">
              <a:ext uri="{FF2B5EF4-FFF2-40B4-BE49-F238E27FC236}">
                <a16:creationId xmlns:a16="http://schemas.microsoft.com/office/drawing/2014/main" id="{532AB535-7BF0-4D2B-971C-C366B3439308}"/>
              </a:ext>
            </a:extLst>
          </p:cNvPr>
          <p:cNvSpPr>
            <a:spLocks xmlns:a="http://schemas.openxmlformats.org/drawingml/2006/main" noGrp="1"/>
          </p:cNvSpPr>
          <p:nvPr/>
        </p:nvSpPr>
        <p:spPr>
          <a:xfrm xmlns:a="http://schemas.openxmlformats.org/drawingml/2006/main">
            <a:off x="609600" y="3705225"/>
            <a:ext cx="3381375"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Find two choices on your own L2-E2. Point, say or write. Use the blank choice cards.</a:t>
            </a:r>
          </a:p>
        </p:txBody>
      </p:sp>
      <p:sp>
        <p:nvSpPr>
          <p:cNvPr id="8" name="text-7">
            <a:extLst xmlns:a="http://schemas.openxmlformats.org/drawingml/2006/main">
              <a:ext uri="{FF2B5EF4-FFF2-40B4-BE49-F238E27FC236}">
                <a16:creationId xmlns:a16="http://schemas.microsoft.com/office/drawing/2014/main" id="{B3E5EA2F-CB32-4CC6-A822-AFE21F2B2A0A}"/>
              </a:ext>
            </a:extLst>
          </p:cNvPr>
          <p:cNvSpPr>
            <a:spLocks xmlns:a="http://schemas.openxmlformats.org/drawingml/2006/main" noGrp="1"/>
          </p:cNvSpPr>
          <p:nvPr/>
        </p:nvSpPr>
        <p:spPr>
          <a:xfrm xmlns:a="http://schemas.openxmlformats.org/drawingml/2006/main">
            <a:off x="609600" y="5353050"/>
            <a:ext cx="33813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1">
                <a:solidFill>
                  <a:srgbClr val="20252A"/>
                </a:solidFill>
                <a:latin typeface="Segoe UI"/>
                <a:ea typeface="Segoe UI"/>
                <a:cs typeface="Segoe UI"/>
              </a:defRPr>
            </a:defPPr>
            <a:lvl1pPr>
              <a:defRPr sz="1875" b="1">
                <a:solidFill>
                  <a:srgbClr val="20252A"/>
                </a:solidFill>
                <a:latin typeface="Segoe UI"/>
                <a:ea typeface="Segoe UI"/>
                <a:cs typeface="Segoe UI"/>
              </a:defRPr>
            </a:lvl1pPr>
            <a:lvl2pPr>
              <a:defRPr sz="1875" b="1">
                <a:solidFill>
                  <a:srgbClr val="20252A"/>
                </a:solidFill>
                <a:latin typeface="Segoe UI"/>
                <a:ea typeface="Segoe UI"/>
                <a:cs typeface="Segoe UI"/>
              </a:defRPr>
            </a:lvl2pPr>
            <a:lvl3pPr>
              <a:defRPr sz="1875" b="1">
                <a:solidFill>
                  <a:srgbClr val="20252A"/>
                </a:solidFill>
                <a:latin typeface="Segoe UI"/>
                <a:ea typeface="Segoe UI"/>
                <a:cs typeface="Segoe UI"/>
              </a:defRPr>
            </a:lvl3pPr>
            <a:lvl4pPr>
              <a:defRPr sz="1875" b="1">
                <a:solidFill>
                  <a:srgbClr val="20252A"/>
                </a:solidFill>
                <a:latin typeface="Segoe UI"/>
                <a:ea typeface="Segoe UI"/>
                <a:cs typeface="Segoe UI"/>
              </a:defRPr>
            </a:lvl4pPr>
            <a:lvl5pPr>
              <a:defRPr sz="1875" b="1">
                <a:solidFill>
                  <a:srgbClr val="20252A"/>
                </a:solidFill>
                <a:latin typeface="Segoe UI"/>
                <a:ea typeface="Segoe UI"/>
                <a:cs typeface="Segoe UI"/>
              </a:defRPr>
            </a:lvl5pPr>
            <a:lvl6pPr>
              <a:defRPr sz="1875" b="1">
                <a:solidFill>
                  <a:srgbClr val="20252A"/>
                </a:solidFill>
                <a:latin typeface="Segoe UI"/>
                <a:ea typeface="Segoe UI"/>
                <a:cs typeface="Segoe UI"/>
              </a:defRPr>
            </a:lvl6pPr>
            <a:lvl7pPr>
              <a:defRPr sz="1875" b="1">
                <a:solidFill>
                  <a:srgbClr val="20252A"/>
                </a:solidFill>
                <a:latin typeface="Segoe UI"/>
                <a:ea typeface="Segoe UI"/>
                <a:cs typeface="Segoe UI"/>
              </a:defRPr>
            </a:lvl7pPr>
            <a:lvl8pPr>
              <a:defRPr sz="1875" b="1">
                <a:solidFill>
                  <a:srgbClr val="20252A"/>
                </a:solidFill>
                <a:latin typeface="Segoe UI"/>
                <a:ea typeface="Segoe UI"/>
                <a:cs typeface="Segoe UI"/>
              </a:defRPr>
            </a:lvl8pPr>
            <a:lvl9pPr>
              <a:defRPr sz="1875" b="1">
                <a:solidFill>
                  <a:srgbClr val="20252A"/>
                </a:solidFill>
                <a:latin typeface="Segoe UI"/>
                <a:ea typeface="Segoe UI"/>
                <a:cs typeface="Segoe UI"/>
              </a:defRPr>
            </a:lvl9pPr>
          </a:lstStyle>
          <a:p xmlns:a="http://schemas.openxmlformats.org/drawingml/2006/main">
            <a:pPr>
              <a:defRPr sz="1875" b="1">
                <a:solidFill>
                  <a:srgbClr val="20252A"/>
                </a:solidFill>
                <a:latin typeface="Segoe UI"/>
                <a:ea typeface="Segoe UI"/>
                <a:cs typeface="Segoe UI"/>
              </a:defRPr>
            </a:pPr>
            <a:r>
              <a:rPr sz="1875" b="1">
                <a:solidFill>
                  <a:srgbClr val="20252A"/>
                </a:solidFill>
                <a:latin typeface="Segoe UI"/>
                <a:ea typeface="Segoe UI"/>
                <a:cs typeface="Segoe UI"/>
              </a:rPr>
              <a:t>I need to choose __. I will use my tool __ because __.</a:t>
            </a:r>
          </a:p>
        </p:txBody>
      </p:sp>
      <p:sp>
        <p:nvSpPr>
          <p:cNvPr id="9" name="text-8">
            <a:extLst xmlns:a="http://schemas.openxmlformats.org/drawingml/2006/main">
              <a:ext uri="{FF2B5EF4-FFF2-40B4-BE49-F238E27FC236}">
                <a16:creationId xmlns:a16="http://schemas.microsoft.com/office/drawing/2014/main" id="{E9109491-26A8-46B8-B6A5-556373D10AF4}"/>
              </a:ext>
            </a:extLst>
          </p:cNvPr>
          <p:cNvSpPr>
            <a:spLocks xmlns:a="http://schemas.openxmlformats.org/drawingml/2006/main" noGrp="1"/>
          </p:cNvSpPr>
          <p:nvPr/>
        </p:nvSpPr>
        <p:spPr>
          <a:xfrm xmlns:a="http://schemas.openxmlformats.org/drawingml/2006/main">
            <a:off x="4391025" y="3143250"/>
            <a:ext cx="34861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1">
                <a:solidFill>
                  <a:srgbClr val="20252A"/>
                </a:solidFill>
                <a:latin typeface="Segoe UI"/>
                <a:ea typeface="Segoe UI"/>
                <a:cs typeface="Segoe UI"/>
              </a:defRPr>
            </a:defPPr>
            <a:lvl1pPr>
              <a:defRPr sz="1950" b="1">
                <a:solidFill>
                  <a:srgbClr val="20252A"/>
                </a:solidFill>
                <a:latin typeface="Segoe UI"/>
                <a:ea typeface="Segoe UI"/>
                <a:cs typeface="Segoe UI"/>
              </a:defRPr>
            </a:lvl1pPr>
            <a:lvl2pPr>
              <a:defRPr sz="1950" b="1">
                <a:solidFill>
                  <a:srgbClr val="20252A"/>
                </a:solidFill>
                <a:latin typeface="Segoe UI"/>
                <a:ea typeface="Segoe UI"/>
                <a:cs typeface="Segoe UI"/>
              </a:defRPr>
            </a:lvl2pPr>
            <a:lvl3pPr>
              <a:defRPr sz="1950" b="1">
                <a:solidFill>
                  <a:srgbClr val="20252A"/>
                </a:solidFill>
                <a:latin typeface="Segoe UI"/>
                <a:ea typeface="Segoe UI"/>
                <a:cs typeface="Segoe UI"/>
              </a:defRPr>
            </a:lvl3pPr>
            <a:lvl4pPr>
              <a:defRPr sz="1950" b="1">
                <a:solidFill>
                  <a:srgbClr val="20252A"/>
                </a:solidFill>
                <a:latin typeface="Segoe UI"/>
                <a:ea typeface="Segoe UI"/>
                <a:cs typeface="Segoe UI"/>
              </a:defRPr>
            </a:lvl4pPr>
            <a:lvl5pPr>
              <a:defRPr sz="1950" b="1">
                <a:solidFill>
                  <a:srgbClr val="20252A"/>
                </a:solidFill>
                <a:latin typeface="Segoe UI"/>
                <a:ea typeface="Segoe UI"/>
                <a:cs typeface="Segoe UI"/>
              </a:defRPr>
            </a:lvl5pPr>
            <a:lvl6pPr>
              <a:defRPr sz="1950" b="1">
                <a:solidFill>
                  <a:srgbClr val="20252A"/>
                </a:solidFill>
                <a:latin typeface="Segoe UI"/>
                <a:ea typeface="Segoe UI"/>
                <a:cs typeface="Segoe UI"/>
              </a:defRPr>
            </a:lvl6pPr>
            <a:lvl7pPr>
              <a:defRPr sz="1950" b="1">
                <a:solidFill>
                  <a:srgbClr val="20252A"/>
                </a:solidFill>
                <a:latin typeface="Segoe UI"/>
                <a:ea typeface="Segoe UI"/>
                <a:cs typeface="Segoe UI"/>
              </a:defRPr>
            </a:lvl7pPr>
            <a:lvl8pPr>
              <a:defRPr sz="1950" b="1">
                <a:solidFill>
                  <a:srgbClr val="20252A"/>
                </a:solidFill>
                <a:latin typeface="Segoe UI"/>
                <a:ea typeface="Segoe UI"/>
                <a:cs typeface="Segoe UI"/>
              </a:defRPr>
            </a:lvl8pPr>
            <a:lvl9pPr>
              <a:defRPr sz="1950" b="1">
                <a:solidFill>
                  <a:srgbClr val="20252A"/>
                </a:solidFill>
                <a:latin typeface="Segoe UI"/>
                <a:ea typeface="Segoe UI"/>
                <a:cs typeface="Segoe UI"/>
              </a:defRPr>
            </a:lvl9pPr>
          </a:lstStyle>
          <a:p xmlns:a="http://schemas.openxmlformats.org/drawingml/2006/main">
            <a:pPr>
              <a:defRPr sz="1950" b="1">
                <a:solidFill>
                  <a:srgbClr val="20252A"/>
                </a:solidFill>
                <a:latin typeface="Segoe UI"/>
                <a:ea typeface="Segoe UI"/>
                <a:cs typeface="Segoe UI"/>
              </a:defRPr>
            </a:pPr>
            <a:r>
              <a:rPr sz="1950" b="1">
                <a:solidFill>
                  <a:srgbClr val="20252A"/>
                </a:solidFill>
                <a:latin typeface="Segoe UI"/>
                <a:ea typeface="Segoe UI"/>
                <a:cs typeface="Segoe UI"/>
              </a:rPr>
              <a:t>STANDARD</a:t>
            </a:r>
          </a:p>
        </p:txBody>
      </p:sp>
      <p:sp>
        <p:nvSpPr>
          <p:cNvPr id="10" name="text-9">
            <a:extLst xmlns:a="http://schemas.openxmlformats.org/drawingml/2006/main">
              <a:ext uri="{FF2B5EF4-FFF2-40B4-BE49-F238E27FC236}">
                <a16:creationId xmlns:a16="http://schemas.microsoft.com/office/drawing/2014/main" id="{AD7F5024-6482-4152-8B49-239D71A6A229}"/>
              </a:ext>
            </a:extLst>
          </p:cNvPr>
          <p:cNvSpPr>
            <a:spLocks xmlns:a="http://schemas.openxmlformats.org/drawingml/2006/main" noGrp="1"/>
          </p:cNvSpPr>
          <p:nvPr/>
        </p:nvSpPr>
        <p:spPr>
          <a:xfrm xmlns:a="http://schemas.openxmlformats.org/drawingml/2006/main">
            <a:off x="4391025" y="3705225"/>
            <a:ext cx="3381375"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Choose two of your L2-E2 decisions. Plan a target for each. Add a reason and a way to check it.</a:t>
            </a:r>
          </a:p>
        </p:txBody>
      </p:sp>
      <p:sp>
        <p:nvSpPr>
          <p:cNvPr id="11" name="text-10">
            <a:extLst xmlns:a="http://schemas.openxmlformats.org/drawingml/2006/main">
              <a:ext uri="{FF2B5EF4-FFF2-40B4-BE49-F238E27FC236}">
                <a16:creationId xmlns:a16="http://schemas.microsoft.com/office/drawing/2014/main" id="{9A836783-C3DA-4B8B-9849-25AE0D022271}"/>
              </a:ext>
            </a:extLst>
          </p:cNvPr>
          <p:cNvSpPr>
            <a:spLocks xmlns:a="http://schemas.openxmlformats.org/drawingml/2006/main" noGrp="1"/>
          </p:cNvSpPr>
          <p:nvPr/>
        </p:nvSpPr>
        <p:spPr>
          <a:xfrm xmlns:a="http://schemas.openxmlformats.org/drawingml/2006/main">
            <a:off x="4391025" y="5353050"/>
            <a:ext cx="33813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1">
                <a:solidFill>
                  <a:srgbClr val="20252A"/>
                </a:solidFill>
                <a:latin typeface="Segoe UI"/>
                <a:ea typeface="Segoe UI"/>
                <a:cs typeface="Segoe UI"/>
              </a:defRPr>
            </a:defPPr>
            <a:lvl1pPr>
              <a:defRPr sz="1875" b="1">
                <a:solidFill>
                  <a:srgbClr val="20252A"/>
                </a:solidFill>
                <a:latin typeface="Segoe UI"/>
                <a:ea typeface="Segoe UI"/>
                <a:cs typeface="Segoe UI"/>
              </a:defRPr>
            </a:lvl1pPr>
            <a:lvl2pPr>
              <a:defRPr sz="1875" b="1">
                <a:solidFill>
                  <a:srgbClr val="20252A"/>
                </a:solidFill>
                <a:latin typeface="Segoe UI"/>
                <a:ea typeface="Segoe UI"/>
                <a:cs typeface="Segoe UI"/>
              </a:defRPr>
            </a:lvl2pPr>
            <a:lvl3pPr>
              <a:defRPr sz="1875" b="1">
                <a:solidFill>
                  <a:srgbClr val="20252A"/>
                </a:solidFill>
                <a:latin typeface="Segoe UI"/>
                <a:ea typeface="Segoe UI"/>
                <a:cs typeface="Segoe UI"/>
              </a:defRPr>
            </a:lvl3pPr>
            <a:lvl4pPr>
              <a:defRPr sz="1875" b="1">
                <a:solidFill>
                  <a:srgbClr val="20252A"/>
                </a:solidFill>
                <a:latin typeface="Segoe UI"/>
                <a:ea typeface="Segoe UI"/>
                <a:cs typeface="Segoe UI"/>
              </a:defRPr>
            </a:lvl4pPr>
            <a:lvl5pPr>
              <a:defRPr sz="1875" b="1">
                <a:solidFill>
                  <a:srgbClr val="20252A"/>
                </a:solidFill>
                <a:latin typeface="Segoe UI"/>
                <a:ea typeface="Segoe UI"/>
                <a:cs typeface="Segoe UI"/>
              </a:defRPr>
            </a:lvl5pPr>
            <a:lvl6pPr>
              <a:defRPr sz="1875" b="1">
                <a:solidFill>
                  <a:srgbClr val="20252A"/>
                </a:solidFill>
                <a:latin typeface="Segoe UI"/>
                <a:ea typeface="Segoe UI"/>
                <a:cs typeface="Segoe UI"/>
              </a:defRPr>
            </a:lvl6pPr>
            <a:lvl7pPr>
              <a:defRPr sz="1875" b="1">
                <a:solidFill>
                  <a:srgbClr val="20252A"/>
                </a:solidFill>
                <a:latin typeface="Segoe UI"/>
                <a:ea typeface="Segoe UI"/>
                <a:cs typeface="Segoe UI"/>
              </a:defRPr>
            </a:lvl7pPr>
            <a:lvl8pPr>
              <a:defRPr sz="1875" b="1">
                <a:solidFill>
                  <a:srgbClr val="20252A"/>
                </a:solidFill>
                <a:latin typeface="Segoe UI"/>
                <a:ea typeface="Segoe UI"/>
                <a:cs typeface="Segoe UI"/>
              </a:defRPr>
            </a:lvl8pPr>
            <a:lvl9pPr>
              <a:defRPr sz="1875" b="1">
                <a:solidFill>
                  <a:srgbClr val="20252A"/>
                </a:solidFill>
                <a:latin typeface="Segoe UI"/>
                <a:ea typeface="Segoe UI"/>
                <a:cs typeface="Segoe UI"/>
              </a:defRPr>
            </a:lvl9pPr>
          </a:lstStyle>
          <a:p xmlns:a="http://schemas.openxmlformats.org/drawingml/2006/main">
            <a:pPr>
              <a:defRPr sz="1875" b="1">
                <a:solidFill>
                  <a:srgbClr val="20252A"/>
                </a:solidFill>
                <a:latin typeface="Segoe UI"/>
                <a:ea typeface="Segoe UI"/>
                <a:cs typeface="Segoe UI"/>
              </a:defRPr>
            </a:pPr>
            <a:r>
              <a:rPr sz="1875" b="1">
                <a:solidFill>
                  <a:srgbClr val="20252A"/>
                </a:solidFill>
                <a:latin typeface="Segoe UI"/>
                <a:ea typeface="Segoe UI"/>
                <a:cs typeface="Segoe UI"/>
              </a:rPr>
              <a:t>By __, I will use __ to compare __. I will show __.</a:t>
            </a:r>
          </a:p>
        </p:txBody>
      </p:sp>
      <p:sp>
        <p:nvSpPr>
          <p:cNvPr id="12" name="text-11">
            <a:extLst xmlns:a="http://schemas.openxmlformats.org/drawingml/2006/main">
              <a:ext uri="{FF2B5EF4-FFF2-40B4-BE49-F238E27FC236}">
                <a16:creationId xmlns:a16="http://schemas.microsoft.com/office/drawing/2014/main" id="{A8E3AA78-728F-4CBE-8C98-226C276CD50B}"/>
              </a:ext>
            </a:extLst>
          </p:cNvPr>
          <p:cNvSpPr>
            <a:spLocks xmlns:a="http://schemas.openxmlformats.org/drawingml/2006/main" noGrp="1"/>
          </p:cNvSpPr>
          <p:nvPr/>
        </p:nvSpPr>
        <p:spPr>
          <a:xfrm xmlns:a="http://schemas.openxmlformats.org/drawingml/2006/main">
            <a:off x="8172450" y="3143250"/>
            <a:ext cx="34861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1">
                <a:solidFill>
                  <a:srgbClr val="20252A"/>
                </a:solidFill>
                <a:latin typeface="Segoe UI"/>
                <a:ea typeface="Segoe UI"/>
                <a:cs typeface="Segoe UI"/>
              </a:defRPr>
            </a:defPPr>
            <a:lvl1pPr>
              <a:defRPr sz="1950" b="1">
                <a:solidFill>
                  <a:srgbClr val="20252A"/>
                </a:solidFill>
                <a:latin typeface="Segoe UI"/>
                <a:ea typeface="Segoe UI"/>
                <a:cs typeface="Segoe UI"/>
              </a:defRPr>
            </a:lvl1pPr>
            <a:lvl2pPr>
              <a:defRPr sz="1950" b="1">
                <a:solidFill>
                  <a:srgbClr val="20252A"/>
                </a:solidFill>
                <a:latin typeface="Segoe UI"/>
                <a:ea typeface="Segoe UI"/>
                <a:cs typeface="Segoe UI"/>
              </a:defRPr>
            </a:lvl2pPr>
            <a:lvl3pPr>
              <a:defRPr sz="1950" b="1">
                <a:solidFill>
                  <a:srgbClr val="20252A"/>
                </a:solidFill>
                <a:latin typeface="Segoe UI"/>
                <a:ea typeface="Segoe UI"/>
                <a:cs typeface="Segoe UI"/>
              </a:defRPr>
            </a:lvl3pPr>
            <a:lvl4pPr>
              <a:defRPr sz="1950" b="1">
                <a:solidFill>
                  <a:srgbClr val="20252A"/>
                </a:solidFill>
                <a:latin typeface="Segoe UI"/>
                <a:ea typeface="Segoe UI"/>
                <a:cs typeface="Segoe UI"/>
              </a:defRPr>
            </a:lvl4pPr>
            <a:lvl5pPr>
              <a:defRPr sz="1950" b="1">
                <a:solidFill>
                  <a:srgbClr val="20252A"/>
                </a:solidFill>
                <a:latin typeface="Segoe UI"/>
                <a:ea typeface="Segoe UI"/>
                <a:cs typeface="Segoe UI"/>
              </a:defRPr>
            </a:lvl5pPr>
            <a:lvl6pPr>
              <a:defRPr sz="1950" b="1">
                <a:solidFill>
                  <a:srgbClr val="20252A"/>
                </a:solidFill>
                <a:latin typeface="Segoe UI"/>
                <a:ea typeface="Segoe UI"/>
                <a:cs typeface="Segoe UI"/>
              </a:defRPr>
            </a:lvl6pPr>
            <a:lvl7pPr>
              <a:defRPr sz="1950" b="1">
                <a:solidFill>
                  <a:srgbClr val="20252A"/>
                </a:solidFill>
                <a:latin typeface="Segoe UI"/>
                <a:ea typeface="Segoe UI"/>
                <a:cs typeface="Segoe UI"/>
              </a:defRPr>
            </a:lvl7pPr>
            <a:lvl8pPr>
              <a:defRPr sz="1950" b="1">
                <a:solidFill>
                  <a:srgbClr val="20252A"/>
                </a:solidFill>
                <a:latin typeface="Segoe UI"/>
                <a:ea typeface="Segoe UI"/>
                <a:cs typeface="Segoe UI"/>
              </a:defRPr>
            </a:lvl8pPr>
            <a:lvl9pPr>
              <a:defRPr sz="1950" b="1">
                <a:solidFill>
                  <a:srgbClr val="20252A"/>
                </a:solidFill>
                <a:latin typeface="Segoe UI"/>
                <a:ea typeface="Segoe UI"/>
                <a:cs typeface="Segoe UI"/>
              </a:defRPr>
            </a:lvl9pPr>
          </a:lstStyle>
          <a:p xmlns:a="http://schemas.openxmlformats.org/drawingml/2006/main">
            <a:pPr>
              <a:defRPr sz="1950" b="1">
                <a:solidFill>
                  <a:srgbClr val="20252A"/>
                </a:solidFill>
                <a:latin typeface="Segoe UI"/>
                <a:ea typeface="Segoe UI"/>
                <a:cs typeface="Segoe UI"/>
              </a:defRPr>
            </a:pPr>
            <a:r>
              <a:rPr sz="1950" b="1">
                <a:solidFill>
                  <a:srgbClr val="20252A"/>
                </a:solidFill>
                <a:latin typeface="Segoe UI"/>
                <a:ea typeface="Segoe UI"/>
                <a:cs typeface="Segoe UI"/>
              </a:rPr>
              <a:t>STRETCH</a:t>
            </a:r>
          </a:p>
        </p:txBody>
      </p:sp>
      <p:sp>
        <p:nvSpPr>
          <p:cNvPr id="13" name="text-12">
            <a:extLst xmlns:a="http://schemas.openxmlformats.org/drawingml/2006/main">
              <a:ext uri="{FF2B5EF4-FFF2-40B4-BE49-F238E27FC236}">
                <a16:creationId xmlns:a16="http://schemas.microsoft.com/office/drawing/2014/main" id="{C94FED76-DF36-423A-B8B1-B6A38A555273}"/>
              </a:ext>
            </a:extLst>
          </p:cNvPr>
          <p:cNvSpPr>
            <a:spLocks xmlns:a="http://schemas.openxmlformats.org/drawingml/2006/main" noGrp="1"/>
          </p:cNvSpPr>
          <p:nvPr/>
        </p:nvSpPr>
        <p:spPr>
          <a:xfrm xmlns:a="http://schemas.openxmlformats.org/drawingml/2006/main">
            <a:off x="8172450" y="3705225"/>
            <a:ext cx="3381375"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Do the same two targets. Test whether each tool fits. Add how you will check a close result.</a:t>
            </a:r>
          </a:p>
        </p:txBody>
      </p:sp>
      <p:sp>
        <p:nvSpPr>
          <p:cNvPr id="14" name="text-13">
            <a:extLst xmlns:a="http://schemas.openxmlformats.org/drawingml/2006/main">
              <a:ext uri="{FF2B5EF4-FFF2-40B4-BE49-F238E27FC236}">
                <a16:creationId xmlns:a16="http://schemas.microsoft.com/office/drawing/2014/main" id="{9C911C33-6E26-49E6-BBEE-00C0FDE59A29}"/>
              </a:ext>
            </a:extLst>
          </p:cNvPr>
          <p:cNvSpPr>
            <a:spLocks xmlns:a="http://schemas.openxmlformats.org/drawingml/2006/main" noGrp="1"/>
          </p:cNvSpPr>
          <p:nvPr/>
        </p:nvSpPr>
        <p:spPr>
          <a:xfrm xmlns:a="http://schemas.openxmlformats.org/drawingml/2006/main">
            <a:off x="8172450" y="5353050"/>
            <a:ext cx="33813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1">
                <a:solidFill>
                  <a:srgbClr val="20252A"/>
                </a:solidFill>
                <a:latin typeface="Segoe UI"/>
                <a:ea typeface="Segoe UI"/>
                <a:cs typeface="Segoe UI"/>
              </a:defRPr>
            </a:defPPr>
            <a:lvl1pPr>
              <a:defRPr sz="1875" b="1">
                <a:solidFill>
                  <a:srgbClr val="20252A"/>
                </a:solidFill>
                <a:latin typeface="Segoe UI"/>
                <a:ea typeface="Segoe UI"/>
                <a:cs typeface="Segoe UI"/>
              </a:defRPr>
            </a:lvl1pPr>
            <a:lvl2pPr>
              <a:defRPr sz="1875" b="1">
                <a:solidFill>
                  <a:srgbClr val="20252A"/>
                </a:solidFill>
                <a:latin typeface="Segoe UI"/>
                <a:ea typeface="Segoe UI"/>
                <a:cs typeface="Segoe UI"/>
              </a:defRPr>
            </a:lvl2pPr>
            <a:lvl3pPr>
              <a:defRPr sz="1875" b="1">
                <a:solidFill>
                  <a:srgbClr val="20252A"/>
                </a:solidFill>
                <a:latin typeface="Segoe UI"/>
                <a:ea typeface="Segoe UI"/>
                <a:cs typeface="Segoe UI"/>
              </a:defRPr>
            </a:lvl3pPr>
            <a:lvl4pPr>
              <a:defRPr sz="1875" b="1">
                <a:solidFill>
                  <a:srgbClr val="20252A"/>
                </a:solidFill>
                <a:latin typeface="Segoe UI"/>
                <a:ea typeface="Segoe UI"/>
                <a:cs typeface="Segoe UI"/>
              </a:defRPr>
            </a:lvl4pPr>
            <a:lvl5pPr>
              <a:defRPr sz="1875" b="1">
                <a:solidFill>
                  <a:srgbClr val="20252A"/>
                </a:solidFill>
                <a:latin typeface="Segoe UI"/>
                <a:ea typeface="Segoe UI"/>
                <a:cs typeface="Segoe UI"/>
              </a:defRPr>
            </a:lvl5pPr>
            <a:lvl6pPr>
              <a:defRPr sz="1875" b="1">
                <a:solidFill>
                  <a:srgbClr val="20252A"/>
                </a:solidFill>
                <a:latin typeface="Segoe UI"/>
                <a:ea typeface="Segoe UI"/>
                <a:cs typeface="Segoe UI"/>
              </a:defRPr>
            </a:lvl6pPr>
            <a:lvl7pPr>
              <a:defRPr sz="1875" b="1">
                <a:solidFill>
                  <a:srgbClr val="20252A"/>
                </a:solidFill>
                <a:latin typeface="Segoe UI"/>
                <a:ea typeface="Segoe UI"/>
                <a:cs typeface="Segoe UI"/>
              </a:defRPr>
            </a:lvl7pPr>
            <a:lvl8pPr>
              <a:defRPr sz="1875" b="1">
                <a:solidFill>
                  <a:srgbClr val="20252A"/>
                </a:solidFill>
                <a:latin typeface="Segoe UI"/>
                <a:ea typeface="Segoe UI"/>
                <a:cs typeface="Segoe UI"/>
              </a:defRPr>
            </a:lvl8pPr>
            <a:lvl9pPr>
              <a:defRPr sz="1875" b="1">
                <a:solidFill>
                  <a:srgbClr val="20252A"/>
                </a:solidFill>
                <a:latin typeface="Segoe UI"/>
                <a:ea typeface="Segoe UI"/>
                <a:cs typeface="Segoe UI"/>
              </a:defRPr>
            </a:lvl9pPr>
          </a:lstStyle>
          <a:p xmlns:a="http://schemas.openxmlformats.org/drawingml/2006/main">
            <a:pPr>
              <a:defRPr sz="1875" b="1">
                <a:solidFill>
                  <a:srgbClr val="20252A"/>
                </a:solidFill>
                <a:latin typeface="Segoe UI"/>
                <a:ea typeface="Segoe UI"/>
                <a:cs typeface="Segoe UI"/>
              </a:defRPr>
            </a:pPr>
            <a:r>
              <a:rPr sz="1875" b="1">
                <a:solidFill>
                  <a:srgbClr val="20252A"/>
                </a:solidFill>
                <a:latin typeface="Segoe UI"/>
                <a:ea typeface="Segoe UI"/>
                <a:cs typeface="Segoe UI"/>
              </a:rPr>
              <a:t>This tool fits because __. If the result is close, I will __.</a:t>
            </a:r>
          </a:p>
        </p:txBody>
      </p:sp>
    </p:spTree>
    <p:extLst>
      <p:ext uri="{BB962C8B-B14F-4D97-AF65-F5344CB8AC3E}">
        <p14:creationId xmlns:p14="http://schemas.microsoft.com/office/powerpoint/2010/main" val="1499463962"/>
      </p:ext>
    </p:extLst>
  </p:cSld>
</p:sld>
</file>

<file path=ppt/slides/slide8.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15" name="heading-0">
            <a:extLst xmlns:a="http://schemas.openxmlformats.org/drawingml/2006/main">
              <a:ext uri="{FF2B5EF4-FFF2-40B4-BE49-F238E27FC236}">
                <a16:creationId xmlns:a16="http://schemas.microsoft.com/office/drawing/2014/main" id="{D8A99FD7-EC7F-480D-A47C-C83AD0C317F2}"/>
              </a:ext>
            </a:extLst>
          </p:cNvPr>
          <p:cNvSpPr>
            <a:spLocks xmlns:a="http://schemas.openxmlformats.org/drawingml/2006/main" noGrp="1"/>
          </p:cNvSpPr>
          <p:nvPr/>
        </p:nvSpPr>
        <p:spPr>
          <a:xfrm xmlns:a="http://schemas.openxmlformats.org/drawingml/2006/main">
            <a:off x="609600" y="40005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20252A"/>
                </a:solidFill>
                <a:latin typeface="Segoe UI"/>
                <a:ea typeface="Segoe UI"/>
                <a:cs typeface="Segoe UI"/>
              </a:defRPr>
            </a:defPPr>
            <a:lvl1pPr>
              <a:defRPr sz="3300" b="1">
                <a:solidFill>
                  <a:srgbClr val="20252A"/>
                </a:solidFill>
                <a:latin typeface="Segoe UI"/>
                <a:ea typeface="Segoe UI"/>
                <a:cs typeface="Segoe UI"/>
              </a:defRPr>
            </a:lvl1pPr>
            <a:lvl2pPr>
              <a:defRPr sz="3300" b="1">
                <a:solidFill>
                  <a:srgbClr val="20252A"/>
                </a:solidFill>
                <a:latin typeface="Segoe UI"/>
                <a:ea typeface="Segoe UI"/>
                <a:cs typeface="Segoe UI"/>
              </a:defRPr>
            </a:lvl2pPr>
            <a:lvl3pPr>
              <a:defRPr sz="3300" b="1">
                <a:solidFill>
                  <a:srgbClr val="20252A"/>
                </a:solidFill>
                <a:latin typeface="Segoe UI"/>
                <a:ea typeface="Segoe UI"/>
                <a:cs typeface="Segoe UI"/>
              </a:defRPr>
            </a:lvl3pPr>
            <a:lvl4pPr>
              <a:defRPr sz="3300" b="1">
                <a:solidFill>
                  <a:srgbClr val="20252A"/>
                </a:solidFill>
                <a:latin typeface="Segoe UI"/>
                <a:ea typeface="Segoe UI"/>
                <a:cs typeface="Segoe UI"/>
              </a:defRPr>
            </a:lvl4pPr>
            <a:lvl5pPr>
              <a:defRPr sz="3300" b="1">
                <a:solidFill>
                  <a:srgbClr val="20252A"/>
                </a:solidFill>
                <a:latin typeface="Segoe UI"/>
                <a:ea typeface="Segoe UI"/>
                <a:cs typeface="Segoe UI"/>
              </a:defRPr>
            </a:lvl5pPr>
            <a:lvl6pPr>
              <a:defRPr sz="3300" b="1">
                <a:solidFill>
                  <a:srgbClr val="20252A"/>
                </a:solidFill>
                <a:latin typeface="Segoe UI"/>
                <a:ea typeface="Segoe UI"/>
                <a:cs typeface="Segoe UI"/>
              </a:defRPr>
            </a:lvl6pPr>
            <a:lvl7pPr>
              <a:defRPr sz="3300" b="1">
                <a:solidFill>
                  <a:srgbClr val="20252A"/>
                </a:solidFill>
                <a:latin typeface="Segoe UI"/>
                <a:ea typeface="Segoe UI"/>
                <a:cs typeface="Segoe UI"/>
              </a:defRPr>
            </a:lvl7pPr>
            <a:lvl8pPr>
              <a:defRPr sz="3300" b="1">
                <a:solidFill>
                  <a:srgbClr val="20252A"/>
                </a:solidFill>
                <a:latin typeface="Segoe UI"/>
                <a:ea typeface="Segoe UI"/>
                <a:cs typeface="Segoe UI"/>
              </a:defRPr>
            </a:lvl8pPr>
            <a:lvl9pPr>
              <a:defRPr sz="3300" b="1">
                <a:solidFill>
                  <a:srgbClr val="20252A"/>
                </a:solidFill>
                <a:latin typeface="Segoe UI"/>
                <a:ea typeface="Segoe UI"/>
                <a:cs typeface="Segoe UI"/>
              </a:defRPr>
            </a:lvl9pPr>
          </a:lstStyle>
          <a:p xmlns:a="http://schemas.openxmlformats.org/drawingml/2006/main">
            <a:pPr>
              <a:defRPr sz="3300" b="1">
                <a:solidFill>
                  <a:srgbClr val="20252A"/>
                </a:solidFill>
                <a:latin typeface="Segoe UI"/>
                <a:ea typeface="Segoe UI"/>
                <a:cs typeface="Segoe UI"/>
              </a:defRPr>
            </a:pPr>
            <a:r>
              <a:rPr sz="3300" b="1">
                <a:solidFill>
                  <a:srgbClr val="20252A"/>
                </a:solidFill>
                <a:latin typeface="Segoe UI"/>
                <a:ea typeface="Segoe UI"/>
                <a:cs typeface="Segoe UI"/>
              </a:rPr>
              <a:t>YOU DO — evidence capture (project sheet)</a:t>
            </a:r>
          </a:p>
        </p:txBody>
      </p:sp>
      <p:sp>
        <p:nvSpPr>
          <p:cNvPr id="2" name="footer-1">
            <a:extLst xmlns:a="http://schemas.openxmlformats.org/drawingml/2006/main">
              <a:ext uri="{FF2B5EF4-FFF2-40B4-BE49-F238E27FC236}">
                <a16:creationId xmlns:a16="http://schemas.microsoft.com/office/drawing/2014/main" id="{842A0602-6268-424F-9277-52C52D9FE52C}"/>
              </a:ext>
            </a:extLst>
          </p:cNvPr>
          <p:cNvSpPr>
            <a:spLocks xmlns:a="http://schemas.openxmlformats.org/drawingml/2006/main" noGrp="1"/>
          </p:cNvSpPr>
          <p:nvPr/>
        </p:nvSpPr>
        <p:spPr>
          <a:xfrm xmlns:a="http://schemas.openxmlformats.org/drawingml/2006/main">
            <a:off x="609600" y="6496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COMM-GROW-A1-W05</a:t>
            </a:r>
          </a:p>
        </p:txBody>
      </p:sp>
      <p:sp>
        <p:nvSpPr>
          <p:cNvPr id="3" name="footer-2">
            <a:extLst xmlns:a="http://schemas.openxmlformats.org/drawingml/2006/main">
              <a:ext uri="{FF2B5EF4-FFF2-40B4-BE49-F238E27FC236}">
                <a16:creationId xmlns:a16="http://schemas.microsoft.com/office/drawing/2014/main" id="{A6248A5D-CFF5-41FD-BAF3-EEC45D9442D2}"/>
              </a:ext>
            </a:extLst>
          </p:cNvPr>
          <p:cNvSpPr>
            <a:spLocks xmlns:a="http://schemas.openxmlformats.org/drawingml/2006/main" noGrp="1"/>
          </p:cNvSpPr>
          <p:nvPr/>
        </p:nvSpPr>
        <p:spPr>
          <a:xfrm xmlns:a="http://schemas.openxmlformats.org/drawingml/2006/main">
            <a:off x="9525000" y="6496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8 / 12  ·  6 min</a:t>
            </a:r>
          </a:p>
        </p:txBody>
      </p:sp>
      <p:sp>
        <p:nvSpPr>
          <p:cNvPr id="4" name="text-3">
            <a:extLst xmlns:a="http://schemas.openxmlformats.org/drawingml/2006/main">
              <a:ext uri="{FF2B5EF4-FFF2-40B4-BE49-F238E27FC236}">
                <a16:creationId xmlns:a16="http://schemas.microsoft.com/office/drawing/2014/main" id="{FC7AAF33-1C7D-4727-846F-40340975AAE2}"/>
              </a:ext>
            </a:extLst>
          </p:cNvPr>
          <p:cNvSpPr>
            <a:spLocks xmlns:a="http://schemas.openxmlformats.org/drawingml/2006/main" noGrp="1"/>
          </p:cNvSpPr>
          <p:nvPr/>
        </p:nvSpPr>
        <p:spPr>
          <a:xfrm xmlns:a="http://schemas.openxmlformats.org/drawingml/2006/main">
            <a:off x="609600" y="1276350"/>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550" b="1">
                <a:solidFill>
                  <a:srgbClr val="20252A"/>
                </a:solidFill>
                <a:latin typeface="Segoe UI"/>
                <a:ea typeface="Segoe UI"/>
                <a:cs typeface="Segoe UI"/>
              </a:defRPr>
            </a:defPPr>
            <a:lvl1pPr>
              <a:defRPr sz="2550" b="1">
                <a:solidFill>
                  <a:srgbClr val="20252A"/>
                </a:solidFill>
                <a:latin typeface="Segoe UI"/>
                <a:ea typeface="Segoe UI"/>
                <a:cs typeface="Segoe UI"/>
              </a:defRPr>
            </a:lvl1pPr>
            <a:lvl2pPr>
              <a:defRPr sz="2550" b="1">
                <a:solidFill>
                  <a:srgbClr val="20252A"/>
                </a:solidFill>
                <a:latin typeface="Segoe UI"/>
                <a:ea typeface="Segoe UI"/>
                <a:cs typeface="Segoe UI"/>
              </a:defRPr>
            </a:lvl2pPr>
            <a:lvl3pPr>
              <a:defRPr sz="2550" b="1">
                <a:solidFill>
                  <a:srgbClr val="20252A"/>
                </a:solidFill>
                <a:latin typeface="Segoe UI"/>
                <a:ea typeface="Segoe UI"/>
                <a:cs typeface="Segoe UI"/>
              </a:defRPr>
            </a:lvl3pPr>
            <a:lvl4pPr>
              <a:defRPr sz="2550" b="1">
                <a:solidFill>
                  <a:srgbClr val="20252A"/>
                </a:solidFill>
                <a:latin typeface="Segoe UI"/>
                <a:ea typeface="Segoe UI"/>
                <a:cs typeface="Segoe UI"/>
              </a:defRPr>
            </a:lvl4pPr>
            <a:lvl5pPr>
              <a:defRPr sz="2550" b="1">
                <a:solidFill>
                  <a:srgbClr val="20252A"/>
                </a:solidFill>
                <a:latin typeface="Segoe UI"/>
                <a:ea typeface="Segoe UI"/>
                <a:cs typeface="Segoe UI"/>
              </a:defRPr>
            </a:lvl5pPr>
            <a:lvl6pPr>
              <a:defRPr sz="2550" b="1">
                <a:solidFill>
                  <a:srgbClr val="20252A"/>
                </a:solidFill>
                <a:latin typeface="Segoe UI"/>
                <a:ea typeface="Segoe UI"/>
                <a:cs typeface="Segoe UI"/>
              </a:defRPr>
            </a:lvl6pPr>
            <a:lvl7pPr>
              <a:defRPr sz="2550" b="1">
                <a:solidFill>
                  <a:srgbClr val="20252A"/>
                </a:solidFill>
                <a:latin typeface="Segoe UI"/>
                <a:ea typeface="Segoe UI"/>
                <a:cs typeface="Segoe UI"/>
              </a:defRPr>
            </a:lvl7pPr>
            <a:lvl8pPr>
              <a:defRPr sz="2550" b="1">
                <a:solidFill>
                  <a:srgbClr val="20252A"/>
                </a:solidFill>
                <a:latin typeface="Segoe UI"/>
                <a:ea typeface="Segoe UI"/>
                <a:cs typeface="Segoe UI"/>
              </a:defRPr>
            </a:lvl8pPr>
            <a:lvl9pPr>
              <a:defRPr sz="2550" b="1">
                <a:solidFill>
                  <a:srgbClr val="20252A"/>
                </a:solidFill>
                <a:latin typeface="Segoe UI"/>
                <a:ea typeface="Segoe UI"/>
                <a:cs typeface="Segoe UI"/>
              </a:defRPr>
            </a:lvl9pPr>
          </a:lstStyle>
          <a:p xmlns:a="http://schemas.openxmlformats.org/drawingml/2006/main">
            <a:pPr>
              <a:defRPr sz="2550" b="1">
                <a:solidFill>
                  <a:srgbClr val="20252A"/>
                </a:solidFill>
                <a:latin typeface="Segoe UI"/>
                <a:ea typeface="Segoe UI"/>
                <a:cs typeface="Segoe UI"/>
              </a:defRPr>
            </a:pPr>
            <a:r>
              <a:rPr sz="2550" b="1">
                <a:solidFill>
                  <a:srgbClr val="20252A"/>
                </a:solidFill>
                <a:latin typeface="Segoe UI"/>
                <a:ea typeface="Segoe UI"/>
                <a:cs typeface="Segoe UI"/>
              </a:rPr>
              <a:t>My project plan · L3-E1 and L3-E2</a:t>
            </a:r>
          </a:p>
        </p:txBody>
      </p:sp>
      <p:sp>
        <p:nvSpPr>
          <p:cNvPr id="5" name="text-4">
            <a:extLst xmlns:a="http://schemas.openxmlformats.org/drawingml/2006/main">
              <a:ext uri="{FF2B5EF4-FFF2-40B4-BE49-F238E27FC236}">
                <a16:creationId xmlns:a16="http://schemas.microsoft.com/office/drawing/2014/main" id="{86D9CB2C-D076-4A2B-A5BF-BFE469AB36BE}"/>
              </a:ext>
            </a:extLst>
          </p:cNvPr>
          <p:cNvSpPr>
            <a:spLocks xmlns:a="http://schemas.openxmlformats.org/drawingml/2006/main" noGrp="1"/>
          </p:cNvSpPr>
          <p:nvPr/>
        </p:nvSpPr>
        <p:spPr>
          <a:xfrm xmlns:a="http://schemas.openxmlformats.org/drawingml/2006/main">
            <a:off x="609600" y="1933575"/>
            <a:ext cx="108585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0252A"/>
                </a:solidFill>
                <a:latin typeface="Segoe UI"/>
                <a:ea typeface="Segoe UI"/>
                <a:cs typeface="Segoe UI"/>
              </a:defRPr>
            </a:defPPr>
            <a:lvl1pPr>
              <a:defRPr sz="2175" b="0">
                <a:solidFill>
                  <a:srgbClr val="20252A"/>
                </a:solidFill>
                <a:latin typeface="Segoe UI"/>
                <a:ea typeface="Segoe UI"/>
                <a:cs typeface="Segoe UI"/>
              </a:defRPr>
            </a:lvl1pPr>
            <a:lvl2pPr>
              <a:defRPr sz="2175" b="0">
                <a:solidFill>
                  <a:srgbClr val="20252A"/>
                </a:solidFill>
                <a:latin typeface="Segoe UI"/>
                <a:ea typeface="Segoe UI"/>
                <a:cs typeface="Segoe UI"/>
              </a:defRPr>
            </a:lvl2pPr>
            <a:lvl3pPr>
              <a:defRPr sz="2175" b="0">
                <a:solidFill>
                  <a:srgbClr val="20252A"/>
                </a:solidFill>
                <a:latin typeface="Segoe UI"/>
                <a:ea typeface="Segoe UI"/>
                <a:cs typeface="Segoe UI"/>
              </a:defRPr>
            </a:lvl3pPr>
            <a:lvl4pPr>
              <a:defRPr sz="2175" b="0">
                <a:solidFill>
                  <a:srgbClr val="20252A"/>
                </a:solidFill>
                <a:latin typeface="Segoe UI"/>
                <a:ea typeface="Segoe UI"/>
                <a:cs typeface="Segoe UI"/>
              </a:defRPr>
            </a:lvl4pPr>
            <a:lvl5pPr>
              <a:defRPr sz="2175" b="0">
                <a:solidFill>
                  <a:srgbClr val="20252A"/>
                </a:solidFill>
                <a:latin typeface="Segoe UI"/>
                <a:ea typeface="Segoe UI"/>
                <a:cs typeface="Segoe UI"/>
              </a:defRPr>
            </a:lvl5pPr>
            <a:lvl6pPr>
              <a:defRPr sz="2175" b="0">
                <a:solidFill>
                  <a:srgbClr val="20252A"/>
                </a:solidFill>
                <a:latin typeface="Segoe UI"/>
                <a:ea typeface="Segoe UI"/>
                <a:cs typeface="Segoe UI"/>
              </a:defRPr>
            </a:lvl6pPr>
            <a:lvl7pPr>
              <a:defRPr sz="2175" b="0">
                <a:solidFill>
                  <a:srgbClr val="20252A"/>
                </a:solidFill>
                <a:latin typeface="Segoe UI"/>
                <a:ea typeface="Segoe UI"/>
                <a:cs typeface="Segoe UI"/>
              </a:defRPr>
            </a:lvl7pPr>
            <a:lvl8pPr>
              <a:defRPr sz="2175" b="0">
                <a:solidFill>
                  <a:srgbClr val="20252A"/>
                </a:solidFill>
                <a:latin typeface="Segoe UI"/>
                <a:ea typeface="Segoe UI"/>
                <a:cs typeface="Segoe UI"/>
              </a:defRPr>
            </a:lvl8pPr>
            <a:lvl9pPr>
              <a:defRPr sz="2175" b="0">
                <a:solidFill>
                  <a:srgbClr val="20252A"/>
                </a:solidFill>
                <a:latin typeface="Segoe UI"/>
                <a:ea typeface="Segoe UI"/>
                <a:cs typeface="Segoe UI"/>
              </a:defRPr>
            </a:lvl9pPr>
          </a:lstStyle>
          <a:p xmlns:a="http://schemas.openxmlformats.org/drawingml/2006/main">
            <a:pPr>
              <a:defRPr sz="2175" b="0">
                <a:solidFill>
                  <a:srgbClr val="20252A"/>
                </a:solidFill>
                <a:latin typeface="Segoe UI"/>
                <a:ea typeface="Segoe UI"/>
                <a:cs typeface="Segoe UI"/>
              </a:defRPr>
            </a:pPr>
            <a:r>
              <a:rPr sz="2175" b="0">
                <a:solidFill>
                  <a:srgbClr val="20252A"/>
                </a:solidFill>
                <a:latin typeface="Segoe UI"/>
                <a:ea typeface="Segoe UI"/>
                <a:cs typeface="Segoe UI"/>
              </a:rPr>
              <a:t>Use your book plan. Record two targets and their reasons.</a:t>
            </a:r>
          </a:p>
          <a:p xmlns:a="http://schemas.openxmlformats.org/drawingml/2006/main">
            <a:pPr>
              <a:defRPr sz="2175" b="0">
                <a:solidFill>
                  <a:srgbClr val="20252A"/>
                </a:solidFill>
                <a:latin typeface="Segoe UI"/>
                <a:ea typeface="Segoe UI"/>
                <a:cs typeface="Segoe UI"/>
              </a:defRPr>
            </a:pPr>
            <a:r>
              <a:rPr sz="2175" b="0">
                <a:solidFill>
                  <a:srgbClr val="20252A"/>
                </a:solidFill>
                <a:latin typeface="Segoe UI"/>
                <a:ea typeface="Segoe UI"/>
                <a:cs typeface="Segoe UI"/>
              </a:rPr>
              <a:t>Add tools, difficulties, help, resources and a review date.</a:t>
            </a:r>
          </a:p>
        </p:txBody>
      </p:sp>
      <p:sp>
        <p:nvSpPr>
          <p:cNvPr id="6" name="text-5">
            <a:extLst xmlns:a="http://schemas.openxmlformats.org/drawingml/2006/main">
              <a:ext uri="{FF2B5EF4-FFF2-40B4-BE49-F238E27FC236}">
                <a16:creationId xmlns:a16="http://schemas.microsoft.com/office/drawing/2014/main" id="{B183249E-24F7-4E80-A755-DC617DE9E531}"/>
              </a:ext>
            </a:extLst>
          </p:cNvPr>
          <p:cNvSpPr>
            <a:spLocks xmlns:a="http://schemas.openxmlformats.org/drawingml/2006/main" noGrp="1"/>
          </p:cNvSpPr>
          <p:nvPr/>
        </p:nvSpPr>
        <p:spPr>
          <a:xfrm xmlns:a="http://schemas.openxmlformats.org/drawingml/2006/main">
            <a:off x="609600" y="3143250"/>
            <a:ext cx="34861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1">
                <a:solidFill>
                  <a:srgbClr val="20252A"/>
                </a:solidFill>
                <a:latin typeface="Segoe UI"/>
                <a:ea typeface="Segoe UI"/>
                <a:cs typeface="Segoe UI"/>
              </a:defRPr>
            </a:defPPr>
            <a:lvl1pPr>
              <a:defRPr sz="1950" b="1">
                <a:solidFill>
                  <a:srgbClr val="20252A"/>
                </a:solidFill>
                <a:latin typeface="Segoe UI"/>
                <a:ea typeface="Segoe UI"/>
                <a:cs typeface="Segoe UI"/>
              </a:defRPr>
            </a:lvl1pPr>
            <a:lvl2pPr>
              <a:defRPr sz="1950" b="1">
                <a:solidFill>
                  <a:srgbClr val="20252A"/>
                </a:solidFill>
                <a:latin typeface="Segoe UI"/>
                <a:ea typeface="Segoe UI"/>
                <a:cs typeface="Segoe UI"/>
              </a:defRPr>
            </a:lvl2pPr>
            <a:lvl3pPr>
              <a:defRPr sz="1950" b="1">
                <a:solidFill>
                  <a:srgbClr val="20252A"/>
                </a:solidFill>
                <a:latin typeface="Segoe UI"/>
                <a:ea typeface="Segoe UI"/>
                <a:cs typeface="Segoe UI"/>
              </a:defRPr>
            </a:lvl3pPr>
            <a:lvl4pPr>
              <a:defRPr sz="1950" b="1">
                <a:solidFill>
                  <a:srgbClr val="20252A"/>
                </a:solidFill>
                <a:latin typeface="Segoe UI"/>
                <a:ea typeface="Segoe UI"/>
                <a:cs typeface="Segoe UI"/>
              </a:defRPr>
            </a:lvl4pPr>
            <a:lvl5pPr>
              <a:defRPr sz="1950" b="1">
                <a:solidFill>
                  <a:srgbClr val="20252A"/>
                </a:solidFill>
                <a:latin typeface="Segoe UI"/>
                <a:ea typeface="Segoe UI"/>
                <a:cs typeface="Segoe UI"/>
              </a:defRPr>
            </a:lvl5pPr>
            <a:lvl6pPr>
              <a:defRPr sz="1950" b="1">
                <a:solidFill>
                  <a:srgbClr val="20252A"/>
                </a:solidFill>
                <a:latin typeface="Segoe UI"/>
                <a:ea typeface="Segoe UI"/>
                <a:cs typeface="Segoe UI"/>
              </a:defRPr>
            </a:lvl6pPr>
            <a:lvl7pPr>
              <a:defRPr sz="1950" b="1">
                <a:solidFill>
                  <a:srgbClr val="20252A"/>
                </a:solidFill>
                <a:latin typeface="Segoe UI"/>
                <a:ea typeface="Segoe UI"/>
                <a:cs typeface="Segoe UI"/>
              </a:defRPr>
            </a:lvl7pPr>
            <a:lvl8pPr>
              <a:defRPr sz="1950" b="1">
                <a:solidFill>
                  <a:srgbClr val="20252A"/>
                </a:solidFill>
                <a:latin typeface="Segoe UI"/>
                <a:ea typeface="Segoe UI"/>
                <a:cs typeface="Segoe UI"/>
              </a:defRPr>
            </a:lvl8pPr>
            <a:lvl9pPr>
              <a:defRPr sz="1950" b="1">
                <a:solidFill>
                  <a:srgbClr val="20252A"/>
                </a:solidFill>
                <a:latin typeface="Segoe UI"/>
                <a:ea typeface="Segoe UI"/>
                <a:cs typeface="Segoe UI"/>
              </a:defRPr>
            </a:lvl9pPr>
          </a:lstStyle>
          <a:p xmlns:a="http://schemas.openxmlformats.org/drawingml/2006/main">
            <a:pPr>
              <a:defRPr sz="1950" b="1">
                <a:solidFill>
                  <a:srgbClr val="20252A"/>
                </a:solidFill>
                <a:latin typeface="Segoe UI"/>
                <a:ea typeface="Segoe UI"/>
                <a:cs typeface="Segoe UI"/>
              </a:defRPr>
            </a:pPr>
            <a:r>
              <a:rPr sz="1950" b="1">
                <a:solidFill>
                  <a:srgbClr val="20252A"/>
                </a:solidFill>
                <a:latin typeface="Segoe UI"/>
                <a:ea typeface="Segoe UI"/>
                <a:cs typeface="Segoe UI"/>
              </a:rPr>
              <a:t>SUPPORTED</a:t>
            </a:r>
          </a:p>
        </p:txBody>
      </p:sp>
      <p:sp>
        <p:nvSpPr>
          <p:cNvPr id="7" name="text-6">
            <a:extLst xmlns:a="http://schemas.openxmlformats.org/drawingml/2006/main">
              <a:ext uri="{FF2B5EF4-FFF2-40B4-BE49-F238E27FC236}">
                <a16:creationId xmlns:a16="http://schemas.microsoft.com/office/drawing/2014/main" id="{FF57A0E3-82BF-4331-97D5-110536245660}"/>
              </a:ext>
            </a:extLst>
          </p:cNvPr>
          <p:cNvSpPr>
            <a:spLocks xmlns:a="http://schemas.openxmlformats.org/drawingml/2006/main" noGrp="1"/>
          </p:cNvSpPr>
          <p:nvPr/>
        </p:nvSpPr>
        <p:spPr>
          <a:xfrm xmlns:a="http://schemas.openxmlformats.org/drawingml/2006/main">
            <a:off x="609600" y="3705225"/>
            <a:ext cx="3381375"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Tell or write your own plan. An adult can read, rephrase or scribe. You choose every assessed idea.</a:t>
            </a:r>
          </a:p>
        </p:txBody>
      </p:sp>
      <p:sp>
        <p:nvSpPr>
          <p:cNvPr id="8" name="text-7">
            <a:extLst xmlns:a="http://schemas.openxmlformats.org/drawingml/2006/main">
              <a:ext uri="{FF2B5EF4-FFF2-40B4-BE49-F238E27FC236}">
                <a16:creationId xmlns:a16="http://schemas.microsoft.com/office/drawing/2014/main" id="{526E3911-AEAB-41B2-881B-876D309B3A0E}"/>
              </a:ext>
            </a:extLst>
          </p:cNvPr>
          <p:cNvSpPr>
            <a:spLocks xmlns:a="http://schemas.openxmlformats.org/drawingml/2006/main" noGrp="1"/>
          </p:cNvSpPr>
          <p:nvPr/>
        </p:nvSpPr>
        <p:spPr>
          <a:xfrm xmlns:a="http://schemas.openxmlformats.org/drawingml/2006/main">
            <a:off x="609600" y="5353050"/>
            <a:ext cx="33813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1">
                <a:solidFill>
                  <a:srgbClr val="20252A"/>
                </a:solidFill>
                <a:latin typeface="Segoe UI"/>
                <a:ea typeface="Segoe UI"/>
                <a:cs typeface="Segoe UI"/>
              </a:defRPr>
            </a:defPPr>
            <a:lvl1pPr>
              <a:defRPr sz="1875" b="1">
                <a:solidFill>
                  <a:srgbClr val="20252A"/>
                </a:solidFill>
                <a:latin typeface="Segoe UI"/>
                <a:ea typeface="Segoe UI"/>
                <a:cs typeface="Segoe UI"/>
              </a:defRPr>
            </a:lvl1pPr>
            <a:lvl2pPr>
              <a:defRPr sz="1875" b="1">
                <a:solidFill>
                  <a:srgbClr val="20252A"/>
                </a:solidFill>
                <a:latin typeface="Segoe UI"/>
                <a:ea typeface="Segoe UI"/>
                <a:cs typeface="Segoe UI"/>
              </a:defRPr>
            </a:lvl2pPr>
            <a:lvl3pPr>
              <a:defRPr sz="1875" b="1">
                <a:solidFill>
                  <a:srgbClr val="20252A"/>
                </a:solidFill>
                <a:latin typeface="Segoe UI"/>
                <a:ea typeface="Segoe UI"/>
                <a:cs typeface="Segoe UI"/>
              </a:defRPr>
            </a:lvl3pPr>
            <a:lvl4pPr>
              <a:defRPr sz="1875" b="1">
                <a:solidFill>
                  <a:srgbClr val="20252A"/>
                </a:solidFill>
                <a:latin typeface="Segoe UI"/>
                <a:ea typeface="Segoe UI"/>
                <a:cs typeface="Segoe UI"/>
              </a:defRPr>
            </a:lvl4pPr>
            <a:lvl5pPr>
              <a:defRPr sz="1875" b="1">
                <a:solidFill>
                  <a:srgbClr val="20252A"/>
                </a:solidFill>
                <a:latin typeface="Segoe UI"/>
                <a:ea typeface="Segoe UI"/>
                <a:cs typeface="Segoe UI"/>
              </a:defRPr>
            </a:lvl5pPr>
            <a:lvl6pPr>
              <a:defRPr sz="1875" b="1">
                <a:solidFill>
                  <a:srgbClr val="20252A"/>
                </a:solidFill>
                <a:latin typeface="Segoe UI"/>
                <a:ea typeface="Segoe UI"/>
                <a:cs typeface="Segoe UI"/>
              </a:defRPr>
            </a:lvl6pPr>
            <a:lvl7pPr>
              <a:defRPr sz="1875" b="1">
                <a:solidFill>
                  <a:srgbClr val="20252A"/>
                </a:solidFill>
                <a:latin typeface="Segoe UI"/>
                <a:ea typeface="Segoe UI"/>
                <a:cs typeface="Segoe UI"/>
              </a:defRPr>
            </a:lvl7pPr>
            <a:lvl8pPr>
              <a:defRPr sz="1875" b="1">
                <a:solidFill>
                  <a:srgbClr val="20252A"/>
                </a:solidFill>
                <a:latin typeface="Segoe UI"/>
                <a:ea typeface="Segoe UI"/>
                <a:cs typeface="Segoe UI"/>
              </a:defRPr>
            </a:lvl8pPr>
            <a:lvl9pPr>
              <a:defRPr sz="1875" b="1">
                <a:solidFill>
                  <a:srgbClr val="20252A"/>
                </a:solidFill>
                <a:latin typeface="Segoe UI"/>
                <a:ea typeface="Segoe UI"/>
                <a:cs typeface="Segoe UI"/>
              </a:defRPr>
            </a:lvl9pPr>
          </a:lstStyle>
          <a:p xmlns:a="http://schemas.openxmlformats.org/drawingml/2006/main">
            <a:pPr>
              <a:defRPr sz="1875" b="1">
                <a:solidFill>
                  <a:srgbClr val="20252A"/>
                </a:solidFill>
                <a:latin typeface="Segoe UI"/>
                <a:ea typeface="Segoe UI"/>
                <a:cs typeface="Segoe UI"/>
              </a:defRPr>
            </a:pPr>
            <a:r>
              <a:rPr sz="1875" b="1">
                <a:solidFill>
                  <a:srgbClr val="20252A"/>
                </a:solidFill>
                <a:latin typeface="Segoe UI"/>
                <a:ea typeface="Segoe UI"/>
                <a:cs typeface="Segoe UI"/>
              </a:rPr>
              <a:t>My target is __. My reason is __. I will ask __ for help.</a:t>
            </a:r>
          </a:p>
        </p:txBody>
      </p:sp>
      <p:sp>
        <p:nvSpPr>
          <p:cNvPr id="9" name="text-8">
            <a:extLst xmlns:a="http://schemas.openxmlformats.org/drawingml/2006/main">
              <a:ext uri="{FF2B5EF4-FFF2-40B4-BE49-F238E27FC236}">
                <a16:creationId xmlns:a16="http://schemas.microsoft.com/office/drawing/2014/main" id="{66448972-6AC7-4072-810F-596B4CB96A63}"/>
              </a:ext>
            </a:extLst>
          </p:cNvPr>
          <p:cNvSpPr>
            <a:spLocks xmlns:a="http://schemas.openxmlformats.org/drawingml/2006/main" noGrp="1"/>
          </p:cNvSpPr>
          <p:nvPr/>
        </p:nvSpPr>
        <p:spPr>
          <a:xfrm xmlns:a="http://schemas.openxmlformats.org/drawingml/2006/main">
            <a:off x="4391025" y="3143250"/>
            <a:ext cx="34861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1">
                <a:solidFill>
                  <a:srgbClr val="20252A"/>
                </a:solidFill>
                <a:latin typeface="Segoe UI"/>
                <a:ea typeface="Segoe UI"/>
                <a:cs typeface="Segoe UI"/>
              </a:defRPr>
            </a:defPPr>
            <a:lvl1pPr>
              <a:defRPr sz="1950" b="1">
                <a:solidFill>
                  <a:srgbClr val="20252A"/>
                </a:solidFill>
                <a:latin typeface="Segoe UI"/>
                <a:ea typeface="Segoe UI"/>
                <a:cs typeface="Segoe UI"/>
              </a:defRPr>
            </a:lvl1pPr>
            <a:lvl2pPr>
              <a:defRPr sz="1950" b="1">
                <a:solidFill>
                  <a:srgbClr val="20252A"/>
                </a:solidFill>
                <a:latin typeface="Segoe UI"/>
                <a:ea typeface="Segoe UI"/>
                <a:cs typeface="Segoe UI"/>
              </a:defRPr>
            </a:lvl2pPr>
            <a:lvl3pPr>
              <a:defRPr sz="1950" b="1">
                <a:solidFill>
                  <a:srgbClr val="20252A"/>
                </a:solidFill>
                <a:latin typeface="Segoe UI"/>
                <a:ea typeface="Segoe UI"/>
                <a:cs typeface="Segoe UI"/>
              </a:defRPr>
            </a:lvl3pPr>
            <a:lvl4pPr>
              <a:defRPr sz="1950" b="1">
                <a:solidFill>
                  <a:srgbClr val="20252A"/>
                </a:solidFill>
                <a:latin typeface="Segoe UI"/>
                <a:ea typeface="Segoe UI"/>
                <a:cs typeface="Segoe UI"/>
              </a:defRPr>
            </a:lvl4pPr>
            <a:lvl5pPr>
              <a:defRPr sz="1950" b="1">
                <a:solidFill>
                  <a:srgbClr val="20252A"/>
                </a:solidFill>
                <a:latin typeface="Segoe UI"/>
                <a:ea typeface="Segoe UI"/>
                <a:cs typeface="Segoe UI"/>
              </a:defRPr>
            </a:lvl5pPr>
            <a:lvl6pPr>
              <a:defRPr sz="1950" b="1">
                <a:solidFill>
                  <a:srgbClr val="20252A"/>
                </a:solidFill>
                <a:latin typeface="Segoe UI"/>
                <a:ea typeface="Segoe UI"/>
                <a:cs typeface="Segoe UI"/>
              </a:defRPr>
            </a:lvl6pPr>
            <a:lvl7pPr>
              <a:defRPr sz="1950" b="1">
                <a:solidFill>
                  <a:srgbClr val="20252A"/>
                </a:solidFill>
                <a:latin typeface="Segoe UI"/>
                <a:ea typeface="Segoe UI"/>
                <a:cs typeface="Segoe UI"/>
              </a:defRPr>
            </a:lvl7pPr>
            <a:lvl8pPr>
              <a:defRPr sz="1950" b="1">
                <a:solidFill>
                  <a:srgbClr val="20252A"/>
                </a:solidFill>
                <a:latin typeface="Segoe UI"/>
                <a:ea typeface="Segoe UI"/>
                <a:cs typeface="Segoe UI"/>
              </a:defRPr>
            </a:lvl8pPr>
            <a:lvl9pPr>
              <a:defRPr sz="1950" b="1">
                <a:solidFill>
                  <a:srgbClr val="20252A"/>
                </a:solidFill>
                <a:latin typeface="Segoe UI"/>
                <a:ea typeface="Segoe UI"/>
                <a:cs typeface="Segoe UI"/>
              </a:defRPr>
            </a:lvl9pPr>
          </a:lstStyle>
          <a:p xmlns:a="http://schemas.openxmlformats.org/drawingml/2006/main">
            <a:pPr>
              <a:defRPr sz="1950" b="1">
                <a:solidFill>
                  <a:srgbClr val="20252A"/>
                </a:solidFill>
                <a:latin typeface="Segoe UI"/>
                <a:ea typeface="Segoe UI"/>
                <a:cs typeface="Segoe UI"/>
              </a:defRPr>
            </a:pPr>
            <a:r>
              <a:rPr sz="1950" b="1">
                <a:solidFill>
                  <a:srgbClr val="20252A"/>
                </a:solidFill>
                <a:latin typeface="Segoe UI"/>
                <a:ea typeface="Segoe UI"/>
                <a:cs typeface="Segoe UI"/>
              </a:rPr>
              <a:t>STANDARD</a:t>
            </a:r>
          </a:p>
        </p:txBody>
      </p:sp>
      <p:sp>
        <p:nvSpPr>
          <p:cNvPr id="10" name="text-9">
            <a:extLst xmlns:a="http://schemas.openxmlformats.org/drawingml/2006/main">
              <a:ext uri="{FF2B5EF4-FFF2-40B4-BE49-F238E27FC236}">
                <a16:creationId xmlns:a16="http://schemas.microsoft.com/office/drawing/2014/main" id="{69821E30-D489-4F40-A2B5-DE38A7C8FF13}"/>
              </a:ext>
            </a:extLst>
          </p:cNvPr>
          <p:cNvSpPr>
            <a:spLocks xmlns:a="http://schemas.openxmlformats.org/drawingml/2006/main" noGrp="1"/>
          </p:cNvSpPr>
          <p:nvPr/>
        </p:nvSpPr>
        <p:spPr>
          <a:xfrm xmlns:a="http://schemas.openxmlformats.org/drawingml/2006/main">
            <a:off x="4391025" y="3705225"/>
            <a:ext cx="3381375"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Record two targets from your book. Add a reason, tool, difficulty, help and resources for each. Set a review date.</a:t>
            </a:r>
          </a:p>
        </p:txBody>
      </p:sp>
      <p:sp>
        <p:nvSpPr>
          <p:cNvPr id="11" name="text-10">
            <a:extLst xmlns:a="http://schemas.openxmlformats.org/drawingml/2006/main">
              <a:ext uri="{FF2B5EF4-FFF2-40B4-BE49-F238E27FC236}">
                <a16:creationId xmlns:a16="http://schemas.microsoft.com/office/drawing/2014/main" id="{D7B613F3-20A2-40E8-9057-CD11376CF4CF}"/>
              </a:ext>
            </a:extLst>
          </p:cNvPr>
          <p:cNvSpPr>
            <a:spLocks xmlns:a="http://schemas.openxmlformats.org/drawingml/2006/main" noGrp="1"/>
          </p:cNvSpPr>
          <p:nvPr/>
        </p:nvSpPr>
        <p:spPr>
          <a:xfrm xmlns:a="http://schemas.openxmlformats.org/drawingml/2006/main">
            <a:off x="4391025" y="5353050"/>
            <a:ext cx="33813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1">
                <a:solidFill>
                  <a:srgbClr val="20252A"/>
                </a:solidFill>
                <a:latin typeface="Segoe UI"/>
                <a:ea typeface="Segoe UI"/>
                <a:cs typeface="Segoe UI"/>
              </a:defRPr>
            </a:defPPr>
            <a:lvl1pPr>
              <a:defRPr sz="1875" b="1">
                <a:solidFill>
                  <a:srgbClr val="20252A"/>
                </a:solidFill>
                <a:latin typeface="Segoe UI"/>
                <a:ea typeface="Segoe UI"/>
                <a:cs typeface="Segoe UI"/>
              </a:defRPr>
            </a:lvl1pPr>
            <a:lvl2pPr>
              <a:defRPr sz="1875" b="1">
                <a:solidFill>
                  <a:srgbClr val="20252A"/>
                </a:solidFill>
                <a:latin typeface="Segoe UI"/>
                <a:ea typeface="Segoe UI"/>
                <a:cs typeface="Segoe UI"/>
              </a:defRPr>
            </a:lvl2pPr>
            <a:lvl3pPr>
              <a:defRPr sz="1875" b="1">
                <a:solidFill>
                  <a:srgbClr val="20252A"/>
                </a:solidFill>
                <a:latin typeface="Segoe UI"/>
                <a:ea typeface="Segoe UI"/>
                <a:cs typeface="Segoe UI"/>
              </a:defRPr>
            </a:lvl3pPr>
            <a:lvl4pPr>
              <a:defRPr sz="1875" b="1">
                <a:solidFill>
                  <a:srgbClr val="20252A"/>
                </a:solidFill>
                <a:latin typeface="Segoe UI"/>
                <a:ea typeface="Segoe UI"/>
                <a:cs typeface="Segoe UI"/>
              </a:defRPr>
            </a:lvl4pPr>
            <a:lvl5pPr>
              <a:defRPr sz="1875" b="1">
                <a:solidFill>
                  <a:srgbClr val="20252A"/>
                </a:solidFill>
                <a:latin typeface="Segoe UI"/>
                <a:ea typeface="Segoe UI"/>
                <a:cs typeface="Segoe UI"/>
              </a:defRPr>
            </a:lvl5pPr>
            <a:lvl6pPr>
              <a:defRPr sz="1875" b="1">
                <a:solidFill>
                  <a:srgbClr val="20252A"/>
                </a:solidFill>
                <a:latin typeface="Segoe UI"/>
                <a:ea typeface="Segoe UI"/>
                <a:cs typeface="Segoe UI"/>
              </a:defRPr>
            </a:lvl6pPr>
            <a:lvl7pPr>
              <a:defRPr sz="1875" b="1">
                <a:solidFill>
                  <a:srgbClr val="20252A"/>
                </a:solidFill>
                <a:latin typeface="Segoe UI"/>
                <a:ea typeface="Segoe UI"/>
                <a:cs typeface="Segoe UI"/>
              </a:defRPr>
            </a:lvl7pPr>
            <a:lvl8pPr>
              <a:defRPr sz="1875" b="1">
                <a:solidFill>
                  <a:srgbClr val="20252A"/>
                </a:solidFill>
                <a:latin typeface="Segoe UI"/>
                <a:ea typeface="Segoe UI"/>
                <a:cs typeface="Segoe UI"/>
              </a:defRPr>
            </a:lvl8pPr>
            <a:lvl9pPr>
              <a:defRPr sz="1875" b="1">
                <a:solidFill>
                  <a:srgbClr val="20252A"/>
                </a:solidFill>
                <a:latin typeface="Segoe UI"/>
                <a:ea typeface="Segoe UI"/>
                <a:cs typeface="Segoe UI"/>
              </a:defRPr>
            </a:lvl9pPr>
          </a:lstStyle>
          <a:p xmlns:a="http://schemas.openxmlformats.org/drawingml/2006/main">
            <a:pPr>
              <a:defRPr sz="1875" b="1">
                <a:solidFill>
                  <a:srgbClr val="20252A"/>
                </a:solidFill>
                <a:latin typeface="Segoe UI"/>
                <a:ea typeface="Segoe UI"/>
                <a:cs typeface="Segoe UI"/>
              </a:defRPr>
            </a:pPr>
            <a:r>
              <a:rPr sz="1875" b="1">
                <a:solidFill>
                  <a:srgbClr val="20252A"/>
                </a:solidFill>
                <a:latin typeface="Segoe UI"/>
                <a:ea typeface="Segoe UI"/>
                <a:cs typeface="Segoe UI"/>
              </a:rPr>
              <a:t>I will show __ by __. I may find __ hard. I can __.</a:t>
            </a:r>
          </a:p>
        </p:txBody>
      </p:sp>
      <p:sp>
        <p:nvSpPr>
          <p:cNvPr id="12" name="text-11">
            <a:extLst xmlns:a="http://schemas.openxmlformats.org/drawingml/2006/main">
              <a:ext uri="{FF2B5EF4-FFF2-40B4-BE49-F238E27FC236}">
                <a16:creationId xmlns:a16="http://schemas.microsoft.com/office/drawing/2014/main" id="{96B81F79-5964-41A3-B04D-390D38C5AA01}"/>
              </a:ext>
            </a:extLst>
          </p:cNvPr>
          <p:cNvSpPr>
            <a:spLocks xmlns:a="http://schemas.openxmlformats.org/drawingml/2006/main" noGrp="1"/>
          </p:cNvSpPr>
          <p:nvPr/>
        </p:nvSpPr>
        <p:spPr>
          <a:xfrm xmlns:a="http://schemas.openxmlformats.org/drawingml/2006/main">
            <a:off x="8172450" y="3143250"/>
            <a:ext cx="34861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1">
                <a:solidFill>
                  <a:srgbClr val="20252A"/>
                </a:solidFill>
                <a:latin typeface="Segoe UI"/>
                <a:ea typeface="Segoe UI"/>
                <a:cs typeface="Segoe UI"/>
              </a:defRPr>
            </a:defPPr>
            <a:lvl1pPr>
              <a:defRPr sz="1950" b="1">
                <a:solidFill>
                  <a:srgbClr val="20252A"/>
                </a:solidFill>
                <a:latin typeface="Segoe UI"/>
                <a:ea typeface="Segoe UI"/>
                <a:cs typeface="Segoe UI"/>
              </a:defRPr>
            </a:lvl1pPr>
            <a:lvl2pPr>
              <a:defRPr sz="1950" b="1">
                <a:solidFill>
                  <a:srgbClr val="20252A"/>
                </a:solidFill>
                <a:latin typeface="Segoe UI"/>
                <a:ea typeface="Segoe UI"/>
                <a:cs typeface="Segoe UI"/>
              </a:defRPr>
            </a:lvl2pPr>
            <a:lvl3pPr>
              <a:defRPr sz="1950" b="1">
                <a:solidFill>
                  <a:srgbClr val="20252A"/>
                </a:solidFill>
                <a:latin typeface="Segoe UI"/>
                <a:ea typeface="Segoe UI"/>
                <a:cs typeface="Segoe UI"/>
              </a:defRPr>
            </a:lvl3pPr>
            <a:lvl4pPr>
              <a:defRPr sz="1950" b="1">
                <a:solidFill>
                  <a:srgbClr val="20252A"/>
                </a:solidFill>
                <a:latin typeface="Segoe UI"/>
                <a:ea typeface="Segoe UI"/>
                <a:cs typeface="Segoe UI"/>
              </a:defRPr>
            </a:lvl4pPr>
            <a:lvl5pPr>
              <a:defRPr sz="1950" b="1">
                <a:solidFill>
                  <a:srgbClr val="20252A"/>
                </a:solidFill>
                <a:latin typeface="Segoe UI"/>
                <a:ea typeface="Segoe UI"/>
                <a:cs typeface="Segoe UI"/>
              </a:defRPr>
            </a:lvl5pPr>
            <a:lvl6pPr>
              <a:defRPr sz="1950" b="1">
                <a:solidFill>
                  <a:srgbClr val="20252A"/>
                </a:solidFill>
                <a:latin typeface="Segoe UI"/>
                <a:ea typeface="Segoe UI"/>
                <a:cs typeface="Segoe UI"/>
              </a:defRPr>
            </a:lvl6pPr>
            <a:lvl7pPr>
              <a:defRPr sz="1950" b="1">
                <a:solidFill>
                  <a:srgbClr val="20252A"/>
                </a:solidFill>
                <a:latin typeface="Segoe UI"/>
                <a:ea typeface="Segoe UI"/>
                <a:cs typeface="Segoe UI"/>
              </a:defRPr>
            </a:lvl7pPr>
            <a:lvl8pPr>
              <a:defRPr sz="1950" b="1">
                <a:solidFill>
                  <a:srgbClr val="20252A"/>
                </a:solidFill>
                <a:latin typeface="Segoe UI"/>
                <a:ea typeface="Segoe UI"/>
                <a:cs typeface="Segoe UI"/>
              </a:defRPr>
            </a:lvl8pPr>
            <a:lvl9pPr>
              <a:defRPr sz="1950" b="1">
                <a:solidFill>
                  <a:srgbClr val="20252A"/>
                </a:solidFill>
                <a:latin typeface="Segoe UI"/>
                <a:ea typeface="Segoe UI"/>
                <a:cs typeface="Segoe UI"/>
              </a:defRPr>
            </a:lvl9pPr>
          </a:lstStyle>
          <a:p xmlns:a="http://schemas.openxmlformats.org/drawingml/2006/main">
            <a:pPr>
              <a:defRPr sz="1950" b="1">
                <a:solidFill>
                  <a:srgbClr val="20252A"/>
                </a:solidFill>
                <a:latin typeface="Segoe UI"/>
                <a:ea typeface="Segoe UI"/>
                <a:cs typeface="Segoe UI"/>
              </a:defRPr>
            </a:pPr>
            <a:r>
              <a:rPr sz="1950" b="1">
                <a:solidFill>
                  <a:srgbClr val="20252A"/>
                </a:solidFill>
                <a:latin typeface="Segoe UI"/>
                <a:ea typeface="Segoe UI"/>
                <a:cs typeface="Segoe UI"/>
              </a:rPr>
              <a:t>STRETCH</a:t>
            </a:r>
          </a:p>
        </p:txBody>
      </p:sp>
      <p:sp>
        <p:nvSpPr>
          <p:cNvPr id="13" name="text-12">
            <a:extLst xmlns:a="http://schemas.openxmlformats.org/drawingml/2006/main">
              <a:ext uri="{FF2B5EF4-FFF2-40B4-BE49-F238E27FC236}">
                <a16:creationId xmlns:a16="http://schemas.microsoft.com/office/drawing/2014/main" id="{BA30344A-9391-4C86-9E53-43FF64078CF6}"/>
              </a:ext>
            </a:extLst>
          </p:cNvPr>
          <p:cNvSpPr>
            <a:spLocks xmlns:a="http://schemas.openxmlformats.org/drawingml/2006/main" noGrp="1"/>
          </p:cNvSpPr>
          <p:nvPr/>
        </p:nvSpPr>
        <p:spPr>
          <a:xfrm xmlns:a="http://schemas.openxmlformats.org/drawingml/2006/main">
            <a:off x="8172450" y="3705225"/>
            <a:ext cx="3381375"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Complete the same plan. Explain why each tool fits. Add your own third target only if it helps.</a:t>
            </a:r>
          </a:p>
        </p:txBody>
      </p:sp>
      <p:sp>
        <p:nvSpPr>
          <p:cNvPr id="14" name="text-13">
            <a:extLst xmlns:a="http://schemas.openxmlformats.org/drawingml/2006/main">
              <a:ext uri="{FF2B5EF4-FFF2-40B4-BE49-F238E27FC236}">
                <a16:creationId xmlns:a16="http://schemas.microsoft.com/office/drawing/2014/main" id="{F3A6AC78-AA7D-499E-8778-37B2B2D461D5}"/>
              </a:ext>
            </a:extLst>
          </p:cNvPr>
          <p:cNvSpPr>
            <a:spLocks xmlns:a="http://schemas.openxmlformats.org/drawingml/2006/main" noGrp="1"/>
          </p:cNvSpPr>
          <p:nvPr/>
        </p:nvSpPr>
        <p:spPr>
          <a:xfrm xmlns:a="http://schemas.openxmlformats.org/drawingml/2006/main">
            <a:off x="8172450" y="5353050"/>
            <a:ext cx="33813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1">
                <a:solidFill>
                  <a:srgbClr val="20252A"/>
                </a:solidFill>
                <a:latin typeface="Segoe UI"/>
                <a:ea typeface="Segoe UI"/>
                <a:cs typeface="Segoe UI"/>
              </a:defRPr>
            </a:defPPr>
            <a:lvl1pPr>
              <a:defRPr sz="1875" b="1">
                <a:solidFill>
                  <a:srgbClr val="20252A"/>
                </a:solidFill>
                <a:latin typeface="Segoe UI"/>
                <a:ea typeface="Segoe UI"/>
                <a:cs typeface="Segoe UI"/>
              </a:defRPr>
            </a:lvl1pPr>
            <a:lvl2pPr>
              <a:defRPr sz="1875" b="1">
                <a:solidFill>
                  <a:srgbClr val="20252A"/>
                </a:solidFill>
                <a:latin typeface="Segoe UI"/>
                <a:ea typeface="Segoe UI"/>
                <a:cs typeface="Segoe UI"/>
              </a:defRPr>
            </a:lvl2pPr>
            <a:lvl3pPr>
              <a:defRPr sz="1875" b="1">
                <a:solidFill>
                  <a:srgbClr val="20252A"/>
                </a:solidFill>
                <a:latin typeface="Segoe UI"/>
                <a:ea typeface="Segoe UI"/>
                <a:cs typeface="Segoe UI"/>
              </a:defRPr>
            </a:lvl3pPr>
            <a:lvl4pPr>
              <a:defRPr sz="1875" b="1">
                <a:solidFill>
                  <a:srgbClr val="20252A"/>
                </a:solidFill>
                <a:latin typeface="Segoe UI"/>
                <a:ea typeface="Segoe UI"/>
                <a:cs typeface="Segoe UI"/>
              </a:defRPr>
            </a:lvl4pPr>
            <a:lvl5pPr>
              <a:defRPr sz="1875" b="1">
                <a:solidFill>
                  <a:srgbClr val="20252A"/>
                </a:solidFill>
                <a:latin typeface="Segoe UI"/>
                <a:ea typeface="Segoe UI"/>
                <a:cs typeface="Segoe UI"/>
              </a:defRPr>
            </a:lvl5pPr>
            <a:lvl6pPr>
              <a:defRPr sz="1875" b="1">
                <a:solidFill>
                  <a:srgbClr val="20252A"/>
                </a:solidFill>
                <a:latin typeface="Segoe UI"/>
                <a:ea typeface="Segoe UI"/>
                <a:cs typeface="Segoe UI"/>
              </a:defRPr>
            </a:lvl6pPr>
            <a:lvl7pPr>
              <a:defRPr sz="1875" b="1">
                <a:solidFill>
                  <a:srgbClr val="20252A"/>
                </a:solidFill>
                <a:latin typeface="Segoe UI"/>
                <a:ea typeface="Segoe UI"/>
                <a:cs typeface="Segoe UI"/>
              </a:defRPr>
            </a:lvl7pPr>
            <a:lvl8pPr>
              <a:defRPr sz="1875" b="1">
                <a:solidFill>
                  <a:srgbClr val="20252A"/>
                </a:solidFill>
                <a:latin typeface="Segoe UI"/>
                <a:ea typeface="Segoe UI"/>
                <a:cs typeface="Segoe UI"/>
              </a:defRPr>
            </a:lvl8pPr>
            <a:lvl9pPr>
              <a:defRPr sz="1875" b="1">
                <a:solidFill>
                  <a:srgbClr val="20252A"/>
                </a:solidFill>
                <a:latin typeface="Segoe UI"/>
                <a:ea typeface="Segoe UI"/>
                <a:cs typeface="Segoe UI"/>
              </a:defRPr>
            </a:lvl9pPr>
          </a:lstStyle>
          <a:p xmlns:a="http://schemas.openxmlformats.org/drawingml/2006/main">
            <a:pPr>
              <a:defRPr sz="1875" b="1">
                <a:solidFill>
                  <a:srgbClr val="20252A"/>
                </a:solidFill>
                <a:latin typeface="Segoe UI"/>
                <a:ea typeface="Segoe UI"/>
                <a:cs typeface="Segoe UI"/>
              </a:defRPr>
            </a:pPr>
            <a:r>
              <a:rPr sz="1875" b="1">
                <a:solidFill>
                  <a:srgbClr val="20252A"/>
                </a:solidFill>
                <a:latin typeface="Segoe UI"/>
                <a:ea typeface="Segoe UI"/>
                <a:cs typeface="Segoe UI"/>
              </a:rPr>
              <a:t>I chose this tool because __. I will check the result by __.</a:t>
            </a:r>
          </a:p>
        </p:txBody>
      </p:sp>
    </p:spTree>
    <p:extLst>
      <p:ext uri="{BB962C8B-B14F-4D97-AF65-F5344CB8AC3E}">
        <p14:creationId xmlns:p14="http://schemas.microsoft.com/office/powerpoint/2010/main" val="2131461024"/>
      </p:ext>
    </p:extLst>
  </p:cSld>
</p:sld>
</file>

<file path=ppt/slides/slide9.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10" name="heading-0">
            <a:extLst xmlns:a="http://schemas.openxmlformats.org/drawingml/2006/main">
              <a:ext uri="{FF2B5EF4-FFF2-40B4-BE49-F238E27FC236}">
                <a16:creationId xmlns:a16="http://schemas.microsoft.com/office/drawing/2014/main" id="{2084BBEA-8121-42C3-9932-C0EEBE416A45}"/>
              </a:ext>
            </a:extLst>
          </p:cNvPr>
          <p:cNvSpPr>
            <a:spLocks xmlns:a="http://schemas.openxmlformats.org/drawingml/2006/main" noGrp="1"/>
          </p:cNvSpPr>
          <p:nvPr/>
        </p:nvSpPr>
        <p:spPr>
          <a:xfrm xmlns:a="http://schemas.openxmlformats.org/drawingml/2006/main">
            <a:off x="609600" y="40005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20252A"/>
                </a:solidFill>
                <a:latin typeface="Segoe UI"/>
                <a:ea typeface="Segoe UI"/>
                <a:cs typeface="Segoe UI"/>
              </a:defRPr>
            </a:defPPr>
            <a:lvl1pPr>
              <a:defRPr sz="3300" b="1">
                <a:solidFill>
                  <a:srgbClr val="20252A"/>
                </a:solidFill>
                <a:latin typeface="Segoe UI"/>
                <a:ea typeface="Segoe UI"/>
                <a:cs typeface="Segoe UI"/>
              </a:defRPr>
            </a:lvl1pPr>
            <a:lvl2pPr>
              <a:defRPr sz="3300" b="1">
                <a:solidFill>
                  <a:srgbClr val="20252A"/>
                </a:solidFill>
                <a:latin typeface="Segoe UI"/>
                <a:ea typeface="Segoe UI"/>
                <a:cs typeface="Segoe UI"/>
              </a:defRPr>
            </a:lvl2pPr>
            <a:lvl3pPr>
              <a:defRPr sz="3300" b="1">
                <a:solidFill>
                  <a:srgbClr val="20252A"/>
                </a:solidFill>
                <a:latin typeface="Segoe UI"/>
                <a:ea typeface="Segoe UI"/>
                <a:cs typeface="Segoe UI"/>
              </a:defRPr>
            </a:lvl3pPr>
            <a:lvl4pPr>
              <a:defRPr sz="3300" b="1">
                <a:solidFill>
                  <a:srgbClr val="20252A"/>
                </a:solidFill>
                <a:latin typeface="Segoe UI"/>
                <a:ea typeface="Segoe UI"/>
                <a:cs typeface="Segoe UI"/>
              </a:defRPr>
            </a:lvl4pPr>
            <a:lvl5pPr>
              <a:defRPr sz="3300" b="1">
                <a:solidFill>
                  <a:srgbClr val="20252A"/>
                </a:solidFill>
                <a:latin typeface="Segoe UI"/>
                <a:ea typeface="Segoe UI"/>
                <a:cs typeface="Segoe UI"/>
              </a:defRPr>
            </a:lvl5pPr>
            <a:lvl6pPr>
              <a:defRPr sz="3300" b="1">
                <a:solidFill>
                  <a:srgbClr val="20252A"/>
                </a:solidFill>
                <a:latin typeface="Segoe UI"/>
                <a:ea typeface="Segoe UI"/>
                <a:cs typeface="Segoe UI"/>
              </a:defRPr>
            </a:lvl6pPr>
            <a:lvl7pPr>
              <a:defRPr sz="3300" b="1">
                <a:solidFill>
                  <a:srgbClr val="20252A"/>
                </a:solidFill>
                <a:latin typeface="Segoe UI"/>
                <a:ea typeface="Segoe UI"/>
                <a:cs typeface="Segoe UI"/>
              </a:defRPr>
            </a:lvl7pPr>
            <a:lvl8pPr>
              <a:defRPr sz="3300" b="1">
                <a:solidFill>
                  <a:srgbClr val="20252A"/>
                </a:solidFill>
                <a:latin typeface="Segoe UI"/>
                <a:ea typeface="Segoe UI"/>
                <a:cs typeface="Segoe UI"/>
              </a:defRPr>
            </a:lvl8pPr>
            <a:lvl9pPr>
              <a:defRPr sz="3300" b="1">
                <a:solidFill>
                  <a:srgbClr val="20252A"/>
                </a:solidFill>
                <a:latin typeface="Segoe UI"/>
                <a:ea typeface="Segoe UI"/>
                <a:cs typeface="Segoe UI"/>
              </a:defRPr>
            </a:lvl9pPr>
          </a:lstStyle>
          <a:p xmlns:a="http://schemas.openxmlformats.org/drawingml/2006/main">
            <a:pPr>
              <a:defRPr sz="3300" b="1">
                <a:solidFill>
                  <a:srgbClr val="20252A"/>
                </a:solidFill>
                <a:latin typeface="Segoe UI"/>
                <a:ea typeface="Segoe UI"/>
                <a:cs typeface="Segoe UI"/>
              </a:defRPr>
            </a:pPr>
            <a:r>
              <a:rPr sz="3300" b="1">
                <a:solidFill>
                  <a:srgbClr val="20252A"/>
                </a:solidFill>
                <a:latin typeface="Segoe UI"/>
                <a:ea typeface="Segoe UI"/>
                <a:cs typeface="Segoe UI"/>
              </a:rPr>
              <a:t>Evidence check before hand-in</a:t>
            </a:r>
          </a:p>
        </p:txBody>
      </p:sp>
      <p:sp>
        <p:nvSpPr>
          <p:cNvPr id="2" name="footer-1">
            <a:extLst xmlns:a="http://schemas.openxmlformats.org/drawingml/2006/main">
              <a:ext uri="{FF2B5EF4-FFF2-40B4-BE49-F238E27FC236}">
                <a16:creationId xmlns:a16="http://schemas.microsoft.com/office/drawing/2014/main" id="{7036EFBF-23D2-43B1-A135-01894A71C98E}"/>
              </a:ext>
            </a:extLst>
          </p:cNvPr>
          <p:cNvSpPr>
            <a:spLocks xmlns:a="http://schemas.openxmlformats.org/drawingml/2006/main" noGrp="1"/>
          </p:cNvSpPr>
          <p:nvPr/>
        </p:nvSpPr>
        <p:spPr>
          <a:xfrm xmlns:a="http://schemas.openxmlformats.org/drawingml/2006/main">
            <a:off x="609600" y="6496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COMM-GROW-A1-W05</a:t>
            </a:r>
          </a:p>
        </p:txBody>
      </p:sp>
      <p:sp>
        <p:nvSpPr>
          <p:cNvPr id="3" name="footer-2">
            <a:extLst xmlns:a="http://schemas.openxmlformats.org/drawingml/2006/main">
              <a:ext uri="{FF2B5EF4-FFF2-40B4-BE49-F238E27FC236}">
                <a16:creationId xmlns:a16="http://schemas.microsoft.com/office/drawing/2014/main" id="{105A0308-A909-47E9-9E1F-153A8D54F49C}"/>
              </a:ext>
            </a:extLst>
          </p:cNvPr>
          <p:cNvSpPr>
            <a:spLocks xmlns:a="http://schemas.openxmlformats.org/drawingml/2006/main" noGrp="1"/>
          </p:cNvSpPr>
          <p:nvPr/>
        </p:nvSpPr>
        <p:spPr>
          <a:xfrm xmlns:a="http://schemas.openxmlformats.org/drawingml/2006/main">
            <a:off x="9525000" y="6496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9 / 12  ·  2 min</a:t>
            </a:r>
          </a:p>
        </p:txBody>
      </p:sp>
      <p:sp>
        <p:nvSpPr>
          <p:cNvPr id="4" name="text-3">
            <a:extLst xmlns:a="http://schemas.openxmlformats.org/drawingml/2006/main">
              <a:ext uri="{FF2B5EF4-FFF2-40B4-BE49-F238E27FC236}">
                <a16:creationId xmlns:a16="http://schemas.microsoft.com/office/drawing/2014/main" id="{DF0F96DF-9B9A-40A1-8042-A0AC652AD254}"/>
              </a:ext>
            </a:extLst>
          </p:cNvPr>
          <p:cNvSpPr>
            <a:spLocks xmlns:a="http://schemas.openxmlformats.org/drawingml/2006/main" noGrp="1"/>
          </p:cNvSpPr>
          <p:nvPr/>
        </p:nvSpPr>
        <p:spPr>
          <a:xfrm xmlns:a="http://schemas.openxmlformats.org/drawingml/2006/main">
            <a:off x="609600" y="1304925"/>
            <a:ext cx="10953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1">
                <a:solidFill>
                  <a:srgbClr val="20252A"/>
                </a:solidFill>
                <a:latin typeface="Segoe UI"/>
                <a:ea typeface="Segoe UI"/>
                <a:cs typeface="Segoe UI"/>
              </a:defRPr>
            </a:defPPr>
            <a:lvl1pPr>
              <a:defRPr sz="2775" b="1">
                <a:solidFill>
                  <a:srgbClr val="20252A"/>
                </a:solidFill>
                <a:latin typeface="Segoe UI"/>
                <a:ea typeface="Segoe UI"/>
                <a:cs typeface="Segoe UI"/>
              </a:defRPr>
            </a:lvl1pPr>
            <a:lvl2pPr>
              <a:defRPr sz="2775" b="1">
                <a:solidFill>
                  <a:srgbClr val="20252A"/>
                </a:solidFill>
                <a:latin typeface="Segoe UI"/>
                <a:ea typeface="Segoe UI"/>
                <a:cs typeface="Segoe UI"/>
              </a:defRPr>
            </a:lvl2pPr>
            <a:lvl3pPr>
              <a:defRPr sz="2775" b="1">
                <a:solidFill>
                  <a:srgbClr val="20252A"/>
                </a:solidFill>
                <a:latin typeface="Segoe UI"/>
                <a:ea typeface="Segoe UI"/>
                <a:cs typeface="Segoe UI"/>
              </a:defRPr>
            </a:lvl3pPr>
            <a:lvl4pPr>
              <a:defRPr sz="2775" b="1">
                <a:solidFill>
                  <a:srgbClr val="20252A"/>
                </a:solidFill>
                <a:latin typeface="Segoe UI"/>
                <a:ea typeface="Segoe UI"/>
                <a:cs typeface="Segoe UI"/>
              </a:defRPr>
            </a:lvl4pPr>
            <a:lvl5pPr>
              <a:defRPr sz="2775" b="1">
                <a:solidFill>
                  <a:srgbClr val="20252A"/>
                </a:solidFill>
                <a:latin typeface="Segoe UI"/>
                <a:ea typeface="Segoe UI"/>
                <a:cs typeface="Segoe UI"/>
              </a:defRPr>
            </a:lvl5pPr>
            <a:lvl6pPr>
              <a:defRPr sz="2775" b="1">
                <a:solidFill>
                  <a:srgbClr val="20252A"/>
                </a:solidFill>
                <a:latin typeface="Segoe UI"/>
                <a:ea typeface="Segoe UI"/>
                <a:cs typeface="Segoe UI"/>
              </a:defRPr>
            </a:lvl6pPr>
            <a:lvl7pPr>
              <a:defRPr sz="2775" b="1">
                <a:solidFill>
                  <a:srgbClr val="20252A"/>
                </a:solidFill>
                <a:latin typeface="Segoe UI"/>
                <a:ea typeface="Segoe UI"/>
                <a:cs typeface="Segoe UI"/>
              </a:defRPr>
            </a:lvl7pPr>
            <a:lvl8pPr>
              <a:defRPr sz="2775" b="1">
                <a:solidFill>
                  <a:srgbClr val="20252A"/>
                </a:solidFill>
                <a:latin typeface="Segoe UI"/>
                <a:ea typeface="Segoe UI"/>
                <a:cs typeface="Segoe UI"/>
              </a:defRPr>
            </a:lvl8pPr>
            <a:lvl9pPr>
              <a:defRPr sz="2775" b="1">
                <a:solidFill>
                  <a:srgbClr val="20252A"/>
                </a:solidFill>
                <a:latin typeface="Segoe UI"/>
                <a:ea typeface="Segoe UI"/>
                <a:cs typeface="Segoe UI"/>
              </a:defRPr>
            </a:lvl9pPr>
          </a:lstStyle>
          <a:p xmlns:a="http://schemas.openxmlformats.org/drawingml/2006/main">
            <a:pPr>
              <a:defRPr sz="2775" b="1">
                <a:solidFill>
                  <a:srgbClr val="20252A"/>
                </a:solidFill>
                <a:latin typeface="Segoe UI"/>
                <a:ea typeface="Segoe UI"/>
                <a:cs typeface="Segoe UI"/>
              </a:defRPr>
            </a:pPr>
            <a:r>
              <a:rPr sz="2775" b="1">
                <a:solidFill>
                  <a:srgbClr val="20252A"/>
                </a:solidFill>
                <a:latin typeface="Segoe UI"/>
                <a:ea typeface="Segoe UI"/>
                <a:cs typeface="Segoe UI"/>
              </a:rPr>
              <a:t>Two targets. Two reasons. Two possible difficulties.</a:t>
            </a:r>
          </a:p>
        </p:txBody>
      </p:sp>
      <p:sp>
        <p:nvSpPr>
          <p:cNvPr id="5" name="text-4">
            <a:extLst xmlns:a="http://schemas.openxmlformats.org/drawingml/2006/main">
              <a:ext uri="{FF2B5EF4-FFF2-40B4-BE49-F238E27FC236}">
                <a16:creationId xmlns:a16="http://schemas.microsoft.com/office/drawing/2014/main" id="{28A935DC-43EB-4415-BE6D-F5AB4F20F279}"/>
              </a:ext>
            </a:extLst>
          </p:cNvPr>
          <p:cNvSpPr>
            <a:spLocks xmlns:a="http://schemas.openxmlformats.org/drawingml/2006/main" noGrp="1"/>
          </p:cNvSpPr>
          <p:nvPr/>
        </p:nvSpPr>
        <p:spPr>
          <a:xfrm xmlns:a="http://schemas.openxmlformats.org/drawingml/2006/main">
            <a:off x="609600" y="2495550"/>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20252A"/>
                </a:solidFill>
                <a:latin typeface="Segoe UI"/>
                <a:ea typeface="Segoe UI"/>
                <a:cs typeface="Segoe UI"/>
              </a:defRPr>
            </a:defPPr>
            <a:lvl1pPr>
              <a:defRPr sz="2325" b="0">
                <a:solidFill>
                  <a:srgbClr val="20252A"/>
                </a:solidFill>
                <a:latin typeface="Segoe UI"/>
                <a:ea typeface="Segoe UI"/>
                <a:cs typeface="Segoe UI"/>
              </a:defRPr>
            </a:lvl1pPr>
            <a:lvl2pPr>
              <a:defRPr sz="2325" b="0">
                <a:solidFill>
                  <a:srgbClr val="20252A"/>
                </a:solidFill>
                <a:latin typeface="Segoe UI"/>
                <a:ea typeface="Segoe UI"/>
                <a:cs typeface="Segoe UI"/>
              </a:defRPr>
            </a:lvl2pPr>
            <a:lvl3pPr>
              <a:defRPr sz="2325" b="0">
                <a:solidFill>
                  <a:srgbClr val="20252A"/>
                </a:solidFill>
                <a:latin typeface="Segoe UI"/>
                <a:ea typeface="Segoe UI"/>
                <a:cs typeface="Segoe UI"/>
              </a:defRPr>
            </a:lvl3pPr>
            <a:lvl4pPr>
              <a:defRPr sz="2325" b="0">
                <a:solidFill>
                  <a:srgbClr val="20252A"/>
                </a:solidFill>
                <a:latin typeface="Segoe UI"/>
                <a:ea typeface="Segoe UI"/>
                <a:cs typeface="Segoe UI"/>
              </a:defRPr>
            </a:lvl4pPr>
            <a:lvl5pPr>
              <a:defRPr sz="2325" b="0">
                <a:solidFill>
                  <a:srgbClr val="20252A"/>
                </a:solidFill>
                <a:latin typeface="Segoe UI"/>
                <a:ea typeface="Segoe UI"/>
                <a:cs typeface="Segoe UI"/>
              </a:defRPr>
            </a:lvl5pPr>
            <a:lvl6pPr>
              <a:defRPr sz="2325" b="0">
                <a:solidFill>
                  <a:srgbClr val="20252A"/>
                </a:solidFill>
                <a:latin typeface="Segoe UI"/>
                <a:ea typeface="Segoe UI"/>
                <a:cs typeface="Segoe UI"/>
              </a:defRPr>
            </a:lvl6pPr>
            <a:lvl7pPr>
              <a:defRPr sz="2325" b="0">
                <a:solidFill>
                  <a:srgbClr val="20252A"/>
                </a:solidFill>
                <a:latin typeface="Segoe UI"/>
                <a:ea typeface="Segoe UI"/>
                <a:cs typeface="Segoe UI"/>
              </a:defRPr>
            </a:lvl7pPr>
            <a:lvl8pPr>
              <a:defRPr sz="2325" b="0">
                <a:solidFill>
                  <a:srgbClr val="20252A"/>
                </a:solidFill>
                <a:latin typeface="Segoe UI"/>
                <a:ea typeface="Segoe UI"/>
                <a:cs typeface="Segoe UI"/>
              </a:defRPr>
            </a:lvl8pPr>
            <a:lvl9pPr>
              <a:defRPr sz="2325" b="0">
                <a:solidFill>
                  <a:srgbClr val="20252A"/>
                </a:solidFill>
                <a:latin typeface="Segoe UI"/>
                <a:ea typeface="Segoe UI"/>
                <a:cs typeface="Segoe UI"/>
              </a:defRPr>
            </a:lvl9pPr>
          </a:lstStyle>
          <a:p xmlns:a="http://schemas.openxmlformats.org/drawingml/2006/main">
            <a:pPr>
              <a:defRPr sz="2325" b="0">
                <a:solidFill>
                  <a:srgbClr val="20252A"/>
                </a:solidFill>
                <a:latin typeface="Segoe UI"/>
                <a:ea typeface="Segoe UI"/>
                <a:cs typeface="Segoe UI"/>
              </a:defRPr>
            </a:pPr>
            <a:r>
              <a:rPr sz="2325" b="0">
                <a:solidFill>
                  <a:srgbClr val="20252A"/>
                </a:solidFill>
                <a:latin typeface="Segoe UI"/>
                <a:ea typeface="Segoe UI"/>
                <a:cs typeface="Segoe UI"/>
              </a:rPr>
              <a:t>Does each target say what, how many and when?</a:t>
            </a:r>
          </a:p>
        </p:txBody>
      </p:sp>
      <p:sp>
        <p:nvSpPr>
          <p:cNvPr id="6" name="text-5">
            <a:extLst xmlns:a="http://schemas.openxmlformats.org/drawingml/2006/main">
              <a:ext uri="{FF2B5EF4-FFF2-40B4-BE49-F238E27FC236}">
                <a16:creationId xmlns:a16="http://schemas.microsoft.com/office/drawing/2014/main" id="{507C61B8-7FC3-4877-8B1F-596AF16770B5}"/>
              </a:ext>
            </a:extLst>
          </p:cNvPr>
          <p:cNvSpPr>
            <a:spLocks xmlns:a="http://schemas.openxmlformats.org/drawingml/2006/main" noGrp="1"/>
          </p:cNvSpPr>
          <p:nvPr/>
        </p:nvSpPr>
        <p:spPr>
          <a:xfrm xmlns:a="http://schemas.openxmlformats.org/drawingml/2006/main">
            <a:off x="609600" y="3219450"/>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20252A"/>
                </a:solidFill>
                <a:latin typeface="Segoe UI"/>
                <a:ea typeface="Segoe UI"/>
                <a:cs typeface="Segoe UI"/>
              </a:defRPr>
            </a:defPPr>
            <a:lvl1pPr>
              <a:defRPr sz="2325" b="0">
                <a:solidFill>
                  <a:srgbClr val="20252A"/>
                </a:solidFill>
                <a:latin typeface="Segoe UI"/>
                <a:ea typeface="Segoe UI"/>
                <a:cs typeface="Segoe UI"/>
              </a:defRPr>
            </a:lvl1pPr>
            <a:lvl2pPr>
              <a:defRPr sz="2325" b="0">
                <a:solidFill>
                  <a:srgbClr val="20252A"/>
                </a:solidFill>
                <a:latin typeface="Segoe UI"/>
                <a:ea typeface="Segoe UI"/>
                <a:cs typeface="Segoe UI"/>
              </a:defRPr>
            </a:lvl2pPr>
            <a:lvl3pPr>
              <a:defRPr sz="2325" b="0">
                <a:solidFill>
                  <a:srgbClr val="20252A"/>
                </a:solidFill>
                <a:latin typeface="Segoe UI"/>
                <a:ea typeface="Segoe UI"/>
                <a:cs typeface="Segoe UI"/>
              </a:defRPr>
            </a:lvl3pPr>
            <a:lvl4pPr>
              <a:defRPr sz="2325" b="0">
                <a:solidFill>
                  <a:srgbClr val="20252A"/>
                </a:solidFill>
                <a:latin typeface="Segoe UI"/>
                <a:ea typeface="Segoe UI"/>
                <a:cs typeface="Segoe UI"/>
              </a:defRPr>
            </a:lvl4pPr>
            <a:lvl5pPr>
              <a:defRPr sz="2325" b="0">
                <a:solidFill>
                  <a:srgbClr val="20252A"/>
                </a:solidFill>
                <a:latin typeface="Segoe UI"/>
                <a:ea typeface="Segoe UI"/>
                <a:cs typeface="Segoe UI"/>
              </a:defRPr>
            </a:lvl5pPr>
            <a:lvl6pPr>
              <a:defRPr sz="2325" b="0">
                <a:solidFill>
                  <a:srgbClr val="20252A"/>
                </a:solidFill>
                <a:latin typeface="Segoe UI"/>
                <a:ea typeface="Segoe UI"/>
                <a:cs typeface="Segoe UI"/>
              </a:defRPr>
            </a:lvl6pPr>
            <a:lvl7pPr>
              <a:defRPr sz="2325" b="0">
                <a:solidFill>
                  <a:srgbClr val="20252A"/>
                </a:solidFill>
                <a:latin typeface="Segoe UI"/>
                <a:ea typeface="Segoe UI"/>
                <a:cs typeface="Segoe UI"/>
              </a:defRPr>
            </a:lvl7pPr>
            <a:lvl8pPr>
              <a:defRPr sz="2325" b="0">
                <a:solidFill>
                  <a:srgbClr val="20252A"/>
                </a:solidFill>
                <a:latin typeface="Segoe UI"/>
                <a:ea typeface="Segoe UI"/>
                <a:cs typeface="Segoe UI"/>
              </a:defRPr>
            </a:lvl8pPr>
            <a:lvl9pPr>
              <a:defRPr sz="2325" b="0">
                <a:solidFill>
                  <a:srgbClr val="20252A"/>
                </a:solidFill>
                <a:latin typeface="Segoe UI"/>
                <a:ea typeface="Segoe UI"/>
                <a:cs typeface="Segoe UI"/>
              </a:defRPr>
            </a:lvl9pPr>
          </a:lstStyle>
          <a:p xmlns:a="http://schemas.openxmlformats.org/drawingml/2006/main">
            <a:pPr>
              <a:defRPr sz="2325" b="0">
                <a:solidFill>
                  <a:srgbClr val="20252A"/>
                </a:solidFill>
                <a:latin typeface="Segoe UI"/>
                <a:ea typeface="Segoe UI"/>
                <a:cs typeface="Segoe UI"/>
              </a:defRPr>
            </a:pPr>
            <a:r>
              <a:rPr sz="2325" b="0">
                <a:solidFill>
                  <a:srgbClr val="20252A"/>
                </a:solidFill>
                <a:latin typeface="Segoe UI"/>
                <a:ea typeface="Segoe UI"/>
                <a:cs typeface="Segoe UI"/>
              </a:rPr>
              <a:t>Have I named a tool, help and resources?</a:t>
            </a:r>
          </a:p>
        </p:txBody>
      </p:sp>
      <p:sp>
        <p:nvSpPr>
          <p:cNvPr id="7" name="text-6">
            <a:extLst xmlns:a="http://schemas.openxmlformats.org/drawingml/2006/main">
              <a:ext uri="{FF2B5EF4-FFF2-40B4-BE49-F238E27FC236}">
                <a16:creationId xmlns:a16="http://schemas.microsoft.com/office/drawing/2014/main" id="{4D33128D-516C-48AF-8F78-A91606CEC2D9}"/>
              </a:ext>
            </a:extLst>
          </p:cNvPr>
          <p:cNvSpPr>
            <a:spLocks xmlns:a="http://schemas.openxmlformats.org/drawingml/2006/main" noGrp="1"/>
          </p:cNvSpPr>
          <p:nvPr/>
        </p:nvSpPr>
        <p:spPr>
          <a:xfrm xmlns:a="http://schemas.openxmlformats.org/drawingml/2006/main">
            <a:off x="609600" y="3943350"/>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20252A"/>
                </a:solidFill>
                <a:latin typeface="Segoe UI"/>
                <a:ea typeface="Segoe UI"/>
                <a:cs typeface="Segoe UI"/>
              </a:defRPr>
            </a:defPPr>
            <a:lvl1pPr>
              <a:defRPr sz="2325" b="0">
                <a:solidFill>
                  <a:srgbClr val="20252A"/>
                </a:solidFill>
                <a:latin typeface="Segoe UI"/>
                <a:ea typeface="Segoe UI"/>
                <a:cs typeface="Segoe UI"/>
              </a:defRPr>
            </a:lvl1pPr>
            <a:lvl2pPr>
              <a:defRPr sz="2325" b="0">
                <a:solidFill>
                  <a:srgbClr val="20252A"/>
                </a:solidFill>
                <a:latin typeface="Segoe UI"/>
                <a:ea typeface="Segoe UI"/>
                <a:cs typeface="Segoe UI"/>
              </a:defRPr>
            </a:lvl2pPr>
            <a:lvl3pPr>
              <a:defRPr sz="2325" b="0">
                <a:solidFill>
                  <a:srgbClr val="20252A"/>
                </a:solidFill>
                <a:latin typeface="Segoe UI"/>
                <a:ea typeface="Segoe UI"/>
                <a:cs typeface="Segoe UI"/>
              </a:defRPr>
            </a:lvl3pPr>
            <a:lvl4pPr>
              <a:defRPr sz="2325" b="0">
                <a:solidFill>
                  <a:srgbClr val="20252A"/>
                </a:solidFill>
                <a:latin typeface="Segoe UI"/>
                <a:ea typeface="Segoe UI"/>
                <a:cs typeface="Segoe UI"/>
              </a:defRPr>
            </a:lvl4pPr>
            <a:lvl5pPr>
              <a:defRPr sz="2325" b="0">
                <a:solidFill>
                  <a:srgbClr val="20252A"/>
                </a:solidFill>
                <a:latin typeface="Segoe UI"/>
                <a:ea typeface="Segoe UI"/>
                <a:cs typeface="Segoe UI"/>
              </a:defRPr>
            </a:lvl5pPr>
            <a:lvl6pPr>
              <a:defRPr sz="2325" b="0">
                <a:solidFill>
                  <a:srgbClr val="20252A"/>
                </a:solidFill>
                <a:latin typeface="Segoe UI"/>
                <a:ea typeface="Segoe UI"/>
                <a:cs typeface="Segoe UI"/>
              </a:defRPr>
            </a:lvl6pPr>
            <a:lvl7pPr>
              <a:defRPr sz="2325" b="0">
                <a:solidFill>
                  <a:srgbClr val="20252A"/>
                </a:solidFill>
                <a:latin typeface="Segoe UI"/>
                <a:ea typeface="Segoe UI"/>
                <a:cs typeface="Segoe UI"/>
              </a:defRPr>
            </a:lvl7pPr>
            <a:lvl8pPr>
              <a:defRPr sz="2325" b="0">
                <a:solidFill>
                  <a:srgbClr val="20252A"/>
                </a:solidFill>
                <a:latin typeface="Segoe UI"/>
                <a:ea typeface="Segoe UI"/>
                <a:cs typeface="Segoe UI"/>
              </a:defRPr>
            </a:lvl8pPr>
            <a:lvl9pPr>
              <a:defRPr sz="2325" b="0">
                <a:solidFill>
                  <a:srgbClr val="20252A"/>
                </a:solidFill>
                <a:latin typeface="Segoe UI"/>
                <a:ea typeface="Segoe UI"/>
                <a:cs typeface="Segoe UI"/>
              </a:defRPr>
            </a:lvl9pPr>
          </a:lstStyle>
          <a:p xmlns:a="http://schemas.openxmlformats.org/drawingml/2006/main">
            <a:pPr>
              <a:defRPr sz="2325" b="0">
                <a:solidFill>
                  <a:srgbClr val="20252A"/>
                </a:solidFill>
                <a:latin typeface="Segoe UI"/>
                <a:ea typeface="Segoe UI"/>
                <a:cs typeface="Segoe UI"/>
              </a:defRPr>
            </a:pPr>
            <a:r>
              <a:rPr sz="2325" b="0">
                <a:solidFill>
                  <a:srgbClr val="20252A"/>
                </a:solidFill>
                <a:latin typeface="Segoe UI"/>
                <a:ea typeface="Segoe UI"/>
                <a:cs typeface="Segoe UI"/>
              </a:rPr>
              <a:t>Have I set a review date?</a:t>
            </a:r>
          </a:p>
        </p:txBody>
      </p:sp>
      <p:sp>
        <p:nvSpPr>
          <p:cNvPr id="8" name="text-7">
            <a:extLst xmlns:a="http://schemas.openxmlformats.org/drawingml/2006/main">
              <a:ext uri="{FF2B5EF4-FFF2-40B4-BE49-F238E27FC236}">
                <a16:creationId xmlns:a16="http://schemas.microsoft.com/office/drawing/2014/main" id="{D8D2A2E1-3996-4FCB-8171-BC30A65CF35E}"/>
              </a:ext>
            </a:extLst>
          </p:cNvPr>
          <p:cNvSpPr>
            <a:spLocks xmlns:a="http://schemas.openxmlformats.org/drawingml/2006/main" noGrp="1"/>
          </p:cNvSpPr>
          <p:nvPr/>
        </p:nvSpPr>
        <p:spPr>
          <a:xfrm xmlns:a="http://schemas.openxmlformats.org/drawingml/2006/main">
            <a:off x="609600" y="4667250"/>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20252A"/>
                </a:solidFill>
                <a:latin typeface="Segoe UI"/>
                <a:ea typeface="Segoe UI"/>
                <a:cs typeface="Segoe UI"/>
              </a:defRPr>
            </a:defPPr>
            <a:lvl1pPr>
              <a:defRPr sz="2325" b="0">
                <a:solidFill>
                  <a:srgbClr val="20252A"/>
                </a:solidFill>
                <a:latin typeface="Segoe UI"/>
                <a:ea typeface="Segoe UI"/>
                <a:cs typeface="Segoe UI"/>
              </a:defRPr>
            </a:lvl1pPr>
            <a:lvl2pPr>
              <a:defRPr sz="2325" b="0">
                <a:solidFill>
                  <a:srgbClr val="20252A"/>
                </a:solidFill>
                <a:latin typeface="Segoe UI"/>
                <a:ea typeface="Segoe UI"/>
                <a:cs typeface="Segoe UI"/>
              </a:defRPr>
            </a:lvl2pPr>
            <a:lvl3pPr>
              <a:defRPr sz="2325" b="0">
                <a:solidFill>
                  <a:srgbClr val="20252A"/>
                </a:solidFill>
                <a:latin typeface="Segoe UI"/>
                <a:ea typeface="Segoe UI"/>
                <a:cs typeface="Segoe UI"/>
              </a:defRPr>
            </a:lvl3pPr>
            <a:lvl4pPr>
              <a:defRPr sz="2325" b="0">
                <a:solidFill>
                  <a:srgbClr val="20252A"/>
                </a:solidFill>
                <a:latin typeface="Segoe UI"/>
                <a:ea typeface="Segoe UI"/>
                <a:cs typeface="Segoe UI"/>
              </a:defRPr>
            </a:lvl4pPr>
            <a:lvl5pPr>
              <a:defRPr sz="2325" b="0">
                <a:solidFill>
                  <a:srgbClr val="20252A"/>
                </a:solidFill>
                <a:latin typeface="Segoe UI"/>
                <a:ea typeface="Segoe UI"/>
                <a:cs typeface="Segoe UI"/>
              </a:defRPr>
            </a:lvl5pPr>
            <a:lvl6pPr>
              <a:defRPr sz="2325" b="0">
                <a:solidFill>
                  <a:srgbClr val="20252A"/>
                </a:solidFill>
                <a:latin typeface="Segoe UI"/>
                <a:ea typeface="Segoe UI"/>
                <a:cs typeface="Segoe UI"/>
              </a:defRPr>
            </a:lvl6pPr>
            <a:lvl7pPr>
              <a:defRPr sz="2325" b="0">
                <a:solidFill>
                  <a:srgbClr val="20252A"/>
                </a:solidFill>
                <a:latin typeface="Segoe UI"/>
                <a:ea typeface="Segoe UI"/>
                <a:cs typeface="Segoe UI"/>
              </a:defRPr>
            </a:lvl7pPr>
            <a:lvl8pPr>
              <a:defRPr sz="2325" b="0">
                <a:solidFill>
                  <a:srgbClr val="20252A"/>
                </a:solidFill>
                <a:latin typeface="Segoe UI"/>
                <a:ea typeface="Segoe UI"/>
                <a:cs typeface="Segoe UI"/>
              </a:defRPr>
            </a:lvl8pPr>
            <a:lvl9pPr>
              <a:defRPr sz="2325" b="0">
                <a:solidFill>
                  <a:srgbClr val="20252A"/>
                </a:solidFill>
                <a:latin typeface="Segoe UI"/>
                <a:ea typeface="Segoe UI"/>
                <a:cs typeface="Segoe UI"/>
              </a:defRPr>
            </a:lvl9pPr>
          </a:lstStyle>
          <a:p xmlns:a="http://schemas.openxmlformats.org/drawingml/2006/main">
            <a:pPr>
              <a:defRPr sz="2325" b="0">
                <a:solidFill>
                  <a:srgbClr val="20252A"/>
                </a:solidFill>
                <a:latin typeface="Segoe UI"/>
                <a:ea typeface="Segoe UI"/>
                <a:cs typeface="Segoe UI"/>
              </a:defRPr>
            </a:pPr>
            <a:r>
              <a:rPr sz="2325" b="0">
                <a:solidFill>
                  <a:srgbClr val="20252A"/>
                </a:solidFill>
                <a:latin typeface="Segoe UI"/>
                <a:ea typeface="Segoe UI"/>
                <a:cs typeface="Segoe UI"/>
              </a:rPr>
              <a:t>Are these my own ideas? Is my work dated?</a:t>
            </a:r>
          </a:p>
        </p:txBody>
      </p:sp>
      <p:sp>
        <p:nvSpPr>
          <p:cNvPr id="9" name="text-8">
            <a:extLst xmlns:a="http://schemas.openxmlformats.org/drawingml/2006/main">
              <a:ext uri="{FF2B5EF4-FFF2-40B4-BE49-F238E27FC236}">
                <a16:creationId xmlns:a16="http://schemas.microsoft.com/office/drawing/2014/main" id="{10F46464-265C-4B83-A214-A5E1F22CD8EC}"/>
              </a:ext>
            </a:extLst>
          </p:cNvPr>
          <p:cNvSpPr>
            <a:spLocks xmlns:a="http://schemas.openxmlformats.org/drawingml/2006/main" noGrp="1"/>
          </p:cNvSpPr>
          <p:nvPr/>
        </p:nvSpPr>
        <p:spPr>
          <a:xfrm xmlns:a="http://schemas.openxmlformats.org/drawingml/2006/main">
            <a:off x="609600" y="5734050"/>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1">
                <a:solidFill>
                  <a:srgbClr val="20252A"/>
                </a:solidFill>
                <a:latin typeface="Segoe UI"/>
                <a:ea typeface="Segoe UI"/>
                <a:cs typeface="Segoe UI"/>
              </a:defRPr>
            </a:defPPr>
            <a:lvl1pPr>
              <a:defRPr sz="2400" b="1">
                <a:solidFill>
                  <a:srgbClr val="20252A"/>
                </a:solidFill>
                <a:latin typeface="Segoe UI"/>
                <a:ea typeface="Segoe UI"/>
                <a:cs typeface="Segoe UI"/>
              </a:defRPr>
            </a:lvl1pPr>
            <a:lvl2pPr>
              <a:defRPr sz="2400" b="1">
                <a:solidFill>
                  <a:srgbClr val="20252A"/>
                </a:solidFill>
                <a:latin typeface="Segoe UI"/>
                <a:ea typeface="Segoe UI"/>
                <a:cs typeface="Segoe UI"/>
              </a:defRPr>
            </a:lvl2pPr>
            <a:lvl3pPr>
              <a:defRPr sz="2400" b="1">
                <a:solidFill>
                  <a:srgbClr val="20252A"/>
                </a:solidFill>
                <a:latin typeface="Segoe UI"/>
                <a:ea typeface="Segoe UI"/>
                <a:cs typeface="Segoe UI"/>
              </a:defRPr>
            </a:lvl3pPr>
            <a:lvl4pPr>
              <a:defRPr sz="2400" b="1">
                <a:solidFill>
                  <a:srgbClr val="20252A"/>
                </a:solidFill>
                <a:latin typeface="Segoe UI"/>
                <a:ea typeface="Segoe UI"/>
                <a:cs typeface="Segoe UI"/>
              </a:defRPr>
            </a:lvl4pPr>
            <a:lvl5pPr>
              <a:defRPr sz="2400" b="1">
                <a:solidFill>
                  <a:srgbClr val="20252A"/>
                </a:solidFill>
                <a:latin typeface="Segoe UI"/>
                <a:ea typeface="Segoe UI"/>
                <a:cs typeface="Segoe UI"/>
              </a:defRPr>
            </a:lvl5pPr>
            <a:lvl6pPr>
              <a:defRPr sz="2400" b="1">
                <a:solidFill>
                  <a:srgbClr val="20252A"/>
                </a:solidFill>
                <a:latin typeface="Segoe UI"/>
                <a:ea typeface="Segoe UI"/>
                <a:cs typeface="Segoe UI"/>
              </a:defRPr>
            </a:lvl6pPr>
            <a:lvl7pPr>
              <a:defRPr sz="2400" b="1">
                <a:solidFill>
                  <a:srgbClr val="20252A"/>
                </a:solidFill>
                <a:latin typeface="Segoe UI"/>
                <a:ea typeface="Segoe UI"/>
                <a:cs typeface="Segoe UI"/>
              </a:defRPr>
            </a:lvl7pPr>
            <a:lvl8pPr>
              <a:defRPr sz="2400" b="1">
                <a:solidFill>
                  <a:srgbClr val="20252A"/>
                </a:solidFill>
                <a:latin typeface="Segoe UI"/>
                <a:ea typeface="Segoe UI"/>
                <a:cs typeface="Segoe UI"/>
              </a:defRPr>
            </a:lvl8pPr>
            <a:lvl9pPr>
              <a:defRPr sz="2400" b="1">
                <a:solidFill>
                  <a:srgbClr val="20252A"/>
                </a:solidFill>
                <a:latin typeface="Segoe UI"/>
                <a:ea typeface="Segoe UI"/>
                <a:cs typeface="Segoe UI"/>
              </a:defRPr>
            </a:lvl9pPr>
          </a:lstStyle>
          <a:p xmlns:a="http://schemas.openxmlformats.org/drawingml/2006/main">
            <a:pPr>
              <a:defRPr sz="2400" b="1">
                <a:solidFill>
                  <a:srgbClr val="20252A"/>
                </a:solidFill>
                <a:latin typeface="Segoe UI"/>
                <a:ea typeface="Segoe UI"/>
                <a:cs typeface="Segoe UI"/>
              </a:defRPr>
            </a:pPr>
            <a:r>
              <a:rPr sz="2400" b="1">
                <a:solidFill>
                  <a:srgbClr val="20252A"/>
                </a:solidFill>
                <a:latin typeface="Segoe UI"/>
                <a:ea typeface="Segoe UI"/>
                <a:cs typeface="Segoe UI"/>
              </a:rPr>
              <a:t>I need to add __. I can ask __ for help.</a:t>
            </a:r>
          </a:p>
        </p:txBody>
      </p:sp>
    </p:spTree>
    <p:extLst>
      <p:ext uri="{BB962C8B-B14F-4D97-AF65-F5344CB8AC3E}">
        <p14:creationId xmlns:p14="http://schemas.microsoft.com/office/powerpoint/2010/main" val="980013879"/>
      </p:ext>
    </p:extLst>
  </p:cSld>
</p:sld>
</file>

<file path=ppt/slides/slide10.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8" name="heading-0">
            <a:extLst xmlns:a="http://schemas.openxmlformats.org/drawingml/2006/main">
              <a:ext uri="{FF2B5EF4-FFF2-40B4-BE49-F238E27FC236}">
                <a16:creationId xmlns:a16="http://schemas.microsoft.com/office/drawing/2014/main" id="{C7DE69C9-6F19-4906-A60B-25F8F9FCC369}"/>
              </a:ext>
            </a:extLst>
          </p:cNvPr>
          <p:cNvSpPr>
            <a:spLocks xmlns:a="http://schemas.openxmlformats.org/drawingml/2006/main" noGrp="1"/>
          </p:cNvSpPr>
          <p:nvPr/>
        </p:nvSpPr>
        <p:spPr>
          <a:xfrm xmlns:a="http://schemas.openxmlformats.org/drawingml/2006/main">
            <a:off x="609600" y="40005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20252A"/>
                </a:solidFill>
                <a:latin typeface="Segoe UI"/>
                <a:ea typeface="Segoe UI"/>
                <a:cs typeface="Segoe UI"/>
              </a:defRPr>
            </a:defPPr>
            <a:lvl1pPr>
              <a:defRPr sz="3300" b="1">
                <a:solidFill>
                  <a:srgbClr val="20252A"/>
                </a:solidFill>
                <a:latin typeface="Segoe UI"/>
                <a:ea typeface="Segoe UI"/>
                <a:cs typeface="Segoe UI"/>
              </a:defRPr>
            </a:lvl1pPr>
            <a:lvl2pPr>
              <a:defRPr sz="3300" b="1">
                <a:solidFill>
                  <a:srgbClr val="20252A"/>
                </a:solidFill>
                <a:latin typeface="Segoe UI"/>
                <a:ea typeface="Segoe UI"/>
                <a:cs typeface="Segoe UI"/>
              </a:defRPr>
            </a:lvl2pPr>
            <a:lvl3pPr>
              <a:defRPr sz="3300" b="1">
                <a:solidFill>
                  <a:srgbClr val="20252A"/>
                </a:solidFill>
                <a:latin typeface="Segoe UI"/>
                <a:ea typeface="Segoe UI"/>
                <a:cs typeface="Segoe UI"/>
              </a:defRPr>
            </a:lvl3pPr>
            <a:lvl4pPr>
              <a:defRPr sz="3300" b="1">
                <a:solidFill>
                  <a:srgbClr val="20252A"/>
                </a:solidFill>
                <a:latin typeface="Segoe UI"/>
                <a:ea typeface="Segoe UI"/>
                <a:cs typeface="Segoe UI"/>
              </a:defRPr>
            </a:lvl4pPr>
            <a:lvl5pPr>
              <a:defRPr sz="3300" b="1">
                <a:solidFill>
                  <a:srgbClr val="20252A"/>
                </a:solidFill>
                <a:latin typeface="Segoe UI"/>
                <a:ea typeface="Segoe UI"/>
                <a:cs typeface="Segoe UI"/>
              </a:defRPr>
            </a:lvl5pPr>
            <a:lvl6pPr>
              <a:defRPr sz="3300" b="1">
                <a:solidFill>
                  <a:srgbClr val="20252A"/>
                </a:solidFill>
                <a:latin typeface="Segoe UI"/>
                <a:ea typeface="Segoe UI"/>
                <a:cs typeface="Segoe UI"/>
              </a:defRPr>
            </a:lvl6pPr>
            <a:lvl7pPr>
              <a:defRPr sz="3300" b="1">
                <a:solidFill>
                  <a:srgbClr val="20252A"/>
                </a:solidFill>
                <a:latin typeface="Segoe UI"/>
                <a:ea typeface="Segoe UI"/>
                <a:cs typeface="Segoe UI"/>
              </a:defRPr>
            </a:lvl7pPr>
            <a:lvl8pPr>
              <a:defRPr sz="3300" b="1">
                <a:solidFill>
                  <a:srgbClr val="20252A"/>
                </a:solidFill>
                <a:latin typeface="Segoe UI"/>
                <a:ea typeface="Segoe UI"/>
                <a:cs typeface="Segoe UI"/>
              </a:defRPr>
            </a:lvl8pPr>
            <a:lvl9pPr>
              <a:defRPr sz="3300" b="1">
                <a:solidFill>
                  <a:srgbClr val="20252A"/>
                </a:solidFill>
                <a:latin typeface="Segoe UI"/>
                <a:ea typeface="Segoe UI"/>
                <a:cs typeface="Segoe UI"/>
              </a:defRPr>
            </a:lvl9pPr>
          </a:lstStyle>
          <a:p xmlns:a="http://schemas.openxmlformats.org/drawingml/2006/main">
            <a:pPr>
              <a:defRPr sz="3300" b="1">
                <a:solidFill>
                  <a:srgbClr val="20252A"/>
                </a:solidFill>
                <a:latin typeface="Segoe UI"/>
                <a:ea typeface="Segoe UI"/>
                <a:cs typeface="Segoe UI"/>
              </a:defRPr>
            </a:pPr>
            <a:r>
              <a:rPr sz="3300" b="1">
                <a:solidFill>
                  <a:srgbClr val="20252A"/>
                </a:solidFill>
                <a:latin typeface="Segoe UI"/>
                <a:ea typeface="Segoe UI"/>
                <a:cs typeface="Segoe UI"/>
              </a:rPr>
              <a:t>Exit ticket</a:t>
            </a:r>
          </a:p>
        </p:txBody>
      </p:sp>
      <p:sp>
        <p:nvSpPr>
          <p:cNvPr id="2" name="footer-1">
            <a:extLst xmlns:a="http://schemas.openxmlformats.org/drawingml/2006/main">
              <a:ext uri="{FF2B5EF4-FFF2-40B4-BE49-F238E27FC236}">
                <a16:creationId xmlns:a16="http://schemas.microsoft.com/office/drawing/2014/main" id="{B857BE50-E89A-4C63-98FD-0B53EA53584A}"/>
              </a:ext>
            </a:extLst>
          </p:cNvPr>
          <p:cNvSpPr>
            <a:spLocks xmlns:a="http://schemas.openxmlformats.org/drawingml/2006/main" noGrp="1"/>
          </p:cNvSpPr>
          <p:nvPr/>
        </p:nvSpPr>
        <p:spPr>
          <a:xfrm xmlns:a="http://schemas.openxmlformats.org/drawingml/2006/main">
            <a:off x="609600" y="6496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COMM-GROW-A1-W05</a:t>
            </a:r>
          </a:p>
        </p:txBody>
      </p:sp>
      <p:sp>
        <p:nvSpPr>
          <p:cNvPr id="3" name="footer-2">
            <a:extLst xmlns:a="http://schemas.openxmlformats.org/drawingml/2006/main">
              <a:ext uri="{FF2B5EF4-FFF2-40B4-BE49-F238E27FC236}">
                <a16:creationId xmlns:a16="http://schemas.microsoft.com/office/drawing/2014/main" id="{D38A33AE-3E20-4BFD-9075-C7EE1BD092B2}"/>
              </a:ext>
            </a:extLst>
          </p:cNvPr>
          <p:cNvSpPr>
            <a:spLocks xmlns:a="http://schemas.openxmlformats.org/drawingml/2006/main" noGrp="1"/>
          </p:cNvSpPr>
          <p:nvPr/>
        </p:nvSpPr>
        <p:spPr>
          <a:xfrm xmlns:a="http://schemas.openxmlformats.org/drawingml/2006/main">
            <a:off x="9525000" y="6496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10 / 12  ·  3 min</a:t>
            </a:r>
          </a:p>
        </p:txBody>
      </p:sp>
      <p:sp>
        <p:nvSpPr>
          <p:cNvPr id="4" name="text-3">
            <a:extLst xmlns:a="http://schemas.openxmlformats.org/drawingml/2006/main">
              <a:ext uri="{FF2B5EF4-FFF2-40B4-BE49-F238E27FC236}">
                <a16:creationId xmlns:a16="http://schemas.microsoft.com/office/drawing/2014/main" id="{BDF2A8CB-FA44-4A4F-9149-9B01431EBB5D}"/>
              </a:ext>
            </a:extLst>
          </p:cNvPr>
          <p:cNvSpPr>
            <a:spLocks xmlns:a="http://schemas.openxmlformats.org/drawingml/2006/main" noGrp="1"/>
          </p:cNvSpPr>
          <p:nvPr/>
        </p:nvSpPr>
        <p:spPr>
          <a:xfrm xmlns:a="http://schemas.openxmlformats.org/drawingml/2006/main">
            <a:off x="609600" y="1485900"/>
            <a:ext cx="10858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20252A"/>
                </a:solidFill>
                <a:latin typeface="Segoe UI"/>
                <a:ea typeface="Segoe UI"/>
                <a:cs typeface="Segoe UI"/>
              </a:defRPr>
            </a:defPPr>
            <a:lvl1pPr>
              <a:defRPr sz="3300" b="1">
                <a:solidFill>
                  <a:srgbClr val="20252A"/>
                </a:solidFill>
                <a:latin typeface="Segoe UI"/>
                <a:ea typeface="Segoe UI"/>
                <a:cs typeface="Segoe UI"/>
              </a:defRPr>
            </a:lvl1pPr>
            <a:lvl2pPr>
              <a:defRPr sz="3300" b="1">
                <a:solidFill>
                  <a:srgbClr val="20252A"/>
                </a:solidFill>
                <a:latin typeface="Segoe UI"/>
                <a:ea typeface="Segoe UI"/>
                <a:cs typeface="Segoe UI"/>
              </a:defRPr>
            </a:lvl2pPr>
            <a:lvl3pPr>
              <a:defRPr sz="3300" b="1">
                <a:solidFill>
                  <a:srgbClr val="20252A"/>
                </a:solidFill>
                <a:latin typeface="Segoe UI"/>
                <a:ea typeface="Segoe UI"/>
                <a:cs typeface="Segoe UI"/>
              </a:defRPr>
            </a:lvl3pPr>
            <a:lvl4pPr>
              <a:defRPr sz="3300" b="1">
                <a:solidFill>
                  <a:srgbClr val="20252A"/>
                </a:solidFill>
                <a:latin typeface="Segoe UI"/>
                <a:ea typeface="Segoe UI"/>
                <a:cs typeface="Segoe UI"/>
              </a:defRPr>
            </a:lvl4pPr>
            <a:lvl5pPr>
              <a:defRPr sz="3300" b="1">
                <a:solidFill>
                  <a:srgbClr val="20252A"/>
                </a:solidFill>
                <a:latin typeface="Segoe UI"/>
                <a:ea typeface="Segoe UI"/>
                <a:cs typeface="Segoe UI"/>
              </a:defRPr>
            </a:lvl5pPr>
            <a:lvl6pPr>
              <a:defRPr sz="3300" b="1">
                <a:solidFill>
                  <a:srgbClr val="20252A"/>
                </a:solidFill>
                <a:latin typeface="Segoe UI"/>
                <a:ea typeface="Segoe UI"/>
                <a:cs typeface="Segoe UI"/>
              </a:defRPr>
            </a:lvl6pPr>
            <a:lvl7pPr>
              <a:defRPr sz="3300" b="1">
                <a:solidFill>
                  <a:srgbClr val="20252A"/>
                </a:solidFill>
                <a:latin typeface="Segoe UI"/>
                <a:ea typeface="Segoe UI"/>
                <a:cs typeface="Segoe UI"/>
              </a:defRPr>
            </a:lvl7pPr>
            <a:lvl8pPr>
              <a:defRPr sz="3300" b="1">
                <a:solidFill>
                  <a:srgbClr val="20252A"/>
                </a:solidFill>
                <a:latin typeface="Segoe UI"/>
                <a:ea typeface="Segoe UI"/>
                <a:cs typeface="Segoe UI"/>
              </a:defRPr>
            </a:lvl8pPr>
            <a:lvl9pPr>
              <a:defRPr sz="3300" b="1">
                <a:solidFill>
                  <a:srgbClr val="20252A"/>
                </a:solidFill>
                <a:latin typeface="Segoe UI"/>
                <a:ea typeface="Segoe UI"/>
                <a:cs typeface="Segoe UI"/>
              </a:defRPr>
            </a:lvl9pPr>
          </a:lstStyle>
          <a:p xmlns:a="http://schemas.openxmlformats.org/drawingml/2006/main">
            <a:pPr>
              <a:defRPr sz="3300" b="1">
                <a:solidFill>
                  <a:srgbClr val="20252A"/>
                </a:solidFill>
                <a:latin typeface="Segoe UI"/>
                <a:ea typeface="Segoe UI"/>
                <a:cs typeface="Segoe UI"/>
              </a:defRPr>
            </a:pPr>
            <a:r>
              <a:rPr sz="3300" b="1">
                <a:solidFill>
                  <a:srgbClr val="20252A"/>
                </a:solidFill>
                <a:latin typeface="Segoe UI"/>
                <a:ea typeface="Segoe UI"/>
                <a:cs typeface="Segoe UI"/>
              </a:rPr>
              <a:t>One target from my plan, and the first lesson I will use it in.</a:t>
            </a:r>
          </a:p>
        </p:txBody>
      </p:sp>
      <p:sp>
        <p:nvSpPr>
          <p:cNvPr id="5" name="text-4">
            <a:extLst xmlns:a="http://schemas.openxmlformats.org/drawingml/2006/main">
              <a:ext uri="{FF2B5EF4-FFF2-40B4-BE49-F238E27FC236}">
                <a16:creationId xmlns:a16="http://schemas.microsoft.com/office/drawing/2014/main" id="{5F5DC0B0-8CE1-40ED-A495-553FF6E3F79B}"/>
              </a:ext>
            </a:extLst>
          </p:cNvPr>
          <p:cNvSpPr>
            <a:spLocks xmlns:a="http://schemas.openxmlformats.org/drawingml/2006/main" noGrp="1"/>
          </p:cNvSpPr>
          <p:nvPr/>
        </p:nvSpPr>
        <p:spPr>
          <a:xfrm xmlns:a="http://schemas.openxmlformats.org/drawingml/2006/main">
            <a:off x="609600" y="3552825"/>
            <a:ext cx="10858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20252A"/>
                </a:solidFill>
                <a:latin typeface="Segoe UI"/>
                <a:ea typeface="Segoe UI"/>
                <a:cs typeface="Segoe UI"/>
              </a:defRPr>
            </a:defPPr>
            <a:lvl1pPr>
              <a:defRPr sz="3000" b="0">
                <a:solidFill>
                  <a:srgbClr val="20252A"/>
                </a:solidFill>
                <a:latin typeface="Segoe UI"/>
                <a:ea typeface="Segoe UI"/>
                <a:cs typeface="Segoe UI"/>
              </a:defRPr>
            </a:lvl1pPr>
            <a:lvl2pPr>
              <a:defRPr sz="3000" b="0">
                <a:solidFill>
                  <a:srgbClr val="20252A"/>
                </a:solidFill>
                <a:latin typeface="Segoe UI"/>
                <a:ea typeface="Segoe UI"/>
                <a:cs typeface="Segoe UI"/>
              </a:defRPr>
            </a:lvl2pPr>
            <a:lvl3pPr>
              <a:defRPr sz="3000" b="0">
                <a:solidFill>
                  <a:srgbClr val="20252A"/>
                </a:solidFill>
                <a:latin typeface="Segoe UI"/>
                <a:ea typeface="Segoe UI"/>
                <a:cs typeface="Segoe UI"/>
              </a:defRPr>
            </a:lvl3pPr>
            <a:lvl4pPr>
              <a:defRPr sz="3000" b="0">
                <a:solidFill>
                  <a:srgbClr val="20252A"/>
                </a:solidFill>
                <a:latin typeface="Segoe UI"/>
                <a:ea typeface="Segoe UI"/>
                <a:cs typeface="Segoe UI"/>
              </a:defRPr>
            </a:lvl4pPr>
            <a:lvl5pPr>
              <a:defRPr sz="3000" b="0">
                <a:solidFill>
                  <a:srgbClr val="20252A"/>
                </a:solidFill>
                <a:latin typeface="Segoe UI"/>
                <a:ea typeface="Segoe UI"/>
                <a:cs typeface="Segoe UI"/>
              </a:defRPr>
            </a:lvl5pPr>
            <a:lvl6pPr>
              <a:defRPr sz="3000" b="0">
                <a:solidFill>
                  <a:srgbClr val="20252A"/>
                </a:solidFill>
                <a:latin typeface="Segoe UI"/>
                <a:ea typeface="Segoe UI"/>
                <a:cs typeface="Segoe UI"/>
              </a:defRPr>
            </a:lvl6pPr>
            <a:lvl7pPr>
              <a:defRPr sz="3000" b="0">
                <a:solidFill>
                  <a:srgbClr val="20252A"/>
                </a:solidFill>
                <a:latin typeface="Segoe UI"/>
                <a:ea typeface="Segoe UI"/>
                <a:cs typeface="Segoe UI"/>
              </a:defRPr>
            </a:lvl7pPr>
            <a:lvl8pPr>
              <a:defRPr sz="3000" b="0">
                <a:solidFill>
                  <a:srgbClr val="20252A"/>
                </a:solidFill>
                <a:latin typeface="Segoe UI"/>
                <a:ea typeface="Segoe UI"/>
                <a:cs typeface="Segoe UI"/>
              </a:defRPr>
            </a:lvl8pPr>
            <a:lvl9pPr>
              <a:defRPr sz="3000" b="0">
                <a:solidFill>
                  <a:srgbClr val="20252A"/>
                </a:solidFill>
                <a:latin typeface="Segoe UI"/>
                <a:ea typeface="Segoe UI"/>
                <a:cs typeface="Segoe UI"/>
              </a:defRPr>
            </a:lvl9pPr>
          </a:lstStyle>
          <a:p xmlns:a="http://schemas.openxmlformats.org/drawingml/2006/main">
            <a:pPr>
              <a:defRPr sz="3000" b="0">
                <a:solidFill>
                  <a:srgbClr val="20252A"/>
                </a:solidFill>
                <a:latin typeface="Segoe UI"/>
                <a:ea typeface="Segoe UI"/>
                <a:cs typeface="Segoe UI"/>
              </a:defRPr>
            </a:pPr>
            <a:r>
              <a:rPr sz="3000" b="0">
                <a:solidFill>
                  <a:srgbClr val="20252A"/>
                </a:solidFill>
                <a:latin typeface="Segoe UI"/>
                <a:ea typeface="Segoe UI"/>
                <a:cs typeface="Segoe UI"/>
              </a:rPr>
              <a:t>My target is __.</a:t>
            </a:r>
          </a:p>
        </p:txBody>
      </p:sp>
      <p:sp>
        <p:nvSpPr>
          <p:cNvPr id="6" name="text-5">
            <a:extLst xmlns:a="http://schemas.openxmlformats.org/drawingml/2006/main">
              <a:ext uri="{FF2B5EF4-FFF2-40B4-BE49-F238E27FC236}">
                <a16:creationId xmlns:a16="http://schemas.microsoft.com/office/drawing/2014/main" id="{760BCDEF-EBF5-44D4-AD17-9DCB73AD8129}"/>
              </a:ext>
            </a:extLst>
          </p:cNvPr>
          <p:cNvSpPr>
            <a:spLocks xmlns:a="http://schemas.openxmlformats.org/drawingml/2006/main" noGrp="1"/>
          </p:cNvSpPr>
          <p:nvPr/>
        </p:nvSpPr>
        <p:spPr>
          <a:xfrm xmlns:a="http://schemas.openxmlformats.org/drawingml/2006/main">
            <a:off x="609600" y="4524375"/>
            <a:ext cx="10858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20252A"/>
                </a:solidFill>
                <a:latin typeface="Segoe UI"/>
                <a:ea typeface="Segoe UI"/>
                <a:cs typeface="Segoe UI"/>
              </a:defRPr>
            </a:defPPr>
            <a:lvl1pPr>
              <a:defRPr sz="3000" b="0">
                <a:solidFill>
                  <a:srgbClr val="20252A"/>
                </a:solidFill>
                <a:latin typeface="Segoe UI"/>
                <a:ea typeface="Segoe UI"/>
                <a:cs typeface="Segoe UI"/>
              </a:defRPr>
            </a:lvl1pPr>
            <a:lvl2pPr>
              <a:defRPr sz="3000" b="0">
                <a:solidFill>
                  <a:srgbClr val="20252A"/>
                </a:solidFill>
                <a:latin typeface="Segoe UI"/>
                <a:ea typeface="Segoe UI"/>
                <a:cs typeface="Segoe UI"/>
              </a:defRPr>
            </a:lvl2pPr>
            <a:lvl3pPr>
              <a:defRPr sz="3000" b="0">
                <a:solidFill>
                  <a:srgbClr val="20252A"/>
                </a:solidFill>
                <a:latin typeface="Segoe UI"/>
                <a:ea typeface="Segoe UI"/>
                <a:cs typeface="Segoe UI"/>
              </a:defRPr>
            </a:lvl3pPr>
            <a:lvl4pPr>
              <a:defRPr sz="3000" b="0">
                <a:solidFill>
                  <a:srgbClr val="20252A"/>
                </a:solidFill>
                <a:latin typeface="Segoe UI"/>
                <a:ea typeface="Segoe UI"/>
                <a:cs typeface="Segoe UI"/>
              </a:defRPr>
            </a:lvl4pPr>
            <a:lvl5pPr>
              <a:defRPr sz="3000" b="0">
                <a:solidFill>
                  <a:srgbClr val="20252A"/>
                </a:solidFill>
                <a:latin typeface="Segoe UI"/>
                <a:ea typeface="Segoe UI"/>
                <a:cs typeface="Segoe UI"/>
              </a:defRPr>
            </a:lvl5pPr>
            <a:lvl6pPr>
              <a:defRPr sz="3000" b="0">
                <a:solidFill>
                  <a:srgbClr val="20252A"/>
                </a:solidFill>
                <a:latin typeface="Segoe UI"/>
                <a:ea typeface="Segoe UI"/>
                <a:cs typeface="Segoe UI"/>
              </a:defRPr>
            </a:lvl6pPr>
            <a:lvl7pPr>
              <a:defRPr sz="3000" b="0">
                <a:solidFill>
                  <a:srgbClr val="20252A"/>
                </a:solidFill>
                <a:latin typeface="Segoe UI"/>
                <a:ea typeface="Segoe UI"/>
                <a:cs typeface="Segoe UI"/>
              </a:defRPr>
            </a:lvl7pPr>
            <a:lvl8pPr>
              <a:defRPr sz="3000" b="0">
                <a:solidFill>
                  <a:srgbClr val="20252A"/>
                </a:solidFill>
                <a:latin typeface="Segoe UI"/>
                <a:ea typeface="Segoe UI"/>
                <a:cs typeface="Segoe UI"/>
              </a:defRPr>
            </a:lvl8pPr>
            <a:lvl9pPr>
              <a:defRPr sz="3000" b="0">
                <a:solidFill>
                  <a:srgbClr val="20252A"/>
                </a:solidFill>
                <a:latin typeface="Segoe UI"/>
                <a:ea typeface="Segoe UI"/>
                <a:cs typeface="Segoe UI"/>
              </a:defRPr>
            </a:lvl9pPr>
          </a:lstStyle>
          <a:p xmlns:a="http://schemas.openxmlformats.org/drawingml/2006/main">
            <a:pPr>
              <a:defRPr sz="3000" b="0">
                <a:solidFill>
                  <a:srgbClr val="20252A"/>
                </a:solidFill>
                <a:latin typeface="Segoe UI"/>
                <a:ea typeface="Segoe UI"/>
                <a:cs typeface="Segoe UI"/>
              </a:defRPr>
            </a:pPr>
            <a:r>
              <a:rPr sz="3000" b="0">
                <a:solidFill>
                  <a:srgbClr val="20252A"/>
                </a:solidFill>
                <a:latin typeface="Segoe UI"/>
                <a:ea typeface="Segoe UI"/>
                <a:cs typeface="Segoe UI"/>
              </a:rPr>
              <a:t>I will first use it in __.</a:t>
            </a:r>
          </a:p>
        </p:txBody>
      </p:sp>
      <p:sp>
        <p:nvSpPr>
          <p:cNvPr id="7" name="text-6">
            <a:extLst xmlns:a="http://schemas.openxmlformats.org/drawingml/2006/main">
              <a:ext uri="{FF2B5EF4-FFF2-40B4-BE49-F238E27FC236}">
                <a16:creationId xmlns:a16="http://schemas.microsoft.com/office/drawing/2014/main" id="{B14B4F97-0DB6-472C-8462-B7C66992EF86}"/>
              </a:ext>
            </a:extLst>
          </p:cNvPr>
          <p:cNvSpPr>
            <a:spLocks xmlns:a="http://schemas.openxmlformats.org/drawingml/2006/main" noGrp="1"/>
          </p:cNvSpPr>
          <p:nvPr/>
        </p:nvSpPr>
        <p:spPr>
          <a:xfrm xmlns:a="http://schemas.openxmlformats.org/drawingml/2006/main">
            <a:off x="609600" y="5657850"/>
            <a:ext cx="10858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535B62"/>
                </a:solidFill>
                <a:latin typeface="Segoe UI"/>
                <a:ea typeface="Segoe UI"/>
                <a:cs typeface="Segoe UI"/>
              </a:defRPr>
            </a:defPPr>
            <a:lvl1pPr>
              <a:defRPr sz="2100" b="0">
                <a:solidFill>
                  <a:srgbClr val="535B62"/>
                </a:solidFill>
                <a:latin typeface="Segoe UI"/>
                <a:ea typeface="Segoe UI"/>
                <a:cs typeface="Segoe UI"/>
              </a:defRPr>
            </a:lvl1pPr>
            <a:lvl2pPr>
              <a:defRPr sz="2100" b="0">
                <a:solidFill>
                  <a:srgbClr val="535B62"/>
                </a:solidFill>
                <a:latin typeface="Segoe UI"/>
                <a:ea typeface="Segoe UI"/>
                <a:cs typeface="Segoe UI"/>
              </a:defRPr>
            </a:lvl2pPr>
            <a:lvl3pPr>
              <a:defRPr sz="2100" b="0">
                <a:solidFill>
                  <a:srgbClr val="535B62"/>
                </a:solidFill>
                <a:latin typeface="Segoe UI"/>
                <a:ea typeface="Segoe UI"/>
                <a:cs typeface="Segoe UI"/>
              </a:defRPr>
            </a:lvl3pPr>
            <a:lvl4pPr>
              <a:defRPr sz="2100" b="0">
                <a:solidFill>
                  <a:srgbClr val="535B62"/>
                </a:solidFill>
                <a:latin typeface="Segoe UI"/>
                <a:ea typeface="Segoe UI"/>
                <a:cs typeface="Segoe UI"/>
              </a:defRPr>
            </a:lvl4pPr>
            <a:lvl5pPr>
              <a:defRPr sz="2100" b="0">
                <a:solidFill>
                  <a:srgbClr val="535B62"/>
                </a:solidFill>
                <a:latin typeface="Segoe UI"/>
                <a:ea typeface="Segoe UI"/>
                <a:cs typeface="Segoe UI"/>
              </a:defRPr>
            </a:lvl5pPr>
            <a:lvl6pPr>
              <a:defRPr sz="2100" b="0">
                <a:solidFill>
                  <a:srgbClr val="535B62"/>
                </a:solidFill>
                <a:latin typeface="Segoe UI"/>
                <a:ea typeface="Segoe UI"/>
                <a:cs typeface="Segoe UI"/>
              </a:defRPr>
            </a:lvl6pPr>
            <a:lvl7pPr>
              <a:defRPr sz="2100" b="0">
                <a:solidFill>
                  <a:srgbClr val="535B62"/>
                </a:solidFill>
                <a:latin typeface="Segoe UI"/>
                <a:ea typeface="Segoe UI"/>
                <a:cs typeface="Segoe UI"/>
              </a:defRPr>
            </a:lvl7pPr>
            <a:lvl8pPr>
              <a:defRPr sz="2100" b="0">
                <a:solidFill>
                  <a:srgbClr val="535B62"/>
                </a:solidFill>
                <a:latin typeface="Segoe UI"/>
                <a:ea typeface="Segoe UI"/>
                <a:cs typeface="Segoe UI"/>
              </a:defRPr>
            </a:lvl8pPr>
            <a:lvl9pPr>
              <a:defRPr sz="2100" b="0">
                <a:solidFill>
                  <a:srgbClr val="535B62"/>
                </a:solidFill>
                <a:latin typeface="Segoe UI"/>
                <a:ea typeface="Segoe UI"/>
                <a:cs typeface="Segoe UI"/>
              </a:defRPr>
            </a:lvl9pPr>
          </a:lstStyle>
          <a:p xmlns:a="http://schemas.openxmlformats.org/drawingml/2006/main">
            <a:pPr>
              <a:defRPr sz="2100" b="0">
                <a:solidFill>
                  <a:srgbClr val="535B62"/>
                </a:solidFill>
                <a:latin typeface="Segoe UI"/>
                <a:ea typeface="Segoe UI"/>
                <a:cs typeface="Segoe UI"/>
              </a:defRPr>
            </a:pPr>
            <a:r>
              <a:rPr sz="2100" b="0">
                <a:solidFill>
                  <a:srgbClr val="535B62"/>
                </a:solidFill>
                <a:latin typeface="Segoe UI"/>
                <a:ea typeface="Segoe UI"/>
                <a:cs typeface="Segoe UI"/>
              </a:rPr>
              <a:t>Say it, write it in your book or tell an adult in private.</a:t>
            </a:r>
          </a:p>
        </p:txBody>
      </p:sp>
    </p:spTree>
    <p:extLst>
      <p:ext uri="{BB962C8B-B14F-4D97-AF65-F5344CB8AC3E}">
        <p14:creationId xmlns:p14="http://schemas.microsoft.com/office/powerpoint/2010/main" val="122694532"/>
      </p:ext>
    </p:extLst>
  </p:cSld>
</p:sld>
</file>

<file path=ppt/slides/slide11.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9" name="heading-0">
            <a:extLst xmlns:a="http://schemas.openxmlformats.org/drawingml/2006/main">
              <a:ext uri="{FF2B5EF4-FFF2-40B4-BE49-F238E27FC236}">
                <a16:creationId xmlns:a16="http://schemas.microsoft.com/office/drawing/2014/main" id="{A902961C-6C3E-4E1D-90CC-B6CF3F32D18F}"/>
              </a:ext>
            </a:extLst>
          </p:cNvPr>
          <p:cNvSpPr>
            <a:spLocks xmlns:a="http://schemas.openxmlformats.org/drawingml/2006/main" noGrp="1"/>
          </p:cNvSpPr>
          <p:nvPr/>
        </p:nvSpPr>
        <p:spPr>
          <a:xfrm xmlns:a="http://schemas.openxmlformats.org/drawingml/2006/main">
            <a:off x="609600" y="40005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20252A"/>
                </a:solidFill>
                <a:latin typeface="Segoe UI"/>
                <a:ea typeface="Segoe UI"/>
                <a:cs typeface="Segoe UI"/>
              </a:defRPr>
            </a:defPPr>
            <a:lvl1pPr>
              <a:defRPr sz="3300" b="1">
                <a:solidFill>
                  <a:srgbClr val="20252A"/>
                </a:solidFill>
                <a:latin typeface="Segoe UI"/>
                <a:ea typeface="Segoe UI"/>
                <a:cs typeface="Segoe UI"/>
              </a:defRPr>
            </a:lvl1pPr>
            <a:lvl2pPr>
              <a:defRPr sz="3300" b="1">
                <a:solidFill>
                  <a:srgbClr val="20252A"/>
                </a:solidFill>
                <a:latin typeface="Segoe UI"/>
                <a:ea typeface="Segoe UI"/>
                <a:cs typeface="Segoe UI"/>
              </a:defRPr>
            </a:lvl2pPr>
            <a:lvl3pPr>
              <a:defRPr sz="3300" b="1">
                <a:solidFill>
                  <a:srgbClr val="20252A"/>
                </a:solidFill>
                <a:latin typeface="Segoe UI"/>
                <a:ea typeface="Segoe UI"/>
                <a:cs typeface="Segoe UI"/>
              </a:defRPr>
            </a:lvl3pPr>
            <a:lvl4pPr>
              <a:defRPr sz="3300" b="1">
                <a:solidFill>
                  <a:srgbClr val="20252A"/>
                </a:solidFill>
                <a:latin typeface="Segoe UI"/>
                <a:ea typeface="Segoe UI"/>
                <a:cs typeface="Segoe UI"/>
              </a:defRPr>
            </a:lvl4pPr>
            <a:lvl5pPr>
              <a:defRPr sz="3300" b="1">
                <a:solidFill>
                  <a:srgbClr val="20252A"/>
                </a:solidFill>
                <a:latin typeface="Segoe UI"/>
                <a:ea typeface="Segoe UI"/>
                <a:cs typeface="Segoe UI"/>
              </a:defRPr>
            </a:lvl5pPr>
            <a:lvl6pPr>
              <a:defRPr sz="3300" b="1">
                <a:solidFill>
                  <a:srgbClr val="20252A"/>
                </a:solidFill>
                <a:latin typeface="Segoe UI"/>
                <a:ea typeface="Segoe UI"/>
                <a:cs typeface="Segoe UI"/>
              </a:defRPr>
            </a:lvl6pPr>
            <a:lvl7pPr>
              <a:defRPr sz="3300" b="1">
                <a:solidFill>
                  <a:srgbClr val="20252A"/>
                </a:solidFill>
                <a:latin typeface="Segoe UI"/>
                <a:ea typeface="Segoe UI"/>
                <a:cs typeface="Segoe UI"/>
              </a:defRPr>
            </a:lvl7pPr>
            <a:lvl8pPr>
              <a:defRPr sz="3300" b="1">
                <a:solidFill>
                  <a:srgbClr val="20252A"/>
                </a:solidFill>
                <a:latin typeface="Segoe UI"/>
                <a:ea typeface="Segoe UI"/>
                <a:cs typeface="Segoe UI"/>
              </a:defRPr>
            </a:lvl8pPr>
            <a:lvl9pPr>
              <a:defRPr sz="3300" b="1">
                <a:solidFill>
                  <a:srgbClr val="20252A"/>
                </a:solidFill>
                <a:latin typeface="Segoe UI"/>
                <a:ea typeface="Segoe UI"/>
                <a:cs typeface="Segoe UI"/>
              </a:defRPr>
            </a:lvl9pPr>
          </a:lstStyle>
          <a:p xmlns:a="http://schemas.openxmlformats.org/drawingml/2006/main">
            <a:pPr>
              <a:defRPr sz="3300" b="1">
                <a:solidFill>
                  <a:srgbClr val="20252A"/>
                </a:solidFill>
                <a:latin typeface="Segoe UI"/>
                <a:ea typeface="Segoe UI"/>
                <a:cs typeface="Segoe UI"/>
              </a:defRPr>
            </a:pPr>
            <a:r>
              <a:rPr sz="3300" b="1">
                <a:solidFill>
                  <a:srgbClr val="20252A"/>
                </a:solidFill>
                <a:latin typeface="Segoe UI"/>
                <a:ea typeface="Segoe UI"/>
                <a:cs typeface="Segoe UI"/>
              </a:rPr>
              <a:t>Key vocabulary mat (EAL)</a:t>
            </a:r>
          </a:p>
        </p:txBody>
      </p:sp>
      <p:sp>
        <p:nvSpPr>
          <p:cNvPr id="2" name="footer-1">
            <a:extLst xmlns:a="http://schemas.openxmlformats.org/drawingml/2006/main">
              <a:ext uri="{FF2B5EF4-FFF2-40B4-BE49-F238E27FC236}">
                <a16:creationId xmlns:a16="http://schemas.microsoft.com/office/drawing/2014/main" id="{7D4D04A3-B631-4108-A70F-D7CEBC236B23}"/>
              </a:ext>
            </a:extLst>
          </p:cNvPr>
          <p:cNvSpPr>
            <a:spLocks xmlns:a="http://schemas.openxmlformats.org/drawingml/2006/main" noGrp="1"/>
          </p:cNvSpPr>
          <p:nvPr/>
        </p:nvSpPr>
        <p:spPr>
          <a:xfrm xmlns:a="http://schemas.openxmlformats.org/drawingml/2006/main">
            <a:off x="609600" y="6496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COMM-GROW-A1-W05</a:t>
            </a:r>
          </a:p>
        </p:txBody>
      </p:sp>
      <p:sp>
        <p:nvSpPr>
          <p:cNvPr id="3" name="footer-2">
            <a:extLst xmlns:a="http://schemas.openxmlformats.org/drawingml/2006/main">
              <a:ext uri="{FF2B5EF4-FFF2-40B4-BE49-F238E27FC236}">
                <a16:creationId xmlns:a16="http://schemas.microsoft.com/office/drawing/2014/main" id="{9D4F45B0-F4FE-4941-9D9B-D43709CC6935}"/>
              </a:ext>
            </a:extLst>
          </p:cNvPr>
          <p:cNvSpPr>
            <a:spLocks xmlns:a="http://schemas.openxmlformats.org/drawingml/2006/main" noGrp="1"/>
          </p:cNvSpPr>
          <p:nvPr/>
        </p:nvSpPr>
        <p:spPr>
          <a:xfrm xmlns:a="http://schemas.openxmlformats.org/drawingml/2006/main">
            <a:off x="9525000" y="6496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11 / 12  ·  Reference</a:t>
            </a:r>
          </a:p>
        </p:txBody>
      </p:sp>
      <p:pic>
        <p:nvPicPr>
          <p:cNvPr id="4" name="donation picture cue" descr="A hand giving coins.">
            <a:extLst xmlns:a="http://schemas.openxmlformats.org/drawingml/2006/main">
              <a:ext uri="{FF2B5EF4-FFF2-40B4-BE49-F238E27FC236}">
                <a16:creationId xmlns:a16="http://schemas.microsoft.com/office/drawing/2014/main" id="{23294CED-7C3F-49C8-815E-360AFA0F3D80}"/>
              </a:ext>
            </a:extLst>
          </p:cNvPr>
          <p:cNvPicPr>
            <a:picLocks xmlns:a="http://schemas.openxmlformats.org/drawingml/2006/main" noChangeAspect="1"/>
          </p:cNvPicPr>
          <p:nvPr/>
        </p:nvPicPr>
        <p:blipFill>
          <a:blip xmlns:r="http://schemas.openxmlformats.org/officeDocument/2006/relationships" xmlns:a="http://schemas.openxmlformats.org/drawingml/2006/main" r:embed="Rbf873369964945c5"/>
          <a:stretch xmlns:a="http://schemas.openxmlformats.org/drawingml/2006/main"/>
        </p:blipFill>
        <p:spPr>
          <a:xfrm xmlns:a="http://schemas.openxmlformats.org/drawingml/2006/main">
            <a:off x="609600" y="1457325"/>
            <a:ext cx="533400" cy="53340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897415E2-BDCC-42F9-AA0F-D171A1C04031}"/>
              </a:ext>
            </a:extLst>
          </p:cNvPr>
          <p:cNvSpPr>
            <a:spLocks xmlns:a="http://schemas.openxmlformats.org/drawingml/2006/main" noGrp="1"/>
          </p:cNvSpPr>
          <p:nvPr/>
        </p:nvSpPr>
        <p:spPr>
          <a:xfrm xmlns:a="http://schemas.openxmlformats.org/drawingml/2006/main">
            <a:off x="1352550" y="1409700"/>
            <a:ext cx="4524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donation</a:t>
            </a:r>
          </a:p>
        </p:txBody>
      </p:sp>
      <p:sp>
        <p:nvSpPr>
          <p:cNvPr id="6" name="text-4">
            <a:extLst xmlns:a="http://schemas.openxmlformats.org/drawingml/2006/main">
              <a:ext uri="{FF2B5EF4-FFF2-40B4-BE49-F238E27FC236}">
                <a16:creationId xmlns:a16="http://schemas.microsoft.com/office/drawing/2014/main" id="{2FC17FFA-D92D-408C-A9A7-C2159169B435}"/>
              </a:ext>
            </a:extLst>
          </p:cNvPr>
          <p:cNvSpPr>
            <a:spLocks xmlns:a="http://schemas.openxmlformats.org/drawingml/2006/main" noGrp="1"/>
          </p:cNvSpPr>
          <p:nvPr/>
        </p:nvSpPr>
        <p:spPr>
          <a:xfrm xmlns:a="http://schemas.openxmlformats.org/drawingml/2006/main">
            <a:off x="1352550" y="1838325"/>
            <a:ext cx="4524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A gift that helps a cause.</a:t>
            </a:r>
          </a:p>
        </p:txBody>
      </p:sp>
      <p:pic>
        <p:nvPicPr>
          <p:cNvPr id="7" name="partner picture cue" descr="Two hands joining.">
            <a:extLst xmlns:a="http://schemas.openxmlformats.org/drawingml/2006/main">
              <a:ext uri="{FF2B5EF4-FFF2-40B4-BE49-F238E27FC236}">
                <a16:creationId xmlns:a16="http://schemas.microsoft.com/office/drawing/2014/main" id="{7B562FFB-6104-4B14-81DC-CA7842DA4970}"/>
              </a:ext>
            </a:extLst>
          </p:cNvPr>
          <p:cNvPicPr>
            <a:picLocks xmlns:a="http://schemas.openxmlformats.org/drawingml/2006/main" noChangeAspect="1"/>
          </p:cNvPicPr>
          <p:nvPr/>
        </p:nvPicPr>
        <p:blipFill>
          <a:blip xmlns:r="http://schemas.openxmlformats.org/officeDocument/2006/relationships" xmlns:a="http://schemas.openxmlformats.org/drawingml/2006/main" r:embed="R9aab35acf3644cd6"/>
          <a:stretch xmlns:a="http://schemas.openxmlformats.org/drawingml/2006/main"/>
        </p:blipFill>
        <p:spPr>
          <a:xfrm xmlns:a="http://schemas.openxmlformats.org/drawingml/2006/main">
            <a:off x="609600" y="2647950"/>
            <a:ext cx="533400" cy="533400"/>
          </a:xfrm>
          <a:prstGeom xmlns:a="http://schemas.openxmlformats.org/drawingml/2006/main" prst="rect">
            <a:avLst/>
          </a:prstGeom>
        </p:spPr>
      </p:pic>
      <p:sp>
        <p:nvSpPr>
          <p:cNvPr id="8" name="text-5">
            <a:extLst xmlns:a="http://schemas.openxmlformats.org/drawingml/2006/main">
              <a:ext uri="{FF2B5EF4-FFF2-40B4-BE49-F238E27FC236}">
                <a16:creationId xmlns:a16="http://schemas.microsoft.com/office/drawing/2014/main" id="{205AF186-AF9E-4046-B930-3A540C8BF821}"/>
              </a:ext>
            </a:extLst>
          </p:cNvPr>
          <p:cNvSpPr>
            <a:spLocks xmlns:a="http://schemas.openxmlformats.org/drawingml/2006/main" noGrp="1"/>
          </p:cNvSpPr>
          <p:nvPr/>
        </p:nvSpPr>
        <p:spPr>
          <a:xfrm xmlns:a="http://schemas.openxmlformats.org/drawingml/2006/main">
            <a:off x="1352550" y="2600325"/>
            <a:ext cx="4524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partner</a:t>
            </a:r>
          </a:p>
        </p:txBody>
      </p:sp>
      <p:sp>
        <p:nvSpPr>
          <p:cNvPr id="9" name="text-6">
            <a:extLst xmlns:a="http://schemas.openxmlformats.org/drawingml/2006/main">
              <a:ext uri="{FF2B5EF4-FFF2-40B4-BE49-F238E27FC236}">
                <a16:creationId xmlns:a16="http://schemas.microsoft.com/office/drawing/2014/main" id="{709DFF55-7FA8-4F60-9ADD-EFB404B599A7}"/>
              </a:ext>
            </a:extLst>
          </p:cNvPr>
          <p:cNvSpPr>
            <a:spLocks xmlns:a="http://schemas.openxmlformats.org/drawingml/2006/main" noGrp="1"/>
          </p:cNvSpPr>
          <p:nvPr/>
        </p:nvSpPr>
        <p:spPr>
          <a:xfrm xmlns:a="http://schemas.openxmlformats.org/drawingml/2006/main">
            <a:off x="1352550" y="3028950"/>
            <a:ext cx="4524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A person or group we work with.</a:t>
            </a:r>
          </a:p>
        </p:txBody>
      </p:sp>
      <p:pic>
        <p:nvPicPr>
          <p:cNvPr id="10" name="decision picture cue" descr="A sign with two ways to go.">
            <a:extLst xmlns:a="http://schemas.openxmlformats.org/drawingml/2006/main">
              <a:ext uri="{FF2B5EF4-FFF2-40B4-BE49-F238E27FC236}">
                <a16:creationId xmlns:a16="http://schemas.microsoft.com/office/drawing/2014/main" id="{B21F0D03-2CB3-42F5-9FFE-281980C0AA98}"/>
              </a:ext>
            </a:extLst>
          </p:cNvPr>
          <p:cNvPicPr>
            <a:picLocks xmlns:a="http://schemas.openxmlformats.org/drawingml/2006/main" noChangeAspect="1"/>
          </p:cNvPicPr>
          <p:nvPr/>
        </p:nvPicPr>
        <p:blipFill>
          <a:blip xmlns:r="http://schemas.openxmlformats.org/officeDocument/2006/relationships" xmlns:a="http://schemas.openxmlformats.org/drawingml/2006/main" r:embed="R6db0671959364b39"/>
          <a:stretch xmlns:a="http://schemas.openxmlformats.org/drawingml/2006/main"/>
        </p:blipFill>
        <p:spPr>
          <a:xfrm xmlns:a="http://schemas.openxmlformats.org/drawingml/2006/main">
            <a:off x="609600" y="3838575"/>
            <a:ext cx="533400" cy="533400"/>
          </a:xfrm>
          <a:prstGeom xmlns:a="http://schemas.openxmlformats.org/drawingml/2006/main" prst="rect">
            <a:avLst/>
          </a:prstGeom>
        </p:spPr>
      </p:pic>
      <p:sp>
        <p:nvSpPr>
          <p:cNvPr id="11" name="text-7">
            <a:extLst xmlns:a="http://schemas.openxmlformats.org/drawingml/2006/main">
              <a:ext uri="{FF2B5EF4-FFF2-40B4-BE49-F238E27FC236}">
                <a16:creationId xmlns:a16="http://schemas.microsoft.com/office/drawing/2014/main" id="{DF3C2560-EA43-40DB-91F4-9BC4EAFF28B2}"/>
              </a:ext>
            </a:extLst>
          </p:cNvPr>
          <p:cNvSpPr>
            <a:spLocks xmlns:a="http://schemas.openxmlformats.org/drawingml/2006/main" noGrp="1"/>
          </p:cNvSpPr>
          <p:nvPr/>
        </p:nvSpPr>
        <p:spPr>
          <a:xfrm xmlns:a="http://schemas.openxmlformats.org/drawingml/2006/main">
            <a:off x="1352550" y="3790950"/>
            <a:ext cx="4524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decision</a:t>
            </a:r>
          </a:p>
        </p:txBody>
      </p:sp>
      <p:sp>
        <p:nvSpPr>
          <p:cNvPr id="12" name="text-8">
            <a:extLst xmlns:a="http://schemas.openxmlformats.org/drawingml/2006/main">
              <a:ext uri="{FF2B5EF4-FFF2-40B4-BE49-F238E27FC236}">
                <a16:creationId xmlns:a16="http://schemas.microsoft.com/office/drawing/2014/main" id="{CCD324FF-D726-4B66-8A0A-0BAF63E1F233}"/>
              </a:ext>
            </a:extLst>
          </p:cNvPr>
          <p:cNvSpPr>
            <a:spLocks xmlns:a="http://schemas.openxmlformats.org/drawingml/2006/main" noGrp="1"/>
          </p:cNvSpPr>
          <p:nvPr/>
        </p:nvSpPr>
        <p:spPr>
          <a:xfrm xmlns:a="http://schemas.openxmlformats.org/drawingml/2006/main">
            <a:off x="1352550" y="4219575"/>
            <a:ext cx="4524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A choice we make.</a:t>
            </a:r>
          </a:p>
        </p:txBody>
      </p:sp>
      <p:pic>
        <p:nvPicPr>
          <p:cNvPr id="13" name="factor picture cue" descr="Scales comparing two sides.">
            <a:extLst xmlns:a="http://schemas.openxmlformats.org/drawingml/2006/main">
              <a:ext uri="{FF2B5EF4-FFF2-40B4-BE49-F238E27FC236}">
                <a16:creationId xmlns:a16="http://schemas.microsoft.com/office/drawing/2014/main" id="{C1161633-DCF0-43B6-A240-A26618CA4173}"/>
              </a:ext>
            </a:extLst>
          </p:cNvPr>
          <p:cNvPicPr>
            <a:picLocks xmlns:a="http://schemas.openxmlformats.org/drawingml/2006/main" noChangeAspect="1"/>
          </p:cNvPicPr>
          <p:nvPr/>
        </p:nvPicPr>
        <p:blipFill>
          <a:blip xmlns:r="http://schemas.openxmlformats.org/officeDocument/2006/relationships" xmlns:a="http://schemas.openxmlformats.org/drawingml/2006/main" r:embed="R619ffa213e2f4ed9"/>
          <a:stretch xmlns:a="http://schemas.openxmlformats.org/drawingml/2006/main"/>
        </p:blipFill>
        <p:spPr>
          <a:xfrm xmlns:a="http://schemas.openxmlformats.org/drawingml/2006/main">
            <a:off x="609600" y="5029200"/>
            <a:ext cx="533400" cy="533400"/>
          </a:xfrm>
          <a:prstGeom xmlns:a="http://schemas.openxmlformats.org/drawingml/2006/main" prst="rect">
            <a:avLst/>
          </a:prstGeom>
        </p:spPr>
      </p:pic>
      <p:sp>
        <p:nvSpPr>
          <p:cNvPr id="14" name="text-9">
            <a:extLst xmlns:a="http://schemas.openxmlformats.org/drawingml/2006/main">
              <a:ext uri="{FF2B5EF4-FFF2-40B4-BE49-F238E27FC236}">
                <a16:creationId xmlns:a16="http://schemas.microsoft.com/office/drawing/2014/main" id="{E2A8EEEE-7FBA-4312-AC8E-D7C7CBD7BCEA}"/>
              </a:ext>
            </a:extLst>
          </p:cNvPr>
          <p:cNvSpPr>
            <a:spLocks xmlns:a="http://schemas.openxmlformats.org/drawingml/2006/main" noGrp="1"/>
          </p:cNvSpPr>
          <p:nvPr/>
        </p:nvSpPr>
        <p:spPr>
          <a:xfrm xmlns:a="http://schemas.openxmlformats.org/drawingml/2006/main">
            <a:off x="1352550" y="4981575"/>
            <a:ext cx="4524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factor</a:t>
            </a:r>
          </a:p>
        </p:txBody>
      </p:sp>
      <p:sp>
        <p:nvSpPr>
          <p:cNvPr id="15" name="text-10">
            <a:extLst xmlns:a="http://schemas.openxmlformats.org/drawingml/2006/main">
              <a:ext uri="{FF2B5EF4-FFF2-40B4-BE49-F238E27FC236}">
                <a16:creationId xmlns:a16="http://schemas.microsoft.com/office/drawing/2014/main" id="{306E779F-1F30-45AF-82C7-9EEBB2FD0E18}"/>
              </a:ext>
            </a:extLst>
          </p:cNvPr>
          <p:cNvSpPr>
            <a:spLocks xmlns:a="http://schemas.openxmlformats.org/drawingml/2006/main" noGrp="1"/>
          </p:cNvSpPr>
          <p:nvPr/>
        </p:nvSpPr>
        <p:spPr>
          <a:xfrm xmlns:a="http://schemas.openxmlformats.org/drawingml/2006/main">
            <a:off x="1352550" y="5410200"/>
            <a:ext cx="4524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One thing we think about.</a:t>
            </a:r>
          </a:p>
        </p:txBody>
      </p:sp>
      <p:pic>
        <p:nvPicPr>
          <p:cNvPr id="16" name="target picture cue" descr="A target with a centre point.">
            <a:extLst xmlns:a="http://schemas.openxmlformats.org/drawingml/2006/main">
              <a:ext uri="{FF2B5EF4-FFF2-40B4-BE49-F238E27FC236}">
                <a16:creationId xmlns:a16="http://schemas.microsoft.com/office/drawing/2014/main" id="{438DAFD5-05FE-40E8-9112-B2E9CBD1903C}"/>
              </a:ext>
            </a:extLst>
          </p:cNvPr>
          <p:cNvPicPr>
            <a:picLocks xmlns:a="http://schemas.openxmlformats.org/drawingml/2006/main" noChangeAspect="1"/>
          </p:cNvPicPr>
          <p:nvPr/>
        </p:nvPicPr>
        <p:blipFill>
          <a:blip xmlns:r="http://schemas.openxmlformats.org/officeDocument/2006/relationships" xmlns:a="http://schemas.openxmlformats.org/drawingml/2006/main" r:embed="R3cffed3a3cfd4f56"/>
          <a:stretch xmlns:a="http://schemas.openxmlformats.org/drawingml/2006/main"/>
        </p:blipFill>
        <p:spPr>
          <a:xfrm xmlns:a="http://schemas.openxmlformats.org/drawingml/2006/main">
            <a:off x="6400800" y="1457325"/>
            <a:ext cx="533400" cy="533400"/>
          </a:xfrm>
          <a:prstGeom xmlns:a="http://schemas.openxmlformats.org/drawingml/2006/main" prst="rect">
            <a:avLst/>
          </a:prstGeom>
        </p:spPr>
      </p:pic>
      <p:sp>
        <p:nvSpPr>
          <p:cNvPr id="17" name="text-11">
            <a:extLst xmlns:a="http://schemas.openxmlformats.org/drawingml/2006/main">
              <a:ext uri="{FF2B5EF4-FFF2-40B4-BE49-F238E27FC236}">
                <a16:creationId xmlns:a16="http://schemas.microsoft.com/office/drawing/2014/main" id="{22583B3B-6D67-4C0E-93FA-45FE08DE85F6}"/>
              </a:ext>
            </a:extLst>
          </p:cNvPr>
          <p:cNvSpPr>
            <a:spLocks xmlns:a="http://schemas.openxmlformats.org/drawingml/2006/main" noGrp="1"/>
          </p:cNvSpPr>
          <p:nvPr/>
        </p:nvSpPr>
        <p:spPr>
          <a:xfrm xmlns:a="http://schemas.openxmlformats.org/drawingml/2006/main">
            <a:off x="7143750" y="1409700"/>
            <a:ext cx="4524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target</a:t>
            </a:r>
          </a:p>
        </p:txBody>
      </p:sp>
      <p:sp>
        <p:nvSpPr>
          <p:cNvPr id="18" name="text-12">
            <a:extLst xmlns:a="http://schemas.openxmlformats.org/drawingml/2006/main">
              <a:ext uri="{FF2B5EF4-FFF2-40B4-BE49-F238E27FC236}">
                <a16:creationId xmlns:a16="http://schemas.microsoft.com/office/drawing/2014/main" id="{17588D11-7E00-4820-8FF7-2019213F2E50}"/>
              </a:ext>
            </a:extLst>
          </p:cNvPr>
          <p:cNvSpPr>
            <a:spLocks xmlns:a="http://schemas.openxmlformats.org/drawingml/2006/main" noGrp="1"/>
          </p:cNvSpPr>
          <p:nvPr/>
        </p:nvSpPr>
        <p:spPr>
          <a:xfrm xmlns:a="http://schemas.openxmlformats.org/drawingml/2006/main">
            <a:off x="7143750" y="1838325"/>
            <a:ext cx="4524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What I aim to do.</a:t>
            </a:r>
          </a:p>
        </p:txBody>
      </p:sp>
      <p:pic>
        <p:nvPicPr>
          <p:cNvPr id="19" name="tool picture cue" descr="A list with checks.">
            <a:extLst xmlns:a="http://schemas.openxmlformats.org/drawingml/2006/main">
              <a:ext uri="{FF2B5EF4-FFF2-40B4-BE49-F238E27FC236}">
                <a16:creationId xmlns:a16="http://schemas.microsoft.com/office/drawing/2014/main" id="{13772FCD-8A3E-4893-93F2-FAD0D9AF324B}"/>
              </a:ext>
            </a:extLst>
          </p:cNvPr>
          <p:cNvPicPr>
            <a:picLocks xmlns:a="http://schemas.openxmlformats.org/drawingml/2006/main" noChangeAspect="1"/>
          </p:cNvPicPr>
          <p:nvPr/>
        </p:nvPicPr>
        <p:blipFill>
          <a:blip xmlns:r="http://schemas.openxmlformats.org/officeDocument/2006/relationships" xmlns:a="http://schemas.openxmlformats.org/drawingml/2006/main" r:embed="R1c8f767132744b64"/>
          <a:stretch xmlns:a="http://schemas.openxmlformats.org/drawingml/2006/main"/>
        </p:blipFill>
        <p:spPr>
          <a:xfrm xmlns:a="http://schemas.openxmlformats.org/drawingml/2006/main">
            <a:off x="6400800" y="2647950"/>
            <a:ext cx="533400" cy="533400"/>
          </a:xfrm>
          <a:prstGeom xmlns:a="http://schemas.openxmlformats.org/drawingml/2006/main" prst="rect">
            <a:avLst/>
          </a:prstGeom>
        </p:spPr>
      </p:pic>
      <p:sp>
        <p:nvSpPr>
          <p:cNvPr id="20" name="text-13">
            <a:extLst xmlns:a="http://schemas.openxmlformats.org/drawingml/2006/main">
              <a:ext uri="{FF2B5EF4-FFF2-40B4-BE49-F238E27FC236}">
                <a16:creationId xmlns:a16="http://schemas.microsoft.com/office/drawing/2014/main" id="{58E5F530-77E9-4D79-9047-40E05842B6BC}"/>
              </a:ext>
            </a:extLst>
          </p:cNvPr>
          <p:cNvSpPr>
            <a:spLocks xmlns:a="http://schemas.openxmlformats.org/drawingml/2006/main" noGrp="1"/>
          </p:cNvSpPr>
          <p:nvPr/>
        </p:nvSpPr>
        <p:spPr>
          <a:xfrm xmlns:a="http://schemas.openxmlformats.org/drawingml/2006/main">
            <a:off x="7143750" y="2600325"/>
            <a:ext cx="4524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tool</a:t>
            </a:r>
          </a:p>
        </p:txBody>
      </p:sp>
      <p:sp>
        <p:nvSpPr>
          <p:cNvPr id="21" name="text-14">
            <a:extLst xmlns:a="http://schemas.openxmlformats.org/drawingml/2006/main">
              <a:ext uri="{FF2B5EF4-FFF2-40B4-BE49-F238E27FC236}">
                <a16:creationId xmlns:a16="http://schemas.microsoft.com/office/drawing/2014/main" id="{41C7A6CC-5284-4243-AC84-8FE4194CE1EA}"/>
              </a:ext>
            </a:extLst>
          </p:cNvPr>
          <p:cNvSpPr>
            <a:spLocks xmlns:a="http://schemas.openxmlformats.org/drawingml/2006/main" noGrp="1"/>
          </p:cNvSpPr>
          <p:nvPr/>
        </p:nvSpPr>
        <p:spPr>
          <a:xfrm xmlns:a="http://schemas.openxmlformats.org/drawingml/2006/main">
            <a:off x="7143750" y="3028950"/>
            <a:ext cx="4524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A way to help me choose.</a:t>
            </a:r>
          </a:p>
        </p:txBody>
      </p:sp>
      <p:pic>
        <p:nvPicPr>
          <p:cNvPr id="22" name="evidence picture cue" descr="A page with a check mark.">
            <a:extLst xmlns:a="http://schemas.openxmlformats.org/drawingml/2006/main">
              <a:ext uri="{FF2B5EF4-FFF2-40B4-BE49-F238E27FC236}">
                <a16:creationId xmlns:a16="http://schemas.microsoft.com/office/drawing/2014/main" id="{605CA9ED-D3F5-4FE0-9299-6DB5B319753E}"/>
              </a:ext>
            </a:extLst>
          </p:cNvPr>
          <p:cNvPicPr>
            <a:picLocks xmlns:a="http://schemas.openxmlformats.org/drawingml/2006/main" noChangeAspect="1"/>
          </p:cNvPicPr>
          <p:nvPr/>
        </p:nvPicPr>
        <p:blipFill>
          <a:blip xmlns:r="http://schemas.openxmlformats.org/officeDocument/2006/relationships" xmlns:a="http://schemas.openxmlformats.org/drawingml/2006/main" r:embed="R314335c5f9da43de"/>
          <a:stretch xmlns:a="http://schemas.openxmlformats.org/drawingml/2006/main"/>
        </p:blipFill>
        <p:spPr>
          <a:xfrm xmlns:a="http://schemas.openxmlformats.org/drawingml/2006/main">
            <a:off x="6400800" y="3838575"/>
            <a:ext cx="533400" cy="533400"/>
          </a:xfrm>
          <a:prstGeom xmlns:a="http://schemas.openxmlformats.org/drawingml/2006/main" prst="rect">
            <a:avLst/>
          </a:prstGeom>
        </p:spPr>
      </p:pic>
      <p:sp>
        <p:nvSpPr>
          <p:cNvPr id="23" name="text-15">
            <a:extLst xmlns:a="http://schemas.openxmlformats.org/drawingml/2006/main">
              <a:ext uri="{FF2B5EF4-FFF2-40B4-BE49-F238E27FC236}">
                <a16:creationId xmlns:a16="http://schemas.microsoft.com/office/drawing/2014/main" id="{52FDFA99-3EEA-4D27-A1D1-CBE7C5CDC524}"/>
              </a:ext>
            </a:extLst>
          </p:cNvPr>
          <p:cNvSpPr>
            <a:spLocks xmlns:a="http://schemas.openxmlformats.org/drawingml/2006/main" noGrp="1"/>
          </p:cNvSpPr>
          <p:nvPr/>
        </p:nvSpPr>
        <p:spPr>
          <a:xfrm xmlns:a="http://schemas.openxmlformats.org/drawingml/2006/main">
            <a:off x="7143750" y="3790950"/>
            <a:ext cx="4524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evidence</a:t>
            </a:r>
          </a:p>
        </p:txBody>
      </p:sp>
      <p:sp>
        <p:nvSpPr>
          <p:cNvPr id="24" name="text-16">
            <a:extLst xmlns:a="http://schemas.openxmlformats.org/drawingml/2006/main">
              <a:ext uri="{FF2B5EF4-FFF2-40B4-BE49-F238E27FC236}">
                <a16:creationId xmlns:a16="http://schemas.microsoft.com/office/drawing/2014/main" id="{9DF85F3C-A6C1-4CB6-9E0E-9B76197D0635}"/>
              </a:ext>
            </a:extLst>
          </p:cNvPr>
          <p:cNvSpPr>
            <a:spLocks xmlns:a="http://schemas.openxmlformats.org/drawingml/2006/main" noGrp="1"/>
          </p:cNvSpPr>
          <p:nvPr/>
        </p:nvSpPr>
        <p:spPr>
          <a:xfrm xmlns:a="http://schemas.openxmlformats.org/drawingml/2006/main">
            <a:off x="7143750" y="4219575"/>
            <a:ext cx="4524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Work that shows what I did.</a:t>
            </a:r>
          </a:p>
        </p:txBody>
      </p:sp>
      <p:pic>
        <p:nvPicPr>
          <p:cNvPr id="25" name="review picture cue" descr="A calendar with a check mark.">
            <a:extLst xmlns:a="http://schemas.openxmlformats.org/drawingml/2006/main">
              <a:ext uri="{FF2B5EF4-FFF2-40B4-BE49-F238E27FC236}">
                <a16:creationId xmlns:a16="http://schemas.microsoft.com/office/drawing/2014/main" id="{964B1341-8206-4B90-95CD-54BFF353E9B3}"/>
              </a:ext>
            </a:extLst>
          </p:cNvPr>
          <p:cNvPicPr>
            <a:picLocks xmlns:a="http://schemas.openxmlformats.org/drawingml/2006/main" noChangeAspect="1"/>
          </p:cNvPicPr>
          <p:nvPr/>
        </p:nvPicPr>
        <p:blipFill>
          <a:blip xmlns:r="http://schemas.openxmlformats.org/officeDocument/2006/relationships" xmlns:a="http://schemas.openxmlformats.org/drawingml/2006/main" r:embed="R8f344ddad9674163"/>
          <a:stretch xmlns:a="http://schemas.openxmlformats.org/drawingml/2006/main"/>
        </p:blipFill>
        <p:spPr>
          <a:xfrm xmlns:a="http://schemas.openxmlformats.org/drawingml/2006/main">
            <a:off x="6400800" y="5029200"/>
            <a:ext cx="533400" cy="533400"/>
          </a:xfrm>
          <a:prstGeom xmlns:a="http://schemas.openxmlformats.org/drawingml/2006/main" prst="rect">
            <a:avLst/>
          </a:prstGeom>
        </p:spPr>
      </p:pic>
      <p:sp>
        <p:nvSpPr>
          <p:cNvPr id="26" name="text-17">
            <a:extLst xmlns:a="http://schemas.openxmlformats.org/drawingml/2006/main">
              <a:ext uri="{FF2B5EF4-FFF2-40B4-BE49-F238E27FC236}">
                <a16:creationId xmlns:a16="http://schemas.microsoft.com/office/drawing/2014/main" id="{77619229-9202-430D-85AF-2A2C87EC2D37}"/>
              </a:ext>
            </a:extLst>
          </p:cNvPr>
          <p:cNvSpPr>
            <a:spLocks xmlns:a="http://schemas.openxmlformats.org/drawingml/2006/main" noGrp="1"/>
          </p:cNvSpPr>
          <p:nvPr/>
        </p:nvSpPr>
        <p:spPr>
          <a:xfrm xmlns:a="http://schemas.openxmlformats.org/drawingml/2006/main">
            <a:off x="7143750" y="4981575"/>
            <a:ext cx="4524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review</a:t>
            </a:r>
          </a:p>
        </p:txBody>
      </p:sp>
      <p:sp>
        <p:nvSpPr>
          <p:cNvPr id="27" name="text-18">
            <a:extLst xmlns:a="http://schemas.openxmlformats.org/drawingml/2006/main">
              <a:ext uri="{FF2B5EF4-FFF2-40B4-BE49-F238E27FC236}">
                <a16:creationId xmlns:a16="http://schemas.microsoft.com/office/drawing/2014/main" id="{11DFD3CA-3E96-4686-8B73-ABADC7E062FC}"/>
              </a:ext>
            </a:extLst>
          </p:cNvPr>
          <p:cNvSpPr>
            <a:spLocks xmlns:a="http://schemas.openxmlformats.org/drawingml/2006/main" noGrp="1"/>
          </p:cNvSpPr>
          <p:nvPr/>
        </p:nvSpPr>
        <p:spPr>
          <a:xfrm xmlns:a="http://schemas.openxmlformats.org/drawingml/2006/main">
            <a:off x="7143750" y="5410200"/>
            <a:ext cx="4524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A check of how my plan is going.</a:t>
            </a:r>
          </a:p>
        </p:txBody>
      </p:sp>
      <p:sp>
        <p:nvSpPr>
          <p:cNvPr id="28" name="text-19">
            <a:extLst xmlns:a="http://schemas.openxmlformats.org/drawingml/2006/main">
              <a:ext uri="{FF2B5EF4-FFF2-40B4-BE49-F238E27FC236}">
                <a16:creationId xmlns:a16="http://schemas.microsoft.com/office/drawing/2014/main" id="{A9DE0544-B75A-4EF5-B744-1FBED7C078A6}"/>
              </a:ext>
            </a:extLst>
          </p:cNvPr>
          <p:cNvSpPr>
            <a:spLocks xmlns:a="http://schemas.openxmlformats.org/drawingml/2006/main" noGrp="1"/>
          </p:cNvSpPr>
          <p:nvPr/>
        </p:nvSpPr>
        <p:spPr>
          <a:xfrm xmlns:a="http://schemas.openxmlformats.org/drawingml/2006/main">
            <a:off x="609600" y="6143625"/>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1">
                <a:solidFill>
                  <a:srgbClr val="20252A"/>
                </a:solidFill>
                <a:latin typeface="Segoe UI"/>
                <a:ea typeface="Segoe UI"/>
                <a:cs typeface="Segoe UI"/>
              </a:defRPr>
            </a:defPPr>
            <a:lvl1pPr>
              <a:defRPr sz="1800" b="1">
                <a:solidFill>
                  <a:srgbClr val="20252A"/>
                </a:solidFill>
                <a:latin typeface="Segoe UI"/>
                <a:ea typeface="Segoe UI"/>
                <a:cs typeface="Segoe UI"/>
              </a:defRPr>
            </a:lvl1pPr>
            <a:lvl2pPr>
              <a:defRPr sz="1800" b="1">
                <a:solidFill>
                  <a:srgbClr val="20252A"/>
                </a:solidFill>
                <a:latin typeface="Segoe UI"/>
                <a:ea typeface="Segoe UI"/>
                <a:cs typeface="Segoe UI"/>
              </a:defRPr>
            </a:lvl2pPr>
            <a:lvl3pPr>
              <a:defRPr sz="1800" b="1">
                <a:solidFill>
                  <a:srgbClr val="20252A"/>
                </a:solidFill>
                <a:latin typeface="Segoe UI"/>
                <a:ea typeface="Segoe UI"/>
                <a:cs typeface="Segoe UI"/>
              </a:defRPr>
            </a:lvl3pPr>
            <a:lvl4pPr>
              <a:defRPr sz="1800" b="1">
                <a:solidFill>
                  <a:srgbClr val="20252A"/>
                </a:solidFill>
                <a:latin typeface="Segoe UI"/>
                <a:ea typeface="Segoe UI"/>
                <a:cs typeface="Segoe UI"/>
              </a:defRPr>
            </a:lvl4pPr>
            <a:lvl5pPr>
              <a:defRPr sz="1800" b="1">
                <a:solidFill>
                  <a:srgbClr val="20252A"/>
                </a:solidFill>
                <a:latin typeface="Segoe UI"/>
                <a:ea typeface="Segoe UI"/>
                <a:cs typeface="Segoe UI"/>
              </a:defRPr>
            </a:lvl5pPr>
            <a:lvl6pPr>
              <a:defRPr sz="1800" b="1">
                <a:solidFill>
                  <a:srgbClr val="20252A"/>
                </a:solidFill>
                <a:latin typeface="Segoe UI"/>
                <a:ea typeface="Segoe UI"/>
                <a:cs typeface="Segoe UI"/>
              </a:defRPr>
            </a:lvl6pPr>
            <a:lvl7pPr>
              <a:defRPr sz="1800" b="1">
                <a:solidFill>
                  <a:srgbClr val="20252A"/>
                </a:solidFill>
                <a:latin typeface="Segoe UI"/>
                <a:ea typeface="Segoe UI"/>
                <a:cs typeface="Segoe UI"/>
              </a:defRPr>
            </a:lvl7pPr>
            <a:lvl8pPr>
              <a:defRPr sz="1800" b="1">
                <a:solidFill>
                  <a:srgbClr val="20252A"/>
                </a:solidFill>
                <a:latin typeface="Segoe UI"/>
                <a:ea typeface="Segoe UI"/>
                <a:cs typeface="Segoe UI"/>
              </a:defRPr>
            </a:lvl8pPr>
            <a:lvl9pPr>
              <a:defRPr sz="1800" b="1">
                <a:solidFill>
                  <a:srgbClr val="20252A"/>
                </a:solidFill>
                <a:latin typeface="Segoe UI"/>
                <a:ea typeface="Segoe UI"/>
                <a:cs typeface="Segoe UI"/>
              </a:defRPr>
            </a:lvl9pPr>
          </a:lstStyle>
          <a:p xmlns:a="http://schemas.openxmlformats.org/drawingml/2006/main">
            <a:pPr>
              <a:defRPr sz="1800" b="1">
                <a:solidFill>
                  <a:srgbClr val="20252A"/>
                </a:solidFill>
                <a:latin typeface="Segoe UI"/>
                <a:ea typeface="Segoe UI"/>
                <a:cs typeface="Segoe UI"/>
              </a:defRPr>
            </a:pPr>
            <a:r>
              <a:rPr sz="1800" b="1">
                <a:solidFill>
                  <a:srgbClr val="20252A"/>
                </a:solidFill>
                <a:latin typeface="Segoe UI"/>
                <a:ea typeface="Segoe UI"/>
                <a:cs typeface="Segoe UI"/>
              </a:rPr>
              <a:t>I will use __ to choose __ because __.</a:t>
            </a:r>
          </a:p>
        </p:txBody>
      </p:sp>
    </p:spTree>
    <p:extLst>
      <p:ext uri="{BB962C8B-B14F-4D97-AF65-F5344CB8AC3E}">
        <p14:creationId xmlns:p14="http://schemas.microsoft.com/office/powerpoint/2010/main" val="944254986"/>
      </p:ext>
    </p:extLst>
  </p:cSld>
</p:sld>
</file>

<file path=ppt/slides/slide12.xml><?xml version="1.0" encoding="utf-8"?>
<p:sld xmlns:p="http://schemas.openxmlformats.org/presentationml/2006/main" show="0">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12" name="heading-0">
            <a:extLst xmlns:a="http://schemas.openxmlformats.org/drawingml/2006/main">
              <a:ext uri="{FF2B5EF4-FFF2-40B4-BE49-F238E27FC236}">
                <a16:creationId xmlns:a16="http://schemas.microsoft.com/office/drawing/2014/main" id="{0F2BF289-5CD4-4AC8-9C8F-B3269F643ED9}"/>
              </a:ext>
            </a:extLst>
          </p:cNvPr>
          <p:cNvSpPr>
            <a:spLocks xmlns:a="http://schemas.openxmlformats.org/drawingml/2006/main" noGrp="1"/>
          </p:cNvSpPr>
          <p:nvPr/>
        </p:nvSpPr>
        <p:spPr>
          <a:xfrm xmlns:a="http://schemas.openxmlformats.org/drawingml/2006/main">
            <a:off x="609600" y="40005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20252A"/>
                </a:solidFill>
                <a:latin typeface="Segoe UI"/>
                <a:ea typeface="Segoe UI"/>
                <a:cs typeface="Segoe UI"/>
              </a:defRPr>
            </a:defPPr>
            <a:lvl1pPr>
              <a:defRPr sz="3300" b="1">
                <a:solidFill>
                  <a:srgbClr val="20252A"/>
                </a:solidFill>
                <a:latin typeface="Segoe UI"/>
                <a:ea typeface="Segoe UI"/>
                <a:cs typeface="Segoe UI"/>
              </a:defRPr>
            </a:lvl1pPr>
            <a:lvl2pPr>
              <a:defRPr sz="3300" b="1">
                <a:solidFill>
                  <a:srgbClr val="20252A"/>
                </a:solidFill>
                <a:latin typeface="Segoe UI"/>
                <a:ea typeface="Segoe UI"/>
                <a:cs typeface="Segoe UI"/>
              </a:defRPr>
            </a:lvl2pPr>
            <a:lvl3pPr>
              <a:defRPr sz="3300" b="1">
                <a:solidFill>
                  <a:srgbClr val="20252A"/>
                </a:solidFill>
                <a:latin typeface="Segoe UI"/>
                <a:ea typeface="Segoe UI"/>
                <a:cs typeface="Segoe UI"/>
              </a:defRPr>
            </a:lvl3pPr>
            <a:lvl4pPr>
              <a:defRPr sz="3300" b="1">
                <a:solidFill>
                  <a:srgbClr val="20252A"/>
                </a:solidFill>
                <a:latin typeface="Segoe UI"/>
                <a:ea typeface="Segoe UI"/>
                <a:cs typeface="Segoe UI"/>
              </a:defRPr>
            </a:lvl4pPr>
            <a:lvl5pPr>
              <a:defRPr sz="3300" b="1">
                <a:solidFill>
                  <a:srgbClr val="20252A"/>
                </a:solidFill>
                <a:latin typeface="Segoe UI"/>
                <a:ea typeface="Segoe UI"/>
                <a:cs typeface="Segoe UI"/>
              </a:defRPr>
            </a:lvl5pPr>
            <a:lvl6pPr>
              <a:defRPr sz="3300" b="1">
                <a:solidFill>
                  <a:srgbClr val="20252A"/>
                </a:solidFill>
                <a:latin typeface="Segoe UI"/>
                <a:ea typeface="Segoe UI"/>
                <a:cs typeface="Segoe UI"/>
              </a:defRPr>
            </a:lvl6pPr>
            <a:lvl7pPr>
              <a:defRPr sz="3300" b="1">
                <a:solidFill>
                  <a:srgbClr val="20252A"/>
                </a:solidFill>
                <a:latin typeface="Segoe UI"/>
                <a:ea typeface="Segoe UI"/>
                <a:cs typeface="Segoe UI"/>
              </a:defRPr>
            </a:lvl7pPr>
            <a:lvl8pPr>
              <a:defRPr sz="3300" b="1">
                <a:solidFill>
                  <a:srgbClr val="20252A"/>
                </a:solidFill>
                <a:latin typeface="Segoe UI"/>
                <a:ea typeface="Segoe UI"/>
                <a:cs typeface="Segoe UI"/>
              </a:defRPr>
            </a:lvl8pPr>
            <a:lvl9pPr>
              <a:defRPr sz="3300" b="1">
                <a:solidFill>
                  <a:srgbClr val="20252A"/>
                </a:solidFill>
                <a:latin typeface="Segoe UI"/>
                <a:ea typeface="Segoe UI"/>
                <a:cs typeface="Segoe UI"/>
              </a:defRPr>
            </a:lvl9pPr>
          </a:lstStyle>
          <a:p xmlns:a="http://schemas.openxmlformats.org/drawingml/2006/main">
            <a:pPr>
              <a:defRPr sz="3300" b="1">
                <a:solidFill>
                  <a:srgbClr val="20252A"/>
                </a:solidFill>
                <a:latin typeface="Segoe UI"/>
                <a:ea typeface="Segoe UI"/>
                <a:cs typeface="Segoe UI"/>
              </a:defRPr>
            </a:pPr>
            <a:r>
              <a:rPr sz="3300" b="1">
                <a:solidFill>
                  <a:srgbClr val="20252A"/>
                </a:solidFill>
                <a:latin typeface="Segoe UI"/>
                <a:ea typeface="Segoe UI"/>
                <a:cs typeface="Segoe UI"/>
              </a:rPr>
              <a:t>TA / staff brief</a:t>
            </a:r>
          </a:p>
        </p:txBody>
      </p:sp>
      <p:sp>
        <p:nvSpPr>
          <p:cNvPr id="2" name="footer-1">
            <a:extLst xmlns:a="http://schemas.openxmlformats.org/drawingml/2006/main">
              <a:ext uri="{FF2B5EF4-FFF2-40B4-BE49-F238E27FC236}">
                <a16:creationId xmlns:a16="http://schemas.microsoft.com/office/drawing/2014/main" id="{1C5289F0-D0FA-4ABE-BC3D-3615E60C855C}"/>
              </a:ext>
            </a:extLst>
          </p:cNvPr>
          <p:cNvSpPr>
            <a:spLocks xmlns:a="http://schemas.openxmlformats.org/drawingml/2006/main" noGrp="1"/>
          </p:cNvSpPr>
          <p:nvPr/>
        </p:nvSpPr>
        <p:spPr>
          <a:xfrm xmlns:a="http://schemas.openxmlformats.org/drawingml/2006/main">
            <a:off x="609600" y="6496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COMM-GROW-A1-W05</a:t>
            </a:r>
          </a:p>
        </p:txBody>
      </p:sp>
      <p:sp>
        <p:nvSpPr>
          <p:cNvPr id="3" name="footer-2">
            <a:extLst xmlns:a="http://schemas.openxmlformats.org/drawingml/2006/main">
              <a:ext uri="{FF2B5EF4-FFF2-40B4-BE49-F238E27FC236}">
                <a16:creationId xmlns:a16="http://schemas.microsoft.com/office/drawing/2014/main" id="{0B92F28A-228B-45EF-8E9F-93898FCCA63B}"/>
              </a:ext>
            </a:extLst>
          </p:cNvPr>
          <p:cNvSpPr>
            <a:spLocks xmlns:a="http://schemas.openxmlformats.org/drawingml/2006/main" noGrp="1"/>
          </p:cNvSpPr>
          <p:nvPr/>
        </p:nvSpPr>
        <p:spPr>
          <a:xfrm xmlns:a="http://schemas.openxmlformats.org/drawingml/2006/main">
            <a:off x="9525000" y="6496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12 / 12  ·  Reference</a:t>
            </a:r>
          </a:p>
        </p:txBody>
      </p:sp>
      <p:sp>
        <p:nvSpPr>
          <p:cNvPr id="4" name="text-3">
            <a:extLst xmlns:a="http://schemas.openxmlformats.org/drawingml/2006/main">
              <a:ext uri="{FF2B5EF4-FFF2-40B4-BE49-F238E27FC236}">
                <a16:creationId xmlns:a16="http://schemas.microsoft.com/office/drawing/2014/main" id="{A02FB489-5B1F-4C39-8CAC-0320FBDA9680}"/>
              </a:ext>
            </a:extLst>
          </p:cNvPr>
          <p:cNvSpPr>
            <a:spLocks xmlns:a="http://schemas.openxmlformats.org/drawingml/2006/main" noGrp="1"/>
          </p:cNvSpPr>
          <p:nvPr/>
        </p:nvSpPr>
        <p:spPr>
          <a:xfrm xmlns:a="http://schemas.openxmlformats.org/drawingml/2006/main">
            <a:off x="609600" y="1314450"/>
            <a:ext cx="323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TA focus</a:t>
            </a:r>
          </a:p>
        </p:txBody>
      </p:sp>
      <p:sp>
        <p:nvSpPr>
          <p:cNvPr id="5" name="text-4">
            <a:extLst xmlns:a="http://schemas.openxmlformats.org/drawingml/2006/main">
              <a:ext uri="{FF2B5EF4-FFF2-40B4-BE49-F238E27FC236}">
                <a16:creationId xmlns:a16="http://schemas.microsoft.com/office/drawing/2014/main" id="{56C88466-0C92-44F1-B179-7133A145E8B1}"/>
              </a:ext>
            </a:extLst>
          </p:cNvPr>
          <p:cNvSpPr>
            <a:spLocks xmlns:a="http://schemas.openxmlformats.org/drawingml/2006/main" noGrp="1"/>
          </p:cNvSpPr>
          <p:nvPr/>
        </p:nvSpPr>
        <p:spPr>
          <a:xfrm xmlns:a="http://schemas.openxmlformats.org/drawingml/2006/main">
            <a:off x="609600" y="1952625"/>
            <a:ext cx="33337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Read, rephrase or scribe.</a:t>
            </a:r>
          </a:p>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Never supply the assessed idea.</a:t>
            </a:r>
          </a:p>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Read back the learner’s words.</a:t>
            </a:r>
          </a:p>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Record support and feedback.</a:t>
            </a:r>
          </a:p>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Keep each learner’s evidence.</a:t>
            </a:r>
          </a:p>
        </p:txBody>
      </p:sp>
      <p:sp>
        <p:nvSpPr>
          <p:cNvPr id="6" name="text-5">
            <a:extLst xmlns:a="http://schemas.openxmlformats.org/drawingml/2006/main">
              <a:ext uri="{FF2B5EF4-FFF2-40B4-BE49-F238E27FC236}">
                <a16:creationId xmlns:a16="http://schemas.microsoft.com/office/drawing/2014/main" id="{6893199B-CABF-4467-8B9F-1151F3E3AA9C}"/>
              </a:ext>
            </a:extLst>
          </p:cNvPr>
          <p:cNvSpPr>
            <a:spLocks xmlns:a="http://schemas.openxmlformats.org/drawingml/2006/main" noGrp="1"/>
          </p:cNvSpPr>
          <p:nvPr/>
        </p:nvSpPr>
        <p:spPr>
          <a:xfrm xmlns:a="http://schemas.openxmlformats.org/drawingml/2006/main">
            <a:off x="4419600" y="1314450"/>
            <a:ext cx="323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Cold Call</a:t>
            </a:r>
          </a:p>
        </p:txBody>
      </p:sp>
      <p:sp>
        <p:nvSpPr>
          <p:cNvPr id="7" name="text-6">
            <a:extLst xmlns:a="http://schemas.openxmlformats.org/drawingml/2006/main">
              <a:ext uri="{FF2B5EF4-FFF2-40B4-BE49-F238E27FC236}">
                <a16:creationId xmlns:a16="http://schemas.microsoft.com/office/drawing/2014/main" id="{870F51C0-1405-4BC3-93C7-EFCD5068D2B4}"/>
              </a:ext>
            </a:extLst>
          </p:cNvPr>
          <p:cNvSpPr>
            <a:spLocks xmlns:a="http://schemas.openxmlformats.org/drawingml/2006/main" noGrp="1"/>
          </p:cNvSpPr>
          <p:nvPr/>
        </p:nvSpPr>
        <p:spPr>
          <a:xfrm xmlns:a="http://schemas.openxmlformats.org/drawingml/2006/main">
            <a:off x="4419600" y="1952625"/>
            <a:ext cx="333375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1  How is a decision different from a task?</a:t>
            </a:r>
          </a:p>
          <a:p xmlns:a="http://schemas.openxmlformats.org/drawingml/2006/main">
            <a:r>
              <a:t/>
            </a:r>
          </a:p>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2  What makes a score of three fair?</a:t>
            </a:r>
          </a:p>
          <a:p xmlns:a="http://schemas.openxmlformats.org/drawingml/2006/main">
            <a:r>
              <a:t/>
            </a:r>
          </a:p>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3  How will we know you met your target?</a:t>
            </a:r>
          </a:p>
        </p:txBody>
      </p:sp>
      <p:sp>
        <p:nvSpPr>
          <p:cNvPr id="8" name="text-7">
            <a:extLst xmlns:a="http://schemas.openxmlformats.org/drawingml/2006/main">
              <a:ext uri="{FF2B5EF4-FFF2-40B4-BE49-F238E27FC236}">
                <a16:creationId xmlns:a16="http://schemas.microsoft.com/office/drawing/2014/main" id="{AB33578F-0A39-4710-AA77-0C9E49DAFC67}"/>
              </a:ext>
            </a:extLst>
          </p:cNvPr>
          <p:cNvSpPr>
            <a:spLocks xmlns:a="http://schemas.openxmlformats.org/drawingml/2006/main" noGrp="1"/>
          </p:cNvSpPr>
          <p:nvPr/>
        </p:nvSpPr>
        <p:spPr>
          <a:xfrm xmlns:a="http://schemas.openxmlformats.org/drawingml/2006/main">
            <a:off x="8229600" y="131445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Lundy moments</a:t>
            </a:r>
          </a:p>
        </p:txBody>
      </p:sp>
      <p:sp>
        <p:nvSpPr>
          <p:cNvPr id="9" name="text-8">
            <a:extLst xmlns:a="http://schemas.openxmlformats.org/drawingml/2006/main">
              <a:ext uri="{FF2B5EF4-FFF2-40B4-BE49-F238E27FC236}">
                <a16:creationId xmlns:a16="http://schemas.microsoft.com/office/drawing/2014/main" id="{7EF340C2-9D3D-4911-A1C7-155C944E6772}"/>
              </a:ext>
            </a:extLst>
          </p:cNvPr>
          <p:cNvSpPr>
            <a:spLocks xmlns:a="http://schemas.openxmlformats.org/drawingml/2006/main" noGrp="1"/>
          </p:cNvSpPr>
          <p:nvPr/>
        </p:nvSpPr>
        <p:spPr>
          <a:xfrm xmlns:a="http://schemas.openxmlformats.org/drawingml/2006/main">
            <a:off x="8229600" y="1952625"/>
            <a:ext cx="333375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Space: think; write, point or speak.</a:t>
            </a:r>
          </a:p>
          <a:p xmlns:a="http://schemas.openxmlformats.org/drawingml/2006/main">
            <a:r>
              <a:t/>
            </a:r>
          </a:p>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Voice: own factors and targets.</a:t>
            </a:r>
          </a:p>
          <a:p xmlns:a="http://schemas.openxmlformats.org/drawingml/2006/main">
            <a:r>
              <a:t/>
            </a:r>
          </a:p>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Audience: project teacher; assessor.</a:t>
            </a:r>
          </a:p>
          <a:p xmlns:a="http://schemas.openxmlformats.org/drawingml/2006/main">
            <a:r>
              <a:t/>
            </a:r>
          </a:p>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Influence: shopping list and next task change.</a:t>
            </a:r>
          </a:p>
        </p:txBody>
      </p:sp>
      <p:sp>
        <p:nvSpPr>
          <p:cNvPr id="10" name="text-9">
            <a:extLst xmlns:a="http://schemas.openxmlformats.org/drawingml/2006/main">
              <a:ext uri="{FF2B5EF4-FFF2-40B4-BE49-F238E27FC236}">
                <a16:creationId xmlns:a16="http://schemas.microsoft.com/office/drawing/2014/main" id="{BF422E7B-4A3E-4048-BCAB-CEC56EC54EF5}"/>
              </a:ext>
            </a:extLst>
          </p:cNvPr>
          <p:cNvSpPr>
            <a:spLocks xmlns:a="http://schemas.openxmlformats.org/drawingml/2006/main" noGrp="1"/>
          </p:cNvSpPr>
          <p:nvPr/>
        </p:nvSpPr>
        <p:spPr>
          <a:xfrm xmlns:a="http://schemas.openxmlformats.org/drawingml/2006/main">
            <a:off x="609600" y="5581650"/>
            <a:ext cx="714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VF · WS · I · NS · E · R</a:t>
            </a:r>
          </a:p>
        </p:txBody>
      </p:sp>
      <p:sp>
        <p:nvSpPr>
          <p:cNvPr id="11" name="text-10">
            <a:extLst xmlns:a="http://schemas.openxmlformats.org/drawingml/2006/main">
              <a:ext uri="{FF2B5EF4-FFF2-40B4-BE49-F238E27FC236}">
                <a16:creationId xmlns:a16="http://schemas.microsoft.com/office/drawing/2014/main" id="{A11EBE03-A4B3-4C92-A675-24EE3C013C1D}"/>
              </a:ext>
            </a:extLst>
          </p:cNvPr>
          <p:cNvSpPr>
            <a:spLocks xmlns:a="http://schemas.openxmlformats.org/drawingml/2006/main" noGrp="1"/>
          </p:cNvSpPr>
          <p:nvPr/>
        </p:nvSpPr>
        <p:spPr>
          <a:xfrm xmlns:a="http://schemas.openxmlformats.org/drawingml/2006/main">
            <a:off x="609600" y="603885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725" b="0">
                <a:solidFill>
                  <a:srgbClr val="20252A"/>
                </a:solidFill>
                <a:latin typeface="Segoe UI"/>
                <a:ea typeface="Segoe UI"/>
                <a:cs typeface="Segoe UI"/>
              </a:defRPr>
            </a:defPPr>
            <a:lvl1pPr>
              <a:defRPr sz="1725" b="0">
                <a:solidFill>
                  <a:srgbClr val="20252A"/>
                </a:solidFill>
                <a:latin typeface="Segoe UI"/>
                <a:ea typeface="Segoe UI"/>
                <a:cs typeface="Segoe UI"/>
              </a:defRPr>
            </a:lvl1pPr>
            <a:lvl2pPr>
              <a:defRPr sz="1725" b="0">
                <a:solidFill>
                  <a:srgbClr val="20252A"/>
                </a:solidFill>
                <a:latin typeface="Segoe UI"/>
                <a:ea typeface="Segoe UI"/>
                <a:cs typeface="Segoe UI"/>
              </a:defRPr>
            </a:lvl2pPr>
            <a:lvl3pPr>
              <a:defRPr sz="1725" b="0">
                <a:solidFill>
                  <a:srgbClr val="20252A"/>
                </a:solidFill>
                <a:latin typeface="Segoe UI"/>
                <a:ea typeface="Segoe UI"/>
                <a:cs typeface="Segoe UI"/>
              </a:defRPr>
            </a:lvl3pPr>
            <a:lvl4pPr>
              <a:defRPr sz="1725" b="0">
                <a:solidFill>
                  <a:srgbClr val="20252A"/>
                </a:solidFill>
                <a:latin typeface="Segoe UI"/>
                <a:ea typeface="Segoe UI"/>
                <a:cs typeface="Segoe UI"/>
              </a:defRPr>
            </a:lvl4pPr>
            <a:lvl5pPr>
              <a:defRPr sz="1725" b="0">
                <a:solidFill>
                  <a:srgbClr val="20252A"/>
                </a:solidFill>
                <a:latin typeface="Segoe UI"/>
                <a:ea typeface="Segoe UI"/>
                <a:cs typeface="Segoe UI"/>
              </a:defRPr>
            </a:lvl5pPr>
            <a:lvl6pPr>
              <a:defRPr sz="1725" b="0">
                <a:solidFill>
                  <a:srgbClr val="20252A"/>
                </a:solidFill>
                <a:latin typeface="Segoe UI"/>
                <a:ea typeface="Segoe UI"/>
                <a:cs typeface="Segoe UI"/>
              </a:defRPr>
            </a:lvl6pPr>
            <a:lvl7pPr>
              <a:defRPr sz="1725" b="0">
                <a:solidFill>
                  <a:srgbClr val="20252A"/>
                </a:solidFill>
                <a:latin typeface="Segoe UI"/>
                <a:ea typeface="Segoe UI"/>
                <a:cs typeface="Segoe UI"/>
              </a:defRPr>
            </a:lvl7pPr>
            <a:lvl8pPr>
              <a:defRPr sz="1725" b="0">
                <a:solidFill>
                  <a:srgbClr val="20252A"/>
                </a:solidFill>
                <a:latin typeface="Segoe UI"/>
                <a:ea typeface="Segoe UI"/>
                <a:cs typeface="Segoe UI"/>
              </a:defRPr>
            </a:lvl8pPr>
            <a:lvl9pPr>
              <a:defRPr sz="1725" b="0">
                <a:solidFill>
                  <a:srgbClr val="20252A"/>
                </a:solidFill>
                <a:latin typeface="Segoe UI"/>
                <a:ea typeface="Segoe UI"/>
                <a:cs typeface="Segoe UI"/>
              </a:defRPr>
            </a:lvl9pPr>
          </a:lstStyle>
          <a:p xmlns:a="http://schemas.openxmlformats.org/drawingml/2006/main">
            <a:pPr>
              <a:defRPr sz="1725" b="0">
                <a:solidFill>
                  <a:srgbClr val="20252A"/>
                </a:solidFill>
                <a:latin typeface="Segoe UI"/>
                <a:ea typeface="Segoe UI"/>
                <a:cs typeface="Segoe UI"/>
              </a:defRPr>
            </a:pPr>
            <a:r>
              <a:rPr sz="1725" b="0">
                <a:solidFill>
                  <a:srgbClr val="20252A"/>
                </a:solidFill>
                <a:latin typeface="Segoe UI"/>
                <a:ea typeface="Segoe UI"/>
                <a:cs typeface="Segoe UI"/>
              </a:rPr>
              <a:t>Evidence: the evidence app. Hear the learner’s response and record what changes.</a:t>
            </a:r>
          </a:p>
        </p:txBody>
      </p:sp>
    </p:spTree>
    <p:extLst>
      <p:ext uri="{BB962C8B-B14F-4D97-AF65-F5344CB8AC3E}">
        <p14:creationId xmlns:p14="http://schemas.microsoft.com/office/powerpoint/2010/main" val="18733257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2026-10-21T11:14:15.6280000Z</dcterms:created>
  <dcterms:modified xsi:type="dcterms:W3CDTF">2026-10-21T11:14:15.6280000Z</dcterms:modified>
</coreProperties>
</file>