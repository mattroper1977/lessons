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c51d0a2ddb3498d" /><Relationship Type="http://schemas.openxmlformats.org/officeDocument/2006/relationships/extended-properties" Target="/docProps/app.xml" Id="R74052ac2061b4205" /><Relationship Type="http://schemas.openxmlformats.org/officeDocument/2006/relationships/officeDocument" Target="/ppt/presentation.xml" Id="R0fa40453a3b64a8e" /></Relationships>
</file>

<file path=ppt/presentation.xml><?xml version="1.0" encoding="utf-8"?>
<p:presentation xmlns:p="http://schemas.openxmlformats.org/presentationml/2006/main">
  <p:sldMasterIdLst>
    <p:sldMasterId xmlns:r="http://schemas.openxmlformats.org/officeDocument/2006/relationships" id="2147483648" r:id="Re3b538b82b8a4af7"/>
  </p:sldMasterIdLst>
  <p:notesMasterIdLst>
    <p:notesMasterId xmlns:r="http://schemas.openxmlformats.org/officeDocument/2006/relationships" r:id="R5fe11897a3a84928"/>
  </p:notesMasterIdLst>
  <p:sldIdLst>
    <p:sldId xmlns:r="http://schemas.openxmlformats.org/officeDocument/2006/relationships" id="256" r:id="R7bf65aa970e84bfb"/>
    <p:sldId xmlns:r="http://schemas.openxmlformats.org/officeDocument/2006/relationships" id="257" r:id="R2a2ce23a89ae481d"/>
    <p:sldId xmlns:r="http://schemas.openxmlformats.org/officeDocument/2006/relationships" id="258" r:id="R2956b8e8993e4377"/>
    <p:sldId xmlns:r="http://schemas.openxmlformats.org/officeDocument/2006/relationships" id="259" r:id="R79e314e937d14b3c"/>
    <p:sldId xmlns:r="http://schemas.openxmlformats.org/officeDocument/2006/relationships" id="260" r:id="R89a72c6de96148bd"/>
    <p:sldId xmlns:r="http://schemas.openxmlformats.org/officeDocument/2006/relationships" id="261" r:id="Re9a9d835a3864bd1"/>
    <p:sldId xmlns:r="http://schemas.openxmlformats.org/officeDocument/2006/relationships" id="262" r:id="R75915e70fd204c2f"/>
    <p:sldId xmlns:r="http://schemas.openxmlformats.org/officeDocument/2006/relationships" id="263" r:id="R45d9144e44344066"/>
    <p:sldId xmlns:r="http://schemas.openxmlformats.org/officeDocument/2006/relationships" id="264" r:id="Rbc30b8d80d5548b4"/>
    <p:sldId xmlns:r="http://schemas.openxmlformats.org/officeDocument/2006/relationships" id="265" r:id="R61cc554b519445c6"/>
    <p:sldId xmlns:r="http://schemas.openxmlformats.org/officeDocument/2006/relationships" id="266" r:id="R305216db204e4e5f"/>
    <p:sldId xmlns:r="http://schemas.openxmlformats.org/officeDocument/2006/relationships" id="267" r:id="Rb319894412cb4c9b"/>
    <p:sldId xmlns:r="http://schemas.openxmlformats.org/officeDocument/2006/relationships" id="268" r:id="Rdf0d89988a7d459f"/>
    <p:sldId xmlns:r="http://schemas.openxmlformats.org/officeDocument/2006/relationships" id="269" r:id="R3d41a9f308434d73"/>
    <p:sldId xmlns:r="http://schemas.openxmlformats.org/officeDocument/2006/relationships" id="270" r:id="R28e0c29bcebe4b37"/>
    <p:sldId xmlns:r="http://schemas.openxmlformats.org/officeDocument/2006/relationships" id="271" r:id="R58be461eb28d47db"/>
    <p:sldId xmlns:r="http://schemas.openxmlformats.org/officeDocument/2006/relationships" id="272" r:id="Rd58de1fbdb864736"/>
    <p:sldId xmlns:r="http://schemas.openxmlformats.org/officeDocument/2006/relationships" id="273" r:id="R6e0f90d00d794216"/>
    <p:sldId xmlns:r="http://schemas.openxmlformats.org/officeDocument/2006/relationships" id="274" r:id="R749b235f9c584859"/>
    <p:sldId xmlns:r="http://schemas.openxmlformats.org/officeDocument/2006/relationships" id="275" r:id="R909ddd73ad5b45d3"/>
    <p:sldId xmlns:r="http://schemas.openxmlformats.org/officeDocument/2006/relationships" id="276" r:id="Rbac65beaaaf546f1"/>
    <p:sldId xmlns:r="http://schemas.openxmlformats.org/officeDocument/2006/relationships" id="277" r:id="Rb95d717b15724de9"/>
    <p:sldId xmlns:r="http://schemas.openxmlformats.org/officeDocument/2006/relationships" id="278" r:id="R38afa4af378c44b1"/>
    <p:sldId xmlns:r="http://schemas.openxmlformats.org/officeDocument/2006/relationships" id="279" r:id="Rf7b408b400414983"/>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ad0038e58cb4d83" /><Relationship Type="http://schemas.openxmlformats.org/officeDocument/2006/relationships/slideMaster" Target="/ppt/slideMasters/slideMaster1.xml" Id="Re3b538b82b8a4af7" /><Relationship Type="http://schemas.openxmlformats.org/officeDocument/2006/relationships/notesMaster" Target="/ppt/notesMasters/notesMaster1.xml" Id="R5fe11897a3a84928" /><Relationship Type="http://schemas.openxmlformats.org/officeDocument/2006/relationships/presProps" Target="/ppt/presProps.xml" Id="R5428a1233dae4a91" /><Relationship Type="http://schemas.openxmlformats.org/officeDocument/2006/relationships/tableStyles" Target="/ppt/tableStyles.xml" Id="R85174736172f43c8" /><Relationship Type="http://schemas.openxmlformats.org/officeDocument/2006/relationships/slide" Target="/ppt/slides/slide1.xml" Id="R7bf65aa970e84bfb" /><Relationship Type="http://schemas.openxmlformats.org/officeDocument/2006/relationships/slide" Target="/ppt/slides/slide2.xml" Id="R2a2ce23a89ae481d" /><Relationship Type="http://schemas.openxmlformats.org/officeDocument/2006/relationships/slide" Target="/ppt/slides/slide3.xml" Id="R2956b8e8993e4377" /><Relationship Type="http://schemas.openxmlformats.org/officeDocument/2006/relationships/slide" Target="/ppt/slides/slide4.xml" Id="R79e314e937d14b3c" /><Relationship Type="http://schemas.openxmlformats.org/officeDocument/2006/relationships/slide" Target="/ppt/slides/slide5.xml" Id="R89a72c6de96148bd" /><Relationship Type="http://schemas.openxmlformats.org/officeDocument/2006/relationships/slide" Target="/ppt/slides/slide6.xml" Id="Re9a9d835a3864bd1" /><Relationship Type="http://schemas.openxmlformats.org/officeDocument/2006/relationships/slide" Target="/ppt/slides/slide7.xml" Id="R75915e70fd204c2f" /><Relationship Type="http://schemas.openxmlformats.org/officeDocument/2006/relationships/slide" Target="/ppt/slides/slide8.xml" Id="R45d9144e44344066" /><Relationship Type="http://schemas.openxmlformats.org/officeDocument/2006/relationships/slide" Target="/ppt/slides/slide9.xml" Id="Rbc30b8d80d5548b4" /><Relationship Type="http://schemas.openxmlformats.org/officeDocument/2006/relationships/slide" Target="/ppt/slides/slide10.xml" Id="R61cc554b519445c6" /><Relationship Type="http://schemas.openxmlformats.org/officeDocument/2006/relationships/slide" Target="/ppt/slides/slide11.xml" Id="R305216db204e4e5f" /><Relationship Type="http://schemas.openxmlformats.org/officeDocument/2006/relationships/slide" Target="/ppt/slides/slide12.xml" Id="Rb319894412cb4c9b" /><Relationship Type="http://schemas.openxmlformats.org/officeDocument/2006/relationships/slide" Target="/ppt/slides/slide13.xml" Id="Rdf0d89988a7d459f" /><Relationship Type="http://schemas.openxmlformats.org/officeDocument/2006/relationships/slide" Target="/ppt/slides/slide14.xml" Id="R3d41a9f308434d73" /><Relationship Type="http://schemas.openxmlformats.org/officeDocument/2006/relationships/slide" Target="/ppt/slides/slide15.xml" Id="R28e0c29bcebe4b37" /><Relationship Type="http://schemas.openxmlformats.org/officeDocument/2006/relationships/slide" Target="/ppt/slides/slide16.xml" Id="R58be461eb28d47db" /><Relationship Type="http://schemas.openxmlformats.org/officeDocument/2006/relationships/slide" Target="/ppt/slides/slide17.xml" Id="Rd58de1fbdb864736" /><Relationship Type="http://schemas.openxmlformats.org/officeDocument/2006/relationships/slide" Target="/ppt/slides/slide18.xml" Id="R6e0f90d00d794216" /><Relationship Type="http://schemas.openxmlformats.org/officeDocument/2006/relationships/slide" Target="/ppt/slides/slide19.xml" Id="R749b235f9c584859" /><Relationship Type="http://schemas.openxmlformats.org/officeDocument/2006/relationships/slide" Target="/ppt/slides/slide20.xml" Id="R909ddd73ad5b45d3" /><Relationship Type="http://schemas.openxmlformats.org/officeDocument/2006/relationships/slide" Target="/ppt/slides/slide21.xml" Id="Rbac65beaaaf546f1" /><Relationship Type="http://schemas.openxmlformats.org/officeDocument/2006/relationships/slide" Target="/ppt/slides/slide22.xml" Id="Rb95d717b15724de9" /><Relationship Type="http://schemas.openxmlformats.org/officeDocument/2006/relationships/slide" Target="/ppt/slides/slide23.xml" Id="R38afa4af378c44b1" /><Relationship Type="http://schemas.openxmlformats.org/officeDocument/2006/relationships/slide" Target="/ppt/slides/slide24.xml" Id="Rf7b408b400414983"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f9f2b0c0ba86476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a70ee7e9466493c" /><Relationship Type="http://schemas.openxmlformats.org/officeDocument/2006/relationships/notesMaster" Target="/ppt/notesMasters/notesMaster1.xml" Id="R79864e4a00f84751" /></Relationships>
</file>

<file path=ppt/notesSlides/_rels/notesSlide2.xml.rels>&#65279;<?xml version="1.0" encoding="utf-8"?><Relationships xmlns="http://schemas.openxmlformats.org/package/2006/relationships"><Relationship Type="http://schemas.openxmlformats.org/officeDocument/2006/relationships/slide" Target="/ppt/slides/slide2.xml" Id="R643c7fe56b894516" /><Relationship Type="http://schemas.openxmlformats.org/officeDocument/2006/relationships/notesMaster" Target="/ppt/notesMasters/notesMaster1.xml" Id="R9bf2ad95ef0946f9" /></Relationships>
</file>

<file path=ppt/notesSlides/_rels/notesSlide3.xml.rels>&#65279;<?xml version="1.0" encoding="utf-8"?><Relationships xmlns="http://schemas.openxmlformats.org/package/2006/relationships"><Relationship Type="http://schemas.openxmlformats.org/officeDocument/2006/relationships/slide" Target="/ppt/slides/slide3.xml" Id="R602c8787201d47a1" /><Relationship Type="http://schemas.openxmlformats.org/officeDocument/2006/relationships/notesMaster" Target="/ppt/notesMasters/notesMaster1.xml" Id="Red5c0a8a90004129" /></Relationships>
</file>

<file path=ppt/notesSlides/_rels/notesSlide4.xml.rels>&#65279;<?xml version="1.0" encoding="utf-8"?><Relationships xmlns="http://schemas.openxmlformats.org/package/2006/relationships"><Relationship Type="http://schemas.openxmlformats.org/officeDocument/2006/relationships/slide" Target="/ppt/slides/slide4.xml" Id="Raa417acb35294451" /><Relationship Type="http://schemas.openxmlformats.org/officeDocument/2006/relationships/notesMaster" Target="/ppt/notesMasters/notesMaster1.xml" Id="R7a9dfdfa71284a89" /></Relationships>
</file>

<file path=ppt/notesSlides/_rels/notesSlide5.xml.rels>&#65279;<?xml version="1.0" encoding="utf-8"?><Relationships xmlns="http://schemas.openxmlformats.org/package/2006/relationships"><Relationship Type="http://schemas.openxmlformats.org/officeDocument/2006/relationships/slide" Target="/ppt/slides/slide5.xml" Id="R5b5b2c25d4ac4060" /><Relationship Type="http://schemas.openxmlformats.org/officeDocument/2006/relationships/notesMaster" Target="/ppt/notesMasters/notesMaster1.xml" Id="R47809fa0c78041dd" /></Relationships>
</file>

<file path=ppt/notesSlides/_rels/notesSlide6.xml.rels>&#65279;<?xml version="1.0" encoding="utf-8"?><Relationships xmlns="http://schemas.openxmlformats.org/package/2006/relationships"><Relationship Type="http://schemas.openxmlformats.org/officeDocument/2006/relationships/slide" Target="/ppt/slides/slide6.xml" Id="Rde47c17465054ad0" /><Relationship Type="http://schemas.openxmlformats.org/officeDocument/2006/relationships/notesMaster" Target="/ppt/notesMasters/notesMaster1.xml" Id="R3a47a847395f4707" /></Relationships>
</file>

<file path=ppt/notesSlides/_rels/notesSlide7.xml.rels>&#65279;<?xml version="1.0" encoding="utf-8"?><Relationships xmlns="http://schemas.openxmlformats.org/package/2006/relationships"><Relationship Type="http://schemas.openxmlformats.org/officeDocument/2006/relationships/slide" Target="/ppt/slides/slide7.xml" Id="R52e483aeb8d544e4" /><Relationship Type="http://schemas.openxmlformats.org/officeDocument/2006/relationships/notesMaster" Target="/ppt/notesMasters/notesMaster1.xml" Id="R9e2b7d4ac546486a" /></Relationships>
</file>

<file path=ppt/notesSlides/_rels/notesSlide8.xml.rels>&#65279;<?xml version="1.0" encoding="utf-8"?><Relationships xmlns="http://schemas.openxmlformats.org/package/2006/relationships"><Relationship Type="http://schemas.openxmlformats.org/officeDocument/2006/relationships/slide" Target="/ppt/slides/slide8.xml" Id="R4c972b9bc20f4ccd" /><Relationship Type="http://schemas.openxmlformats.org/officeDocument/2006/relationships/notesMaster" Target="/ppt/notesMasters/notesMaster1.xml" Id="Red614aac2d474015" /></Relationships>
</file>

<file path=ppt/notesSlides/_rels/notesSlide9.xml.rels>&#65279;<?xml version="1.0" encoding="utf-8"?><Relationships xmlns="http://schemas.openxmlformats.org/package/2006/relationships"><Relationship Type="http://schemas.openxmlformats.org/officeDocument/2006/relationships/slide" Target="/ppt/slides/slide9.xml" Id="R9200ef86247147e7" /><Relationship Type="http://schemas.openxmlformats.org/officeDocument/2006/relationships/notesMaster" Target="/ppt/notesMasters/notesMaster1.xml" Id="R49c2fbb454094c1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5aeace0a47e44d6f" /><Relationship Type="http://schemas.openxmlformats.org/officeDocument/2006/relationships/notesMaster" Target="/ppt/notesMasters/notesMaster1.xml" Id="R62feba21402d49d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5adfb63c4f3f4ce0" /><Relationship Type="http://schemas.openxmlformats.org/officeDocument/2006/relationships/notesMaster" Target="/ppt/notesMasters/notesMaster1.xml" Id="Rf4d767850efd4373"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45fa75d430704a8c" /><Relationship Type="http://schemas.openxmlformats.org/officeDocument/2006/relationships/notesMaster" Target="/ppt/notesMasters/notesMaster1.xml" Id="R4956e868edd143a1"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260dd0b9ce694423" /><Relationship Type="http://schemas.openxmlformats.org/officeDocument/2006/relationships/notesMaster" Target="/ppt/notesMasters/notesMaster1.xml" Id="Ra94682e3e0ad4667"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cf209e05616f4449" /><Relationship Type="http://schemas.openxmlformats.org/officeDocument/2006/relationships/notesMaster" Target="/ppt/notesMasters/notesMaster1.xml" Id="R0e5ac134d25e4b9f"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df24451e112547d4" /><Relationship Type="http://schemas.openxmlformats.org/officeDocument/2006/relationships/notesMaster" Target="/ppt/notesMasters/notesMaster1.xml" Id="R3583ff1654a6459e"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a58d44ddab504f6a" /><Relationship Type="http://schemas.openxmlformats.org/officeDocument/2006/relationships/notesMaster" Target="/ppt/notesMasters/notesMaster1.xml" Id="Re7cd202fb5c741a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129ab102c8754613" /><Relationship Type="http://schemas.openxmlformats.org/officeDocument/2006/relationships/notesMaster" Target="/ppt/notesMasters/notesMaster1.xml" Id="Rd11a1c4f1b1d4bc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944b66ed2bd42e1" /><Relationship Type="http://schemas.openxmlformats.org/officeDocument/2006/relationships/notesMaster" Target="/ppt/notesMasters/notesMaster1.xml" Id="Rb529cf8bd3f84c9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2311afe697a47f1" /><Relationship Type="http://schemas.openxmlformats.org/officeDocument/2006/relationships/notesMaster" Target="/ppt/notesMasters/notesMaster1.xml" Id="R63f3263953b440cb"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16768af81bd46ca" /><Relationship Type="http://schemas.openxmlformats.org/officeDocument/2006/relationships/notesMaster" Target="/ppt/notesMasters/notesMaster1.xml" Id="Rb9935f2853104346"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db0cc10e028b4d26" /><Relationship Type="http://schemas.openxmlformats.org/officeDocument/2006/relationships/notesMaster" Target="/ppt/notesMasters/notesMaster1.xml" Id="R95c99bf9768b425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3a2588812d24710" /><Relationship Type="http://schemas.openxmlformats.org/officeDocument/2006/relationships/notesMaster" Target="/ppt/notesMasters/notesMaster1.xml" Id="R263656ddefba4892"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94a7a8147e984167" /><Relationship Type="http://schemas.openxmlformats.org/officeDocument/2006/relationships/notesMaster" Target="/ppt/notesMasters/notesMaster1.xml" Id="R3f3f1f74ec5243c9"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0b2adcf9ab22436f" /><Relationship Type="http://schemas.openxmlformats.org/officeDocument/2006/relationships/notesMaster" Target="/ppt/notesMasters/notesMaster1.xml" Id="R66e8402b55a7453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Year A</a:t>
            </a:r>
          </a:p>
          <a:p xmlns:a="http://schemas.openxmlformats.org/drawingml/2006/main">
            <a:r>
              <a:t>Lesson 10 · Thursday 3 December 2026 · P5 12:50–13:30</a:t>
            </a:r>
          </a:p>
          <a:p xmlns:a="http://schemas.openxmlformats.org/drawingml/2006/main">
            <a:r>
              <a:t>Stage: Production and final checks</a:t>
            </a:r>
          </a:p>
          <a:p xmlns:a="http://schemas.openxmlformats.org/drawingml/2006/main">
            <a:r>
              <a:t>Timing: 0 minutes</a:t>
            </a:r>
          </a:p>
          <a:p xmlns:a="http://schemas.openxmlformats.org/drawingml/2006/main">
            <a:r>
              <a:t>TA brief: Use the approved L6 menu, quantities and price list, L7 checked ingredients and labels, and L9 readiness record. No replacement recipe or price is supplied here.</a:t>
            </a:r>
          </a:p>
          <a:p xmlns:a="http://schemas.openxmlformats.org/drawingml/2006/main">
            <a:r>
              <a:t>Cold Call: </a:t>
            </a:r>
          </a:p>
          <a:p xmlns:a="http://schemas.openxmlformats.org/drawingml/2006/main">
            <a:r>
              <a:t>Expected answer: </a:t>
            </a:r>
          </a:p>
          <a:p xmlns:a="http://schemas.openxmlformats.org/drawingml/2006/main">
            <a:r>
              <a:t>Pupil voice: Space: Offer a quiet stock role, a planned break and a choice of speech, pointing, drawing or scribing. Voice: Each learner chooses a suitable role and can report a safety concern or ask for a change. Audience: The teacher hears the learner; the food or money lead responds to the relevant concern. Influence: Act on the concern, change a role or support where needed, and record what changed.</a:t>
            </a:r>
          </a:p>
          <a:p xmlns:a="http://schemas.openxmlformats.org/drawingml/2006/main">
            <a:r>
              <a:t>Source: 04_ORDER_GCS-1_A1_and_GCS-2.md and 06_SOW_EXTRACT_Cake_Sale.md, Aut2 W5, revision 2026-10-21. Owner Thursday timetable correction, revision 2026-10-23.</a:t>
            </a:r>
          </a:p>
          <a:p xmlns:a="http://schemas.openxmlformats.org/drawingml/2006/main">
            <a:r>
              <a:t>Made by Matt · © Matt Roper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Year A</a:t>
            </a:r>
          </a:p>
          <a:p xmlns:a="http://schemas.openxmlformats.org/drawingml/2006/main">
            <a:r>
              <a:t>Lesson 10 · Thursday 3 December 2026 · P5 12:50–13:30</a:t>
            </a:r>
          </a:p>
          <a:p xmlns:a="http://schemas.openxmlformats.org/drawingml/2006/main">
            <a:r>
              <a:t>Stage: Arrival and regulation check</a:t>
            </a:r>
          </a:p>
          <a:p xmlns:a="http://schemas.openxmlformats.org/drawingml/2006/main">
            <a:r>
              <a:t>Timing: 2 minutes</a:t>
            </a:r>
          </a:p>
          <a:p xmlns:a="http://schemas.openxmlformats.org/drawingml/2006/main">
            <a:r>
              <a:t>TA brief: Check regulation and readiness before food work. Offer the quiet stock or tally role and scheduled breaks. Agree who covers each break. Handwashing and safe entry are part of practical preparation.</a:t>
            </a:r>
          </a:p>
          <a:p xmlns:a="http://schemas.openxmlformats.org/drawingml/2006/main">
            <a:r>
              <a:t>Cold Call: </a:t>
            </a:r>
          </a:p>
          <a:p xmlns:a="http://schemas.openxmlformats.org/drawingml/2006/main">
            <a:r>
              <a:t>Expected answer: </a:t>
            </a:r>
          </a:p>
          <a:p xmlns:a="http://schemas.openxmlformats.org/drawingml/2006/main">
            <a:r>
              <a:t>Pupil voice: Space: Offer a quiet stock role, a planned break and a choice of speech, pointing, drawing or scribing. Voice: Each learner chooses a suitable role and can report a safety concern or ask for a change. Audience: The teacher hears the learner; the food or money lead responds to the relevant concern. Influence: Act on the concern, change a role or support where needed, and record what changed.</a:t>
            </a:r>
          </a:p>
          <a:p xmlns:a="http://schemas.openxmlformats.org/drawingml/2006/main">
            <a:r>
              <a:t>Source: 04_ORDER_GCS-1_A1_and_GCS-2.md and 06_SOW_EXTRACT_Cake_Sale.md, Aut2 W5, revision 2026-10-21. Owner Thursday timetable correction, revision 2026-10-23.</a:t>
            </a:r>
          </a:p>
          <a:p xmlns:a="http://schemas.openxmlformats.org/drawingml/2006/main">
            <a:r>
              <a:t>Made by Matt · © Matt Roper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Year A</a:t>
            </a:r>
          </a:p>
          <a:p xmlns:a="http://schemas.openxmlformats.org/drawingml/2006/main">
            <a:r>
              <a:t>Lesson 10 · Thursday 3 December 2026 · P5 12:50–13:30</a:t>
            </a:r>
          </a:p>
          <a:p xmlns:a="http://schemas.openxmlformats.org/drawingml/2006/main">
            <a:r>
              <a:t>Stage: Retrieval</a:t>
            </a:r>
          </a:p>
          <a:p xmlns:a="http://schemas.openxmlformats.org/drawingml/2006/main">
            <a:r>
              <a:t>Timing: 2 minutes</a:t>
            </a:r>
          </a:p>
          <a:p xmlns:a="http://schemas.openxmlformats.org/drawingml/2006/main">
            <a:r>
              <a:t>TA brief: Retrieve the real L9 responsibility. Accept a point to the record. Food with an unchecked or wrong label stays off the stall. Close gaps before opening.</a:t>
            </a:r>
          </a:p>
          <a:p xmlns:a="http://schemas.openxmlformats.org/drawingml/2006/main">
            <a:r>
              <a:t>Cold Call: What do we do with a label we cannot trust?</a:t>
            </a:r>
          </a:p>
          <a:p xmlns:a="http://schemas.openxmlformats.org/drawingml/2006/main">
            <a:r>
              <a:t>Expected answer: Keep the food off the stall and ask the food lead to check it.</a:t>
            </a:r>
          </a:p>
          <a:p xmlns:a="http://schemas.openxmlformats.org/drawingml/2006/main">
            <a:r>
              <a:t>Pupil voice: Space: Offer a quiet stock role, a planned break and a choice of speech, pointing, drawing or scribing. Voice: Each learner chooses a suitable role and can report a safety concern or ask for a change. Audience: The teacher hears the learner; the food or money lead responds to the relevant concern. Influence: Act on the concern, change a role or support where needed, and record what changed.</a:t>
            </a:r>
          </a:p>
          <a:p xmlns:a="http://schemas.openxmlformats.org/drawingml/2006/main">
            <a:r>
              <a:t>Source: 04_ORDER_GCS-1_A1_and_GCS-2.md and 06_SOW_EXTRACT_Cake_Sale.md, Aut2 W5, revision 2026-10-21. Owner Thursday timetable correction, revision 2026-10-23.</a:t>
            </a:r>
          </a:p>
          <a:p xmlns:a="http://schemas.openxmlformats.org/drawingml/2006/main">
            <a:r>
              <a:t>Made by Matt · © Matt Roper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Year A</a:t>
            </a:r>
          </a:p>
          <a:p xmlns:a="http://schemas.openxmlformats.org/drawingml/2006/main">
            <a:r>
              <a:t>Lesson 10 · Thursday 3 December 2026 · P5 12:50–13:30</a:t>
            </a:r>
          </a:p>
          <a:p xmlns:a="http://schemas.openxmlformats.org/drawingml/2006/main">
            <a:r>
              <a:t>Stage: Today</a:t>
            </a:r>
          </a:p>
          <a:p xmlns:a="http://schemas.openxmlformats.org/drawingml/2006/main">
            <a:r>
              <a:t>Timing: 1 minutes</a:t>
            </a:r>
          </a:p>
          <a:p xmlns:a="http://schemas.openxmlformats.org/drawingml/2006/main">
            <a:r>
              <a:t>TA brief: These are evidence opportunities, not a statement that any award unit is complete. Match the observed action to the learner’s registered course and current unit requirements locally.</a:t>
            </a:r>
          </a:p>
          <a:p xmlns:a="http://schemas.openxmlformats.org/drawingml/2006/main">
            <a:r>
              <a:t>Cold Call: </a:t>
            </a:r>
          </a:p>
          <a:p xmlns:a="http://schemas.openxmlformats.org/drawingml/2006/main">
            <a:r>
              <a:t>Expected answer: </a:t>
            </a:r>
          </a:p>
          <a:p xmlns:a="http://schemas.openxmlformats.org/drawingml/2006/main">
            <a:r>
              <a:t>Pupil voice: Space: Offer a quiet stock role, a planned break and a choice of speech, pointing, drawing or scribing. Voice: Each learner chooses a suitable role and can report a safety concern or ask for a change. Audience: The teacher hears the learner; the food or money lead responds to the relevant concern. Influence: Act on the concern, change a role or support where needed, and record what changed.</a:t>
            </a:r>
          </a:p>
          <a:p xmlns:a="http://schemas.openxmlformats.org/drawingml/2006/main">
            <a:r>
              <a:t>Source: 04_ORDER_GCS-1_A1_and_GCS-2.md and 06_SOW_EXTRACT_Cake_Sale.md, Aut2 W5, revision 2026-10-21. Owner Thursday timetable correction, revision 2026-10-23.</a:t>
            </a:r>
          </a:p>
          <a:p xmlns:a="http://schemas.openxmlformats.org/drawingml/2006/main">
            <a:r>
              <a:t>Made by Matt · © Matt Roper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Year A</a:t>
            </a:r>
          </a:p>
          <a:p xmlns:a="http://schemas.openxmlformats.org/drawingml/2006/main">
            <a:r>
              <a:t>Lesson 10 · Thursday 3 December 2026 · P5 12:50–13:30</a:t>
            </a:r>
          </a:p>
          <a:p xmlns:a="http://schemas.openxmlformats.org/drawingml/2006/main">
            <a:r>
              <a:t>Stage: I DO</a:t>
            </a:r>
          </a:p>
          <a:p xmlns:a="http://schemas.openxmlformats.org/drawingml/2006/main">
            <a:r>
              <a:t>Timing: 3 minutes</a:t>
            </a:r>
          </a:p>
          <a:p xmlns:a="http://schemas.openxmlformats.org/drawingml/2006/main">
            <a:r>
              <a:t>TA brief: Model the actual safe sequence with the approved product. Use ready-cooled products if cooking and cooling cannot safely fit. Hot equipment is adult controlled. Check every ingredient and topping against its original pack. Do not claim food is free from an allergen.</a:t>
            </a:r>
          </a:p>
          <a:p xmlns:a="http://schemas.openxmlformats.org/drawingml/2006/main">
            <a:r>
              <a:t>Cold Call: Can we sell an item before its check?</a:t>
            </a:r>
          </a:p>
          <a:p xmlns:a="http://schemas.openxmlformats.org/drawingml/2006/main">
            <a:r>
              <a:t>Expected answer: No. It stays separate until the food lead releases it.</a:t>
            </a:r>
          </a:p>
          <a:p xmlns:a="http://schemas.openxmlformats.org/drawingml/2006/main">
            <a:r>
              <a:t>Pupil voice: Space: Offer a quiet stock role, a planned break and a choice of speech, pointing, drawing or scribing. Voice: Each learner chooses a suitable role and can report a safety concern or ask for a change. Audience: The teacher hears the learner; the food or money lead responds to the relevant concern. Influence: Act on the concern, change a role or support where needed, and record what changed.</a:t>
            </a:r>
          </a:p>
          <a:p xmlns:a="http://schemas.openxmlformats.org/drawingml/2006/main">
            <a:r>
              <a:t>Source: 04_ORDER_GCS-1_A1_and_GCS-2.md and 06_SOW_EXTRACT_Cake_Sale.md, Aut2 W5, revision 2026-10-21. Owner Thursday timetable correction, revision 2026-10-23.</a:t>
            </a:r>
          </a:p>
          <a:p xmlns:a="http://schemas.openxmlformats.org/drawingml/2006/main">
            <a:r>
              <a:t>Made by Matt · © Matt Roper · CC BY-NC-SA 4.0: free for classroom use, share and adapt with credit, no resale</a:t>
            </a:r>
          </a:p>
          <a:p xmlns:a="http://schemas.openxmlformats.org/drawingml/2006/main">
            <a:r>
              <a:t>Food-safety source checked 2026-10-24: the retained source record source: the retained source record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Year A</a:t>
            </a:r>
          </a:p>
          <a:p xmlns:a="http://schemas.openxmlformats.org/drawingml/2006/main">
            <a:r>
              <a:t>Lesson 10 · Thursday 3 December 2026 · P5 12:50–13:30</a:t>
            </a:r>
          </a:p>
          <a:p xmlns:a="http://schemas.openxmlformats.org/drawingml/2006/main">
            <a:r>
              <a:t>Stage: WE DO</a:t>
            </a:r>
          </a:p>
          <a:p xmlns:a="http://schemas.openxmlformats.org/drawingml/2006/main">
            <a:r>
              <a:t>Timing: 4 minutes</a:t>
            </a:r>
          </a:p>
          <a:p xmlns:a="http://schemas.openxmlformats.org/drawingml/2006/main">
            <a:r>
              <a:t>TA brief: Hinge answer B. A confuses a neat label with a correct label. C treats a guess as evidence. Return to the actual packs and checked recipe before releasing the item. The table is a checking sequence, not a finished ingredient label.</a:t>
            </a:r>
          </a:p>
          <a:p xmlns:a="http://schemas.openxmlformats.org/drawingml/2006/main">
            <a:r>
              <a:t>Cold Call: Why is the old label not enough?</a:t>
            </a:r>
          </a:p>
          <a:p xmlns:a="http://schemas.openxmlformats.org/drawingml/2006/main">
            <a:r>
              <a:t>Expected answer: The topping can change the ingredients or allergens, so the adult must check the full label again.</a:t>
            </a:r>
          </a:p>
          <a:p xmlns:a="http://schemas.openxmlformats.org/drawingml/2006/main">
            <a:r>
              <a:t>Pupil voice: Space: Offer a quiet stock role, a planned break and a choice of speech, pointing, drawing or scribing. Voice: Each learner chooses a suitable role and can report a safety concern or ask for a change. Audience: The teacher hears the learner; the food or money lead responds to the relevant concern. Influence: Act on the concern, change a role or support where needed, and record what changed.</a:t>
            </a:r>
          </a:p>
          <a:p xmlns:a="http://schemas.openxmlformats.org/drawingml/2006/main">
            <a:r>
              <a:t>Source: 04_ORDER_GCS-1_A1_and_GCS-2.md and 06_SOW_EXTRACT_Cake_Sale.md, Aut2 W5, revision 2026-10-21. Owner Thursday timetable correction, revision 2026-10-23.</a:t>
            </a:r>
          </a:p>
          <a:p xmlns:a="http://schemas.openxmlformats.org/drawingml/2006/main">
            <a:r>
              <a:t>Made by Matt · © Matt Roper · CC BY-NC-SA 4.0: free for classroom use, share and adapt with credit, no resale</a:t>
            </a:r>
          </a:p>
          <a:p xmlns:a="http://schemas.openxmlformats.org/drawingml/2006/main">
            <a:r>
              <a:t>Food-safety source checked 2026-10-24: the retained source record source: the retained source record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Year A</a:t>
            </a:r>
          </a:p>
          <a:p xmlns:a="http://schemas.openxmlformats.org/drawingml/2006/main">
            <a:r>
              <a:t>Lesson 10 · Thursday 3 December 2026 · P5 12:50–13:30</a:t>
            </a:r>
          </a:p>
          <a:p xmlns:a="http://schemas.openxmlformats.org/drawingml/2006/main">
            <a:r>
              <a:t>Stage: YOU DO in your book</a:t>
            </a:r>
          </a:p>
          <a:p xmlns:a="http://schemas.openxmlformats.org/drawingml/2006/main">
            <a:r>
              <a:t>Timing: 2 minutes</a:t>
            </a:r>
          </a:p>
          <a:p xmlns:a="http://schemas.openxmlformats.org/drawingml/2006/main">
            <a:r>
              <a:t>TA brief: Book-first planning is brief and may be scribed verbatim. The learner supplies the idea. Do not spend production time copying instructions.</a:t>
            </a:r>
          </a:p>
          <a:p xmlns:a="http://schemas.openxmlformats.org/drawingml/2006/main">
            <a:r>
              <a:t>Cold Call: </a:t>
            </a:r>
          </a:p>
          <a:p xmlns:a="http://schemas.openxmlformats.org/drawingml/2006/main">
            <a:r>
              <a:t>Expected answer: </a:t>
            </a:r>
          </a:p>
          <a:p xmlns:a="http://schemas.openxmlformats.org/drawingml/2006/main">
            <a:r>
              <a:t>Pupil voice: Space: Offer a quiet stock role, a planned break and a choice of speech, pointing, drawing or scribing. Voice: Each learner chooses a suitable role and can report a safety concern or ask for a change. Audience: The teacher hears the learner; the food or money lead responds to the relevant concern. Influence: Act on the concern, change a role or support where needed, and record what changed.</a:t>
            </a:r>
          </a:p>
          <a:p xmlns:a="http://schemas.openxmlformats.org/drawingml/2006/main">
            <a:r>
              <a:t>Source: 04_ORDER_GCS-1_A1_and_GCS-2.md and 06_SOW_EXTRACT_Cake_Sale.md, Aut2 W5, revision 2026-10-21. Owner Thursday timetable correction, revision 2026-10-23.</a:t>
            </a:r>
          </a:p>
          <a:p xmlns:a="http://schemas.openxmlformats.org/drawingml/2006/main">
            <a:r>
              <a:t>Made by Matt · © Matt Roper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Year A</a:t>
            </a:r>
          </a:p>
          <a:p xmlns:a="http://schemas.openxmlformats.org/drawingml/2006/main">
            <a:r>
              <a:t>Lesson 10 · Thursday 3 December 2026 · P5 12:50–13:30</a:t>
            </a:r>
          </a:p>
          <a:p xmlns:a="http://schemas.openxmlformats.org/drawingml/2006/main">
            <a:r>
              <a:t>Stage: YOU DO production</a:t>
            </a:r>
          </a:p>
          <a:p xmlns:a="http://schemas.openxmlformats.org/drawingml/2006/main">
            <a:r>
              <a:t>Timing: 18 minutes</a:t>
            </a:r>
          </a:p>
          <a:p xmlns:a="http://schemas.openxmlformats.org/drawingml/2006/main">
            <a:r>
              <a:t>TA brief: 13:04–13:22 practical work. Allow final baking only when the approved method, cooling time and remaining checks demonstrably fit. Otherwise finish ready-cooled stock. Adults handle heat and judge release. Capture a short observation or authorised product photo during work; no extra worksheet task at the bench.</a:t>
            </a:r>
          </a:p>
          <a:p xmlns:a="http://schemas.openxmlformats.org/drawingml/2006/main">
            <a:r>
              <a:t>Cold Call: </a:t>
            </a:r>
          </a:p>
          <a:p xmlns:a="http://schemas.openxmlformats.org/drawingml/2006/main">
            <a:r>
              <a:t>Expected answer: </a:t>
            </a:r>
          </a:p>
          <a:p xmlns:a="http://schemas.openxmlformats.org/drawingml/2006/main">
            <a:r>
              <a:t>Pupil voice: Space: Offer a quiet stock role, a planned break and a choice of speech, pointing, drawing or scribing. Voice: Each learner chooses a suitable role and can report a safety concern or ask for a change. Audience: The teacher hears the learner; the food or money lead responds to the relevant concern. Influence: Act on the concern, change a role or support where needed, and record what changed.</a:t>
            </a:r>
          </a:p>
          <a:p xmlns:a="http://schemas.openxmlformats.org/drawingml/2006/main">
            <a:r>
              <a:t>Source: 04_ORDER_GCS-1_A1_and_GCS-2.md and 06_SOW_EXTRACT_Cake_Sale.md, Aut2 W5, revision 2026-10-21. Owner Thursday timetable correction, revision 2026-10-23.</a:t>
            </a:r>
          </a:p>
          <a:p xmlns:a="http://schemas.openxmlformats.org/drawingml/2006/main">
            <a:r>
              <a:t>Made by Matt · © Matt Roper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Year A</a:t>
            </a:r>
          </a:p>
          <a:p xmlns:a="http://schemas.openxmlformats.org/drawingml/2006/main">
            <a:r>
              <a:t>Lesson 10 · Thursday 3 December 2026 · P5 12:50–13:30</a:t>
            </a:r>
          </a:p>
          <a:p xmlns:a="http://schemas.openxmlformats.org/drawingml/2006/main">
            <a:r>
              <a:t>Stage: Evidence and stall checks</a:t>
            </a:r>
          </a:p>
          <a:p xmlns:a="http://schemas.openxmlformats.org/drawingml/2006/main">
            <a:r>
              <a:t>Timing: 4 minutes</a:t>
            </a:r>
          </a:p>
          <a:p xmlns:a="http://schemas.openxmlformats.org/drawingml/2006/main">
            <a:r>
              <a:t>TA brief: 13:22–13:26. Finish L10-E1 P5 trace and move checked stock to the agreed display. Adults sign the production release and starting float. Keep money handling separate from ready-to-eat food. Set up food, money, stock and quiet break zones with a clear route.</a:t>
            </a:r>
          </a:p>
          <a:p xmlns:a="http://schemas.openxmlformats.org/drawingml/2006/main">
            <a:r>
              <a:t>Cold Call: </a:t>
            </a:r>
          </a:p>
          <a:p xmlns:a="http://schemas.openxmlformats.org/drawingml/2006/main">
            <a:r>
              <a:t>Expected answer: </a:t>
            </a:r>
          </a:p>
          <a:p xmlns:a="http://schemas.openxmlformats.org/drawingml/2006/main">
            <a:r>
              <a:t>Pupil voice: Space: Offer a quiet stock role, a planned break and a choice of speech, pointing, drawing or scribing. Voice: Each learner chooses a suitable role and can report a safety concern or ask for a change. Audience: The teacher hears the learner; the food or money lead responds to the relevant concern. Influence: Act on the concern, change a role or support where needed, and record what changed.</a:t>
            </a:r>
          </a:p>
          <a:p xmlns:a="http://schemas.openxmlformats.org/drawingml/2006/main">
            <a:r>
              <a:t>Source: 04_ORDER_GCS-1_A1_and_GCS-2.md and 06_SOW_EXTRACT_Cake_Sale.md, Aut2 W5, revision 2026-10-21. Owner Thursday timetable correction, revision 2026-10-23.</a:t>
            </a:r>
          </a:p>
          <a:p xmlns:a="http://schemas.openxmlformats.org/drawingml/2006/main">
            <a:r>
              <a:t>Made by Matt · © Matt Roper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Year A</a:t>
            </a:r>
          </a:p>
          <a:p xmlns:a="http://schemas.openxmlformats.org/drawingml/2006/main">
            <a:r>
              <a:t>Lesson 10 · Thursday 3 December 2026 · P5 12:50–13:30</a:t>
            </a:r>
          </a:p>
          <a:p xmlns:a="http://schemas.openxmlformats.org/drawingml/2006/main">
            <a:r>
              <a:t>Stage: P5 handover</a:t>
            </a:r>
          </a:p>
          <a:p xmlns:a="http://schemas.openxmlformats.org/drawingml/2006/main">
            <a:r>
              <a:t>Timing: 4 minutes</a:t>
            </a:r>
          </a:p>
          <a:p xmlns:a="http://schemas.openxmlformats.org/drawingml/2006/main">
            <a:r>
              <a:t>TA brief: 13:26–13:30. Recheck L9 approvals and today’s opening checklist. Confirm roles, breaks and adult cover after 14:10. Do not open with unresolved safety gaps. Record any delayed opening honestly; never shorten safe preparation to meet the clock.</a:t>
            </a:r>
          </a:p>
          <a:p xmlns:a="http://schemas.openxmlformats.org/drawingml/2006/main">
            <a:r>
              <a:t>Cold Call: What if a check is not done at 13:30?</a:t>
            </a:r>
          </a:p>
          <a:p xmlns:a="http://schemas.openxmlformats.org/drawingml/2006/main">
            <a:r>
              <a:t>Expected answer: Tell the lead. Hold the affected item or delay opening until the necessary controls are in place.</a:t>
            </a:r>
          </a:p>
          <a:p xmlns:a="http://schemas.openxmlformats.org/drawingml/2006/main">
            <a:r>
              <a:t>Pupil voice: Space: Offer a quiet stock role, a planned break and a choice of speech, pointing, drawing or scribing. Voice: Each learner chooses a suitable role and can report a safety concern or ask for a change. Audience: The teacher hears the learner; the food or money lead responds to the relevant concern. Influence: Act on the concern, change a role or support where needed, and record what changed.</a:t>
            </a:r>
          </a:p>
          <a:p xmlns:a="http://schemas.openxmlformats.org/drawingml/2006/main">
            <a:r>
              <a:t>Source: 04_ORDER_GCS-1_A1_and_GCS-2.md and 06_SOW_EXTRACT_Cake_Sale.md, Aut2 W5, revision 2026-10-21. Owner Thursday timetable correction, revision 2026-10-23.</a:t>
            </a:r>
          </a:p>
          <a:p xmlns:a="http://schemas.openxmlformats.org/drawingml/2006/main">
            <a:r>
              <a:t>Made by Matt · © Matt Roper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Year A</a:t>
            </a:r>
          </a:p>
          <a:p xmlns:a="http://schemas.openxmlformats.org/drawingml/2006/main">
            <a:r>
              <a:t>Lesson 10 · Thursday 3 December 2026 · P5 12:50–13:30</a:t>
            </a:r>
          </a:p>
          <a:p xmlns:a="http://schemas.openxmlformats.org/drawingml/2006/main">
            <a:r>
              <a:t>Stage: Key vocabulary mat</a:t>
            </a:r>
          </a:p>
          <a:p xmlns:a="http://schemas.openxmlformats.org/drawingml/2006/main">
            <a:r>
              <a:t>Timing: 0 minutes</a:t>
            </a:r>
          </a:p>
          <a:p xmlns:a="http://schemas.openxmlformats.org/drawingml/2006/main">
            <a:r>
              <a:t>TA brief: Use as a reference during work, with picture cues. Read and point as needed.</a:t>
            </a:r>
          </a:p>
          <a:p xmlns:a="http://schemas.openxmlformats.org/drawingml/2006/main">
            <a:r>
              <a:t>Cold Call: </a:t>
            </a:r>
          </a:p>
          <a:p xmlns:a="http://schemas.openxmlformats.org/drawingml/2006/main">
            <a:r>
              <a:t>Expected answer: </a:t>
            </a:r>
          </a:p>
          <a:p xmlns:a="http://schemas.openxmlformats.org/drawingml/2006/main">
            <a:r>
              <a:t>Pupil voice: Space: Offer a quiet stock role, a planned break and a choice of speech, pointing, drawing or scribing. Voice: Each learner chooses a suitable role and can report a safety concern or ask for a change. Audience: The teacher hears the learner; the food or money lead responds to the relevant concern. Influence: Act on the concern, change a role or support where needed, and record what changed.</a:t>
            </a:r>
          </a:p>
          <a:p xmlns:a="http://schemas.openxmlformats.org/drawingml/2006/main">
            <a:r>
              <a:t>Source: 04_ORDER_GCS-1_A1_and_GCS-2.md and 06_SOW_EXTRACT_Cake_Sale.md, Aut2 W5, revision 2026-10-21. Owner Thursday timetable correction, revision 2026-10-23.</a:t>
            </a:r>
          </a:p>
          <a:p xmlns:a="http://schemas.openxmlformats.org/drawingml/2006/main">
            <a:r>
              <a:t>Made by Matt · © Matt Roper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Year A</a:t>
            </a:r>
          </a:p>
          <a:p xmlns:a="http://schemas.openxmlformats.org/drawingml/2006/main">
            <a:r>
              <a:t>Lesson 10 · Thursday 3 December 2026 · P5 12:50–13:30</a:t>
            </a:r>
          </a:p>
          <a:p xmlns:a="http://schemas.openxmlformats.org/drawingml/2006/main">
            <a:r>
              <a:t>Stage: TA and staff brief</a:t>
            </a:r>
          </a:p>
          <a:p xmlns:a="http://schemas.openxmlformats.org/drawingml/2006/main">
            <a:r>
              <a:t>Timing: 0 minutes</a:t>
            </a:r>
          </a:p>
          <a:p xmlns:a="http://schemas.openxmlformats.org/drawingml/2006/main">
            <a:r>
              <a:t>TA brief: Hidden staff slide. Cold calls are optional, supportive checks during a safe pause. Expected answers: withhold food and ask the food lead; point to their actual safety/check step; explain their personal action and effect. Support and prompting must be recorded. Never use assessment questions to distract a pupil handling heat or tools.</a:t>
            </a:r>
          </a:p>
          <a:p xmlns:a="http://schemas.openxmlformats.org/drawingml/2006/main">
            <a:r>
              <a:t>Cold Call: </a:t>
            </a:r>
          </a:p>
          <a:p xmlns:a="http://schemas.openxmlformats.org/drawingml/2006/main">
            <a:r>
              <a:t>Expected answer: </a:t>
            </a:r>
          </a:p>
          <a:p xmlns:a="http://schemas.openxmlformats.org/drawingml/2006/main">
            <a:r>
              <a:t>Pupil voice: Space: Offer a quiet stock role, a planned break and a choice of speech, pointing, drawing or scribing. Voice: Each learner chooses a suitable role and can report a safety concern or ask for a change. Audience: The teacher hears the learner; the food or money lead responds to the relevant concern. Influence: Act on the concern, change a role or support where needed, and record what changed.</a:t>
            </a:r>
          </a:p>
          <a:p xmlns:a="http://schemas.openxmlformats.org/drawingml/2006/main">
            <a:r>
              <a:t>Source: 04_ORDER_GCS-1_A1_and_GCS-2.md and 06_SOW_EXTRACT_Cake_Sale.md, Aut2 W5, revision 2026-10-21. Owner Thursday timetable correction, revision 2026-10-23.</a:t>
            </a:r>
          </a:p>
          <a:p xmlns:a="http://schemas.openxmlformats.org/drawingml/2006/main">
            <a:r>
              <a:t>Made by Matt · © Matt Roper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Year A</a:t>
            </a:r>
          </a:p>
          <a:p xmlns:a="http://schemas.openxmlformats.org/drawingml/2006/main">
            <a:r>
              <a:t>Lesson 10 · Thursday 3 December 2026 · P6 13:30–14:10</a:t>
            </a:r>
          </a:p>
          <a:p xmlns:a="http://schemas.openxmlformats.org/drawingml/2006/main">
            <a:r>
              <a:t>Stage: Sale day run sheet</a:t>
            </a:r>
          </a:p>
          <a:p xmlns:a="http://schemas.openxmlformats.org/drawingml/2006/main">
            <a:r>
              <a:t>Timing: 13:30–14:10 live service</a:t>
            </a:r>
          </a:p>
          <a:p xmlns:a="http://schemas.openxmlformats.org/drawingml/2006/main">
            <a:r>
              <a:t>TA brief: The P6 deck is an operational reference. Keep a useful cue visible and move only when it helps the live stall. No lecture or whole-group tasks during service. The sale window is the full 13:30–14:10.</a:t>
            </a:r>
          </a:p>
          <a:p xmlns:a="http://schemas.openxmlformats.org/drawingml/2006/main">
            <a:r>
              <a:t>Cold Call: </a:t>
            </a:r>
          </a:p>
          <a:p xmlns:a="http://schemas.openxmlformats.org/drawingml/2006/main">
            <a:r>
              <a:t>Expected answer: </a:t>
            </a:r>
          </a:p>
          <a:p xmlns:a="http://schemas.openxmlformats.org/drawingml/2006/main">
            <a:r>
              <a:t>Pupil voice: Space: Offer a quiet stock role, a planned break and a choice of speech, pointing, drawing or scribing. Voice: Each learner chooses a suitable role and can report a safety concern or ask for a change. Audience: The teacher hears the learner; the food or money lead responds to the relevant concern. Influence: Act on the concern, change a role or support where needed, and record what changed.</a:t>
            </a:r>
          </a:p>
          <a:p xmlns:a="http://schemas.openxmlformats.org/drawingml/2006/main">
            <a:r>
              <a:t>Source: 04_ORDER_GCS-1_A1_and_GCS-2.md and 06_SOW_EXTRACT_Cake_Sale.md, Aut2 W5, revision 2026-10-21. Owner Thursday timetable correction, revision 2026-10-23.</a:t>
            </a:r>
          </a:p>
          <a:p xmlns:a="http://schemas.openxmlformats.org/drawingml/2006/main">
            <a:r>
              <a:t>Made by Matt · © Matt Roper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Year A</a:t>
            </a:r>
          </a:p>
          <a:p xmlns:a="http://schemas.openxmlformats.org/drawingml/2006/main">
            <a:r>
              <a:t>Lesson 10 · Thursday 3 December 2026 · P6 13:30–14:10</a:t>
            </a:r>
          </a:p>
          <a:p xmlns:a="http://schemas.openxmlformats.org/drawingml/2006/main">
            <a:r>
              <a:t>Stage: Set up before opening</a:t>
            </a:r>
          </a:p>
          <a:p xmlns:a="http://schemas.openxmlformats.org/drawingml/2006/main">
            <a:r>
              <a:t>Timing: P5 handover, checked by 13:30</a:t>
            </a:r>
          </a:p>
          <a:p xmlns:a="http://schemas.openxmlformats.org/drawingml/2006/main">
            <a:r>
              <a:t>TA brief: Complete this setup in P5. Confirm safe capacity, adult positions, the food record, agreed prices, secure float and breaks. Separate ready-to-eat food from money. This is a checklist to revisit if the layout changes, not extra time taken from P6.</a:t>
            </a:r>
          </a:p>
          <a:p xmlns:a="http://schemas.openxmlformats.org/drawingml/2006/main">
            <a:r>
              <a:t>Cold Call: </a:t>
            </a:r>
          </a:p>
          <a:p xmlns:a="http://schemas.openxmlformats.org/drawingml/2006/main">
            <a:r>
              <a:t>Expected answer: </a:t>
            </a:r>
          </a:p>
          <a:p xmlns:a="http://schemas.openxmlformats.org/drawingml/2006/main">
            <a:r>
              <a:t>Pupil voice: Space: Offer a quiet stock role, a planned break and a choice of speech, pointing, drawing or scribing. Voice: Each learner chooses a suitable role and can report a safety concern or ask for a change. Audience: The teacher hears the learner; the food or money lead responds to the relevant concern. Influence: Act on the concern, change a role or support where needed, and record what changed.</a:t>
            </a:r>
          </a:p>
          <a:p xmlns:a="http://schemas.openxmlformats.org/drawingml/2006/main">
            <a:r>
              <a:t>Source: 04_ORDER_GCS-1_A1_and_GCS-2.md and 06_SOW_EXTRACT_Cake_Sale.md, Aut2 W5, revision 2026-10-21. Owner Thursday timetable correction, revision 2026-10-23.</a:t>
            </a:r>
          </a:p>
          <a:p xmlns:a="http://schemas.openxmlformats.org/drawingml/2006/main">
            <a:r>
              <a:t>Made by Matt · © Matt Roper · CC BY-NC-SA 4.0: free for classroom use, share and adapt with credit, no resale</a:t>
            </a:r>
          </a:p>
          <a:p xmlns:a="http://schemas.openxmlformats.org/drawingml/2006/main">
            <a:r>
              <a:t>Food-safety source checked 2026-10-24: the retained source record source: the retained source record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Year A</a:t>
            </a:r>
          </a:p>
          <a:p xmlns:a="http://schemas.openxmlformats.org/drawingml/2006/main">
            <a:r>
              <a:t>Lesson 10 · Thursday 3 December 2026 · P6 13:30–14:10</a:t>
            </a:r>
          </a:p>
          <a:p xmlns:a="http://schemas.openxmlformats.org/drawingml/2006/main">
            <a:r>
              <a:t>Stage: Open at 13:30</a:t>
            </a:r>
          </a:p>
          <a:p xmlns:a="http://schemas.openxmlformats.org/drawingml/2006/main">
            <a:r>
              <a:t>Timing: 13:30 opening, subject to checks</a:t>
            </a:r>
          </a:p>
          <a:p xmlns:a="http://schemas.openxmlformats.org/drawingml/2006/main">
            <a:r>
              <a:t>TA brief: Food and money leads must be in place. Use the agreed charity fact record and prices. Do not add health claims, statistics or unapproved venue details. If the lead cannot release the stall, record the delay and resolve the gap.</a:t>
            </a:r>
          </a:p>
          <a:p xmlns:a="http://schemas.openxmlformats.org/drawingml/2006/main">
            <a:r>
              <a:t>Cold Call: </a:t>
            </a:r>
          </a:p>
          <a:p xmlns:a="http://schemas.openxmlformats.org/drawingml/2006/main">
            <a:r>
              <a:t>Expected answer: </a:t>
            </a:r>
          </a:p>
          <a:p xmlns:a="http://schemas.openxmlformats.org/drawingml/2006/main">
            <a:r>
              <a:t>Pupil voice: Space: Offer a quiet stock role, a planned break and a choice of speech, pointing, drawing or scribing. Voice: Each learner chooses a suitable role and can report a safety concern or ask for a change. Audience: The teacher hears the learner; the food or money lead responds to the relevant concern. Influence: Act on the concern, change a role or support where needed, and record what changed.</a:t>
            </a:r>
          </a:p>
          <a:p xmlns:a="http://schemas.openxmlformats.org/drawingml/2006/main">
            <a:r>
              <a:t>Source: 04_ORDER_GCS-1_A1_and_GCS-2.md and 06_SOW_EXTRACT_Cake_Sale.md, Aut2 W5, revision 2026-10-21. Owner Thursday timetable correction, revision 2026-10-23.</a:t>
            </a:r>
          </a:p>
          <a:p xmlns:a="http://schemas.openxmlformats.org/drawingml/2006/main">
            <a:r>
              <a:t>Made by Matt · © Matt Roper · CC BY-NC-SA 4.0: free for classroom use, share and adapt with credit, no resale</a:t>
            </a:r>
          </a:p>
          <a:p xmlns:a="http://schemas.openxmlformats.org/drawingml/2006/main">
            <a:r>
              <a:t>Charity source checked 2026-10-24: the retained source record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Year A</a:t>
            </a:r>
          </a:p>
          <a:p xmlns:a="http://schemas.openxmlformats.org/drawingml/2006/main">
            <a:r>
              <a:t>Lesson 10 · Thursday 3 December 2026 · P6 13:30–14:10</a:t>
            </a:r>
          </a:p>
          <a:p xmlns:a="http://schemas.openxmlformats.org/drawingml/2006/main">
            <a:r>
              <a:t>Stage: Serve with your role card</a:t>
            </a:r>
          </a:p>
          <a:p xmlns:a="http://schemas.openxmlformats.org/drawingml/2006/main">
            <a:r>
              <a:t>Timing: 13:30–14:10, as needed</a:t>
            </a:r>
          </a:p>
          <a:p xmlns:a="http://schemas.openxmlformats.org/drawingml/2006/main">
            <a:r>
              <a:t>TA brief: An adult handles ingredient and allergen enquiries using the written record. Learners do not guess or promise that food is safe for a particular person. Offer a paired greeting or a stock/tally role with equal evidence value. Read the approved price card; no model price is used for the real sale.</a:t>
            </a:r>
          </a:p>
          <a:p xmlns:a="http://schemas.openxmlformats.org/drawingml/2006/main">
            <a:r>
              <a:t>Cold Call: What if a customer asks about an allergy?</a:t>
            </a:r>
          </a:p>
          <a:p xmlns:a="http://schemas.openxmlformats.org/drawingml/2006/main">
            <a:r>
              <a:t>Expected answer: Ask the food lead to use the checked written food information.</a:t>
            </a:r>
          </a:p>
          <a:p xmlns:a="http://schemas.openxmlformats.org/drawingml/2006/main">
            <a:r>
              <a:t>Pupil voice: Space: Offer a quiet stock role, a planned break and a choice of speech, pointing, drawing or scribing. Voice: Each learner chooses a suitable role and can report a safety concern or ask for a change. Audience: The teacher hears the learner; the food or money lead responds to the relevant concern. Influence: Act on the concern, change a role or support where needed, and record what changed.</a:t>
            </a:r>
          </a:p>
          <a:p xmlns:a="http://schemas.openxmlformats.org/drawingml/2006/main">
            <a:r>
              <a:t>Source: 04_ORDER_GCS-1_A1_and_GCS-2.md and 06_SOW_EXTRACT_Cake_Sale.md, Aut2 W5, revision 2026-10-21. Owner Thursday timetable correction, revision 2026-10-23.</a:t>
            </a:r>
          </a:p>
          <a:p xmlns:a="http://schemas.openxmlformats.org/drawingml/2006/main">
            <a:r>
              <a:t>Made by Matt · © Matt Roper · CC BY-NC-SA 4.0: free for classroom use, share and adapt with credit, no resale</a:t>
            </a:r>
          </a:p>
          <a:p xmlns:a="http://schemas.openxmlformats.org/drawingml/2006/main">
            <a:r>
              <a:t>Food-safety source checked 2026-10-24: the retained source record source: the retained source record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Year A</a:t>
            </a:r>
          </a:p>
          <a:p xmlns:a="http://schemas.openxmlformats.org/drawingml/2006/main">
            <a:r>
              <a:t>Lesson 10 · Thursday 3 December 2026 · P6 13:30–14:10</a:t>
            </a:r>
          </a:p>
          <a:p xmlns:a="http://schemas.openxmlformats.org/drawingml/2006/main">
            <a:r>
              <a:t>Stage: Money and the sale record</a:t>
            </a:r>
          </a:p>
          <a:p xmlns:a="http://schemas.openxmlformats.org/drawingml/2006/main">
            <a:r>
              <a:t>Timing: 13:30–14:10, as needed</a:t>
            </a:r>
          </a:p>
          <a:p xmlns:a="http://schemas.openxmlformats.org/drawingml/2006/main">
            <a:r>
              <a:t>TA brief: Finance supervision is continuous. Use only the school-approved cashless method, if available. A tally is a record of an item, not proof of payment. Confirm any cashless payment separately. Keep gifts separate from cake sales. All cash movements need an entry. Staff retain custody.</a:t>
            </a:r>
          </a:p>
          <a:p xmlns:a="http://schemas.openxmlformats.org/drawingml/2006/main">
            <a:r>
              <a:t>Cold Call: </a:t>
            </a:r>
          </a:p>
          <a:p xmlns:a="http://schemas.openxmlformats.org/drawingml/2006/main">
            <a:r>
              <a:t>Expected answer: </a:t>
            </a:r>
          </a:p>
          <a:p xmlns:a="http://schemas.openxmlformats.org/drawingml/2006/main">
            <a:r>
              <a:t>Pupil voice: Space: Offer a quiet stock role, a planned break and a choice of speech, pointing, drawing or scribing. Voice: Each learner chooses a suitable role and can report a safety concern or ask for a change. Audience: The teacher hears the learner; the food or money lead responds to the relevant concern. Influence: Act on the concern, change a role or support where needed, and record what changed.</a:t>
            </a:r>
          </a:p>
          <a:p xmlns:a="http://schemas.openxmlformats.org/drawingml/2006/main">
            <a:r>
              <a:t>Source: 04_ORDER_GCS-1_A1_and_GCS-2.md and 06_SOW_EXTRACT_Cake_Sale.md, Aut2 W5, revision 2026-10-21. Owner Thursday timetable correction, revision 2026-10-23.</a:t>
            </a:r>
          </a:p>
          <a:p xmlns:a="http://schemas.openxmlformats.org/drawingml/2006/main">
            <a:r>
              <a:t>Made by Matt · © Matt Roper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Year A</a:t>
            </a:r>
          </a:p>
          <a:p xmlns:a="http://schemas.openxmlformats.org/drawingml/2006/main">
            <a:r>
              <a:t>Lesson 10 · Thursday 3 December 2026 · P6 13:30–14:10</a:t>
            </a:r>
          </a:p>
          <a:p xmlns:a="http://schemas.openxmlformats.org/drawingml/2006/main">
            <a:r>
              <a:t>Stage: Money check cue</a:t>
            </a:r>
          </a:p>
          <a:p xmlns:a="http://schemas.openxmlformats.org/drawingml/2006/main">
            <a:r>
              <a:t>Timing: 13:30–14:10, only if useful</a:t>
            </a:r>
          </a:p>
          <a:p xmlns:a="http://schemas.openxmlformats.org/drawingml/2006/main">
            <a:r>
              <a:t>TA brief: This familiar rehearsal model is a reference cue only and does not set sale prices. No whole-class hinge during service. If a learner needs a check, use the actual transaction quietly with the finance adult; never leave the till unattended.</a:t>
            </a:r>
          </a:p>
          <a:p xmlns:a="http://schemas.openxmlformats.org/drawingml/2006/main">
            <a:r>
              <a:t>Cold Call: </a:t>
            </a:r>
          </a:p>
          <a:p xmlns:a="http://schemas.openxmlformats.org/drawingml/2006/main">
            <a:r>
              <a:t>Expected answer: </a:t>
            </a:r>
          </a:p>
          <a:p xmlns:a="http://schemas.openxmlformats.org/drawingml/2006/main">
            <a:r>
              <a:t>Pupil voice: Space: Offer a quiet stock role, a planned break and a choice of speech, pointing, drawing or scribing. Voice: Each learner chooses a suitable role and can report a safety concern or ask for a change. Audience: The teacher hears the learner; the food or money lead responds to the relevant concern. Influence: Act on the concern, change a role or support where needed, and record what changed.</a:t>
            </a:r>
          </a:p>
          <a:p xmlns:a="http://schemas.openxmlformats.org/drawingml/2006/main">
            <a:r>
              <a:t>Source: 04_ORDER_GCS-1_A1_and_GCS-2.md and 06_SOW_EXTRACT_Cake_Sale.md, Aut2 W5, revision 2026-10-21. Owner Thursday timetable correction, revision 2026-10-23.</a:t>
            </a:r>
          </a:p>
          <a:p xmlns:a="http://schemas.openxmlformats.org/drawingml/2006/main">
            <a:r>
              <a:t>Made by Matt · © Matt Roper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Year A</a:t>
            </a:r>
          </a:p>
          <a:p xmlns:a="http://schemas.openxmlformats.org/drawingml/2006/main">
            <a:r>
              <a:t>Lesson 10 · Thursday 3 December 2026 · P6 13:30–14:10</a:t>
            </a:r>
          </a:p>
          <a:p xmlns:a="http://schemas.openxmlformats.org/drawingml/2006/main">
            <a:r>
              <a:t>Stage: Restock</a:t>
            </a:r>
          </a:p>
          <a:p xmlns:a="http://schemas.openxmlformats.org/drawingml/2006/main">
            <a:r>
              <a:t>Timing: 13:30–14:10, as needed</a:t>
            </a:r>
          </a:p>
          <a:p xmlns:a="http://schemas.openxmlformats.org/drawingml/2006/main">
            <a:r>
              <a:t>TA brief: Use the opening count plus additions record. Do not substitute a recipe or topping to meet demand. Log waste and authorised samples separately. Adults decide safe storage and what can remain on sale. A non-customer-facing stock role is always available.</a:t>
            </a:r>
          </a:p>
          <a:p xmlns:a="http://schemas.openxmlformats.org/drawingml/2006/main">
            <a:r>
              <a:t>Cold Call: </a:t>
            </a:r>
          </a:p>
          <a:p xmlns:a="http://schemas.openxmlformats.org/drawingml/2006/main">
            <a:r>
              <a:t>Expected answer: </a:t>
            </a:r>
          </a:p>
          <a:p xmlns:a="http://schemas.openxmlformats.org/drawingml/2006/main">
            <a:r>
              <a:t>Pupil voice: Space: Offer a quiet stock role, a planned break and a choice of speech, pointing, drawing or scribing. Voice: Each learner chooses a suitable role and can report a safety concern or ask for a change. Audience: The teacher hears the learner; the food or money lead responds to the relevant concern. Influence: Act on the concern, change a role or support where needed, and record what changed.</a:t>
            </a:r>
          </a:p>
          <a:p xmlns:a="http://schemas.openxmlformats.org/drawingml/2006/main">
            <a:r>
              <a:t>Source: 04_ORDER_GCS-1_A1_and_GCS-2.md and 06_SOW_EXTRACT_Cake_Sale.md, Aut2 W5, revision 2026-10-21. Owner Thursday timetable correction, revision 2026-10-23.</a:t>
            </a:r>
          </a:p>
          <a:p xmlns:a="http://schemas.openxmlformats.org/drawingml/2006/main">
            <a:r>
              <a:t>Made by Matt · © Matt Roper · CC BY-NC-SA 4.0: free for classroom use, share and adapt with credit, no resale</a:t>
            </a:r>
          </a:p>
          <a:p xmlns:a="http://schemas.openxmlformats.org/drawingml/2006/main">
            <a:r>
              <a:t>Food-safety source checked 2026-10-24: the retained source record source: the retained source record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Year A</a:t>
            </a:r>
          </a:p>
          <a:p xmlns:a="http://schemas.openxmlformats.org/drawingml/2006/main">
            <a:r>
              <a:t>Lesson 10 · Thursday 3 December 2026 · P6 13:30–14:10</a:t>
            </a:r>
          </a:p>
          <a:p xmlns:a="http://schemas.openxmlformats.org/drawingml/2006/main">
            <a:r>
              <a:t>Stage: Break and evidence cue</a:t>
            </a:r>
          </a:p>
          <a:p xmlns:a="http://schemas.openxmlformats.org/drawingml/2006/main">
            <a:r>
              <a:t>Timing: Staggered breaks during 13:30–14:10</a:t>
            </a:r>
          </a:p>
          <a:p xmlns:a="http://schemas.openxmlformats.org/drawingml/2006/main">
            <a:r>
              <a:t>TA brief: Use the agreed rota and immediate regulation needs. There must be adult cover for food and money. Capture L10-E1 during a safe break or from the adult’s live observation. Do not call all learners away from the stall or require a device at the food bench.</a:t>
            </a:r>
          </a:p>
          <a:p xmlns:a="http://schemas.openxmlformats.org/drawingml/2006/main">
            <a:r>
              <a:t>Cold Call: </a:t>
            </a:r>
          </a:p>
          <a:p xmlns:a="http://schemas.openxmlformats.org/drawingml/2006/main">
            <a:r>
              <a:t>Expected answer: </a:t>
            </a:r>
          </a:p>
          <a:p xmlns:a="http://schemas.openxmlformats.org/drawingml/2006/main">
            <a:r>
              <a:t>Pupil voice: Space: Offer a quiet stock role, a planned break and a choice of speech, pointing, drawing or scribing. Voice: Each learner chooses a suitable role and can report a safety concern or ask for a change. Audience: The teacher hears the learner; the food or money lead responds to the relevant concern. Influence: Act on the concern, change a role or support where needed, and record what changed.</a:t>
            </a:r>
          </a:p>
          <a:p xmlns:a="http://schemas.openxmlformats.org/drawingml/2006/main">
            <a:r>
              <a:t>Source: 04_ORDER_GCS-1_A1_and_GCS-2.md and 06_SOW_EXTRACT_Cake_Sale.md, Aut2 W5, revision 2026-10-21. Owner Thursday timetable correction, revision 2026-10-23.</a:t>
            </a:r>
          </a:p>
          <a:p xmlns:a="http://schemas.openxmlformats.org/drawingml/2006/main">
            <a:r>
              <a:t>Made by Matt · © Matt Roper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Year A</a:t>
            </a:r>
          </a:p>
          <a:p xmlns:a="http://schemas.openxmlformats.org/drawingml/2006/main">
            <a:r>
              <a:t>Lesson 10 · Thursday 3 December 2026 · P6 13:30–14:10</a:t>
            </a:r>
          </a:p>
          <a:p xmlns:a="http://schemas.openxmlformats.org/drawingml/2006/main">
            <a:r>
              <a:t>Stage: Close at 14:10</a:t>
            </a:r>
          </a:p>
          <a:p xmlns:a="http://schemas.openxmlformats.org/drawingml/2006/main">
            <a:r>
              <a:t>Timing: 14:10 close and pupil handover</a:t>
            </a:r>
          </a:p>
          <a:p xmlns:a="http://schemas.openxmlformats.org/drawingml/2006/main">
            <a:r>
              <a:t>TA brief: Keep service open until 14:10 when controls permit. Close at 14:10. Adults take custody of money, food and records. Use an existing observation if the learner must leave promptly. No assumed extra pupil period. Preserve the full advertised window; do not insert an early close.</a:t>
            </a:r>
          </a:p>
          <a:p xmlns:a="http://schemas.openxmlformats.org/drawingml/2006/main">
            <a:r>
              <a:t>Cold Call: </a:t>
            </a:r>
          </a:p>
          <a:p xmlns:a="http://schemas.openxmlformats.org/drawingml/2006/main">
            <a:r>
              <a:t>Expected answer: </a:t>
            </a:r>
          </a:p>
          <a:p xmlns:a="http://schemas.openxmlformats.org/drawingml/2006/main">
            <a:r>
              <a:t>Pupil voice: Space: Offer a quiet stock role, a planned break and a choice of speech, pointing, drawing or scribing. Voice: Each learner chooses a suitable role and can report a safety concern or ask for a change. Audience: The teacher hears the learner; the food or money lead responds to the relevant concern. Influence: Act on the concern, change a role or support where needed, and record what changed.</a:t>
            </a:r>
          </a:p>
          <a:p xmlns:a="http://schemas.openxmlformats.org/drawingml/2006/main">
            <a:r>
              <a:t>Source: 04_ORDER_GCS-1_A1_and_GCS-2.md and 06_SOW_EXTRACT_Cake_Sale.md, Aut2 W5, revision 2026-10-21. Owner Thursday timetable correction, revision 2026-10-23.</a:t>
            </a:r>
          </a:p>
          <a:p xmlns:a="http://schemas.openxmlformats.org/drawingml/2006/main">
            <a:r>
              <a:t>Made by Matt · © Matt Roper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Year A</a:t>
            </a:r>
          </a:p>
          <a:p xmlns:a="http://schemas.openxmlformats.org/drawingml/2006/main">
            <a:r>
              <a:t>Lesson 10 · Thursday 3 December 2026 · P6 13:30–14:10</a:t>
            </a:r>
          </a:p>
          <a:p xmlns:a="http://schemas.openxmlformats.org/drawingml/2006/main">
            <a:r>
              <a:t>Stage: Count and clear after close</a:t>
            </a:r>
          </a:p>
          <a:p xmlns:a="http://schemas.openxmlformats.org/drawingml/2006/main">
            <a:r>
              <a:t>Timing: After 14:10, adult follow-up outside P6</a:t>
            </a:r>
          </a:p>
          <a:p xmlns:a="http://schemas.openxmlformats.org/drawingml/2006/main">
            <a:r>
              <a:t>TA brief: After 14:10: the pre-assigned adult team completes counting, discrepancy recording, safe food decisions, cleaning and custody. Two adults verify the count according to local arrangements. Record cash sales, cashless sales and gifts separately, exclude the float, and retain receipts/costs for L11. No donation or final total is announced from an unchecked tally.</a:t>
            </a:r>
          </a:p>
          <a:p xmlns:a="http://schemas.openxmlformats.org/drawingml/2006/main">
            <a:r>
              <a:t>Cold Call: </a:t>
            </a:r>
          </a:p>
          <a:p xmlns:a="http://schemas.openxmlformats.org/drawingml/2006/main">
            <a:r>
              <a:t>Expected answer: </a:t>
            </a:r>
          </a:p>
          <a:p xmlns:a="http://schemas.openxmlformats.org/drawingml/2006/main">
            <a:r>
              <a:t>Pupil voice: Space: Offer a quiet stock role, a planned break and a choice of speech, pointing, drawing or scribing. Voice: Each learner chooses a suitable role and can report a safety concern or ask for a change. Audience: The teacher hears the learner; the food or money lead responds to the relevant concern. Influence: Act on the concern, change a role or support where needed, and record what changed.</a:t>
            </a:r>
          </a:p>
          <a:p xmlns:a="http://schemas.openxmlformats.org/drawingml/2006/main">
            <a:r>
              <a:t>Source: 04_ORDER_GCS-1_A1_and_GCS-2.md and 06_SOW_EXTRACT_Cake_Sale.md, Aut2 W5, revision 2026-10-21. Owner Thursday timetable correction, revision 2026-10-23.</a:t>
            </a:r>
          </a:p>
          <a:p xmlns:a="http://schemas.openxmlformats.org/drawingml/2006/main">
            <a:r>
              <a:t>Made by Matt · © Matt Roper · CC BY-NC-SA 4.0: free for classroom use, share and adapt with credit, no resale</a:t>
            </a:r>
          </a:p>
          <a:p xmlns:a="http://schemas.openxmlformats.org/drawingml/2006/main">
            <a:r>
              <a:t>Food-safety source checked 2026-10-24: the retained source record source: the retained source record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Year A</a:t>
            </a:r>
          </a:p>
          <a:p xmlns:a="http://schemas.openxmlformats.org/drawingml/2006/main">
            <a:r>
              <a:t>Lesson 10 · Thursday 3 December 2026 · P6 13:30–14:10</a:t>
            </a:r>
          </a:p>
          <a:p xmlns:a="http://schemas.openxmlformats.org/drawingml/2006/main">
            <a:r>
              <a:t>Stage: Key vocabulary mat</a:t>
            </a:r>
          </a:p>
          <a:p xmlns:a="http://schemas.openxmlformats.org/drawingml/2006/main">
            <a:r>
              <a:t>Timing: Reference only</a:t>
            </a:r>
          </a:p>
          <a:p xmlns:a="http://schemas.openxmlformats.org/drawingml/2006/main">
            <a:r>
              <a:t>TA brief: Reference only; no separate vocabulary teaching block in the live sale.</a:t>
            </a:r>
          </a:p>
          <a:p xmlns:a="http://schemas.openxmlformats.org/drawingml/2006/main">
            <a:r>
              <a:t>Cold Call: </a:t>
            </a:r>
          </a:p>
          <a:p xmlns:a="http://schemas.openxmlformats.org/drawingml/2006/main">
            <a:r>
              <a:t>Expected answer: </a:t>
            </a:r>
          </a:p>
          <a:p xmlns:a="http://schemas.openxmlformats.org/drawingml/2006/main">
            <a:r>
              <a:t>Pupil voice: Space: Offer a quiet stock role, a planned break and a choice of speech, pointing, drawing or scribing. Voice: Each learner chooses a suitable role and can report a safety concern or ask for a change. Audience: The teacher hears the learner; the food or money lead responds to the relevant concern. Influence: Act on the concern, change a role or support where needed, and record what changed.</a:t>
            </a:r>
          </a:p>
          <a:p xmlns:a="http://schemas.openxmlformats.org/drawingml/2006/main">
            <a:r>
              <a:t>Source: 04_ORDER_GCS-1_A1_and_GCS-2.md and 06_SOW_EXTRACT_Cake_Sale.md, Aut2 W5, revision 2026-10-21. Owner Thursday timetable correction, revision 2026-10-23.</a:t>
            </a:r>
          </a:p>
          <a:p xmlns:a="http://schemas.openxmlformats.org/drawingml/2006/main">
            <a:r>
              <a:t>Made by Matt · © Matt Roper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Year A</a:t>
            </a:r>
          </a:p>
          <a:p xmlns:a="http://schemas.openxmlformats.org/drawingml/2006/main">
            <a:r>
              <a:t>Lesson 10 · Thursday 3 December 2026 · P6 13:30–14:10</a:t>
            </a:r>
          </a:p>
          <a:p xmlns:a="http://schemas.openxmlformats.org/drawingml/2006/main">
            <a:r>
              <a:t>Stage: TA and staff brief</a:t>
            </a:r>
          </a:p>
          <a:p xmlns:a="http://schemas.openxmlformats.org/drawingml/2006/main">
            <a:r>
              <a:t>Timing: Reference only</a:t>
            </a:r>
          </a:p>
          <a:p xmlns:a="http://schemas.openxmlformats.org/drawingml/2006/main">
            <a:r>
              <a:t>TA brief: Hidden staff slide. Answers: food lead using the checked record; after the adult confirms payment; the learner’s own action and its effect. Use only safe pauses. Adult count/clear cover must be agreed before opening. After-close work is not part of the 40-minute pupil period.</a:t>
            </a:r>
          </a:p>
          <a:p xmlns:a="http://schemas.openxmlformats.org/drawingml/2006/main">
            <a:r>
              <a:t>Cold Call: </a:t>
            </a:r>
          </a:p>
          <a:p xmlns:a="http://schemas.openxmlformats.org/drawingml/2006/main">
            <a:r>
              <a:t>Expected answer: </a:t>
            </a:r>
          </a:p>
          <a:p xmlns:a="http://schemas.openxmlformats.org/drawingml/2006/main">
            <a:r>
              <a:t>Pupil voice: Space: Offer a quiet stock role, a planned break and a choice of speech, pointing, drawing or scribing. Voice: Each learner chooses a suitable role and can report a safety concern or ask for a change. Audience: The teacher hears the learner; the food or money lead responds to the relevant concern. Influence: Act on the concern, change a role or support where needed, and record what changed.</a:t>
            </a:r>
          </a:p>
          <a:p xmlns:a="http://schemas.openxmlformats.org/drawingml/2006/main">
            <a:r>
              <a:t>Source: 04_ORDER_GCS-1_A1_and_GCS-2.md and 06_SOW_EXTRACT_Cake_Sale.md, Aut2 W5, revision 2026-10-21. Owner Thursday timetable correction, revision 2026-10-23.</a:t>
            </a:r>
          </a:p>
          <a:p xmlns:a="http://schemas.openxmlformats.org/drawingml/2006/main">
            <a:r>
              <a:t>Made by Matt · © Matt Roper · CC BY-NC-SA 4.0: free for classroom use, share and adapt with credit, no resale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4277d6116da04751"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c77dca93f1e466f"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0bc9c43fc9c441c"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b7fa817dca7b457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85a54756932d4525"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c569e9d54b8a422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091425A-E021-4213-BE2C-2690BC47E30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56E2CD15-41D8-4B2F-B8BA-3723C6A2688F}"/>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3425B122-DF08-4CB1-8EFA-73ACB4261FB9}"/>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6F0F002-AD74-4662-A2D2-C311925664E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38613E12-E44A-4ADF-9BD3-220EB0B01423}"/>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59DDFF0E-7EC4-45C6-8806-617C70B5FAE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1D894B5-DCED-4552-B7DB-3A2061A310F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86EB2EA-AAA8-44EE-8EAD-8074E48309F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F2CF7F5C-5804-4BB4-9E3B-05002B3CB8B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4B0C94EB-9700-4807-ADA2-FD7BCA091A4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f36194060a441a8" /><Relationship Type="http://schemas.openxmlformats.org/officeDocument/2006/relationships/slideLayout" Target="/ppt/slideLayouts/slideLayout1.xml" Id="R3908d33d68224c84" /><Relationship Type="http://schemas.openxmlformats.org/officeDocument/2006/relationships/slideLayout" Target="/ppt/slideLayouts/slideLayout2.xml" Id="R8b725292abe44bae" /><Relationship Type="http://schemas.openxmlformats.org/officeDocument/2006/relationships/slideLayout" Target="/ppt/slideLayouts/slideLayout3.xml" Id="R67bcfde5b169485d" /><Relationship Type="http://schemas.openxmlformats.org/officeDocument/2006/relationships/slideLayout" Target="/ppt/slideLayouts/slideLayout4.xml" Id="Rca79c297d8ec482d" /><Relationship Type="http://schemas.openxmlformats.org/officeDocument/2006/relationships/slideLayout" Target="/ppt/slideLayouts/slideLayout5.xml" Id="R3f418a472ec84a3c" /><Relationship Type="http://schemas.openxmlformats.org/officeDocument/2006/relationships/slideLayout" Target="/ppt/slideLayouts/slideLayout6.xml" Id="R121410e45f6c48bc"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908d33d68224c84"/>
    <p:sldLayoutId xmlns:r="http://schemas.openxmlformats.org/officeDocument/2006/relationships" id="2147483650" r:id="R8b725292abe44bae"/>
    <p:sldLayoutId xmlns:r="http://schemas.openxmlformats.org/officeDocument/2006/relationships" id="2147483651" r:id="R67bcfde5b169485d"/>
    <p:sldLayoutId xmlns:r="http://schemas.openxmlformats.org/officeDocument/2006/relationships" id="2147483652" r:id="Rca79c297d8ec482d"/>
    <p:sldLayoutId xmlns:r="http://schemas.openxmlformats.org/officeDocument/2006/relationships" id="2147483653" r:id="R3f418a472ec84a3c"/>
    <p:sldLayoutId xmlns:r="http://schemas.openxmlformats.org/officeDocument/2006/relationships" id="2147483654" r:id="R121410e45f6c48bc"/>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7e533fbc232f4a76" /><Relationship Type="http://schemas.openxmlformats.org/officeDocument/2006/relationships/image" Target="/ppt/media/image.png" Id="R371dbdeceb6c4702" /><Relationship Type="http://schemas.openxmlformats.org/officeDocument/2006/relationships/notesSlide" Target="/ppt/notesSlides/notesSlide1.xml" Id="Re455f2e8311e4608"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96443a11169441e3" /><Relationship Type="http://schemas.openxmlformats.org/officeDocument/2006/relationships/notesSlide" Target="/ppt/notesSlides/notesSlide2.xml" Id="Rca973c75c07d4d0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aca1b687d1b249a4" /><Relationship Type="http://schemas.openxmlformats.org/officeDocument/2006/relationships/notesSlide" Target="/ppt/notesSlides/notesSlide3.xml" Id="Rb12cc376abd94ed2"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22a37aef7404d5a" /><Relationship Type="http://schemas.openxmlformats.org/officeDocument/2006/relationships/notesSlide" Target="/ppt/notesSlides/notesSlide4.xml" Id="R6cab70104a6142e2"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e37b239cf5654d9c" /><Relationship Type="http://schemas.openxmlformats.org/officeDocument/2006/relationships/notesSlide" Target="/ppt/notesSlides/notesSlide5.xml" Id="R34a338262fba4b25"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167ef375e0b14fd8" /><Relationship Type="http://schemas.openxmlformats.org/officeDocument/2006/relationships/notesSlide" Target="/ppt/notesSlides/notesSlide6.xml" Id="R0670d517612b463b"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2f3b1064e4e407a" /><Relationship Type="http://schemas.openxmlformats.org/officeDocument/2006/relationships/notesSlide" Target="/ppt/notesSlides/notesSlide7.xml" Id="R0395d394cd4349f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20c38e1cdd044e9" /><Relationship Type="http://schemas.openxmlformats.org/officeDocument/2006/relationships/notesSlide" Target="/ppt/notesSlides/notesSlide8.xml" Id="Rc37b536c3c584fdf"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39dda4b9d9747e9" /><Relationship Type="http://schemas.openxmlformats.org/officeDocument/2006/relationships/notesSlide" Target="/ppt/notesSlides/notesSlide9.xml" Id="R981519966427455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ef9050794bfa4a61" /><Relationship Type="http://schemas.openxmlformats.org/officeDocument/2006/relationships/notesSlide" Target="/ppt/notesSlides/notesSlide10.xml" Id="R57d1dbb9ab3b454a"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ef51749144c24d60" /><Relationship Type="http://schemas.openxmlformats.org/officeDocument/2006/relationships/image" Target="/ppt/media/image2.png" Id="R8500af44a7dd450b" /><Relationship Type="http://schemas.openxmlformats.org/officeDocument/2006/relationships/image" Target="/ppt/media/image3.png" Id="Rdb752aec288243f5" /><Relationship Type="http://schemas.openxmlformats.org/officeDocument/2006/relationships/image" Target="/ppt/media/image4.png" Id="R0e7560c8ed7d4b7c" /><Relationship Type="http://schemas.openxmlformats.org/officeDocument/2006/relationships/image" Target="/ppt/media/image5.png" Id="R9b9867c0185f4901" /><Relationship Type="http://schemas.openxmlformats.org/officeDocument/2006/relationships/image" Target="/ppt/media/image6.png" Id="R8acaffa58f354635" /><Relationship Type="http://schemas.openxmlformats.org/officeDocument/2006/relationships/image" Target="/ppt/media/image7.png" Id="R7c3eda22d4ed49b1" /><Relationship Type="http://schemas.openxmlformats.org/officeDocument/2006/relationships/image" Target="/ppt/media/image8.png" Id="Rdce3d34485124ea0" /><Relationship Type="http://schemas.openxmlformats.org/officeDocument/2006/relationships/image" Target="/ppt/media/image9.png" Id="R6ee61a7ed9204785" /><Relationship Type="http://schemas.openxmlformats.org/officeDocument/2006/relationships/notesSlide" Target="/ppt/notesSlides/notesSlide11.xml" Id="R11e57569bf6648ea"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8e1b9823e4e44378" /><Relationship Type="http://schemas.openxmlformats.org/officeDocument/2006/relationships/notesSlide" Target="/ppt/notesSlides/notesSlide12.xml" Id="R747d0d371953463f"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c96b8eeed3ac4609" /><Relationship Type="http://schemas.openxmlformats.org/officeDocument/2006/relationships/image" Target="/ppt/media/image.png" Id="R005ea8ec15344bf6" /><Relationship Type="http://schemas.openxmlformats.org/officeDocument/2006/relationships/notesSlide" Target="/ppt/notesSlides/notesSlide13.xml" Id="R5966ac7e16b54082"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77e841daee704872" /><Relationship Type="http://schemas.openxmlformats.org/officeDocument/2006/relationships/notesSlide" Target="/ppt/notesSlides/notesSlide14.xml" Id="Rb058c69bb3a04b85"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898760e927be4956" /><Relationship Type="http://schemas.openxmlformats.org/officeDocument/2006/relationships/notesSlide" Target="/ppt/notesSlides/notesSlide15.xml" Id="R48683b4c9f8c4d96"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0432251cbc014327" /><Relationship Type="http://schemas.openxmlformats.org/officeDocument/2006/relationships/notesSlide" Target="/ppt/notesSlides/notesSlide16.xml" Id="R0d2398ae021f47d4"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c83d065bb5bc42b2" /><Relationship Type="http://schemas.openxmlformats.org/officeDocument/2006/relationships/notesSlide" Target="/ppt/notesSlides/notesSlide17.xml" Id="R2e3e4483c8b64c80"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732aec3a779944ee" /><Relationship Type="http://schemas.openxmlformats.org/officeDocument/2006/relationships/notesSlide" Target="/ppt/notesSlides/notesSlide18.xml" Id="R17e93804285a49c7"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5abf7617aa474298" /><Relationship Type="http://schemas.openxmlformats.org/officeDocument/2006/relationships/notesSlide" Target="/ppt/notesSlides/notesSlide19.xml" Id="R525f637eb38e4fd7"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cc1dd4998d1c4ebd" /><Relationship Type="http://schemas.openxmlformats.org/officeDocument/2006/relationships/notesSlide" Target="/ppt/notesSlides/notesSlide20.xml" Id="R94c473ef383646e3"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1f35945d29cd4938" /><Relationship Type="http://schemas.openxmlformats.org/officeDocument/2006/relationships/notesSlide" Target="/ppt/notesSlides/notesSlide21.xml" Id="Rd08bfd3f3b0b4524"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a8fa530f842a4e21" /><Relationship Type="http://schemas.openxmlformats.org/officeDocument/2006/relationships/notesSlide" Target="/ppt/notesSlides/notesSlide22.xml" Id="R51cc2930811c4a38" /></Relationships>
</file>

<file path=ppt/slides/_rels/slide23.xml.rels>&#65279;<?xml version="1.0" encoding="utf-8"?><Relationships xmlns="http://schemas.openxmlformats.org/package/2006/relationships"><Relationship Type="http://schemas.openxmlformats.org/officeDocument/2006/relationships/slideLayout" Target="/ppt/slideLayouts/slideLayout6.xml" Id="R14880984e0cb44bc" /><Relationship Type="http://schemas.openxmlformats.org/officeDocument/2006/relationships/image" Target="/ppt/media/image10.png" Id="R7aeafaad73624ef1" /><Relationship Type="http://schemas.openxmlformats.org/officeDocument/2006/relationships/image" Target="/ppt/media/image11.png" Id="R283604f467df490a" /><Relationship Type="http://schemas.openxmlformats.org/officeDocument/2006/relationships/image" Target="/ppt/media/image12.png" Id="Rcb4a3c27403b453c" /><Relationship Type="http://schemas.openxmlformats.org/officeDocument/2006/relationships/image" Target="/ppt/media/image13.png" Id="R6084492113654f13" /><Relationship Type="http://schemas.openxmlformats.org/officeDocument/2006/relationships/image" Target="/ppt/media/image14.png" Id="Rec3cce1922734304" /><Relationship Type="http://schemas.openxmlformats.org/officeDocument/2006/relationships/image" Target="/ppt/media/image15.png" Id="Rfb87fd834e1049f2" /><Relationship Type="http://schemas.openxmlformats.org/officeDocument/2006/relationships/image" Target="/ppt/media/image16.png" Id="R9078bee70a004ff5" /><Relationship Type="http://schemas.openxmlformats.org/officeDocument/2006/relationships/image" Target="/ppt/media/image17.png" Id="R710426cefad24c31" /><Relationship Type="http://schemas.openxmlformats.org/officeDocument/2006/relationships/notesSlide" Target="/ppt/notesSlides/notesSlide23.xml" Id="R93a2edb756554c21" /></Relationships>
</file>

<file path=ppt/slides/_rels/slide24.xml.rels>&#65279;<?xml version="1.0" encoding="utf-8"?><Relationships xmlns="http://schemas.openxmlformats.org/package/2006/relationships"><Relationship Type="http://schemas.openxmlformats.org/officeDocument/2006/relationships/slideLayout" Target="/ppt/slideLayouts/slideLayout6.xml" Id="Re75790547fe345b1" /><Relationship Type="http://schemas.openxmlformats.org/officeDocument/2006/relationships/notesSlide" Target="/ppt/notesSlides/notesSlide24.xml" Id="R67e2254a4e8f4488"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lesson-code">
            <a:extLst xmlns:a="http://schemas.openxmlformats.org/drawingml/2006/main">
              <a:ext uri="{FF2B5EF4-FFF2-40B4-BE49-F238E27FC236}">
                <a16:creationId xmlns:a16="http://schemas.microsoft.com/office/drawing/2014/main" id="{04F70C49-F501-4400-A98F-828435730B9B}"/>
              </a:ext>
            </a:extLst>
          </p:cNvPr>
          <p:cNvSpPr>
            <a:spLocks xmlns:a="http://schemas.openxmlformats.org/drawingml/2006/main" noGrp="1"/>
          </p:cNvSpPr>
          <p:nvPr/>
        </p:nvSpPr>
        <p:spPr>
          <a:xfrm xmlns:a="http://schemas.openxmlformats.org/drawingml/2006/main">
            <a:off x="533400" y="1905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buNone/>
              <a:defRPr sz="1200" b="0">
                <a:solidFill>
                  <a:srgbClr val="566574"/>
                </a:solidFill>
                <a:latin typeface="Segoe UI"/>
                <a:ea typeface="Segoe UI"/>
                <a:cs typeface="Segoe UI"/>
              </a:defRPr>
            </a:lvl1pPr>
            <a:lvl2pPr>
              <a:buNone/>
              <a:defRPr sz="1200" b="0">
                <a:solidFill>
                  <a:srgbClr val="566574"/>
                </a:solidFill>
                <a:latin typeface="Segoe UI"/>
                <a:ea typeface="Segoe UI"/>
                <a:cs typeface="Segoe UI"/>
              </a:defRPr>
            </a:lvl2pPr>
            <a:lvl3pPr>
              <a:buNone/>
              <a:defRPr sz="1200" b="0">
                <a:solidFill>
                  <a:srgbClr val="566574"/>
                </a:solidFill>
                <a:latin typeface="Segoe UI"/>
                <a:ea typeface="Segoe UI"/>
                <a:cs typeface="Segoe UI"/>
              </a:defRPr>
            </a:lvl3pPr>
            <a:lvl4pPr>
              <a:buNone/>
              <a:defRPr sz="1200" b="0">
                <a:solidFill>
                  <a:srgbClr val="566574"/>
                </a:solidFill>
                <a:latin typeface="Segoe UI"/>
                <a:ea typeface="Segoe UI"/>
                <a:cs typeface="Segoe UI"/>
              </a:defRPr>
            </a:lvl4pPr>
            <a:lvl5pPr>
              <a:buNone/>
              <a:defRPr sz="1200" b="0">
                <a:solidFill>
                  <a:srgbClr val="566574"/>
                </a:solidFill>
                <a:latin typeface="Segoe UI"/>
                <a:ea typeface="Segoe UI"/>
                <a:cs typeface="Segoe UI"/>
              </a:defRPr>
            </a:lvl5pPr>
            <a:lvl6pPr>
              <a:buNone/>
              <a:defRPr sz="1200" b="0">
                <a:solidFill>
                  <a:srgbClr val="566574"/>
                </a:solidFill>
                <a:latin typeface="Segoe UI"/>
                <a:ea typeface="Segoe UI"/>
                <a:cs typeface="Segoe UI"/>
              </a:defRPr>
            </a:lvl6pPr>
            <a:lvl7pPr>
              <a:buNone/>
              <a:defRPr sz="1200" b="0">
                <a:solidFill>
                  <a:srgbClr val="566574"/>
                </a:solidFill>
                <a:latin typeface="Segoe UI"/>
                <a:ea typeface="Segoe UI"/>
                <a:cs typeface="Segoe UI"/>
              </a:defRPr>
            </a:lvl7pPr>
            <a:lvl8pPr>
              <a:buNone/>
              <a:defRPr sz="1200" b="0">
                <a:solidFill>
                  <a:srgbClr val="566574"/>
                </a:solidFill>
                <a:latin typeface="Segoe UI"/>
                <a:ea typeface="Segoe UI"/>
                <a:cs typeface="Segoe UI"/>
              </a:defRPr>
            </a:lvl8pPr>
            <a:lvl9pPr>
              <a:buNone/>
              <a:defRPr sz="1200" b="0">
                <a:solidFill>
                  <a:srgbClr val="566574"/>
                </a:solidFill>
                <a:latin typeface="Segoe UI"/>
                <a:ea typeface="Segoe UI"/>
                <a:cs typeface="Segoe UI"/>
              </a:defRPr>
            </a:lvl9pPr>
          </a:lstStyle>
          <a:p xmlns:a="http://schemas.openxmlformats.org/drawingml/2006/main">
            <a:pPr>
              <a:buNone/>
              <a:defRPr sz="1200" b="0">
                <a:solidFill>
                  <a:srgbClr val="566574"/>
                </a:solidFill>
                <a:latin typeface="Segoe UI"/>
                <a:ea typeface="Segoe UI"/>
                <a:cs typeface="Segoe UI"/>
              </a:defRPr>
            </a:pPr>
            <a:r>
              <a:rPr sz="1200" b="0">
                <a:solidFill>
                  <a:srgbClr val="566574"/>
                </a:solidFill>
                <a:latin typeface="Segoe UI"/>
                <a:ea typeface="Segoe UI"/>
                <a:cs typeface="Segoe UI"/>
              </a:rPr>
              <a:t>COMM-GROW-A2-W05  ·  Lesson 10a</a:t>
            </a:r>
          </a:p>
        </p:txBody>
      </p:sp>
      <p:sp>
        <p:nvSpPr>
          <p:cNvPr id="2" name="label">
            <a:extLst xmlns:a="http://schemas.openxmlformats.org/drawingml/2006/main">
              <a:ext uri="{FF2B5EF4-FFF2-40B4-BE49-F238E27FC236}">
                <a16:creationId xmlns:a16="http://schemas.microsoft.com/office/drawing/2014/main" id="{58E6A7D8-B3B0-4E2D-842D-A6E77B8061AE}"/>
              </a:ext>
            </a:extLst>
          </p:cNvPr>
          <p:cNvSpPr>
            <a:spLocks xmlns:a="http://schemas.openxmlformats.org/drawingml/2006/main" noGrp="1"/>
          </p:cNvSpPr>
          <p:nvPr/>
        </p:nvSpPr>
        <p:spPr>
          <a:xfrm xmlns:a="http://schemas.openxmlformats.org/drawingml/2006/main">
            <a:off x="7620000" y="190500"/>
            <a:ext cx="4048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buNone/>
              <a:defRPr sz="1050" b="0">
                <a:solidFill>
                  <a:srgbClr val="566574"/>
                </a:solidFill>
                <a:latin typeface="Segoe UI"/>
                <a:ea typeface="Segoe UI"/>
                <a:cs typeface="Segoe UI"/>
              </a:defRPr>
            </a:lvl1pPr>
            <a:lvl2pPr>
              <a:buNone/>
              <a:defRPr sz="1050" b="0">
                <a:solidFill>
                  <a:srgbClr val="566574"/>
                </a:solidFill>
                <a:latin typeface="Segoe UI"/>
                <a:ea typeface="Segoe UI"/>
                <a:cs typeface="Segoe UI"/>
              </a:defRPr>
            </a:lvl2pPr>
            <a:lvl3pPr>
              <a:buNone/>
              <a:defRPr sz="1050" b="0">
                <a:solidFill>
                  <a:srgbClr val="566574"/>
                </a:solidFill>
                <a:latin typeface="Segoe UI"/>
                <a:ea typeface="Segoe UI"/>
                <a:cs typeface="Segoe UI"/>
              </a:defRPr>
            </a:lvl3pPr>
            <a:lvl4pPr>
              <a:buNone/>
              <a:defRPr sz="1050" b="0">
                <a:solidFill>
                  <a:srgbClr val="566574"/>
                </a:solidFill>
                <a:latin typeface="Segoe UI"/>
                <a:ea typeface="Segoe UI"/>
                <a:cs typeface="Segoe UI"/>
              </a:defRPr>
            </a:lvl4pPr>
            <a:lvl5pPr>
              <a:buNone/>
              <a:defRPr sz="1050" b="0">
                <a:solidFill>
                  <a:srgbClr val="566574"/>
                </a:solidFill>
                <a:latin typeface="Segoe UI"/>
                <a:ea typeface="Segoe UI"/>
                <a:cs typeface="Segoe UI"/>
              </a:defRPr>
            </a:lvl5pPr>
            <a:lvl6pPr>
              <a:buNone/>
              <a:defRPr sz="1050" b="0">
                <a:solidFill>
                  <a:srgbClr val="566574"/>
                </a:solidFill>
                <a:latin typeface="Segoe UI"/>
                <a:ea typeface="Segoe UI"/>
                <a:cs typeface="Segoe UI"/>
              </a:defRPr>
            </a:lvl6pPr>
            <a:lvl7pPr>
              <a:buNone/>
              <a:defRPr sz="1050" b="0">
                <a:solidFill>
                  <a:srgbClr val="566574"/>
                </a:solidFill>
                <a:latin typeface="Segoe UI"/>
                <a:ea typeface="Segoe UI"/>
                <a:cs typeface="Segoe UI"/>
              </a:defRPr>
            </a:lvl7pPr>
            <a:lvl8pPr>
              <a:buNone/>
              <a:defRPr sz="1050" b="0">
                <a:solidFill>
                  <a:srgbClr val="566574"/>
                </a:solidFill>
                <a:latin typeface="Segoe UI"/>
                <a:ea typeface="Segoe UI"/>
                <a:cs typeface="Segoe UI"/>
              </a:defRPr>
            </a:lvl8pPr>
            <a:lvl9pPr>
              <a:buNone/>
              <a:defRPr sz="1050" b="0">
                <a:solidFill>
                  <a:srgbClr val="566574"/>
                </a:solidFill>
                <a:latin typeface="Segoe UI"/>
                <a:ea typeface="Segoe UI"/>
                <a:cs typeface="Segoe UI"/>
              </a:defRPr>
            </a:lvl9pPr>
          </a:lstStyle>
          <a:p xmlns:a="http://schemas.openxmlformats.org/drawingml/2006/main">
            <a:pPr>
              <a:buNone/>
              <a:defRPr sz="1050" b="0">
                <a:solidFill>
                  <a:srgbClr val="566574"/>
                </a:solidFill>
                <a:latin typeface="Segoe UI"/>
                <a:ea typeface="Segoe UI"/>
                <a:cs typeface="Segoe UI"/>
              </a:defRPr>
            </a:pPr>
            <a:r>
              <a:rPr sz="1200" b="0">
                <a:solidFill>
                  <a:srgbClr val="566574"/>
                </a:solidFill>
                <a:latin typeface="Segoe UI"/>
                <a:ea typeface="Segoe UI"/>
                <a:cs typeface="Segoe UI"/>
              </a:rPr>
              <a:t>Public edition · Year A</a:t>
            </a:r>
          </a:p>
        </p:txBody>
      </p:sp>
      <p:sp>
        <p:nvSpPr>
          <p:cNvPr id="3" name="stage-title">
            <a:extLst xmlns:a="http://schemas.openxmlformats.org/drawingml/2006/main">
              <a:ext uri="{FF2B5EF4-FFF2-40B4-BE49-F238E27FC236}">
                <a16:creationId xmlns:a16="http://schemas.microsoft.com/office/drawing/2014/main" id="{FA22D79A-4D2B-4573-A49F-1E9E6C3C66E1}"/>
              </a:ext>
            </a:extLst>
          </p:cNvPr>
          <p:cNvSpPr>
            <a:spLocks xmlns:a="http://schemas.openxmlformats.org/drawingml/2006/main" noGrp="1"/>
          </p:cNvSpPr>
          <p:nvPr/>
        </p:nvSpPr>
        <p:spPr>
          <a:xfrm xmlns:a="http://schemas.openxmlformats.org/drawingml/2006/main">
            <a:off x="533400" y="590550"/>
            <a:ext cx="11029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3300" b="1">
                <a:solidFill>
                  <a:srgbClr val="345D70"/>
                </a:solidFill>
                <a:latin typeface="Segoe UI"/>
                <a:ea typeface="Segoe UI"/>
                <a:cs typeface="Segoe UI"/>
              </a:defRPr>
            </a:defPPr>
            <a:lvl1pPr>
              <a:buNone/>
              <a:defRPr sz="3225" b="1">
                <a:solidFill>
                  <a:srgbClr val="345D70"/>
                </a:solidFill>
                <a:latin typeface="Segoe UI"/>
                <a:ea typeface="Segoe UI"/>
                <a:cs typeface="Segoe UI"/>
              </a:defRPr>
            </a:lvl1pPr>
            <a:lvl2pPr>
              <a:buNone/>
              <a:defRPr sz="3225" b="1">
                <a:solidFill>
                  <a:srgbClr val="345D70"/>
                </a:solidFill>
                <a:latin typeface="Segoe UI"/>
                <a:ea typeface="Segoe UI"/>
                <a:cs typeface="Segoe UI"/>
              </a:defRPr>
            </a:lvl2pPr>
            <a:lvl3pPr>
              <a:buNone/>
              <a:defRPr sz="3225" b="1">
                <a:solidFill>
                  <a:srgbClr val="345D70"/>
                </a:solidFill>
                <a:latin typeface="Segoe UI"/>
                <a:ea typeface="Segoe UI"/>
                <a:cs typeface="Segoe UI"/>
              </a:defRPr>
            </a:lvl3pPr>
            <a:lvl4pPr>
              <a:buNone/>
              <a:defRPr sz="3225" b="1">
                <a:solidFill>
                  <a:srgbClr val="345D70"/>
                </a:solidFill>
                <a:latin typeface="Segoe UI"/>
                <a:ea typeface="Segoe UI"/>
                <a:cs typeface="Segoe UI"/>
              </a:defRPr>
            </a:lvl4pPr>
            <a:lvl5pPr>
              <a:buNone/>
              <a:defRPr sz="3225" b="1">
                <a:solidFill>
                  <a:srgbClr val="345D70"/>
                </a:solidFill>
                <a:latin typeface="Segoe UI"/>
                <a:ea typeface="Segoe UI"/>
                <a:cs typeface="Segoe UI"/>
              </a:defRPr>
            </a:lvl5pPr>
            <a:lvl6pPr>
              <a:buNone/>
              <a:defRPr sz="3225" b="1">
                <a:solidFill>
                  <a:srgbClr val="345D70"/>
                </a:solidFill>
                <a:latin typeface="Segoe UI"/>
                <a:ea typeface="Segoe UI"/>
                <a:cs typeface="Segoe UI"/>
              </a:defRPr>
            </a:lvl6pPr>
            <a:lvl7pPr>
              <a:buNone/>
              <a:defRPr sz="3225" b="1">
                <a:solidFill>
                  <a:srgbClr val="345D70"/>
                </a:solidFill>
                <a:latin typeface="Segoe UI"/>
                <a:ea typeface="Segoe UI"/>
                <a:cs typeface="Segoe UI"/>
              </a:defRPr>
            </a:lvl7pPr>
            <a:lvl8pPr>
              <a:buNone/>
              <a:defRPr sz="3225" b="1">
                <a:solidFill>
                  <a:srgbClr val="345D70"/>
                </a:solidFill>
                <a:latin typeface="Segoe UI"/>
                <a:ea typeface="Segoe UI"/>
                <a:cs typeface="Segoe UI"/>
              </a:defRPr>
            </a:lvl8pPr>
            <a:lvl9pPr>
              <a:buNone/>
              <a:defRPr sz="3225" b="1">
                <a:solidFill>
                  <a:srgbClr val="345D70"/>
                </a:solidFill>
                <a:latin typeface="Segoe UI"/>
                <a:ea typeface="Segoe UI"/>
                <a:cs typeface="Segoe UI"/>
              </a:defRPr>
            </a:lvl9pPr>
          </a:lstStyle>
          <a:p xmlns:a="http://schemas.openxmlformats.org/drawingml/2006/main">
            <a:pPr>
              <a:buNone/>
              <a:defRPr sz="3225" b="1">
                <a:solidFill>
                  <a:srgbClr val="345D70"/>
                </a:solidFill>
                <a:latin typeface="Segoe UI"/>
                <a:ea typeface="Segoe UI"/>
                <a:cs typeface="Segoe UI"/>
              </a:defRPr>
            </a:pPr>
            <a:r>
              <a:rPr sz="3300" b="1">
                <a:solidFill>
                  <a:srgbClr val="345D70"/>
                </a:solidFill>
                <a:latin typeface="Segoe UI"/>
                <a:ea typeface="Segoe UI"/>
                <a:cs typeface="Segoe UI"/>
              </a:rPr>
              <a:t>Production and final checks</a:t>
            </a:r>
          </a:p>
        </p:txBody>
      </p:sp>
      <p:sp>
        <p:nvSpPr>
          <p:cNvPr id="4" name="big-question">
            <a:extLst xmlns:a="http://schemas.openxmlformats.org/drawingml/2006/main">
              <a:ext uri="{FF2B5EF4-FFF2-40B4-BE49-F238E27FC236}">
                <a16:creationId xmlns:a16="http://schemas.microsoft.com/office/drawing/2014/main" id="{2A0D3FBF-C803-43A7-9C36-21F112F5EFA4}"/>
              </a:ext>
            </a:extLst>
          </p:cNvPr>
          <p:cNvSpPr>
            <a:spLocks xmlns:a="http://schemas.openxmlformats.org/drawingml/2006/main" noGrp="1"/>
          </p:cNvSpPr>
          <p:nvPr/>
        </p:nvSpPr>
        <p:spPr>
          <a:xfrm xmlns:a="http://schemas.openxmlformats.org/drawingml/2006/main">
            <a:off x="533400" y="2000250"/>
            <a:ext cx="8953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3600" b="1">
                <a:solidFill>
                  <a:srgbClr val="192E3B"/>
                </a:solidFill>
                <a:latin typeface="Segoe UI"/>
                <a:ea typeface="Segoe UI"/>
                <a:cs typeface="Segoe UI"/>
              </a:defRPr>
            </a:defPPr>
            <a:lvl1pPr>
              <a:buNone/>
              <a:defRPr sz="3600" b="1">
                <a:solidFill>
                  <a:srgbClr val="192E3B"/>
                </a:solidFill>
                <a:latin typeface="Segoe UI"/>
                <a:ea typeface="Segoe UI"/>
                <a:cs typeface="Segoe UI"/>
              </a:defRPr>
            </a:lvl1pPr>
            <a:lvl2pPr>
              <a:buNone/>
              <a:defRPr sz="3600" b="1">
                <a:solidFill>
                  <a:srgbClr val="192E3B"/>
                </a:solidFill>
                <a:latin typeface="Segoe UI"/>
                <a:ea typeface="Segoe UI"/>
                <a:cs typeface="Segoe UI"/>
              </a:defRPr>
            </a:lvl2pPr>
            <a:lvl3pPr>
              <a:buNone/>
              <a:defRPr sz="3600" b="1">
                <a:solidFill>
                  <a:srgbClr val="192E3B"/>
                </a:solidFill>
                <a:latin typeface="Segoe UI"/>
                <a:ea typeface="Segoe UI"/>
                <a:cs typeface="Segoe UI"/>
              </a:defRPr>
            </a:lvl3pPr>
            <a:lvl4pPr>
              <a:buNone/>
              <a:defRPr sz="3600" b="1">
                <a:solidFill>
                  <a:srgbClr val="192E3B"/>
                </a:solidFill>
                <a:latin typeface="Segoe UI"/>
                <a:ea typeface="Segoe UI"/>
                <a:cs typeface="Segoe UI"/>
              </a:defRPr>
            </a:lvl4pPr>
            <a:lvl5pPr>
              <a:buNone/>
              <a:defRPr sz="3600" b="1">
                <a:solidFill>
                  <a:srgbClr val="192E3B"/>
                </a:solidFill>
                <a:latin typeface="Segoe UI"/>
                <a:ea typeface="Segoe UI"/>
                <a:cs typeface="Segoe UI"/>
              </a:defRPr>
            </a:lvl5pPr>
            <a:lvl6pPr>
              <a:buNone/>
              <a:defRPr sz="3600" b="1">
                <a:solidFill>
                  <a:srgbClr val="192E3B"/>
                </a:solidFill>
                <a:latin typeface="Segoe UI"/>
                <a:ea typeface="Segoe UI"/>
                <a:cs typeface="Segoe UI"/>
              </a:defRPr>
            </a:lvl6pPr>
            <a:lvl7pPr>
              <a:buNone/>
              <a:defRPr sz="3600" b="1">
                <a:solidFill>
                  <a:srgbClr val="192E3B"/>
                </a:solidFill>
                <a:latin typeface="Segoe UI"/>
                <a:ea typeface="Segoe UI"/>
                <a:cs typeface="Segoe UI"/>
              </a:defRPr>
            </a:lvl7pPr>
            <a:lvl8pPr>
              <a:buNone/>
              <a:defRPr sz="3600" b="1">
                <a:solidFill>
                  <a:srgbClr val="192E3B"/>
                </a:solidFill>
                <a:latin typeface="Segoe UI"/>
                <a:ea typeface="Segoe UI"/>
                <a:cs typeface="Segoe UI"/>
              </a:defRPr>
            </a:lvl8pPr>
            <a:lvl9pPr>
              <a:buNone/>
              <a:defRPr sz="3600" b="1">
                <a:solidFill>
                  <a:srgbClr val="192E3B"/>
                </a:solidFill>
                <a:latin typeface="Segoe UI"/>
                <a:ea typeface="Segoe UI"/>
                <a:cs typeface="Segoe UI"/>
              </a:defRPr>
            </a:lvl9pPr>
          </a:lstStyle>
          <a:p xmlns:a="http://schemas.openxmlformats.org/drawingml/2006/main">
            <a:pPr>
              <a:buNone/>
              <a:defRPr sz="3600" b="1">
                <a:solidFill>
                  <a:srgbClr val="192E3B"/>
                </a:solidFill>
                <a:latin typeface="Segoe UI"/>
                <a:ea typeface="Segoe UI"/>
                <a:cs typeface="Segoe UI"/>
              </a:defRPr>
            </a:pPr>
            <a:r>
              <a:rPr sz="3600" b="1">
                <a:solidFill>
                  <a:srgbClr val="192E3B"/>
                </a:solidFill>
                <a:latin typeface="Segoe UI"/>
                <a:ea typeface="Segoe UI"/>
                <a:cs typeface="Segoe UI"/>
              </a:rPr>
              <a:t>How will my job help our sale?</a:t>
            </a:r>
          </a:p>
        </p:txBody>
      </p:sp>
      <p:sp>
        <p:nvSpPr>
          <p:cNvPr id="5" name="purpose">
            <a:extLst xmlns:a="http://schemas.openxmlformats.org/drawingml/2006/main">
              <a:ext uri="{FF2B5EF4-FFF2-40B4-BE49-F238E27FC236}">
                <a16:creationId xmlns:a16="http://schemas.microsoft.com/office/drawing/2014/main" id="{5393B481-8CC5-4079-813D-4C7271C53424}"/>
              </a:ext>
            </a:extLst>
          </p:cNvPr>
          <p:cNvSpPr>
            <a:spLocks xmlns:a="http://schemas.openxmlformats.org/drawingml/2006/main" noGrp="1"/>
          </p:cNvSpPr>
          <p:nvPr/>
        </p:nvSpPr>
        <p:spPr>
          <a:xfrm xmlns:a="http://schemas.openxmlformats.org/drawingml/2006/main">
            <a:off x="533400" y="3810000"/>
            <a:ext cx="9144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700" b="0">
                <a:solidFill>
                  <a:srgbClr val="192E3B"/>
                </a:solidFill>
                <a:latin typeface="Segoe UI"/>
                <a:ea typeface="Segoe UI"/>
                <a:cs typeface="Segoe UI"/>
              </a:defRPr>
            </a:defPPr>
            <a:lvl1pPr>
              <a:buNone/>
              <a:defRPr sz="2550" b="0">
                <a:solidFill>
                  <a:srgbClr val="192E3B"/>
                </a:solidFill>
                <a:latin typeface="Segoe UI"/>
                <a:ea typeface="Segoe UI"/>
                <a:cs typeface="Segoe UI"/>
              </a:defRPr>
            </a:lvl1pPr>
            <a:lvl2pPr>
              <a:buNone/>
              <a:defRPr sz="2550" b="0">
                <a:solidFill>
                  <a:srgbClr val="192E3B"/>
                </a:solidFill>
                <a:latin typeface="Segoe UI"/>
                <a:ea typeface="Segoe UI"/>
                <a:cs typeface="Segoe UI"/>
              </a:defRPr>
            </a:lvl2pPr>
            <a:lvl3pPr>
              <a:buNone/>
              <a:defRPr sz="2550" b="0">
                <a:solidFill>
                  <a:srgbClr val="192E3B"/>
                </a:solidFill>
                <a:latin typeface="Segoe UI"/>
                <a:ea typeface="Segoe UI"/>
                <a:cs typeface="Segoe UI"/>
              </a:defRPr>
            </a:lvl3pPr>
            <a:lvl4pPr>
              <a:buNone/>
              <a:defRPr sz="2550" b="0">
                <a:solidFill>
                  <a:srgbClr val="192E3B"/>
                </a:solidFill>
                <a:latin typeface="Segoe UI"/>
                <a:ea typeface="Segoe UI"/>
                <a:cs typeface="Segoe UI"/>
              </a:defRPr>
            </a:lvl4pPr>
            <a:lvl5pPr>
              <a:buNone/>
              <a:defRPr sz="2550" b="0">
                <a:solidFill>
                  <a:srgbClr val="192E3B"/>
                </a:solidFill>
                <a:latin typeface="Segoe UI"/>
                <a:ea typeface="Segoe UI"/>
                <a:cs typeface="Segoe UI"/>
              </a:defRPr>
            </a:lvl5pPr>
            <a:lvl6pPr>
              <a:buNone/>
              <a:defRPr sz="2550" b="0">
                <a:solidFill>
                  <a:srgbClr val="192E3B"/>
                </a:solidFill>
                <a:latin typeface="Segoe UI"/>
                <a:ea typeface="Segoe UI"/>
                <a:cs typeface="Segoe UI"/>
              </a:defRPr>
            </a:lvl6pPr>
            <a:lvl7pPr>
              <a:buNone/>
              <a:defRPr sz="2550" b="0">
                <a:solidFill>
                  <a:srgbClr val="192E3B"/>
                </a:solidFill>
                <a:latin typeface="Segoe UI"/>
                <a:ea typeface="Segoe UI"/>
                <a:cs typeface="Segoe UI"/>
              </a:defRPr>
            </a:lvl7pPr>
            <a:lvl8pPr>
              <a:buNone/>
              <a:defRPr sz="2550" b="0">
                <a:solidFill>
                  <a:srgbClr val="192E3B"/>
                </a:solidFill>
                <a:latin typeface="Segoe UI"/>
                <a:ea typeface="Segoe UI"/>
                <a:cs typeface="Segoe UI"/>
              </a:defRPr>
            </a:lvl8pPr>
            <a:lvl9pPr>
              <a:buNone/>
              <a:defRPr sz="2550" b="0">
                <a:solidFill>
                  <a:srgbClr val="192E3B"/>
                </a:solidFill>
                <a:latin typeface="Segoe UI"/>
                <a:ea typeface="Segoe UI"/>
                <a:cs typeface="Segoe UI"/>
              </a:defRPr>
            </a:lvl9pPr>
          </a:lstStyle>
          <a:p xmlns:a="http://schemas.openxmlformats.org/drawingml/2006/main">
            <a:pPr>
              <a:buNone/>
              <a:defRPr sz="2550" b="0">
                <a:solidFill>
                  <a:srgbClr val="192E3B"/>
                </a:solidFill>
                <a:latin typeface="Segoe UI"/>
                <a:ea typeface="Segoe UI"/>
                <a:cs typeface="Segoe UI"/>
              </a:defRPr>
            </a:pPr>
            <a:r>
              <a:rPr sz="2700" b="0">
                <a:solidFill>
                  <a:srgbClr val="192E3B"/>
                </a:solidFill>
                <a:latin typeface="Segoe UI"/>
                <a:ea typeface="Segoe UI"/>
                <a:cs typeface="Segoe UI"/>
              </a:rPr>
              <a:t>Finish, check and set up for the charity.</a:t>
            </a:r>
          </a:p>
        </p:txBody>
      </p:sp>
      <p:pic>
        <p:nvPicPr>
          <p:cNvPr id="6" name="picture-cue-1">
            <a:extLst xmlns:a="http://schemas.openxmlformats.org/drawingml/2006/main">
              <a:ext uri="{FF2B5EF4-FFF2-40B4-BE49-F238E27FC236}">
                <a16:creationId xmlns:a16="http://schemas.microsoft.com/office/drawing/2014/main" id="{97E90519-0FDB-4E5C-83C5-39EE5F3B89CC}"/>
              </a:ext>
            </a:extLst>
          </p:cNvPr>
          <p:cNvPicPr>
            <a:picLocks xmlns:a="http://schemas.openxmlformats.org/drawingml/2006/main" noChangeAspect="1"/>
          </p:cNvPicPr>
          <p:nvPr/>
        </p:nvPicPr>
        <p:blipFill>
          <a:blip xmlns:r="http://schemas.openxmlformats.org/officeDocument/2006/relationships" xmlns:a="http://schemas.openxmlformats.org/drawingml/2006/main" r:embed="R371dbdeceb6c4702"/>
          <a:stretch xmlns:a="http://schemas.openxmlformats.org/drawingml/2006/main"/>
        </p:blipFill>
        <p:spPr>
          <a:xfrm xmlns:a="http://schemas.openxmlformats.org/drawingml/2006/main">
            <a:off x="10001250" y="2286000"/>
            <a:ext cx="1238250" cy="1238250"/>
          </a:xfrm>
          <a:prstGeom xmlns:a="http://schemas.openxmlformats.org/drawingml/2006/main" prst="rect">
            <a:avLst/>
          </a:prstGeom>
        </p:spPr>
      </p:pic>
      <p:sp>
        <p:nvSpPr>
          <p:cNvPr id="7" name="date">
            <a:extLst xmlns:a="http://schemas.openxmlformats.org/drawingml/2006/main">
              <a:ext uri="{FF2B5EF4-FFF2-40B4-BE49-F238E27FC236}">
                <a16:creationId xmlns:a16="http://schemas.microsoft.com/office/drawing/2014/main" id="{78867101-38D2-440A-8D10-08B897D02A17}"/>
              </a:ext>
            </a:extLst>
          </p:cNvPr>
          <p:cNvSpPr>
            <a:spLocks xmlns:a="http://schemas.openxmlformats.org/drawingml/2006/main" noGrp="1"/>
          </p:cNvSpPr>
          <p:nvPr/>
        </p:nvSpPr>
        <p:spPr>
          <a:xfrm xmlns:a="http://schemas.openxmlformats.org/drawingml/2006/main">
            <a:off x="533400" y="5429250"/>
            <a:ext cx="1047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75" b="0">
                <a:solidFill>
                  <a:srgbClr val="566574"/>
                </a:solidFill>
                <a:latin typeface="Segoe UI"/>
                <a:ea typeface="Segoe UI"/>
                <a:cs typeface="Segoe UI"/>
              </a:defRPr>
            </a:defPPr>
            <a:lvl1pPr>
              <a:buNone/>
              <a:defRPr sz="1800" b="0">
                <a:solidFill>
                  <a:srgbClr val="566574"/>
                </a:solidFill>
                <a:latin typeface="Segoe UI"/>
                <a:ea typeface="Segoe UI"/>
                <a:cs typeface="Segoe UI"/>
              </a:defRPr>
            </a:lvl1pPr>
            <a:lvl2pPr>
              <a:buNone/>
              <a:defRPr sz="1800" b="0">
                <a:solidFill>
                  <a:srgbClr val="566574"/>
                </a:solidFill>
                <a:latin typeface="Segoe UI"/>
                <a:ea typeface="Segoe UI"/>
                <a:cs typeface="Segoe UI"/>
              </a:defRPr>
            </a:lvl2pPr>
            <a:lvl3pPr>
              <a:buNone/>
              <a:defRPr sz="1800" b="0">
                <a:solidFill>
                  <a:srgbClr val="566574"/>
                </a:solidFill>
                <a:latin typeface="Segoe UI"/>
                <a:ea typeface="Segoe UI"/>
                <a:cs typeface="Segoe UI"/>
              </a:defRPr>
            </a:lvl3pPr>
            <a:lvl4pPr>
              <a:buNone/>
              <a:defRPr sz="1800" b="0">
                <a:solidFill>
                  <a:srgbClr val="566574"/>
                </a:solidFill>
                <a:latin typeface="Segoe UI"/>
                <a:ea typeface="Segoe UI"/>
                <a:cs typeface="Segoe UI"/>
              </a:defRPr>
            </a:lvl4pPr>
            <a:lvl5pPr>
              <a:buNone/>
              <a:defRPr sz="1800" b="0">
                <a:solidFill>
                  <a:srgbClr val="566574"/>
                </a:solidFill>
                <a:latin typeface="Segoe UI"/>
                <a:ea typeface="Segoe UI"/>
                <a:cs typeface="Segoe UI"/>
              </a:defRPr>
            </a:lvl5pPr>
            <a:lvl6pPr>
              <a:buNone/>
              <a:defRPr sz="1800" b="0">
                <a:solidFill>
                  <a:srgbClr val="566574"/>
                </a:solidFill>
                <a:latin typeface="Segoe UI"/>
                <a:ea typeface="Segoe UI"/>
                <a:cs typeface="Segoe UI"/>
              </a:defRPr>
            </a:lvl6pPr>
            <a:lvl7pPr>
              <a:buNone/>
              <a:defRPr sz="1800" b="0">
                <a:solidFill>
                  <a:srgbClr val="566574"/>
                </a:solidFill>
                <a:latin typeface="Segoe UI"/>
                <a:ea typeface="Segoe UI"/>
                <a:cs typeface="Segoe UI"/>
              </a:defRPr>
            </a:lvl7pPr>
            <a:lvl8pPr>
              <a:buNone/>
              <a:defRPr sz="1800" b="0">
                <a:solidFill>
                  <a:srgbClr val="566574"/>
                </a:solidFill>
                <a:latin typeface="Segoe UI"/>
                <a:ea typeface="Segoe UI"/>
                <a:cs typeface="Segoe UI"/>
              </a:defRPr>
            </a:lvl8pPr>
            <a:lvl9pPr>
              <a:buNone/>
              <a:defRPr sz="1800" b="0">
                <a:solidFill>
                  <a:srgbClr val="566574"/>
                </a:solidFill>
                <a:latin typeface="Segoe UI"/>
                <a:ea typeface="Segoe UI"/>
                <a:cs typeface="Segoe UI"/>
              </a:defRPr>
            </a:lvl9pPr>
          </a:lstStyle>
          <a:p xmlns:a="http://schemas.openxmlformats.org/drawingml/2006/main">
            <a:pPr>
              <a:buNone/>
              <a:defRPr sz="1800" b="0">
                <a:solidFill>
                  <a:srgbClr val="566574"/>
                </a:solidFill>
                <a:latin typeface="Segoe UI"/>
                <a:ea typeface="Segoe UI"/>
                <a:cs typeface="Segoe UI"/>
              </a:defRPr>
            </a:pPr>
            <a:r>
              <a:rPr sz="1875" b="0">
                <a:solidFill>
                  <a:srgbClr val="566574"/>
                </a:solidFill>
                <a:latin typeface="Segoe UI"/>
                <a:ea typeface="Segoe UI"/>
                <a:cs typeface="Segoe UI"/>
              </a:rPr>
              <a:t>Thursday 3 December 2026 · P5 12:50–13:30</a:t>
            </a:r>
          </a:p>
        </p:txBody>
      </p:sp>
      <p:sp>
        <p:nvSpPr>
          <p:cNvPr id="8" name="credit">
            <a:extLst xmlns:a="http://schemas.openxmlformats.org/drawingml/2006/main">
              <a:ext uri="{FF2B5EF4-FFF2-40B4-BE49-F238E27FC236}">
                <a16:creationId xmlns:a16="http://schemas.microsoft.com/office/drawing/2014/main" id="{2A242ABE-9CAE-4AA7-9DE9-7B4CC953CC98}"/>
              </a:ext>
            </a:extLst>
          </p:cNvPr>
          <p:cNvSpPr>
            <a:spLocks xmlns:a="http://schemas.openxmlformats.org/drawingml/2006/main" noGrp="1"/>
          </p:cNvSpPr>
          <p:nvPr/>
        </p:nvSpPr>
        <p:spPr>
          <a:xfrm xmlns:a="http://schemas.openxmlformats.org/drawingml/2006/main">
            <a:off x="533400" y="6515100"/>
            <a:ext cx="1104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788" b="0">
                <a:solidFill>
                  <a:srgbClr val="566574"/>
                </a:solidFill>
                <a:latin typeface="Segoe UI"/>
                <a:ea typeface="Segoe UI"/>
                <a:cs typeface="Segoe UI"/>
              </a:defRPr>
            </a:defPPr>
            <a:lvl1pPr>
              <a:buNone/>
              <a:defRPr sz="788" b="0">
                <a:solidFill>
                  <a:srgbClr val="566574"/>
                </a:solidFill>
                <a:latin typeface="Segoe UI"/>
                <a:ea typeface="Segoe UI"/>
                <a:cs typeface="Segoe UI"/>
              </a:defRPr>
            </a:lvl1pPr>
            <a:lvl2pPr>
              <a:buNone/>
              <a:defRPr sz="788" b="0">
                <a:solidFill>
                  <a:srgbClr val="566574"/>
                </a:solidFill>
                <a:latin typeface="Segoe UI"/>
                <a:ea typeface="Segoe UI"/>
                <a:cs typeface="Segoe UI"/>
              </a:defRPr>
            </a:lvl2pPr>
            <a:lvl3pPr>
              <a:buNone/>
              <a:defRPr sz="788" b="0">
                <a:solidFill>
                  <a:srgbClr val="566574"/>
                </a:solidFill>
                <a:latin typeface="Segoe UI"/>
                <a:ea typeface="Segoe UI"/>
                <a:cs typeface="Segoe UI"/>
              </a:defRPr>
            </a:lvl3pPr>
            <a:lvl4pPr>
              <a:buNone/>
              <a:defRPr sz="788" b="0">
                <a:solidFill>
                  <a:srgbClr val="566574"/>
                </a:solidFill>
                <a:latin typeface="Segoe UI"/>
                <a:ea typeface="Segoe UI"/>
                <a:cs typeface="Segoe UI"/>
              </a:defRPr>
            </a:lvl4pPr>
            <a:lvl5pPr>
              <a:buNone/>
              <a:defRPr sz="788" b="0">
                <a:solidFill>
                  <a:srgbClr val="566574"/>
                </a:solidFill>
                <a:latin typeface="Segoe UI"/>
                <a:ea typeface="Segoe UI"/>
                <a:cs typeface="Segoe UI"/>
              </a:defRPr>
            </a:lvl5pPr>
            <a:lvl6pPr>
              <a:buNone/>
              <a:defRPr sz="788" b="0">
                <a:solidFill>
                  <a:srgbClr val="566574"/>
                </a:solidFill>
                <a:latin typeface="Segoe UI"/>
                <a:ea typeface="Segoe UI"/>
                <a:cs typeface="Segoe UI"/>
              </a:defRPr>
            </a:lvl6pPr>
            <a:lvl7pPr>
              <a:buNone/>
              <a:defRPr sz="788" b="0">
                <a:solidFill>
                  <a:srgbClr val="566574"/>
                </a:solidFill>
                <a:latin typeface="Segoe UI"/>
                <a:ea typeface="Segoe UI"/>
                <a:cs typeface="Segoe UI"/>
              </a:defRPr>
            </a:lvl7pPr>
            <a:lvl8pPr>
              <a:buNone/>
              <a:defRPr sz="788" b="0">
                <a:solidFill>
                  <a:srgbClr val="566574"/>
                </a:solidFill>
                <a:latin typeface="Segoe UI"/>
                <a:ea typeface="Segoe UI"/>
                <a:cs typeface="Segoe UI"/>
              </a:defRPr>
            </a:lvl8pPr>
            <a:lvl9pPr>
              <a:buNone/>
              <a:defRPr sz="788" b="0">
                <a:solidFill>
                  <a:srgbClr val="566574"/>
                </a:solidFill>
                <a:latin typeface="Segoe UI"/>
                <a:ea typeface="Segoe UI"/>
                <a:cs typeface="Segoe UI"/>
              </a:defRPr>
            </a:lvl9pPr>
          </a:lstStyle>
          <a:p xmlns:a="http://schemas.openxmlformats.org/drawingml/2006/main">
            <a:pPr>
              <a:buNone/>
              <a:defRPr sz="788" b="0">
                <a:solidFill>
                  <a:srgbClr val="566574"/>
                </a:solidFill>
                <a:latin typeface="Segoe UI"/>
                <a:ea typeface="Segoe UI"/>
                <a:cs typeface="Segoe UI"/>
              </a:defRPr>
            </a:pPr>
            <a:r>
              <a:rPr sz="788" b="0">
                <a:solidFill>
                  <a:srgbClr val="566574"/>
                </a:solidFill>
                <a:latin typeface="Segoe UI"/>
                <a:ea typeface="Segoe UI"/>
                <a:cs typeface="Segoe UI"/>
              </a:rPr>
              <a:t>Made by Matt · © Matt Roper · CC BY-NC-SA 4.0: free for classroom use, share and adapt with credit, no resale</a:t>
            </a:r>
          </a:p>
        </p:txBody>
      </p:sp>
      <p:sp>
        <p:nvSpPr>
          <p:cNvPr id="9" name="page-number">
            <a:extLst xmlns:a="http://schemas.openxmlformats.org/drawingml/2006/main">
              <a:ext uri="{FF2B5EF4-FFF2-40B4-BE49-F238E27FC236}">
                <a16:creationId xmlns:a16="http://schemas.microsoft.com/office/drawing/2014/main" id="{1FB229CA-5975-40CF-B83E-38269DFE69C2}"/>
              </a:ext>
            </a:extLst>
          </p:cNvPr>
          <p:cNvSpPr>
            <a:spLocks xmlns:a="http://schemas.openxmlformats.org/drawingml/2006/main" noGrp="1"/>
          </p:cNvSpPr>
          <p:nvPr/>
        </p:nvSpPr>
        <p:spPr>
          <a:xfrm xmlns:a="http://schemas.openxmlformats.org/drawingml/2006/main">
            <a:off x="11144250" y="62103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buNone/>
              <a:defRPr sz="1050" b="0">
                <a:solidFill>
                  <a:srgbClr val="566574"/>
                </a:solidFill>
                <a:latin typeface="Segoe UI"/>
                <a:ea typeface="Segoe UI"/>
                <a:cs typeface="Segoe UI"/>
              </a:defRPr>
            </a:lvl1pPr>
            <a:lvl2pPr>
              <a:buNone/>
              <a:defRPr sz="1050" b="0">
                <a:solidFill>
                  <a:srgbClr val="566574"/>
                </a:solidFill>
                <a:latin typeface="Segoe UI"/>
                <a:ea typeface="Segoe UI"/>
                <a:cs typeface="Segoe UI"/>
              </a:defRPr>
            </a:lvl2pPr>
            <a:lvl3pPr>
              <a:buNone/>
              <a:defRPr sz="1050" b="0">
                <a:solidFill>
                  <a:srgbClr val="566574"/>
                </a:solidFill>
                <a:latin typeface="Segoe UI"/>
                <a:ea typeface="Segoe UI"/>
                <a:cs typeface="Segoe UI"/>
              </a:defRPr>
            </a:lvl3pPr>
            <a:lvl4pPr>
              <a:buNone/>
              <a:defRPr sz="1050" b="0">
                <a:solidFill>
                  <a:srgbClr val="566574"/>
                </a:solidFill>
                <a:latin typeface="Segoe UI"/>
                <a:ea typeface="Segoe UI"/>
                <a:cs typeface="Segoe UI"/>
              </a:defRPr>
            </a:lvl4pPr>
            <a:lvl5pPr>
              <a:buNone/>
              <a:defRPr sz="1050" b="0">
                <a:solidFill>
                  <a:srgbClr val="566574"/>
                </a:solidFill>
                <a:latin typeface="Segoe UI"/>
                <a:ea typeface="Segoe UI"/>
                <a:cs typeface="Segoe UI"/>
              </a:defRPr>
            </a:lvl5pPr>
            <a:lvl6pPr>
              <a:buNone/>
              <a:defRPr sz="1050" b="0">
                <a:solidFill>
                  <a:srgbClr val="566574"/>
                </a:solidFill>
                <a:latin typeface="Segoe UI"/>
                <a:ea typeface="Segoe UI"/>
                <a:cs typeface="Segoe UI"/>
              </a:defRPr>
            </a:lvl6pPr>
            <a:lvl7pPr>
              <a:buNone/>
              <a:defRPr sz="1050" b="0">
                <a:solidFill>
                  <a:srgbClr val="566574"/>
                </a:solidFill>
                <a:latin typeface="Segoe UI"/>
                <a:ea typeface="Segoe UI"/>
                <a:cs typeface="Segoe UI"/>
              </a:defRPr>
            </a:lvl7pPr>
            <a:lvl8pPr>
              <a:buNone/>
              <a:defRPr sz="1050" b="0">
                <a:solidFill>
                  <a:srgbClr val="566574"/>
                </a:solidFill>
                <a:latin typeface="Segoe UI"/>
                <a:ea typeface="Segoe UI"/>
                <a:cs typeface="Segoe UI"/>
              </a:defRPr>
            </a:lvl8pPr>
            <a:lvl9pPr>
              <a:buNone/>
              <a:defRPr sz="1050" b="0">
                <a:solidFill>
                  <a:srgbClr val="566574"/>
                </a:solidFill>
                <a:latin typeface="Segoe UI"/>
                <a:ea typeface="Segoe UI"/>
                <a:cs typeface="Segoe UI"/>
              </a:defRPr>
            </a:lvl9pPr>
          </a:lstStyle>
          <a:p xmlns:a="http://schemas.openxmlformats.org/drawingml/2006/main">
            <a:pPr>
              <a:buNone/>
              <a:defRPr sz="1050" b="0">
                <a:solidFill>
                  <a:srgbClr val="566574"/>
                </a:solidFill>
                <a:latin typeface="Segoe UI"/>
                <a:ea typeface="Segoe UI"/>
                <a:cs typeface="Segoe UI"/>
              </a:defRPr>
            </a:pPr>
            <a:r>
              <a:rPr sz="1050" b="0">
                <a:solidFill>
                  <a:srgbClr val="566574"/>
                </a:solidFill>
                <a:latin typeface="Segoe UI"/>
                <a:ea typeface="Segoe UI"/>
                <a:cs typeface="Segoe UI"/>
              </a:rPr>
              <a:t>01</a:t>
            </a:r>
          </a:p>
        </p:txBody>
      </p:sp>
    </p:spTree>
    <p:extLst>
      <p:ext uri="{BB962C8B-B14F-4D97-AF65-F5344CB8AC3E}">
        <p14:creationId xmlns:p14="http://schemas.microsoft.com/office/powerpoint/2010/main" val="1289660365"/>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code">
            <a:extLst xmlns:a="http://schemas.openxmlformats.org/drawingml/2006/main">
              <a:ext uri="{FF2B5EF4-FFF2-40B4-BE49-F238E27FC236}">
                <a16:creationId xmlns:a16="http://schemas.microsoft.com/office/drawing/2014/main" id="{636364A0-4E68-4C03-A289-7EA41B43A37C}"/>
              </a:ext>
            </a:extLst>
          </p:cNvPr>
          <p:cNvSpPr>
            <a:spLocks xmlns:a="http://schemas.openxmlformats.org/drawingml/2006/main" noGrp="1"/>
          </p:cNvSpPr>
          <p:nvPr/>
        </p:nvSpPr>
        <p:spPr>
          <a:xfrm xmlns:a="http://schemas.openxmlformats.org/drawingml/2006/main">
            <a:off x="533400" y="1905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buNone/>
              <a:defRPr sz="1200" b="0">
                <a:solidFill>
                  <a:srgbClr val="566574"/>
                </a:solidFill>
                <a:latin typeface="Segoe UI"/>
                <a:ea typeface="Segoe UI"/>
                <a:cs typeface="Segoe UI"/>
              </a:defRPr>
            </a:lvl1pPr>
            <a:lvl2pPr>
              <a:buNone/>
              <a:defRPr sz="1200" b="0">
                <a:solidFill>
                  <a:srgbClr val="566574"/>
                </a:solidFill>
                <a:latin typeface="Segoe UI"/>
                <a:ea typeface="Segoe UI"/>
                <a:cs typeface="Segoe UI"/>
              </a:defRPr>
            </a:lvl2pPr>
            <a:lvl3pPr>
              <a:buNone/>
              <a:defRPr sz="1200" b="0">
                <a:solidFill>
                  <a:srgbClr val="566574"/>
                </a:solidFill>
                <a:latin typeface="Segoe UI"/>
                <a:ea typeface="Segoe UI"/>
                <a:cs typeface="Segoe UI"/>
              </a:defRPr>
            </a:lvl3pPr>
            <a:lvl4pPr>
              <a:buNone/>
              <a:defRPr sz="1200" b="0">
                <a:solidFill>
                  <a:srgbClr val="566574"/>
                </a:solidFill>
                <a:latin typeface="Segoe UI"/>
                <a:ea typeface="Segoe UI"/>
                <a:cs typeface="Segoe UI"/>
              </a:defRPr>
            </a:lvl4pPr>
            <a:lvl5pPr>
              <a:buNone/>
              <a:defRPr sz="1200" b="0">
                <a:solidFill>
                  <a:srgbClr val="566574"/>
                </a:solidFill>
                <a:latin typeface="Segoe UI"/>
                <a:ea typeface="Segoe UI"/>
                <a:cs typeface="Segoe UI"/>
              </a:defRPr>
            </a:lvl5pPr>
            <a:lvl6pPr>
              <a:buNone/>
              <a:defRPr sz="1200" b="0">
                <a:solidFill>
                  <a:srgbClr val="566574"/>
                </a:solidFill>
                <a:latin typeface="Segoe UI"/>
                <a:ea typeface="Segoe UI"/>
                <a:cs typeface="Segoe UI"/>
              </a:defRPr>
            </a:lvl6pPr>
            <a:lvl7pPr>
              <a:buNone/>
              <a:defRPr sz="1200" b="0">
                <a:solidFill>
                  <a:srgbClr val="566574"/>
                </a:solidFill>
                <a:latin typeface="Segoe UI"/>
                <a:ea typeface="Segoe UI"/>
                <a:cs typeface="Segoe UI"/>
              </a:defRPr>
            </a:lvl7pPr>
            <a:lvl8pPr>
              <a:buNone/>
              <a:defRPr sz="1200" b="0">
                <a:solidFill>
                  <a:srgbClr val="566574"/>
                </a:solidFill>
                <a:latin typeface="Segoe UI"/>
                <a:ea typeface="Segoe UI"/>
                <a:cs typeface="Segoe UI"/>
              </a:defRPr>
            </a:lvl8pPr>
            <a:lvl9pPr>
              <a:buNone/>
              <a:defRPr sz="1200" b="0">
                <a:solidFill>
                  <a:srgbClr val="566574"/>
                </a:solidFill>
                <a:latin typeface="Segoe UI"/>
                <a:ea typeface="Segoe UI"/>
                <a:cs typeface="Segoe UI"/>
              </a:defRPr>
            </a:lvl9pPr>
          </a:lstStyle>
          <a:p xmlns:a="http://schemas.openxmlformats.org/drawingml/2006/main">
            <a:pPr>
              <a:buNone/>
              <a:defRPr sz="1200" b="0">
                <a:solidFill>
                  <a:srgbClr val="566574"/>
                </a:solidFill>
                <a:latin typeface="Segoe UI"/>
                <a:ea typeface="Segoe UI"/>
                <a:cs typeface="Segoe UI"/>
              </a:defRPr>
            </a:pPr>
            <a:r>
              <a:rPr sz="1200" b="0">
                <a:solidFill>
                  <a:srgbClr val="566574"/>
                </a:solidFill>
                <a:latin typeface="Segoe UI"/>
                <a:ea typeface="Segoe UI"/>
                <a:cs typeface="Segoe UI"/>
              </a:rPr>
              <a:t>COMM-GROW-A2-W05  ·  Lesson 10a</a:t>
            </a:r>
          </a:p>
        </p:txBody>
      </p:sp>
      <p:sp>
        <p:nvSpPr>
          <p:cNvPr id="2" name="label">
            <a:extLst xmlns:a="http://schemas.openxmlformats.org/drawingml/2006/main">
              <a:ext uri="{FF2B5EF4-FFF2-40B4-BE49-F238E27FC236}">
                <a16:creationId xmlns:a16="http://schemas.microsoft.com/office/drawing/2014/main" id="{8414106D-32D7-4155-AEA8-A9F1DBFCE2A4}"/>
              </a:ext>
            </a:extLst>
          </p:cNvPr>
          <p:cNvSpPr>
            <a:spLocks xmlns:a="http://schemas.openxmlformats.org/drawingml/2006/main" noGrp="1"/>
          </p:cNvSpPr>
          <p:nvPr/>
        </p:nvSpPr>
        <p:spPr>
          <a:xfrm xmlns:a="http://schemas.openxmlformats.org/drawingml/2006/main">
            <a:off x="7620000" y="190500"/>
            <a:ext cx="4048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buNone/>
              <a:defRPr sz="1050" b="0">
                <a:solidFill>
                  <a:srgbClr val="566574"/>
                </a:solidFill>
                <a:latin typeface="Segoe UI"/>
                <a:ea typeface="Segoe UI"/>
                <a:cs typeface="Segoe UI"/>
              </a:defRPr>
            </a:lvl1pPr>
            <a:lvl2pPr>
              <a:buNone/>
              <a:defRPr sz="1050" b="0">
                <a:solidFill>
                  <a:srgbClr val="566574"/>
                </a:solidFill>
                <a:latin typeface="Segoe UI"/>
                <a:ea typeface="Segoe UI"/>
                <a:cs typeface="Segoe UI"/>
              </a:defRPr>
            </a:lvl2pPr>
            <a:lvl3pPr>
              <a:buNone/>
              <a:defRPr sz="1050" b="0">
                <a:solidFill>
                  <a:srgbClr val="566574"/>
                </a:solidFill>
                <a:latin typeface="Segoe UI"/>
                <a:ea typeface="Segoe UI"/>
                <a:cs typeface="Segoe UI"/>
              </a:defRPr>
            </a:lvl3pPr>
            <a:lvl4pPr>
              <a:buNone/>
              <a:defRPr sz="1050" b="0">
                <a:solidFill>
                  <a:srgbClr val="566574"/>
                </a:solidFill>
                <a:latin typeface="Segoe UI"/>
                <a:ea typeface="Segoe UI"/>
                <a:cs typeface="Segoe UI"/>
              </a:defRPr>
            </a:lvl4pPr>
            <a:lvl5pPr>
              <a:buNone/>
              <a:defRPr sz="1050" b="0">
                <a:solidFill>
                  <a:srgbClr val="566574"/>
                </a:solidFill>
                <a:latin typeface="Segoe UI"/>
                <a:ea typeface="Segoe UI"/>
                <a:cs typeface="Segoe UI"/>
              </a:defRPr>
            </a:lvl5pPr>
            <a:lvl6pPr>
              <a:buNone/>
              <a:defRPr sz="1050" b="0">
                <a:solidFill>
                  <a:srgbClr val="566574"/>
                </a:solidFill>
                <a:latin typeface="Segoe UI"/>
                <a:ea typeface="Segoe UI"/>
                <a:cs typeface="Segoe UI"/>
              </a:defRPr>
            </a:lvl6pPr>
            <a:lvl7pPr>
              <a:buNone/>
              <a:defRPr sz="1050" b="0">
                <a:solidFill>
                  <a:srgbClr val="566574"/>
                </a:solidFill>
                <a:latin typeface="Segoe UI"/>
                <a:ea typeface="Segoe UI"/>
                <a:cs typeface="Segoe UI"/>
              </a:defRPr>
            </a:lvl7pPr>
            <a:lvl8pPr>
              <a:buNone/>
              <a:defRPr sz="1050" b="0">
                <a:solidFill>
                  <a:srgbClr val="566574"/>
                </a:solidFill>
                <a:latin typeface="Segoe UI"/>
                <a:ea typeface="Segoe UI"/>
                <a:cs typeface="Segoe UI"/>
              </a:defRPr>
            </a:lvl8pPr>
            <a:lvl9pPr>
              <a:buNone/>
              <a:defRPr sz="1050" b="0">
                <a:solidFill>
                  <a:srgbClr val="566574"/>
                </a:solidFill>
                <a:latin typeface="Segoe UI"/>
                <a:ea typeface="Segoe UI"/>
                <a:cs typeface="Segoe UI"/>
              </a:defRPr>
            </a:lvl9pPr>
          </a:lstStyle>
          <a:p xmlns:a="http://schemas.openxmlformats.org/drawingml/2006/main">
            <a:pPr>
              <a:buNone/>
              <a:defRPr sz="1050" b="0">
                <a:solidFill>
                  <a:srgbClr val="566574"/>
                </a:solidFill>
                <a:latin typeface="Segoe UI"/>
                <a:ea typeface="Segoe UI"/>
                <a:cs typeface="Segoe UI"/>
              </a:defRPr>
            </a:pPr>
            <a:r>
              <a:rPr sz="1200" b="0">
                <a:solidFill>
                  <a:srgbClr val="566574"/>
                </a:solidFill>
                <a:latin typeface="Segoe UI"/>
                <a:ea typeface="Segoe UI"/>
                <a:cs typeface="Segoe UI"/>
              </a:rPr>
              <a:t>Public edition · Year A</a:t>
            </a:r>
          </a:p>
        </p:txBody>
      </p:sp>
      <p:sp>
        <p:nvSpPr>
          <p:cNvPr id="3" name="stage-title">
            <a:extLst xmlns:a="http://schemas.openxmlformats.org/drawingml/2006/main">
              <a:ext uri="{FF2B5EF4-FFF2-40B4-BE49-F238E27FC236}">
                <a16:creationId xmlns:a16="http://schemas.microsoft.com/office/drawing/2014/main" id="{577D7231-4484-4991-9D33-0BB808938A3A}"/>
              </a:ext>
            </a:extLst>
          </p:cNvPr>
          <p:cNvSpPr>
            <a:spLocks xmlns:a="http://schemas.openxmlformats.org/drawingml/2006/main" noGrp="1"/>
          </p:cNvSpPr>
          <p:nvPr/>
        </p:nvSpPr>
        <p:spPr>
          <a:xfrm xmlns:a="http://schemas.openxmlformats.org/drawingml/2006/main">
            <a:off x="533400" y="590550"/>
            <a:ext cx="11029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3300" b="1">
                <a:solidFill>
                  <a:srgbClr val="345D70"/>
                </a:solidFill>
                <a:latin typeface="Segoe UI"/>
                <a:ea typeface="Segoe UI"/>
                <a:cs typeface="Segoe UI"/>
              </a:defRPr>
            </a:defPPr>
            <a:lvl1pPr>
              <a:buNone/>
              <a:defRPr sz="3300" b="1">
                <a:solidFill>
                  <a:srgbClr val="345D70"/>
                </a:solidFill>
                <a:latin typeface="Segoe UI"/>
                <a:ea typeface="Segoe UI"/>
                <a:cs typeface="Segoe UI"/>
              </a:defRPr>
            </a:lvl1pPr>
            <a:lvl2pPr>
              <a:buNone/>
              <a:defRPr sz="3300" b="1">
                <a:solidFill>
                  <a:srgbClr val="345D70"/>
                </a:solidFill>
                <a:latin typeface="Segoe UI"/>
                <a:ea typeface="Segoe UI"/>
                <a:cs typeface="Segoe UI"/>
              </a:defRPr>
            </a:lvl2pPr>
            <a:lvl3pPr>
              <a:buNone/>
              <a:defRPr sz="3300" b="1">
                <a:solidFill>
                  <a:srgbClr val="345D70"/>
                </a:solidFill>
                <a:latin typeface="Segoe UI"/>
                <a:ea typeface="Segoe UI"/>
                <a:cs typeface="Segoe UI"/>
              </a:defRPr>
            </a:lvl3pPr>
            <a:lvl4pPr>
              <a:buNone/>
              <a:defRPr sz="3300" b="1">
                <a:solidFill>
                  <a:srgbClr val="345D70"/>
                </a:solidFill>
                <a:latin typeface="Segoe UI"/>
                <a:ea typeface="Segoe UI"/>
                <a:cs typeface="Segoe UI"/>
              </a:defRPr>
            </a:lvl4pPr>
            <a:lvl5pPr>
              <a:buNone/>
              <a:defRPr sz="3300" b="1">
                <a:solidFill>
                  <a:srgbClr val="345D70"/>
                </a:solidFill>
                <a:latin typeface="Segoe UI"/>
                <a:ea typeface="Segoe UI"/>
                <a:cs typeface="Segoe UI"/>
              </a:defRPr>
            </a:lvl5pPr>
            <a:lvl6pPr>
              <a:buNone/>
              <a:defRPr sz="3300" b="1">
                <a:solidFill>
                  <a:srgbClr val="345D70"/>
                </a:solidFill>
                <a:latin typeface="Segoe UI"/>
                <a:ea typeface="Segoe UI"/>
                <a:cs typeface="Segoe UI"/>
              </a:defRPr>
            </a:lvl6pPr>
            <a:lvl7pPr>
              <a:buNone/>
              <a:defRPr sz="3300" b="1">
                <a:solidFill>
                  <a:srgbClr val="345D70"/>
                </a:solidFill>
                <a:latin typeface="Segoe UI"/>
                <a:ea typeface="Segoe UI"/>
                <a:cs typeface="Segoe UI"/>
              </a:defRPr>
            </a:lvl7pPr>
            <a:lvl8pPr>
              <a:buNone/>
              <a:defRPr sz="3300" b="1">
                <a:solidFill>
                  <a:srgbClr val="345D70"/>
                </a:solidFill>
                <a:latin typeface="Segoe UI"/>
                <a:ea typeface="Segoe UI"/>
                <a:cs typeface="Segoe UI"/>
              </a:defRPr>
            </a:lvl8pPr>
            <a:lvl9pPr>
              <a:buNone/>
              <a:defRPr sz="3300" b="1">
                <a:solidFill>
                  <a:srgbClr val="345D70"/>
                </a:solidFill>
                <a:latin typeface="Segoe UI"/>
                <a:ea typeface="Segoe UI"/>
                <a:cs typeface="Segoe UI"/>
              </a:defRPr>
            </a:lvl9pPr>
          </a:lstStyle>
          <a:p xmlns:a="http://schemas.openxmlformats.org/drawingml/2006/main">
            <a:pPr>
              <a:buNone/>
              <a:defRPr sz="3300" b="1">
                <a:solidFill>
                  <a:srgbClr val="345D70"/>
                </a:solidFill>
                <a:latin typeface="Segoe UI"/>
                <a:ea typeface="Segoe UI"/>
                <a:cs typeface="Segoe UI"/>
              </a:defRPr>
            </a:pPr>
            <a:r>
              <a:rPr sz="3300" b="1">
                <a:solidFill>
                  <a:srgbClr val="345D70"/>
                </a:solidFill>
                <a:latin typeface="Segoe UI"/>
                <a:ea typeface="Segoe UI"/>
                <a:cs typeface="Segoe UI"/>
              </a:rPr>
              <a:t>Arrival and regulation check</a:t>
            </a:r>
          </a:p>
        </p:txBody>
      </p:sp>
      <p:sp>
        <p:nvSpPr>
          <p:cNvPr id="4" name="check-prompt">
            <a:extLst xmlns:a="http://schemas.openxmlformats.org/drawingml/2006/main">
              <a:ext uri="{FF2B5EF4-FFF2-40B4-BE49-F238E27FC236}">
                <a16:creationId xmlns:a16="http://schemas.microsoft.com/office/drawing/2014/main" id="{C476F151-6161-4EBE-B9C5-5F0AE62FED2A}"/>
              </a:ext>
            </a:extLst>
          </p:cNvPr>
          <p:cNvSpPr>
            <a:spLocks xmlns:a="http://schemas.openxmlformats.org/drawingml/2006/main" noGrp="1"/>
          </p:cNvSpPr>
          <p:nvPr/>
        </p:nvSpPr>
        <p:spPr>
          <a:xfrm xmlns:a="http://schemas.openxmlformats.org/drawingml/2006/main">
            <a:off x="533400" y="1524000"/>
            <a:ext cx="9525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250" b="0">
                <a:solidFill>
                  <a:srgbClr val="192E3B"/>
                </a:solidFill>
                <a:latin typeface="Segoe UI"/>
                <a:ea typeface="Segoe UI"/>
                <a:cs typeface="Segoe UI"/>
              </a:defRPr>
            </a:defPPr>
            <a:lvl1pPr>
              <a:buNone/>
              <a:defRPr sz="2550" b="0">
                <a:solidFill>
                  <a:srgbClr val="192E3B"/>
                </a:solidFill>
                <a:latin typeface="Segoe UI"/>
                <a:ea typeface="Segoe UI"/>
                <a:cs typeface="Segoe UI"/>
              </a:defRPr>
            </a:lvl1pPr>
            <a:lvl2pPr>
              <a:buNone/>
              <a:defRPr sz="2550" b="0">
                <a:solidFill>
                  <a:srgbClr val="192E3B"/>
                </a:solidFill>
                <a:latin typeface="Segoe UI"/>
                <a:ea typeface="Segoe UI"/>
                <a:cs typeface="Segoe UI"/>
              </a:defRPr>
            </a:lvl2pPr>
            <a:lvl3pPr>
              <a:buNone/>
              <a:defRPr sz="2550" b="0">
                <a:solidFill>
                  <a:srgbClr val="192E3B"/>
                </a:solidFill>
                <a:latin typeface="Segoe UI"/>
                <a:ea typeface="Segoe UI"/>
                <a:cs typeface="Segoe UI"/>
              </a:defRPr>
            </a:lvl3pPr>
            <a:lvl4pPr>
              <a:buNone/>
              <a:defRPr sz="2550" b="0">
                <a:solidFill>
                  <a:srgbClr val="192E3B"/>
                </a:solidFill>
                <a:latin typeface="Segoe UI"/>
                <a:ea typeface="Segoe UI"/>
                <a:cs typeface="Segoe UI"/>
              </a:defRPr>
            </a:lvl4pPr>
            <a:lvl5pPr>
              <a:buNone/>
              <a:defRPr sz="2550" b="0">
                <a:solidFill>
                  <a:srgbClr val="192E3B"/>
                </a:solidFill>
                <a:latin typeface="Segoe UI"/>
                <a:ea typeface="Segoe UI"/>
                <a:cs typeface="Segoe UI"/>
              </a:defRPr>
            </a:lvl5pPr>
            <a:lvl6pPr>
              <a:buNone/>
              <a:defRPr sz="2550" b="0">
                <a:solidFill>
                  <a:srgbClr val="192E3B"/>
                </a:solidFill>
                <a:latin typeface="Segoe UI"/>
                <a:ea typeface="Segoe UI"/>
                <a:cs typeface="Segoe UI"/>
              </a:defRPr>
            </a:lvl6pPr>
            <a:lvl7pPr>
              <a:buNone/>
              <a:defRPr sz="2550" b="0">
                <a:solidFill>
                  <a:srgbClr val="192E3B"/>
                </a:solidFill>
                <a:latin typeface="Segoe UI"/>
                <a:ea typeface="Segoe UI"/>
                <a:cs typeface="Segoe UI"/>
              </a:defRPr>
            </a:lvl7pPr>
            <a:lvl8pPr>
              <a:buNone/>
              <a:defRPr sz="2550" b="0">
                <a:solidFill>
                  <a:srgbClr val="192E3B"/>
                </a:solidFill>
                <a:latin typeface="Segoe UI"/>
                <a:ea typeface="Segoe UI"/>
                <a:cs typeface="Segoe UI"/>
              </a:defRPr>
            </a:lvl8pPr>
            <a:lvl9pPr>
              <a:buNone/>
              <a:defRPr sz="2550" b="0">
                <a:solidFill>
                  <a:srgbClr val="192E3B"/>
                </a:solidFill>
                <a:latin typeface="Segoe UI"/>
                <a:ea typeface="Segoe UI"/>
                <a:cs typeface="Segoe UI"/>
              </a:defRPr>
            </a:lvl9pPr>
          </a:lstStyle>
          <a:p xmlns:a="http://schemas.openxmlformats.org/drawingml/2006/main">
            <a:pPr>
              <a:buNone/>
              <a:defRPr sz="2550" b="0">
                <a:solidFill>
                  <a:srgbClr val="192E3B"/>
                </a:solidFill>
                <a:latin typeface="Segoe UI"/>
                <a:ea typeface="Segoe UI"/>
                <a:cs typeface="Segoe UI"/>
              </a:defRPr>
            </a:pPr>
            <a:r>
              <a:rPr sz="2250" b="0">
                <a:solidFill>
                  <a:srgbClr val="192E3B"/>
                </a:solidFill>
                <a:latin typeface="Segoe UI"/>
                <a:ea typeface="Segoe UI"/>
                <a:cs typeface="Segoe UI"/>
              </a:rPr>
              <a:t>Check how you feel.</a:t>
            </a:r>
          </a:p>
        </p:txBody>
      </p:sp>
      <p:sp>
        <p:nvSpPr>
          <p:cNvPr id="5" name="colour-BLUE">
            <a:extLst xmlns:a="http://schemas.openxmlformats.org/drawingml/2006/main">
              <a:ext uri="{FF2B5EF4-FFF2-40B4-BE49-F238E27FC236}">
                <a16:creationId xmlns:a16="http://schemas.microsoft.com/office/drawing/2014/main" id="{BD274778-8355-41CE-AB1D-4831EFCCB194}"/>
              </a:ext>
            </a:extLst>
          </p:cNvPr>
          <p:cNvSpPr>
            <a:spLocks xmlns:a="http://schemas.openxmlformats.org/drawingml/2006/main" noGrp="1"/>
          </p:cNvSpPr>
          <p:nvPr/>
        </p:nvSpPr>
        <p:spPr>
          <a:xfrm xmlns:a="http://schemas.openxmlformats.org/drawingml/2006/main">
            <a:off x="533400" y="2286000"/>
            <a:ext cx="2571750" cy="1190625"/>
          </a:xfrm>
          <a:prstGeom xmlns:a="http://schemas.openxmlformats.org/drawingml/2006/main" prst="rect">
            <a:avLst/>
          </a:prstGeom>
          <a:solidFill xmlns:a="http://schemas.openxmlformats.org/drawingml/2006/main">
            <a:srgbClr val="DFEAF7"/>
          </a:solidFill>
          <a:ln xmlns:a="http://schemas.openxmlformats.org/drawingml/2006/main" w="0">
            <a:noFill/>
            <a:prstDash val="solid"/>
          </a:ln>
        </p:spPr>
      </p:sp>
      <p:sp>
        <p:nvSpPr>
          <p:cNvPr id="6" name="label-BLUE">
            <a:extLst xmlns:a="http://schemas.openxmlformats.org/drawingml/2006/main">
              <a:ext uri="{FF2B5EF4-FFF2-40B4-BE49-F238E27FC236}">
                <a16:creationId xmlns:a16="http://schemas.microsoft.com/office/drawing/2014/main" id="{F96E9743-6D4C-41BE-AAA0-88CE66469573}"/>
              </a:ext>
            </a:extLst>
          </p:cNvPr>
          <p:cNvSpPr>
            <a:spLocks xmlns:a="http://schemas.openxmlformats.org/drawingml/2006/main" noGrp="1"/>
          </p:cNvSpPr>
          <p:nvPr/>
        </p:nvSpPr>
        <p:spPr>
          <a:xfrm xmlns:a="http://schemas.openxmlformats.org/drawingml/2006/main">
            <a:off x="685800" y="2428875"/>
            <a:ext cx="228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250" b="1">
                <a:solidFill>
                  <a:srgbClr val="192E3B"/>
                </a:solidFill>
                <a:latin typeface="Segoe UI"/>
                <a:ea typeface="Segoe UI"/>
                <a:cs typeface="Segoe UI"/>
              </a:defRPr>
            </a:defPPr>
            <a:lvl1pPr>
              <a:buNone/>
              <a:defRPr sz="2250" b="1">
                <a:solidFill>
                  <a:srgbClr val="192E3B"/>
                </a:solidFill>
                <a:latin typeface="Segoe UI"/>
                <a:ea typeface="Segoe UI"/>
                <a:cs typeface="Segoe UI"/>
              </a:defRPr>
            </a:lvl1pPr>
            <a:lvl2pPr>
              <a:buNone/>
              <a:defRPr sz="2250" b="1">
                <a:solidFill>
                  <a:srgbClr val="192E3B"/>
                </a:solidFill>
                <a:latin typeface="Segoe UI"/>
                <a:ea typeface="Segoe UI"/>
                <a:cs typeface="Segoe UI"/>
              </a:defRPr>
            </a:lvl2pPr>
            <a:lvl3pPr>
              <a:buNone/>
              <a:defRPr sz="2250" b="1">
                <a:solidFill>
                  <a:srgbClr val="192E3B"/>
                </a:solidFill>
                <a:latin typeface="Segoe UI"/>
                <a:ea typeface="Segoe UI"/>
                <a:cs typeface="Segoe UI"/>
              </a:defRPr>
            </a:lvl3pPr>
            <a:lvl4pPr>
              <a:buNone/>
              <a:defRPr sz="2250" b="1">
                <a:solidFill>
                  <a:srgbClr val="192E3B"/>
                </a:solidFill>
                <a:latin typeface="Segoe UI"/>
                <a:ea typeface="Segoe UI"/>
                <a:cs typeface="Segoe UI"/>
              </a:defRPr>
            </a:lvl4pPr>
            <a:lvl5pPr>
              <a:buNone/>
              <a:defRPr sz="2250" b="1">
                <a:solidFill>
                  <a:srgbClr val="192E3B"/>
                </a:solidFill>
                <a:latin typeface="Segoe UI"/>
                <a:ea typeface="Segoe UI"/>
                <a:cs typeface="Segoe UI"/>
              </a:defRPr>
            </a:lvl5pPr>
            <a:lvl6pPr>
              <a:buNone/>
              <a:defRPr sz="2250" b="1">
                <a:solidFill>
                  <a:srgbClr val="192E3B"/>
                </a:solidFill>
                <a:latin typeface="Segoe UI"/>
                <a:ea typeface="Segoe UI"/>
                <a:cs typeface="Segoe UI"/>
              </a:defRPr>
            </a:lvl6pPr>
            <a:lvl7pPr>
              <a:buNone/>
              <a:defRPr sz="2250" b="1">
                <a:solidFill>
                  <a:srgbClr val="192E3B"/>
                </a:solidFill>
                <a:latin typeface="Segoe UI"/>
                <a:ea typeface="Segoe UI"/>
                <a:cs typeface="Segoe UI"/>
              </a:defRPr>
            </a:lvl7pPr>
            <a:lvl8pPr>
              <a:buNone/>
              <a:defRPr sz="2250" b="1">
                <a:solidFill>
                  <a:srgbClr val="192E3B"/>
                </a:solidFill>
                <a:latin typeface="Segoe UI"/>
                <a:ea typeface="Segoe UI"/>
                <a:cs typeface="Segoe UI"/>
              </a:defRPr>
            </a:lvl8pPr>
            <a:lvl9pPr>
              <a:buNone/>
              <a:defRPr sz="2250" b="1">
                <a:solidFill>
                  <a:srgbClr val="192E3B"/>
                </a:solidFill>
                <a:latin typeface="Segoe UI"/>
                <a:ea typeface="Segoe UI"/>
                <a:cs typeface="Segoe UI"/>
              </a:defRPr>
            </a:lvl9pPr>
          </a:lstStyle>
          <a:p xmlns:a="http://schemas.openxmlformats.org/drawingml/2006/main">
            <a:pPr>
              <a:buNone/>
              <a:defRPr sz="2250" b="1">
                <a:solidFill>
                  <a:srgbClr val="192E3B"/>
                </a:solidFill>
                <a:latin typeface="Segoe UI"/>
                <a:ea typeface="Segoe UI"/>
                <a:cs typeface="Segoe UI"/>
              </a:defRPr>
            </a:pPr>
            <a:r>
              <a:rPr sz="2250" b="1">
                <a:solidFill>
                  <a:srgbClr val="192E3B"/>
                </a:solidFill>
                <a:latin typeface="Segoe UI"/>
                <a:ea typeface="Segoe UI"/>
                <a:cs typeface="Segoe UI"/>
              </a:rPr>
              <a:t>BLUE</a:t>
            </a:r>
          </a:p>
        </p:txBody>
      </p:sp>
      <p:sp>
        <p:nvSpPr>
          <p:cNvPr id="7" name="meaning-BLUE">
            <a:extLst xmlns:a="http://schemas.openxmlformats.org/drawingml/2006/main">
              <a:ext uri="{FF2B5EF4-FFF2-40B4-BE49-F238E27FC236}">
                <a16:creationId xmlns:a16="http://schemas.microsoft.com/office/drawing/2014/main" id="{A6EA3268-31D2-48F1-885F-BA2B0C1A001A}"/>
              </a:ext>
            </a:extLst>
          </p:cNvPr>
          <p:cNvSpPr>
            <a:spLocks xmlns:a="http://schemas.openxmlformats.org/drawingml/2006/main" noGrp="1"/>
          </p:cNvSpPr>
          <p:nvPr/>
        </p:nvSpPr>
        <p:spPr>
          <a:xfrm xmlns:a="http://schemas.openxmlformats.org/drawingml/2006/main">
            <a:off x="685800" y="2924175"/>
            <a:ext cx="228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250" b="0">
                <a:solidFill>
                  <a:srgbClr val="192E3B"/>
                </a:solidFill>
                <a:latin typeface="Segoe UI"/>
                <a:ea typeface="Segoe UI"/>
                <a:cs typeface="Segoe UI"/>
              </a:defRPr>
            </a:defPPr>
            <a:lvl1pPr>
              <a:buNone/>
              <a:defRPr sz="2100" b="0">
                <a:solidFill>
                  <a:srgbClr val="192E3B"/>
                </a:solidFill>
                <a:latin typeface="Segoe UI"/>
                <a:ea typeface="Segoe UI"/>
                <a:cs typeface="Segoe UI"/>
              </a:defRPr>
            </a:lvl1pPr>
            <a:lvl2pPr>
              <a:buNone/>
              <a:defRPr sz="2100" b="0">
                <a:solidFill>
                  <a:srgbClr val="192E3B"/>
                </a:solidFill>
                <a:latin typeface="Segoe UI"/>
                <a:ea typeface="Segoe UI"/>
                <a:cs typeface="Segoe UI"/>
              </a:defRPr>
            </a:lvl2pPr>
            <a:lvl3pPr>
              <a:buNone/>
              <a:defRPr sz="2100" b="0">
                <a:solidFill>
                  <a:srgbClr val="192E3B"/>
                </a:solidFill>
                <a:latin typeface="Segoe UI"/>
                <a:ea typeface="Segoe UI"/>
                <a:cs typeface="Segoe UI"/>
              </a:defRPr>
            </a:lvl3pPr>
            <a:lvl4pPr>
              <a:buNone/>
              <a:defRPr sz="2100" b="0">
                <a:solidFill>
                  <a:srgbClr val="192E3B"/>
                </a:solidFill>
                <a:latin typeface="Segoe UI"/>
                <a:ea typeface="Segoe UI"/>
                <a:cs typeface="Segoe UI"/>
              </a:defRPr>
            </a:lvl4pPr>
            <a:lvl5pPr>
              <a:buNone/>
              <a:defRPr sz="2100" b="0">
                <a:solidFill>
                  <a:srgbClr val="192E3B"/>
                </a:solidFill>
                <a:latin typeface="Segoe UI"/>
                <a:ea typeface="Segoe UI"/>
                <a:cs typeface="Segoe UI"/>
              </a:defRPr>
            </a:lvl5pPr>
            <a:lvl6pPr>
              <a:buNone/>
              <a:defRPr sz="2100" b="0">
                <a:solidFill>
                  <a:srgbClr val="192E3B"/>
                </a:solidFill>
                <a:latin typeface="Segoe UI"/>
                <a:ea typeface="Segoe UI"/>
                <a:cs typeface="Segoe UI"/>
              </a:defRPr>
            </a:lvl6pPr>
            <a:lvl7pPr>
              <a:buNone/>
              <a:defRPr sz="2100" b="0">
                <a:solidFill>
                  <a:srgbClr val="192E3B"/>
                </a:solidFill>
                <a:latin typeface="Segoe UI"/>
                <a:ea typeface="Segoe UI"/>
                <a:cs typeface="Segoe UI"/>
              </a:defRPr>
            </a:lvl7pPr>
            <a:lvl8pPr>
              <a:buNone/>
              <a:defRPr sz="2100" b="0">
                <a:solidFill>
                  <a:srgbClr val="192E3B"/>
                </a:solidFill>
                <a:latin typeface="Segoe UI"/>
                <a:ea typeface="Segoe UI"/>
                <a:cs typeface="Segoe UI"/>
              </a:defRPr>
            </a:lvl8pPr>
            <a:lvl9pPr>
              <a:buNone/>
              <a:defRPr sz="2100" b="0">
                <a:solidFill>
                  <a:srgbClr val="192E3B"/>
                </a:solidFill>
                <a:latin typeface="Segoe UI"/>
                <a:ea typeface="Segoe UI"/>
                <a:cs typeface="Segoe UI"/>
              </a:defRPr>
            </a:lvl9pPr>
          </a:lstStyle>
          <a:p xmlns:a="http://schemas.openxmlformats.org/drawingml/2006/main">
            <a:pPr>
              <a:buNone/>
              <a:defRPr sz="2100" b="0">
                <a:solidFill>
                  <a:srgbClr val="192E3B"/>
                </a:solidFill>
                <a:latin typeface="Segoe UI"/>
                <a:ea typeface="Segoe UI"/>
                <a:cs typeface="Segoe UI"/>
              </a:defRPr>
            </a:pPr>
            <a:r>
              <a:rPr sz="2250" b="0">
                <a:solidFill>
                  <a:srgbClr val="192E3B"/>
                </a:solidFill>
                <a:latin typeface="Segoe UI"/>
                <a:ea typeface="Segoe UI"/>
                <a:cs typeface="Segoe UI"/>
              </a:rPr>
              <a:t>Low energy</a:t>
            </a:r>
          </a:p>
        </p:txBody>
      </p:sp>
      <p:sp>
        <p:nvSpPr>
          <p:cNvPr id="8" name="colour-GREEN">
            <a:extLst xmlns:a="http://schemas.openxmlformats.org/drawingml/2006/main">
              <a:ext uri="{FF2B5EF4-FFF2-40B4-BE49-F238E27FC236}">
                <a16:creationId xmlns:a16="http://schemas.microsoft.com/office/drawing/2014/main" id="{1B92131C-076F-4740-9E71-6357D0A55667}"/>
              </a:ext>
            </a:extLst>
          </p:cNvPr>
          <p:cNvSpPr>
            <a:spLocks xmlns:a="http://schemas.openxmlformats.org/drawingml/2006/main" noGrp="1"/>
          </p:cNvSpPr>
          <p:nvPr/>
        </p:nvSpPr>
        <p:spPr>
          <a:xfrm xmlns:a="http://schemas.openxmlformats.org/drawingml/2006/main">
            <a:off x="3333750" y="2286000"/>
            <a:ext cx="2571750" cy="1190625"/>
          </a:xfrm>
          <a:prstGeom xmlns:a="http://schemas.openxmlformats.org/drawingml/2006/main" prst="rect">
            <a:avLst/>
          </a:prstGeom>
          <a:solidFill xmlns:a="http://schemas.openxmlformats.org/drawingml/2006/main">
            <a:srgbClr val="E3F0E5"/>
          </a:solidFill>
          <a:ln xmlns:a="http://schemas.openxmlformats.org/drawingml/2006/main" w="0">
            <a:noFill/>
            <a:prstDash val="solid"/>
          </a:ln>
        </p:spPr>
      </p:sp>
      <p:sp>
        <p:nvSpPr>
          <p:cNvPr id="9" name="label-GREEN">
            <a:extLst xmlns:a="http://schemas.openxmlformats.org/drawingml/2006/main">
              <a:ext uri="{FF2B5EF4-FFF2-40B4-BE49-F238E27FC236}">
                <a16:creationId xmlns:a16="http://schemas.microsoft.com/office/drawing/2014/main" id="{EDD8D23E-AE8C-4E00-9AD3-72371B3CF861}"/>
              </a:ext>
            </a:extLst>
          </p:cNvPr>
          <p:cNvSpPr>
            <a:spLocks xmlns:a="http://schemas.openxmlformats.org/drawingml/2006/main" noGrp="1"/>
          </p:cNvSpPr>
          <p:nvPr/>
        </p:nvSpPr>
        <p:spPr>
          <a:xfrm xmlns:a="http://schemas.openxmlformats.org/drawingml/2006/main">
            <a:off x="3486150" y="2428875"/>
            <a:ext cx="228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250" b="1">
                <a:solidFill>
                  <a:srgbClr val="192E3B"/>
                </a:solidFill>
                <a:latin typeface="Segoe UI"/>
                <a:ea typeface="Segoe UI"/>
                <a:cs typeface="Segoe UI"/>
              </a:defRPr>
            </a:defPPr>
            <a:lvl1pPr>
              <a:buNone/>
              <a:defRPr sz="2250" b="1">
                <a:solidFill>
                  <a:srgbClr val="192E3B"/>
                </a:solidFill>
                <a:latin typeface="Segoe UI"/>
                <a:ea typeface="Segoe UI"/>
                <a:cs typeface="Segoe UI"/>
              </a:defRPr>
            </a:lvl1pPr>
            <a:lvl2pPr>
              <a:buNone/>
              <a:defRPr sz="2250" b="1">
                <a:solidFill>
                  <a:srgbClr val="192E3B"/>
                </a:solidFill>
                <a:latin typeface="Segoe UI"/>
                <a:ea typeface="Segoe UI"/>
                <a:cs typeface="Segoe UI"/>
              </a:defRPr>
            </a:lvl2pPr>
            <a:lvl3pPr>
              <a:buNone/>
              <a:defRPr sz="2250" b="1">
                <a:solidFill>
                  <a:srgbClr val="192E3B"/>
                </a:solidFill>
                <a:latin typeface="Segoe UI"/>
                <a:ea typeface="Segoe UI"/>
                <a:cs typeface="Segoe UI"/>
              </a:defRPr>
            </a:lvl3pPr>
            <a:lvl4pPr>
              <a:buNone/>
              <a:defRPr sz="2250" b="1">
                <a:solidFill>
                  <a:srgbClr val="192E3B"/>
                </a:solidFill>
                <a:latin typeface="Segoe UI"/>
                <a:ea typeface="Segoe UI"/>
                <a:cs typeface="Segoe UI"/>
              </a:defRPr>
            </a:lvl4pPr>
            <a:lvl5pPr>
              <a:buNone/>
              <a:defRPr sz="2250" b="1">
                <a:solidFill>
                  <a:srgbClr val="192E3B"/>
                </a:solidFill>
                <a:latin typeface="Segoe UI"/>
                <a:ea typeface="Segoe UI"/>
                <a:cs typeface="Segoe UI"/>
              </a:defRPr>
            </a:lvl5pPr>
            <a:lvl6pPr>
              <a:buNone/>
              <a:defRPr sz="2250" b="1">
                <a:solidFill>
                  <a:srgbClr val="192E3B"/>
                </a:solidFill>
                <a:latin typeface="Segoe UI"/>
                <a:ea typeface="Segoe UI"/>
                <a:cs typeface="Segoe UI"/>
              </a:defRPr>
            </a:lvl6pPr>
            <a:lvl7pPr>
              <a:buNone/>
              <a:defRPr sz="2250" b="1">
                <a:solidFill>
                  <a:srgbClr val="192E3B"/>
                </a:solidFill>
                <a:latin typeface="Segoe UI"/>
                <a:ea typeface="Segoe UI"/>
                <a:cs typeface="Segoe UI"/>
              </a:defRPr>
            </a:lvl7pPr>
            <a:lvl8pPr>
              <a:buNone/>
              <a:defRPr sz="2250" b="1">
                <a:solidFill>
                  <a:srgbClr val="192E3B"/>
                </a:solidFill>
                <a:latin typeface="Segoe UI"/>
                <a:ea typeface="Segoe UI"/>
                <a:cs typeface="Segoe UI"/>
              </a:defRPr>
            </a:lvl8pPr>
            <a:lvl9pPr>
              <a:buNone/>
              <a:defRPr sz="2250" b="1">
                <a:solidFill>
                  <a:srgbClr val="192E3B"/>
                </a:solidFill>
                <a:latin typeface="Segoe UI"/>
                <a:ea typeface="Segoe UI"/>
                <a:cs typeface="Segoe UI"/>
              </a:defRPr>
            </a:lvl9pPr>
          </a:lstStyle>
          <a:p xmlns:a="http://schemas.openxmlformats.org/drawingml/2006/main">
            <a:pPr>
              <a:buNone/>
              <a:defRPr sz="2250" b="1">
                <a:solidFill>
                  <a:srgbClr val="192E3B"/>
                </a:solidFill>
                <a:latin typeface="Segoe UI"/>
                <a:ea typeface="Segoe UI"/>
                <a:cs typeface="Segoe UI"/>
              </a:defRPr>
            </a:pPr>
            <a:r>
              <a:rPr sz="2250" b="1">
                <a:solidFill>
                  <a:srgbClr val="192E3B"/>
                </a:solidFill>
                <a:latin typeface="Segoe UI"/>
                <a:ea typeface="Segoe UI"/>
                <a:cs typeface="Segoe UI"/>
              </a:rPr>
              <a:t>GREEN</a:t>
            </a:r>
          </a:p>
        </p:txBody>
      </p:sp>
      <p:sp>
        <p:nvSpPr>
          <p:cNvPr id="10" name="meaning-GREEN">
            <a:extLst xmlns:a="http://schemas.openxmlformats.org/drawingml/2006/main">
              <a:ext uri="{FF2B5EF4-FFF2-40B4-BE49-F238E27FC236}">
                <a16:creationId xmlns:a16="http://schemas.microsoft.com/office/drawing/2014/main" id="{2457630C-AA5A-4047-9286-F3702C6F2415}"/>
              </a:ext>
            </a:extLst>
          </p:cNvPr>
          <p:cNvSpPr>
            <a:spLocks xmlns:a="http://schemas.openxmlformats.org/drawingml/2006/main" noGrp="1"/>
          </p:cNvSpPr>
          <p:nvPr/>
        </p:nvSpPr>
        <p:spPr>
          <a:xfrm xmlns:a="http://schemas.openxmlformats.org/drawingml/2006/main">
            <a:off x="3486150" y="2924175"/>
            <a:ext cx="228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250" b="0">
                <a:solidFill>
                  <a:srgbClr val="192E3B"/>
                </a:solidFill>
                <a:latin typeface="Segoe UI"/>
                <a:ea typeface="Segoe UI"/>
                <a:cs typeface="Segoe UI"/>
              </a:defRPr>
            </a:defPPr>
            <a:lvl1pPr>
              <a:buNone/>
              <a:defRPr sz="2100" b="0">
                <a:solidFill>
                  <a:srgbClr val="192E3B"/>
                </a:solidFill>
                <a:latin typeface="Segoe UI"/>
                <a:ea typeface="Segoe UI"/>
                <a:cs typeface="Segoe UI"/>
              </a:defRPr>
            </a:lvl1pPr>
            <a:lvl2pPr>
              <a:buNone/>
              <a:defRPr sz="2100" b="0">
                <a:solidFill>
                  <a:srgbClr val="192E3B"/>
                </a:solidFill>
                <a:latin typeface="Segoe UI"/>
                <a:ea typeface="Segoe UI"/>
                <a:cs typeface="Segoe UI"/>
              </a:defRPr>
            </a:lvl2pPr>
            <a:lvl3pPr>
              <a:buNone/>
              <a:defRPr sz="2100" b="0">
                <a:solidFill>
                  <a:srgbClr val="192E3B"/>
                </a:solidFill>
                <a:latin typeface="Segoe UI"/>
                <a:ea typeface="Segoe UI"/>
                <a:cs typeface="Segoe UI"/>
              </a:defRPr>
            </a:lvl3pPr>
            <a:lvl4pPr>
              <a:buNone/>
              <a:defRPr sz="2100" b="0">
                <a:solidFill>
                  <a:srgbClr val="192E3B"/>
                </a:solidFill>
                <a:latin typeface="Segoe UI"/>
                <a:ea typeface="Segoe UI"/>
                <a:cs typeface="Segoe UI"/>
              </a:defRPr>
            </a:lvl4pPr>
            <a:lvl5pPr>
              <a:buNone/>
              <a:defRPr sz="2100" b="0">
                <a:solidFill>
                  <a:srgbClr val="192E3B"/>
                </a:solidFill>
                <a:latin typeface="Segoe UI"/>
                <a:ea typeface="Segoe UI"/>
                <a:cs typeface="Segoe UI"/>
              </a:defRPr>
            </a:lvl5pPr>
            <a:lvl6pPr>
              <a:buNone/>
              <a:defRPr sz="2100" b="0">
                <a:solidFill>
                  <a:srgbClr val="192E3B"/>
                </a:solidFill>
                <a:latin typeface="Segoe UI"/>
                <a:ea typeface="Segoe UI"/>
                <a:cs typeface="Segoe UI"/>
              </a:defRPr>
            </a:lvl6pPr>
            <a:lvl7pPr>
              <a:buNone/>
              <a:defRPr sz="2100" b="0">
                <a:solidFill>
                  <a:srgbClr val="192E3B"/>
                </a:solidFill>
                <a:latin typeface="Segoe UI"/>
                <a:ea typeface="Segoe UI"/>
                <a:cs typeface="Segoe UI"/>
              </a:defRPr>
            </a:lvl7pPr>
            <a:lvl8pPr>
              <a:buNone/>
              <a:defRPr sz="2100" b="0">
                <a:solidFill>
                  <a:srgbClr val="192E3B"/>
                </a:solidFill>
                <a:latin typeface="Segoe UI"/>
                <a:ea typeface="Segoe UI"/>
                <a:cs typeface="Segoe UI"/>
              </a:defRPr>
            </a:lvl8pPr>
            <a:lvl9pPr>
              <a:buNone/>
              <a:defRPr sz="2100" b="0">
                <a:solidFill>
                  <a:srgbClr val="192E3B"/>
                </a:solidFill>
                <a:latin typeface="Segoe UI"/>
                <a:ea typeface="Segoe UI"/>
                <a:cs typeface="Segoe UI"/>
              </a:defRPr>
            </a:lvl9pPr>
          </a:lstStyle>
          <a:p xmlns:a="http://schemas.openxmlformats.org/drawingml/2006/main">
            <a:pPr>
              <a:buNone/>
              <a:defRPr sz="2100" b="0">
                <a:solidFill>
                  <a:srgbClr val="192E3B"/>
                </a:solidFill>
                <a:latin typeface="Segoe UI"/>
                <a:ea typeface="Segoe UI"/>
                <a:cs typeface="Segoe UI"/>
              </a:defRPr>
            </a:pPr>
            <a:r>
              <a:rPr sz="2250" b="0">
                <a:solidFill>
                  <a:srgbClr val="192E3B"/>
                </a:solidFill>
                <a:latin typeface="Segoe UI"/>
                <a:ea typeface="Segoe UI"/>
                <a:cs typeface="Segoe UI"/>
              </a:rPr>
              <a:t>Ready</a:t>
            </a:r>
          </a:p>
        </p:txBody>
      </p:sp>
      <p:sp>
        <p:nvSpPr>
          <p:cNvPr id="11" name="colour-AMBER">
            <a:extLst xmlns:a="http://schemas.openxmlformats.org/drawingml/2006/main">
              <a:ext uri="{FF2B5EF4-FFF2-40B4-BE49-F238E27FC236}">
                <a16:creationId xmlns:a16="http://schemas.microsoft.com/office/drawing/2014/main" id="{69C6E3FC-A1D6-42A1-811B-323664CA5771}"/>
              </a:ext>
            </a:extLst>
          </p:cNvPr>
          <p:cNvSpPr>
            <a:spLocks xmlns:a="http://schemas.openxmlformats.org/drawingml/2006/main" noGrp="1"/>
          </p:cNvSpPr>
          <p:nvPr/>
        </p:nvSpPr>
        <p:spPr>
          <a:xfrm xmlns:a="http://schemas.openxmlformats.org/drawingml/2006/main">
            <a:off x="6134100" y="2286000"/>
            <a:ext cx="2571750" cy="1190625"/>
          </a:xfrm>
          <a:prstGeom xmlns:a="http://schemas.openxmlformats.org/drawingml/2006/main" prst="rect">
            <a:avLst/>
          </a:prstGeom>
          <a:solidFill xmlns:a="http://schemas.openxmlformats.org/drawingml/2006/main">
            <a:srgbClr val="FFF0C9"/>
          </a:solidFill>
          <a:ln xmlns:a="http://schemas.openxmlformats.org/drawingml/2006/main" w="0">
            <a:noFill/>
            <a:prstDash val="solid"/>
          </a:ln>
        </p:spPr>
      </p:sp>
      <p:sp>
        <p:nvSpPr>
          <p:cNvPr id="12" name="label-AMBER">
            <a:extLst xmlns:a="http://schemas.openxmlformats.org/drawingml/2006/main">
              <a:ext uri="{FF2B5EF4-FFF2-40B4-BE49-F238E27FC236}">
                <a16:creationId xmlns:a16="http://schemas.microsoft.com/office/drawing/2014/main" id="{3F7A6382-3634-4E1B-95D5-03D5D4EBD161}"/>
              </a:ext>
            </a:extLst>
          </p:cNvPr>
          <p:cNvSpPr>
            <a:spLocks xmlns:a="http://schemas.openxmlformats.org/drawingml/2006/main" noGrp="1"/>
          </p:cNvSpPr>
          <p:nvPr/>
        </p:nvSpPr>
        <p:spPr>
          <a:xfrm xmlns:a="http://schemas.openxmlformats.org/drawingml/2006/main">
            <a:off x="6286500" y="2428875"/>
            <a:ext cx="228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250" b="1">
                <a:solidFill>
                  <a:srgbClr val="192E3B"/>
                </a:solidFill>
                <a:latin typeface="Segoe UI"/>
                <a:ea typeface="Segoe UI"/>
                <a:cs typeface="Segoe UI"/>
              </a:defRPr>
            </a:defPPr>
            <a:lvl1pPr>
              <a:buNone/>
              <a:defRPr sz="2250" b="1">
                <a:solidFill>
                  <a:srgbClr val="192E3B"/>
                </a:solidFill>
                <a:latin typeface="Segoe UI"/>
                <a:ea typeface="Segoe UI"/>
                <a:cs typeface="Segoe UI"/>
              </a:defRPr>
            </a:lvl1pPr>
            <a:lvl2pPr>
              <a:buNone/>
              <a:defRPr sz="2250" b="1">
                <a:solidFill>
                  <a:srgbClr val="192E3B"/>
                </a:solidFill>
                <a:latin typeface="Segoe UI"/>
                <a:ea typeface="Segoe UI"/>
                <a:cs typeface="Segoe UI"/>
              </a:defRPr>
            </a:lvl2pPr>
            <a:lvl3pPr>
              <a:buNone/>
              <a:defRPr sz="2250" b="1">
                <a:solidFill>
                  <a:srgbClr val="192E3B"/>
                </a:solidFill>
                <a:latin typeface="Segoe UI"/>
                <a:ea typeface="Segoe UI"/>
                <a:cs typeface="Segoe UI"/>
              </a:defRPr>
            </a:lvl3pPr>
            <a:lvl4pPr>
              <a:buNone/>
              <a:defRPr sz="2250" b="1">
                <a:solidFill>
                  <a:srgbClr val="192E3B"/>
                </a:solidFill>
                <a:latin typeface="Segoe UI"/>
                <a:ea typeface="Segoe UI"/>
                <a:cs typeface="Segoe UI"/>
              </a:defRPr>
            </a:lvl4pPr>
            <a:lvl5pPr>
              <a:buNone/>
              <a:defRPr sz="2250" b="1">
                <a:solidFill>
                  <a:srgbClr val="192E3B"/>
                </a:solidFill>
                <a:latin typeface="Segoe UI"/>
                <a:ea typeface="Segoe UI"/>
                <a:cs typeface="Segoe UI"/>
              </a:defRPr>
            </a:lvl5pPr>
            <a:lvl6pPr>
              <a:buNone/>
              <a:defRPr sz="2250" b="1">
                <a:solidFill>
                  <a:srgbClr val="192E3B"/>
                </a:solidFill>
                <a:latin typeface="Segoe UI"/>
                <a:ea typeface="Segoe UI"/>
                <a:cs typeface="Segoe UI"/>
              </a:defRPr>
            </a:lvl6pPr>
            <a:lvl7pPr>
              <a:buNone/>
              <a:defRPr sz="2250" b="1">
                <a:solidFill>
                  <a:srgbClr val="192E3B"/>
                </a:solidFill>
                <a:latin typeface="Segoe UI"/>
                <a:ea typeface="Segoe UI"/>
                <a:cs typeface="Segoe UI"/>
              </a:defRPr>
            </a:lvl7pPr>
            <a:lvl8pPr>
              <a:buNone/>
              <a:defRPr sz="2250" b="1">
                <a:solidFill>
                  <a:srgbClr val="192E3B"/>
                </a:solidFill>
                <a:latin typeface="Segoe UI"/>
                <a:ea typeface="Segoe UI"/>
                <a:cs typeface="Segoe UI"/>
              </a:defRPr>
            </a:lvl8pPr>
            <a:lvl9pPr>
              <a:buNone/>
              <a:defRPr sz="2250" b="1">
                <a:solidFill>
                  <a:srgbClr val="192E3B"/>
                </a:solidFill>
                <a:latin typeface="Segoe UI"/>
                <a:ea typeface="Segoe UI"/>
                <a:cs typeface="Segoe UI"/>
              </a:defRPr>
            </a:lvl9pPr>
          </a:lstStyle>
          <a:p xmlns:a="http://schemas.openxmlformats.org/drawingml/2006/main">
            <a:pPr>
              <a:buNone/>
              <a:defRPr sz="2250" b="1">
                <a:solidFill>
                  <a:srgbClr val="192E3B"/>
                </a:solidFill>
                <a:latin typeface="Segoe UI"/>
                <a:ea typeface="Segoe UI"/>
                <a:cs typeface="Segoe UI"/>
              </a:defRPr>
            </a:pPr>
            <a:r>
              <a:rPr sz="2250" b="1">
                <a:solidFill>
                  <a:srgbClr val="192E3B"/>
                </a:solidFill>
                <a:latin typeface="Segoe UI"/>
                <a:ea typeface="Segoe UI"/>
                <a:cs typeface="Segoe UI"/>
              </a:rPr>
              <a:t>AMBER</a:t>
            </a:r>
          </a:p>
        </p:txBody>
      </p:sp>
      <p:sp>
        <p:nvSpPr>
          <p:cNvPr id="13" name="meaning-AMBER">
            <a:extLst xmlns:a="http://schemas.openxmlformats.org/drawingml/2006/main">
              <a:ext uri="{FF2B5EF4-FFF2-40B4-BE49-F238E27FC236}">
                <a16:creationId xmlns:a16="http://schemas.microsoft.com/office/drawing/2014/main" id="{864AC6B1-1E1E-4FF8-ADC7-2D54B57A9051}"/>
              </a:ext>
            </a:extLst>
          </p:cNvPr>
          <p:cNvSpPr>
            <a:spLocks xmlns:a="http://schemas.openxmlformats.org/drawingml/2006/main" noGrp="1"/>
          </p:cNvSpPr>
          <p:nvPr/>
        </p:nvSpPr>
        <p:spPr>
          <a:xfrm xmlns:a="http://schemas.openxmlformats.org/drawingml/2006/main">
            <a:off x="6286500" y="2924175"/>
            <a:ext cx="228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250" b="0">
                <a:solidFill>
                  <a:srgbClr val="192E3B"/>
                </a:solidFill>
                <a:latin typeface="Segoe UI"/>
                <a:ea typeface="Segoe UI"/>
                <a:cs typeface="Segoe UI"/>
              </a:defRPr>
            </a:defPPr>
            <a:lvl1pPr>
              <a:buNone/>
              <a:defRPr sz="2100" b="0">
                <a:solidFill>
                  <a:srgbClr val="192E3B"/>
                </a:solidFill>
                <a:latin typeface="Segoe UI"/>
                <a:ea typeface="Segoe UI"/>
                <a:cs typeface="Segoe UI"/>
              </a:defRPr>
            </a:lvl1pPr>
            <a:lvl2pPr>
              <a:buNone/>
              <a:defRPr sz="2100" b="0">
                <a:solidFill>
                  <a:srgbClr val="192E3B"/>
                </a:solidFill>
                <a:latin typeface="Segoe UI"/>
                <a:ea typeface="Segoe UI"/>
                <a:cs typeface="Segoe UI"/>
              </a:defRPr>
            </a:lvl2pPr>
            <a:lvl3pPr>
              <a:buNone/>
              <a:defRPr sz="2100" b="0">
                <a:solidFill>
                  <a:srgbClr val="192E3B"/>
                </a:solidFill>
                <a:latin typeface="Segoe UI"/>
                <a:ea typeface="Segoe UI"/>
                <a:cs typeface="Segoe UI"/>
              </a:defRPr>
            </a:lvl3pPr>
            <a:lvl4pPr>
              <a:buNone/>
              <a:defRPr sz="2100" b="0">
                <a:solidFill>
                  <a:srgbClr val="192E3B"/>
                </a:solidFill>
                <a:latin typeface="Segoe UI"/>
                <a:ea typeface="Segoe UI"/>
                <a:cs typeface="Segoe UI"/>
              </a:defRPr>
            </a:lvl4pPr>
            <a:lvl5pPr>
              <a:buNone/>
              <a:defRPr sz="2100" b="0">
                <a:solidFill>
                  <a:srgbClr val="192E3B"/>
                </a:solidFill>
                <a:latin typeface="Segoe UI"/>
                <a:ea typeface="Segoe UI"/>
                <a:cs typeface="Segoe UI"/>
              </a:defRPr>
            </a:lvl5pPr>
            <a:lvl6pPr>
              <a:buNone/>
              <a:defRPr sz="2100" b="0">
                <a:solidFill>
                  <a:srgbClr val="192E3B"/>
                </a:solidFill>
                <a:latin typeface="Segoe UI"/>
                <a:ea typeface="Segoe UI"/>
                <a:cs typeface="Segoe UI"/>
              </a:defRPr>
            </a:lvl6pPr>
            <a:lvl7pPr>
              <a:buNone/>
              <a:defRPr sz="2100" b="0">
                <a:solidFill>
                  <a:srgbClr val="192E3B"/>
                </a:solidFill>
                <a:latin typeface="Segoe UI"/>
                <a:ea typeface="Segoe UI"/>
                <a:cs typeface="Segoe UI"/>
              </a:defRPr>
            </a:lvl7pPr>
            <a:lvl8pPr>
              <a:buNone/>
              <a:defRPr sz="2100" b="0">
                <a:solidFill>
                  <a:srgbClr val="192E3B"/>
                </a:solidFill>
                <a:latin typeface="Segoe UI"/>
                <a:ea typeface="Segoe UI"/>
                <a:cs typeface="Segoe UI"/>
              </a:defRPr>
            </a:lvl8pPr>
            <a:lvl9pPr>
              <a:buNone/>
              <a:defRPr sz="2100" b="0">
                <a:solidFill>
                  <a:srgbClr val="192E3B"/>
                </a:solidFill>
                <a:latin typeface="Segoe UI"/>
                <a:ea typeface="Segoe UI"/>
                <a:cs typeface="Segoe UI"/>
              </a:defRPr>
            </a:lvl9pPr>
          </a:lstStyle>
          <a:p xmlns:a="http://schemas.openxmlformats.org/drawingml/2006/main">
            <a:pPr>
              <a:buNone/>
              <a:defRPr sz="2100" b="0">
                <a:solidFill>
                  <a:srgbClr val="192E3B"/>
                </a:solidFill>
                <a:latin typeface="Segoe UI"/>
                <a:ea typeface="Segoe UI"/>
                <a:cs typeface="Segoe UI"/>
              </a:defRPr>
            </a:pPr>
            <a:r>
              <a:rPr sz="2250" b="0">
                <a:solidFill>
                  <a:srgbClr val="192E3B"/>
                </a:solidFill>
                <a:latin typeface="Segoe UI"/>
                <a:ea typeface="Segoe UI"/>
                <a:cs typeface="Segoe UI"/>
              </a:rPr>
              <a:t>Pause</a:t>
            </a:r>
          </a:p>
        </p:txBody>
      </p:sp>
      <p:sp>
        <p:nvSpPr>
          <p:cNvPr id="14" name="colour-RED">
            <a:extLst xmlns:a="http://schemas.openxmlformats.org/drawingml/2006/main">
              <a:ext uri="{FF2B5EF4-FFF2-40B4-BE49-F238E27FC236}">
                <a16:creationId xmlns:a16="http://schemas.microsoft.com/office/drawing/2014/main" id="{B2E2DC8E-B572-4BC0-9E16-D8F6B1FAA98B}"/>
              </a:ext>
            </a:extLst>
          </p:cNvPr>
          <p:cNvSpPr>
            <a:spLocks xmlns:a="http://schemas.openxmlformats.org/drawingml/2006/main" noGrp="1"/>
          </p:cNvSpPr>
          <p:nvPr/>
        </p:nvSpPr>
        <p:spPr>
          <a:xfrm xmlns:a="http://schemas.openxmlformats.org/drawingml/2006/main">
            <a:off x="8934450" y="2286000"/>
            <a:ext cx="2571750" cy="1190625"/>
          </a:xfrm>
          <a:prstGeom xmlns:a="http://schemas.openxmlformats.org/drawingml/2006/main" prst="rect">
            <a:avLst/>
          </a:prstGeom>
          <a:solidFill xmlns:a="http://schemas.openxmlformats.org/drawingml/2006/main">
            <a:srgbClr val="F9E4E2"/>
          </a:solidFill>
          <a:ln xmlns:a="http://schemas.openxmlformats.org/drawingml/2006/main" w="0">
            <a:noFill/>
            <a:prstDash val="solid"/>
          </a:ln>
        </p:spPr>
      </p:sp>
      <p:sp>
        <p:nvSpPr>
          <p:cNvPr id="15" name="label-RED">
            <a:extLst xmlns:a="http://schemas.openxmlformats.org/drawingml/2006/main">
              <a:ext uri="{FF2B5EF4-FFF2-40B4-BE49-F238E27FC236}">
                <a16:creationId xmlns:a16="http://schemas.microsoft.com/office/drawing/2014/main" id="{8D065C48-36EC-41F3-A772-63D51BCB97CC}"/>
              </a:ext>
            </a:extLst>
          </p:cNvPr>
          <p:cNvSpPr>
            <a:spLocks xmlns:a="http://schemas.openxmlformats.org/drawingml/2006/main" noGrp="1"/>
          </p:cNvSpPr>
          <p:nvPr/>
        </p:nvSpPr>
        <p:spPr>
          <a:xfrm xmlns:a="http://schemas.openxmlformats.org/drawingml/2006/main">
            <a:off x="9086850" y="2428875"/>
            <a:ext cx="228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250" b="1">
                <a:solidFill>
                  <a:srgbClr val="192E3B"/>
                </a:solidFill>
                <a:latin typeface="Segoe UI"/>
                <a:ea typeface="Segoe UI"/>
                <a:cs typeface="Segoe UI"/>
              </a:defRPr>
            </a:defPPr>
            <a:lvl1pPr>
              <a:buNone/>
              <a:defRPr sz="2250" b="1">
                <a:solidFill>
                  <a:srgbClr val="192E3B"/>
                </a:solidFill>
                <a:latin typeface="Segoe UI"/>
                <a:ea typeface="Segoe UI"/>
                <a:cs typeface="Segoe UI"/>
              </a:defRPr>
            </a:lvl1pPr>
            <a:lvl2pPr>
              <a:buNone/>
              <a:defRPr sz="2250" b="1">
                <a:solidFill>
                  <a:srgbClr val="192E3B"/>
                </a:solidFill>
                <a:latin typeface="Segoe UI"/>
                <a:ea typeface="Segoe UI"/>
                <a:cs typeface="Segoe UI"/>
              </a:defRPr>
            </a:lvl2pPr>
            <a:lvl3pPr>
              <a:buNone/>
              <a:defRPr sz="2250" b="1">
                <a:solidFill>
                  <a:srgbClr val="192E3B"/>
                </a:solidFill>
                <a:latin typeface="Segoe UI"/>
                <a:ea typeface="Segoe UI"/>
                <a:cs typeface="Segoe UI"/>
              </a:defRPr>
            </a:lvl3pPr>
            <a:lvl4pPr>
              <a:buNone/>
              <a:defRPr sz="2250" b="1">
                <a:solidFill>
                  <a:srgbClr val="192E3B"/>
                </a:solidFill>
                <a:latin typeface="Segoe UI"/>
                <a:ea typeface="Segoe UI"/>
                <a:cs typeface="Segoe UI"/>
              </a:defRPr>
            </a:lvl4pPr>
            <a:lvl5pPr>
              <a:buNone/>
              <a:defRPr sz="2250" b="1">
                <a:solidFill>
                  <a:srgbClr val="192E3B"/>
                </a:solidFill>
                <a:latin typeface="Segoe UI"/>
                <a:ea typeface="Segoe UI"/>
                <a:cs typeface="Segoe UI"/>
              </a:defRPr>
            </a:lvl5pPr>
            <a:lvl6pPr>
              <a:buNone/>
              <a:defRPr sz="2250" b="1">
                <a:solidFill>
                  <a:srgbClr val="192E3B"/>
                </a:solidFill>
                <a:latin typeface="Segoe UI"/>
                <a:ea typeface="Segoe UI"/>
                <a:cs typeface="Segoe UI"/>
              </a:defRPr>
            </a:lvl6pPr>
            <a:lvl7pPr>
              <a:buNone/>
              <a:defRPr sz="2250" b="1">
                <a:solidFill>
                  <a:srgbClr val="192E3B"/>
                </a:solidFill>
                <a:latin typeface="Segoe UI"/>
                <a:ea typeface="Segoe UI"/>
                <a:cs typeface="Segoe UI"/>
              </a:defRPr>
            </a:lvl7pPr>
            <a:lvl8pPr>
              <a:buNone/>
              <a:defRPr sz="2250" b="1">
                <a:solidFill>
                  <a:srgbClr val="192E3B"/>
                </a:solidFill>
                <a:latin typeface="Segoe UI"/>
                <a:ea typeface="Segoe UI"/>
                <a:cs typeface="Segoe UI"/>
              </a:defRPr>
            </a:lvl8pPr>
            <a:lvl9pPr>
              <a:buNone/>
              <a:defRPr sz="2250" b="1">
                <a:solidFill>
                  <a:srgbClr val="192E3B"/>
                </a:solidFill>
                <a:latin typeface="Segoe UI"/>
                <a:ea typeface="Segoe UI"/>
                <a:cs typeface="Segoe UI"/>
              </a:defRPr>
            </a:lvl9pPr>
          </a:lstStyle>
          <a:p xmlns:a="http://schemas.openxmlformats.org/drawingml/2006/main">
            <a:pPr>
              <a:buNone/>
              <a:defRPr sz="2250" b="1">
                <a:solidFill>
                  <a:srgbClr val="192E3B"/>
                </a:solidFill>
                <a:latin typeface="Segoe UI"/>
                <a:ea typeface="Segoe UI"/>
                <a:cs typeface="Segoe UI"/>
              </a:defRPr>
            </a:pPr>
            <a:r>
              <a:rPr sz="2250" b="1">
                <a:solidFill>
                  <a:srgbClr val="192E3B"/>
                </a:solidFill>
                <a:latin typeface="Segoe UI"/>
                <a:ea typeface="Segoe UI"/>
                <a:cs typeface="Segoe UI"/>
              </a:rPr>
              <a:t>RED</a:t>
            </a:r>
          </a:p>
        </p:txBody>
      </p:sp>
      <p:sp>
        <p:nvSpPr>
          <p:cNvPr id="16" name="meaning-RED">
            <a:extLst xmlns:a="http://schemas.openxmlformats.org/drawingml/2006/main">
              <a:ext uri="{FF2B5EF4-FFF2-40B4-BE49-F238E27FC236}">
                <a16:creationId xmlns:a16="http://schemas.microsoft.com/office/drawing/2014/main" id="{94F863B9-7FC3-4AF1-8CB5-A83FF071CBE5}"/>
              </a:ext>
            </a:extLst>
          </p:cNvPr>
          <p:cNvSpPr>
            <a:spLocks xmlns:a="http://schemas.openxmlformats.org/drawingml/2006/main" noGrp="1"/>
          </p:cNvSpPr>
          <p:nvPr/>
        </p:nvSpPr>
        <p:spPr>
          <a:xfrm xmlns:a="http://schemas.openxmlformats.org/drawingml/2006/main">
            <a:off x="9086850" y="2924175"/>
            <a:ext cx="2286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250" b="0">
                <a:solidFill>
                  <a:srgbClr val="192E3B"/>
                </a:solidFill>
                <a:latin typeface="Segoe UI"/>
                <a:ea typeface="Segoe UI"/>
                <a:cs typeface="Segoe UI"/>
              </a:defRPr>
            </a:defPPr>
            <a:lvl1pPr>
              <a:buNone/>
              <a:defRPr sz="2100" b="0">
                <a:solidFill>
                  <a:srgbClr val="192E3B"/>
                </a:solidFill>
                <a:latin typeface="Segoe UI"/>
                <a:ea typeface="Segoe UI"/>
                <a:cs typeface="Segoe UI"/>
              </a:defRPr>
            </a:lvl1pPr>
            <a:lvl2pPr>
              <a:buNone/>
              <a:defRPr sz="2100" b="0">
                <a:solidFill>
                  <a:srgbClr val="192E3B"/>
                </a:solidFill>
                <a:latin typeface="Segoe UI"/>
                <a:ea typeface="Segoe UI"/>
                <a:cs typeface="Segoe UI"/>
              </a:defRPr>
            </a:lvl2pPr>
            <a:lvl3pPr>
              <a:buNone/>
              <a:defRPr sz="2100" b="0">
                <a:solidFill>
                  <a:srgbClr val="192E3B"/>
                </a:solidFill>
                <a:latin typeface="Segoe UI"/>
                <a:ea typeface="Segoe UI"/>
                <a:cs typeface="Segoe UI"/>
              </a:defRPr>
            </a:lvl3pPr>
            <a:lvl4pPr>
              <a:buNone/>
              <a:defRPr sz="2100" b="0">
                <a:solidFill>
                  <a:srgbClr val="192E3B"/>
                </a:solidFill>
                <a:latin typeface="Segoe UI"/>
                <a:ea typeface="Segoe UI"/>
                <a:cs typeface="Segoe UI"/>
              </a:defRPr>
            </a:lvl4pPr>
            <a:lvl5pPr>
              <a:buNone/>
              <a:defRPr sz="2100" b="0">
                <a:solidFill>
                  <a:srgbClr val="192E3B"/>
                </a:solidFill>
                <a:latin typeface="Segoe UI"/>
                <a:ea typeface="Segoe UI"/>
                <a:cs typeface="Segoe UI"/>
              </a:defRPr>
            </a:lvl5pPr>
            <a:lvl6pPr>
              <a:buNone/>
              <a:defRPr sz="2100" b="0">
                <a:solidFill>
                  <a:srgbClr val="192E3B"/>
                </a:solidFill>
                <a:latin typeface="Segoe UI"/>
                <a:ea typeface="Segoe UI"/>
                <a:cs typeface="Segoe UI"/>
              </a:defRPr>
            </a:lvl6pPr>
            <a:lvl7pPr>
              <a:buNone/>
              <a:defRPr sz="2100" b="0">
                <a:solidFill>
                  <a:srgbClr val="192E3B"/>
                </a:solidFill>
                <a:latin typeface="Segoe UI"/>
                <a:ea typeface="Segoe UI"/>
                <a:cs typeface="Segoe UI"/>
              </a:defRPr>
            </a:lvl7pPr>
            <a:lvl8pPr>
              <a:buNone/>
              <a:defRPr sz="2100" b="0">
                <a:solidFill>
                  <a:srgbClr val="192E3B"/>
                </a:solidFill>
                <a:latin typeface="Segoe UI"/>
                <a:ea typeface="Segoe UI"/>
                <a:cs typeface="Segoe UI"/>
              </a:defRPr>
            </a:lvl8pPr>
            <a:lvl9pPr>
              <a:buNone/>
              <a:defRPr sz="2100" b="0">
                <a:solidFill>
                  <a:srgbClr val="192E3B"/>
                </a:solidFill>
                <a:latin typeface="Segoe UI"/>
                <a:ea typeface="Segoe UI"/>
                <a:cs typeface="Segoe UI"/>
              </a:defRPr>
            </a:lvl9pPr>
          </a:lstStyle>
          <a:p xmlns:a="http://schemas.openxmlformats.org/drawingml/2006/main">
            <a:pPr>
              <a:buNone/>
              <a:defRPr sz="2100" b="0">
                <a:solidFill>
                  <a:srgbClr val="192E3B"/>
                </a:solidFill>
                <a:latin typeface="Segoe UI"/>
                <a:ea typeface="Segoe UI"/>
                <a:cs typeface="Segoe UI"/>
              </a:defRPr>
            </a:pPr>
            <a:r>
              <a:rPr sz="2250" b="0">
                <a:solidFill>
                  <a:srgbClr val="192E3B"/>
                </a:solidFill>
                <a:latin typeface="Segoe UI"/>
                <a:ea typeface="Segoe UI"/>
                <a:cs typeface="Segoe UI"/>
              </a:rPr>
              <a:t>Adult help</a:t>
            </a:r>
          </a:p>
        </p:txBody>
      </p:sp>
      <p:sp>
        <p:nvSpPr>
          <p:cNvPr id="17" name="reset">
            <a:extLst xmlns:a="http://schemas.openxmlformats.org/drawingml/2006/main">
              <a:ext uri="{FF2B5EF4-FFF2-40B4-BE49-F238E27FC236}">
                <a16:creationId xmlns:a16="http://schemas.microsoft.com/office/drawing/2014/main" id="{CCD41404-E20B-4CF4-BD5A-EE94CC726EBE}"/>
              </a:ext>
            </a:extLst>
          </p:cNvPr>
          <p:cNvSpPr>
            <a:spLocks xmlns:a="http://schemas.openxmlformats.org/drawingml/2006/main" noGrp="1"/>
          </p:cNvSpPr>
          <p:nvPr/>
        </p:nvSpPr>
        <p:spPr>
          <a:xfrm xmlns:a="http://schemas.openxmlformats.org/drawingml/2006/main">
            <a:off x="533400" y="4000500"/>
            <a:ext cx="10953750"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250" b="0">
                <a:solidFill>
                  <a:srgbClr val="192E3B"/>
                </a:solidFill>
                <a:latin typeface="Segoe UI"/>
                <a:ea typeface="Segoe UI"/>
                <a:cs typeface="Segoe UI"/>
              </a:defRPr>
            </a:defPPr>
            <a:lvl1pPr>
              <a:buNone/>
              <a:defRPr sz="2250" b="0">
                <a:solidFill>
                  <a:srgbClr val="192E3B"/>
                </a:solidFill>
                <a:latin typeface="Segoe UI"/>
                <a:ea typeface="Segoe UI"/>
                <a:cs typeface="Segoe UI"/>
              </a:defRPr>
            </a:lvl1pPr>
            <a:lvl2pPr>
              <a:buNone/>
              <a:defRPr sz="2250" b="0">
                <a:solidFill>
                  <a:srgbClr val="192E3B"/>
                </a:solidFill>
                <a:latin typeface="Segoe UI"/>
                <a:ea typeface="Segoe UI"/>
                <a:cs typeface="Segoe UI"/>
              </a:defRPr>
            </a:lvl2pPr>
            <a:lvl3pPr>
              <a:buNone/>
              <a:defRPr sz="2250" b="0">
                <a:solidFill>
                  <a:srgbClr val="192E3B"/>
                </a:solidFill>
                <a:latin typeface="Segoe UI"/>
                <a:ea typeface="Segoe UI"/>
                <a:cs typeface="Segoe UI"/>
              </a:defRPr>
            </a:lvl3pPr>
            <a:lvl4pPr>
              <a:buNone/>
              <a:defRPr sz="2250" b="0">
                <a:solidFill>
                  <a:srgbClr val="192E3B"/>
                </a:solidFill>
                <a:latin typeface="Segoe UI"/>
                <a:ea typeface="Segoe UI"/>
                <a:cs typeface="Segoe UI"/>
              </a:defRPr>
            </a:lvl4pPr>
            <a:lvl5pPr>
              <a:buNone/>
              <a:defRPr sz="2250" b="0">
                <a:solidFill>
                  <a:srgbClr val="192E3B"/>
                </a:solidFill>
                <a:latin typeface="Segoe UI"/>
                <a:ea typeface="Segoe UI"/>
                <a:cs typeface="Segoe UI"/>
              </a:defRPr>
            </a:lvl5pPr>
            <a:lvl6pPr>
              <a:buNone/>
              <a:defRPr sz="2250" b="0">
                <a:solidFill>
                  <a:srgbClr val="192E3B"/>
                </a:solidFill>
                <a:latin typeface="Segoe UI"/>
                <a:ea typeface="Segoe UI"/>
                <a:cs typeface="Segoe UI"/>
              </a:defRPr>
            </a:lvl6pPr>
            <a:lvl7pPr>
              <a:buNone/>
              <a:defRPr sz="2250" b="0">
                <a:solidFill>
                  <a:srgbClr val="192E3B"/>
                </a:solidFill>
                <a:latin typeface="Segoe UI"/>
                <a:ea typeface="Segoe UI"/>
                <a:cs typeface="Segoe UI"/>
              </a:defRPr>
            </a:lvl7pPr>
            <a:lvl8pPr>
              <a:buNone/>
              <a:defRPr sz="2250" b="0">
                <a:solidFill>
                  <a:srgbClr val="192E3B"/>
                </a:solidFill>
                <a:latin typeface="Segoe UI"/>
                <a:ea typeface="Segoe UI"/>
                <a:cs typeface="Segoe UI"/>
              </a:defRPr>
            </a:lvl8pPr>
            <a:lvl9pPr>
              <a:buNone/>
              <a:defRPr sz="2250" b="0">
                <a:solidFill>
                  <a:srgbClr val="192E3B"/>
                </a:solidFill>
                <a:latin typeface="Segoe UI"/>
                <a:ea typeface="Segoe UI"/>
                <a:cs typeface="Segoe UI"/>
              </a:defRPr>
            </a:lvl9pPr>
          </a:lstStyle>
          <a:p xmlns:a="http://schemas.openxmlformats.org/drawingml/2006/main">
            <a:pPr>
              <a:buNone/>
              <a:defRPr sz="2250" b="0">
                <a:solidFill>
                  <a:srgbClr val="192E3B"/>
                </a:solidFill>
                <a:latin typeface="Segoe UI"/>
                <a:ea typeface="Segoe UI"/>
                <a:cs typeface="Segoe UI"/>
              </a:defRPr>
            </a:pPr>
            <a:r>
              <a:rPr sz="2250" b="0">
                <a:solidFill>
                  <a:srgbClr val="192E3B"/>
                </a:solidFill>
                <a:latin typeface="Segoe UI"/>
                <a:ea typeface="Segoe UI"/>
                <a:cs typeface="Segoe UI"/>
              </a:rPr>
              <a:t>Reset: water, stretch, quiet seat or adult.</a:t>
            </a:r>
          </a:p>
          <a:p xmlns:a="http://schemas.openxmlformats.org/drawingml/2006/main">
            <a:pPr>
              <a:buNone/>
              <a:defRPr sz="2250" b="0">
                <a:solidFill>
                  <a:srgbClr val="192E3B"/>
                </a:solidFill>
                <a:latin typeface="Segoe UI"/>
                <a:ea typeface="Segoe UI"/>
                <a:cs typeface="Segoe UI"/>
              </a:defRPr>
            </a:pPr>
            <a:r>
              <a:rPr sz="2250" b="0">
                <a:solidFill>
                  <a:srgbClr val="192E3B"/>
                </a:solidFill>
                <a:latin typeface="Segoe UI"/>
                <a:ea typeface="Segoe UI"/>
                <a:cs typeface="Segoe UI"/>
              </a:rPr>
              <a:t>I feel __. I can start with __.</a:t>
            </a:r>
          </a:p>
        </p:txBody>
      </p:sp>
      <p:sp>
        <p:nvSpPr>
          <p:cNvPr id="18" name="credit">
            <a:extLst xmlns:a="http://schemas.openxmlformats.org/drawingml/2006/main">
              <a:ext uri="{FF2B5EF4-FFF2-40B4-BE49-F238E27FC236}">
                <a16:creationId xmlns:a16="http://schemas.microsoft.com/office/drawing/2014/main" id="{D9BED002-A2CD-4AF6-8399-AFD60953018D}"/>
              </a:ext>
            </a:extLst>
          </p:cNvPr>
          <p:cNvSpPr>
            <a:spLocks xmlns:a="http://schemas.openxmlformats.org/drawingml/2006/main" noGrp="1"/>
          </p:cNvSpPr>
          <p:nvPr/>
        </p:nvSpPr>
        <p:spPr>
          <a:xfrm xmlns:a="http://schemas.openxmlformats.org/drawingml/2006/main">
            <a:off x="533400" y="6515100"/>
            <a:ext cx="1104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788" b="0">
                <a:solidFill>
                  <a:srgbClr val="566574"/>
                </a:solidFill>
                <a:latin typeface="Segoe UI"/>
                <a:ea typeface="Segoe UI"/>
                <a:cs typeface="Segoe UI"/>
              </a:defRPr>
            </a:defPPr>
            <a:lvl1pPr>
              <a:buNone/>
              <a:defRPr sz="788" b="0">
                <a:solidFill>
                  <a:srgbClr val="566574"/>
                </a:solidFill>
                <a:latin typeface="Segoe UI"/>
                <a:ea typeface="Segoe UI"/>
                <a:cs typeface="Segoe UI"/>
              </a:defRPr>
            </a:lvl1pPr>
            <a:lvl2pPr>
              <a:buNone/>
              <a:defRPr sz="788" b="0">
                <a:solidFill>
                  <a:srgbClr val="566574"/>
                </a:solidFill>
                <a:latin typeface="Segoe UI"/>
                <a:ea typeface="Segoe UI"/>
                <a:cs typeface="Segoe UI"/>
              </a:defRPr>
            </a:lvl2pPr>
            <a:lvl3pPr>
              <a:buNone/>
              <a:defRPr sz="788" b="0">
                <a:solidFill>
                  <a:srgbClr val="566574"/>
                </a:solidFill>
                <a:latin typeface="Segoe UI"/>
                <a:ea typeface="Segoe UI"/>
                <a:cs typeface="Segoe UI"/>
              </a:defRPr>
            </a:lvl3pPr>
            <a:lvl4pPr>
              <a:buNone/>
              <a:defRPr sz="788" b="0">
                <a:solidFill>
                  <a:srgbClr val="566574"/>
                </a:solidFill>
                <a:latin typeface="Segoe UI"/>
                <a:ea typeface="Segoe UI"/>
                <a:cs typeface="Segoe UI"/>
              </a:defRPr>
            </a:lvl4pPr>
            <a:lvl5pPr>
              <a:buNone/>
              <a:defRPr sz="788" b="0">
                <a:solidFill>
                  <a:srgbClr val="566574"/>
                </a:solidFill>
                <a:latin typeface="Segoe UI"/>
                <a:ea typeface="Segoe UI"/>
                <a:cs typeface="Segoe UI"/>
              </a:defRPr>
            </a:lvl5pPr>
            <a:lvl6pPr>
              <a:buNone/>
              <a:defRPr sz="788" b="0">
                <a:solidFill>
                  <a:srgbClr val="566574"/>
                </a:solidFill>
                <a:latin typeface="Segoe UI"/>
                <a:ea typeface="Segoe UI"/>
                <a:cs typeface="Segoe UI"/>
              </a:defRPr>
            </a:lvl6pPr>
            <a:lvl7pPr>
              <a:buNone/>
              <a:defRPr sz="788" b="0">
                <a:solidFill>
                  <a:srgbClr val="566574"/>
                </a:solidFill>
                <a:latin typeface="Segoe UI"/>
                <a:ea typeface="Segoe UI"/>
                <a:cs typeface="Segoe UI"/>
              </a:defRPr>
            </a:lvl7pPr>
            <a:lvl8pPr>
              <a:buNone/>
              <a:defRPr sz="788" b="0">
                <a:solidFill>
                  <a:srgbClr val="566574"/>
                </a:solidFill>
                <a:latin typeface="Segoe UI"/>
                <a:ea typeface="Segoe UI"/>
                <a:cs typeface="Segoe UI"/>
              </a:defRPr>
            </a:lvl8pPr>
            <a:lvl9pPr>
              <a:buNone/>
              <a:defRPr sz="788" b="0">
                <a:solidFill>
                  <a:srgbClr val="566574"/>
                </a:solidFill>
                <a:latin typeface="Segoe UI"/>
                <a:ea typeface="Segoe UI"/>
                <a:cs typeface="Segoe UI"/>
              </a:defRPr>
            </a:lvl9pPr>
          </a:lstStyle>
          <a:p xmlns:a="http://schemas.openxmlformats.org/drawingml/2006/main">
            <a:pPr>
              <a:buNone/>
              <a:defRPr sz="788" b="0">
                <a:solidFill>
                  <a:srgbClr val="566574"/>
                </a:solidFill>
                <a:latin typeface="Segoe UI"/>
                <a:ea typeface="Segoe UI"/>
                <a:cs typeface="Segoe UI"/>
              </a:defRPr>
            </a:pPr>
            <a:r>
              <a:rPr sz="788" b="0">
                <a:solidFill>
                  <a:srgbClr val="566574"/>
                </a:solidFill>
                <a:latin typeface="Segoe UI"/>
                <a:ea typeface="Segoe UI"/>
                <a:cs typeface="Segoe UI"/>
              </a:rPr>
              <a:t>Made by Matt · © Matt Roper · CC BY-NC-SA 4.0: free for classroom use, share and adapt with credit, no resale</a:t>
            </a:r>
          </a:p>
        </p:txBody>
      </p:sp>
      <p:sp>
        <p:nvSpPr>
          <p:cNvPr id="19" name="page-number">
            <a:extLst xmlns:a="http://schemas.openxmlformats.org/drawingml/2006/main">
              <a:ext uri="{FF2B5EF4-FFF2-40B4-BE49-F238E27FC236}">
                <a16:creationId xmlns:a16="http://schemas.microsoft.com/office/drawing/2014/main" id="{53AA85A8-2228-4712-A708-EC9652AC6831}"/>
              </a:ext>
            </a:extLst>
          </p:cNvPr>
          <p:cNvSpPr>
            <a:spLocks xmlns:a="http://schemas.openxmlformats.org/drawingml/2006/main" noGrp="1"/>
          </p:cNvSpPr>
          <p:nvPr/>
        </p:nvSpPr>
        <p:spPr>
          <a:xfrm xmlns:a="http://schemas.openxmlformats.org/drawingml/2006/main">
            <a:off x="11144250" y="62103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buNone/>
              <a:defRPr sz="1050" b="0">
                <a:solidFill>
                  <a:srgbClr val="566574"/>
                </a:solidFill>
                <a:latin typeface="Segoe UI"/>
                <a:ea typeface="Segoe UI"/>
                <a:cs typeface="Segoe UI"/>
              </a:defRPr>
            </a:lvl1pPr>
            <a:lvl2pPr>
              <a:buNone/>
              <a:defRPr sz="1050" b="0">
                <a:solidFill>
                  <a:srgbClr val="566574"/>
                </a:solidFill>
                <a:latin typeface="Segoe UI"/>
                <a:ea typeface="Segoe UI"/>
                <a:cs typeface="Segoe UI"/>
              </a:defRPr>
            </a:lvl2pPr>
            <a:lvl3pPr>
              <a:buNone/>
              <a:defRPr sz="1050" b="0">
                <a:solidFill>
                  <a:srgbClr val="566574"/>
                </a:solidFill>
                <a:latin typeface="Segoe UI"/>
                <a:ea typeface="Segoe UI"/>
                <a:cs typeface="Segoe UI"/>
              </a:defRPr>
            </a:lvl3pPr>
            <a:lvl4pPr>
              <a:buNone/>
              <a:defRPr sz="1050" b="0">
                <a:solidFill>
                  <a:srgbClr val="566574"/>
                </a:solidFill>
                <a:latin typeface="Segoe UI"/>
                <a:ea typeface="Segoe UI"/>
                <a:cs typeface="Segoe UI"/>
              </a:defRPr>
            </a:lvl4pPr>
            <a:lvl5pPr>
              <a:buNone/>
              <a:defRPr sz="1050" b="0">
                <a:solidFill>
                  <a:srgbClr val="566574"/>
                </a:solidFill>
                <a:latin typeface="Segoe UI"/>
                <a:ea typeface="Segoe UI"/>
                <a:cs typeface="Segoe UI"/>
              </a:defRPr>
            </a:lvl5pPr>
            <a:lvl6pPr>
              <a:buNone/>
              <a:defRPr sz="1050" b="0">
                <a:solidFill>
                  <a:srgbClr val="566574"/>
                </a:solidFill>
                <a:latin typeface="Segoe UI"/>
                <a:ea typeface="Segoe UI"/>
                <a:cs typeface="Segoe UI"/>
              </a:defRPr>
            </a:lvl6pPr>
            <a:lvl7pPr>
              <a:buNone/>
              <a:defRPr sz="1050" b="0">
                <a:solidFill>
                  <a:srgbClr val="566574"/>
                </a:solidFill>
                <a:latin typeface="Segoe UI"/>
                <a:ea typeface="Segoe UI"/>
                <a:cs typeface="Segoe UI"/>
              </a:defRPr>
            </a:lvl7pPr>
            <a:lvl8pPr>
              <a:buNone/>
              <a:defRPr sz="1050" b="0">
                <a:solidFill>
                  <a:srgbClr val="566574"/>
                </a:solidFill>
                <a:latin typeface="Segoe UI"/>
                <a:ea typeface="Segoe UI"/>
                <a:cs typeface="Segoe UI"/>
              </a:defRPr>
            </a:lvl8pPr>
            <a:lvl9pPr>
              <a:buNone/>
              <a:defRPr sz="1050" b="0">
                <a:solidFill>
                  <a:srgbClr val="566574"/>
                </a:solidFill>
                <a:latin typeface="Segoe UI"/>
                <a:ea typeface="Segoe UI"/>
                <a:cs typeface="Segoe UI"/>
              </a:defRPr>
            </a:lvl9pPr>
          </a:lstStyle>
          <a:p xmlns:a="http://schemas.openxmlformats.org/drawingml/2006/main">
            <a:pPr>
              <a:buNone/>
              <a:defRPr sz="1050" b="0">
                <a:solidFill>
                  <a:srgbClr val="566574"/>
                </a:solidFill>
                <a:latin typeface="Segoe UI"/>
                <a:ea typeface="Segoe UI"/>
                <a:cs typeface="Segoe UI"/>
              </a:defRPr>
            </a:pPr>
            <a:r>
              <a:rPr sz="1050" b="0">
                <a:solidFill>
                  <a:srgbClr val="566574"/>
                </a:solidFill>
                <a:latin typeface="Segoe UI"/>
                <a:ea typeface="Segoe UI"/>
                <a:cs typeface="Segoe UI"/>
              </a:rPr>
              <a:t>02</a:t>
            </a:r>
          </a:p>
        </p:txBody>
      </p:sp>
    </p:spTree>
    <p:extLst>
      <p:ext uri="{BB962C8B-B14F-4D97-AF65-F5344CB8AC3E}">
        <p14:creationId xmlns:p14="http://schemas.microsoft.com/office/powerpoint/2010/main" val="871533250"/>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lesson-code">
            <a:extLst xmlns:a="http://schemas.openxmlformats.org/drawingml/2006/main">
              <a:ext uri="{FF2B5EF4-FFF2-40B4-BE49-F238E27FC236}">
                <a16:creationId xmlns:a16="http://schemas.microsoft.com/office/drawing/2014/main" id="{B5C5BFE6-CE19-4C04-B94B-2BDC620195D5}"/>
              </a:ext>
            </a:extLst>
          </p:cNvPr>
          <p:cNvSpPr>
            <a:spLocks xmlns:a="http://schemas.openxmlformats.org/drawingml/2006/main" noGrp="1"/>
          </p:cNvSpPr>
          <p:nvPr/>
        </p:nvSpPr>
        <p:spPr>
          <a:xfrm xmlns:a="http://schemas.openxmlformats.org/drawingml/2006/main">
            <a:off x="533400" y="1905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buNone/>
              <a:defRPr sz="1200" b="0">
                <a:solidFill>
                  <a:srgbClr val="566574"/>
                </a:solidFill>
                <a:latin typeface="Segoe UI"/>
                <a:ea typeface="Segoe UI"/>
                <a:cs typeface="Segoe UI"/>
              </a:defRPr>
            </a:lvl1pPr>
            <a:lvl2pPr>
              <a:buNone/>
              <a:defRPr sz="1200" b="0">
                <a:solidFill>
                  <a:srgbClr val="566574"/>
                </a:solidFill>
                <a:latin typeface="Segoe UI"/>
                <a:ea typeface="Segoe UI"/>
                <a:cs typeface="Segoe UI"/>
              </a:defRPr>
            </a:lvl2pPr>
            <a:lvl3pPr>
              <a:buNone/>
              <a:defRPr sz="1200" b="0">
                <a:solidFill>
                  <a:srgbClr val="566574"/>
                </a:solidFill>
                <a:latin typeface="Segoe UI"/>
                <a:ea typeface="Segoe UI"/>
                <a:cs typeface="Segoe UI"/>
              </a:defRPr>
            </a:lvl3pPr>
            <a:lvl4pPr>
              <a:buNone/>
              <a:defRPr sz="1200" b="0">
                <a:solidFill>
                  <a:srgbClr val="566574"/>
                </a:solidFill>
                <a:latin typeface="Segoe UI"/>
                <a:ea typeface="Segoe UI"/>
                <a:cs typeface="Segoe UI"/>
              </a:defRPr>
            </a:lvl4pPr>
            <a:lvl5pPr>
              <a:buNone/>
              <a:defRPr sz="1200" b="0">
                <a:solidFill>
                  <a:srgbClr val="566574"/>
                </a:solidFill>
                <a:latin typeface="Segoe UI"/>
                <a:ea typeface="Segoe UI"/>
                <a:cs typeface="Segoe UI"/>
              </a:defRPr>
            </a:lvl5pPr>
            <a:lvl6pPr>
              <a:buNone/>
              <a:defRPr sz="1200" b="0">
                <a:solidFill>
                  <a:srgbClr val="566574"/>
                </a:solidFill>
                <a:latin typeface="Segoe UI"/>
                <a:ea typeface="Segoe UI"/>
                <a:cs typeface="Segoe UI"/>
              </a:defRPr>
            </a:lvl6pPr>
            <a:lvl7pPr>
              <a:buNone/>
              <a:defRPr sz="1200" b="0">
                <a:solidFill>
                  <a:srgbClr val="566574"/>
                </a:solidFill>
                <a:latin typeface="Segoe UI"/>
                <a:ea typeface="Segoe UI"/>
                <a:cs typeface="Segoe UI"/>
              </a:defRPr>
            </a:lvl7pPr>
            <a:lvl8pPr>
              <a:buNone/>
              <a:defRPr sz="1200" b="0">
                <a:solidFill>
                  <a:srgbClr val="566574"/>
                </a:solidFill>
                <a:latin typeface="Segoe UI"/>
                <a:ea typeface="Segoe UI"/>
                <a:cs typeface="Segoe UI"/>
              </a:defRPr>
            </a:lvl8pPr>
            <a:lvl9pPr>
              <a:buNone/>
              <a:defRPr sz="1200" b="0">
                <a:solidFill>
                  <a:srgbClr val="566574"/>
                </a:solidFill>
                <a:latin typeface="Segoe UI"/>
                <a:ea typeface="Segoe UI"/>
                <a:cs typeface="Segoe UI"/>
              </a:defRPr>
            </a:lvl9pPr>
          </a:lstStyle>
          <a:p xmlns:a="http://schemas.openxmlformats.org/drawingml/2006/main">
            <a:pPr>
              <a:buNone/>
              <a:defRPr sz="1200" b="0">
                <a:solidFill>
                  <a:srgbClr val="566574"/>
                </a:solidFill>
                <a:latin typeface="Segoe UI"/>
                <a:ea typeface="Segoe UI"/>
                <a:cs typeface="Segoe UI"/>
              </a:defRPr>
            </a:pPr>
            <a:r>
              <a:rPr sz="1200" b="0">
                <a:solidFill>
                  <a:srgbClr val="566574"/>
                </a:solidFill>
                <a:latin typeface="Segoe UI"/>
                <a:ea typeface="Segoe UI"/>
                <a:cs typeface="Segoe UI"/>
              </a:rPr>
              <a:t>COMM-GROW-A2-W05  ·  Lesson 10a</a:t>
            </a:r>
          </a:p>
        </p:txBody>
      </p:sp>
      <p:sp>
        <p:nvSpPr>
          <p:cNvPr id="2" name="label">
            <a:extLst xmlns:a="http://schemas.openxmlformats.org/drawingml/2006/main">
              <a:ext uri="{FF2B5EF4-FFF2-40B4-BE49-F238E27FC236}">
                <a16:creationId xmlns:a16="http://schemas.microsoft.com/office/drawing/2014/main" id="{232B2090-E876-42BF-BA5A-60D0D938AC85}"/>
              </a:ext>
            </a:extLst>
          </p:cNvPr>
          <p:cNvSpPr>
            <a:spLocks xmlns:a="http://schemas.openxmlformats.org/drawingml/2006/main" noGrp="1"/>
          </p:cNvSpPr>
          <p:nvPr/>
        </p:nvSpPr>
        <p:spPr>
          <a:xfrm xmlns:a="http://schemas.openxmlformats.org/drawingml/2006/main">
            <a:off x="7620000" y="190500"/>
            <a:ext cx="4048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buNone/>
              <a:defRPr sz="1050" b="0">
                <a:solidFill>
                  <a:srgbClr val="566574"/>
                </a:solidFill>
                <a:latin typeface="Segoe UI"/>
                <a:ea typeface="Segoe UI"/>
                <a:cs typeface="Segoe UI"/>
              </a:defRPr>
            </a:lvl1pPr>
            <a:lvl2pPr>
              <a:buNone/>
              <a:defRPr sz="1050" b="0">
                <a:solidFill>
                  <a:srgbClr val="566574"/>
                </a:solidFill>
                <a:latin typeface="Segoe UI"/>
                <a:ea typeface="Segoe UI"/>
                <a:cs typeface="Segoe UI"/>
              </a:defRPr>
            </a:lvl2pPr>
            <a:lvl3pPr>
              <a:buNone/>
              <a:defRPr sz="1050" b="0">
                <a:solidFill>
                  <a:srgbClr val="566574"/>
                </a:solidFill>
                <a:latin typeface="Segoe UI"/>
                <a:ea typeface="Segoe UI"/>
                <a:cs typeface="Segoe UI"/>
              </a:defRPr>
            </a:lvl3pPr>
            <a:lvl4pPr>
              <a:buNone/>
              <a:defRPr sz="1050" b="0">
                <a:solidFill>
                  <a:srgbClr val="566574"/>
                </a:solidFill>
                <a:latin typeface="Segoe UI"/>
                <a:ea typeface="Segoe UI"/>
                <a:cs typeface="Segoe UI"/>
              </a:defRPr>
            </a:lvl4pPr>
            <a:lvl5pPr>
              <a:buNone/>
              <a:defRPr sz="1050" b="0">
                <a:solidFill>
                  <a:srgbClr val="566574"/>
                </a:solidFill>
                <a:latin typeface="Segoe UI"/>
                <a:ea typeface="Segoe UI"/>
                <a:cs typeface="Segoe UI"/>
              </a:defRPr>
            </a:lvl5pPr>
            <a:lvl6pPr>
              <a:buNone/>
              <a:defRPr sz="1050" b="0">
                <a:solidFill>
                  <a:srgbClr val="566574"/>
                </a:solidFill>
                <a:latin typeface="Segoe UI"/>
                <a:ea typeface="Segoe UI"/>
                <a:cs typeface="Segoe UI"/>
              </a:defRPr>
            </a:lvl6pPr>
            <a:lvl7pPr>
              <a:buNone/>
              <a:defRPr sz="1050" b="0">
                <a:solidFill>
                  <a:srgbClr val="566574"/>
                </a:solidFill>
                <a:latin typeface="Segoe UI"/>
                <a:ea typeface="Segoe UI"/>
                <a:cs typeface="Segoe UI"/>
              </a:defRPr>
            </a:lvl7pPr>
            <a:lvl8pPr>
              <a:buNone/>
              <a:defRPr sz="1050" b="0">
                <a:solidFill>
                  <a:srgbClr val="566574"/>
                </a:solidFill>
                <a:latin typeface="Segoe UI"/>
                <a:ea typeface="Segoe UI"/>
                <a:cs typeface="Segoe UI"/>
              </a:defRPr>
            </a:lvl8pPr>
            <a:lvl9pPr>
              <a:buNone/>
              <a:defRPr sz="1050" b="0">
                <a:solidFill>
                  <a:srgbClr val="566574"/>
                </a:solidFill>
                <a:latin typeface="Segoe UI"/>
                <a:ea typeface="Segoe UI"/>
                <a:cs typeface="Segoe UI"/>
              </a:defRPr>
            </a:lvl9pPr>
          </a:lstStyle>
          <a:p xmlns:a="http://schemas.openxmlformats.org/drawingml/2006/main">
            <a:pPr>
              <a:buNone/>
              <a:defRPr sz="1050" b="0">
                <a:solidFill>
                  <a:srgbClr val="566574"/>
                </a:solidFill>
                <a:latin typeface="Segoe UI"/>
                <a:ea typeface="Segoe UI"/>
                <a:cs typeface="Segoe UI"/>
              </a:defRPr>
            </a:pPr>
            <a:r>
              <a:rPr sz="1200" b="0">
                <a:solidFill>
                  <a:srgbClr val="566574"/>
                </a:solidFill>
                <a:latin typeface="Segoe UI"/>
                <a:ea typeface="Segoe UI"/>
                <a:cs typeface="Segoe UI"/>
              </a:rPr>
              <a:t>Public edition · Year A</a:t>
            </a:r>
          </a:p>
        </p:txBody>
      </p:sp>
      <p:sp>
        <p:nvSpPr>
          <p:cNvPr id="3" name="stage-title">
            <a:extLst xmlns:a="http://schemas.openxmlformats.org/drawingml/2006/main">
              <a:ext uri="{FF2B5EF4-FFF2-40B4-BE49-F238E27FC236}">
                <a16:creationId xmlns:a16="http://schemas.microsoft.com/office/drawing/2014/main" id="{DE6615DC-9A00-4DAE-B613-0FEE5830C9BA}"/>
              </a:ext>
            </a:extLst>
          </p:cNvPr>
          <p:cNvSpPr>
            <a:spLocks xmlns:a="http://schemas.openxmlformats.org/drawingml/2006/main" noGrp="1"/>
          </p:cNvSpPr>
          <p:nvPr/>
        </p:nvSpPr>
        <p:spPr>
          <a:xfrm xmlns:a="http://schemas.openxmlformats.org/drawingml/2006/main">
            <a:off x="533400" y="590550"/>
            <a:ext cx="11029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3300" b="1">
                <a:solidFill>
                  <a:srgbClr val="345D70"/>
                </a:solidFill>
                <a:latin typeface="Segoe UI"/>
                <a:ea typeface="Segoe UI"/>
                <a:cs typeface="Segoe UI"/>
              </a:defRPr>
            </a:defPPr>
            <a:lvl1pPr>
              <a:buNone/>
              <a:defRPr sz="3300" b="1">
                <a:solidFill>
                  <a:srgbClr val="345D70"/>
                </a:solidFill>
                <a:latin typeface="Segoe UI"/>
                <a:ea typeface="Segoe UI"/>
                <a:cs typeface="Segoe UI"/>
              </a:defRPr>
            </a:lvl1pPr>
            <a:lvl2pPr>
              <a:buNone/>
              <a:defRPr sz="3300" b="1">
                <a:solidFill>
                  <a:srgbClr val="345D70"/>
                </a:solidFill>
                <a:latin typeface="Segoe UI"/>
                <a:ea typeface="Segoe UI"/>
                <a:cs typeface="Segoe UI"/>
              </a:defRPr>
            </a:lvl2pPr>
            <a:lvl3pPr>
              <a:buNone/>
              <a:defRPr sz="3300" b="1">
                <a:solidFill>
                  <a:srgbClr val="345D70"/>
                </a:solidFill>
                <a:latin typeface="Segoe UI"/>
                <a:ea typeface="Segoe UI"/>
                <a:cs typeface="Segoe UI"/>
              </a:defRPr>
            </a:lvl3pPr>
            <a:lvl4pPr>
              <a:buNone/>
              <a:defRPr sz="3300" b="1">
                <a:solidFill>
                  <a:srgbClr val="345D70"/>
                </a:solidFill>
                <a:latin typeface="Segoe UI"/>
                <a:ea typeface="Segoe UI"/>
                <a:cs typeface="Segoe UI"/>
              </a:defRPr>
            </a:lvl4pPr>
            <a:lvl5pPr>
              <a:buNone/>
              <a:defRPr sz="3300" b="1">
                <a:solidFill>
                  <a:srgbClr val="345D70"/>
                </a:solidFill>
                <a:latin typeface="Segoe UI"/>
                <a:ea typeface="Segoe UI"/>
                <a:cs typeface="Segoe UI"/>
              </a:defRPr>
            </a:lvl5pPr>
            <a:lvl6pPr>
              <a:buNone/>
              <a:defRPr sz="3300" b="1">
                <a:solidFill>
                  <a:srgbClr val="345D70"/>
                </a:solidFill>
                <a:latin typeface="Segoe UI"/>
                <a:ea typeface="Segoe UI"/>
                <a:cs typeface="Segoe UI"/>
              </a:defRPr>
            </a:lvl6pPr>
            <a:lvl7pPr>
              <a:buNone/>
              <a:defRPr sz="3300" b="1">
                <a:solidFill>
                  <a:srgbClr val="345D70"/>
                </a:solidFill>
                <a:latin typeface="Segoe UI"/>
                <a:ea typeface="Segoe UI"/>
                <a:cs typeface="Segoe UI"/>
              </a:defRPr>
            </a:lvl7pPr>
            <a:lvl8pPr>
              <a:buNone/>
              <a:defRPr sz="3300" b="1">
                <a:solidFill>
                  <a:srgbClr val="345D70"/>
                </a:solidFill>
                <a:latin typeface="Segoe UI"/>
                <a:ea typeface="Segoe UI"/>
                <a:cs typeface="Segoe UI"/>
              </a:defRPr>
            </a:lvl8pPr>
            <a:lvl9pPr>
              <a:buNone/>
              <a:defRPr sz="3300" b="1">
                <a:solidFill>
                  <a:srgbClr val="345D70"/>
                </a:solidFill>
                <a:latin typeface="Segoe UI"/>
                <a:ea typeface="Segoe UI"/>
                <a:cs typeface="Segoe UI"/>
              </a:defRPr>
            </a:lvl9pPr>
          </a:lstStyle>
          <a:p xmlns:a="http://schemas.openxmlformats.org/drawingml/2006/main">
            <a:pPr>
              <a:buNone/>
              <a:defRPr sz="3300" b="1">
                <a:solidFill>
                  <a:srgbClr val="345D70"/>
                </a:solidFill>
                <a:latin typeface="Segoe UI"/>
                <a:ea typeface="Segoe UI"/>
                <a:cs typeface="Segoe UI"/>
              </a:defRPr>
            </a:pPr>
            <a:r>
              <a:rPr sz="3300" b="1">
                <a:solidFill>
                  <a:srgbClr val="345D70"/>
                </a:solidFill>
                <a:latin typeface="Segoe UI"/>
                <a:ea typeface="Segoe UI"/>
                <a:cs typeface="Segoe UI"/>
              </a:rPr>
              <a:t>Retrieval</a:t>
            </a:r>
          </a:p>
        </p:txBody>
      </p:sp>
      <p:sp>
        <p:nvSpPr>
          <p:cNvPr id="4" name="pupil-body">
            <a:extLst xmlns:a="http://schemas.openxmlformats.org/drawingml/2006/main">
              <a:ext uri="{FF2B5EF4-FFF2-40B4-BE49-F238E27FC236}">
                <a16:creationId xmlns:a16="http://schemas.microsoft.com/office/drawing/2014/main" id="{E4BF6289-DC6E-47BD-A06D-AAC89C8C8D56}"/>
              </a:ext>
            </a:extLst>
          </p:cNvPr>
          <p:cNvSpPr>
            <a:spLocks xmlns:a="http://schemas.openxmlformats.org/drawingml/2006/main" noGrp="1"/>
          </p:cNvSpPr>
          <p:nvPr/>
        </p:nvSpPr>
        <p:spPr>
          <a:xfrm xmlns:a="http://schemas.openxmlformats.org/drawingml/2006/main">
            <a:off x="533400" y="1466850"/>
            <a:ext cx="11049000" cy="452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250" b="0">
                <a:solidFill>
                  <a:srgbClr val="192E3B"/>
                </a:solidFill>
                <a:latin typeface="Segoe UI"/>
                <a:ea typeface="Segoe UI"/>
                <a:cs typeface="Segoe UI"/>
              </a:defRPr>
            </a:defPPr>
            <a:lvl1pPr>
              <a:buNone/>
              <a:defRPr sz="2400" b="0">
                <a:solidFill>
                  <a:srgbClr val="192E3B"/>
                </a:solidFill>
                <a:latin typeface="Segoe UI"/>
                <a:ea typeface="Segoe UI"/>
                <a:cs typeface="Segoe UI"/>
              </a:defRPr>
            </a:lvl1pPr>
            <a:lvl2pPr>
              <a:buNone/>
              <a:defRPr sz="2400" b="0">
                <a:solidFill>
                  <a:srgbClr val="192E3B"/>
                </a:solidFill>
                <a:latin typeface="Segoe UI"/>
                <a:ea typeface="Segoe UI"/>
                <a:cs typeface="Segoe UI"/>
              </a:defRPr>
            </a:lvl2pPr>
            <a:lvl3pPr>
              <a:buNone/>
              <a:defRPr sz="2400" b="0">
                <a:solidFill>
                  <a:srgbClr val="192E3B"/>
                </a:solidFill>
                <a:latin typeface="Segoe UI"/>
                <a:ea typeface="Segoe UI"/>
                <a:cs typeface="Segoe UI"/>
              </a:defRPr>
            </a:lvl3pPr>
            <a:lvl4pPr>
              <a:buNone/>
              <a:defRPr sz="2400" b="0">
                <a:solidFill>
                  <a:srgbClr val="192E3B"/>
                </a:solidFill>
                <a:latin typeface="Segoe UI"/>
                <a:ea typeface="Segoe UI"/>
                <a:cs typeface="Segoe UI"/>
              </a:defRPr>
            </a:lvl4pPr>
            <a:lvl5pPr>
              <a:buNone/>
              <a:defRPr sz="2400" b="0">
                <a:solidFill>
                  <a:srgbClr val="192E3B"/>
                </a:solidFill>
                <a:latin typeface="Segoe UI"/>
                <a:ea typeface="Segoe UI"/>
                <a:cs typeface="Segoe UI"/>
              </a:defRPr>
            </a:lvl5pPr>
            <a:lvl6pPr>
              <a:buNone/>
              <a:defRPr sz="2400" b="0">
                <a:solidFill>
                  <a:srgbClr val="192E3B"/>
                </a:solidFill>
                <a:latin typeface="Segoe UI"/>
                <a:ea typeface="Segoe UI"/>
                <a:cs typeface="Segoe UI"/>
              </a:defRPr>
            </a:lvl6pPr>
            <a:lvl7pPr>
              <a:buNone/>
              <a:defRPr sz="2400" b="0">
                <a:solidFill>
                  <a:srgbClr val="192E3B"/>
                </a:solidFill>
                <a:latin typeface="Segoe UI"/>
                <a:ea typeface="Segoe UI"/>
                <a:cs typeface="Segoe UI"/>
              </a:defRPr>
            </a:lvl7pPr>
            <a:lvl8pPr>
              <a:buNone/>
              <a:defRPr sz="2400" b="0">
                <a:solidFill>
                  <a:srgbClr val="192E3B"/>
                </a:solidFill>
                <a:latin typeface="Segoe UI"/>
                <a:ea typeface="Segoe UI"/>
                <a:cs typeface="Segoe UI"/>
              </a:defRPr>
            </a:lvl8pPr>
            <a:lvl9pPr>
              <a:buNone/>
              <a:defRPr sz="2400" b="0">
                <a:solidFill>
                  <a:srgbClr val="192E3B"/>
                </a:solidFill>
                <a:latin typeface="Segoe UI"/>
                <a:ea typeface="Segoe UI"/>
                <a:cs typeface="Segoe UI"/>
              </a:defRPr>
            </a:lvl9pPr>
          </a:lstStyle>
          <a:p xmlns:a="http://schemas.openxmlformats.org/drawingml/2006/main">
            <a:pPr>
              <a:buNone/>
              <a:defRPr sz="2400" b="0">
                <a:solidFill>
                  <a:srgbClr val="192E3B"/>
                </a:solidFill>
                <a:latin typeface="Segoe UI"/>
                <a:ea typeface="Segoe UI"/>
                <a:cs typeface="Segoe UI"/>
              </a:defRPr>
            </a:pPr>
            <a:r>
              <a:rPr sz="2250" b="0">
                <a:solidFill>
                  <a:srgbClr val="192E3B"/>
                </a:solidFill>
                <a:latin typeface="Segoe UI"/>
                <a:ea typeface="Segoe UI"/>
                <a:cs typeface="Segoe UI"/>
              </a:rPr>
              <a:t>What is your sale job?</a:t>
            </a:r>
          </a:p>
          <a:p xmlns:a="http://schemas.openxmlformats.org/drawingml/2006/main">
            <a:pPr>
              <a:buNone/>
              <a:defRPr sz="2400" b="0">
                <a:solidFill>
                  <a:srgbClr val="192E3B"/>
                </a:solidFill>
                <a:latin typeface="Segoe UI"/>
                <a:ea typeface="Segoe UI"/>
                <a:cs typeface="Segoe UI"/>
              </a:defRPr>
            </a:pPr>
            <a:r>
              <a:rPr sz="2250" b="0">
                <a:solidFill>
                  <a:srgbClr val="192E3B"/>
                </a:solidFill>
                <a:latin typeface="Segoe UI"/>
                <a:ea typeface="Segoe UI"/>
                <a:cs typeface="Segoe UI"/>
              </a:rPr>
              <a:t>Show one check from last week.</a:t>
            </a:r>
          </a:p>
          <a:p xmlns:a="http://schemas.openxmlformats.org/drawingml/2006/main">
            <a:pPr>
              <a:buNone/>
              <a:defRPr sz="2400" b="0">
                <a:solidFill>
                  <a:srgbClr val="192E3B"/>
                </a:solidFill>
                <a:latin typeface="Segoe UI"/>
                <a:ea typeface="Segoe UI"/>
                <a:cs typeface="Segoe UI"/>
              </a:defRPr>
            </a:pPr>
            <a:r>
              <a:rPr sz="2250" b="0">
                <a:solidFill>
                  <a:srgbClr val="192E3B"/>
                </a:solidFill>
                <a:latin typeface="Segoe UI"/>
                <a:ea typeface="Segoe UI"/>
                <a:cs typeface="Segoe UI"/>
              </a:rPr>
              <a:t>What if a food label is not right?</a:t>
            </a:r>
          </a:p>
          <a:p xmlns:a="http://schemas.openxmlformats.org/drawingml/2006/main">
            <a:pPr>
              <a:buNone/>
              <a:defRPr sz="2400" b="0">
                <a:solidFill>
                  <a:srgbClr val="192E3B"/>
                </a:solidFill>
                <a:latin typeface="Segoe UI"/>
                <a:ea typeface="Segoe UI"/>
                <a:cs typeface="Segoe UI"/>
              </a:defRPr>
            </a:pPr>
            <a:r>
              <a:rPr sz="2250" b="0">
                <a:solidFill>
                  <a:srgbClr val="192E3B"/>
                </a:solidFill>
                <a:latin typeface="Segoe UI"/>
                <a:ea typeface="Segoe UI"/>
                <a:cs typeface="Segoe UI"/>
              </a:rPr>
              <a:t>Who can help you?</a:t>
            </a:r>
          </a:p>
        </p:txBody>
      </p:sp>
      <p:sp>
        <p:nvSpPr>
          <p:cNvPr id="5" name="credit">
            <a:extLst xmlns:a="http://schemas.openxmlformats.org/drawingml/2006/main">
              <a:ext uri="{FF2B5EF4-FFF2-40B4-BE49-F238E27FC236}">
                <a16:creationId xmlns:a16="http://schemas.microsoft.com/office/drawing/2014/main" id="{5E38B7DA-F93D-4ECF-B5C7-14E8BE28367D}"/>
              </a:ext>
            </a:extLst>
          </p:cNvPr>
          <p:cNvSpPr>
            <a:spLocks xmlns:a="http://schemas.openxmlformats.org/drawingml/2006/main" noGrp="1"/>
          </p:cNvSpPr>
          <p:nvPr/>
        </p:nvSpPr>
        <p:spPr>
          <a:xfrm xmlns:a="http://schemas.openxmlformats.org/drawingml/2006/main">
            <a:off x="533400" y="6515100"/>
            <a:ext cx="1104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788" b="0">
                <a:solidFill>
                  <a:srgbClr val="566574"/>
                </a:solidFill>
                <a:latin typeface="Segoe UI"/>
                <a:ea typeface="Segoe UI"/>
                <a:cs typeface="Segoe UI"/>
              </a:defRPr>
            </a:defPPr>
            <a:lvl1pPr>
              <a:buNone/>
              <a:defRPr sz="788" b="0">
                <a:solidFill>
                  <a:srgbClr val="566574"/>
                </a:solidFill>
                <a:latin typeface="Segoe UI"/>
                <a:ea typeface="Segoe UI"/>
                <a:cs typeface="Segoe UI"/>
              </a:defRPr>
            </a:lvl1pPr>
            <a:lvl2pPr>
              <a:buNone/>
              <a:defRPr sz="788" b="0">
                <a:solidFill>
                  <a:srgbClr val="566574"/>
                </a:solidFill>
                <a:latin typeface="Segoe UI"/>
                <a:ea typeface="Segoe UI"/>
                <a:cs typeface="Segoe UI"/>
              </a:defRPr>
            </a:lvl2pPr>
            <a:lvl3pPr>
              <a:buNone/>
              <a:defRPr sz="788" b="0">
                <a:solidFill>
                  <a:srgbClr val="566574"/>
                </a:solidFill>
                <a:latin typeface="Segoe UI"/>
                <a:ea typeface="Segoe UI"/>
                <a:cs typeface="Segoe UI"/>
              </a:defRPr>
            </a:lvl3pPr>
            <a:lvl4pPr>
              <a:buNone/>
              <a:defRPr sz="788" b="0">
                <a:solidFill>
                  <a:srgbClr val="566574"/>
                </a:solidFill>
                <a:latin typeface="Segoe UI"/>
                <a:ea typeface="Segoe UI"/>
                <a:cs typeface="Segoe UI"/>
              </a:defRPr>
            </a:lvl4pPr>
            <a:lvl5pPr>
              <a:buNone/>
              <a:defRPr sz="788" b="0">
                <a:solidFill>
                  <a:srgbClr val="566574"/>
                </a:solidFill>
                <a:latin typeface="Segoe UI"/>
                <a:ea typeface="Segoe UI"/>
                <a:cs typeface="Segoe UI"/>
              </a:defRPr>
            </a:lvl5pPr>
            <a:lvl6pPr>
              <a:buNone/>
              <a:defRPr sz="788" b="0">
                <a:solidFill>
                  <a:srgbClr val="566574"/>
                </a:solidFill>
                <a:latin typeface="Segoe UI"/>
                <a:ea typeface="Segoe UI"/>
                <a:cs typeface="Segoe UI"/>
              </a:defRPr>
            </a:lvl6pPr>
            <a:lvl7pPr>
              <a:buNone/>
              <a:defRPr sz="788" b="0">
                <a:solidFill>
                  <a:srgbClr val="566574"/>
                </a:solidFill>
                <a:latin typeface="Segoe UI"/>
                <a:ea typeface="Segoe UI"/>
                <a:cs typeface="Segoe UI"/>
              </a:defRPr>
            </a:lvl7pPr>
            <a:lvl8pPr>
              <a:buNone/>
              <a:defRPr sz="788" b="0">
                <a:solidFill>
                  <a:srgbClr val="566574"/>
                </a:solidFill>
                <a:latin typeface="Segoe UI"/>
                <a:ea typeface="Segoe UI"/>
                <a:cs typeface="Segoe UI"/>
              </a:defRPr>
            </a:lvl8pPr>
            <a:lvl9pPr>
              <a:buNone/>
              <a:defRPr sz="788" b="0">
                <a:solidFill>
                  <a:srgbClr val="566574"/>
                </a:solidFill>
                <a:latin typeface="Segoe UI"/>
                <a:ea typeface="Segoe UI"/>
                <a:cs typeface="Segoe UI"/>
              </a:defRPr>
            </a:lvl9pPr>
          </a:lstStyle>
          <a:p xmlns:a="http://schemas.openxmlformats.org/drawingml/2006/main">
            <a:pPr>
              <a:buNone/>
              <a:defRPr sz="788" b="0">
                <a:solidFill>
                  <a:srgbClr val="566574"/>
                </a:solidFill>
                <a:latin typeface="Segoe UI"/>
                <a:ea typeface="Segoe UI"/>
                <a:cs typeface="Segoe UI"/>
              </a:defRPr>
            </a:pPr>
            <a:r>
              <a:rPr sz="788" b="0">
                <a:solidFill>
                  <a:srgbClr val="566574"/>
                </a:solidFill>
                <a:latin typeface="Segoe UI"/>
                <a:ea typeface="Segoe UI"/>
                <a:cs typeface="Segoe UI"/>
              </a:rPr>
              <a:t>Made by Matt · © Matt Roper · CC BY-NC-SA 4.0: free for classroom use, share and adapt with credit, no resale</a:t>
            </a:r>
          </a:p>
        </p:txBody>
      </p:sp>
      <p:sp>
        <p:nvSpPr>
          <p:cNvPr id="6" name="page-number">
            <a:extLst xmlns:a="http://schemas.openxmlformats.org/drawingml/2006/main">
              <a:ext uri="{FF2B5EF4-FFF2-40B4-BE49-F238E27FC236}">
                <a16:creationId xmlns:a16="http://schemas.microsoft.com/office/drawing/2014/main" id="{2F93BD88-D252-49CF-8143-F5E446697D2B}"/>
              </a:ext>
            </a:extLst>
          </p:cNvPr>
          <p:cNvSpPr>
            <a:spLocks xmlns:a="http://schemas.openxmlformats.org/drawingml/2006/main" noGrp="1"/>
          </p:cNvSpPr>
          <p:nvPr/>
        </p:nvSpPr>
        <p:spPr>
          <a:xfrm xmlns:a="http://schemas.openxmlformats.org/drawingml/2006/main">
            <a:off x="11144250" y="62103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buNone/>
              <a:defRPr sz="1050" b="0">
                <a:solidFill>
                  <a:srgbClr val="566574"/>
                </a:solidFill>
                <a:latin typeface="Segoe UI"/>
                <a:ea typeface="Segoe UI"/>
                <a:cs typeface="Segoe UI"/>
              </a:defRPr>
            </a:lvl1pPr>
            <a:lvl2pPr>
              <a:buNone/>
              <a:defRPr sz="1050" b="0">
                <a:solidFill>
                  <a:srgbClr val="566574"/>
                </a:solidFill>
                <a:latin typeface="Segoe UI"/>
                <a:ea typeface="Segoe UI"/>
                <a:cs typeface="Segoe UI"/>
              </a:defRPr>
            </a:lvl2pPr>
            <a:lvl3pPr>
              <a:buNone/>
              <a:defRPr sz="1050" b="0">
                <a:solidFill>
                  <a:srgbClr val="566574"/>
                </a:solidFill>
                <a:latin typeface="Segoe UI"/>
                <a:ea typeface="Segoe UI"/>
                <a:cs typeface="Segoe UI"/>
              </a:defRPr>
            </a:lvl3pPr>
            <a:lvl4pPr>
              <a:buNone/>
              <a:defRPr sz="1050" b="0">
                <a:solidFill>
                  <a:srgbClr val="566574"/>
                </a:solidFill>
                <a:latin typeface="Segoe UI"/>
                <a:ea typeface="Segoe UI"/>
                <a:cs typeface="Segoe UI"/>
              </a:defRPr>
            </a:lvl4pPr>
            <a:lvl5pPr>
              <a:buNone/>
              <a:defRPr sz="1050" b="0">
                <a:solidFill>
                  <a:srgbClr val="566574"/>
                </a:solidFill>
                <a:latin typeface="Segoe UI"/>
                <a:ea typeface="Segoe UI"/>
                <a:cs typeface="Segoe UI"/>
              </a:defRPr>
            </a:lvl5pPr>
            <a:lvl6pPr>
              <a:buNone/>
              <a:defRPr sz="1050" b="0">
                <a:solidFill>
                  <a:srgbClr val="566574"/>
                </a:solidFill>
                <a:latin typeface="Segoe UI"/>
                <a:ea typeface="Segoe UI"/>
                <a:cs typeface="Segoe UI"/>
              </a:defRPr>
            </a:lvl6pPr>
            <a:lvl7pPr>
              <a:buNone/>
              <a:defRPr sz="1050" b="0">
                <a:solidFill>
                  <a:srgbClr val="566574"/>
                </a:solidFill>
                <a:latin typeface="Segoe UI"/>
                <a:ea typeface="Segoe UI"/>
                <a:cs typeface="Segoe UI"/>
              </a:defRPr>
            </a:lvl7pPr>
            <a:lvl8pPr>
              <a:buNone/>
              <a:defRPr sz="1050" b="0">
                <a:solidFill>
                  <a:srgbClr val="566574"/>
                </a:solidFill>
                <a:latin typeface="Segoe UI"/>
                <a:ea typeface="Segoe UI"/>
                <a:cs typeface="Segoe UI"/>
              </a:defRPr>
            </a:lvl8pPr>
            <a:lvl9pPr>
              <a:buNone/>
              <a:defRPr sz="1050" b="0">
                <a:solidFill>
                  <a:srgbClr val="566574"/>
                </a:solidFill>
                <a:latin typeface="Segoe UI"/>
                <a:ea typeface="Segoe UI"/>
                <a:cs typeface="Segoe UI"/>
              </a:defRPr>
            </a:lvl9pPr>
          </a:lstStyle>
          <a:p xmlns:a="http://schemas.openxmlformats.org/drawingml/2006/main">
            <a:pPr>
              <a:buNone/>
              <a:defRPr sz="1050" b="0">
                <a:solidFill>
                  <a:srgbClr val="566574"/>
                </a:solidFill>
                <a:latin typeface="Segoe UI"/>
                <a:ea typeface="Segoe UI"/>
                <a:cs typeface="Segoe UI"/>
              </a:defRPr>
            </a:pPr>
            <a:r>
              <a:rPr sz="1050" b="0">
                <a:solidFill>
                  <a:srgbClr val="566574"/>
                </a:solidFill>
                <a:latin typeface="Segoe UI"/>
                <a:ea typeface="Segoe UI"/>
                <a:cs typeface="Segoe UI"/>
              </a:rPr>
              <a:t>03</a:t>
            </a:r>
          </a:p>
        </p:txBody>
      </p:sp>
    </p:spTree>
    <p:extLst>
      <p:ext uri="{BB962C8B-B14F-4D97-AF65-F5344CB8AC3E}">
        <p14:creationId xmlns:p14="http://schemas.microsoft.com/office/powerpoint/2010/main" val="1888086046"/>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lesson-code">
            <a:extLst xmlns:a="http://schemas.openxmlformats.org/drawingml/2006/main">
              <a:ext uri="{FF2B5EF4-FFF2-40B4-BE49-F238E27FC236}">
                <a16:creationId xmlns:a16="http://schemas.microsoft.com/office/drawing/2014/main" id="{DA4856AF-2117-451E-9754-FA16DC20AFBF}"/>
              </a:ext>
            </a:extLst>
          </p:cNvPr>
          <p:cNvSpPr>
            <a:spLocks xmlns:a="http://schemas.openxmlformats.org/drawingml/2006/main" noGrp="1"/>
          </p:cNvSpPr>
          <p:nvPr/>
        </p:nvSpPr>
        <p:spPr>
          <a:xfrm xmlns:a="http://schemas.openxmlformats.org/drawingml/2006/main">
            <a:off x="533400" y="1905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buNone/>
              <a:defRPr sz="1200" b="0">
                <a:solidFill>
                  <a:srgbClr val="566574"/>
                </a:solidFill>
                <a:latin typeface="Segoe UI"/>
                <a:ea typeface="Segoe UI"/>
                <a:cs typeface="Segoe UI"/>
              </a:defRPr>
            </a:lvl1pPr>
            <a:lvl2pPr>
              <a:buNone/>
              <a:defRPr sz="1200" b="0">
                <a:solidFill>
                  <a:srgbClr val="566574"/>
                </a:solidFill>
                <a:latin typeface="Segoe UI"/>
                <a:ea typeface="Segoe UI"/>
                <a:cs typeface="Segoe UI"/>
              </a:defRPr>
            </a:lvl2pPr>
            <a:lvl3pPr>
              <a:buNone/>
              <a:defRPr sz="1200" b="0">
                <a:solidFill>
                  <a:srgbClr val="566574"/>
                </a:solidFill>
                <a:latin typeface="Segoe UI"/>
                <a:ea typeface="Segoe UI"/>
                <a:cs typeface="Segoe UI"/>
              </a:defRPr>
            </a:lvl3pPr>
            <a:lvl4pPr>
              <a:buNone/>
              <a:defRPr sz="1200" b="0">
                <a:solidFill>
                  <a:srgbClr val="566574"/>
                </a:solidFill>
                <a:latin typeface="Segoe UI"/>
                <a:ea typeface="Segoe UI"/>
                <a:cs typeface="Segoe UI"/>
              </a:defRPr>
            </a:lvl4pPr>
            <a:lvl5pPr>
              <a:buNone/>
              <a:defRPr sz="1200" b="0">
                <a:solidFill>
                  <a:srgbClr val="566574"/>
                </a:solidFill>
                <a:latin typeface="Segoe UI"/>
                <a:ea typeface="Segoe UI"/>
                <a:cs typeface="Segoe UI"/>
              </a:defRPr>
            </a:lvl5pPr>
            <a:lvl6pPr>
              <a:buNone/>
              <a:defRPr sz="1200" b="0">
                <a:solidFill>
                  <a:srgbClr val="566574"/>
                </a:solidFill>
                <a:latin typeface="Segoe UI"/>
                <a:ea typeface="Segoe UI"/>
                <a:cs typeface="Segoe UI"/>
              </a:defRPr>
            </a:lvl6pPr>
            <a:lvl7pPr>
              <a:buNone/>
              <a:defRPr sz="1200" b="0">
                <a:solidFill>
                  <a:srgbClr val="566574"/>
                </a:solidFill>
                <a:latin typeface="Segoe UI"/>
                <a:ea typeface="Segoe UI"/>
                <a:cs typeface="Segoe UI"/>
              </a:defRPr>
            </a:lvl7pPr>
            <a:lvl8pPr>
              <a:buNone/>
              <a:defRPr sz="1200" b="0">
                <a:solidFill>
                  <a:srgbClr val="566574"/>
                </a:solidFill>
                <a:latin typeface="Segoe UI"/>
                <a:ea typeface="Segoe UI"/>
                <a:cs typeface="Segoe UI"/>
              </a:defRPr>
            </a:lvl8pPr>
            <a:lvl9pPr>
              <a:buNone/>
              <a:defRPr sz="1200" b="0">
                <a:solidFill>
                  <a:srgbClr val="566574"/>
                </a:solidFill>
                <a:latin typeface="Segoe UI"/>
                <a:ea typeface="Segoe UI"/>
                <a:cs typeface="Segoe UI"/>
              </a:defRPr>
            </a:lvl9pPr>
          </a:lstStyle>
          <a:p xmlns:a="http://schemas.openxmlformats.org/drawingml/2006/main">
            <a:pPr>
              <a:buNone/>
              <a:defRPr sz="1200" b="0">
                <a:solidFill>
                  <a:srgbClr val="566574"/>
                </a:solidFill>
                <a:latin typeface="Segoe UI"/>
                <a:ea typeface="Segoe UI"/>
                <a:cs typeface="Segoe UI"/>
              </a:defRPr>
            </a:pPr>
            <a:r>
              <a:rPr sz="1200" b="0">
                <a:solidFill>
                  <a:srgbClr val="566574"/>
                </a:solidFill>
                <a:latin typeface="Segoe UI"/>
                <a:ea typeface="Segoe UI"/>
                <a:cs typeface="Segoe UI"/>
              </a:rPr>
              <a:t>COMM-GROW-A2-W05  ·  Lesson 10a</a:t>
            </a:r>
          </a:p>
        </p:txBody>
      </p:sp>
      <p:sp>
        <p:nvSpPr>
          <p:cNvPr id="2" name="label">
            <a:extLst xmlns:a="http://schemas.openxmlformats.org/drawingml/2006/main">
              <a:ext uri="{FF2B5EF4-FFF2-40B4-BE49-F238E27FC236}">
                <a16:creationId xmlns:a16="http://schemas.microsoft.com/office/drawing/2014/main" id="{B996BAE7-D4C6-4392-9D72-99287CFE4172}"/>
              </a:ext>
            </a:extLst>
          </p:cNvPr>
          <p:cNvSpPr>
            <a:spLocks xmlns:a="http://schemas.openxmlformats.org/drawingml/2006/main" noGrp="1"/>
          </p:cNvSpPr>
          <p:nvPr/>
        </p:nvSpPr>
        <p:spPr>
          <a:xfrm xmlns:a="http://schemas.openxmlformats.org/drawingml/2006/main">
            <a:off x="7620000" y="190500"/>
            <a:ext cx="4048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buNone/>
              <a:defRPr sz="1050" b="0">
                <a:solidFill>
                  <a:srgbClr val="566574"/>
                </a:solidFill>
                <a:latin typeface="Segoe UI"/>
                <a:ea typeface="Segoe UI"/>
                <a:cs typeface="Segoe UI"/>
              </a:defRPr>
            </a:lvl1pPr>
            <a:lvl2pPr>
              <a:buNone/>
              <a:defRPr sz="1050" b="0">
                <a:solidFill>
                  <a:srgbClr val="566574"/>
                </a:solidFill>
                <a:latin typeface="Segoe UI"/>
                <a:ea typeface="Segoe UI"/>
                <a:cs typeface="Segoe UI"/>
              </a:defRPr>
            </a:lvl2pPr>
            <a:lvl3pPr>
              <a:buNone/>
              <a:defRPr sz="1050" b="0">
                <a:solidFill>
                  <a:srgbClr val="566574"/>
                </a:solidFill>
                <a:latin typeface="Segoe UI"/>
                <a:ea typeface="Segoe UI"/>
                <a:cs typeface="Segoe UI"/>
              </a:defRPr>
            </a:lvl3pPr>
            <a:lvl4pPr>
              <a:buNone/>
              <a:defRPr sz="1050" b="0">
                <a:solidFill>
                  <a:srgbClr val="566574"/>
                </a:solidFill>
                <a:latin typeface="Segoe UI"/>
                <a:ea typeface="Segoe UI"/>
                <a:cs typeface="Segoe UI"/>
              </a:defRPr>
            </a:lvl4pPr>
            <a:lvl5pPr>
              <a:buNone/>
              <a:defRPr sz="1050" b="0">
                <a:solidFill>
                  <a:srgbClr val="566574"/>
                </a:solidFill>
                <a:latin typeface="Segoe UI"/>
                <a:ea typeface="Segoe UI"/>
                <a:cs typeface="Segoe UI"/>
              </a:defRPr>
            </a:lvl5pPr>
            <a:lvl6pPr>
              <a:buNone/>
              <a:defRPr sz="1050" b="0">
                <a:solidFill>
                  <a:srgbClr val="566574"/>
                </a:solidFill>
                <a:latin typeface="Segoe UI"/>
                <a:ea typeface="Segoe UI"/>
                <a:cs typeface="Segoe UI"/>
              </a:defRPr>
            </a:lvl6pPr>
            <a:lvl7pPr>
              <a:buNone/>
              <a:defRPr sz="1050" b="0">
                <a:solidFill>
                  <a:srgbClr val="566574"/>
                </a:solidFill>
                <a:latin typeface="Segoe UI"/>
                <a:ea typeface="Segoe UI"/>
                <a:cs typeface="Segoe UI"/>
              </a:defRPr>
            </a:lvl7pPr>
            <a:lvl8pPr>
              <a:buNone/>
              <a:defRPr sz="1050" b="0">
                <a:solidFill>
                  <a:srgbClr val="566574"/>
                </a:solidFill>
                <a:latin typeface="Segoe UI"/>
                <a:ea typeface="Segoe UI"/>
                <a:cs typeface="Segoe UI"/>
              </a:defRPr>
            </a:lvl8pPr>
            <a:lvl9pPr>
              <a:buNone/>
              <a:defRPr sz="1050" b="0">
                <a:solidFill>
                  <a:srgbClr val="566574"/>
                </a:solidFill>
                <a:latin typeface="Segoe UI"/>
                <a:ea typeface="Segoe UI"/>
                <a:cs typeface="Segoe UI"/>
              </a:defRPr>
            </a:lvl9pPr>
          </a:lstStyle>
          <a:p xmlns:a="http://schemas.openxmlformats.org/drawingml/2006/main">
            <a:pPr>
              <a:buNone/>
              <a:defRPr sz="1050" b="0">
                <a:solidFill>
                  <a:srgbClr val="566574"/>
                </a:solidFill>
                <a:latin typeface="Segoe UI"/>
                <a:ea typeface="Segoe UI"/>
                <a:cs typeface="Segoe UI"/>
              </a:defRPr>
            </a:pPr>
            <a:r>
              <a:rPr sz="1200" b="0">
                <a:solidFill>
                  <a:srgbClr val="566574"/>
                </a:solidFill>
                <a:latin typeface="Segoe UI"/>
                <a:ea typeface="Segoe UI"/>
                <a:cs typeface="Segoe UI"/>
              </a:rPr>
              <a:t>Public edition · Year A</a:t>
            </a:r>
          </a:p>
        </p:txBody>
      </p:sp>
      <p:sp>
        <p:nvSpPr>
          <p:cNvPr id="3" name="stage-title">
            <a:extLst xmlns:a="http://schemas.openxmlformats.org/drawingml/2006/main">
              <a:ext uri="{FF2B5EF4-FFF2-40B4-BE49-F238E27FC236}">
                <a16:creationId xmlns:a16="http://schemas.microsoft.com/office/drawing/2014/main" id="{02401B9C-3979-46DD-B9EE-488A97998B59}"/>
              </a:ext>
            </a:extLst>
          </p:cNvPr>
          <p:cNvSpPr>
            <a:spLocks xmlns:a="http://schemas.openxmlformats.org/drawingml/2006/main" noGrp="1"/>
          </p:cNvSpPr>
          <p:nvPr/>
        </p:nvSpPr>
        <p:spPr>
          <a:xfrm xmlns:a="http://schemas.openxmlformats.org/drawingml/2006/main">
            <a:off x="533400" y="590550"/>
            <a:ext cx="11029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3300" b="1">
                <a:solidFill>
                  <a:srgbClr val="345D70"/>
                </a:solidFill>
                <a:latin typeface="Segoe UI"/>
                <a:ea typeface="Segoe UI"/>
                <a:cs typeface="Segoe UI"/>
              </a:defRPr>
            </a:defPPr>
            <a:lvl1pPr>
              <a:buNone/>
              <a:defRPr sz="3300" b="1">
                <a:solidFill>
                  <a:srgbClr val="345D70"/>
                </a:solidFill>
                <a:latin typeface="Segoe UI"/>
                <a:ea typeface="Segoe UI"/>
                <a:cs typeface="Segoe UI"/>
              </a:defRPr>
            </a:lvl1pPr>
            <a:lvl2pPr>
              <a:buNone/>
              <a:defRPr sz="3300" b="1">
                <a:solidFill>
                  <a:srgbClr val="345D70"/>
                </a:solidFill>
                <a:latin typeface="Segoe UI"/>
                <a:ea typeface="Segoe UI"/>
                <a:cs typeface="Segoe UI"/>
              </a:defRPr>
            </a:lvl2pPr>
            <a:lvl3pPr>
              <a:buNone/>
              <a:defRPr sz="3300" b="1">
                <a:solidFill>
                  <a:srgbClr val="345D70"/>
                </a:solidFill>
                <a:latin typeface="Segoe UI"/>
                <a:ea typeface="Segoe UI"/>
                <a:cs typeface="Segoe UI"/>
              </a:defRPr>
            </a:lvl3pPr>
            <a:lvl4pPr>
              <a:buNone/>
              <a:defRPr sz="3300" b="1">
                <a:solidFill>
                  <a:srgbClr val="345D70"/>
                </a:solidFill>
                <a:latin typeface="Segoe UI"/>
                <a:ea typeface="Segoe UI"/>
                <a:cs typeface="Segoe UI"/>
              </a:defRPr>
            </a:lvl4pPr>
            <a:lvl5pPr>
              <a:buNone/>
              <a:defRPr sz="3300" b="1">
                <a:solidFill>
                  <a:srgbClr val="345D70"/>
                </a:solidFill>
                <a:latin typeface="Segoe UI"/>
                <a:ea typeface="Segoe UI"/>
                <a:cs typeface="Segoe UI"/>
              </a:defRPr>
            </a:lvl5pPr>
            <a:lvl6pPr>
              <a:buNone/>
              <a:defRPr sz="3300" b="1">
                <a:solidFill>
                  <a:srgbClr val="345D70"/>
                </a:solidFill>
                <a:latin typeface="Segoe UI"/>
                <a:ea typeface="Segoe UI"/>
                <a:cs typeface="Segoe UI"/>
              </a:defRPr>
            </a:lvl6pPr>
            <a:lvl7pPr>
              <a:buNone/>
              <a:defRPr sz="3300" b="1">
                <a:solidFill>
                  <a:srgbClr val="345D70"/>
                </a:solidFill>
                <a:latin typeface="Segoe UI"/>
                <a:ea typeface="Segoe UI"/>
                <a:cs typeface="Segoe UI"/>
              </a:defRPr>
            </a:lvl7pPr>
            <a:lvl8pPr>
              <a:buNone/>
              <a:defRPr sz="3300" b="1">
                <a:solidFill>
                  <a:srgbClr val="345D70"/>
                </a:solidFill>
                <a:latin typeface="Segoe UI"/>
                <a:ea typeface="Segoe UI"/>
                <a:cs typeface="Segoe UI"/>
              </a:defRPr>
            </a:lvl8pPr>
            <a:lvl9pPr>
              <a:buNone/>
              <a:defRPr sz="3300" b="1">
                <a:solidFill>
                  <a:srgbClr val="345D70"/>
                </a:solidFill>
                <a:latin typeface="Segoe UI"/>
                <a:ea typeface="Segoe UI"/>
                <a:cs typeface="Segoe UI"/>
              </a:defRPr>
            </a:lvl9pPr>
          </a:lstStyle>
          <a:p xmlns:a="http://schemas.openxmlformats.org/drawingml/2006/main">
            <a:pPr>
              <a:buNone/>
              <a:defRPr sz="3300" b="1">
                <a:solidFill>
                  <a:srgbClr val="345D70"/>
                </a:solidFill>
                <a:latin typeface="Segoe UI"/>
                <a:ea typeface="Segoe UI"/>
                <a:cs typeface="Segoe UI"/>
              </a:defRPr>
            </a:pPr>
            <a:r>
              <a:rPr sz="3300" b="1">
                <a:solidFill>
                  <a:srgbClr val="345D70"/>
                </a:solidFill>
                <a:latin typeface="Segoe UI"/>
                <a:ea typeface="Segoe UI"/>
                <a:cs typeface="Segoe UI"/>
              </a:rPr>
              <a:t>Today</a:t>
            </a:r>
          </a:p>
        </p:txBody>
      </p:sp>
      <p:sp>
        <p:nvSpPr>
          <p:cNvPr id="4" name="pupil-body">
            <a:extLst xmlns:a="http://schemas.openxmlformats.org/drawingml/2006/main">
              <a:ext uri="{FF2B5EF4-FFF2-40B4-BE49-F238E27FC236}">
                <a16:creationId xmlns:a16="http://schemas.microsoft.com/office/drawing/2014/main" id="{6F2C9D78-5458-4C01-AB33-3C5D5A851E25}"/>
              </a:ext>
            </a:extLst>
          </p:cNvPr>
          <p:cNvSpPr>
            <a:spLocks xmlns:a="http://schemas.openxmlformats.org/drawingml/2006/main" noGrp="1"/>
          </p:cNvSpPr>
          <p:nvPr/>
        </p:nvSpPr>
        <p:spPr>
          <a:xfrm xmlns:a="http://schemas.openxmlformats.org/drawingml/2006/main">
            <a:off x="533400" y="1466850"/>
            <a:ext cx="11049000" cy="452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250" b="0">
                <a:solidFill>
                  <a:srgbClr val="192E3B"/>
                </a:solidFill>
                <a:latin typeface="Segoe UI"/>
                <a:ea typeface="Segoe UI"/>
                <a:cs typeface="Segoe UI"/>
              </a:defRPr>
            </a:defPPr>
            <a:lvl1pPr>
              <a:buNone/>
              <a:defRPr sz="2400" b="0">
                <a:solidFill>
                  <a:srgbClr val="192E3B"/>
                </a:solidFill>
                <a:latin typeface="Segoe UI"/>
                <a:ea typeface="Segoe UI"/>
                <a:cs typeface="Segoe UI"/>
              </a:defRPr>
            </a:lvl1pPr>
            <a:lvl2pPr>
              <a:buNone/>
              <a:defRPr sz="2400" b="0">
                <a:solidFill>
                  <a:srgbClr val="192E3B"/>
                </a:solidFill>
                <a:latin typeface="Segoe UI"/>
                <a:ea typeface="Segoe UI"/>
                <a:cs typeface="Segoe UI"/>
              </a:defRPr>
            </a:lvl2pPr>
            <a:lvl3pPr>
              <a:buNone/>
              <a:defRPr sz="2400" b="0">
                <a:solidFill>
                  <a:srgbClr val="192E3B"/>
                </a:solidFill>
                <a:latin typeface="Segoe UI"/>
                <a:ea typeface="Segoe UI"/>
                <a:cs typeface="Segoe UI"/>
              </a:defRPr>
            </a:lvl3pPr>
            <a:lvl4pPr>
              <a:buNone/>
              <a:defRPr sz="2400" b="0">
                <a:solidFill>
                  <a:srgbClr val="192E3B"/>
                </a:solidFill>
                <a:latin typeface="Segoe UI"/>
                <a:ea typeface="Segoe UI"/>
                <a:cs typeface="Segoe UI"/>
              </a:defRPr>
            </a:lvl4pPr>
            <a:lvl5pPr>
              <a:buNone/>
              <a:defRPr sz="2400" b="0">
                <a:solidFill>
                  <a:srgbClr val="192E3B"/>
                </a:solidFill>
                <a:latin typeface="Segoe UI"/>
                <a:ea typeface="Segoe UI"/>
                <a:cs typeface="Segoe UI"/>
              </a:defRPr>
            </a:lvl5pPr>
            <a:lvl6pPr>
              <a:buNone/>
              <a:defRPr sz="2400" b="0">
                <a:solidFill>
                  <a:srgbClr val="192E3B"/>
                </a:solidFill>
                <a:latin typeface="Segoe UI"/>
                <a:ea typeface="Segoe UI"/>
                <a:cs typeface="Segoe UI"/>
              </a:defRPr>
            </a:lvl6pPr>
            <a:lvl7pPr>
              <a:buNone/>
              <a:defRPr sz="2400" b="0">
                <a:solidFill>
                  <a:srgbClr val="192E3B"/>
                </a:solidFill>
                <a:latin typeface="Segoe UI"/>
                <a:ea typeface="Segoe UI"/>
                <a:cs typeface="Segoe UI"/>
              </a:defRPr>
            </a:lvl7pPr>
            <a:lvl8pPr>
              <a:buNone/>
              <a:defRPr sz="2400" b="0">
                <a:solidFill>
                  <a:srgbClr val="192E3B"/>
                </a:solidFill>
                <a:latin typeface="Segoe UI"/>
                <a:ea typeface="Segoe UI"/>
                <a:cs typeface="Segoe UI"/>
              </a:defRPr>
            </a:lvl8pPr>
            <a:lvl9pPr>
              <a:buNone/>
              <a:defRPr sz="2400" b="0">
                <a:solidFill>
                  <a:srgbClr val="192E3B"/>
                </a:solidFill>
                <a:latin typeface="Segoe UI"/>
                <a:ea typeface="Segoe UI"/>
                <a:cs typeface="Segoe UI"/>
              </a:defRPr>
            </a:lvl9pPr>
          </a:lstStyle>
          <a:p xmlns:a="http://schemas.openxmlformats.org/drawingml/2006/main">
            <a:pPr>
              <a:buNone/>
              <a:defRPr sz="2400" b="0">
                <a:solidFill>
                  <a:srgbClr val="192E3B"/>
                </a:solidFill>
                <a:latin typeface="Segoe UI"/>
                <a:ea typeface="Segoe UI"/>
                <a:cs typeface="Segoe UI"/>
              </a:defRPr>
            </a:pPr>
            <a:r>
              <a:rPr sz="2250" b="0">
                <a:solidFill>
                  <a:srgbClr val="192E3B"/>
                </a:solidFill>
                <a:latin typeface="Segoe UI"/>
                <a:ea typeface="Segoe UI"/>
                <a:cs typeface="Segoe UI"/>
              </a:rPr>
              <a:t>Finish one safe job for the sale.</a:t>
            </a:r>
          </a:p>
          <a:p xmlns:a="http://schemas.openxmlformats.org/drawingml/2006/main">
            <a:pPr>
              <a:buNone/>
              <a:defRPr sz="2400" b="0">
                <a:solidFill>
                  <a:srgbClr val="192E3B"/>
                </a:solidFill>
                <a:latin typeface="Segoe UI"/>
                <a:ea typeface="Segoe UI"/>
                <a:cs typeface="Segoe UI"/>
              </a:defRPr>
            </a:pPr>
            <a:r>
              <a:rPr sz="2250" b="0">
                <a:solidFill>
                  <a:srgbClr val="192E3B"/>
                </a:solidFill>
                <a:latin typeface="Segoe UI"/>
                <a:ea typeface="Segoe UI"/>
                <a:cs typeface="Segoe UI"/>
              </a:rPr>
              <a:t>I can follow my safe steps.</a:t>
            </a:r>
          </a:p>
          <a:p xmlns:a="http://schemas.openxmlformats.org/drawingml/2006/main">
            <a:pPr>
              <a:buNone/>
              <a:defRPr sz="2400" b="0">
                <a:solidFill>
                  <a:srgbClr val="192E3B"/>
                </a:solidFill>
                <a:latin typeface="Segoe UI"/>
                <a:ea typeface="Segoe UI"/>
                <a:cs typeface="Segoe UI"/>
              </a:defRPr>
            </a:pPr>
            <a:r>
              <a:rPr sz="2250" b="0">
                <a:solidFill>
                  <a:srgbClr val="192E3B"/>
                </a:solidFill>
                <a:latin typeface="Segoe UI"/>
                <a:ea typeface="Segoe UI"/>
                <a:cs typeface="Segoe UI"/>
              </a:rPr>
              <a:t>I can ask for a check.</a:t>
            </a:r>
          </a:p>
          <a:p xmlns:a="http://schemas.openxmlformats.org/drawingml/2006/main">
            <a:pPr>
              <a:buNone/>
              <a:defRPr sz="2400" b="0">
                <a:solidFill>
                  <a:srgbClr val="192E3B"/>
                </a:solidFill>
                <a:latin typeface="Segoe UI"/>
                <a:ea typeface="Segoe UI"/>
                <a:cs typeface="Segoe UI"/>
              </a:defRPr>
            </a:pPr>
            <a:r>
              <a:rPr sz="2250" b="0">
                <a:solidFill>
                  <a:srgbClr val="192E3B"/>
                </a:solidFill>
                <a:latin typeface="Segoe UI"/>
                <a:ea typeface="Segoe UI"/>
                <a:cs typeface="Segoe UI"/>
              </a:rPr>
              <a:t>I can show how my job helped.</a:t>
            </a:r>
          </a:p>
          <a:p xmlns:a="http://schemas.openxmlformats.org/drawingml/2006/main">
            <a:pPr>
              <a:buNone/>
              <a:defRPr sz="2400" b="0">
                <a:solidFill>
                  <a:srgbClr val="192E3B"/>
                </a:solidFill>
                <a:latin typeface="Segoe UI"/>
                <a:ea typeface="Segoe UI"/>
                <a:cs typeface="Segoe UI"/>
              </a:defRPr>
            </a:pPr>
            <a:r>
              <a:rPr sz="2250" b="0">
                <a:solidFill>
                  <a:srgbClr val="192E3B"/>
                </a:solidFill>
                <a:latin typeface="Segoe UI"/>
                <a:ea typeface="Segoe UI"/>
                <a:cs typeface="Segoe UI"/>
              </a:rPr>
              <a:t>L10-E1 · My own part in our sale</a:t>
            </a:r>
          </a:p>
          <a:p xmlns:a="http://schemas.openxmlformats.org/drawingml/2006/main">
            <a:pPr>
              <a:buNone/>
              <a:defRPr sz="2400" b="0">
                <a:solidFill>
                  <a:srgbClr val="192E3B"/>
                </a:solidFill>
                <a:latin typeface="Segoe UI"/>
                <a:ea typeface="Segoe UI"/>
                <a:cs typeface="Segoe UI"/>
              </a:defRPr>
            </a:pPr>
            <a:r>
              <a:rPr sz="2250" b="0">
                <a:solidFill>
                  <a:srgbClr val="192E3B"/>
                </a:solidFill>
                <a:latin typeface="Segoe UI"/>
                <a:ea typeface="Segoe UI"/>
                <a:cs typeface="Segoe UI"/>
              </a:rPr>
              <a:t>My own work and community role</a:t>
            </a:r>
          </a:p>
        </p:txBody>
      </p:sp>
      <p:sp>
        <p:nvSpPr>
          <p:cNvPr id="5" name="credit">
            <a:extLst xmlns:a="http://schemas.openxmlformats.org/drawingml/2006/main">
              <a:ext uri="{FF2B5EF4-FFF2-40B4-BE49-F238E27FC236}">
                <a16:creationId xmlns:a16="http://schemas.microsoft.com/office/drawing/2014/main" id="{B8243C6F-3AC6-4C3B-904C-93859CC099E0}"/>
              </a:ext>
            </a:extLst>
          </p:cNvPr>
          <p:cNvSpPr>
            <a:spLocks xmlns:a="http://schemas.openxmlformats.org/drawingml/2006/main" noGrp="1"/>
          </p:cNvSpPr>
          <p:nvPr/>
        </p:nvSpPr>
        <p:spPr>
          <a:xfrm xmlns:a="http://schemas.openxmlformats.org/drawingml/2006/main">
            <a:off x="533400" y="6515100"/>
            <a:ext cx="1104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788" b="0">
                <a:solidFill>
                  <a:srgbClr val="566574"/>
                </a:solidFill>
                <a:latin typeface="Segoe UI"/>
                <a:ea typeface="Segoe UI"/>
                <a:cs typeface="Segoe UI"/>
              </a:defRPr>
            </a:defPPr>
            <a:lvl1pPr>
              <a:buNone/>
              <a:defRPr sz="788" b="0">
                <a:solidFill>
                  <a:srgbClr val="566574"/>
                </a:solidFill>
                <a:latin typeface="Segoe UI"/>
                <a:ea typeface="Segoe UI"/>
                <a:cs typeface="Segoe UI"/>
              </a:defRPr>
            </a:lvl1pPr>
            <a:lvl2pPr>
              <a:buNone/>
              <a:defRPr sz="788" b="0">
                <a:solidFill>
                  <a:srgbClr val="566574"/>
                </a:solidFill>
                <a:latin typeface="Segoe UI"/>
                <a:ea typeface="Segoe UI"/>
                <a:cs typeface="Segoe UI"/>
              </a:defRPr>
            </a:lvl2pPr>
            <a:lvl3pPr>
              <a:buNone/>
              <a:defRPr sz="788" b="0">
                <a:solidFill>
                  <a:srgbClr val="566574"/>
                </a:solidFill>
                <a:latin typeface="Segoe UI"/>
                <a:ea typeface="Segoe UI"/>
                <a:cs typeface="Segoe UI"/>
              </a:defRPr>
            </a:lvl3pPr>
            <a:lvl4pPr>
              <a:buNone/>
              <a:defRPr sz="788" b="0">
                <a:solidFill>
                  <a:srgbClr val="566574"/>
                </a:solidFill>
                <a:latin typeface="Segoe UI"/>
                <a:ea typeface="Segoe UI"/>
                <a:cs typeface="Segoe UI"/>
              </a:defRPr>
            </a:lvl4pPr>
            <a:lvl5pPr>
              <a:buNone/>
              <a:defRPr sz="788" b="0">
                <a:solidFill>
                  <a:srgbClr val="566574"/>
                </a:solidFill>
                <a:latin typeface="Segoe UI"/>
                <a:ea typeface="Segoe UI"/>
                <a:cs typeface="Segoe UI"/>
              </a:defRPr>
            </a:lvl5pPr>
            <a:lvl6pPr>
              <a:buNone/>
              <a:defRPr sz="788" b="0">
                <a:solidFill>
                  <a:srgbClr val="566574"/>
                </a:solidFill>
                <a:latin typeface="Segoe UI"/>
                <a:ea typeface="Segoe UI"/>
                <a:cs typeface="Segoe UI"/>
              </a:defRPr>
            </a:lvl6pPr>
            <a:lvl7pPr>
              <a:buNone/>
              <a:defRPr sz="788" b="0">
                <a:solidFill>
                  <a:srgbClr val="566574"/>
                </a:solidFill>
                <a:latin typeface="Segoe UI"/>
                <a:ea typeface="Segoe UI"/>
                <a:cs typeface="Segoe UI"/>
              </a:defRPr>
            </a:lvl7pPr>
            <a:lvl8pPr>
              <a:buNone/>
              <a:defRPr sz="788" b="0">
                <a:solidFill>
                  <a:srgbClr val="566574"/>
                </a:solidFill>
                <a:latin typeface="Segoe UI"/>
                <a:ea typeface="Segoe UI"/>
                <a:cs typeface="Segoe UI"/>
              </a:defRPr>
            </a:lvl8pPr>
            <a:lvl9pPr>
              <a:buNone/>
              <a:defRPr sz="788" b="0">
                <a:solidFill>
                  <a:srgbClr val="566574"/>
                </a:solidFill>
                <a:latin typeface="Segoe UI"/>
                <a:ea typeface="Segoe UI"/>
                <a:cs typeface="Segoe UI"/>
              </a:defRPr>
            </a:lvl9pPr>
          </a:lstStyle>
          <a:p xmlns:a="http://schemas.openxmlformats.org/drawingml/2006/main">
            <a:pPr>
              <a:buNone/>
              <a:defRPr sz="788" b="0">
                <a:solidFill>
                  <a:srgbClr val="566574"/>
                </a:solidFill>
                <a:latin typeface="Segoe UI"/>
                <a:ea typeface="Segoe UI"/>
                <a:cs typeface="Segoe UI"/>
              </a:defRPr>
            </a:pPr>
            <a:r>
              <a:rPr sz="788" b="0">
                <a:solidFill>
                  <a:srgbClr val="566574"/>
                </a:solidFill>
                <a:latin typeface="Segoe UI"/>
                <a:ea typeface="Segoe UI"/>
                <a:cs typeface="Segoe UI"/>
              </a:rPr>
              <a:t>Made by Matt · © Matt Roper · CC BY-NC-SA 4.0: free for classroom use, share and adapt with credit, no resale</a:t>
            </a:r>
          </a:p>
        </p:txBody>
      </p:sp>
      <p:sp>
        <p:nvSpPr>
          <p:cNvPr id="6" name="page-number">
            <a:extLst xmlns:a="http://schemas.openxmlformats.org/drawingml/2006/main">
              <a:ext uri="{FF2B5EF4-FFF2-40B4-BE49-F238E27FC236}">
                <a16:creationId xmlns:a16="http://schemas.microsoft.com/office/drawing/2014/main" id="{D39B06D8-5325-4A42-9E5E-10A5D1B0D14F}"/>
              </a:ext>
            </a:extLst>
          </p:cNvPr>
          <p:cNvSpPr>
            <a:spLocks xmlns:a="http://schemas.openxmlformats.org/drawingml/2006/main" noGrp="1"/>
          </p:cNvSpPr>
          <p:nvPr/>
        </p:nvSpPr>
        <p:spPr>
          <a:xfrm xmlns:a="http://schemas.openxmlformats.org/drawingml/2006/main">
            <a:off x="11144250" y="62103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buNone/>
              <a:defRPr sz="1050" b="0">
                <a:solidFill>
                  <a:srgbClr val="566574"/>
                </a:solidFill>
                <a:latin typeface="Segoe UI"/>
                <a:ea typeface="Segoe UI"/>
                <a:cs typeface="Segoe UI"/>
              </a:defRPr>
            </a:lvl1pPr>
            <a:lvl2pPr>
              <a:buNone/>
              <a:defRPr sz="1050" b="0">
                <a:solidFill>
                  <a:srgbClr val="566574"/>
                </a:solidFill>
                <a:latin typeface="Segoe UI"/>
                <a:ea typeface="Segoe UI"/>
                <a:cs typeface="Segoe UI"/>
              </a:defRPr>
            </a:lvl2pPr>
            <a:lvl3pPr>
              <a:buNone/>
              <a:defRPr sz="1050" b="0">
                <a:solidFill>
                  <a:srgbClr val="566574"/>
                </a:solidFill>
                <a:latin typeface="Segoe UI"/>
                <a:ea typeface="Segoe UI"/>
                <a:cs typeface="Segoe UI"/>
              </a:defRPr>
            </a:lvl3pPr>
            <a:lvl4pPr>
              <a:buNone/>
              <a:defRPr sz="1050" b="0">
                <a:solidFill>
                  <a:srgbClr val="566574"/>
                </a:solidFill>
                <a:latin typeface="Segoe UI"/>
                <a:ea typeface="Segoe UI"/>
                <a:cs typeface="Segoe UI"/>
              </a:defRPr>
            </a:lvl4pPr>
            <a:lvl5pPr>
              <a:buNone/>
              <a:defRPr sz="1050" b="0">
                <a:solidFill>
                  <a:srgbClr val="566574"/>
                </a:solidFill>
                <a:latin typeface="Segoe UI"/>
                <a:ea typeface="Segoe UI"/>
                <a:cs typeface="Segoe UI"/>
              </a:defRPr>
            </a:lvl5pPr>
            <a:lvl6pPr>
              <a:buNone/>
              <a:defRPr sz="1050" b="0">
                <a:solidFill>
                  <a:srgbClr val="566574"/>
                </a:solidFill>
                <a:latin typeface="Segoe UI"/>
                <a:ea typeface="Segoe UI"/>
                <a:cs typeface="Segoe UI"/>
              </a:defRPr>
            </a:lvl6pPr>
            <a:lvl7pPr>
              <a:buNone/>
              <a:defRPr sz="1050" b="0">
                <a:solidFill>
                  <a:srgbClr val="566574"/>
                </a:solidFill>
                <a:latin typeface="Segoe UI"/>
                <a:ea typeface="Segoe UI"/>
                <a:cs typeface="Segoe UI"/>
              </a:defRPr>
            </a:lvl7pPr>
            <a:lvl8pPr>
              <a:buNone/>
              <a:defRPr sz="1050" b="0">
                <a:solidFill>
                  <a:srgbClr val="566574"/>
                </a:solidFill>
                <a:latin typeface="Segoe UI"/>
                <a:ea typeface="Segoe UI"/>
                <a:cs typeface="Segoe UI"/>
              </a:defRPr>
            </a:lvl8pPr>
            <a:lvl9pPr>
              <a:buNone/>
              <a:defRPr sz="1050" b="0">
                <a:solidFill>
                  <a:srgbClr val="566574"/>
                </a:solidFill>
                <a:latin typeface="Segoe UI"/>
                <a:ea typeface="Segoe UI"/>
                <a:cs typeface="Segoe UI"/>
              </a:defRPr>
            </a:lvl9pPr>
          </a:lstStyle>
          <a:p xmlns:a="http://schemas.openxmlformats.org/drawingml/2006/main">
            <a:pPr>
              <a:buNone/>
              <a:defRPr sz="1050" b="0">
                <a:solidFill>
                  <a:srgbClr val="566574"/>
                </a:solidFill>
                <a:latin typeface="Segoe UI"/>
                <a:ea typeface="Segoe UI"/>
                <a:cs typeface="Segoe UI"/>
              </a:defRPr>
            </a:pPr>
            <a:r>
              <a:rPr sz="1050" b="0">
                <a:solidFill>
                  <a:srgbClr val="566574"/>
                </a:solidFill>
                <a:latin typeface="Segoe UI"/>
                <a:ea typeface="Segoe UI"/>
                <a:cs typeface="Segoe UI"/>
              </a:rPr>
              <a:t>04</a:t>
            </a:r>
          </a:p>
        </p:txBody>
      </p:sp>
    </p:spTree>
    <p:extLst>
      <p:ext uri="{BB962C8B-B14F-4D97-AF65-F5344CB8AC3E}">
        <p14:creationId xmlns:p14="http://schemas.microsoft.com/office/powerpoint/2010/main" val="1169373965"/>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lesson-code">
            <a:extLst xmlns:a="http://schemas.openxmlformats.org/drawingml/2006/main">
              <a:ext uri="{FF2B5EF4-FFF2-40B4-BE49-F238E27FC236}">
                <a16:creationId xmlns:a16="http://schemas.microsoft.com/office/drawing/2014/main" id="{AD2E75D8-CED0-40CF-A81C-4F80037C7B36}"/>
              </a:ext>
            </a:extLst>
          </p:cNvPr>
          <p:cNvSpPr>
            <a:spLocks xmlns:a="http://schemas.openxmlformats.org/drawingml/2006/main" noGrp="1"/>
          </p:cNvSpPr>
          <p:nvPr/>
        </p:nvSpPr>
        <p:spPr>
          <a:xfrm xmlns:a="http://schemas.openxmlformats.org/drawingml/2006/main">
            <a:off x="533400" y="1905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buNone/>
              <a:defRPr sz="1200" b="0">
                <a:solidFill>
                  <a:srgbClr val="566574"/>
                </a:solidFill>
                <a:latin typeface="Segoe UI"/>
                <a:ea typeface="Segoe UI"/>
                <a:cs typeface="Segoe UI"/>
              </a:defRPr>
            </a:lvl1pPr>
            <a:lvl2pPr>
              <a:buNone/>
              <a:defRPr sz="1200" b="0">
                <a:solidFill>
                  <a:srgbClr val="566574"/>
                </a:solidFill>
                <a:latin typeface="Segoe UI"/>
                <a:ea typeface="Segoe UI"/>
                <a:cs typeface="Segoe UI"/>
              </a:defRPr>
            </a:lvl2pPr>
            <a:lvl3pPr>
              <a:buNone/>
              <a:defRPr sz="1200" b="0">
                <a:solidFill>
                  <a:srgbClr val="566574"/>
                </a:solidFill>
                <a:latin typeface="Segoe UI"/>
                <a:ea typeface="Segoe UI"/>
                <a:cs typeface="Segoe UI"/>
              </a:defRPr>
            </a:lvl3pPr>
            <a:lvl4pPr>
              <a:buNone/>
              <a:defRPr sz="1200" b="0">
                <a:solidFill>
                  <a:srgbClr val="566574"/>
                </a:solidFill>
                <a:latin typeface="Segoe UI"/>
                <a:ea typeface="Segoe UI"/>
                <a:cs typeface="Segoe UI"/>
              </a:defRPr>
            </a:lvl4pPr>
            <a:lvl5pPr>
              <a:buNone/>
              <a:defRPr sz="1200" b="0">
                <a:solidFill>
                  <a:srgbClr val="566574"/>
                </a:solidFill>
                <a:latin typeface="Segoe UI"/>
                <a:ea typeface="Segoe UI"/>
                <a:cs typeface="Segoe UI"/>
              </a:defRPr>
            </a:lvl5pPr>
            <a:lvl6pPr>
              <a:buNone/>
              <a:defRPr sz="1200" b="0">
                <a:solidFill>
                  <a:srgbClr val="566574"/>
                </a:solidFill>
                <a:latin typeface="Segoe UI"/>
                <a:ea typeface="Segoe UI"/>
                <a:cs typeface="Segoe UI"/>
              </a:defRPr>
            </a:lvl6pPr>
            <a:lvl7pPr>
              <a:buNone/>
              <a:defRPr sz="1200" b="0">
                <a:solidFill>
                  <a:srgbClr val="566574"/>
                </a:solidFill>
                <a:latin typeface="Segoe UI"/>
                <a:ea typeface="Segoe UI"/>
                <a:cs typeface="Segoe UI"/>
              </a:defRPr>
            </a:lvl7pPr>
            <a:lvl8pPr>
              <a:buNone/>
              <a:defRPr sz="1200" b="0">
                <a:solidFill>
                  <a:srgbClr val="566574"/>
                </a:solidFill>
                <a:latin typeface="Segoe UI"/>
                <a:ea typeface="Segoe UI"/>
                <a:cs typeface="Segoe UI"/>
              </a:defRPr>
            </a:lvl8pPr>
            <a:lvl9pPr>
              <a:buNone/>
              <a:defRPr sz="1200" b="0">
                <a:solidFill>
                  <a:srgbClr val="566574"/>
                </a:solidFill>
                <a:latin typeface="Segoe UI"/>
                <a:ea typeface="Segoe UI"/>
                <a:cs typeface="Segoe UI"/>
              </a:defRPr>
            </a:lvl9pPr>
          </a:lstStyle>
          <a:p xmlns:a="http://schemas.openxmlformats.org/drawingml/2006/main">
            <a:pPr>
              <a:buNone/>
              <a:defRPr sz="1200" b="0">
                <a:solidFill>
                  <a:srgbClr val="566574"/>
                </a:solidFill>
                <a:latin typeface="Segoe UI"/>
                <a:ea typeface="Segoe UI"/>
                <a:cs typeface="Segoe UI"/>
              </a:defRPr>
            </a:pPr>
            <a:r>
              <a:rPr sz="1200" b="0">
                <a:solidFill>
                  <a:srgbClr val="566574"/>
                </a:solidFill>
                <a:latin typeface="Segoe UI"/>
                <a:ea typeface="Segoe UI"/>
                <a:cs typeface="Segoe UI"/>
              </a:rPr>
              <a:t>COMM-GROW-A2-W05  ·  Lesson 10a</a:t>
            </a:r>
          </a:p>
        </p:txBody>
      </p:sp>
      <p:sp>
        <p:nvSpPr>
          <p:cNvPr id="2" name="label">
            <a:extLst xmlns:a="http://schemas.openxmlformats.org/drawingml/2006/main">
              <a:ext uri="{FF2B5EF4-FFF2-40B4-BE49-F238E27FC236}">
                <a16:creationId xmlns:a16="http://schemas.microsoft.com/office/drawing/2014/main" id="{68B39E7D-8AC0-4326-A338-F35687202973}"/>
              </a:ext>
            </a:extLst>
          </p:cNvPr>
          <p:cNvSpPr>
            <a:spLocks xmlns:a="http://schemas.openxmlformats.org/drawingml/2006/main" noGrp="1"/>
          </p:cNvSpPr>
          <p:nvPr/>
        </p:nvSpPr>
        <p:spPr>
          <a:xfrm xmlns:a="http://schemas.openxmlformats.org/drawingml/2006/main">
            <a:off x="7620000" y="190500"/>
            <a:ext cx="4048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buNone/>
              <a:defRPr sz="1050" b="0">
                <a:solidFill>
                  <a:srgbClr val="566574"/>
                </a:solidFill>
                <a:latin typeface="Segoe UI"/>
                <a:ea typeface="Segoe UI"/>
                <a:cs typeface="Segoe UI"/>
              </a:defRPr>
            </a:lvl1pPr>
            <a:lvl2pPr>
              <a:buNone/>
              <a:defRPr sz="1050" b="0">
                <a:solidFill>
                  <a:srgbClr val="566574"/>
                </a:solidFill>
                <a:latin typeface="Segoe UI"/>
                <a:ea typeface="Segoe UI"/>
                <a:cs typeface="Segoe UI"/>
              </a:defRPr>
            </a:lvl2pPr>
            <a:lvl3pPr>
              <a:buNone/>
              <a:defRPr sz="1050" b="0">
                <a:solidFill>
                  <a:srgbClr val="566574"/>
                </a:solidFill>
                <a:latin typeface="Segoe UI"/>
                <a:ea typeface="Segoe UI"/>
                <a:cs typeface="Segoe UI"/>
              </a:defRPr>
            </a:lvl3pPr>
            <a:lvl4pPr>
              <a:buNone/>
              <a:defRPr sz="1050" b="0">
                <a:solidFill>
                  <a:srgbClr val="566574"/>
                </a:solidFill>
                <a:latin typeface="Segoe UI"/>
                <a:ea typeface="Segoe UI"/>
                <a:cs typeface="Segoe UI"/>
              </a:defRPr>
            </a:lvl4pPr>
            <a:lvl5pPr>
              <a:buNone/>
              <a:defRPr sz="1050" b="0">
                <a:solidFill>
                  <a:srgbClr val="566574"/>
                </a:solidFill>
                <a:latin typeface="Segoe UI"/>
                <a:ea typeface="Segoe UI"/>
                <a:cs typeface="Segoe UI"/>
              </a:defRPr>
            </a:lvl5pPr>
            <a:lvl6pPr>
              <a:buNone/>
              <a:defRPr sz="1050" b="0">
                <a:solidFill>
                  <a:srgbClr val="566574"/>
                </a:solidFill>
                <a:latin typeface="Segoe UI"/>
                <a:ea typeface="Segoe UI"/>
                <a:cs typeface="Segoe UI"/>
              </a:defRPr>
            </a:lvl6pPr>
            <a:lvl7pPr>
              <a:buNone/>
              <a:defRPr sz="1050" b="0">
                <a:solidFill>
                  <a:srgbClr val="566574"/>
                </a:solidFill>
                <a:latin typeface="Segoe UI"/>
                <a:ea typeface="Segoe UI"/>
                <a:cs typeface="Segoe UI"/>
              </a:defRPr>
            </a:lvl7pPr>
            <a:lvl8pPr>
              <a:buNone/>
              <a:defRPr sz="1050" b="0">
                <a:solidFill>
                  <a:srgbClr val="566574"/>
                </a:solidFill>
                <a:latin typeface="Segoe UI"/>
                <a:ea typeface="Segoe UI"/>
                <a:cs typeface="Segoe UI"/>
              </a:defRPr>
            </a:lvl8pPr>
            <a:lvl9pPr>
              <a:buNone/>
              <a:defRPr sz="1050" b="0">
                <a:solidFill>
                  <a:srgbClr val="566574"/>
                </a:solidFill>
                <a:latin typeface="Segoe UI"/>
                <a:ea typeface="Segoe UI"/>
                <a:cs typeface="Segoe UI"/>
              </a:defRPr>
            </a:lvl9pPr>
          </a:lstStyle>
          <a:p xmlns:a="http://schemas.openxmlformats.org/drawingml/2006/main">
            <a:pPr>
              <a:buNone/>
              <a:defRPr sz="1050" b="0">
                <a:solidFill>
                  <a:srgbClr val="566574"/>
                </a:solidFill>
                <a:latin typeface="Segoe UI"/>
                <a:ea typeface="Segoe UI"/>
                <a:cs typeface="Segoe UI"/>
              </a:defRPr>
            </a:pPr>
            <a:r>
              <a:rPr sz="1200" b="0">
                <a:solidFill>
                  <a:srgbClr val="566574"/>
                </a:solidFill>
                <a:latin typeface="Segoe UI"/>
                <a:ea typeface="Segoe UI"/>
                <a:cs typeface="Segoe UI"/>
              </a:rPr>
              <a:t>Public edition · Year A</a:t>
            </a:r>
          </a:p>
        </p:txBody>
      </p:sp>
      <p:sp>
        <p:nvSpPr>
          <p:cNvPr id="3" name="stage-title">
            <a:extLst xmlns:a="http://schemas.openxmlformats.org/drawingml/2006/main">
              <a:ext uri="{FF2B5EF4-FFF2-40B4-BE49-F238E27FC236}">
                <a16:creationId xmlns:a16="http://schemas.microsoft.com/office/drawing/2014/main" id="{8DF9DAF6-566A-4BA7-B018-EAC40408D21F}"/>
              </a:ext>
            </a:extLst>
          </p:cNvPr>
          <p:cNvSpPr>
            <a:spLocks xmlns:a="http://schemas.openxmlformats.org/drawingml/2006/main" noGrp="1"/>
          </p:cNvSpPr>
          <p:nvPr/>
        </p:nvSpPr>
        <p:spPr>
          <a:xfrm xmlns:a="http://schemas.openxmlformats.org/drawingml/2006/main">
            <a:off x="533400" y="590550"/>
            <a:ext cx="11029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3300" b="1">
                <a:solidFill>
                  <a:srgbClr val="345D70"/>
                </a:solidFill>
                <a:latin typeface="Segoe UI"/>
                <a:ea typeface="Segoe UI"/>
                <a:cs typeface="Segoe UI"/>
              </a:defRPr>
            </a:defPPr>
            <a:lvl1pPr>
              <a:buNone/>
              <a:defRPr sz="3300" b="1">
                <a:solidFill>
                  <a:srgbClr val="345D70"/>
                </a:solidFill>
                <a:latin typeface="Segoe UI"/>
                <a:ea typeface="Segoe UI"/>
                <a:cs typeface="Segoe UI"/>
              </a:defRPr>
            </a:lvl1pPr>
            <a:lvl2pPr>
              <a:buNone/>
              <a:defRPr sz="3300" b="1">
                <a:solidFill>
                  <a:srgbClr val="345D70"/>
                </a:solidFill>
                <a:latin typeface="Segoe UI"/>
                <a:ea typeface="Segoe UI"/>
                <a:cs typeface="Segoe UI"/>
              </a:defRPr>
            </a:lvl2pPr>
            <a:lvl3pPr>
              <a:buNone/>
              <a:defRPr sz="3300" b="1">
                <a:solidFill>
                  <a:srgbClr val="345D70"/>
                </a:solidFill>
                <a:latin typeface="Segoe UI"/>
                <a:ea typeface="Segoe UI"/>
                <a:cs typeface="Segoe UI"/>
              </a:defRPr>
            </a:lvl3pPr>
            <a:lvl4pPr>
              <a:buNone/>
              <a:defRPr sz="3300" b="1">
                <a:solidFill>
                  <a:srgbClr val="345D70"/>
                </a:solidFill>
                <a:latin typeface="Segoe UI"/>
                <a:ea typeface="Segoe UI"/>
                <a:cs typeface="Segoe UI"/>
              </a:defRPr>
            </a:lvl4pPr>
            <a:lvl5pPr>
              <a:buNone/>
              <a:defRPr sz="3300" b="1">
                <a:solidFill>
                  <a:srgbClr val="345D70"/>
                </a:solidFill>
                <a:latin typeface="Segoe UI"/>
                <a:ea typeface="Segoe UI"/>
                <a:cs typeface="Segoe UI"/>
              </a:defRPr>
            </a:lvl5pPr>
            <a:lvl6pPr>
              <a:buNone/>
              <a:defRPr sz="3300" b="1">
                <a:solidFill>
                  <a:srgbClr val="345D70"/>
                </a:solidFill>
                <a:latin typeface="Segoe UI"/>
                <a:ea typeface="Segoe UI"/>
                <a:cs typeface="Segoe UI"/>
              </a:defRPr>
            </a:lvl6pPr>
            <a:lvl7pPr>
              <a:buNone/>
              <a:defRPr sz="3300" b="1">
                <a:solidFill>
                  <a:srgbClr val="345D70"/>
                </a:solidFill>
                <a:latin typeface="Segoe UI"/>
                <a:ea typeface="Segoe UI"/>
                <a:cs typeface="Segoe UI"/>
              </a:defRPr>
            </a:lvl7pPr>
            <a:lvl8pPr>
              <a:buNone/>
              <a:defRPr sz="3300" b="1">
                <a:solidFill>
                  <a:srgbClr val="345D70"/>
                </a:solidFill>
                <a:latin typeface="Segoe UI"/>
                <a:ea typeface="Segoe UI"/>
                <a:cs typeface="Segoe UI"/>
              </a:defRPr>
            </a:lvl8pPr>
            <a:lvl9pPr>
              <a:buNone/>
              <a:defRPr sz="3300" b="1">
                <a:solidFill>
                  <a:srgbClr val="345D70"/>
                </a:solidFill>
                <a:latin typeface="Segoe UI"/>
                <a:ea typeface="Segoe UI"/>
                <a:cs typeface="Segoe UI"/>
              </a:defRPr>
            </a:lvl9pPr>
          </a:lstStyle>
          <a:p xmlns:a="http://schemas.openxmlformats.org/drawingml/2006/main">
            <a:pPr>
              <a:buNone/>
              <a:defRPr sz="3300" b="1">
                <a:solidFill>
                  <a:srgbClr val="345D70"/>
                </a:solidFill>
                <a:latin typeface="Segoe UI"/>
                <a:ea typeface="Segoe UI"/>
                <a:cs typeface="Segoe UI"/>
              </a:defRPr>
            </a:pPr>
            <a:r>
              <a:rPr sz="3300" b="1">
                <a:solidFill>
                  <a:srgbClr val="345D70"/>
                </a:solidFill>
                <a:latin typeface="Segoe UI"/>
                <a:ea typeface="Segoe UI"/>
                <a:cs typeface="Segoe UI"/>
              </a:rPr>
              <a:t>I DO</a:t>
            </a:r>
          </a:p>
        </p:txBody>
      </p:sp>
      <p:sp>
        <p:nvSpPr>
          <p:cNvPr id="4" name="pupil-body">
            <a:extLst xmlns:a="http://schemas.openxmlformats.org/drawingml/2006/main">
              <a:ext uri="{FF2B5EF4-FFF2-40B4-BE49-F238E27FC236}">
                <a16:creationId xmlns:a16="http://schemas.microsoft.com/office/drawing/2014/main" id="{D720424E-2F5D-43E6-9CC5-20AC80DDE199}"/>
              </a:ext>
            </a:extLst>
          </p:cNvPr>
          <p:cNvSpPr>
            <a:spLocks xmlns:a="http://schemas.openxmlformats.org/drawingml/2006/main" noGrp="1"/>
          </p:cNvSpPr>
          <p:nvPr/>
        </p:nvSpPr>
        <p:spPr>
          <a:xfrm xmlns:a="http://schemas.openxmlformats.org/drawingml/2006/main">
            <a:off x="533400" y="1466850"/>
            <a:ext cx="11049000" cy="452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250" b="0">
                <a:solidFill>
                  <a:srgbClr val="192E3B"/>
                </a:solidFill>
                <a:latin typeface="Segoe UI"/>
                <a:ea typeface="Segoe UI"/>
                <a:cs typeface="Segoe UI"/>
              </a:defRPr>
            </a:defPPr>
            <a:lvl1pPr>
              <a:buNone/>
              <a:defRPr sz="2400" b="0">
                <a:solidFill>
                  <a:srgbClr val="192E3B"/>
                </a:solidFill>
                <a:latin typeface="Segoe UI"/>
                <a:ea typeface="Segoe UI"/>
                <a:cs typeface="Segoe UI"/>
              </a:defRPr>
            </a:lvl1pPr>
            <a:lvl2pPr>
              <a:buNone/>
              <a:defRPr sz="2400" b="0">
                <a:solidFill>
                  <a:srgbClr val="192E3B"/>
                </a:solidFill>
                <a:latin typeface="Segoe UI"/>
                <a:ea typeface="Segoe UI"/>
                <a:cs typeface="Segoe UI"/>
              </a:defRPr>
            </a:lvl2pPr>
            <a:lvl3pPr>
              <a:buNone/>
              <a:defRPr sz="2400" b="0">
                <a:solidFill>
                  <a:srgbClr val="192E3B"/>
                </a:solidFill>
                <a:latin typeface="Segoe UI"/>
                <a:ea typeface="Segoe UI"/>
                <a:cs typeface="Segoe UI"/>
              </a:defRPr>
            </a:lvl3pPr>
            <a:lvl4pPr>
              <a:buNone/>
              <a:defRPr sz="2400" b="0">
                <a:solidFill>
                  <a:srgbClr val="192E3B"/>
                </a:solidFill>
                <a:latin typeface="Segoe UI"/>
                <a:ea typeface="Segoe UI"/>
                <a:cs typeface="Segoe UI"/>
              </a:defRPr>
            </a:lvl4pPr>
            <a:lvl5pPr>
              <a:buNone/>
              <a:defRPr sz="2400" b="0">
                <a:solidFill>
                  <a:srgbClr val="192E3B"/>
                </a:solidFill>
                <a:latin typeface="Segoe UI"/>
                <a:ea typeface="Segoe UI"/>
                <a:cs typeface="Segoe UI"/>
              </a:defRPr>
            </a:lvl5pPr>
            <a:lvl6pPr>
              <a:buNone/>
              <a:defRPr sz="2400" b="0">
                <a:solidFill>
                  <a:srgbClr val="192E3B"/>
                </a:solidFill>
                <a:latin typeface="Segoe UI"/>
                <a:ea typeface="Segoe UI"/>
                <a:cs typeface="Segoe UI"/>
              </a:defRPr>
            </a:lvl6pPr>
            <a:lvl7pPr>
              <a:buNone/>
              <a:defRPr sz="2400" b="0">
                <a:solidFill>
                  <a:srgbClr val="192E3B"/>
                </a:solidFill>
                <a:latin typeface="Segoe UI"/>
                <a:ea typeface="Segoe UI"/>
                <a:cs typeface="Segoe UI"/>
              </a:defRPr>
            </a:lvl7pPr>
            <a:lvl8pPr>
              <a:buNone/>
              <a:defRPr sz="2400" b="0">
                <a:solidFill>
                  <a:srgbClr val="192E3B"/>
                </a:solidFill>
                <a:latin typeface="Segoe UI"/>
                <a:ea typeface="Segoe UI"/>
                <a:cs typeface="Segoe UI"/>
              </a:defRPr>
            </a:lvl8pPr>
            <a:lvl9pPr>
              <a:buNone/>
              <a:defRPr sz="2400" b="0">
                <a:solidFill>
                  <a:srgbClr val="192E3B"/>
                </a:solidFill>
                <a:latin typeface="Segoe UI"/>
                <a:ea typeface="Segoe UI"/>
                <a:cs typeface="Segoe UI"/>
              </a:defRPr>
            </a:lvl9pPr>
          </a:lstStyle>
          <a:p xmlns:a="http://schemas.openxmlformats.org/drawingml/2006/main">
            <a:pPr>
              <a:buNone/>
              <a:defRPr sz="2400" b="0">
                <a:solidFill>
                  <a:srgbClr val="192E3B"/>
                </a:solidFill>
                <a:latin typeface="Segoe UI"/>
                <a:ea typeface="Segoe UI"/>
                <a:cs typeface="Segoe UI"/>
              </a:defRPr>
            </a:pPr>
            <a:r>
              <a:rPr sz="2250" b="0">
                <a:solidFill>
                  <a:srgbClr val="192E3B"/>
                </a:solidFill>
                <a:latin typeface="Segoe UI"/>
                <a:ea typeface="Segoe UI"/>
                <a:cs typeface="Segoe UI"/>
              </a:rPr>
              <a:t>Wash hands. Clean the work space.</a:t>
            </a:r>
          </a:p>
          <a:p xmlns:a="http://schemas.openxmlformats.org/drawingml/2006/main">
            <a:pPr>
              <a:buNone/>
              <a:defRPr sz="2400" b="0">
                <a:solidFill>
                  <a:srgbClr val="192E3B"/>
                </a:solidFill>
                <a:latin typeface="Segoe UI"/>
                <a:ea typeface="Segoe UI"/>
                <a:cs typeface="Segoe UI"/>
              </a:defRPr>
            </a:pPr>
            <a:r>
              <a:rPr sz="2250" b="0">
                <a:solidFill>
                  <a:srgbClr val="192E3B"/>
                </a:solidFill>
                <a:latin typeface="Segoe UI"/>
                <a:ea typeface="Segoe UI"/>
                <a:cs typeface="Segoe UI"/>
              </a:rPr>
              <a:t>Follow the agreed food steps.</a:t>
            </a:r>
          </a:p>
          <a:p xmlns:a="http://schemas.openxmlformats.org/drawingml/2006/main">
            <a:pPr>
              <a:buNone/>
              <a:defRPr sz="2400" b="0">
                <a:solidFill>
                  <a:srgbClr val="192E3B"/>
                </a:solidFill>
                <a:latin typeface="Segoe UI"/>
                <a:ea typeface="Segoe UI"/>
                <a:cs typeface="Segoe UI"/>
              </a:defRPr>
            </a:pPr>
            <a:r>
              <a:rPr sz="2250" b="0">
                <a:solidFill>
                  <a:srgbClr val="192E3B"/>
                </a:solidFill>
                <a:latin typeface="Segoe UI"/>
                <a:ea typeface="Segoe UI"/>
                <a:cs typeface="Segoe UI"/>
              </a:rPr>
              <a:t>Portion, label and box the food.</a:t>
            </a:r>
          </a:p>
          <a:p xmlns:a="http://schemas.openxmlformats.org/drawingml/2006/main">
            <a:pPr>
              <a:buNone/>
              <a:defRPr sz="2400" b="0">
                <a:solidFill>
                  <a:srgbClr val="192E3B"/>
                </a:solidFill>
                <a:latin typeface="Segoe UI"/>
                <a:ea typeface="Segoe UI"/>
                <a:cs typeface="Segoe UI"/>
              </a:defRPr>
            </a:pPr>
            <a:r>
              <a:rPr sz="2250" b="0">
                <a:solidFill>
                  <a:srgbClr val="192E3B"/>
                </a:solidFill>
                <a:latin typeface="Segoe UI"/>
                <a:ea typeface="Segoe UI"/>
                <a:cs typeface="Segoe UI"/>
              </a:rPr>
              <a:t>Ask the adult to check it.</a:t>
            </a:r>
          </a:p>
          <a:p xmlns:a="http://schemas.openxmlformats.org/drawingml/2006/main">
            <a:pPr>
              <a:buNone/>
              <a:defRPr sz="2400" b="0">
                <a:solidFill>
                  <a:srgbClr val="192E3B"/>
                </a:solidFill>
                <a:latin typeface="Segoe UI"/>
                <a:ea typeface="Segoe UI"/>
                <a:cs typeface="Segoe UI"/>
              </a:defRPr>
            </a:pPr>
            <a:r>
              <a:rPr sz="2250" b="0">
                <a:solidFill>
                  <a:srgbClr val="192E3B"/>
                </a:solidFill>
                <a:latin typeface="Segoe UI"/>
                <a:ea typeface="Segoe UI"/>
                <a:cs typeface="Segoe UI"/>
              </a:rPr>
              <a:t>Count only the stock we can sell.</a:t>
            </a:r>
          </a:p>
        </p:txBody>
      </p:sp>
      <p:sp>
        <p:nvSpPr>
          <p:cNvPr id="5" name="credit">
            <a:extLst xmlns:a="http://schemas.openxmlformats.org/drawingml/2006/main">
              <a:ext uri="{FF2B5EF4-FFF2-40B4-BE49-F238E27FC236}">
                <a16:creationId xmlns:a16="http://schemas.microsoft.com/office/drawing/2014/main" id="{24EF6882-8FD0-457F-9CF5-388D8EE7254B}"/>
              </a:ext>
            </a:extLst>
          </p:cNvPr>
          <p:cNvSpPr>
            <a:spLocks xmlns:a="http://schemas.openxmlformats.org/drawingml/2006/main" noGrp="1"/>
          </p:cNvSpPr>
          <p:nvPr/>
        </p:nvSpPr>
        <p:spPr>
          <a:xfrm xmlns:a="http://schemas.openxmlformats.org/drawingml/2006/main">
            <a:off x="533400" y="6515100"/>
            <a:ext cx="1104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788" b="0">
                <a:solidFill>
                  <a:srgbClr val="566574"/>
                </a:solidFill>
                <a:latin typeface="Segoe UI"/>
                <a:ea typeface="Segoe UI"/>
                <a:cs typeface="Segoe UI"/>
              </a:defRPr>
            </a:defPPr>
            <a:lvl1pPr>
              <a:buNone/>
              <a:defRPr sz="788" b="0">
                <a:solidFill>
                  <a:srgbClr val="566574"/>
                </a:solidFill>
                <a:latin typeface="Segoe UI"/>
                <a:ea typeface="Segoe UI"/>
                <a:cs typeface="Segoe UI"/>
              </a:defRPr>
            </a:lvl1pPr>
            <a:lvl2pPr>
              <a:buNone/>
              <a:defRPr sz="788" b="0">
                <a:solidFill>
                  <a:srgbClr val="566574"/>
                </a:solidFill>
                <a:latin typeface="Segoe UI"/>
                <a:ea typeface="Segoe UI"/>
                <a:cs typeface="Segoe UI"/>
              </a:defRPr>
            </a:lvl2pPr>
            <a:lvl3pPr>
              <a:buNone/>
              <a:defRPr sz="788" b="0">
                <a:solidFill>
                  <a:srgbClr val="566574"/>
                </a:solidFill>
                <a:latin typeface="Segoe UI"/>
                <a:ea typeface="Segoe UI"/>
                <a:cs typeface="Segoe UI"/>
              </a:defRPr>
            </a:lvl3pPr>
            <a:lvl4pPr>
              <a:buNone/>
              <a:defRPr sz="788" b="0">
                <a:solidFill>
                  <a:srgbClr val="566574"/>
                </a:solidFill>
                <a:latin typeface="Segoe UI"/>
                <a:ea typeface="Segoe UI"/>
                <a:cs typeface="Segoe UI"/>
              </a:defRPr>
            </a:lvl4pPr>
            <a:lvl5pPr>
              <a:buNone/>
              <a:defRPr sz="788" b="0">
                <a:solidFill>
                  <a:srgbClr val="566574"/>
                </a:solidFill>
                <a:latin typeface="Segoe UI"/>
                <a:ea typeface="Segoe UI"/>
                <a:cs typeface="Segoe UI"/>
              </a:defRPr>
            </a:lvl5pPr>
            <a:lvl6pPr>
              <a:buNone/>
              <a:defRPr sz="788" b="0">
                <a:solidFill>
                  <a:srgbClr val="566574"/>
                </a:solidFill>
                <a:latin typeface="Segoe UI"/>
                <a:ea typeface="Segoe UI"/>
                <a:cs typeface="Segoe UI"/>
              </a:defRPr>
            </a:lvl6pPr>
            <a:lvl7pPr>
              <a:buNone/>
              <a:defRPr sz="788" b="0">
                <a:solidFill>
                  <a:srgbClr val="566574"/>
                </a:solidFill>
                <a:latin typeface="Segoe UI"/>
                <a:ea typeface="Segoe UI"/>
                <a:cs typeface="Segoe UI"/>
              </a:defRPr>
            </a:lvl7pPr>
            <a:lvl8pPr>
              <a:buNone/>
              <a:defRPr sz="788" b="0">
                <a:solidFill>
                  <a:srgbClr val="566574"/>
                </a:solidFill>
                <a:latin typeface="Segoe UI"/>
                <a:ea typeface="Segoe UI"/>
                <a:cs typeface="Segoe UI"/>
              </a:defRPr>
            </a:lvl8pPr>
            <a:lvl9pPr>
              <a:buNone/>
              <a:defRPr sz="788" b="0">
                <a:solidFill>
                  <a:srgbClr val="566574"/>
                </a:solidFill>
                <a:latin typeface="Segoe UI"/>
                <a:ea typeface="Segoe UI"/>
                <a:cs typeface="Segoe UI"/>
              </a:defRPr>
            </a:lvl9pPr>
          </a:lstStyle>
          <a:p xmlns:a="http://schemas.openxmlformats.org/drawingml/2006/main">
            <a:pPr>
              <a:buNone/>
              <a:defRPr sz="788" b="0">
                <a:solidFill>
                  <a:srgbClr val="566574"/>
                </a:solidFill>
                <a:latin typeface="Segoe UI"/>
                <a:ea typeface="Segoe UI"/>
                <a:cs typeface="Segoe UI"/>
              </a:defRPr>
            </a:pPr>
            <a:r>
              <a:rPr sz="788" b="0">
                <a:solidFill>
                  <a:srgbClr val="566574"/>
                </a:solidFill>
                <a:latin typeface="Segoe UI"/>
                <a:ea typeface="Segoe UI"/>
                <a:cs typeface="Segoe UI"/>
              </a:rPr>
              <a:t>Made by Matt · © Matt Roper · CC BY-NC-SA 4.0: free for classroom use, share and adapt with credit, no resale</a:t>
            </a:r>
          </a:p>
        </p:txBody>
      </p:sp>
      <p:sp>
        <p:nvSpPr>
          <p:cNvPr id="6" name="page-number">
            <a:extLst xmlns:a="http://schemas.openxmlformats.org/drawingml/2006/main">
              <a:ext uri="{FF2B5EF4-FFF2-40B4-BE49-F238E27FC236}">
                <a16:creationId xmlns:a16="http://schemas.microsoft.com/office/drawing/2014/main" id="{D32872EE-FDD5-4A55-9CAB-CCAEB6681487}"/>
              </a:ext>
            </a:extLst>
          </p:cNvPr>
          <p:cNvSpPr>
            <a:spLocks xmlns:a="http://schemas.openxmlformats.org/drawingml/2006/main" noGrp="1"/>
          </p:cNvSpPr>
          <p:nvPr/>
        </p:nvSpPr>
        <p:spPr>
          <a:xfrm xmlns:a="http://schemas.openxmlformats.org/drawingml/2006/main">
            <a:off x="11144250" y="62103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buNone/>
              <a:defRPr sz="1050" b="0">
                <a:solidFill>
                  <a:srgbClr val="566574"/>
                </a:solidFill>
                <a:latin typeface="Segoe UI"/>
                <a:ea typeface="Segoe UI"/>
                <a:cs typeface="Segoe UI"/>
              </a:defRPr>
            </a:lvl1pPr>
            <a:lvl2pPr>
              <a:buNone/>
              <a:defRPr sz="1050" b="0">
                <a:solidFill>
                  <a:srgbClr val="566574"/>
                </a:solidFill>
                <a:latin typeface="Segoe UI"/>
                <a:ea typeface="Segoe UI"/>
                <a:cs typeface="Segoe UI"/>
              </a:defRPr>
            </a:lvl2pPr>
            <a:lvl3pPr>
              <a:buNone/>
              <a:defRPr sz="1050" b="0">
                <a:solidFill>
                  <a:srgbClr val="566574"/>
                </a:solidFill>
                <a:latin typeface="Segoe UI"/>
                <a:ea typeface="Segoe UI"/>
                <a:cs typeface="Segoe UI"/>
              </a:defRPr>
            </a:lvl3pPr>
            <a:lvl4pPr>
              <a:buNone/>
              <a:defRPr sz="1050" b="0">
                <a:solidFill>
                  <a:srgbClr val="566574"/>
                </a:solidFill>
                <a:latin typeface="Segoe UI"/>
                <a:ea typeface="Segoe UI"/>
                <a:cs typeface="Segoe UI"/>
              </a:defRPr>
            </a:lvl4pPr>
            <a:lvl5pPr>
              <a:buNone/>
              <a:defRPr sz="1050" b="0">
                <a:solidFill>
                  <a:srgbClr val="566574"/>
                </a:solidFill>
                <a:latin typeface="Segoe UI"/>
                <a:ea typeface="Segoe UI"/>
                <a:cs typeface="Segoe UI"/>
              </a:defRPr>
            </a:lvl5pPr>
            <a:lvl6pPr>
              <a:buNone/>
              <a:defRPr sz="1050" b="0">
                <a:solidFill>
                  <a:srgbClr val="566574"/>
                </a:solidFill>
                <a:latin typeface="Segoe UI"/>
                <a:ea typeface="Segoe UI"/>
                <a:cs typeface="Segoe UI"/>
              </a:defRPr>
            </a:lvl6pPr>
            <a:lvl7pPr>
              <a:buNone/>
              <a:defRPr sz="1050" b="0">
                <a:solidFill>
                  <a:srgbClr val="566574"/>
                </a:solidFill>
                <a:latin typeface="Segoe UI"/>
                <a:ea typeface="Segoe UI"/>
                <a:cs typeface="Segoe UI"/>
              </a:defRPr>
            </a:lvl7pPr>
            <a:lvl8pPr>
              <a:buNone/>
              <a:defRPr sz="1050" b="0">
                <a:solidFill>
                  <a:srgbClr val="566574"/>
                </a:solidFill>
                <a:latin typeface="Segoe UI"/>
                <a:ea typeface="Segoe UI"/>
                <a:cs typeface="Segoe UI"/>
              </a:defRPr>
            </a:lvl8pPr>
            <a:lvl9pPr>
              <a:buNone/>
              <a:defRPr sz="1050" b="0">
                <a:solidFill>
                  <a:srgbClr val="566574"/>
                </a:solidFill>
                <a:latin typeface="Segoe UI"/>
                <a:ea typeface="Segoe UI"/>
                <a:cs typeface="Segoe UI"/>
              </a:defRPr>
            </a:lvl9pPr>
          </a:lstStyle>
          <a:p xmlns:a="http://schemas.openxmlformats.org/drawingml/2006/main">
            <a:pPr>
              <a:buNone/>
              <a:defRPr sz="1050" b="0">
                <a:solidFill>
                  <a:srgbClr val="566574"/>
                </a:solidFill>
                <a:latin typeface="Segoe UI"/>
                <a:ea typeface="Segoe UI"/>
                <a:cs typeface="Segoe UI"/>
              </a:defRPr>
            </a:pPr>
            <a:r>
              <a:rPr sz="1050" b="0">
                <a:solidFill>
                  <a:srgbClr val="566574"/>
                </a:solidFill>
                <a:latin typeface="Segoe UI"/>
                <a:ea typeface="Segoe UI"/>
                <a:cs typeface="Segoe UI"/>
              </a:rPr>
              <a:t>05</a:t>
            </a:r>
          </a:p>
        </p:txBody>
      </p:sp>
    </p:spTree>
    <p:extLst>
      <p:ext uri="{BB962C8B-B14F-4D97-AF65-F5344CB8AC3E}">
        <p14:creationId xmlns:p14="http://schemas.microsoft.com/office/powerpoint/2010/main" val="182180549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lesson-code">
            <a:extLst xmlns:a="http://schemas.openxmlformats.org/drawingml/2006/main">
              <a:ext uri="{FF2B5EF4-FFF2-40B4-BE49-F238E27FC236}">
                <a16:creationId xmlns:a16="http://schemas.microsoft.com/office/drawing/2014/main" id="{090E1A9A-8390-43AE-B5A8-E9441A09A2B2}"/>
              </a:ext>
            </a:extLst>
          </p:cNvPr>
          <p:cNvSpPr>
            <a:spLocks xmlns:a="http://schemas.openxmlformats.org/drawingml/2006/main" noGrp="1"/>
          </p:cNvSpPr>
          <p:nvPr/>
        </p:nvSpPr>
        <p:spPr>
          <a:xfrm xmlns:a="http://schemas.openxmlformats.org/drawingml/2006/main">
            <a:off x="533400" y="1905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buNone/>
              <a:defRPr sz="1200" b="0">
                <a:solidFill>
                  <a:srgbClr val="566574"/>
                </a:solidFill>
                <a:latin typeface="Segoe UI"/>
                <a:ea typeface="Segoe UI"/>
                <a:cs typeface="Segoe UI"/>
              </a:defRPr>
            </a:lvl1pPr>
            <a:lvl2pPr>
              <a:buNone/>
              <a:defRPr sz="1200" b="0">
                <a:solidFill>
                  <a:srgbClr val="566574"/>
                </a:solidFill>
                <a:latin typeface="Segoe UI"/>
                <a:ea typeface="Segoe UI"/>
                <a:cs typeface="Segoe UI"/>
              </a:defRPr>
            </a:lvl2pPr>
            <a:lvl3pPr>
              <a:buNone/>
              <a:defRPr sz="1200" b="0">
                <a:solidFill>
                  <a:srgbClr val="566574"/>
                </a:solidFill>
                <a:latin typeface="Segoe UI"/>
                <a:ea typeface="Segoe UI"/>
                <a:cs typeface="Segoe UI"/>
              </a:defRPr>
            </a:lvl3pPr>
            <a:lvl4pPr>
              <a:buNone/>
              <a:defRPr sz="1200" b="0">
                <a:solidFill>
                  <a:srgbClr val="566574"/>
                </a:solidFill>
                <a:latin typeface="Segoe UI"/>
                <a:ea typeface="Segoe UI"/>
                <a:cs typeface="Segoe UI"/>
              </a:defRPr>
            </a:lvl4pPr>
            <a:lvl5pPr>
              <a:buNone/>
              <a:defRPr sz="1200" b="0">
                <a:solidFill>
                  <a:srgbClr val="566574"/>
                </a:solidFill>
                <a:latin typeface="Segoe UI"/>
                <a:ea typeface="Segoe UI"/>
                <a:cs typeface="Segoe UI"/>
              </a:defRPr>
            </a:lvl5pPr>
            <a:lvl6pPr>
              <a:buNone/>
              <a:defRPr sz="1200" b="0">
                <a:solidFill>
                  <a:srgbClr val="566574"/>
                </a:solidFill>
                <a:latin typeface="Segoe UI"/>
                <a:ea typeface="Segoe UI"/>
                <a:cs typeface="Segoe UI"/>
              </a:defRPr>
            </a:lvl6pPr>
            <a:lvl7pPr>
              <a:buNone/>
              <a:defRPr sz="1200" b="0">
                <a:solidFill>
                  <a:srgbClr val="566574"/>
                </a:solidFill>
                <a:latin typeface="Segoe UI"/>
                <a:ea typeface="Segoe UI"/>
                <a:cs typeface="Segoe UI"/>
              </a:defRPr>
            </a:lvl7pPr>
            <a:lvl8pPr>
              <a:buNone/>
              <a:defRPr sz="1200" b="0">
                <a:solidFill>
                  <a:srgbClr val="566574"/>
                </a:solidFill>
                <a:latin typeface="Segoe UI"/>
                <a:ea typeface="Segoe UI"/>
                <a:cs typeface="Segoe UI"/>
              </a:defRPr>
            </a:lvl8pPr>
            <a:lvl9pPr>
              <a:buNone/>
              <a:defRPr sz="1200" b="0">
                <a:solidFill>
                  <a:srgbClr val="566574"/>
                </a:solidFill>
                <a:latin typeface="Segoe UI"/>
                <a:ea typeface="Segoe UI"/>
                <a:cs typeface="Segoe UI"/>
              </a:defRPr>
            </a:lvl9pPr>
          </a:lstStyle>
          <a:p xmlns:a="http://schemas.openxmlformats.org/drawingml/2006/main">
            <a:pPr>
              <a:buNone/>
              <a:defRPr sz="1200" b="0">
                <a:solidFill>
                  <a:srgbClr val="566574"/>
                </a:solidFill>
                <a:latin typeface="Segoe UI"/>
                <a:ea typeface="Segoe UI"/>
                <a:cs typeface="Segoe UI"/>
              </a:defRPr>
            </a:pPr>
            <a:r>
              <a:rPr sz="1200" b="0">
                <a:solidFill>
                  <a:srgbClr val="566574"/>
                </a:solidFill>
                <a:latin typeface="Segoe UI"/>
                <a:ea typeface="Segoe UI"/>
                <a:cs typeface="Segoe UI"/>
              </a:rPr>
              <a:t>COMM-GROW-A2-W05  ·  Lesson 10a</a:t>
            </a:r>
          </a:p>
        </p:txBody>
      </p:sp>
      <p:sp>
        <p:nvSpPr>
          <p:cNvPr id="2" name="label">
            <a:extLst xmlns:a="http://schemas.openxmlformats.org/drawingml/2006/main">
              <a:ext uri="{FF2B5EF4-FFF2-40B4-BE49-F238E27FC236}">
                <a16:creationId xmlns:a16="http://schemas.microsoft.com/office/drawing/2014/main" id="{A9714846-44EA-41FD-BAC3-77051319DBEB}"/>
              </a:ext>
            </a:extLst>
          </p:cNvPr>
          <p:cNvSpPr>
            <a:spLocks xmlns:a="http://schemas.openxmlformats.org/drawingml/2006/main" noGrp="1"/>
          </p:cNvSpPr>
          <p:nvPr/>
        </p:nvSpPr>
        <p:spPr>
          <a:xfrm xmlns:a="http://schemas.openxmlformats.org/drawingml/2006/main">
            <a:off x="7620000" y="190500"/>
            <a:ext cx="4048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buNone/>
              <a:defRPr sz="1050" b="0">
                <a:solidFill>
                  <a:srgbClr val="566574"/>
                </a:solidFill>
                <a:latin typeface="Segoe UI"/>
                <a:ea typeface="Segoe UI"/>
                <a:cs typeface="Segoe UI"/>
              </a:defRPr>
            </a:lvl1pPr>
            <a:lvl2pPr>
              <a:buNone/>
              <a:defRPr sz="1050" b="0">
                <a:solidFill>
                  <a:srgbClr val="566574"/>
                </a:solidFill>
                <a:latin typeface="Segoe UI"/>
                <a:ea typeface="Segoe UI"/>
                <a:cs typeface="Segoe UI"/>
              </a:defRPr>
            </a:lvl2pPr>
            <a:lvl3pPr>
              <a:buNone/>
              <a:defRPr sz="1050" b="0">
                <a:solidFill>
                  <a:srgbClr val="566574"/>
                </a:solidFill>
                <a:latin typeface="Segoe UI"/>
                <a:ea typeface="Segoe UI"/>
                <a:cs typeface="Segoe UI"/>
              </a:defRPr>
            </a:lvl3pPr>
            <a:lvl4pPr>
              <a:buNone/>
              <a:defRPr sz="1050" b="0">
                <a:solidFill>
                  <a:srgbClr val="566574"/>
                </a:solidFill>
                <a:latin typeface="Segoe UI"/>
                <a:ea typeface="Segoe UI"/>
                <a:cs typeface="Segoe UI"/>
              </a:defRPr>
            </a:lvl4pPr>
            <a:lvl5pPr>
              <a:buNone/>
              <a:defRPr sz="1050" b="0">
                <a:solidFill>
                  <a:srgbClr val="566574"/>
                </a:solidFill>
                <a:latin typeface="Segoe UI"/>
                <a:ea typeface="Segoe UI"/>
                <a:cs typeface="Segoe UI"/>
              </a:defRPr>
            </a:lvl5pPr>
            <a:lvl6pPr>
              <a:buNone/>
              <a:defRPr sz="1050" b="0">
                <a:solidFill>
                  <a:srgbClr val="566574"/>
                </a:solidFill>
                <a:latin typeface="Segoe UI"/>
                <a:ea typeface="Segoe UI"/>
                <a:cs typeface="Segoe UI"/>
              </a:defRPr>
            </a:lvl6pPr>
            <a:lvl7pPr>
              <a:buNone/>
              <a:defRPr sz="1050" b="0">
                <a:solidFill>
                  <a:srgbClr val="566574"/>
                </a:solidFill>
                <a:latin typeface="Segoe UI"/>
                <a:ea typeface="Segoe UI"/>
                <a:cs typeface="Segoe UI"/>
              </a:defRPr>
            </a:lvl7pPr>
            <a:lvl8pPr>
              <a:buNone/>
              <a:defRPr sz="1050" b="0">
                <a:solidFill>
                  <a:srgbClr val="566574"/>
                </a:solidFill>
                <a:latin typeface="Segoe UI"/>
                <a:ea typeface="Segoe UI"/>
                <a:cs typeface="Segoe UI"/>
              </a:defRPr>
            </a:lvl8pPr>
            <a:lvl9pPr>
              <a:buNone/>
              <a:defRPr sz="1050" b="0">
                <a:solidFill>
                  <a:srgbClr val="566574"/>
                </a:solidFill>
                <a:latin typeface="Segoe UI"/>
                <a:ea typeface="Segoe UI"/>
                <a:cs typeface="Segoe UI"/>
              </a:defRPr>
            </a:lvl9pPr>
          </a:lstStyle>
          <a:p xmlns:a="http://schemas.openxmlformats.org/drawingml/2006/main">
            <a:pPr>
              <a:buNone/>
              <a:defRPr sz="1050" b="0">
                <a:solidFill>
                  <a:srgbClr val="566574"/>
                </a:solidFill>
                <a:latin typeface="Segoe UI"/>
                <a:ea typeface="Segoe UI"/>
                <a:cs typeface="Segoe UI"/>
              </a:defRPr>
            </a:pPr>
            <a:r>
              <a:rPr sz="1200" b="0">
                <a:solidFill>
                  <a:srgbClr val="566574"/>
                </a:solidFill>
                <a:latin typeface="Segoe UI"/>
                <a:ea typeface="Segoe UI"/>
                <a:cs typeface="Segoe UI"/>
              </a:rPr>
              <a:t>Public edition · Year A</a:t>
            </a:r>
          </a:p>
        </p:txBody>
      </p:sp>
      <p:sp>
        <p:nvSpPr>
          <p:cNvPr id="3" name="stage-title">
            <a:extLst xmlns:a="http://schemas.openxmlformats.org/drawingml/2006/main">
              <a:ext uri="{FF2B5EF4-FFF2-40B4-BE49-F238E27FC236}">
                <a16:creationId xmlns:a16="http://schemas.microsoft.com/office/drawing/2014/main" id="{F237B9DE-F4D8-4A5B-8456-13ECB2C0C8FB}"/>
              </a:ext>
            </a:extLst>
          </p:cNvPr>
          <p:cNvSpPr>
            <a:spLocks xmlns:a="http://schemas.openxmlformats.org/drawingml/2006/main" noGrp="1"/>
          </p:cNvSpPr>
          <p:nvPr/>
        </p:nvSpPr>
        <p:spPr>
          <a:xfrm xmlns:a="http://schemas.openxmlformats.org/drawingml/2006/main">
            <a:off x="533400" y="590550"/>
            <a:ext cx="11029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3300" b="1">
                <a:solidFill>
                  <a:srgbClr val="345D70"/>
                </a:solidFill>
                <a:latin typeface="Segoe UI"/>
                <a:ea typeface="Segoe UI"/>
                <a:cs typeface="Segoe UI"/>
              </a:defRPr>
            </a:defPPr>
            <a:lvl1pPr>
              <a:buNone/>
              <a:defRPr sz="3300" b="1">
                <a:solidFill>
                  <a:srgbClr val="345D70"/>
                </a:solidFill>
                <a:latin typeface="Segoe UI"/>
                <a:ea typeface="Segoe UI"/>
                <a:cs typeface="Segoe UI"/>
              </a:defRPr>
            </a:lvl1pPr>
            <a:lvl2pPr>
              <a:buNone/>
              <a:defRPr sz="3300" b="1">
                <a:solidFill>
                  <a:srgbClr val="345D70"/>
                </a:solidFill>
                <a:latin typeface="Segoe UI"/>
                <a:ea typeface="Segoe UI"/>
                <a:cs typeface="Segoe UI"/>
              </a:defRPr>
            </a:lvl2pPr>
            <a:lvl3pPr>
              <a:buNone/>
              <a:defRPr sz="3300" b="1">
                <a:solidFill>
                  <a:srgbClr val="345D70"/>
                </a:solidFill>
                <a:latin typeface="Segoe UI"/>
                <a:ea typeface="Segoe UI"/>
                <a:cs typeface="Segoe UI"/>
              </a:defRPr>
            </a:lvl3pPr>
            <a:lvl4pPr>
              <a:buNone/>
              <a:defRPr sz="3300" b="1">
                <a:solidFill>
                  <a:srgbClr val="345D70"/>
                </a:solidFill>
                <a:latin typeface="Segoe UI"/>
                <a:ea typeface="Segoe UI"/>
                <a:cs typeface="Segoe UI"/>
              </a:defRPr>
            </a:lvl4pPr>
            <a:lvl5pPr>
              <a:buNone/>
              <a:defRPr sz="3300" b="1">
                <a:solidFill>
                  <a:srgbClr val="345D70"/>
                </a:solidFill>
                <a:latin typeface="Segoe UI"/>
                <a:ea typeface="Segoe UI"/>
                <a:cs typeface="Segoe UI"/>
              </a:defRPr>
            </a:lvl5pPr>
            <a:lvl6pPr>
              <a:buNone/>
              <a:defRPr sz="3300" b="1">
                <a:solidFill>
                  <a:srgbClr val="345D70"/>
                </a:solidFill>
                <a:latin typeface="Segoe UI"/>
                <a:ea typeface="Segoe UI"/>
                <a:cs typeface="Segoe UI"/>
              </a:defRPr>
            </a:lvl6pPr>
            <a:lvl7pPr>
              <a:buNone/>
              <a:defRPr sz="3300" b="1">
                <a:solidFill>
                  <a:srgbClr val="345D70"/>
                </a:solidFill>
                <a:latin typeface="Segoe UI"/>
                <a:ea typeface="Segoe UI"/>
                <a:cs typeface="Segoe UI"/>
              </a:defRPr>
            </a:lvl7pPr>
            <a:lvl8pPr>
              <a:buNone/>
              <a:defRPr sz="3300" b="1">
                <a:solidFill>
                  <a:srgbClr val="345D70"/>
                </a:solidFill>
                <a:latin typeface="Segoe UI"/>
                <a:ea typeface="Segoe UI"/>
                <a:cs typeface="Segoe UI"/>
              </a:defRPr>
            </a:lvl8pPr>
            <a:lvl9pPr>
              <a:buNone/>
              <a:defRPr sz="3300" b="1">
                <a:solidFill>
                  <a:srgbClr val="345D70"/>
                </a:solidFill>
                <a:latin typeface="Segoe UI"/>
                <a:ea typeface="Segoe UI"/>
                <a:cs typeface="Segoe UI"/>
              </a:defRPr>
            </a:lvl9pPr>
          </a:lstStyle>
          <a:p xmlns:a="http://schemas.openxmlformats.org/drawingml/2006/main">
            <a:pPr>
              <a:buNone/>
              <a:defRPr sz="3300" b="1">
                <a:solidFill>
                  <a:srgbClr val="345D70"/>
                </a:solidFill>
                <a:latin typeface="Segoe UI"/>
                <a:ea typeface="Segoe UI"/>
                <a:cs typeface="Segoe UI"/>
              </a:defRPr>
            </a:pPr>
            <a:r>
              <a:rPr sz="3300" b="1">
                <a:solidFill>
                  <a:srgbClr val="345D70"/>
                </a:solidFill>
                <a:latin typeface="Segoe UI"/>
                <a:ea typeface="Segoe UI"/>
                <a:cs typeface="Segoe UI"/>
              </a:rPr>
              <a:t>WE DO</a:t>
            </a:r>
          </a:p>
        </p:txBody>
      </p:sp>
      <p:sp>
        <p:nvSpPr>
          <p:cNvPr id="4" name="practice-label">
            <a:extLst xmlns:a="http://schemas.openxmlformats.org/drawingml/2006/main">
              <a:ext uri="{FF2B5EF4-FFF2-40B4-BE49-F238E27FC236}">
                <a16:creationId xmlns:a16="http://schemas.microsoft.com/office/drawing/2014/main" id="{D3789F09-5031-46D3-8FC7-67D3DC799EB4}"/>
              </a:ext>
            </a:extLst>
          </p:cNvPr>
          <p:cNvSpPr>
            <a:spLocks xmlns:a="http://schemas.openxmlformats.org/drawingml/2006/main" noGrp="1"/>
          </p:cNvSpPr>
          <p:nvPr/>
        </p:nvSpPr>
        <p:spPr>
          <a:xfrm xmlns:a="http://schemas.openxmlformats.org/drawingml/2006/main">
            <a:off x="533400" y="1409700"/>
            <a:ext cx="110490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0">
                <a:solidFill>
                  <a:srgbClr val="566574"/>
                </a:solidFill>
                <a:latin typeface="Segoe UI"/>
                <a:ea typeface="Segoe UI"/>
                <a:cs typeface="Segoe UI"/>
              </a:defRPr>
            </a:defPPr>
            <a:lvl1pPr>
              <a:buNone/>
              <a:defRPr sz="1875" b="0">
                <a:solidFill>
                  <a:srgbClr val="566574"/>
                </a:solidFill>
                <a:latin typeface="Segoe UI"/>
                <a:ea typeface="Segoe UI"/>
                <a:cs typeface="Segoe UI"/>
              </a:defRPr>
            </a:lvl1pPr>
            <a:lvl2pPr>
              <a:buNone/>
              <a:defRPr sz="1875" b="0">
                <a:solidFill>
                  <a:srgbClr val="566574"/>
                </a:solidFill>
                <a:latin typeface="Segoe UI"/>
                <a:ea typeface="Segoe UI"/>
                <a:cs typeface="Segoe UI"/>
              </a:defRPr>
            </a:lvl2pPr>
            <a:lvl3pPr>
              <a:buNone/>
              <a:defRPr sz="1875" b="0">
                <a:solidFill>
                  <a:srgbClr val="566574"/>
                </a:solidFill>
                <a:latin typeface="Segoe UI"/>
                <a:ea typeface="Segoe UI"/>
                <a:cs typeface="Segoe UI"/>
              </a:defRPr>
            </a:lvl3pPr>
            <a:lvl4pPr>
              <a:buNone/>
              <a:defRPr sz="1875" b="0">
                <a:solidFill>
                  <a:srgbClr val="566574"/>
                </a:solidFill>
                <a:latin typeface="Segoe UI"/>
                <a:ea typeface="Segoe UI"/>
                <a:cs typeface="Segoe UI"/>
              </a:defRPr>
            </a:lvl4pPr>
            <a:lvl5pPr>
              <a:buNone/>
              <a:defRPr sz="1875" b="0">
                <a:solidFill>
                  <a:srgbClr val="566574"/>
                </a:solidFill>
                <a:latin typeface="Segoe UI"/>
                <a:ea typeface="Segoe UI"/>
                <a:cs typeface="Segoe UI"/>
              </a:defRPr>
            </a:lvl5pPr>
            <a:lvl6pPr>
              <a:buNone/>
              <a:defRPr sz="1875" b="0">
                <a:solidFill>
                  <a:srgbClr val="566574"/>
                </a:solidFill>
                <a:latin typeface="Segoe UI"/>
                <a:ea typeface="Segoe UI"/>
                <a:cs typeface="Segoe UI"/>
              </a:defRPr>
            </a:lvl6pPr>
            <a:lvl7pPr>
              <a:buNone/>
              <a:defRPr sz="1875" b="0">
                <a:solidFill>
                  <a:srgbClr val="566574"/>
                </a:solidFill>
                <a:latin typeface="Segoe UI"/>
                <a:ea typeface="Segoe UI"/>
                <a:cs typeface="Segoe UI"/>
              </a:defRPr>
            </a:lvl7pPr>
            <a:lvl8pPr>
              <a:buNone/>
              <a:defRPr sz="1875" b="0">
                <a:solidFill>
                  <a:srgbClr val="566574"/>
                </a:solidFill>
                <a:latin typeface="Segoe UI"/>
                <a:ea typeface="Segoe UI"/>
                <a:cs typeface="Segoe UI"/>
              </a:defRPr>
            </a:lvl8pPr>
            <a:lvl9pPr>
              <a:buNone/>
              <a:defRPr sz="1875" b="0">
                <a:solidFill>
                  <a:srgbClr val="566574"/>
                </a:solidFill>
                <a:latin typeface="Segoe UI"/>
                <a:ea typeface="Segoe UI"/>
                <a:cs typeface="Segoe UI"/>
              </a:defRPr>
            </a:lvl9pPr>
          </a:lstStyle>
          <a:p xmlns:a="http://schemas.openxmlformats.org/drawingml/2006/main">
            <a:pPr>
              <a:buNone/>
              <a:defRPr sz="1875" b="0">
                <a:solidFill>
                  <a:srgbClr val="566574"/>
                </a:solidFill>
                <a:latin typeface="Segoe UI"/>
                <a:ea typeface="Segoe UI"/>
                <a:cs typeface="Segoe UI"/>
              </a:defRPr>
            </a:pPr>
            <a:r>
              <a:rPr sz="1800" b="0">
                <a:solidFill>
                  <a:srgbClr val="566574"/>
                </a:solidFill>
                <a:latin typeface="Segoe UI"/>
                <a:ea typeface="Segoe UI"/>
                <a:cs typeface="Segoe UI"/>
              </a:rPr>
              <a:t>Use our real food and labels.</a:t>
            </a:r>
          </a:p>
        </p:txBody>
      </p:sp>
      <p:graphicFrame>
        <p:nvGraphicFramePr>
          <p:cNvPr id="5" name="">
            <a:extLst xmlns:a="http://schemas.openxmlformats.org/drawingml/2006/main">
              <a:ext uri="{FF2B5EF4-FFF2-40B4-BE49-F238E27FC236}">
                <a16:creationId xmlns:a16="http://schemas.microsoft.com/office/drawing/2014/main" id="{1F1D8009-61A1-4ABD-B8B1-9566CCD23664}"/>
              </a:ext>
            </a:extLst>
          </p:cNvPr>
          <p:cNvGraphicFramePr/>
          <p:nvPr/>
        </p:nvGraphicFramePr>
        <p:xfrm>
          <a:off xmlns:a="http://schemas.openxmlformats.org/drawingml/2006/main" x="533400" y="2047875"/>
          <a:ext xmlns:a="http://schemas.openxmlformats.org/drawingml/2006/main" cx="5810250" cy="3333750"/>
        </p:xfrm>
        <a:graphic xmlns:a="http://schemas.openxmlformats.org/drawingml/2006/main">
          <a:graphicData uri="http://schemas.openxmlformats.org/drawingml/2006/table">
            <a:tbl>
              <a:tblPr/>
              <a:tblGrid>
                <a:gridCol w="3524250"/>
                <a:gridCol w="2286000"/>
              </a:tblGrid>
              <a:tr h="476250">
                <a:tc>
                  <a:txBody>
                    <a:bodyPr/>
                    <a:lstStyle/>
                    <a:p>
                      <a:r>
                        <a:rPr sz="1800" b="1">
                          <a:solidFill>
                            <a:srgbClr val="19313E"/>
                          </a:solidFill>
                          <a:latin typeface="Segoe UI"/>
                          <a:ea typeface="Segoe UI"/>
                          <a:cs typeface="Segoe UI"/>
                        </a:rPr>
                        <a:t>Check</a:t>
                      </a:r>
                    </a:p>
                  </a:txBody>
                  <a:tcPr marL="91440" marR="91440" marT="45720" marB="45720">
                    <a:lnL w="9525">
                      <a:solidFill>
                        <a:srgbClr val="CDD8DD"/>
                      </a:solidFill>
                      <a:prstDash val="solid"/>
                    </a:lnL>
                    <a:lnR w="9525">
                      <a:solidFill>
                        <a:srgbClr val="CDD8DD"/>
                      </a:solidFill>
                      <a:prstDash val="solid"/>
                    </a:lnR>
                    <a:lnT w="9525">
                      <a:solidFill>
                        <a:srgbClr val="CDD8DD"/>
                      </a:solidFill>
                      <a:prstDash val="solid"/>
                    </a:lnT>
                    <a:lnB w="9525">
                      <a:solidFill>
                        <a:srgbClr val="CDD8DD"/>
                      </a:solidFill>
                      <a:prstDash val="solid"/>
                    </a:lnB>
                    <a:solidFill>
                      <a:srgbClr val="EDF2F4"/>
                    </a:solidFill>
                  </a:tcPr>
                </a:tc>
                <a:tc>
                  <a:txBody>
                    <a:bodyPr/>
                    <a:lstStyle/>
                    <a:p>
                      <a:r>
                        <a:rPr sz="1800" b="1">
                          <a:solidFill>
                            <a:srgbClr val="19313E"/>
                          </a:solidFill>
                          <a:latin typeface="Segoe UI"/>
                          <a:ea typeface="Segoe UI"/>
                          <a:cs typeface="Segoe UI"/>
                        </a:rPr>
                        <a:t>What we do</a:t>
                      </a:r>
                    </a:p>
                  </a:txBody>
                  <a:tcPr marL="91440" marR="91440" marT="45720" marB="45720">
                    <a:lnR w="9525">
                      <a:solidFill>
                        <a:srgbClr val="CDD8DD"/>
                      </a:solidFill>
                      <a:prstDash val="solid"/>
                    </a:lnR>
                    <a:lnT w="9525">
                      <a:solidFill>
                        <a:srgbClr val="CDD8DD"/>
                      </a:solidFill>
                      <a:prstDash val="solid"/>
                    </a:lnT>
                    <a:lnB w="9525">
                      <a:solidFill>
                        <a:srgbClr val="CDD8DD"/>
                      </a:solidFill>
                      <a:prstDash val="solid"/>
                    </a:lnB>
                    <a:solidFill>
                      <a:srgbClr val="EDF2F4"/>
                    </a:solidFill>
                  </a:tcPr>
                </a:tc>
              </a:tr>
              <a:tr h="476250">
                <a:tc>
                  <a:txBody>
                    <a:bodyPr/>
                    <a:lstStyle/>
                    <a:p>
                      <a:r>
                        <a:rPr sz="1800" b="0">
                          <a:solidFill>
                            <a:srgbClr val="19313E"/>
                          </a:solidFill>
                          <a:latin typeface="Segoe UI"/>
                          <a:ea typeface="Segoe UI"/>
                          <a:cs typeface="Segoe UI"/>
                        </a:rPr>
                        <a:t>Food name</a:t>
                      </a:r>
                    </a:p>
                  </a:txBody>
                  <a:tcPr marL="91440" marR="91440" marT="45720" marB="45720">
                    <a:lnL w="9525">
                      <a:solidFill>
                        <a:srgbClr val="CDD8DD"/>
                      </a:solidFill>
                      <a:prstDash val="solid"/>
                    </a:lnL>
                    <a:lnR w="9525">
                      <a:solidFill>
                        <a:srgbClr val="CDD8DD"/>
                      </a:solidFill>
                      <a:prstDash val="solid"/>
                    </a:lnR>
                    <a:lnB w="9525">
                      <a:solidFill>
                        <a:srgbClr val="CDD8DD"/>
                      </a:solidFill>
                      <a:prstDash val="solid"/>
                    </a:lnB>
                    <a:solidFill>
                      <a:srgbClr val="FFFFFF"/>
                    </a:solidFill>
                  </a:tcPr>
                </a:tc>
                <a:tc>
                  <a:txBody>
                    <a:bodyPr/>
                    <a:lstStyle/>
                    <a:p>
                      <a:r>
                        <a:rPr sz="1800" b="0">
                          <a:solidFill>
                            <a:srgbClr val="19313E"/>
                          </a:solidFill>
                          <a:latin typeface="Segoe UI"/>
                          <a:ea typeface="Segoe UI"/>
                          <a:cs typeface="Segoe UI"/>
                        </a:rPr>
                        <a:t>Match this batch</a:t>
                      </a:r>
                    </a:p>
                  </a:txBody>
                  <a:tcPr marL="91440" marR="91440" marT="45720" marB="45720">
                    <a:lnR w="9525">
                      <a:solidFill>
                        <a:srgbClr val="CDD8DD"/>
                      </a:solidFill>
                      <a:prstDash val="solid"/>
                    </a:lnR>
                    <a:lnB w="9525">
                      <a:solidFill>
                        <a:srgbClr val="CDD8DD"/>
                      </a:solidFill>
                      <a:prstDash val="solid"/>
                    </a:lnB>
                    <a:solidFill>
                      <a:srgbClr val="FFFFFF"/>
                    </a:solidFill>
                  </a:tcPr>
                </a:tc>
              </a:tr>
              <a:tr h="476250">
                <a:tc>
                  <a:txBody>
                    <a:bodyPr/>
                    <a:lstStyle/>
                    <a:p>
                      <a:r>
                        <a:rPr sz="1800" b="0">
                          <a:solidFill>
                            <a:srgbClr val="19313E"/>
                          </a:solidFill>
                          <a:latin typeface="Segoe UI"/>
                          <a:ea typeface="Segoe UI"/>
                          <a:cs typeface="Segoe UI"/>
                        </a:rPr>
                        <a:t>Ingredients</a:t>
                      </a:r>
                    </a:p>
                  </a:txBody>
                  <a:tcPr marL="91440" marR="91440" marT="45720" marB="45720">
                    <a:lnL w="9525">
                      <a:solidFill>
                        <a:srgbClr val="CDD8DD"/>
                      </a:solidFill>
                      <a:prstDash val="solid"/>
                    </a:lnL>
                    <a:lnR w="9525">
                      <a:solidFill>
                        <a:srgbClr val="CDD8DD"/>
                      </a:solidFill>
                      <a:prstDash val="solid"/>
                    </a:lnR>
                    <a:lnB w="9525">
                      <a:solidFill>
                        <a:srgbClr val="CDD8DD"/>
                      </a:solidFill>
                      <a:prstDash val="solid"/>
                    </a:lnB>
                    <a:solidFill>
                      <a:srgbClr val="FFFFFF"/>
                    </a:solidFill>
                  </a:tcPr>
                </a:tc>
                <a:tc>
                  <a:txBody>
                    <a:bodyPr/>
                    <a:lstStyle/>
                    <a:p>
                      <a:r>
                        <a:rPr sz="1800" b="0">
                          <a:solidFill>
                            <a:srgbClr val="19313E"/>
                          </a:solidFill>
                          <a:latin typeface="Segoe UI"/>
                          <a:ea typeface="Segoe UI"/>
                          <a:cs typeface="Segoe UI"/>
                        </a:rPr>
                        <a:t>Read all packs</a:t>
                      </a:r>
                    </a:p>
                  </a:txBody>
                  <a:tcPr marL="91440" marR="91440" marT="45720" marB="45720">
                    <a:lnR w="9525">
                      <a:solidFill>
                        <a:srgbClr val="CDD8DD"/>
                      </a:solidFill>
                      <a:prstDash val="solid"/>
                    </a:lnR>
                    <a:lnB w="9525">
                      <a:solidFill>
                        <a:srgbClr val="CDD8DD"/>
                      </a:solidFill>
                      <a:prstDash val="solid"/>
                    </a:lnB>
                    <a:solidFill>
                      <a:srgbClr val="FFFFFF"/>
                    </a:solidFill>
                  </a:tcPr>
                </a:tc>
              </a:tr>
              <a:tr h="476250">
                <a:tc>
                  <a:txBody>
                    <a:bodyPr/>
                    <a:lstStyle/>
                    <a:p>
                      <a:r>
                        <a:rPr sz="1800" b="0">
                          <a:solidFill>
                            <a:srgbClr val="19313E"/>
                          </a:solidFill>
                          <a:latin typeface="Segoe UI"/>
                          <a:ea typeface="Segoe UI"/>
                          <a:cs typeface="Segoe UI"/>
                        </a:rPr>
                        <a:t>Toppings</a:t>
                      </a:r>
                    </a:p>
                  </a:txBody>
                  <a:tcPr marL="91440" marR="91440" marT="45720" marB="45720">
                    <a:lnL w="9525">
                      <a:solidFill>
                        <a:srgbClr val="CDD8DD"/>
                      </a:solidFill>
                      <a:prstDash val="solid"/>
                    </a:lnL>
                    <a:lnR w="9525">
                      <a:solidFill>
                        <a:srgbClr val="CDD8DD"/>
                      </a:solidFill>
                      <a:prstDash val="solid"/>
                    </a:lnR>
                    <a:lnB w="9525">
                      <a:solidFill>
                        <a:srgbClr val="CDD8DD"/>
                      </a:solidFill>
                      <a:prstDash val="solid"/>
                    </a:lnB>
                    <a:solidFill>
                      <a:srgbClr val="FFFFFF"/>
                    </a:solidFill>
                  </a:tcPr>
                </a:tc>
                <a:tc>
                  <a:txBody>
                    <a:bodyPr/>
                    <a:lstStyle/>
                    <a:p>
                      <a:r>
                        <a:rPr sz="1800" b="0">
                          <a:solidFill>
                            <a:srgbClr val="19313E"/>
                          </a:solidFill>
                          <a:latin typeface="Segoe UI"/>
                          <a:ea typeface="Segoe UI"/>
                          <a:cs typeface="Segoe UI"/>
                        </a:rPr>
                        <a:t>Add each one</a:t>
                      </a:r>
                    </a:p>
                  </a:txBody>
                  <a:tcPr marL="91440" marR="91440" marT="45720" marB="45720">
                    <a:lnR w="9525">
                      <a:solidFill>
                        <a:srgbClr val="CDD8DD"/>
                      </a:solidFill>
                      <a:prstDash val="solid"/>
                    </a:lnR>
                    <a:lnB w="9525">
                      <a:solidFill>
                        <a:srgbClr val="CDD8DD"/>
                      </a:solidFill>
                      <a:prstDash val="solid"/>
                    </a:lnB>
                    <a:solidFill>
                      <a:srgbClr val="FFFFFF"/>
                    </a:solidFill>
                  </a:tcPr>
                </a:tc>
              </a:tr>
              <a:tr h="476250">
                <a:tc>
                  <a:txBody>
                    <a:bodyPr/>
                    <a:lstStyle/>
                    <a:p>
                      <a:r>
                        <a:rPr sz="1800" b="0">
                          <a:solidFill>
                            <a:srgbClr val="19313E"/>
                          </a:solidFill>
                          <a:latin typeface="Segoe UI"/>
                          <a:ea typeface="Segoe UI"/>
                          <a:cs typeface="Segoe UI"/>
                        </a:rPr>
                        <a:t>Allergens</a:t>
                      </a:r>
                    </a:p>
                  </a:txBody>
                  <a:tcPr marL="91440" marR="91440" marT="45720" marB="45720">
                    <a:lnL w="9525">
                      <a:solidFill>
                        <a:srgbClr val="CDD8DD"/>
                      </a:solidFill>
                      <a:prstDash val="solid"/>
                    </a:lnL>
                    <a:lnR w="9525">
                      <a:solidFill>
                        <a:srgbClr val="CDD8DD"/>
                      </a:solidFill>
                      <a:prstDash val="solid"/>
                    </a:lnR>
                    <a:lnB w="9525">
                      <a:solidFill>
                        <a:srgbClr val="CDD8DD"/>
                      </a:solidFill>
                      <a:prstDash val="solid"/>
                    </a:lnB>
                    <a:solidFill>
                      <a:srgbClr val="FFFFFF"/>
                    </a:solidFill>
                  </a:tcPr>
                </a:tc>
                <a:tc>
                  <a:txBody>
                    <a:bodyPr/>
                    <a:lstStyle/>
                    <a:p>
                      <a:r>
                        <a:rPr sz="1800" b="0">
                          <a:solidFill>
                            <a:srgbClr val="19313E"/>
                          </a:solidFill>
                          <a:latin typeface="Segoe UI"/>
                          <a:ea typeface="Segoe UI"/>
                          <a:cs typeface="Segoe UI"/>
                        </a:rPr>
                        <a:t>Adult checks</a:t>
                      </a:r>
                    </a:p>
                  </a:txBody>
                  <a:tcPr marL="91440" marR="91440" marT="45720" marB="45720">
                    <a:lnR w="9525">
                      <a:solidFill>
                        <a:srgbClr val="CDD8DD"/>
                      </a:solidFill>
                      <a:prstDash val="solid"/>
                    </a:lnR>
                    <a:lnB w="9525">
                      <a:solidFill>
                        <a:srgbClr val="CDD8DD"/>
                      </a:solidFill>
                      <a:prstDash val="solid"/>
                    </a:lnB>
                    <a:solidFill>
                      <a:srgbClr val="FFFFFF"/>
                    </a:solidFill>
                  </a:tcPr>
                </a:tc>
              </a:tr>
              <a:tr h="476250">
                <a:tc>
                  <a:txBody>
                    <a:bodyPr/>
                    <a:lstStyle/>
                    <a:p>
                      <a:r>
                        <a:rPr sz="1800" b="0">
                          <a:solidFill>
                            <a:srgbClr val="19313E"/>
                          </a:solidFill>
                          <a:latin typeface="Segoe UI"/>
                          <a:ea typeface="Segoe UI"/>
                          <a:cs typeface="Segoe UI"/>
                        </a:rPr>
                        <a:t>Label</a:t>
                      </a:r>
                    </a:p>
                  </a:txBody>
                  <a:tcPr marL="91440" marR="91440" marT="45720" marB="45720">
                    <a:lnL w="9525">
                      <a:solidFill>
                        <a:srgbClr val="CDD8DD"/>
                      </a:solidFill>
                      <a:prstDash val="solid"/>
                    </a:lnL>
                    <a:lnR w="9525">
                      <a:solidFill>
                        <a:srgbClr val="CDD8DD"/>
                      </a:solidFill>
                      <a:prstDash val="solid"/>
                    </a:lnR>
                    <a:lnB w="9525">
                      <a:solidFill>
                        <a:srgbClr val="CDD8DD"/>
                      </a:solidFill>
                      <a:prstDash val="solid"/>
                    </a:lnB>
                    <a:solidFill>
                      <a:srgbClr val="FFFFFF"/>
                    </a:solidFill>
                  </a:tcPr>
                </a:tc>
                <a:tc>
                  <a:txBody>
                    <a:bodyPr/>
                    <a:lstStyle/>
                    <a:p>
                      <a:r>
                        <a:rPr sz="1800" b="0">
                          <a:solidFill>
                            <a:srgbClr val="19313E"/>
                          </a:solidFill>
                          <a:latin typeface="Segoe UI"/>
                          <a:ea typeface="Segoe UI"/>
                          <a:cs typeface="Segoe UI"/>
                        </a:rPr>
                        <a:t>Match this item</a:t>
                      </a:r>
                    </a:p>
                  </a:txBody>
                  <a:tcPr marL="91440" marR="91440" marT="45720" marB="45720">
                    <a:lnR w="9525">
                      <a:solidFill>
                        <a:srgbClr val="CDD8DD"/>
                      </a:solidFill>
                      <a:prstDash val="solid"/>
                    </a:lnR>
                    <a:lnB w="9525">
                      <a:solidFill>
                        <a:srgbClr val="CDD8DD"/>
                      </a:solidFill>
                      <a:prstDash val="solid"/>
                    </a:lnB>
                    <a:solidFill>
                      <a:srgbClr val="FFFFFF"/>
                    </a:solidFill>
                  </a:tcPr>
                </a:tc>
              </a:tr>
              <a:tr h="476250">
                <a:tc>
                  <a:txBody>
                    <a:bodyPr/>
                    <a:lstStyle/>
                    <a:p>
                      <a:r>
                        <a:rPr sz="1800" b="0">
                          <a:solidFill>
                            <a:srgbClr val="19313E"/>
                          </a:solidFill>
                          <a:latin typeface="Segoe UI"/>
                          <a:ea typeface="Segoe UI"/>
                          <a:cs typeface="Segoe UI"/>
                        </a:rPr>
                        <a:t>Not clear?</a:t>
                      </a:r>
                    </a:p>
                  </a:txBody>
                  <a:tcPr marL="91440" marR="91440" marT="45720" marB="45720">
                    <a:lnL w="9525">
                      <a:solidFill>
                        <a:srgbClr val="CDD8DD"/>
                      </a:solidFill>
                      <a:prstDash val="solid"/>
                    </a:lnL>
                    <a:lnR w="9525">
                      <a:solidFill>
                        <a:srgbClr val="CDD8DD"/>
                      </a:solidFill>
                      <a:prstDash val="solid"/>
                    </a:lnR>
                    <a:lnB w="9525">
                      <a:solidFill>
                        <a:srgbClr val="CDD8DD"/>
                      </a:solidFill>
                      <a:prstDash val="solid"/>
                    </a:lnB>
                    <a:solidFill>
                      <a:srgbClr val="FFFFFF"/>
                    </a:solidFill>
                  </a:tcPr>
                </a:tc>
                <a:tc>
                  <a:txBody>
                    <a:bodyPr/>
                    <a:lstStyle/>
                    <a:p>
                      <a:r>
                        <a:rPr sz="1800" b="0">
                          <a:solidFill>
                            <a:srgbClr val="19313E"/>
                          </a:solidFill>
                          <a:latin typeface="Segoe UI"/>
                          <a:ea typeface="Segoe UI"/>
                          <a:cs typeface="Segoe UI"/>
                        </a:rPr>
                        <a:t>Stop. Ask an adult.</a:t>
                      </a:r>
                    </a:p>
                  </a:txBody>
                  <a:tcPr marL="91440" marR="91440" marT="45720" marB="45720">
                    <a:lnR w="9525">
                      <a:solidFill>
                        <a:srgbClr val="CDD8DD"/>
                      </a:solidFill>
                      <a:prstDash val="solid"/>
                    </a:lnR>
                    <a:lnB w="9525">
                      <a:solidFill>
                        <a:srgbClr val="CDD8DD"/>
                      </a:solidFill>
                      <a:prstDash val="solid"/>
                    </a:lnB>
                    <a:solidFill>
                      <a:srgbClr val="FFFFFF"/>
                    </a:solidFill>
                  </a:tcPr>
                </a:tc>
              </a:tr>
            </a:tbl>
          </a:graphicData>
        </a:graphic>
      </p:graphicFrame>
      <p:sp>
        <p:nvSpPr>
          <p:cNvPr id="6" name="hinge">
            <a:extLst xmlns:a="http://schemas.openxmlformats.org/drawingml/2006/main">
              <a:ext uri="{FF2B5EF4-FFF2-40B4-BE49-F238E27FC236}">
                <a16:creationId xmlns:a16="http://schemas.microsoft.com/office/drawing/2014/main" id="{4E746F67-49C9-4D2A-A911-D4CC9D42ADC4}"/>
              </a:ext>
            </a:extLst>
          </p:cNvPr>
          <p:cNvSpPr>
            <a:spLocks xmlns:a="http://schemas.openxmlformats.org/drawingml/2006/main" noGrp="1"/>
          </p:cNvSpPr>
          <p:nvPr/>
        </p:nvSpPr>
        <p:spPr>
          <a:xfrm xmlns:a="http://schemas.openxmlformats.org/drawingml/2006/main">
            <a:off x="6858000" y="2047875"/>
            <a:ext cx="4667250" cy="3238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250" b="0">
                <a:solidFill>
                  <a:srgbClr val="192E3B"/>
                </a:solidFill>
                <a:latin typeface="Segoe UI"/>
                <a:ea typeface="Segoe UI"/>
                <a:cs typeface="Segoe UI"/>
              </a:defRPr>
            </a:defPPr>
            <a:lvl1pPr>
              <a:buNone/>
              <a:defRPr sz="2250" b="0">
                <a:solidFill>
                  <a:srgbClr val="192E3B"/>
                </a:solidFill>
                <a:latin typeface="Segoe UI"/>
                <a:ea typeface="Segoe UI"/>
                <a:cs typeface="Segoe UI"/>
              </a:defRPr>
            </a:lvl1pPr>
            <a:lvl2pPr>
              <a:buNone/>
              <a:defRPr sz="2250" b="0">
                <a:solidFill>
                  <a:srgbClr val="192E3B"/>
                </a:solidFill>
                <a:latin typeface="Segoe UI"/>
                <a:ea typeface="Segoe UI"/>
                <a:cs typeface="Segoe UI"/>
              </a:defRPr>
            </a:lvl2pPr>
            <a:lvl3pPr>
              <a:buNone/>
              <a:defRPr sz="2250" b="0">
                <a:solidFill>
                  <a:srgbClr val="192E3B"/>
                </a:solidFill>
                <a:latin typeface="Segoe UI"/>
                <a:ea typeface="Segoe UI"/>
                <a:cs typeface="Segoe UI"/>
              </a:defRPr>
            </a:lvl3pPr>
            <a:lvl4pPr>
              <a:buNone/>
              <a:defRPr sz="2250" b="0">
                <a:solidFill>
                  <a:srgbClr val="192E3B"/>
                </a:solidFill>
                <a:latin typeface="Segoe UI"/>
                <a:ea typeface="Segoe UI"/>
                <a:cs typeface="Segoe UI"/>
              </a:defRPr>
            </a:lvl4pPr>
            <a:lvl5pPr>
              <a:buNone/>
              <a:defRPr sz="2250" b="0">
                <a:solidFill>
                  <a:srgbClr val="192E3B"/>
                </a:solidFill>
                <a:latin typeface="Segoe UI"/>
                <a:ea typeface="Segoe UI"/>
                <a:cs typeface="Segoe UI"/>
              </a:defRPr>
            </a:lvl5pPr>
            <a:lvl6pPr>
              <a:buNone/>
              <a:defRPr sz="2250" b="0">
                <a:solidFill>
                  <a:srgbClr val="192E3B"/>
                </a:solidFill>
                <a:latin typeface="Segoe UI"/>
                <a:ea typeface="Segoe UI"/>
                <a:cs typeface="Segoe UI"/>
              </a:defRPr>
            </a:lvl6pPr>
            <a:lvl7pPr>
              <a:buNone/>
              <a:defRPr sz="2250" b="0">
                <a:solidFill>
                  <a:srgbClr val="192E3B"/>
                </a:solidFill>
                <a:latin typeface="Segoe UI"/>
                <a:ea typeface="Segoe UI"/>
                <a:cs typeface="Segoe UI"/>
              </a:defRPr>
            </a:lvl7pPr>
            <a:lvl8pPr>
              <a:buNone/>
              <a:defRPr sz="2250" b="0">
                <a:solidFill>
                  <a:srgbClr val="192E3B"/>
                </a:solidFill>
                <a:latin typeface="Segoe UI"/>
                <a:ea typeface="Segoe UI"/>
                <a:cs typeface="Segoe UI"/>
              </a:defRPr>
            </a:lvl8pPr>
            <a:lvl9pPr>
              <a:buNone/>
              <a:defRPr sz="2250" b="0">
                <a:solidFill>
                  <a:srgbClr val="192E3B"/>
                </a:solidFill>
                <a:latin typeface="Segoe UI"/>
                <a:ea typeface="Segoe UI"/>
                <a:cs typeface="Segoe UI"/>
              </a:defRPr>
            </a:lvl9pPr>
          </a:lstStyle>
          <a:p xmlns:a="http://schemas.openxmlformats.org/drawingml/2006/main">
            <a:pPr>
              <a:buNone/>
              <a:defRPr sz="2250" b="0">
                <a:solidFill>
                  <a:srgbClr val="192E3B"/>
                </a:solidFill>
                <a:latin typeface="Segoe UI"/>
                <a:ea typeface="Segoe UI"/>
                <a:cs typeface="Segoe UI"/>
              </a:defRPr>
            </a:pPr>
            <a:r>
              <a:rPr sz="2250" b="0">
                <a:solidFill>
                  <a:srgbClr val="192E3B"/>
                </a:solidFill>
                <a:latin typeface="Segoe UI"/>
                <a:ea typeface="Segoe UI"/>
                <a:cs typeface="Segoe UI"/>
              </a:rPr>
              <a:t>New topping. Old label.</a:t>
            </a:r>
          </a:p>
          <a:p xmlns:a="http://schemas.openxmlformats.org/drawingml/2006/main">
            <a:pPr>
              <a:buNone/>
              <a:defRPr sz="2250" b="0">
                <a:solidFill>
                  <a:srgbClr val="192E3B"/>
                </a:solidFill>
                <a:latin typeface="Segoe UI"/>
                <a:ea typeface="Segoe UI"/>
                <a:cs typeface="Segoe UI"/>
              </a:defRPr>
            </a:pPr>
            <a:r>
              <a:rPr sz="2250" b="0">
                <a:solidFill>
                  <a:srgbClr val="192E3B"/>
                </a:solidFill>
                <a:latin typeface="Segoe UI"/>
                <a:ea typeface="Segoe UI"/>
                <a:cs typeface="Segoe UI"/>
              </a:rPr>
              <a:t>What next?</a:t>
            </a:r>
          </a:p>
          <a:p xmlns:a="http://schemas.openxmlformats.org/drawingml/2006/main">
            <a:pPr>
              <a:buNone/>
              <a:defRPr sz="2250" b="0">
                <a:solidFill>
                  <a:srgbClr val="192E3B"/>
                </a:solidFill>
                <a:latin typeface="Segoe UI"/>
                <a:ea typeface="Segoe UI"/>
                <a:cs typeface="Segoe UI"/>
              </a:defRPr>
            </a:pPr>
            <a:r>
              <a:rPr sz="2250" b="0">
                <a:solidFill>
                  <a:srgbClr val="192E3B"/>
                </a:solidFill>
                <a:latin typeface="Segoe UI"/>
                <a:ea typeface="Segoe UI"/>
                <a:cs typeface="Segoe UI"/>
              </a:rPr>
              <a:t>A Put it out.</a:t>
            </a:r>
          </a:p>
          <a:p xmlns:a="http://schemas.openxmlformats.org/drawingml/2006/main">
            <a:pPr>
              <a:buNone/>
              <a:defRPr sz="2250" b="0">
                <a:solidFill>
                  <a:srgbClr val="192E3B"/>
                </a:solidFill>
                <a:latin typeface="Segoe UI"/>
                <a:ea typeface="Segoe UI"/>
                <a:cs typeface="Segoe UI"/>
              </a:defRPr>
            </a:pPr>
            <a:r>
              <a:rPr sz="2250" b="0">
                <a:solidFill>
                  <a:srgbClr val="192E3B"/>
                </a:solidFill>
                <a:latin typeface="Segoe UI"/>
                <a:ea typeface="Segoe UI"/>
                <a:cs typeface="Segoe UI"/>
              </a:rPr>
              <a:t>B Stop. Ask an adult.</a:t>
            </a:r>
          </a:p>
          <a:p xmlns:a="http://schemas.openxmlformats.org/drawingml/2006/main">
            <a:pPr>
              <a:buNone/>
              <a:defRPr sz="2250" b="0">
                <a:solidFill>
                  <a:srgbClr val="192E3B"/>
                </a:solidFill>
                <a:latin typeface="Segoe UI"/>
                <a:ea typeface="Segoe UI"/>
                <a:cs typeface="Segoe UI"/>
              </a:defRPr>
            </a:pPr>
            <a:r>
              <a:rPr sz="2250" b="0">
                <a:solidFill>
                  <a:srgbClr val="192E3B"/>
                </a:solidFill>
                <a:latin typeface="Segoe UI"/>
                <a:ea typeface="Segoe UI"/>
                <a:cs typeface="Segoe UI"/>
              </a:rPr>
              <a:t>C Guess it is safe.</a:t>
            </a:r>
          </a:p>
          <a:p xmlns:a="http://schemas.openxmlformats.org/drawingml/2006/main">
            <a:pPr>
              <a:buNone/>
              <a:defRPr sz="2250" b="0">
                <a:solidFill>
                  <a:srgbClr val="192E3B"/>
                </a:solidFill>
                <a:latin typeface="Segoe UI"/>
                <a:ea typeface="Segoe UI"/>
                <a:cs typeface="Segoe UI"/>
              </a:defRPr>
            </a:pPr>
            <a:r>
              <a:rPr sz="2250" b="0">
                <a:solidFill>
                  <a:srgbClr val="192E3B"/>
                </a:solidFill>
                <a:latin typeface="Segoe UI"/>
                <a:ea typeface="Segoe UI"/>
                <a:cs typeface="Segoe UI"/>
              </a:rPr>
              <a:t>I choose __ because __.</a:t>
            </a:r>
          </a:p>
        </p:txBody>
      </p:sp>
      <p:sp>
        <p:nvSpPr>
          <p:cNvPr id="7" name="model-assumption">
            <a:extLst xmlns:a="http://schemas.openxmlformats.org/drawingml/2006/main">
              <a:ext uri="{FF2B5EF4-FFF2-40B4-BE49-F238E27FC236}">
                <a16:creationId xmlns:a16="http://schemas.microsoft.com/office/drawing/2014/main" id="{9B7D598A-FC4E-4390-8EA8-D611C72B2202}"/>
              </a:ext>
            </a:extLst>
          </p:cNvPr>
          <p:cNvSpPr>
            <a:spLocks xmlns:a="http://schemas.openxmlformats.org/drawingml/2006/main" noGrp="1"/>
          </p:cNvSpPr>
          <p:nvPr/>
        </p:nvSpPr>
        <p:spPr>
          <a:xfrm xmlns:a="http://schemas.openxmlformats.org/drawingml/2006/main">
            <a:off x="533400" y="5810250"/>
            <a:ext cx="11001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0">
                <a:solidFill>
                  <a:srgbClr val="566574"/>
                </a:solidFill>
                <a:latin typeface="Segoe UI"/>
                <a:ea typeface="Segoe UI"/>
                <a:cs typeface="Segoe UI"/>
              </a:defRPr>
            </a:defPPr>
            <a:lvl1pPr>
              <a:buNone/>
              <a:defRPr sz="1725" b="0">
                <a:solidFill>
                  <a:srgbClr val="566574"/>
                </a:solidFill>
                <a:latin typeface="Segoe UI"/>
                <a:ea typeface="Segoe UI"/>
                <a:cs typeface="Segoe UI"/>
              </a:defRPr>
            </a:lvl1pPr>
            <a:lvl2pPr>
              <a:buNone/>
              <a:defRPr sz="1725" b="0">
                <a:solidFill>
                  <a:srgbClr val="566574"/>
                </a:solidFill>
                <a:latin typeface="Segoe UI"/>
                <a:ea typeface="Segoe UI"/>
                <a:cs typeface="Segoe UI"/>
              </a:defRPr>
            </a:lvl2pPr>
            <a:lvl3pPr>
              <a:buNone/>
              <a:defRPr sz="1725" b="0">
                <a:solidFill>
                  <a:srgbClr val="566574"/>
                </a:solidFill>
                <a:latin typeface="Segoe UI"/>
                <a:ea typeface="Segoe UI"/>
                <a:cs typeface="Segoe UI"/>
              </a:defRPr>
            </a:lvl3pPr>
            <a:lvl4pPr>
              <a:buNone/>
              <a:defRPr sz="1725" b="0">
                <a:solidFill>
                  <a:srgbClr val="566574"/>
                </a:solidFill>
                <a:latin typeface="Segoe UI"/>
                <a:ea typeface="Segoe UI"/>
                <a:cs typeface="Segoe UI"/>
              </a:defRPr>
            </a:lvl4pPr>
            <a:lvl5pPr>
              <a:buNone/>
              <a:defRPr sz="1725" b="0">
                <a:solidFill>
                  <a:srgbClr val="566574"/>
                </a:solidFill>
                <a:latin typeface="Segoe UI"/>
                <a:ea typeface="Segoe UI"/>
                <a:cs typeface="Segoe UI"/>
              </a:defRPr>
            </a:lvl5pPr>
            <a:lvl6pPr>
              <a:buNone/>
              <a:defRPr sz="1725" b="0">
                <a:solidFill>
                  <a:srgbClr val="566574"/>
                </a:solidFill>
                <a:latin typeface="Segoe UI"/>
                <a:ea typeface="Segoe UI"/>
                <a:cs typeface="Segoe UI"/>
              </a:defRPr>
            </a:lvl6pPr>
            <a:lvl7pPr>
              <a:buNone/>
              <a:defRPr sz="1725" b="0">
                <a:solidFill>
                  <a:srgbClr val="566574"/>
                </a:solidFill>
                <a:latin typeface="Segoe UI"/>
                <a:ea typeface="Segoe UI"/>
                <a:cs typeface="Segoe UI"/>
              </a:defRPr>
            </a:lvl7pPr>
            <a:lvl8pPr>
              <a:buNone/>
              <a:defRPr sz="1725" b="0">
                <a:solidFill>
                  <a:srgbClr val="566574"/>
                </a:solidFill>
                <a:latin typeface="Segoe UI"/>
                <a:ea typeface="Segoe UI"/>
                <a:cs typeface="Segoe UI"/>
              </a:defRPr>
            </a:lvl8pPr>
            <a:lvl9pPr>
              <a:buNone/>
              <a:defRPr sz="1725" b="0">
                <a:solidFill>
                  <a:srgbClr val="566574"/>
                </a:solidFill>
                <a:latin typeface="Segoe UI"/>
                <a:ea typeface="Segoe UI"/>
                <a:cs typeface="Segoe UI"/>
              </a:defRPr>
            </a:lvl9pPr>
          </a:lstStyle>
          <a:p xmlns:a="http://schemas.openxmlformats.org/drawingml/2006/main">
            <a:pPr>
              <a:buNone/>
              <a:defRPr sz="1725" b="0">
                <a:solidFill>
                  <a:srgbClr val="566574"/>
                </a:solidFill>
                <a:latin typeface="Segoe UI"/>
                <a:ea typeface="Segoe UI"/>
                <a:cs typeface="Segoe UI"/>
              </a:defRPr>
            </a:pPr>
            <a:r>
              <a:rPr sz="1800" b="0">
                <a:solidFill>
                  <a:srgbClr val="566574"/>
                </a:solidFill>
                <a:latin typeface="Segoe UI"/>
                <a:ea typeface="Segoe UI"/>
                <a:cs typeface="Segoe UI"/>
              </a:rPr>
              <a:t>B. Keep the food off the stall until the adult checks it.</a:t>
            </a:r>
          </a:p>
        </p:txBody>
      </p:sp>
      <p:sp>
        <p:nvSpPr>
          <p:cNvPr id="8" name="credit">
            <a:extLst xmlns:a="http://schemas.openxmlformats.org/drawingml/2006/main">
              <a:ext uri="{FF2B5EF4-FFF2-40B4-BE49-F238E27FC236}">
                <a16:creationId xmlns:a16="http://schemas.microsoft.com/office/drawing/2014/main" id="{099304F5-9B0A-4213-B910-03C9900C2182}"/>
              </a:ext>
            </a:extLst>
          </p:cNvPr>
          <p:cNvSpPr>
            <a:spLocks xmlns:a="http://schemas.openxmlformats.org/drawingml/2006/main" noGrp="1"/>
          </p:cNvSpPr>
          <p:nvPr/>
        </p:nvSpPr>
        <p:spPr>
          <a:xfrm xmlns:a="http://schemas.openxmlformats.org/drawingml/2006/main">
            <a:off x="533400" y="6515100"/>
            <a:ext cx="1104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788" b="0">
                <a:solidFill>
                  <a:srgbClr val="566574"/>
                </a:solidFill>
                <a:latin typeface="Segoe UI"/>
                <a:ea typeface="Segoe UI"/>
                <a:cs typeface="Segoe UI"/>
              </a:defRPr>
            </a:defPPr>
            <a:lvl1pPr>
              <a:buNone/>
              <a:defRPr sz="788" b="0">
                <a:solidFill>
                  <a:srgbClr val="566574"/>
                </a:solidFill>
                <a:latin typeface="Segoe UI"/>
                <a:ea typeface="Segoe UI"/>
                <a:cs typeface="Segoe UI"/>
              </a:defRPr>
            </a:lvl1pPr>
            <a:lvl2pPr>
              <a:buNone/>
              <a:defRPr sz="788" b="0">
                <a:solidFill>
                  <a:srgbClr val="566574"/>
                </a:solidFill>
                <a:latin typeface="Segoe UI"/>
                <a:ea typeface="Segoe UI"/>
                <a:cs typeface="Segoe UI"/>
              </a:defRPr>
            </a:lvl2pPr>
            <a:lvl3pPr>
              <a:buNone/>
              <a:defRPr sz="788" b="0">
                <a:solidFill>
                  <a:srgbClr val="566574"/>
                </a:solidFill>
                <a:latin typeface="Segoe UI"/>
                <a:ea typeface="Segoe UI"/>
                <a:cs typeface="Segoe UI"/>
              </a:defRPr>
            </a:lvl3pPr>
            <a:lvl4pPr>
              <a:buNone/>
              <a:defRPr sz="788" b="0">
                <a:solidFill>
                  <a:srgbClr val="566574"/>
                </a:solidFill>
                <a:latin typeface="Segoe UI"/>
                <a:ea typeface="Segoe UI"/>
                <a:cs typeface="Segoe UI"/>
              </a:defRPr>
            </a:lvl4pPr>
            <a:lvl5pPr>
              <a:buNone/>
              <a:defRPr sz="788" b="0">
                <a:solidFill>
                  <a:srgbClr val="566574"/>
                </a:solidFill>
                <a:latin typeface="Segoe UI"/>
                <a:ea typeface="Segoe UI"/>
                <a:cs typeface="Segoe UI"/>
              </a:defRPr>
            </a:lvl5pPr>
            <a:lvl6pPr>
              <a:buNone/>
              <a:defRPr sz="788" b="0">
                <a:solidFill>
                  <a:srgbClr val="566574"/>
                </a:solidFill>
                <a:latin typeface="Segoe UI"/>
                <a:ea typeface="Segoe UI"/>
                <a:cs typeface="Segoe UI"/>
              </a:defRPr>
            </a:lvl6pPr>
            <a:lvl7pPr>
              <a:buNone/>
              <a:defRPr sz="788" b="0">
                <a:solidFill>
                  <a:srgbClr val="566574"/>
                </a:solidFill>
                <a:latin typeface="Segoe UI"/>
                <a:ea typeface="Segoe UI"/>
                <a:cs typeface="Segoe UI"/>
              </a:defRPr>
            </a:lvl7pPr>
            <a:lvl8pPr>
              <a:buNone/>
              <a:defRPr sz="788" b="0">
                <a:solidFill>
                  <a:srgbClr val="566574"/>
                </a:solidFill>
                <a:latin typeface="Segoe UI"/>
                <a:ea typeface="Segoe UI"/>
                <a:cs typeface="Segoe UI"/>
              </a:defRPr>
            </a:lvl8pPr>
            <a:lvl9pPr>
              <a:buNone/>
              <a:defRPr sz="788" b="0">
                <a:solidFill>
                  <a:srgbClr val="566574"/>
                </a:solidFill>
                <a:latin typeface="Segoe UI"/>
                <a:ea typeface="Segoe UI"/>
                <a:cs typeface="Segoe UI"/>
              </a:defRPr>
            </a:lvl9pPr>
          </a:lstStyle>
          <a:p xmlns:a="http://schemas.openxmlformats.org/drawingml/2006/main">
            <a:pPr>
              <a:buNone/>
              <a:defRPr sz="788" b="0">
                <a:solidFill>
                  <a:srgbClr val="566574"/>
                </a:solidFill>
                <a:latin typeface="Segoe UI"/>
                <a:ea typeface="Segoe UI"/>
                <a:cs typeface="Segoe UI"/>
              </a:defRPr>
            </a:pPr>
            <a:r>
              <a:rPr sz="788" b="0">
                <a:solidFill>
                  <a:srgbClr val="566574"/>
                </a:solidFill>
                <a:latin typeface="Segoe UI"/>
                <a:ea typeface="Segoe UI"/>
                <a:cs typeface="Segoe UI"/>
              </a:rPr>
              <a:t>Made by Matt · © Matt Roper · CC BY-NC-SA 4.0: free for classroom use, share and adapt with credit, no resale</a:t>
            </a:r>
          </a:p>
        </p:txBody>
      </p:sp>
      <p:sp>
        <p:nvSpPr>
          <p:cNvPr id="9" name="page-number">
            <a:extLst xmlns:a="http://schemas.openxmlformats.org/drawingml/2006/main">
              <a:ext uri="{FF2B5EF4-FFF2-40B4-BE49-F238E27FC236}">
                <a16:creationId xmlns:a16="http://schemas.microsoft.com/office/drawing/2014/main" id="{0CBB196A-0E44-468E-BD79-3E074333F965}"/>
              </a:ext>
            </a:extLst>
          </p:cNvPr>
          <p:cNvSpPr>
            <a:spLocks xmlns:a="http://schemas.openxmlformats.org/drawingml/2006/main" noGrp="1"/>
          </p:cNvSpPr>
          <p:nvPr/>
        </p:nvSpPr>
        <p:spPr>
          <a:xfrm xmlns:a="http://schemas.openxmlformats.org/drawingml/2006/main">
            <a:off x="11144250" y="62103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buNone/>
              <a:defRPr sz="1050" b="0">
                <a:solidFill>
                  <a:srgbClr val="566574"/>
                </a:solidFill>
                <a:latin typeface="Segoe UI"/>
                <a:ea typeface="Segoe UI"/>
                <a:cs typeface="Segoe UI"/>
              </a:defRPr>
            </a:lvl1pPr>
            <a:lvl2pPr>
              <a:buNone/>
              <a:defRPr sz="1050" b="0">
                <a:solidFill>
                  <a:srgbClr val="566574"/>
                </a:solidFill>
                <a:latin typeface="Segoe UI"/>
                <a:ea typeface="Segoe UI"/>
                <a:cs typeface="Segoe UI"/>
              </a:defRPr>
            </a:lvl2pPr>
            <a:lvl3pPr>
              <a:buNone/>
              <a:defRPr sz="1050" b="0">
                <a:solidFill>
                  <a:srgbClr val="566574"/>
                </a:solidFill>
                <a:latin typeface="Segoe UI"/>
                <a:ea typeface="Segoe UI"/>
                <a:cs typeface="Segoe UI"/>
              </a:defRPr>
            </a:lvl3pPr>
            <a:lvl4pPr>
              <a:buNone/>
              <a:defRPr sz="1050" b="0">
                <a:solidFill>
                  <a:srgbClr val="566574"/>
                </a:solidFill>
                <a:latin typeface="Segoe UI"/>
                <a:ea typeface="Segoe UI"/>
                <a:cs typeface="Segoe UI"/>
              </a:defRPr>
            </a:lvl4pPr>
            <a:lvl5pPr>
              <a:buNone/>
              <a:defRPr sz="1050" b="0">
                <a:solidFill>
                  <a:srgbClr val="566574"/>
                </a:solidFill>
                <a:latin typeface="Segoe UI"/>
                <a:ea typeface="Segoe UI"/>
                <a:cs typeface="Segoe UI"/>
              </a:defRPr>
            </a:lvl5pPr>
            <a:lvl6pPr>
              <a:buNone/>
              <a:defRPr sz="1050" b="0">
                <a:solidFill>
                  <a:srgbClr val="566574"/>
                </a:solidFill>
                <a:latin typeface="Segoe UI"/>
                <a:ea typeface="Segoe UI"/>
                <a:cs typeface="Segoe UI"/>
              </a:defRPr>
            </a:lvl6pPr>
            <a:lvl7pPr>
              <a:buNone/>
              <a:defRPr sz="1050" b="0">
                <a:solidFill>
                  <a:srgbClr val="566574"/>
                </a:solidFill>
                <a:latin typeface="Segoe UI"/>
                <a:ea typeface="Segoe UI"/>
                <a:cs typeface="Segoe UI"/>
              </a:defRPr>
            </a:lvl7pPr>
            <a:lvl8pPr>
              <a:buNone/>
              <a:defRPr sz="1050" b="0">
                <a:solidFill>
                  <a:srgbClr val="566574"/>
                </a:solidFill>
                <a:latin typeface="Segoe UI"/>
                <a:ea typeface="Segoe UI"/>
                <a:cs typeface="Segoe UI"/>
              </a:defRPr>
            </a:lvl8pPr>
            <a:lvl9pPr>
              <a:buNone/>
              <a:defRPr sz="1050" b="0">
                <a:solidFill>
                  <a:srgbClr val="566574"/>
                </a:solidFill>
                <a:latin typeface="Segoe UI"/>
                <a:ea typeface="Segoe UI"/>
                <a:cs typeface="Segoe UI"/>
              </a:defRPr>
            </a:lvl9pPr>
          </a:lstStyle>
          <a:p xmlns:a="http://schemas.openxmlformats.org/drawingml/2006/main">
            <a:pPr>
              <a:buNone/>
              <a:defRPr sz="1050" b="0">
                <a:solidFill>
                  <a:srgbClr val="566574"/>
                </a:solidFill>
                <a:latin typeface="Segoe UI"/>
                <a:ea typeface="Segoe UI"/>
                <a:cs typeface="Segoe UI"/>
              </a:defRPr>
            </a:pPr>
            <a:r>
              <a:rPr sz="1050" b="0">
                <a:solidFill>
                  <a:srgbClr val="566574"/>
                </a:solidFill>
                <a:latin typeface="Segoe UI"/>
                <a:ea typeface="Segoe UI"/>
                <a:cs typeface="Segoe UI"/>
              </a:rPr>
              <a:t>06</a:t>
            </a:r>
          </a:p>
        </p:txBody>
      </p:sp>
    </p:spTree>
    <p:extLst>
      <p:ext uri="{BB962C8B-B14F-4D97-AF65-F5344CB8AC3E}">
        <p14:creationId xmlns:p14="http://schemas.microsoft.com/office/powerpoint/2010/main" val="108378593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lesson-code">
            <a:extLst xmlns:a="http://schemas.openxmlformats.org/drawingml/2006/main">
              <a:ext uri="{FF2B5EF4-FFF2-40B4-BE49-F238E27FC236}">
                <a16:creationId xmlns:a16="http://schemas.microsoft.com/office/drawing/2014/main" id="{CC529CBE-3519-4A53-A020-FF6AA3DFC00B}"/>
              </a:ext>
            </a:extLst>
          </p:cNvPr>
          <p:cNvSpPr>
            <a:spLocks xmlns:a="http://schemas.openxmlformats.org/drawingml/2006/main" noGrp="1"/>
          </p:cNvSpPr>
          <p:nvPr/>
        </p:nvSpPr>
        <p:spPr>
          <a:xfrm xmlns:a="http://schemas.openxmlformats.org/drawingml/2006/main">
            <a:off x="533400" y="1905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buNone/>
              <a:defRPr sz="1200" b="0">
                <a:solidFill>
                  <a:srgbClr val="566574"/>
                </a:solidFill>
                <a:latin typeface="Segoe UI"/>
                <a:ea typeface="Segoe UI"/>
                <a:cs typeface="Segoe UI"/>
              </a:defRPr>
            </a:lvl1pPr>
            <a:lvl2pPr>
              <a:buNone/>
              <a:defRPr sz="1200" b="0">
                <a:solidFill>
                  <a:srgbClr val="566574"/>
                </a:solidFill>
                <a:latin typeface="Segoe UI"/>
                <a:ea typeface="Segoe UI"/>
                <a:cs typeface="Segoe UI"/>
              </a:defRPr>
            </a:lvl2pPr>
            <a:lvl3pPr>
              <a:buNone/>
              <a:defRPr sz="1200" b="0">
                <a:solidFill>
                  <a:srgbClr val="566574"/>
                </a:solidFill>
                <a:latin typeface="Segoe UI"/>
                <a:ea typeface="Segoe UI"/>
                <a:cs typeface="Segoe UI"/>
              </a:defRPr>
            </a:lvl3pPr>
            <a:lvl4pPr>
              <a:buNone/>
              <a:defRPr sz="1200" b="0">
                <a:solidFill>
                  <a:srgbClr val="566574"/>
                </a:solidFill>
                <a:latin typeface="Segoe UI"/>
                <a:ea typeface="Segoe UI"/>
                <a:cs typeface="Segoe UI"/>
              </a:defRPr>
            </a:lvl4pPr>
            <a:lvl5pPr>
              <a:buNone/>
              <a:defRPr sz="1200" b="0">
                <a:solidFill>
                  <a:srgbClr val="566574"/>
                </a:solidFill>
                <a:latin typeface="Segoe UI"/>
                <a:ea typeface="Segoe UI"/>
                <a:cs typeface="Segoe UI"/>
              </a:defRPr>
            </a:lvl5pPr>
            <a:lvl6pPr>
              <a:buNone/>
              <a:defRPr sz="1200" b="0">
                <a:solidFill>
                  <a:srgbClr val="566574"/>
                </a:solidFill>
                <a:latin typeface="Segoe UI"/>
                <a:ea typeface="Segoe UI"/>
                <a:cs typeface="Segoe UI"/>
              </a:defRPr>
            </a:lvl6pPr>
            <a:lvl7pPr>
              <a:buNone/>
              <a:defRPr sz="1200" b="0">
                <a:solidFill>
                  <a:srgbClr val="566574"/>
                </a:solidFill>
                <a:latin typeface="Segoe UI"/>
                <a:ea typeface="Segoe UI"/>
                <a:cs typeface="Segoe UI"/>
              </a:defRPr>
            </a:lvl7pPr>
            <a:lvl8pPr>
              <a:buNone/>
              <a:defRPr sz="1200" b="0">
                <a:solidFill>
                  <a:srgbClr val="566574"/>
                </a:solidFill>
                <a:latin typeface="Segoe UI"/>
                <a:ea typeface="Segoe UI"/>
                <a:cs typeface="Segoe UI"/>
              </a:defRPr>
            </a:lvl8pPr>
            <a:lvl9pPr>
              <a:buNone/>
              <a:defRPr sz="1200" b="0">
                <a:solidFill>
                  <a:srgbClr val="566574"/>
                </a:solidFill>
                <a:latin typeface="Segoe UI"/>
                <a:ea typeface="Segoe UI"/>
                <a:cs typeface="Segoe UI"/>
              </a:defRPr>
            </a:lvl9pPr>
          </a:lstStyle>
          <a:p xmlns:a="http://schemas.openxmlformats.org/drawingml/2006/main">
            <a:pPr>
              <a:buNone/>
              <a:defRPr sz="1200" b="0">
                <a:solidFill>
                  <a:srgbClr val="566574"/>
                </a:solidFill>
                <a:latin typeface="Segoe UI"/>
                <a:ea typeface="Segoe UI"/>
                <a:cs typeface="Segoe UI"/>
              </a:defRPr>
            </a:pPr>
            <a:r>
              <a:rPr sz="1200" b="0">
                <a:solidFill>
                  <a:srgbClr val="566574"/>
                </a:solidFill>
                <a:latin typeface="Segoe UI"/>
                <a:ea typeface="Segoe UI"/>
                <a:cs typeface="Segoe UI"/>
              </a:rPr>
              <a:t>COMM-GROW-A2-W05  ·  Lesson 10a</a:t>
            </a:r>
          </a:p>
        </p:txBody>
      </p:sp>
      <p:sp>
        <p:nvSpPr>
          <p:cNvPr id="2" name="label">
            <a:extLst xmlns:a="http://schemas.openxmlformats.org/drawingml/2006/main">
              <a:ext uri="{FF2B5EF4-FFF2-40B4-BE49-F238E27FC236}">
                <a16:creationId xmlns:a16="http://schemas.microsoft.com/office/drawing/2014/main" id="{BFD852C8-3A39-4A09-9A19-B52E316663DD}"/>
              </a:ext>
            </a:extLst>
          </p:cNvPr>
          <p:cNvSpPr>
            <a:spLocks xmlns:a="http://schemas.openxmlformats.org/drawingml/2006/main" noGrp="1"/>
          </p:cNvSpPr>
          <p:nvPr/>
        </p:nvSpPr>
        <p:spPr>
          <a:xfrm xmlns:a="http://schemas.openxmlformats.org/drawingml/2006/main">
            <a:off x="7620000" y="190500"/>
            <a:ext cx="4048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buNone/>
              <a:defRPr sz="1050" b="0">
                <a:solidFill>
                  <a:srgbClr val="566574"/>
                </a:solidFill>
                <a:latin typeface="Segoe UI"/>
                <a:ea typeface="Segoe UI"/>
                <a:cs typeface="Segoe UI"/>
              </a:defRPr>
            </a:lvl1pPr>
            <a:lvl2pPr>
              <a:buNone/>
              <a:defRPr sz="1050" b="0">
                <a:solidFill>
                  <a:srgbClr val="566574"/>
                </a:solidFill>
                <a:latin typeface="Segoe UI"/>
                <a:ea typeface="Segoe UI"/>
                <a:cs typeface="Segoe UI"/>
              </a:defRPr>
            </a:lvl2pPr>
            <a:lvl3pPr>
              <a:buNone/>
              <a:defRPr sz="1050" b="0">
                <a:solidFill>
                  <a:srgbClr val="566574"/>
                </a:solidFill>
                <a:latin typeface="Segoe UI"/>
                <a:ea typeface="Segoe UI"/>
                <a:cs typeface="Segoe UI"/>
              </a:defRPr>
            </a:lvl3pPr>
            <a:lvl4pPr>
              <a:buNone/>
              <a:defRPr sz="1050" b="0">
                <a:solidFill>
                  <a:srgbClr val="566574"/>
                </a:solidFill>
                <a:latin typeface="Segoe UI"/>
                <a:ea typeface="Segoe UI"/>
                <a:cs typeface="Segoe UI"/>
              </a:defRPr>
            </a:lvl4pPr>
            <a:lvl5pPr>
              <a:buNone/>
              <a:defRPr sz="1050" b="0">
                <a:solidFill>
                  <a:srgbClr val="566574"/>
                </a:solidFill>
                <a:latin typeface="Segoe UI"/>
                <a:ea typeface="Segoe UI"/>
                <a:cs typeface="Segoe UI"/>
              </a:defRPr>
            </a:lvl5pPr>
            <a:lvl6pPr>
              <a:buNone/>
              <a:defRPr sz="1050" b="0">
                <a:solidFill>
                  <a:srgbClr val="566574"/>
                </a:solidFill>
                <a:latin typeface="Segoe UI"/>
                <a:ea typeface="Segoe UI"/>
                <a:cs typeface="Segoe UI"/>
              </a:defRPr>
            </a:lvl6pPr>
            <a:lvl7pPr>
              <a:buNone/>
              <a:defRPr sz="1050" b="0">
                <a:solidFill>
                  <a:srgbClr val="566574"/>
                </a:solidFill>
                <a:latin typeface="Segoe UI"/>
                <a:ea typeface="Segoe UI"/>
                <a:cs typeface="Segoe UI"/>
              </a:defRPr>
            </a:lvl7pPr>
            <a:lvl8pPr>
              <a:buNone/>
              <a:defRPr sz="1050" b="0">
                <a:solidFill>
                  <a:srgbClr val="566574"/>
                </a:solidFill>
                <a:latin typeface="Segoe UI"/>
                <a:ea typeface="Segoe UI"/>
                <a:cs typeface="Segoe UI"/>
              </a:defRPr>
            </a:lvl8pPr>
            <a:lvl9pPr>
              <a:buNone/>
              <a:defRPr sz="1050" b="0">
                <a:solidFill>
                  <a:srgbClr val="566574"/>
                </a:solidFill>
                <a:latin typeface="Segoe UI"/>
                <a:ea typeface="Segoe UI"/>
                <a:cs typeface="Segoe UI"/>
              </a:defRPr>
            </a:lvl9pPr>
          </a:lstStyle>
          <a:p xmlns:a="http://schemas.openxmlformats.org/drawingml/2006/main">
            <a:pPr>
              <a:buNone/>
              <a:defRPr sz="1050" b="0">
                <a:solidFill>
                  <a:srgbClr val="566574"/>
                </a:solidFill>
                <a:latin typeface="Segoe UI"/>
                <a:ea typeface="Segoe UI"/>
                <a:cs typeface="Segoe UI"/>
              </a:defRPr>
            </a:pPr>
            <a:r>
              <a:rPr sz="1200" b="0">
                <a:solidFill>
                  <a:srgbClr val="566574"/>
                </a:solidFill>
                <a:latin typeface="Segoe UI"/>
                <a:ea typeface="Segoe UI"/>
                <a:cs typeface="Segoe UI"/>
              </a:rPr>
              <a:t>Public edition · Year A</a:t>
            </a:r>
          </a:p>
        </p:txBody>
      </p:sp>
      <p:sp>
        <p:nvSpPr>
          <p:cNvPr id="3" name="stage-title">
            <a:extLst xmlns:a="http://schemas.openxmlformats.org/drawingml/2006/main">
              <a:ext uri="{FF2B5EF4-FFF2-40B4-BE49-F238E27FC236}">
                <a16:creationId xmlns:a16="http://schemas.microsoft.com/office/drawing/2014/main" id="{31AABD90-0F71-44C8-8234-5321E2CEDBC5}"/>
              </a:ext>
            </a:extLst>
          </p:cNvPr>
          <p:cNvSpPr>
            <a:spLocks xmlns:a="http://schemas.openxmlformats.org/drawingml/2006/main" noGrp="1"/>
          </p:cNvSpPr>
          <p:nvPr/>
        </p:nvSpPr>
        <p:spPr>
          <a:xfrm xmlns:a="http://schemas.openxmlformats.org/drawingml/2006/main">
            <a:off x="533400" y="590550"/>
            <a:ext cx="11029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3300" b="1">
                <a:solidFill>
                  <a:srgbClr val="345D70"/>
                </a:solidFill>
                <a:latin typeface="Segoe UI"/>
                <a:ea typeface="Segoe UI"/>
                <a:cs typeface="Segoe UI"/>
              </a:defRPr>
            </a:defPPr>
            <a:lvl1pPr>
              <a:buNone/>
              <a:defRPr sz="3300" b="1">
                <a:solidFill>
                  <a:srgbClr val="345D70"/>
                </a:solidFill>
                <a:latin typeface="Segoe UI"/>
                <a:ea typeface="Segoe UI"/>
                <a:cs typeface="Segoe UI"/>
              </a:defRPr>
            </a:lvl1pPr>
            <a:lvl2pPr>
              <a:buNone/>
              <a:defRPr sz="3300" b="1">
                <a:solidFill>
                  <a:srgbClr val="345D70"/>
                </a:solidFill>
                <a:latin typeface="Segoe UI"/>
                <a:ea typeface="Segoe UI"/>
                <a:cs typeface="Segoe UI"/>
              </a:defRPr>
            </a:lvl2pPr>
            <a:lvl3pPr>
              <a:buNone/>
              <a:defRPr sz="3300" b="1">
                <a:solidFill>
                  <a:srgbClr val="345D70"/>
                </a:solidFill>
                <a:latin typeface="Segoe UI"/>
                <a:ea typeface="Segoe UI"/>
                <a:cs typeface="Segoe UI"/>
              </a:defRPr>
            </a:lvl3pPr>
            <a:lvl4pPr>
              <a:buNone/>
              <a:defRPr sz="3300" b="1">
                <a:solidFill>
                  <a:srgbClr val="345D70"/>
                </a:solidFill>
                <a:latin typeface="Segoe UI"/>
                <a:ea typeface="Segoe UI"/>
                <a:cs typeface="Segoe UI"/>
              </a:defRPr>
            </a:lvl4pPr>
            <a:lvl5pPr>
              <a:buNone/>
              <a:defRPr sz="3300" b="1">
                <a:solidFill>
                  <a:srgbClr val="345D70"/>
                </a:solidFill>
                <a:latin typeface="Segoe UI"/>
                <a:ea typeface="Segoe UI"/>
                <a:cs typeface="Segoe UI"/>
              </a:defRPr>
            </a:lvl5pPr>
            <a:lvl6pPr>
              <a:buNone/>
              <a:defRPr sz="3300" b="1">
                <a:solidFill>
                  <a:srgbClr val="345D70"/>
                </a:solidFill>
                <a:latin typeface="Segoe UI"/>
                <a:ea typeface="Segoe UI"/>
                <a:cs typeface="Segoe UI"/>
              </a:defRPr>
            </a:lvl6pPr>
            <a:lvl7pPr>
              <a:buNone/>
              <a:defRPr sz="3300" b="1">
                <a:solidFill>
                  <a:srgbClr val="345D70"/>
                </a:solidFill>
                <a:latin typeface="Segoe UI"/>
                <a:ea typeface="Segoe UI"/>
                <a:cs typeface="Segoe UI"/>
              </a:defRPr>
            </a:lvl7pPr>
            <a:lvl8pPr>
              <a:buNone/>
              <a:defRPr sz="3300" b="1">
                <a:solidFill>
                  <a:srgbClr val="345D70"/>
                </a:solidFill>
                <a:latin typeface="Segoe UI"/>
                <a:ea typeface="Segoe UI"/>
                <a:cs typeface="Segoe UI"/>
              </a:defRPr>
            </a:lvl8pPr>
            <a:lvl9pPr>
              <a:buNone/>
              <a:defRPr sz="3300" b="1">
                <a:solidFill>
                  <a:srgbClr val="345D70"/>
                </a:solidFill>
                <a:latin typeface="Segoe UI"/>
                <a:ea typeface="Segoe UI"/>
                <a:cs typeface="Segoe UI"/>
              </a:defRPr>
            </a:lvl9pPr>
          </a:lstStyle>
          <a:p xmlns:a="http://schemas.openxmlformats.org/drawingml/2006/main">
            <a:pPr>
              <a:buNone/>
              <a:defRPr sz="3300" b="1">
                <a:solidFill>
                  <a:srgbClr val="345D70"/>
                </a:solidFill>
                <a:latin typeface="Segoe UI"/>
                <a:ea typeface="Segoe UI"/>
                <a:cs typeface="Segoe UI"/>
              </a:defRPr>
            </a:pPr>
            <a:r>
              <a:rPr sz="3300" b="1">
                <a:solidFill>
                  <a:srgbClr val="345D70"/>
                </a:solidFill>
                <a:latin typeface="Segoe UI"/>
                <a:ea typeface="Segoe UI"/>
                <a:cs typeface="Segoe UI"/>
              </a:rPr>
              <a:t>YOU DO in your book</a:t>
            </a:r>
          </a:p>
        </p:txBody>
      </p:sp>
      <p:sp>
        <p:nvSpPr>
          <p:cNvPr id="4" name="task-main">
            <a:extLst xmlns:a="http://schemas.openxmlformats.org/drawingml/2006/main">
              <a:ext uri="{FF2B5EF4-FFF2-40B4-BE49-F238E27FC236}">
                <a16:creationId xmlns:a16="http://schemas.microsoft.com/office/drawing/2014/main" id="{A43A761D-E893-484E-9DDA-3201CDE00A6A}"/>
              </a:ext>
            </a:extLst>
          </p:cNvPr>
          <p:cNvSpPr>
            <a:spLocks xmlns:a="http://schemas.openxmlformats.org/drawingml/2006/main" noGrp="1"/>
          </p:cNvSpPr>
          <p:nvPr/>
        </p:nvSpPr>
        <p:spPr>
          <a:xfrm xmlns:a="http://schemas.openxmlformats.org/drawingml/2006/main">
            <a:off x="533400" y="1476375"/>
            <a:ext cx="11049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250" b="0">
                <a:solidFill>
                  <a:srgbClr val="192E3B"/>
                </a:solidFill>
                <a:latin typeface="Segoe UI"/>
                <a:ea typeface="Segoe UI"/>
                <a:cs typeface="Segoe UI"/>
              </a:defRPr>
            </a:defPPr>
            <a:lvl1pPr>
              <a:buNone/>
              <a:defRPr sz="2250" b="0">
                <a:solidFill>
                  <a:srgbClr val="192E3B"/>
                </a:solidFill>
                <a:latin typeface="Segoe UI"/>
                <a:ea typeface="Segoe UI"/>
                <a:cs typeface="Segoe UI"/>
              </a:defRPr>
            </a:lvl1pPr>
            <a:lvl2pPr>
              <a:buNone/>
              <a:defRPr sz="2250" b="0">
                <a:solidFill>
                  <a:srgbClr val="192E3B"/>
                </a:solidFill>
                <a:latin typeface="Segoe UI"/>
                <a:ea typeface="Segoe UI"/>
                <a:cs typeface="Segoe UI"/>
              </a:defRPr>
            </a:lvl2pPr>
            <a:lvl3pPr>
              <a:buNone/>
              <a:defRPr sz="2250" b="0">
                <a:solidFill>
                  <a:srgbClr val="192E3B"/>
                </a:solidFill>
                <a:latin typeface="Segoe UI"/>
                <a:ea typeface="Segoe UI"/>
                <a:cs typeface="Segoe UI"/>
              </a:defRPr>
            </a:lvl3pPr>
            <a:lvl4pPr>
              <a:buNone/>
              <a:defRPr sz="2250" b="0">
                <a:solidFill>
                  <a:srgbClr val="192E3B"/>
                </a:solidFill>
                <a:latin typeface="Segoe UI"/>
                <a:ea typeface="Segoe UI"/>
                <a:cs typeface="Segoe UI"/>
              </a:defRPr>
            </a:lvl4pPr>
            <a:lvl5pPr>
              <a:buNone/>
              <a:defRPr sz="2250" b="0">
                <a:solidFill>
                  <a:srgbClr val="192E3B"/>
                </a:solidFill>
                <a:latin typeface="Segoe UI"/>
                <a:ea typeface="Segoe UI"/>
                <a:cs typeface="Segoe UI"/>
              </a:defRPr>
            </a:lvl5pPr>
            <a:lvl6pPr>
              <a:buNone/>
              <a:defRPr sz="2250" b="0">
                <a:solidFill>
                  <a:srgbClr val="192E3B"/>
                </a:solidFill>
                <a:latin typeface="Segoe UI"/>
                <a:ea typeface="Segoe UI"/>
                <a:cs typeface="Segoe UI"/>
              </a:defRPr>
            </a:lvl6pPr>
            <a:lvl7pPr>
              <a:buNone/>
              <a:defRPr sz="2250" b="0">
                <a:solidFill>
                  <a:srgbClr val="192E3B"/>
                </a:solidFill>
                <a:latin typeface="Segoe UI"/>
                <a:ea typeface="Segoe UI"/>
                <a:cs typeface="Segoe UI"/>
              </a:defRPr>
            </a:lvl7pPr>
            <a:lvl8pPr>
              <a:buNone/>
              <a:defRPr sz="2250" b="0">
                <a:solidFill>
                  <a:srgbClr val="192E3B"/>
                </a:solidFill>
                <a:latin typeface="Segoe UI"/>
                <a:ea typeface="Segoe UI"/>
                <a:cs typeface="Segoe UI"/>
              </a:defRPr>
            </a:lvl8pPr>
            <a:lvl9pPr>
              <a:buNone/>
              <a:defRPr sz="2250" b="0">
                <a:solidFill>
                  <a:srgbClr val="192E3B"/>
                </a:solidFill>
                <a:latin typeface="Segoe UI"/>
                <a:ea typeface="Segoe UI"/>
                <a:cs typeface="Segoe UI"/>
              </a:defRPr>
            </a:lvl9pPr>
          </a:lstStyle>
          <a:p xmlns:a="http://schemas.openxmlformats.org/drawingml/2006/main">
            <a:pPr>
              <a:buNone/>
              <a:defRPr sz="2250" b="0">
                <a:solidFill>
                  <a:srgbClr val="192E3B"/>
                </a:solidFill>
                <a:latin typeface="Segoe UI"/>
                <a:ea typeface="Segoe UI"/>
                <a:cs typeface="Segoe UI"/>
              </a:defRPr>
            </a:pPr>
            <a:r>
              <a:rPr sz="2250" b="0">
                <a:solidFill>
                  <a:srgbClr val="192E3B"/>
                </a:solidFill>
                <a:latin typeface="Segoe UI"/>
                <a:ea typeface="Segoe UI"/>
                <a:cs typeface="Segoe UI"/>
              </a:rPr>
              <a:t>Write, draw or tell your job and two steps.</a:t>
            </a:r>
          </a:p>
          <a:p xmlns:a="http://schemas.openxmlformats.org/drawingml/2006/main">
            <a:pPr>
              <a:buNone/>
              <a:defRPr sz="2250" b="0">
                <a:solidFill>
                  <a:srgbClr val="192E3B"/>
                </a:solidFill>
                <a:latin typeface="Segoe UI"/>
                <a:ea typeface="Segoe UI"/>
                <a:cs typeface="Segoe UI"/>
              </a:defRPr>
            </a:pPr>
            <a:r>
              <a:rPr sz="2250" b="0">
                <a:solidFill>
                  <a:srgbClr val="192E3B"/>
                </a:solidFill>
                <a:latin typeface="Segoe UI"/>
                <a:ea typeface="Segoe UI"/>
                <a:cs typeface="Segoe UI"/>
              </a:rPr>
              <a:t>Use the real role card.</a:t>
            </a:r>
          </a:p>
          <a:p xmlns:a="http://schemas.openxmlformats.org/drawingml/2006/main">
            <a:pPr>
              <a:buNone/>
              <a:defRPr sz="2250" b="0">
                <a:solidFill>
                  <a:srgbClr val="192E3B"/>
                </a:solidFill>
                <a:latin typeface="Segoe UI"/>
                <a:ea typeface="Segoe UI"/>
                <a:cs typeface="Segoe UI"/>
              </a:defRPr>
            </a:pPr>
            <a:r>
              <a:rPr sz="2250" b="0">
                <a:solidFill>
                  <a:srgbClr val="192E3B"/>
                </a:solidFill>
                <a:latin typeface="Segoe UI"/>
                <a:ea typeface="Segoe UI"/>
                <a:cs typeface="Segoe UI"/>
              </a:rPr>
              <a:t>My job is __. First I __. Then I __.</a:t>
            </a:r>
          </a:p>
        </p:txBody>
      </p:sp>
      <p:sp>
        <p:nvSpPr>
          <p:cNvPr id="5" name="route-SUPPORTED">
            <a:extLst xmlns:a="http://schemas.openxmlformats.org/drawingml/2006/main">
              <a:ext uri="{FF2B5EF4-FFF2-40B4-BE49-F238E27FC236}">
                <a16:creationId xmlns:a16="http://schemas.microsoft.com/office/drawing/2014/main" id="{EB5A362F-A314-418A-AF8A-469CCF2F8DCD}"/>
              </a:ext>
            </a:extLst>
          </p:cNvPr>
          <p:cNvSpPr>
            <a:spLocks xmlns:a="http://schemas.openxmlformats.org/drawingml/2006/main" noGrp="1"/>
          </p:cNvSpPr>
          <p:nvPr/>
        </p:nvSpPr>
        <p:spPr>
          <a:xfrm xmlns:a="http://schemas.openxmlformats.org/drawingml/2006/main">
            <a:off x="533400" y="3524250"/>
            <a:ext cx="3476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75" b="1">
                <a:solidFill>
                  <a:srgbClr val="345D70"/>
                </a:solidFill>
                <a:latin typeface="Segoe UI"/>
                <a:ea typeface="Segoe UI"/>
                <a:cs typeface="Segoe UI"/>
              </a:defRPr>
            </a:defPPr>
            <a:lvl1pPr>
              <a:buNone/>
              <a:defRPr sz="1800" b="1">
                <a:solidFill>
                  <a:srgbClr val="345D70"/>
                </a:solidFill>
                <a:latin typeface="Segoe UI"/>
                <a:ea typeface="Segoe UI"/>
                <a:cs typeface="Segoe UI"/>
              </a:defRPr>
            </a:lvl1pPr>
            <a:lvl2pPr>
              <a:buNone/>
              <a:defRPr sz="1800" b="1">
                <a:solidFill>
                  <a:srgbClr val="345D70"/>
                </a:solidFill>
                <a:latin typeface="Segoe UI"/>
                <a:ea typeface="Segoe UI"/>
                <a:cs typeface="Segoe UI"/>
              </a:defRPr>
            </a:lvl2pPr>
            <a:lvl3pPr>
              <a:buNone/>
              <a:defRPr sz="1800" b="1">
                <a:solidFill>
                  <a:srgbClr val="345D70"/>
                </a:solidFill>
                <a:latin typeface="Segoe UI"/>
                <a:ea typeface="Segoe UI"/>
                <a:cs typeface="Segoe UI"/>
              </a:defRPr>
            </a:lvl3pPr>
            <a:lvl4pPr>
              <a:buNone/>
              <a:defRPr sz="1800" b="1">
                <a:solidFill>
                  <a:srgbClr val="345D70"/>
                </a:solidFill>
                <a:latin typeface="Segoe UI"/>
                <a:ea typeface="Segoe UI"/>
                <a:cs typeface="Segoe UI"/>
              </a:defRPr>
            </a:lvl4pPr>
            <a:lvl5pPr>
              <a:buNone/>
              <a:defRPr sz="1800" b="1">
                <a:solidFill>
                  <a:srgbClr val="345D70"/>
                </a:solidFill>
                <a:latin typeface="Segoe UI"/>
                <a:ea typeface="Segoe UI"/>
                <a:cs typeface="Segoe UI"/>
              </a:defRPr>
            </a:lvl5pPr>
            <a:lvl6pPr>
              <a:buNone/>
              <a:defRPr sz="1800" b="1">
                <a:solidFill>
                  <a:srgbClr val="345D70"/>
                </a:solidFill>
                <a:latin typeface="Segoe UI"/>
                <a:ea typeface="Segoe UI"/>
                <a:cs typeface="Segoe UI"/>
              </a:defRPr>
            </a:lvl6pPr>
            <a:lvl7pPr>
              <a:buNone/>
              <a:defRPr sz="1800" b="1">
                <a:solidFill>
                  <a:srgbClr val="345D70"/>
                </a:solidFill>
                <a:latin typeface="Segoe UI"/>
                <a:ea typeface="Segoe UI"/>
                <a:cs typeface="Segoe UI"/>
              </a:defRPr>
            </a:lvl7pPr>
            <a:lvl8pPr>
              <a:buNone/>
              <a:defRPr sz="1800" b="1">
                <a:solidFill>
                  <a:srgbClr val="345D70"/>
                </a:solidFill>
                <a:latin typeface="Segoe UI"/>
                <a:ea typeface="Segoe UI"/>
                <a:cs typeface="Segoe UI"/>
              </a:defRPr>
            </a:lvl8pPr>
            <a:lvl9pPr>
              <a:buNone/>
              <a:defRPr sz="1800" b="1">
                <a:solidFill>
                  <a:srgbClr val="345D70"/>
                </a:solidFill>
                <a:latin typeface="Segoe UI"/>
                <a:ea typeface="Segoe UI"/>
                <a:cs typeface="Segoe UI"/>
              </a:defRPr>
            </a:lvl9pPr>
          </a:lstStyle>
          <a:p xmlns:a="http://schemas.openxmlformats.org/drawingml/2006/main">
            <a:pPr>
              <a:buNone/>
              <a:defRPr sz="1800" b="1">
                <a:solidFill>
                  <a:srgbClr val="345D70"/>
                </a:solidFill>
                <a:latin typeface="Segoe UI"/>
                <a:ea typeface="Segoe UI"/>
                <a:cs typeface="Segoe UI"/>
              </a:defRPr>
            </a:pPr>
            <a:r>
              <a:rPr sz="1875" b="1">
                <a:solidFill>
                  <a:srgbClr val="345D70"/>
                </a:solidFill>
                <a:latin typeface="Segoe UI"/>
                <a:ea typeface="Segoe UI"/>
                <a:cs typeface="Segoe UI"/>
              </a:rPr>
              <a:t>SUPPORTED</a:t>
            </a:r>
          </a:p>
        </p:txBody>
      </p:sp>
      <p:sp>
        <p:nvSpPr>
          <p:cNvPr id="6" name="route-rule-SUPPORTED">
            <a:extLst xmlns:a="http://schemas.openxmlformats.org/drawingml/2006/main">
              <a:ext uri="{FF2B5EF4-FFF2-40B4-BE49-F238E27FC236}">
                <a16:creationId xmlns:a16="http://schemas.microsoft.com/office/drawing/2014/main" id="{00ECF903-7F30-45FF-BCB2-E94B6148487F}"/>
              </a:ext>
            </a:extLst>
          </p:cNvPr>
          <p:cNvSpPr>
            <a:spLocks xmlns:a="http://schemas.openxmlformats.org/drawingml/2006/main" noGrp="1"/>
          </p:cNvSpPr>
          <p:nvPr/>
        </p:nvSpPr>
        <p:spPr>
          <a:xfrm xmlns:a="http://schemas.openxmlformats.org/drawingml/2006/main">
            <a:off x="533400" y="3971925"/>
            <a:ext cx="3476625" cy="19050"/>
          </a:xfrm>
          <a:prstGeom xmlns:a="http://schemas.openxmlformats.org/drawingml/2006/main" prst="rect">
            <a:avLst/>
          </a:prstGeom>
          <a:solidFill xmlns:a="http://schemas.openxmlformats.org/drawingml/2006/main">
            <a:srgbClr val="CDD8DD"/>
          </a:solidFill>
          <a:ln xmlns:a="http://schemas.openxmlformats.org/drawingml/2006/main" w="0">
            <a:noFill/>
            <a:prstDash val="solid"/>
          </a:ln>
        </p:spPr>
      </p:sp>
      <p:sp>
        <p:nvSpPr>
          <p:cNvPr id="7" name="route-body-SUPPORTED">
            <a:extLst xmlns:a="http://schemas.openxmlformats.org/drawingml/2006/main">
              <a:ext uri="{FF2B5EF4-FFF2-40B4-BE49-F238E27FC236}">
                <a16:creationId xmlns:a16="http://schemas.microsoft.com/office/drawing/2014/main" id="{926B448C-DC74-45D8-AD33-9F56FDF8825C}"/>
              </a:ext>
            </a:extLst>
          </p:cNvPr>
          <p:cNvSpPr>
            <a:spLocks xmlns:a="http://schemas.openxmlformats.org/drawingml/2006/main" noGrp="1"/>
          </p:cNvSpPr>
          <p:nvPr/>
        </p:nvSpPr>
        <p:spPr>
          <a:xfrm xmlns:a="http://schemas.openxmlformats.org/drawingml/2006/main">
            <a:off x="533400" y="4200525"/>
            <a:ext cx="3476625"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0">
                <a:solidFill>
                  <a:srgbClr val="192E3B"/>
                </a:solidFill>
                <a:latin typeface="Segoe UI"/>
                <a:ea typeface="Segoe UI"/>
                <a:cs typeface="Segoe UI"/>
              </a:defRPr>
            </a:defPPr>
            <a:lvl1pPr>
              <a:buNone/>
              <a:defRPr sz="1800" b="0">
                <a:solidFill>
                  <a:srgbClr val="192E3B"/>
                </a:solidFill>
                <a:latin typeface="Segoe UI"/>
                <a:ea typeface="Segoe UI"/>
                <a:cs typeface="Segoe UI"/>
              </a:defRPr>
            </a:lvl1pPr>
            <a:lvl2pPr>
              <a:buNone/>
              <a:defRPr sz="1800" b="0">
                <a:solidFill>
                  <a:srgbClr val="192E3B"/>
                </a:solidFill>
                <a:latin typeface="Segoe UI"/>
                <a:ea typeface="Segoe UI"/>
                <a:cs typeface="Segoe UI"/>
              </a:defRPr>
            </a:lvl2pPr>
            <a:lvl3pPr>
              <a:buNone/>
              <a:defRPr sz="1800" b="0">
                <a:solidFill>
                  <a:srgbClr val="192E3B"/>
                </a:solidFill>
                <a:latin typeface="Segoe UI"/>
                <a:ea typeface="Segoe UI"/>
                <a:cs typeface="Segoe UI"/>
              </a:defRPr>
            </a:lvl3pPr>
            <a:lvl4pPr>
              <a:buNone/>
              <a:defRPr sz="1800" b="0">
                <a:solidFill>
                  <a:srgbClr val="192E3B"/>
                </a:solidFill>
                <a:latin typeface="Segoe UI"/>
                <a:ea typeface="Segoe UI"/>
                <a:cs typeface="Segoe UI"/>
              </a:defRPr>
            </a:lvl4pPr>
            <a:lvl5pPr>
              <a:buNone/>
              <a:defRPr sz="1800" b="0">
                <a:solidFill>
                  <a:srgbClr val="192E3B"/>
                </a:solidFill>
                <a:latin typeface="Segoe UI"/>
                <a:ea typeface="Segoe UI"/>
                <a:cs typeface="Segoe UI"/>
              </a:defRPr>
            </a:lvl5pPr>
            <a:lvl6pPr>
              <a:buNone/>
              <a:defRPr sz="1800" b="0">
                <a:solidFill>
                  <a:srgbClr val="192E3B"/>
                </a:solidFill>
                <a:latin typeface="Segoe UI"/>
                <a:ea typeface="Segoe UI"/>
                <a:cs typeface="Segoe UI"/>
              </a:defRPr>
            </a:lvl6pPr>
            <a:lvl7pPr>
              <a:buNone/>
              <a:defRPr sz="1800" b="0">
                <a:solidFill>
                  <a:srgbClr val="192E3B"/>
                </a:solidFill>
                <a:latin typeface="Segoe UI"/>
                <a:ea typeface="Segoe UI"/>
                <a:cs typeface="Segoe UI"/>
              </a:defRPr>
            </a:lvl7pPr>
            <a:lvl8pPr>
              <a:buNone/>
              <a:defRPr sz="1800" b="0">
                <a:solidFill>
                  <a:srgbClr val="192E3B"/>
                </a:solidFill>
                <a:latin typeface="Segoe UI"/>
                <a:ea typeface="Segoe UI"/>
                <a:cs typeface="Segoe UI"/>
              </a:defRPr>
            </a:lvl8pPr>
            <a:lvl9pPr>
              <a:buNone/>
              <a:defRPr sz="1800" b="0">
                <a:solidFill>
                  <a:srgbClr val="192E3B"/>
                </a:solidFill>
                <a:latin typeface="Segoe UI"/>
                <a:ea typeface="Segoe UI"/>
                <a:cs typeface="Segoe UI"/>
              </a:defRPr>
            </a:lvl9pPr>
          </a:lstStyle>
          <a:p xmlns:a="http://schemas.openxmlformats.org/drawingml/2006/main">
            <a:pPr>
              <a:buNone/>
              <a:defRPr sz="1800" b="0">
                <a:solidFill>
                  <a:srgbClr val="192E3B"/>
                </a:solidFill>
                <a:latin typeface="Segoe UI"/>
                <a:ea typeface="Segoe UI"/>
                <a:cs typeface="Segoe UI"/>
              </a:defRPr>
            </a:pPr>
            <a:r>
              <a:rPr sz="1800" b="0">
                <a:solidFill>
                  <a:srgbClr val="192E3B"/>
                </a:solidFill>
                <a:latin typeface="Segoe UI"/>
                <a:ea typeface="Segoe UI"/>
                <a:cs typeface="Segoe UI"/>
              </a:rPr>
              <a:t>Point to your job and two picture steps.</a:t>
            </a:r>
          </a:p>
          <a:p xmlns:a="http://schemas.openxmlformats.org/drawingml/2006/main">
            <a:pPr>
              <a:buNone/>
              <a:defRPr sz="1800" b="0">
                <a:solidFill>
                  <a:srgbClr val="192E3B"/>
                </a:solidFill>
                <a:latin typeface="Segoe UI"/>
                <a:ea typeface="Segoe UI"/>
                <a:cs typeface="Segoe UI"/>
              </a:defRPr>
            </a:pPr>
            <a:r>
              <a:rPr sz="1800" b="0">
                <a:solidFill>
                  <a:srgbClr val="192E3B"/>
                </a:solidFill>
                <a:latin typeface="Segoe UI"/>
                <a:ea typeface="Segoe UI"/>
                <a:cs typeface="Segoe UI"/>
              </a:rPr>
              <a:t>First I __. Then I __.</a:t>
            </a:r>
          </a:p>
        </p:txBody>
      </p:sp>
      <p:sp>
        <p:nvSpPr>
          <p:cNvPr id="8" name="route-STANDARD">
            <a:extLst xmlns:a="http://schemas.openxmlformats.org/drawingml/2006/main">
              <a:ext uri="{FF2B5EF4-FFF2-40B4-BE49-F238E27FC236}">
                <a16:creationId xmlns:a16="http://schemas.microsoft.com/office/drawing/2014/main" id="{A305D6FD-D626-4EF0-B2EA-44C8A225DF36}"/>
              </a:ext>
            </a:extLst>
          </p:cNvPr>
          <p:cNvSpPr>
            <a:spLocks xmlns:a="http://schemas.openxmlformats.org/drawingml/2006/main" noGrp="1"/>
          </p:cNvSpPr>
          <p:nvPr/>
        </p:nvSpPr>
        <p:spPr>
          <a:xfrm xmlns:a="http://schemas.openxmlformats.org/drawingml/2006/main">
            <a:off x="4314825" y="3524250"/>
            <a:ext cx="3476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75" b="1">
                <a:solidFill>
                  <a:srgbClr val="345D70"/>
                </a:solidFill>
                <a:latin typeface="Segoe UI"/>
                <a:ea typeface="Segoe UI"/>
                <a:cs typeface="Segoe UI"/>
              </a:defRPr>
            </a:defPPr>
            <a:lvl1pPr>
              <a:buNone/>
              <a:defRPr sz="1800" b="1">
                <a:solidFill>
                  <a:srgbClr val="345D70"/>
                </a:solidFill>
                <a:latin typeface="Segoe UI"/>
                <a:ea typeface="Segoe UI"/>
                <a:cs typeface="Segoe UI"/>
              </a:defRPr>
            </a:lvl1pPr>
            <a:lvl2pPr>
              <a:buNone/>
              <a:defRPr sz="1800" b="1">
                <a:solidFill>
                  <a:srgbClr val="345D70"/>
                </a:solidFill>
                <a:latin typeface="Segoe UI"/>
                <a:ea typeface="Segoe UI"/>
                <a:cs typeface="Segoe UI"/>
              </a:defRPr>
            </a:lvl2pPr>
            <a:lvl3pPr>
              <a:buNone/>
              <a:defRPr sz="1800" b="1">
                <a:solidFill>
                  <a:srgbClr val="345D70"/>
                </a:solidFill>
                <a:latin typeface="Segoe UI"/>
                <a:ea typeface="Segoe UI"/>
                <a:cs typeface="Segoe UI"/>
              </a:defRPr>
            </a:lvl3pPr>
            <a:lvl4pPr>
              <a:buNone/>
              <a:defRPr sz="1800" b="1">
                <a:solidFill>
                  <a:srgbClr val="345D70"/>
                </a:solidFill>
                <a:latin typeface="Segoe UI"/>
                <a:ea typeface="Segoe UI"/>
                <a:cs typeface="Segoe UI"/>
              </a:defRPr>
            </a:lvl4pPr>
            <a:lvl5pPr>
              <a:buNone/>
              <a:defRPr sz="1800" b="1">
                <a:solidFill>
                  <a:srgbClr val="345D70"/>
                </a:solidFill>
                <a:latin typeface="Segoe UI"/>
                <a:ea typeface="Segoe UI"/>
                <a:cs typeface="Segoe UI"/>
              </a:defRPr>
            </a:lvl5pPr>
            <a:lvl6pPr>
              <a:buNone/>
              <a:defRPr sz="1800" b="1">
                <a:solidFill>
                  <a:srgbClr val="345D70"/>
                </a:solidFill>
                <a:latin typeface="Segoe UI"/>
                <a:ea typeface="Segoe UI"/>
                <a:cs typeface="Segoe UI"/>
              </a:defRPr>
            </a:lvl6pPr>
            <a:lvl7pPr>
              <a:buNone/>
              <a:defRPr sz="1800" b="1">
                <a:solidFill>
                  <a:srgbClr val="345D70"/>
                </a:solidFill>
                <a:latin typeface="Segoe UI"/>
                <a:ea typeface="Segoe UI"/>
                <a:cs typeface="Segoe UI"/>
              </a:defRPr>
            </a:lvl7pPr>
            <a:lvl8pPr>
              <a:buNone/>
              <a:defRPr sz="1800" b="1">
                <a:solidFill>
                  <a:srgbClr val="345D70"/>
                </a:solidFill>
                <a:latin typeface="Segoe UI"/>
                <a:ea typeface="Segoe UI"/>
                <a:cs typeface="Segoe UI"/>
              </a:defRPr>
            </a:lvl8pPr>
            <a:lvl9pPr>
              <a:buNone/>
              <a:defRPr sz="1800" b="1">
                <a:solidFill>
                  <a:srgbClr val="345D70"/>
                </a:solidFill>
                <a:latin typeface="Segoe UI"/>
                <a:ea typeface="Segoe UI"/>
                <a:cs typeface="Segoe UI"/>
              </a:defRPr>
            </a:lvl9pPr>
          </a:lstStyle>
          <a:p xmlns:a="http://schemas.openxmlformats.org/drawingml/2006/main">
            <a:pPr>
              <a:buNone/>
              <a:defRPr sz="1800" b="1">
                <a:solidFill>
                  <a:srgbClr val="345D70"/>
                </a:solidFill>
                <a:latin typeface="Segoe UI"/>
                <a:ea typeface="Segoe UI"/>
                <a:cs typeface="Segoe UI"/>
              </a:defRPr>
            </a:pPr>
            <a:r>
              <a:rPr sz="1875" b="1">
                <a:solidFill>
                  <a:srgbClr val="345D70"/>
                </a:solidFill>
                <a:latin typeface="Segoe UI"/>
                <a:ea typeface="Segoe UI"/>
                <a:cs typeface="Segoe UI"/>
              </a:rPr>
              <a:t>STANDARD</a:t>
            </a:r>
          </a:p>
        </p:txBody>
      </p:sp>
      <p:sp>
        <p:nvSpPr>
          <p:cNvPr id="9" name="route-rule-STANDARD">
            <a:extLst xmlns:a="http://schemas.openxmlformats.org/drawingml/2006/main">
              <a:ext uri="{FF2B5EF4-FFF2-40B4-BE49-F238E27FC236}">
                <a16:creationId xmlns:a16="http://schemas.microsoft.com/office/drawing/2014/main" id="{C146B53D-4301-4746-AF4F-1E32D66FDCC4}"/>
              </a:ext>
            </a:extLst>
          </p:cNvPr>
          <p:cNvSpPr>
            <a:spLocks xmlns:a="http://schemas.openxmlformats.org/drawingml/2006/main" noGrp="1"/>
          </p:cNvSpPr>
          <p:nvPr/>
        </p:nvSpPr>
        <p:spPr>
          <a:xfrm xmlns:a="http://schemas.openxmlformats.org/drawingml/2006/main">
            <a:off x="4314825" y="3971925"/>
            <a:ext cx="3476625" cy="19050"/>
          </a:xfrm>
          <a:prstGeom xmlns:a="http://schemas.openxmlformats.org/drawingml/2006/main" prst="rect">
            <a:avLst/>
          </a:prstGeom>
          <a:solidFill xmlns:a="http://schemas.openxmlformats.org/drawingml/2006/main">
            <a:srgbClr val="CDD8DD"/>
          </a:solidFill>
          <a:ln xmlns:a="http://schemas.openxmlformats.org/drawingml/2006/main" w="0">
            <a:noFill/>
            <a:prstDash val="solid"/>
          </a:ln>
        </p:spPr>
      </p:sp>
      <p:sp>
        <p:nvSpPr>
          <p:cNvPr id="10" name="route-body-STANDARD">
            <a:extLst xmlns:a="http://schemas.openxmlformats.org/drawingml/2006/main">
              <a:ext uri="{FF2B5EF4-FFF2-40B4-BE49-F238E27FC236}">
                <a16:creationId xmlns:a16="http://schemas.microsoft.com/office/drawing/2014/main" id="{7FD390C6-4D45-4CCF-AB5B-5389C03B194D}"/>
              </a:ext>
            </a:extLst>
          </p:cNvPr>
          <p:cNvSpPr>
            <a:spLocks xmlns:a="http://schemas.openxmlformats.org/drawingml/2006/main" noGrp="1"/>
          </p:cNvSpPr>
          <p:nvPr/>
        </p:nvSpPr>
        <p:spPr>
          <a:xfrm xmlns:a="http://schemas.openxmlformats.org/drawingml/2006/main">
            <a:off x="4314825" y="4200525"/>
            <a:ext cx="3476625"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0">
                <a:solidFill>
                  <a:srgbClr val="192E3B"/>
                </a:solidFill>
                <a:latin typeface="Segoe UI"/>
                <a:ea typeface="Segoe UI"/>
                <a:cs typeface="Segoe UI"/>
              </a:defRPr>
            </a:defPPr>
            <a:lvl1pPr>
              <a:buNone/>
              <a:defRPr sz="1800" b="0">
                <a:solidFill>
                  <a:srgbClr val="192E3B"/>
                </a:solidFill>
                <a:latin typeface="Segoe UI"/>
                <a:ea typeface="Segoe UI"/>
                <a:cs typeface="Segoe UI"/>
              </a:defRPr>
            </a:lvl1pPr>
            <a:lvl2pPr>
              <a:buNone/>
              <a:defRPr sz="1800" b="0">
                <a:solidFill>
                  <a:srgbClr val="192E3B"/>
                </a:solidFill>
                <a:latin typeface="Segoe UI"/>
                <a:ea typeface="Segoe UI"/>
                <a:cs typeface="Segoe UI"/>
              </a:defRPr>
            </a:lvl2pPr>
            <a:lvl3pPr>
              <a:buNone/>
              <a:defRPr sz="1800" b="0">
                <a:solidFill>
                  <a:srgbClr val="192E3B"/>
                </a:solidFill>
                <a:latin typeface="Segoe UI"/>
                <a:ea typeface="Segoe UI"/>
                <a:cs typeface="Segoe UI"/>
              </a:defRPr>
            </a:lvl3pPr>
            <a:lvl4pPr>
              <a:buNone/>
              <a:defRPr sz="1800" b="0">
                <a:solidFill>
                  <a:srgbClr val="192E3B"/>
                </a:solidFill>
                <a:latin typeface="Segoe UI"/>
                <a:ea typeface="Segoe UI"/>
                <a:cs typeface="Segoe UI"/>
              </a:defRPr>
            </a:lvl4pPr>
            <a:lvl5pPr>
              <a:buNone/>
              <a:defRPr sz="1800" b="0">
                <a:solidFill>
                  <a:srgbClr val="192E3B"/>
                </a:solidFill>
                <a:latin typeface="Segoe UI"/>
                <a:ea typeface="Segoe UI"/>
                <a:cs typeface="Segoe UI"/>
              </a:defRPr>
            </a:lvl5pPr>
            <a:lvl6pPr>
              <a:buNone/>
              <a:defRPr sz="1800" b="0">
                <a:solidFill>
                  <a:srgbClr val="192E3B"/>
                </a:solidFill>
                <a:latin typeface="Segoe UI"/>
                <a:ea typeface="Segoe UI"/>
                <a:cs typeface="Segoe UI"/>
              </a:defRPr>
            </a:lvl6pPr>
            <a:lvl7pPr>
              <a:buNone/>
              <a:defRPr sz="1800" b="0">
                <a:solidFill>
                  <a:srgbClr val="192E3B"/>
                </a:solidFill>
                <a:latin typeface="Segoe UI"/>
                <a:ea typeface="Segoe UI"/>
                <a:cs typeface="Segoe UI"/>
              </a:defRPr>
            </a:lvl7pPr>
            <a:lvl8pPr>
              <a:buNone/>
              <a:defRPr sz="1800" b="0">
                <a:solidFill>
                  <a:srgbClr val="192E3B"/>
                </a:solidFill>
                <a:latin typeface="Segoe UI"/>
                <a:ea typeface="Segoe UI"/>
                <a:cs typeface="Segoe UI"/>
              </a:defRPr>
            </a:lvl8pPr>
            <a:lvl9pPr>
              <a:buNone/>
              <a:defRPr sz="1800" b="0">
                <a:solidFill>
                  <a:srgbClr val="192E3B"/>
                </a:solidFill>
                <a:latin typeface="Segoe UI"/>
                <a:ea typeface="Segoe UI"/>
                <a:cs typeface="Segoe UI"/>
              </a:defRPr>
            </a:lvl9pPr>
          </a:lstStyle>
          <a:p xmlns:a="http://schemas.openxmlformats.org/drawingml/2006/main">
            <a:pPr>
              <a:buNone/>
              <a:defRPr sz="1800" b="0">
                <a:solidFill>
                  <a:srgbClr val="192E3B"/>
                </a:solidFill>
                <a:latin typeface="Segoe UI"/>
                <a:ea typeface="Segoe UI"/>
                <a:cs typeface="Segoe UI"/>
              </a:defRPr>
            </a:pPr>
            <a:r>
              <a:rPr sz="1800" b="0">
                <a:solidFill>
                  <a:srgbClr val="192E3B"/>
                </a:solidFill>
                <a:latin typeface="Segoe UI"/>
                <a:ea typeface="Segoe UI"/>
                <a:cs typeface="Segoe UI"/>
              </a:rPr>
              <a:t>Plan your job and a finish check.</a:t>
            </a:r>
          </a:p>
          <a:p xmlns:a="http://schemas.openxmlformats.org/drawingml/2006/main">
            <a:pPr>
              <a:buNone/>
              <a:defRPr sz="1800" b="0">
                <a:solidFill>
                  <a:srgbClr val="192E3B"/>
                </a:solidFill>
                <a:latin typeface="Segoe UI"/>
                <a:ea typeface="Segoe UI"/>
                <a:cs typeface="Segoe UI"/>
              </a:defRPr>
            </a:pPr>
            <a:r>
              <a:rPr sz="1800" b="0">
                <a:solidFill>
                  <a:srgbClr val="192E3B"/>
                </a:solidFill>
                <a:latin typeface="Segoe UI"/>
                <a:ea typeface="Segoe UI"/>
                <a:cs typeface="Segoe UI"/>
              </a:rPr>
              <a:t>I will check __ with __.</a:t>
            </a:r>
          </a:p>
        </p:txBody>
      </p:sp>
      <p:sp>
        <p:nvSpPr>
          <p:cNvPr id="11" name="route-STRETCH">
            <a:extLst xmlns:a="http://schemas.openxmlformats.org/drawingml/2006/main">
              <a:ext uri="{FF2B5EF4-FFF2-40B4-BE49-F238E27FC236}">
                <a16:creationId xmlns:a16="http://schemas.microsoft.com/office/drawing/2014/main" id="{97C45E0C-DF74-46A8-B72C-0386917E8907}"/>
              </a:ext>
            </a:extLst>
          </p:cNvPr>
          <p:cNvSpPr>
            <a:spLocks xmlns:a="http://schemas.openxmlformats.org/drawingml/2006/main" noGrp="1"/>
          </p:cNvSpPr>
          <p:nvPr/>
        </p:nvSpPr>
        <p:spPr>
          <a:xfrm xmlns:a="http://schemas.openxmlformats.org/drawingml/2006/main">
            <a:off x="8096250" y="3524250"/>
            <a:ext cx="3476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75" b="1">
                <a:solidFill>
                  <a:srgbClr val="345D70"/>
                </a:solidFill>
                <a:latin typeface="Segoe UI"/>
                <a:ea typeface="Segoe UI"/>
                <a:cs typeface="Segoe UI"/>
              </a:defRPr>
            </a:defPPr>
            <a:lvl1pPr>
              <a:buNone/>
              <a:defRPr sz="1800" b="1">
                <a:solidFill>
                  <a:srgbClr val="345D70"/>
                </a:solidFill>
                <a:latin typeface="Segoe UI"/>
                <a:ea typeface="Segoe UI"/>
                <a:cs typeface="Segoe UI"/>
              </a:defRPr>
            </a:lvl1pPr>
            <a:lvl2pPr>
              <a:buNone/>
              <a:defRPr sz="1800" b="1">
                <a:solidFill>
                  <a:srgbClr val="345D70"/>
                </a:solidFill>
                <a:latin typeface="Segoe UI"/>
                <a:ea typeface="Segoe UI"/>
                <a:cs typeface="Segoe UI"/>
              </a:defRPr>
            </a:lvl2pPr>
            <a:lvl3pPr>
              <a:buNone/>
              <a:defRPr sz="1800" b="1">
                <a:solidFill>
                  <a:srgbClr val="345D70"/>
                </a:solidFill>
                <a:latin typeface="Segoe UI"/>
                <a:ea typeface="Segoe UI"/>
                <a:cs typeface="Segoe UI"/>
              </a:defRPr>
            </a:lvl3pPr>
            <a:lvl4pPr>
              <a:buNone/>
              <a:defRPr sz="1800" b="1">
                <a:solidFill>
                  <a:srgbClr val="345D70"/>
                </a:solidFill>
                <a:latin typeface="Segoe UI"/>
                <a:ea typeface="Segoe UI"/>
                <a:cs typeface="Segoe UI"/>
              </a:defRPr>
            </a:lvl4pPr>
            <a:lvl5pPr>
              <a:buNone/>
              <a:defRPr sz="1800" b="1">
                <a:solidFill>
                  <a:srgbClr val="345D70"/>
                </a:solidFill>
                <a:latin typeface="Segoe UI"/>
                <a:ea typeface="Segoe UI"/>
                <a:cs typeface="Segoe UI"/>
              </a:defRPr>
            </a:lvl5pPr>
            <a:lvl6pPr>
              <a:buNone/>
              <a:defRPr sz="1800" b="1">
                <a:solidFill>
                  <a:srgbClr val="345D70"/>
                </a:solidFill>
                <a:latin typeface="Segoe UI"/>
                <a:ea typeface="Segoe UI"/>
                <a:cs typeface="Segoe UI"/>
              </a:defRPr>
            </a:lvl6pPr>
            <a:lvl7pPr>
              <a:buNone/>
              <a:defRPr sz="1800" b="1">
                <a:solidFill>
                  <a:srgbClr val="345D70"/>
                </a:solidFill>
                <a:latin typeface="Segoe UI"/>
                <a:ea typeface="Segoe UI"/>
                <a:cs typeface="Segoe UI"/>
              </a:defRPr>
            </a:lvl7pPr>
            <a:lvl8pPr>
              <a:buNone/>
              <a:defRPr sz="1800" b="1">
                <a:solidFill>
                  <a:srgbClr val="345D70"/>
                </a:solidFill>
                <a:latin typeface="Segoe UI"/>
                <a:ea typeface="Segoe UI"/>
                <a:cs typeface="Segoe UI"/>
              </a:defRPr>
            </a:lvl8pPr>
            <a:lvl9pPr>
              <a:buNone/>
              <a:defRPr sz="1800" b="1">
                <a:solidFill>
                  <a:srgbClr val="345D70"/>
                </a:solidFill>
                <a:latin typeface="Segoe UI"/>
                <a:ea typeface="Segoe UI"/>
                <a:cs typeface="Segoe UI"/>
              </a:defRPr>
            </a:lvl9pPr>
          </a:lstStyle>
          <a:p xmlns:a="http://schemas.openxmlformats.org/drawingml/2006/main">
            <a:pPr>
              <a:buNone/>
              <a:defRPr sz="1800" b="1">
                <a:solidFill>
                  <a:srgbClr val="345D70"/>
                </a:solidFill>
                <a:latin typeface="Segoe UI"/>
                <a:ea typeface="Segoe UI"/>
                <a:cs typeface="Segoe UI"/>
              </a:defRPr>
            </a:pPr>
            <a:r>
              <a:rPr sz="1875" b="1">
                <a:solidFill>
                  <a:srgbClr val="345D70"/>
                </a:solidFill>
                <a:latin typeface="Segoe UI"/>
                <a:ea typeface="Segoe UI"/>
                <a:cs typeface="Segoe UI"/>
              </a:rPr>
              <a:t>STRETCH</a:t>
            </a:r>
          </a:p>
        </p:txBody>
      </p:sp>
      <p:sp>
        <p:nvSpPr>
          <p:cNvPr id="12" name="route-rule-STRETCH">
            <a:extLst xmlns:a="http://schemas.openxmlformats.org/drawingml/2006/main">
              <a:ext uri="{FF2B5EF4-FFF2-40B4-BE49-F238E27FC236}">
                <a16:creationId xmlns:a16="http://schemas.microsoft.com/office/drawing/2014/main" id="{4D3FA550-9FC3-48AC-8BB8-28549D507368}"/>
              </a:ext>
            </a:extLst>
          </p:cNvPr>
          <p:cNvSpPr>
            <a:spLocks xmlns:a="http://schemas.openxmlformats.org/drawingml/2006/main" noGrp="1"/>
          </p:cNvSpPr>
          <p:nvPr/>
        </p:nvSpPr>
        <p:spPr>
          <a:xfrm xmlns:a="http://schemas.openxmlformats.org/drawingml/2006/main">
            <a:off x="8096250" y="3971925"/>
            <a:ext cx="3476625" cy="19050"/>
          </a:xfrm>
          <a:prstGeom xmlns:a="http://schemas.openxmlformats.org/drawingml/2006/main" prst="rect">
            <a:avLst/>
          </a:prstGeom>
          <a:solidFill xmlns:a="http://schemas.openxmlformats.org/drawingml/2006/main">
            <a:srgbClr val="CDD8DD"/>
          </a:solidFill>
          <a:ln xmlns:a="http://schemas.openxmlformats.org/drawingml/2006/main" w="0">
            <a:noFill/>
            <a:prstDash val="solid"/>
          </a:ln>
        </p:spPr>
      </p:sp>
      <p:sp>
        <p:nvSpPr>
          <p:cNvPr id="13" name="route-body-STRETCH">
            <a:extLst xmlns:a="http://schemas.openxmlformats.org/drawingml/2006/main">
              <a:ext uri="{FF2B5EF4-FFF2-40B4-BE49-F238E27FC236}">
                <a16:creationId xmlns:a16="http://schemas.microsoft.com/office/drawing/2014/main" id="{6E6D4F42-BD7D-4D78-9E43-6EF8B65CA928}"/>
              </a:ext>
            </a:extLst>
          </p:cNvPr>
          <p:cNvSpPr>
            <a:spLocks xmlns:a="http://schemas.openxmlformats.org/drawingml/2006/main" noGrp="1"/>
          </p:cNvSpPr>
          <p:nvPr/>
        </p:nvSpPr>
        <p:spPr>
          <a:xfrm xmlns:a="http://schemas.openxmlformats.org/drawingml/2006/main">
            <a:off x="8096250" y="4200525"/>
            <a:ext cx="3476625"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0">
                <a:solidFill>
                  <a:srgbClr val="192E3B"/>
                </a:solidFill>
                <a:latin typeface="Segoe UI"/>
                <a:ea typeface="Segoe UI"/>
                <a:cs typeface="Segoe UI"/>
              </a:defRPr>
            </a:defPPr>
            <a:lvl1pPr>
              <a:buNone/>
              <a:defRPr sz="1800" b="0">
                <a:solidFill>
                  <a:srgbClr val="192E3B"/>
                </a:solidFill>
                <a:latin typeface="Segoe UI"/>
                <a:ea typeface="Segoe UI"/>
                <a:cs typeface="Segoe UI"/>
              </a:defRPr>
            </a:lvl1pPr>
            <a:lvl2pPr>
              <a:buNone/>
              <a:defRPr sz="1800" b="0">
                <a:solidFill>
                  <a:srgbClr val="192E3B"/>
                </a:solidFill>
                <a:latin typeface="Segoe UI"/>
                <a:ea typeface="Segoe UI"/>
                <a:cs typeface="Segoe UI"/>
              </a:defRPr>
            </a:lvl2pPr>
            <a:lvl3pPr>
              <a:buNone/>
              <a:defRPr sz="1800" b="0">
                <a:solidFill>
                  <a:srgbClr val="192E3B"/>
                </a:solidFill>
                <a:latin typeface="Segoe UI"/>
                <a:ea typeface="Segoe UI"/>
                <a:cs typeface="Segoe UI"/>
              </a:defRPr>
            </a:lvl3pPr>
            <a:lvl4pPr>
              <a:buNone/>
              <a:defRPr sz="1800" b="0">
                <a:solidFill>
                  <a:srgbClr val="192E3B"/>
                </a:solidFill>
                <a:latin typeface="Segoe UI"/>
                <a:ea typeface="Segoe UI"/>
                <a:cs typeface="Segoe UI"/>
              </a:defRPr>
            </a:lvl4pPr>
            <a:lvl5pPr>
              <a:buNone/>
              <a:defRPr sz="1800" b="0">
                <a:solidFill>
                  <a:srgbClr val="192E3B"/>
                </a:solidFill>
                <a:latin typeface="Segoe UI"/>
                <a:ea typeface="Segoe UI"/>
                <a:cs typeface="Segoe UI"/>
              </a:defRPr>
            </a:lvl5pPr>
            <a:lvl6pPr>
              <a:buNone/>
              <a:defRPr sz="1800" b="0">
                <a:solidFill>
                  <a:srgbClr val="192E3B"/>
                </a:solidFill>
                <a:latin typeface="Segoe UI"/>
                <a:ea typeface="Segoe UI"/>
                <a:cs typeface="Segoe UI"/>
              </a:defRPr>
            </a:lvl6pPr>
            <a:lvl7pPr>
              <a:buNone/>
              <a:defRPr sz="1800" b="0">
                <a:solidFill>
                  <a:srgbClr val="192E3B"/>
                </a:solidFill>
                <a:latin typeface="Segoe UI"/>
                <a:ea typeface="Segoe UI"/>
                <a:cs typeface="Segoe UI"/>
              </a:defRPr>
            </a:lvl7pPr>
            <a:lvl8pPr>
              <a:buNone/>
              <a:defRPr sz="1800" b="0">
                <a:solidFill>
                  <a:srgbClr val="192E3B"/>
                </a:solidFill>
                <a:latin typeface="Segoe UI"/>
                <a:ea typeface="Segoe UI"/>
                <a:cs typeface="Segoe UI"/>
              </a:defRPr>
            </a:lvl8pPr>
            <a:lvl9pPr>
              <a:buNone/>
              <a:defRPr sz="1800" b="0">
                <a:solidFill>
                  <a:srgbClr val="192E3B"/>
                </a:solidFill>
                <a:latin typeface="Segoe UI"/>
                <a:ea typeface="Segoe UI"/>
                <a:cs typeface="Segoe UI"/>
              </a:defRPr>
            </a:lvl9pPr>
          </a:lstStyle>
          <a:p xmlns:a="http://schemas.openxmlformats.org/drawingml/2006/main">
            <a:pPr>
              <a:buNone/>
              <a:defRPr sz="1800" b="0">
                <a:solidFill>
                  <a:srgbClr val="192E3B"/>
                </a:solidFill>
                <a:latin typeface="Segoe UI"/>
                <a:ea typeface="Segoe UI"/>
                <a:cs typeface="Segoe UI"/>
              </a:defRPr>
            </a:pPr>
            <a:r>
              <a:rPr sz="1800" b="0">
                <a:solidFill>
                  <a:srgbClr val="192E3B"/>
                </a:solidFill>
                <a:latin typeface="Segoe UI"/>
                <a:ea typeface="Segoe UI"/>
                <a:cs typeface="Segoe UI"/>
              </a:rPr>
              <a:t>Spot a risk to your job. Plan who can help.</a:t>
            </a:r>
          </a:p>
          <a:p xmlns:a="http://schemas.openxmlformats.org/drawingml/2006/main">
            <a:pPr>
              <a:buNone/>
              <a:defRPr sz="1800" b="0">
                <a:solidFill>
                  <a:srgbClr val="192E3B"/>
                </a:solidFill>
                <a:latin typeface="Segoe UI"/>
                <a:ea typeface="Segoe UI"/>
                <a:cs typeface="Segoe UI"/>
              </a:defRPr>
            </a:pPr>
            <a:r>
              <a:rPr sz="1800" b="0">
                <a:solidFill>
                  <a:srgbClr val="192E3B"/>
                </a:solidFill>
                <a:latin typeface="Segoe UI"/>
                <a:ea typeface="Segoe UI"/>
                <a:cs typeface="Segoe UI"/>
              </a:rPr>
              <a:t>If __ happens, I will __.</a:t>
            </a:r>
          </a:p>
        </p:txBody>
      </p:sp>
      <p:sp>
        <p:nvSpPr>
          <p:cNvPr id="14" name="credit">
            <a:extLst xmlns:a="http://schemas.openxmlformats.org/drawingml/2006/main">
              <a:ext uri="{FF2B5EF4-FFF2-40B4-BE49-F238E27FC236}">
                <a16:creationId xmlns:a16="http://schemas.microsoft.com/office/drawing/2014/main" id="{67CA118B-5DF1-4A88-9BCC-2818CBAF1E0A}"/>
              </a:ext>
            </a:extLst>
          </p:cNvPr>
          <p:cNvSpPr>
            <a:spLocks xmlns:a="http://schemas.openxmlformats.org/drawingml/2006/main" noGrp="1"/>
          </p:cNvSpPr>
          <p:nvPr/>
        </p:nvSpPr>
        <p:spPr>
          <a:xfrm xmlns:a="http://schemas.openxmlformats.org/drawingml/2006/main">
            <a:off x="533400" y="6515100"/>
            <a:ext cx="1104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788" b="0">
                <a:solidFill>
                  <a:srgbClr val="566574"/>
                </a:solidFill>
                <a:latin typeface="Segoe UI"/>
                <a:ea typeface="Segoe UI"/>
                <a:cs typeface="Segoe UI"/>
              </a:defRPr>
            </a:defPPr>
            <a:lvl1pPr>
              <a:buNone/>
              <a:defRPr sz="788" b="0">
                <a:solidFill>
                  <a:srgbClr val="566574"/>
                </a:solidFill>
                <a:latin typeface="Segoe UI"/>
                <a:ea typeface="Segoe UI"/>
                <a:cs typeface="Segoe UI"/>
              </a:defRPr>
            </a:lvl1pPr>
            <a:lvl2pPr>
              <a:buNone/>
              <a:defRPr sz="788" b="0">
                <a:solidFill>
                  <a:srgbClr val="566574"/>
                </a:solidFill>
                <a:latin typeface="Segoe UI"/>
                <a:ea typeface="Segoe UI"/>
                <a:cs typeface="Segoe UI"/>
              </a:defRPr>
            </a:lvl2pPr>
            <a:lvl3pPr>
              <a:buNone/>
              <a:defRPr sz="788" b="0">
                <a:solidFill>
                  <a:srgbClr val="566574"/>
                </a:solidFill>
                <a:latin typeface="Segoe UI"/>
                <a:ea typeface="Segoe UI"/>
                <a:cs typeface="Segoe UI"/>
              </a:defRPr>
            </a:lvl3pPr>
            <a:lvl4pPr>
              <a:buNone/>
              <a:defRPr sz="788" b="0">
                <a:solidFill>
                  <a:srgbClr val="566574"/>
                </a:solidFill>
                <a:latin typeface="Segoe UI"/>
                <a:ea typeface="Segoe UI"/>
                <a:cs typeface="Segoe UI"/>
              </a:defRPr>
            </a:lvl4pPr>
            <a:lvl5pPr>
              <a:buNone/>
              <a:defRPr sz="788" b="0">
                <a:solidFill>
                  <a:srgbClr val="566574"/>
                </a:solidFill>
                <a:latin typeface="Segoe UI"/>
                <a:ea typeface="Segoe UI"/>
                <a:cs typeface="Segoe UI"/>
              </a:defRPr>
            </a:lvl5pPr>
            <a:lvl6pPr>
              <a:buNone/>
              <a:defRPr sz="788" b="0">
                <a:solidFill>
                  <a:srgbClr val="566574"/>
                </a:solidFill>
                <a:latin typeface="Segoe UI"/>
                <a:ea typeface="Segoe UI"/>
                <a:cs typeface="Segoe UI"/>
              </a:defRPr>
            </a:lvl6pPr>
            <a:lvl7pPr>
              <a:buNone/>
              <a:defRPr sz="788" b="0">
                <a:solidFill>
                  <a:srgbClr val="566574"/>
                </a:solidFill>
                <a:latin typeface="Segoe UI"/>
                <a:ea typeface="Segoe UI"/>
                <a:cs typeface="Segoe UI"/>
              </a:defRPr>
            </a:lvl7pPr>
            <a:lvl8pPr>
              <a:buNone/>
              <a:defRPr sz="788" b="0">
                <a:solidFill>
                  <a:srgbClr val="566574"/>
                </a:solidFill>
                <a:latin typeface="Segoe UI"/>
                <a:ea typeface="Segoe UI"/>
                <a:cs typeface="Segoe UI"/>
              </a:defRPr>
            </a:lvl8pPr>
            <a:lvl9pPr>
              <a:buNone/>
              <a:defRPr sz="788" b="0">
                <a:solidFill>
                  <a:srgbClr val="566574"/>
                </a:solidFill>
                <a:latin typeface="Segoe UI"/>
                <a:ea typeface="Segoe UI"/>
                <a:cs typeface="Segoe UI"/>
              </a:defRPr>
            </a:lvl9pPr>
          </a:lstStyle>
          <a:p xmlns:a="http://schemas.openxmlformats.org/drawingml/2006/main">
            <a:pPr>
              <a:buNone/>
              <a:defRPr sz="788" b="0">
                <a:solidFill>
                  <a:srgbClr val="566574"/>
                </a:solidFill>
                <a:latin typeface="Segoe UI"/>
                <a:ea typeface="Segoe UI"/>
                <a:cs typeface="Segoe UI"/>
              </a:defRPr>
            </a:pPr>
            <a:r>
              <a:rPr sz="788" b="0">
                <a:solidFill>
                  <a:srgbClr val="566574"/>
                </a:solidFill>
                <a:latin typeface="Segoe UI"/>
                <a:ea typeface="Segoe UI"/>
                <a:cs typeface="Segoe UI"/>
              </a:rPr>
              <a:t>Made by Matt · © Matt Roper · CC BY-NC-SA 4.0: free for classroom use, share and adapt with credit, no resale</a:t>
            </a:r>
          </a:p>
        </p:txBody>
      </p:sp>
      <p:sp>
        <p:nvSpPr>
          <p:cNvPr id="15" name="page-number">
            <a:extLst xmlns:a="http://schemas.openxmlformats.org/drawingml/2006/main">
              <a:ext uri="{FF2B5EF4-FFF2-40B4-BE49-F238E27FC236}">
                <a16:creationId xmlns:a16="http://schemas.microsoft.com/office/drawing/2014/main" id="{9266CC23-0076-49C9-A2F4-4A56FE0C2C21}"/>
              </a:ext>
            </a:extLst>
          </p:cNvPr>
          <p:cNvSpPr>
            <a:spLocks xmlns:a="http://schemas.openxmlformats.org/drawingml/2006/main" noGrp="1"/>
          </p:cNvSpPr>
          <p:nvPr/>
        </p:nvSpPr>
        <p:spPr>
          <a:xfrm xmlns:a="http://schemas.openxmlformats.org/drawingml/2006/main">
            <a:off x="11144250" y="62103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buNone/>
              <a:defRPr sz="1050" b="0">
                <a:solidFill>
                  <a:srgbClr val="566574"/>
                </a:solidFill>
                <a:latin typeface="Segoe UI"/>
                <a:ea typeface="Segoe UI"/>
                <a:cs typeface="Segoe UI"/>
              </a:defRPr>
            </a:lvl1pPr>
            <a:lvl2pPr>
              <a:buNone/>
              <a:defRPr sz="1050" b="0">
                <a:solidFill>
                  <a:srgbClr val="566574"/>
                </a:solidFill>
                <a:latin typeface="Segoe UI"/>
                <a:ea typeface="Segoe UI"/>
                <a:cs typeface="Segoe UI"/>
              </a:defRPr>
            </a:lvl2pPr>
            <a:lvl3pPr>
              <a:buNone/>
              <a:defRPr sz="1050" b="0">
                <a:solidFill>
                  <a:srgbClr val="566574"/>
                </a:solidFill>
                <a:latin typeface="Segoe UI"/>
                <a:ea typeface="Segoe UI"/>
                <a:cs typeface="Segoe UI"/>
              </a:defRPr>
            </a:lvl3pPr>
            <a:lvl4pPr>
              <a:buNone/>
              <a:defRPr sz="1050" b="0">
                <a:solidFill>
                  <a:srgbClr val="566574"/>
                </a:solidFill>
                <a:latin typeface="Segoe UI"/>
                <a:ea typeface="Segoe UI"/>
                <a:cs typeface="Segoe UI"/>
              </a:defRPr>
            </a:lvl4pPr>
            <a:lvl5pPr>
              <a:buNone/>
              <a:defRPr sz="1050" b="0">
                <a:solidFill>
                  <a:srgbClr val="566574"/>
                </a:solidFill>
                <a:latin typeface="Segoe UI"/>
                <a:ea typeface="Segoe UI"/>
                <a:cs typeface="Segoe UI"/>
              </a:defRPr>
            </a:lvl5pPr>
            <a:lvl6pPr>
              <a:buNone/>
              <a:defRPr sz="1050" b="0">
                <a:solidFill>
                  <a:srgbClr val="566574"/>
                </a:solidFill>
                <a:latin typeface="Segoe UI"/>
                <a:ea typeface="Segoe UI"/>
                <a:cs typeface="Segoe UI"/>
              </a:defRPr>
            </a:lvl6pPr>
            <a:lvl7pPr>
              <a:buNone/>
              <a:defRPr sz="1050" b="0">
                <a:solidFill>
                  <a:srgbClr val="566574"/>
                </a:solidFill>
                <a:latin typeface="Segoe UI"/>
                <a:ea typeface="Segoe UI"/>
                <a:cs typeface="Segoe UI"/>
              </a:defRPr>
            </a:lvl7pPr>
            <a:lvl8pPr>
              <a:buNone/>
              <a:defRPr sz="1050" b="0">
                <a:solidFill>
                  <a:srgbClr val="566574"/>
                </a:solidFill>
                <a:latin typeface="Segoe UI"/>
                <a:ea typeface="Segoe UI"/>
                <a:cs typeface="Segoe UI"/>
              </a:defRPr>
            </a:lvl8pPr>
            <a:lvl9pPr>
              <a:buNone/>
              <a:defRPr sz="1050" b="0">
                <a:solidFill>
                  <a:srgbClr val="566574"/>
                </a:solidFill>
                <a:latin typeface="Segoe UI"/>
                <a:ea typeface="Segoe UI"/>
                <a:cs typeface="Segoe UI"/>
              </a:defRPr>
            </a:lvl9pPr>
          </a:lstStyle>
          <a:p xmlns:a="http://schemas.openxmlformats.org/drawingml/2006/main">
            <a:pPr>
              <a:buNone/>
              <a:defRPr sz="1050" b="0">
                <a:solidFill>
                  <a:srgbClr val="566574"/>
                </a:solidFill>
                <a:latin typeface="Segoe UI"/>
                <a:ea typeface="Segoe UI"/>
                <a:cs typeface="Segoe UI"/>
              </a:defRPr>
            </a:pPr>
            <a:r>
              <a:rPr sz="1050" b="0">
                <a:solidFill>
                  <a:srgbClr val="566574"/>
                </a:solidFill>
                <a:latin typeface="Segoe UI"/>
                <a:ea typeface="Segoe UI"/>
                <a:cs typeface="Segoe UI"/>
              </a:rPr>
              <a:t>07</a:t>
            </a:r>
          </a:p>
        </p:txBody>
      </p:sp>
    </p:spTree>
    <p:extLst>
      <p:ext uri="{BB962C8B-B14F-4D97-AF65-F5344CB8AC3E}">
        <p14:creationId xmlns:p14="http://schemas.microsoft.com/office/powerpoint/2010/main" val="591302174"/>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lesson-code">
            <a:extLst xmlns:a="http://schemas.openxmlformats.org/drawingml/2006/main">
              <a:ext uri="{FF2B5EF4-FFF2-40B4-BE49-F238E27FC236}">
                <a16:creationId xmlns:a16="http://schemas.microsoft.com/office/drawing/2014/main" id="{D3C9BEB9-6274-496E-AB09-772D5BEBAC05}"/>
              </a:ext>
            </a:extLst>
          </p:cNvPr>
          <p:cNvSpPr>
            <a:spLocks xmlns:a="http://schemas.openxmlformats.org/drawingml/2006/main" noGrp="1"/>
          </p:cNvSpPr>
          <p:nvPr/>
        </p:nvSpPr>
        <p:spPr>
          <a:xfrm xmlns:a="http://schemas.openxmlformats.org/drawingml/2006/main">
            <a:off x="533400" y="1905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buNone/>
              <a:defRPr sz="1200" b="0">
                <a:solidFill>
                  <a:srgbClr val="566574"/>
                </a:solidFill>
                <a:latin typeface="Segoe UI"/>
                <a:ea typeface="Segoe UI"/>
                <a:cs typeface="Segoe UI"/>
              </a:defRPr>
            </a:lvl1pPr>
            <a:lvl2pPr>
              <a:buNone/>
              <a:defRPr sz="1200" b="0">
                <a:solidFill>
                  <a:srgbClr val="566574"/>
                </a:solidFill>
                <a:latin typeface="Segoe UI"/>
                <a:ea typeface="Segoe UI"/>
                <a:cs typeface="Segoe UI"/>
              </a:defRPr>
            </a:lvl2pPr>
            <a:lvl3pPr>
              <a:buNone/>
              <a:defRPr sz="1200" b="0">
                <a:solidFill>
                  <a:srgbClr val="566574"/>
                </a:solidFill>
                <a:latin typeface="Segoe UI"/>
                <a:ea typeface="Segoe UI"/>
                <a:cs typeface="Segoe UI"/>
              </a:defRPr>
            </a:lvl3pPr>
            <a:lvl4pPr>
              <a:buNone/>
              <a:defRPr sz="1200" b="0">
                <a:solidFill>
                  <a:srgbClr val="566574"/>
                </a:solidFill>
                <a:latin typeface="Segoe UI"/>
                <a:ea typeface="Segoe UI"/>
                <a:cs typeface="Segoe UI"/>
              </a:defRPr>
            </a:lvl4pPr>
            <a:lvl5pPr>
              <a:buNone/>
              <a:defRPr sz="1200" b="0">
                <a:solidFill>
                  <a:srgbClr val="566574"/>
                </a:solidFill>
                <a:latin typeface="Segoe UI"/>
                <a:ea typeface="Segoe UI"/>
                <a:cs typeface="Segoe UI"/>
              </a:defRPr>
            </a:lvl5pPr>
            <a:lvl6pPr>
              <a:buNone/>
              <a:defRPr sz="1200" b="0">
                <a:solidFill>
                  <a:srgbClr val="566574"/>
                </a:solidFill>
                <a:latin typeface="Segoe UI"/>
                <a:ea typeface="Segoe UI"/>
                <a:cs typeface="Segoe UI"/>
              </a:defRPr>
            </a:lvl6pPr>
            <a:lvl7pPr>
              <a:buNone/>
              <a:defRPr sz="1200" b="0">
                <a:solidFill>
                  <a:srgbClr val="566574"/>
                </a:solidFill>
                <a:latin typeface="Segoe UI"/>
                <a:ea typeface="Segoe UI"/>
                <a:cs typeface="Segoe UI"/>
              </a:defRPr>
            </a:lvl7pPr>
            <a:lvl8pPr>
              <a:buNone/>
              <a:defRPr sz="1200" b="0">
                <a:solidFill>
                  <a:srgbClr val="566574"/>
                </a:solidFill>
                <a:latin typeface="Segoe UI"/>
                <a:ea typeface="Segoe UI"/>
                <a:cs typeface="Segoe UI"/>
              </a:defRPr>
            </a:lvl8pPr>
            <a:lvl9pPr>
              <a:buNone/>
              <a:defRPr sz="1200" b="0">
                <a:solidFill>
                  <a:srgbClr val="566574"/>
                </a:solidFill>
                <a:latin typeface="Segoe UI"/>
                <a:ea typeface="Segoe UI"/>
                <a:cs typeface="Segoe UI"/>
              </a:defRPr>
            </a:lvl9pPr>
          </a:lstStyle>
          <a:p xmlns:a="http://schemas.openxmlformats.org/drawingml/2006/main">
            <a:pPr>
              <a:buNone/>
              <a:defRPr sz="1200" b="0">
                <a:solidFill>
                  <a:srgbClr val="566574"/>
                </a:solidFill>
                <a:latin typeface="Segoe UI"/>
                <a:ea typeface="Segoe UI"/>
                <a:cs typeface="Segoe UI"/>
              </a:defRPr>
            </a:pPr>
            <a:r>
              <a:rPr sz="1200" b="0">
                <a:solidFill>
                  <a:srgbClr val="566574"/>
                </a:solidFill>
                <a:latin typeface="Segoe UI"/>
                <a:ea typeface="Segoe UI"/>
                <a:cs typeface="Segoe UI"/>
              </a:rPr>
              <a:t>COMM-GROW-A2-W05  ·  Lesson 10a</a:t>
            </a:r>
          </a:p>
        </p:txBody>
      </p:sp>
      <p:sp>
        <p:nvSpPr>
          <p:cNvPr id="2" name="label">
            <a:extLst xmlns:a="http://schemas.openxmlformats.org/drawingml/2006/main">
              <a:ext uri="{FF2B5EF4-FFF2-40B4-BE49-F238E27FC236}">
                <a16:creationId xmlns:a16="http://schemas.microsoft.com/office/drawing/2014/main" id="{B073752A-75EE-4DA8-A078-C032A7A8ECFB}"/>
              </a:ext>
            </a:extLst>
          </p:cNvPr>
          <p:cNvSpPr>
            <a:spLocks xmlns:a="http://schemas.openxmlformats.org/drawingml/2006/main" noGrp="1"/>
          </p:cNvSpPr>
          <p:nvPr/>
        </p:nvSpPr>
        <p:spPr>
          <a:xfrm xmlns:a="http://schemas.openxmlformats.org/drawingml/2006/main">
            <a:off x="7620000" y="190500"/>
            <a:ext cx="4048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buNone/>
              <a:defRPr sz="1050" b="0">
                <a:solidFill>
                  <a:srgbClr val="566574"/>
                </a:solidFill>
                <a:latin typeface="Segoe UI"/>
                <a:ea typeface="Segoe UI"/>
                <a:cs typeface="Segoe UI"/>
              </a:defRPr>
            </a:lvl1pPr>
            <a:lvl2pPr>
              <a:buNone/>
              <a:defRPr sz="1050" b="0">
                <a:solidFill>
                  <a:srgbClr val="566574"/>
                </a:solidFill>
                <a:latin typeface="Segoe UI"/>
                <a:ea typeface="Segoe UI"/>
                <a:cs typeface="Segoe UI"/>
              </a:defRPr>
            </a:lvl2pPr>
            <a:lvl3pPr>
              <a:buNone/>
              <a:defRPr sz="1050" b="0">
                <a:solidFill>
                  <a:srgbClr val="566574"/>
                </a:solidFill>
                <a:latin typeface="Segoe UI"/>
                <a:ea typeface="Segoe UI"/>
                <a:cs typeface="Segoe UI"/>
              </a:defRPr>
            </a:lvl3pPr>
            <a:lvl4pPr>
              <a:buNone/>
              <a:defRPr sz="1050" b="0">
                <a:solidFill>
                  <a:srgbClr val="566574"/>
                </a:solidFill>
                <a:latin typeface="Segoe UI"/>
                <a:ea typeface="Segoe UI"/>
                <a:cs typeface="Segoe UI"/>
              </a:defRPr>
            </a:lvl4pPr>
            <a:lvl5pPr>
              <a:buNone/>
              <a:defRPr sz="1050" b="0">
                <a:solidFill>
                  <a:srgbClr val="566574"/>
                </a:solidFill>
                <a:latin typeface="Segoe UI"/>
                <a:ea typeface="Segoe UI"/>
                <a:cs typeface="Segoe UI"/>
              </a:defRPr>
            </a:lvl5pPr>
            <a:lvl6pPr>
              <a:buNone/>
              <a:defRPr sz="1050" b="0">
                <a:solidFill>
                  <a:srgbClr val="566574"/>
                </a:solidFill>
                <a:latin typeface="Segoe UI"/>
                <a:ea typeface="Segoe UI"/>
                <a:cs typeface="Segoe UI"/>
              </a:defRPr>
            </a:lvl6pPr>
            <a:lvl7pPr>
              <a:buNone/>
              <a:defRPr sz="1050" b="0">
                <a:solidFill>
                  <a:srgbClr val="566574"/>
                </a:solidFill>
                <a:latin typeface="Segoe UI"/>
                <a:ea typeface="Segoe UI"/>
                <a:cs typeface="Segoe UI"/>
              </a:defRPr>
            </a:lvl7pPr>
            <a:lvl8pPr>
              <a:buNone/>
              <a:defRPr sz="1050" b="0">
                <a:solidFill>
                  <a:srgbClr val="566574"/>
                </a:solidFill>
                <a:latin typeface="Segoe UI"/>
                <a:ea typeface="Segoe UI"/>
                <a:cs typeface="Segoe UI"/>
              </a:defRPr>
            </a:lvl8pPr>
            <a:lvl9pPr>
              <a:buNone/>
              <a:defRPr sz="1050" b="0">
                <a:solidFill>
                  <a:srgbClr val="566574"/>
                </a:solidFill>
                <a:latin typeface="Segoe UI"/>
                <a:ea typeface="Segoe UI"/>
                <a:cs typeface="Segoe UI"/>
              </a:defRPr>
            </a:lvl9pPr>
          </a:lstStyle>
          <a:p xmlns:a="http://schemas.openxmlformats.org/drawingml/2006/main">
            <a:pPr>
              <a:buNone/>
              <a:defRPr sz="1050" b="0">
                <a:solidFill>
                  <a:srgbClr val="566574"/>
                </a:solidFill>
                <a:latin typeface="Segoe UI"/>
                <a:ea typeface="Segoe UI"/>
                <a:cs typeface="Segoe UI"/>
              </a:defRPr>
            </a:pPr>
            <a:r>
              <a:rPr sz="1200" b="0">
                <a:solidFill>
                  <a:srgbClr val="566574"/>
                </a:solidFill>
                <a:latin typeface="Segoe UI"/>
                <a:ea typeface="Segoe UI"/>
                <a:cs typeface="Segoe UI"/>
              </a:rPr>
              <a:t>Public edition · Year A</a:t>
            </a:r>
          </a:p>
        </p:txBody>
      </p:sp>
      <p:sp>
        <p:nvSpPr>
          <p:cNvPr id="3" name="stage-title">
            <a:extLst xmlns:a="http://schemas.openxmlformats.org/drawingml/2006/main">
              <a:ext uri="{FF2B5EF4-FFF2-40B4-BE49-F238E27FC236}">
                <a16:creationId xmlns:a16="http://schemas.microsoft.com/office/drawing/2014/main" id="{708BECBF-9058-4C5A-A6F6-1CF300A3D29F}"/>
              </a:ext>
            </a:extLst>
          </p:cNvPr>
          <p:cNvSpPr>
            <a:spLocks xmlns:a="http://schemas.openxmlformats.org/drawingml/2006/main" noGrp="1"/>
          </p:cNvSpPr>
          <p:nvPr/>
        </p:nvSpPr>
        <p:spPr>
          <a:xfrm xmlns:a="http://schemas.openxmlformats.org/drawingml/2006/main">
            <a:off x="533400" y="590550"/>
            <a:ext cx="11029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3300" b="1">
                <a:solidFill>
                  <a:srgbClr val="345D70"/>
                </a:solidFill>
                <a:latin typeface="Segoe UI"/>
                <a:ea typeface="Segoe UI"/>
                <a:cs typeface="Segoe UI"/>
              </a:defRPr>
            </a:defPPr>
            <a:lvl1pPr>
              <a:buNone/>
              <a:defRPr sz="3300" b="1">
                <a:solidFill>
                  <a:srgbClr val="345D70"/>
                </a:solidFill>
                <a:latin typeface="Segoe UI"/>
                <a:ea typeface="Segoe UI"/>
                <a:cs typeface="Segoe UI"/>
              </a:defRPr>
            </a:lvl1pPr>
            <a:lvl2pPr>
              <a:buNone/>
              <a:defRPr sz="3300" b="1">
                <a:solidFill>
                  <a:srgbClr val="345D70"/>
                </a:solidFill>
                <a:latin typeface="Segoe UI"/>
                <a:ea typeface="Segoe UI"/>
                <a:cs typeface="Segoe UI"/>
              </a:defRPr>
            </a:lvl2pPr>
            <a:lvl3pPr>
              <a:buNone/>
              <a:defRPr sz="3300" b="1">
                <a:solidFill>
                  <a:srgbClr val="345D70"/>
                </a:solidFill>
                <a:latin typeface="Segoe UI"/>
                <a:ea typeface="Segoe UI"/>
                <a:cs typeface="Segoe UI"/>
              </a:defRPr>
            </a:lvl3pPr>
            <a:lvl4pPr>
              <a:buNone/>
              <a:defRPr sz="3300" b="1">
                <a:solidFill>
                  <a:srgbClr val="345D70"/>
                </a:solidFill>
                <a:latin typeface="Segoe UI"/>
                <a:ea typeface="Segoe UI"/>
                <a:cs typeface="Segoe UI"/>
              </a:defRPr>
            </a:lvl4pPr>
            <a:lvl5pPr>
              <a:buNone/>
              <a:defRPr sz="3300" b="1">
                <a:solidFill>
                  <a:srgbClr val="345D70"/>
                </a:solidFill>
                <a:latin typeface="Segoe UI"/>
                <a:ea typeface="Segoe UI"/>
                <a:cs typeface="Segoe UI"/>
              </a:defRPr>
            </a:lvl5pPr>
            <a:lvl6pPr>
              <a:buNone/>
              <a:defRPr sz="3300" b="1">
                <a:solidFill>
                  <a:srgbClr val="345D70"/>
                </a:solidFill>
                <a:latin typeface="Segoe UI"/>
                <a:ea typeface="Segoe UI"/>
                <a:cs typeface="Segoe UI"/>
              </a:defRPr>
            </a:lvl6pPr>
            <a:lvl7pPr>
              <a:buNone/>
              <a:defRPr sz="3300" b="1">
                <a:solidFill>
                  <a:srgbClr val="345D70"/>
                </a:solidFill>
                <a:latin typeface="Segoe UI"/>
                <a:ea typeface="Segoe UI"/>
                <a:cs typeface="Segoe UI"/>
              </a:defRPr>
            </a:lvl7pPr>
            <a:lvl8pPr>
              <a:buNone/>
              <a:defRPr sz="3300" b="1">
                <a:solidFill>
                  <a:srgbClr val="345D70"/>
                </a:solidFill>
                <a:latin typeface="Segoe UI"/>
                <a:ea typeface="Segoe UI"/>
                <a:cs typeface="Segoe UI"/>
              </a:defRPr>
            </a:lvl8pPr>
            <a:lvl9pPr>
              <a:buNone/>
              <a:defRPr sz="3300" b="1">
                <a:solidFill>
                  <a:srgbClr val="345D70"/>
                </a:solidFill>
                <a:latin typeface="Segoe UI"/>
                <a:ea typeface="Segoe UI"/>
                <a:cs typeface="Segoe UI"/>
              </a:defRPr>
            </a:lvl9pPr>
          </a:lstStyle>
          <a:p xmlns:a="http://schemas.openxmlformats.org/drawingml/2006/main">
            <a:pPr>
              <a:buNone/>
              <a:defRPr sz="3300" b="1">
                <a:solidFill>
                  <a:srgbClr val="345D70"/>
                </a:solidFill>
                <a:latin typeface="Segoe UI"/>
                <a:ea typeface="Segoe UI"/>
                <a:cs typeface="Segoe UI"/>
              </a:defRPr>
            </a:pPr>
            <a:r>
              <a:rPr sz="3300" b="1">
                <a:solidFill>
                  <a:srgbClr val="345D70"/>
                </a:solidFill>
                <a:latin typeface="Segoe UI"/>
                <a:ea typeface="Segoe UI"/>
                <a:cs typeface="Segoe UI"/>
              </a:rPr>
              <a:t>YOU DO production</a:t>
            </a:r>
          </a:p>
        </p:txBody>
      </p:sp>
      <p:sp>
        <p:nvSpPr>
          <p:cNvPr id="4" name="task-main">
            <a:extLst xmlns:a="http://schemas.openxmlformats.org/drawingml/2006/main">
              <a:ext uri="{FF2B5EF4-FFF2-40B4-BE49-F238E27FC236}">
                <a16:creationId xmlns:a16="http://schemas.microsoft.com/office/drawing/2014/main" id="{1AC0DB76-DF8C-4DFF-90A8-CA8A8DB1BD93}"/>
              </a:ext>
            </a:extLst>
          </p:cNvPr>
          <p:cNvSpPr>
            <a:spLocks xmlns:a="http://schemas.openxmlformats.org/drawingml/2006/main" noGrp="1"/>
          </p:cNvSpPr>
          <p:nvPr/>
        </p:nvSpPr>
        <p:spPr>
          <a:xfrm xmlns:a="http://schemas.openxmlformats.org/drawingml/2006/main">
            <a:off x="533400" y="1476375"/>
            <a:ext cx="11049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250" b="0">
                <a:solidFill>
                  <a:srgbClr val="192E3B"/>
                </a:solidFill>
                <a:latin typeface="Segoe UI"/>
                <a:ea typeface="Segoe UI"/>
                <a:cs typeface="Segoe UI"/>
              </a:defRPr>
            </a:defPPr>
            <a:lvl1pPr>
              <a:buNone/>
              <a:defRPr sz="2250" b="0">
                <a:solidFill>
                  <a:srgbClr val="192E3B"/>
                </a:solidFill>
                <a:latin typeface="Segoe UI"/>
                <a:ea typeface="Segoe UI"/>
                <a:cs typeface="Segoe UI"/>
              </a:defRPr>
            </a:lvl1pPr>
            <a:lvl2pPr>
              <a:buNone/>
              <a:defRPr sz="2250" b="0">
                <a:solidFill>
                  <a:srgbClr val="192E3B"/>
                </a:solidFill>
                <a:latin typeface="Segoe UI"/>
                <a:ea typeface="Segoe UI"/>
                <a:cs typeface="Segoe UI"/>
              </a:defRPr>
            </a:lvl2pPr>
            <a:lvl3pPr>
              <a:buNone/>
              <a:defRPr sz="2250" b="0">
                <a:solidFill>
                  <a:srgbClr val="192E3B"/>
                </a:solidFill>
                <a:latin typeface="Segoe UI"/>
                <a:ea typeface="Segoe UI"/>
                <a:cs typeface="Segoe UI"/>
              </a:defRPr>
            </a:lvl3pPr>
            <a:lvl4pPr>
              <a:buNone/>
              <a:defRPr sz="2250" b="0">
                <a:solidFill>
                  <a:srgbClr val="192E3B"/>
                </a:solidFill>
                <a:latin typeface="Segoe UI"/>
                <a:ea typeface="Segoe UI"/>
                <a:cs typeface="Segoe UI"/>
              </a:defRPr>
            </a:lvl4pPr>
            <a:lvl5pPr>
              <a:buNone/>
              <a:defRPr sz="2250" b="0">
                <a:solidFill>
                  <a:srgbClr val="192E3B"/>
                </a:solidFill>
                <a:latin typeface="Segoe UI"/>
                <a:ea typeface="Segoe UI"/>
                <a:cs typeface="Segoe UI"/>
              </a:defRPr>
            </a:lvl5pPr>
            <a:lvl6pPr>
              <a:buNone/>
              <a:defRPr sz="2250" b="0">
                <a:solidFill>
                  <a:srgbClr val="192E3B"/>
                </a:solidFill>
                <a:latin typeface="Segoe UI"/>
                <a:ea typeface="Segoe UI"/>
                <a:cs typeface="Segoe UI"/>
              </a:defRPr>
            </a:lvl6pPr>
            <a:lvl7pPr>
              <a:buNone/>
              <a:defRPr sz="2250" b="0">
                <a:solidFill>
                  <a:srgbClr val="192E3B"/>
                </a:solidFill>
                <a:latin typeface="Segoe UI"/>
                <a:ea typeface="Segoe UI"/>
                <a:cs typeface="Segoe UI"/>
              </a:defRPr>
            </a:lvl7pPr>
            <a:lvl8pPr>
              <a:buNone/>
              <a:defRPr sz="2250" b="0">
                <a:solidFill>
                  <a:srgbClr val="192E3B"/>
                </a:solidFill>
                <a:latin typeface="Segoe UI"/>
                <a:ea typeface="Segoe UI"/>
                <a:cs typeface="Segoe UI"/>
              </a:defRPr>
            </a:lvl8pPr>
            <a:lvl9pPr>
              <a:buNone/>
              <a:defRPr sz="2250" b="0">
                <a:solidFill>
                  <a:srgbClr val="192E3B"/>
                </a:solidFill>
                <a:latin typeface="Segoe UI"/>
                <a:ea typeface="Segoe UI"/>
                <a:cs typeface="Segoe UI"/>
              </a:defRPr>
            </a:lvl9pPr>
          </a:lstStyle>
          <a:p xmlns:a="http://schemas.openxmlformats.org/drawingml/2006/main">
            <a:pPr>
              <a:buNone/>
              <a:defRPr sz="2250" b="0">
                <a:solidFill>
                  <a:srgbClr val="192E3B"/>
                </a:solidFill>
                <a:latin typeface="Segoe UI"/>
                <a:ea typeface="Segoe UI"/>
                <a:cs typeface="Segoe UI"/>
              </a:defRPr>
            </a:pPr>
            <a:r>
              <a:rPr sz="2250" b="0">
                <a:solidFill>
                  <a:srgbClr val="192E3B"/>
                </a:solidFill>
                <a:latin typeface="Segoe UI"/>
                <a:ea typeface="Segoe UI"/>
                <a:cs typeface="Segoe UI"/>
              </a:rPr>
              <a:t>Do your own job. Follow the safe steps.</a:t>
            </a:r>
          </a:p>
          <a:p xmlns:a="http://schemas.openxmlformats.org/drawingml/2006/main">
            <a:pPr>
              <a:buNone/>
              <a:defRPr sz="2250" b="0">
                <a:solidFill>
                  <a:srgbClr val="192E3B"/>
                </a:solidFill>
                <a:latin typeface="Segoe UI"/>
                <a:ea typeface="Segoe UI"/>
                <a:cs typeface="Segoe UI"/>
              </a:defRPr>
            </a:pPr>
            <a:r>
              <a:rPr sz="2250" b="0">
                <a:solidFill>
                  <a:srgbClr val="192E3B"/>
                </a:solidFill>
                <a:latin typeface="Segoe UI"/>
                <a:ea typeface="Segoe UI"/>
                <a:cs typeface="Segoe UI"/>
              </a:rPr>
              <a:t>Use the real menu and checked labels.</a:t>
            </a:r>
          </a:p>
          <a:p xmlns:a="http://schemas.openxmlformats.org/drawingml/2006/main">
            <a:pPr>
              <a:buNone/>
              <a:defRPr sz="2250" b="0">
                <a:solidFill>
                  <a:srgbClr val="192E3B"/>
                </a:solidFill>
                <a:latin typeface="Segoe UI"/>
                <a:ea typeface="Segoe UI"/>
                <a:cs typeface="Segoe UI"/>
              </a:defRPr>
            </a:pPr>
            <a:r>
              <a:rPr sz="2250" b="0">
                <a:solidFill>
                  <a:srgbClr val="192E3B"/>
                </a:solidFill>
                <a:latin typeface="Segoe UI"/>
                <a:ea typeface="Segoe UI"/>
                <a:cs typeface="Segoe UI"/>
              </a:rPr>
              <a:t>Keep one trace of your part for L10-E1.</a:t>
            </a:r>
          </a:p>
          <a:p xmlns:a="http://schemas.openxmlformats.org/drawingml/2006/main">
            <a:pPr>
              <a:buNone/>
              <a:defRPr sz="2250" b="0">
                <a:solidFill>
                  <a:srgbClr val="192E3B"/>
                </a:solidFill>
                <a:latin typeface="Segoe UI"/>
                <a:ea typeface="Segoe UI"/>
                <a:cs typeface="Segoe UI"/>
              </a:defRPr>
            </a:pPr>
            <a:r>
              <a:rPr sz="2250" b="0">
                <a:solidFill>
                  <a:srgbClr val="192E3B"/>
                </a:solidFill>
                <a:latin typeface="Segoe UI"/>
                <a:ea typeface="Segoe UI"/>
                <a:cs typeface="Segoe UI"/>
              </a:rPr>
              <a:t>I did __. I had help with __.</a:t>
            </a:r>
          </a:p>
        </p:txBody>
      </p:sp>
      <p:sp>
        <p:nvSpPr>
          <p:cNvPr id="5" name="route-SUPPORTED">
            <a:extLst xmlns:a="http://schemas.openxmlformats.org/drawingml/2006/main">
              <a:ext uri="{FF2B5EF4-FFF2-40B4-BE49-F238E27FC236}">
                <a16:creationId xmlns:a16="http://schemas.microsoft.com/office/drawing/2014/main" id="{C37EABA0-7819-439B-9029-15819CB2E21C}"/>
              </a:ext>
            </a:extLst>
          </p:cNvPr>
          <p:cNvSpPr>
            <a:spLocks xmlns:a="http://schemas.openxmlformats.org/drawingml/2006/main" noGrp="1"/>
          </p:cNvSpPr>
          <p:nvPr/>
        </p:nvSpPr>
        <p:spPr>
          <a:xfrm xmlns:a="http://schemas.openxmlformats.org/drawingml/2006/main">
            <a:off x="533400" y="3524250"/>
            <a:ext cx="3476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75" b="1">
                <a:solidFill>
                  <a:srgbClr val="345D70"/>
                </a:solidFill>
                <a:latin typeface="Segoe UI"/>
                <a:ea typeface="Segoe UI"/>
                <a:cs typeface="Segoe UI"/>
              </a:defRPr>
            </a:defPPr>
            <a:lvl1pPr>
              <a:buNone/>
              <a:defRPr sz="1800" b="1">
                <a:solidFill>
                  <a:srgbClr val="345D70"/>
                </a:solidFill>
                <a:latin typeface="Segoe UI"/>
                <a:ea typeface="Segoe UI"/>
                <a:cs typeface="Segoe UI"/>
              </a:defRPr>
            </a:lvl1pPr>
            <a:lvl2pPr>
              <a:buNone/>
              <a:defRPr sz="1800" b="1">
                <a:solidFill>
                  <a:srgbClr val="345D70"/>
                </a:solidFill>
                <a:latin typeface="Segoe UI"/>
                <a:ea typeface="Segoe UI"/>
                <a:cs typeface="Segoe UI"/>
              </a:defRPr>
            </a:lvl2pPr>
            <a:lvl3pPr>
              <a:buNone/>
              <a:defRPr sz="1800" b="1">
                <a:solidFill>
                  <a:srgbClr val="345D70"/>
                </a:solidFill>
                <a:latin typeface="Segoe UI"/>
                <a:ea typeface="Segoe UI"/>
                <a:cs typeface="Segoe UI"/>
              </a:defRPr>
            </a:lvl3pPr>
            <a:lvl4pPr>
              <a:buNone/>
              <a:defRPr sz="1800" b="1">
                <a:solidFill>
                  <a:srgbClr val="345D70"/>
                </a:solidFill>
                <a:latin typeface="Segoe UI"/>
                <a:ea typeface="Segoe UI"/>
                <a:cs typeface="Segoe UI"/>
              </a:defRPr>
            </a:lvl4pPr>
            <a:lvl5pPr>
              <a:buNone/>
              <a:defRPr sz="1800" b="1">
                <a:solidFill>
                  <a:srgbClr val="345D70"/>
                </a:solidFill>
                <a:latin typeface="Segoe UI"/>
                <a:ea typeface="Segoe UI"/>
                <a:cs typeface="Segoe UI"/>
              </a:defRPr>
            </a:lvl5pPr>
            <a:lvl6pPr>
              <a:buNone/>
              <a:defRPr sz="1800" b="1">
                <a:solidFill>
                  <a:srgbClr val="345D70"/>
                </a:solidFill>
                <a:latin typeface="Segoe UI"/>
                <a:ea typeface="Segoe UI"/>
                <a:cs typeface="Segoe UI"/>
              </a:defRPr>
            </a:lvl6pPr>
            <a:lvl7pPr>
              <a:buNone/>
              <a:defRPr sz="1800" b="1">
                <a:solidFill>
                  <a:srgbClr val="345D70"/>
                </a:solidFill>
                <a:latin typeface="Segoe UI"/>
                <a:ea typeface="Segoe UI"/>
                <a:cs typeface="Segoe UI"/>
              </a:defRPr>
            </a:lvl7pPr>
            <a:lvl8pPr>
              <a:buNone/>
              <a:defRPr sz="1800" b="1">
                <a:solidFill>
                  <a:srgbClr val="345D70"/>
                </a:solidFill>
                <a:latin typeface="Segoe UI"/>
                <a:ea typeface="Segoe UI"/>
                <a:cs typeface="Segoe UI"/>
              </a:defRPr>
            </a:lvl8pPr>
            <a:lvl9pPr>
              <a:buNone/>
              <a:defRPr sz="1800" b="1">
                <a:solidFill>
                  <a:srgbClr val="345D70"/>
                </a:solidFill>
                <a:latin typeface="Segoe UI"/>
                <a:ea typeface="Segoe UI"/>
                <a:cs typeface="Segoe UI"/>
              </a:defRPr>
            </a:lvl9pPr>
          </a:lstStyle>
          <a:p xmlns:a="http://schemas.openxmlformats.org/drawingml/2006/main">
            <a:pPr>
              <a:buNone/>
              <a:defRPr sz="1800" b="1">
                <a:solidFill>
                  <a:srgbClr val="345D70"/>
                </a:solidFill>
                <a:latin typeface="Segoe UI"/>
                <a:ea typeface="Segoe UI"/>
                <a:cs typeface="Segoe UI"/>
              </a:defRPr>
            </a:pPr>
            <a:r>
              <a:rPr sz="1875" b="1">
                <a:solidFill>
                  <a:srgbClr val="345D70"/>
                </a:solidFill>
                <a:latin typeface="Segoe UI"/>
                <a:ea typeface="Segoe UI"/>
                <a:cs typeface="Segoe UI"/>
              </a:rPr>
              <a:t>SUPPORTED</a:t>
            </a:r>
          </a:p>
        </p:txBody>
      </p:sp>
      <p:sp>
        <p:nvSpPr>
          <p:cNvPr id="6" name="route-rule-SUPPORTED">
            <a:extLst xmlns:a="http://schemas.openxmlformats.org/drawingml/2006/main">
              <a:ext uri="{FF2B5EF4-FFF2-40B4-BE49-F238E27FC236}">
                <a16:creationId xmlns:a16="http://schemas.microsoft.com/office/drawing/2014/main" id="{221FA197-49D3-432F-BE9F-975A7E09E142}"/>
              </a:ext>
            </a:extLst>
          </p:cNvPr>
          <p:cNvSpPr>
            <a:spLocks xmlns:a="http://schemas.openxmlformats.org/drawingml/2006/main" noGrp="1"/>
          </p:cNvSpPr>
          <p:nvPr/>
        </p:nvSpPr>
        <p:spPr>
          <a:xfrm xmlns:a="http://schemas.openxmlformats.org/drawingml/2006/main">
            <a:off x="533400" y="3971925"/>
            <a:ext cx="3476625" cy="19050"/>
          </a:xfrm>
          <a:prstGeom xmlns:a="http://schemas.openxmlformats.org/drawingml/2006/main" prst="rect">
            <a:avLst/>
          </a:prstGeom>
          <a:solidFill xmlns:a="http://schemas.openxmlformats.org/drawingml/2006/main">
            <a:srgbClr val="CDD8DD"/>
          </a:solidFill>
          <a:ln xmlns:a="http://schemas.openxmlformats.org/drawingml/2006/main" w="0">
            <a:noFill/>
            <a:prstDash val="solid"/>
          </a:ln>
        </p:spPr>
      </p:sp>
      <p:sp>
        <p:nvSpPr>
          <p:cNvPr id="7" name="route-body-SUPPORTED">
            <a:extLst xmlns:a="http://schemas.openxmlformats.org/drawingml/2006/main">
              <a:ext uri="{FF2B5EF4-FFF2-40B4-BE49-F238E27FC236}">
                <a16:creationId xmlns:a16="http://schemas.microsoft.com/office/drawing/2014/main" id="{0E29C65E-BBA7-4019-A1BB-C3AEEAAF7C6D}"/>
              </a:ext>
            </a:extLst>
          </p:cNvPr>
          <p:cNvSpPr>
            <a:spLocks xmlns:a="http://schemas.openxmlformats.org/drawingml/2006/main" noGrp="1"/>
          </p:cNvSpPr>
          <p:nvPr/>
        </p:nvSpPr>
        <p:spPr>
          <a:xfrm xmlns:a="http://schemas.openxmlformats.org/drawingml/2006/main">
            <a:off x="533400" y="4200525"/>
            <a:ext cx="3476625"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0">
                <a:solidFill>
                  <a:srgbClr val="192E3B"/>
                </a:solidFill>
                <a:latin typeface="Segoe UI"/>
                <a:ea typeface="Segoe UI"/>
                <a:cs typeface="Segoe UI"/>
              </a:defRPr>
            </a:defPPr>
            <a:lvl1pPr>
              <a:buNone/>
              <a:defRPr sz="1800" b="0">
                <a:solidFill>
                  <a:srgbClr val="192E3B"/>
                </a:solidFill>
                <a:latin typeface="Segoe UI"/>
                <a:ea typeface="Segoe UI"/>
                <a:cs typeface="Segoe UI"/>
              </a:defRPr>
            </a:lvl1pPr>
            <a:lvl2pPr>
              <a:buNone/>
              <a:defRPr sz="1800" b="0">
                <a:solidFill>
                  <a:srgbClr val="192E3B"/>
                </a:solidFill>
                <a:latin typeface="Segoe UI"/>
                <a:ea typeface="Segoe UI"/>
                <a:cs typeface="Segoe UI"/>
              </a:defRPr>
            </a:lvl2pPr>
            <a:lvl3pPr>
              <a:buNone/>
              <a:defRPr sz="1800" b="0">
                <a:solidFill>
                  <a:srgbClr val="192E3B"/>
                </a:solidFill>
                <a:latin typeface="Segoe UI"/>
                <a:ea typeface="Segoe UI"/>
                <a:cs typeface="Segoe UI"/>
              </a:defRPr>
            </a:lvl3pPr>
            <a:lvl4pPr>
              <a:buNone/>
              <a:defRPr sz="1800" b="0">
                <a:solidFill>
                  <a:srgbClr val="192E3B"/>
                </a:solidFill>
                <a:latin typeface="Segoe UI"/>
                <a:ea typeface="Segoe UI"/>
                <a:cs typeface="Segoe UI"/>
              </a:defRPr>
            </a:lvl4pPr>
            <a:lvl5pPr>
              <a:buNone/>
              <a:defRPr sz="1800" b="0">
                <a:solidFill>
                  <a:srgbClr val="192E3B"/>
                </a:solidFill>
                <a:latin typeface="Segoe UI"/>
                <a:ea typeface="Segoe UI"/>
                <a:cs typeface="Segoe UI"/>
              </a:defRPr>
            </a:lvl5pPr>
            <a:lvl6pPr>
              <a:buNone/>
              <a:defRPr sz="1800" b="0">
                <a:solidFill>
                  <a:srgbClr val="192E3B"/>
                </a:solidFill>
                <a:latin typeface="Segoe UI"/>
                <a:ea typeface="Segoe UI"/>
                <a:cs typeface="Segoe UI"/>
              </a:defRPr>
            </a:lvl6pPr>
            <a:lvl7pPr>
              <a:buNone/>
              <a:defRPr sz="1800" b="0">
                <a:solidFill>
                  <a:srgbClr val="192E3B"/>
                </a:solidFill>
                <a:latin typeface="Segoe UI"/>
                <a:ea typeface="Segoe UI"/>
                <a:cs typeface="Segoe UI"/>
              </a:defRPr>
            </a:lvl7pPr>
            <a:lvl8pPr>
              <a:buNone/>
              <a:defRPr sz="1800" b="0">
                <a:solidFill>
                  <a:srgbClr val="192E3B"/>
                </a:solidFill>
                <a:latin typeface="Segoe UI"/>
                <a:ea typeface="Segoe UI"/>
                <a:cs typeface="Segoe UI"/>
              </a:defRPr>
            </a:lvl8pPr>
            <a:lvl9pPr>
              <a:buNone/>
              <a:defRPr sz="1800" b="0">
                <a:solidFill>
                  <a:srgbClr val="192E3B"/>
                </a:solidFill>
                <a:latin typeface="Segoe UI"/>
                <a:ea typeface="Segoe UI"/>
                <a:cs typeface="Segoe UI"/>
              </a:defRPr>
            </a:lvl9pPr>
          </a:lstStyle>
          <a:p xmlns:a="http://schemas.openxmlformats.org/drawingml/2006/main">
            <a:pPr>
              <a:buNone/>
              <a:defRPr sz="1800" b="0">
                <a:solidFill>
                  <a:srgbClr val="192E3B"/>
                </a:solidFill>
                <a:latin typeface="Segoe UI"/>
                <a:ea typeface="Segoe UI"/>
                <a:cs typeface="Segoe UI"/>
              </a:defRPr>
            </a:pPr>
            <a:r>
              <a:rPr sz="1800" b="0">
                <a:solidFill>
                  <a:srgbClr val="192E3B"/>
                </a:solidFill>
                <a:latin typeface="Segoe UI"/>
                <a:ea typeface="Segoe UI"/>
                <a:cs typeface="Segoe UI"/>
              </a:rPr>
              <a:t>Do one step at a time with help.</a:t>
            </a:r>
          </a:p>
          <a:p xmlns:a="http://schemas.openxmlformats.org/drawingml/2006/main">
            <a:pPr>
              <a:buNone/>
              <a:defRPr sz="1800" b="0">
                <a:solidFill>
                  <a:srgbClr val="192E3B"/>
                </a:solidFill>
                <a:latin typeface="Segoe UI"/>
                <a:ea typeface="Segoe UI"/>
                <a:cs typeface="Segoe UI"/>
              </a:defRPr>
            </a:pPr>
            <a:r>
              <a:rPr sz="1800" b="0">
                <a:solidFill>
                  <a:srgbClr val="192E3B"/>
                </a:solidFill>
                <a:latin typeface="Segoe UI"/>
                <a:ea typeface="Segoe UI"/>
                <a:cs typeface="Segoe UI"/>
              </a:rPr>
              <a:t>Show the part you did.</a:t>
            </a:r>
          </a:p>
        </p:txBody>
      </p:sp>
      <p:sp>
        <p:nvSpPr>
          <p:cNvPr id="8" name="route-STANDARD">
            <a:extLst xmlns:a="http://schemas.openxmlformats.org/drawingml/2006/main">
              <a:ext uri="{FF2B5EF4-FFF2-40B4-BE49-F238E27FC236}">
                <a16:creationId xmlns:a16="http://schemas.microsoft.com/office/drawing/2014/main" id="{98B9CC1E-69EB-460A-A980-D793DFAB9F83}"/>
              </a:ext>
            </a:extLst>
          </p:cNvPr>
          <p:cNvSpPr>
            <a:spLocks xmlns:a="http://schemas.openxmlformats.org/drawingml/2006/main" noGrp="1"/>
          </p:cNvSpPr>
          <p:nvPr/>
        </p:nvSpPr>
        <p:spPr>
          <a:xfrm xmlns:a="http://schemas.openxmlformats.org/drawingml/2006/main">
            <a:off x="4314825" y="3524250"/>
            <a:ext cx="3476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75" b="1">
                <a:solidFill>
                  <a:srgbClr val="345D70"/>
                </a:solidFill>
                <a:latin typeface="Segoe UI"/>
                <a:ea typeface="Segoe UI"/>
                <a:cs typeface="Segoe UI"/>
              </a:defRPr>
            </a:defPPr>
            <a:lvl1pPr>
              <a:buNone/>
              <a:defRPr sz="1800" b="1">
                <a:solidFill>
                  <a:srgbClr val="345D70"/>
                </a:solidFill>
                <a:latin typeface="Segoe UI"/>
                <a:ea typeface="Segoe UI"/>
                <a:cs typeface="Segoe UI"/>
              </a:defRPr>
            </a:lvl1pPr>
            <a:lvl2pPr>
              <a:buNone/>
              <a:defRPr sz="1800" b="1">
                <a:solidFill>
                  <a:srgbClr val="345D70"/>
                </a:solidFill>
                <a:latin typeface="Segoe UI"/>
                <a:ea typeface="Segoe UI"/>
                <a:cs typeface="Segoe UI"/>
              </a:defRPr>
            </a:lvl2pPr>
            <a:lvl3pPr>
              <a:buNone/>
              <a:defRPr sz="1800" b="1">
                <a:solidFill>
                  <a:srgbClr val="345D70"/>
                </a:solidFill>
                <a:latin typeface="Segoe UI"/>
                <a:ea typeface="Segoe UI"/>
                <a:cs typeface="Segoe UI"/>
              </a:defRPr>
            </a:lvl3pPr>
            <a:lvl4pPr>
              <a:buNone/>
              <a:defRPr sz="1800" b="1">
                <a:solidFill>
                  <a:srgbClr val="345D70"/>
                </a:solidFill>
                <a:latin typeface="Segoe UI"/>
                <a:ea typeface="Segoe UI"/>
                <a:cs typeface="Segoe UI"/>
              </a:defRPr>
            </a:lvl4pPr>
            <a:lvl5pPr>
              <a:buNone/>
              <a:defRPr sz="1800" b="1">
                <a:solidFill>
                  <a:srgbClr val="345D70"/>
                </a:solidFill>
                <a:latin typeface="Segoe UI"/>
                <a:ea typeface="Segoe UI"/>
                <a:cs typeface="Segoe UI"/>
              </a:defRPr>
            </a:lvl5pPr>
            <a:lvl6pPr>
              <a:buNone/>
              <a:defRPr sz="1800" b="1">
                <a:solidFill>
                  <a:srgbClr val="345D70"/>
                </a:solidFill>
                <a:latin typeface="Segoe UI"/>
                <a:ea typeface="Segoe UI"/>
                <a:cs typeface="Segoe UI"/>
              </a:defRPr>
            </a:lvl6pPr>
            <a:lvl7pPr>
              <a:buNone/>
              <a:defRPr sz="1800" b="1">
                <a:solidFill>
                  <a:srgbClr val="345D70"/>
                </a:solidFill>
                <a:latin typeface="Segoe UI"/>
                <a:ea typeface="Segoe UI"/>
                <a:cs typeface="Segoe UI"/>
              </a:defRPr>
            </a:lvl7pPr>
            <a:lvl8pPr>
              <a:buNone/>
              <a:defRPr sz="1800" b="1">
                <a:solidFill>
                  <a:srgbClr val="345D70"/>
                </a:solidFill>
                <a:latin typeface="Segoe UI"/>
                <a:ea typeface="Segoe UI"/>
                <a:cs typeface="Segoe UI"/>
              </a:defRPr>
            </a:lvl8pPr>
            <a:lvl9pPr>
              <a:buNone/>
              <a:defRPr sz="1800" b="1">
                <a:solidFill>
                  <a:srgbClr val="345D70"/>
                </a:solidFill>
                <a:latin typeface="Segoe UI"/>
                <a:ea typeface="Segoe UI"/>
                <a:cs typeface="Segoe UI"/>
              </a:defRPr>
            </a:lvl9pPr>
          </a:lstStyle>
          <a:p xmlns:a="http://schemas.openxmlformats.org/drawingml/2006/main">
            <a:pPr>
              <a:buNone/>
              <a:defRPr sz="1800" b="1">
                <a:solidFill>
                  <a:srgbClr val="345D70"/>
                </a:solidFill>
                <a:latin typeface="Segoe UI"/>
                <a:ea typeface="Segoe UI"/>
                <a:cs typeface="Segoe UI"/>
              </a:defRPr>
            </a:pPr>
            <a:r>
              <a:rPr sz="1875" b="1">
                <a:solidFill>
                  <a:srgbClr val="345D70"/>
                </a:solidFill>
                <a:latin typeface="Segoe UI"/>
                <a:ea typeface="Segoe UI"/>
                <a:cs typeface="Segoe UI"/>
              </a:rPr>
              <a:t>STANDARD</a:t>
            </a:r>
          </a:p>
        </p:txBody>
      </p:sp>
      <p:sp>
        <p:nvSpPr>
          <p:cNvPr id="9" name="route-rule-STANDARD">
            <a:extLst xmlns:a="http://schemas.openxmlformats.org/drawingml/2006/main">
              <a:ext uri="{FF2B5EF4-FFF2-40B4-BE49-F238E27FC236}">
                <a16:creationId xmlns:a16="http://schemas.microsoft.com/office/drawing/2014/main" id="{EE7A6A60-3665-4F75-B16E-A761E41DF79B}"/>
              </a:ext>
            </a:extLst>
          </p:cNvPr>
          <p:cNvSpPr>
            <a:spLocks xmlns:a="http://schemas.openxmlformats.org/drawingml/2006/main" noGrp="1"/>
          </p:cNvSpPr>
          <p:nvPr/>
        </p:nvSpPr>
        <p:spPr>
          <a:xfrm xmlns:a="http://schemas.openxmlformats.org/drawingml/2006/main">
            <a:off x="4314825" y="3971925"/>
            <a:ext cx="3476625" cy="19050"/>
          </a:xfrm>
          <a:prstGeom xmlns:a="http://schemas.openxmlformats.org/drawingml/2006/main" prst="rect">
            <a:avLst/>
          </a:prstGeom>
          <a:solidFill xmlns:a="http://schemas.openxmlformats.org/drawingml/2006/main">
            <a:srgbClr val="CDD8DD"/>
          </a:solidFill>
          <a:ln xmlns:a="http://schemas.openxmlformats.org/drawingml/2006/main" w="0">
            <a:noFill/>
            <a:prstDash val="solid"/>
          </a:ln>
        </p:spPr>
      </p:sp>
      <p:sp>
        <p:nvSpPr>
          <p:cNvPr id="10" name="route-body-STANDARD">
            <a:extLst xmlns:a="http://schemas.openxmlformats.org/drawingml/2006/main">
              <a:ext uri="{FF2B5EF4-FFF2-40B4-BE49-F238E27FC236}">
                <a16:creationId xmlns:a16="http://schemas.microsoft.com/office/drawing/2014/main" id="{BAD469C8-3239-4FBD-AEF1-98F0E72A1A54}"/>
              </a:ext>
            </a:extLst>
          </p:cNvPr>
          <p:cNvSpPr>
            <a:spLocks xmlns:a="http://schemas.openxmlformats.org/drawingml/2006/main" noGrp="1"/>
          </p:cNvSpPr>
          <p:nvPr/>
        </p:nvSpPr>
        <p:spPr>
          <a:xfrm xmlns:a="http://schemas.openxmlformats.org/drawingml/2006/main">
            <a:off x="4314825" y="4200525"/>
            <a:ext cx="3476625"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0">
                <a:solidFill>
                  <a:srgbClr val="192E3B"/>
                </a:solidFill>
                <a:latin typeface="Segoe UI"/>
                <a:ea typeface="Segoe UI"/>
                <a:cs typeface="Segoe UI"/>
              </a:defRPr>
            </a:defPPr>
            <a:lvl1pPr>
              <a:buNone/>
              <a:defRPr sz="1800" b="0">
                <a:solidFill>
                  <a:srgbClr val="192E3B"/>
                </a:solidFill>
                <a:latin typeface="Segoe UI"/>
                <a:ea typeface="Segoe UI"/>
                <a:cs typeface="Segoe UI"/>
              </a:defRPr>
            </a:lvl1pPr>
            <a:lvl2pPr>
              <a:buNone/>
              <a:defRPr sz="1800" b="0">
                <a:solidFill>
                  <a:srgbClr val="192E3B"/>
                </a:solidFill>
                <a:latin typeface="Segoe UI"/>
                <a:ea typeface="Segoe UI"/>
                <a:cs typeface="Segoe UI"/>
              </a:defRPr>
            </a:lvl2pPr>
            <a:lvl3pPr>
              <a:buNone/>
              <a:defRPr sz="1800" b="0">
                <a:solidFill>
                  <a:srgbClr val="192E3B"/>
                </a:solidFill>
                <a:latin typeface="Segoe UI"/>
                <a:ea typeface="Segoe UI"/>
                <a:cs typeface="Segoe UI"/>
              </a:defRPr>
            </a:lvl3pPr>
            <a:lvl4pPr>
              <a:buNone/>
              <a:defRPr sz="1800" b="0">
                <a:solidFill>
                  <a:srgbClr val="192E3B"/>
                </a:solidFill>
                <a:latin typeface="Segoe UI"/>
                <a:ea typeface="Segoe UI"/>
                <a:cs typeface="Segoe UI"/>
              </a:defRPr>
            </a:lvl4pPr>
            <a:lvl5pPr>
              <a:buNone/>
              <a:defRPr sz="1800" b="0">
                <a:solidFill>
                  <a:srgbClr val="192E3B"/>
                </a:solidFill>
                <a:latin typeface="Segoe UI"/>
                <a:ea typeface="Segoe UI"/>
                <a:cs typeface="Segoe UI"/>
              </a:defRPr>
            </a:lvl5pPr>
            <a:lvl6pPr>
              <a:buNone/>
              <a:defRPr sz="1800" b="0">
                <a:solidFill>
                  <a:srgbClr val="192E3B"/>
                </a:solidFill>
                <a:latin typeface="Segoe UI"/>
                <a:ea typeface="Segoe UI"/>
                <a:cs typeface="Segoe UI"/>
              </a:defRPr>
            </a:lvl6pPr>
            <a:lvl7pPr>
              <a:buNone/>
              <a:defRPr sz="1800" b="0">
                <a:solidFill>
                  <a:srgbClr val="192E3B"/>
                </a:solidFill>
                <a:latin typeface="Segoe UI"/>
                <a:ea typeface="Segoe UI"/>
                <a:cs typeface="Segoe UI"/>
              </a:defRPr>
            </a:lvl7pPr>
            <a:lvl8pPr>
              <a:buNone/>
              <a:defRPr sz="1800" b="0">
                <a:solidFill>
                  <a:srgbClr val="192E3B"/>
                </a:solidFill>
                <a:latin typeface="Segoe UI"/>
                <a:ea typeface="Segoe UI"/>
                <a:cs typeface="Segoe UI"/>
              </a:defRPr>
            </a:lvl8pPr>
            <a:lvl9pPr>
              <a:buNone/>
              <a:defRPr sz="1800" b="0">
                <a:solidFill>
                  <a:srgbClr val="192E3B"/>
                </a:solidFill>
                <a:latin typeface="Segoe UI"/>
                <a:ea typeface="Segoe UI"/>
                <a:cs typeface="Segoe UI"/>
              </a:defRPr>
            </a:lvl9pPr>
          </a:lstStyle>
          <a:p xmlns:a="http://schemas.openxmlformats.org/drawingml/2006/main">
            <a:pPr>
              <a:buNone/>
              <a:defRPr sz="1800" b="0">
                <a:solidFill>
                  <a:srgbClr val="192E3B"/>
                </a:solidFill>
                <a:latin typeface="Segoe UI"/>
                <a:ea typeface="Segoe UI"/>
                <a:cs typeface="Segoe UI"/>
              </a:defRPr>
            </a:pPr>
            <a:r>
              <a:rPr sz="1800" b="0">
                <a:solidFill>
                  <a:srgbClr val="192E3B"/>
                </a:solidFill>
                <a:latin typeface="Segoe UI"/>
                <a:ea typeface="Segoe UI"/>
                <a:cs typeface="Segoe UI"/>
              </a:rPr>
              <a:t>Finish your job. Ask for the check.</a:t>
            </a:r>
          </a:p>
          <a:p xmlns:a="http://schemas.openxmlformats.org/drawingml/2006/main">
            <a:pPr>
              <a:buNone/>
              <a:defRPr sz="1800" b="0">
                <a:solidFill>
                  <a:srgbClr val="192E3B"/>
                </a:solidFill>
                <a:latin typeface="Segoe UI"/>
                <a:ea typeface="Segoe UI"/>
                <a:cs typeface="Segoe UI"/>
              </a:defRPr>
            </a:pPr>
            <a:r>
              <a:rPr sz="1800" b="0">
                <a:solidFill>
                  <a:srgbClr val="192E3B"/>
                </a:solidFill>
                <a:latin typeface="Segoe UI"/>
                <a:ea typeface="Segoe UI"/>
                <a:cs typeface="Segoe UI"/>
              </a:rPr>
              <a:t>Tell how your work helped.</a:t>
            </a:r>
          </a:p>
        </p:txBody>
      </p:sp>
      <p:sp>
        <p:nvSpPr>
          <p:cNvPr id="11" name="route-STRETCH">
            <a:extLst xmlns:a="http://schemas.openxmlformats.org/drawingml/2006/main">
              <a:ext uri="{FF2B5EF4-FFF2-40B4-BE49-F238E27FC236}">
                <a16:creationId xmlns:a16="http://schemas.microsoft.com/office/drawing/2014/main" id="{34A12050-C2D7-4608-BF26-20779741C352}"/>
              </a:ext>
            </a:extLst>
          </p:cNvPr>
          <p:cNvSpPr>
            <a:spLocks xmlns:a="http://schemas.openxmlformats.org/drawingml/2006/main" noGrp="1"/>
          </p:cNvSpPr>
          <p:nvPr/>
        </p:nvSpPr>
        <p:spPr>
          <a:xfrm xmlns:a="http://schemas.openxmlformats.org/drawingml/2006/main">
            <a:off x="8096250" y="3524250"/>
            <a:ext cx="3476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75" b="1">
                <a:solidFill>
                  <a:srgbClr val="345D70"/>
                </a:solidFill>
                <a:latin typeface="Segoe UI"/>
                <a:ea typeface="Segoe UI"/>
                <a:cs typeface="Segoe UI"/>
              </a:defRPr>
            </a:defPPr>
            <a:lvl1pPr>
              <a:buNone/>
              <a:defRPr sz="1800" b="1">
                <a:solidFill>
                  <a:srgbClr val="345D70"/>
                </a:solidFill>
                <a:latin typeface="Segoe UI"/>
                <a:ea typeface="Segoe UI"/>
                <a:cs typeface="Segoe UI"/>
              </a:defRPr>
            </a:lvl1pPr>
            <a:lvl2pPr>
              <a:buNone/>
              <a:defRPr sz="1800" b="1">
                <a:solidFill>
                  <a:srgbClr val="345D70"/>
                </a:solidFill>
                <a:latin typeface="Segoe UI"/>
                <a:ea typeface="Segoe UI"/>
                <a:cs typeface="Segoe UI"/>
              </a:defRPr>
            </a:lvl2pPr>
            <a:lvl3pPr>
              <a:buNone/>
              <a:defRPr sz="1800" b="1">
                <a:solidFill>
                  <a:srgbClr val="345D70"/>
                </a:solidFill>
                <a:latin typeface="Segoe UI"/>
                <a:ea typeface="Segoe UI"/>
                <a:cs typeface="Segoe UI"/>
              </a:defRPr>
            </a:lvl3pPr>
            <a:lvl4pPr>
              <a:buNone/>
              <a:defRPr sz="1800" b="1">
                <a:solidFill>
                  <a:srgbClr val="345D70"/>
                </a:solidFill>
                <a:latin typeface="Segoe UI"/>
                <a:ea typeface="Segoe UI"/>
                <a:cs typeface="Segoe UI"/>
              </a:defRPr>
            </a:lvl4pPr>
            <a:lvl5pPr>
              <a:buNone/>
              <a:defRPr sz="1800" b="1">
                <a:solidFill>
                  <a:srgbClr val="345D70"/>
                </a:solidFill>
                <a:latin typeface="Segoe UI"/>
                <a:ea typeface="Segoe UI"/>
                <a:cs typeface="Segoe UI"/>
              </a:defRPr>
            </a:lvl5pPr>
            <a:lvl6pPr>
              <a:buNone/>
              <a:defRPr sz="1800" b="1">
                <a:solidFill>
                  <a:srgbClr val="345D70"/>
                </a:solidFill>
                <a:latin typeface="Segoe UI"/>
                <a:ea typeface="Segoe UI"/>
                <a:cs typeface="Segoe UI"/>
              </a:defRPr>
            </a:lvl6pPr>
            <a:lvl7pPr>
              <a:buNone/>
              <a:defRPr sz="1800" b="1">
                <a:solidFill>
                  <a:srgbClr val="345D70"/>
                </a:solidFill>
                <a:latin typeface="Segoe UI"/>
                <a:ea typeface="Segoe UI"/>
                <a:cs typeface="Segoe UI"/>
              </a:defRPr>
            </a:lvl7pPr>
            <a:lvl8pPr>
              <a:buNone/>
              <a:defRPr sz="1800" b="1">
                <a:solidFill>
                  <a:srgbClr val="345D70"/>
                </a:solidFill>
                <a:latin typeface="Segoe UI"/>
                <a:ea typeface="Segoe UI"/>
                <a:cs typeface="Segoe UI"/>
              </a:defRPr>
            </a:lvl8pPr>
            <a:lvl9pPr>
              <a:buNone/>
              <a:defRPr sz="1800" b="1">
                <a:solidFill>
                  <a:srgbClr val="345D70"/>
                </a:solidFill>
                <a:latin typeface="Segoe UI"/>
                <a:ea typeface="Segoe UI"/>
                <a:cs typeface="Segoe UI"/>
              </a:defRPr>
            </a:lvl9pPr>
          </a:lstStyle>
          <a:p xmlns:a="http://schemas.openxmlformats.org/drawingml/2006/main">
            <a:pPr>
              <a:buNone/>
              <a:defRPr sz="1800" b="1">
                <a:solidFill>
                  <a:srgbClr val="345D70"/>
                </a:solidFill>
                <a:latin typeface="Segoe UI"/>
                <a:ea typeface="Segoe UI"/>
                <a:cs typeface="Segoe UI"/>
              </a:defRPr>
            </a:pPr>
            <a:r>
              <a:rPr sz="1875" b="1">
                <a:solidFill>
                  <a:srgbClr val="345D70"/>
                </a:solidFill>
                <a:latin typeface="Segoe UI"/>
                <a:ea typeface="Segoe UI"/>
                <a:cs typeface="Segoe UI"/>
              </a:rPr>
              <a:t>STRETCH</a:t>
            </a:r>
          </a:p>
        </p:txBody>
      </p:sp>
      <p:sp>
        <p:nvSpPr>
          <p:cNvPr id="12" name="route-rule-STRETCH">
            <a:extLst xmlns:a="http://schemas.openxmlformats.org/drawingml/2006/main">
              <a:ext uri="{FF2B5EF4-FFF2-40B4-BE49-F238E27FC236}">
                <a16:creationId xmlns:a16="http://schemas.microsoft.com/office/drawing/2014/main" id="{BF8F2F68-505B-4C20-8F37-78A1BB290BEA}"/>
              </a:ext>
            </a:extLst>
          </p:cNvPr>
          <p:cNvSpPr>
            <a:spLocks xmlns:a="http://schemas.openxmlformats.org/drawingml/2006/main" noGrp="1"/>
          </p:cNvSpPr>
          <p:nvPr/>
        </p:nvSpPr>
        <p:spPr>
          <a:xfrm xmlns:a="http://schemas.openxmlformats.org/drawingml/2006/main">
            <a:off x="8096250" y="3971925"/>
            <a:ext cx="3476625" cy="19050"/>
          </a:xfrm>
          <a:prstGeom xmlns:a="http://schemas.openxmlformats.org/drawingml/2006/main" prst="rect">
            <a:avLst/>
          </a:prstGeom>
          <a:solidFill xmlns:a="http://schemas.openxmlformats.org/drawingml/2006/main">
            <a:srgbClr val="CDD8DD"/>
          </a:solidFill>
          <a:ln xmlns:a="http://schemas.openxmlformats.org/drawingml/2006/main" w="0">
            <a:noFill/>
            <a:prstDash val="solid"/>
          </a:ln>
        </p:spPr>
      </p:sp>
      <p:sp>
        <p:nvSpPr>
          <p:cNvPr id="13" name="route-body-STRETCH">
            <a:extLst xmlns:a="http://schemas.openxmlformats.org/drawingml/2006/main">
              <a:ext uri="{FF2B5EF4-FFF2-40B4-BE49-F238E27FC236}">
                <a16:creationId xmlns:a16="http://schemas.microsoft.com/office/drawing/2014/main" id="{D2A049EC-D9BF-479A-A098-EDE937E1FFC5}"/>
              </a:ext>
            </a:extLst>
          </p:cNvPr>
          <p:cNvSpPr>
            <a:spLocks xmlns:a="http://schemas.openxmlformats.org/drawingml/2006/main" noGrp="1"/>
          </p:cNvSpPr>
          <p:nvPr/>
        </p:nvSpPr>
        <p:spPr>
          <a:xfrm xmlns:a="http://schemas.openxmlformats.org/drawingml/2006/main">
            <a:off x="8096250" y="4200525"/>
            <a:ext cx="3476625"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0">
                <a:solidFill>
                  <a:srgbClr val="192E3B"/>
                </a:solidFill>
                <a:latin typeface="Segoe UI"/>
                <a:ea typeface="Segoe UI"/>
                <a:cs typeface="Segoe UI"/>
              </a:defRPr>
            </a:defPPr>
            <a:lvl1pPr>
              <a:buNone/>
              <a:defRPr sz="1800" b="0">
                <a:solidFill>
                  <a:srgbClr val="192E3B"/>
                </a:solidFill>
                <a:latin typeface="Segoe UI"/>
                <a:ea typeface="Segoe UI"/>
                <a:cs typeface="Segoe UI"/>
              </a:defRPr>
            </a:lvl1pPr>
            <a:lvl2pPr>
              <a:buNone/>
              <a:defRPr sz="1800" b="0">
                <a:solidFill>
                  <a:srgbClr val="192E3B"/>
                </a:solidFill>
                <a:latin typeface="Segoe UI"/>
                <a:ea typeface="Segoe UI"/>
                <a:cs typeface="Segoe UI"/>
              </a:defRPr>
            </a:lvl2pPr>
            <a:lvl3pPr>
              <a:buNone/>
              <a:defRPr sz="1800" b="0">
                <a:solidFill>
                  <a:srgbClr val="192E3B"/>
                </a:solidFill>
                <a:latin typeface="Segoe UI"/>
                <a:ea typeface="Segoe UI"/>
                <a:cs typeface="Segoe UI"/>
              </a:defRPr>
            </a:lvl3pPr>
            <a:lvl4pPr>
              <a:buNone/>
              <a:defRPr sz="1800" b="0">
                <a:solidFill>
                  <a:srgbClr val="192E3B"/>
                </a:solidFill>
                <a:latin typeface="Segoe UI"/>
                <a:ea typeface="Segoe UI"/>
                <a:cs typeface="Segoe UI"/>
              </a:defRPr>
            </a:lvl4pPr>
            <a:lvl5pPr>
              <a:buNone/>
              <a:defRPr sz="1800" b="0">
                <a:solidFill>
                  <a:srgbClr val="192E3B"/>
                </a:solidFill>
                <a:latin typeface="Segoe UI"/>
                <a:ea typeface="Segoe UI"/>
                <a:cs typeface="Segoe UI"/>
              </a:defRPr>
            </a:lvl5pPr>
            <a:lvl6pPr>
              <a:buNone/>
              <a:defRPr sz="1800" b="0">
                <a:solidFill>
                  <a:srgbClr val="192E3B"/>
                </a:solidFill>
                <a:latin typeface="Segoe UI"/>
                <a:ea typeface="Segoe UI"/>
                <a:cs typeface="Segoe UI"/>
              </a:defRPr>
            </a:lvl6pPr>
            <a:lvl7pPr>
              <a:buNone/>
              <a:defRPr sz="1800" b="0">
                <a:solidFill>
                  <a:srgbClr val="192E3B"/>
                </a:solidFill>
                <a:latin typeface="Segoe UI"/>
                <a:ea typeface="Segoe UI"/>
                <a:cs typeface="Segoe UI"/>
              </a:defRPr>
            </a:lvl7pPr>
            <a:lvl8pPr>
              <a:buNone/>
              <a:defRPr sz="1800" b="0">
                <a:solidFill>
                  <a:srgbClr val="192E3B"/>
                </a:solidFill>
                <a:latin typeface="Segoe UI"/>
                <a:ea typeface="Segoe UI"/>
                <a:cs typeface="Segoe UI"/>
              </a:defRPr>
            </a:lvl8pPr>
            <a:lvl9pPr>
              <a:buNone/>
              <a:defRPr sz="1800" b="0">
                <a:solidFill>
                  <a:srgbClr val="192E3B"/>
                </a:solidFill>
                <a:latin typeface="Segoe UI"/>
                <a:ea typeface="Segoe UI"/>
                <a:cs typeface="Segoe UI"/>
              </a:defRPr>
            </a:lvl9pPr>
          </a:lstStyle>
          <a:p xmlns:a="http://schemas.openxmlformats.org/drawingml/2006/main">
            <a:pPr>
              <a:buNone/>
              <a:defRPr sz="1800" b="0">
                <a:solidFill>
                  <a:srgbClr val="192E3B"/>
                </a:solidFill>
                <a:latin typeface="Segoe UI"/>
                <a:ea typeface="Segoe UI"/>
                <a:cs typeface="Segoe UI"/>
              </a:defRPr>
            </a:pPr>
            <a:r>
              <a:rPr sz="1800" b="0">
                <a:solidFill>
                  <a:srgbClr val="192E3B"/>
                </a:solidFill>
                <a:latin typeface="Segoe UI"/>
                <a:ea typeface="Segoe UI"/>
                <a:cs typeface="Segoe UI"/>
              </a:rPr>
              <a:t>Keep the size and finish the same.</a:t>
            </a:r>
          </a:p>
          <a:p xmlns:a="http://schemas.openxmlformats.org/drawingml/2006/main">
            <a:pPr>
              <a:buNone/>
              <a:defRPr sz="1800" b="0">
                <a:solidFill>
                  <a:srgbClr val="192E3B"/>
                </a:solidFill>
                <a:latin typeface="Segoe UI"/>
                <a:ea typeface="Segoe UI"/>
                <a:cs typeface="Segoe UI"/>
              </a:defRPr>
            </a:pPr>
            <a:r>
              <a:rPr sz="1800" b="0">
                <a:solidFill>
                  <a:srgbClr val="192E3B"/>
                </a:solidFill>
                <a:latin typeface="Segoe UI"/>
                <a:ea typeface="Segoe UI"/>
                <a:cs typeface="Segoe UI"/>
              </a:rPr>
              <a:t>Spot a gap and ask for help.</a:t>
            </a:r>
          </a:p>
        </p:txBody>
      </p:sp>
      <p:sp>
        <p:nvSpPr>
          <p:cNvPr id="14" name="credit">
            <a:extLst xmlns:a="http://schemas.openxmlformats.org/drawingml/2006/main">
              <a:ext uri="{FF2B5EF4-FFF2-40B4-BE49-F238E27FC236}">
                <a16:creationId xmlns:a16="http://schemas.microsoft.com/office/drawing/2014/main" id="{F8DEF4AF-909F-44B6-AFE5-C954C830F79C}"/>
              </a:ext>
            </a:extLst>
          </p:cNvPr>
          <p:cNvSpPr>
            <a:spLocks xmlns:a="http://schemas.openxmlformats.org/drawingml/2006/main" noGrp="1"/>
          </p:cNvSpPr>
          <p:nvPr/>
        </p:nvSpPr>
        <p:spPr>
          <a:xfrm xmlns:a="http://schemas.openxmlformats.org/drawingml/2006/main">
            <a:off x="533400" y="6515100"/>
            <a:ext cx="1104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788" b="0">
                <a:solidFill>
                  <a:srgbClr val="566574"/>
                </a:solidFill>
                <a:latin typeface="Segoe UI"/>
                <a:ea typeface="Segoe UI"/>
                <a:cs typeface="Segoe UI"/>
              </a:defRPr>
            </a:defPPr>
            <a:lvl1pPr>
              <a:buNone/>
              <a:defRPr sz="788" b="0">
                <a:solidFill>
                  <a:srgbClr val="566574"/>
                </a:solidFill>
                <a:latin typeface="Segoe UI"/>
                <a:ea typeface="Segoe UI"/>
                <a:cs typeface="Segoe UI"/>
              </a:defRPr>
            </a:lvl1pPr>
            <a:lvl2pPr>
              <a:buNone/>
              <a:defRPr sz="788" b="0">
                <a:solidFill>
                  <a:srgbClr val="566574"/>
                </a:solidFill>
                <a:latin typeface="Segoe UI"/>
                <a:ea typeface="Segoe UI"/>
                <a:cs typeface="Segoe UI"/>
              </a:defRPr>
            </a:lvl2pPr>
            <a:lvl3pPr>
              <a:buNone/>
              <a:defRPr sz="788" b="0">
                <a:solidFill>
                  <a:srgbClr val="566574"/>
                </a:solidFill>
                <a:latin typeface="Segoe UI"/>
                <a:ea typeface="Segoe UI"/>
                <a:cs typeface="Segoe UI"/>
              </a:defRPr>
            </a:lvl3pPr>
            <a:lvl4pPr>
              <a:buNone/>
              <a:defRPr sz="788" b="0">
                <a:solidFill>
                  <a:srgbClr val="566574"/>
                </a:solidFill>
                <a:latin typeface="Segoe UI"/>
                <a:ea typeface="Segoe UI"/>
                <a:cs typeface="Segoe UI"/>
              </a:defRPr>
            </a:lvl4pPr>
            <a:lvl5pPr>
              <a:buNone/>
              <a:defRPr sz="788" b="0">
                <a:solidFill>
                  <a:srgbClr val="566574"/>
                </a:solidFill>
                <a:latin typeface="Segoe UI"/>
                <a:ea typeface="Segoe UI"/>
                <a:cs typeface="Segoe UI"/>
              </a:defRPr>
            </a:lvl5pPr>
            <a:lvl6pPr>
              <a:buNone/>
              <a:defRPr sz="788" b="0">
                <a:solidFill>
                  <a:srgbClr val="566574"/>
                </a:solidFill>
                <a:latin typeface="Segoe UI"/>
                <a:ea typeface="Segoe UI"/>
                <a:cs typeface="Segoe UI"/>
              </a:defRPr>
            </a:lvl6pPr>
            <a:lvl7pPr>
              <a:buNone/>
              <a:defRPr sz="788" b="0">
                <a:solidFill>
                  <a:srgbClr val="566574"/>
                </a:solidFill>
                <a:latin typeface="Segoe UI"/>
                <a:ea typeface="Segoe UI"/>
                <a:cs typeface="Segoe UI"/>
              </a:defRPr>
            </a:lvl7pPr>
            <a:lvl8pPr>
              <a:buNone/>
              <a:defRPr sz="788" b="0">
                <a:solidFill>
                  <a:srgbClr val="566574"/>
                </a:solidFill>
                <a:latin typeface="Segoe UI"/>
                <a:ea typeface="Segoe UI"/>
                <a:cs typeface="Segoe UI"/>
              </a:defRPr>
            </a:lvl8pPr>
            <a:lvl9pPr>
              <a:buNone/>
              <a:defRPr sz="788" b="0">
                <a:solidFill>
                  <a:srgbClr val="566574"/>
                </a:solidFill>
                <a:latin typeface="Segoe UI"/>
                <a:ea typeface="Segoe UI"/>
                <a:cs typeface="Segoe UI"/>
              </a:defRPr>
            </a:lvl9pPr>
          </a:lstStyle>
          <a:p xmlns:a="http://schemas.openxmlformats.org/drawingml/2006/main">
            <a:pPr>
              <a:buNone/>
              <a:defRPr sz="788" b="0">
                <a:solidFill>
                  <a:srgbClr val="566574"/>
                </a:solidFill>
                <a:latin typeface="Segoe UI"/>
                <a:ea typeface="Segoe UI"/>
                <a:cs typeface="Segoe UI"/>
              </a:defRPr>
            </a:pPr>
            <a:r>
              <a:rPr sz="788" b="0">
                <a:solidFill>
                  <a:srgbClr val="566574"/>
                </a:solidFill>
                <a:latin typeface="Segoe UI"/>
                <a:ea typeface="Segoe UI"/>
                <a:cs typeface="Segoe UI"/>
              </a:rPr>
              <a:t>Made by Matt · © Matt Roper · CC BY-NC-SA 4.0: free for classroom use, share and adapt with credit, no resale</a:t>
            </a:r>
          </a:p>
        </p:txBody>
      </p:sp>
      <p:sp>
        <p:nvSpPr>
          <p:cNvPr id="15" name="page-number">
            <a:extLst xmlns:a="http://schemas.openxmlformats.org/drawingml/2006/main">
              <a:ext uri="{FF2B5EF4-FFF2-40B4-BE49-F238E27FC236}">
                <a16:creationId xmlns:a16="http://schemas.microsoft.com/office/drawing/2014/main" id="{7EB58EB0-792F-486D-90BA-3E810CC028C2}"/>
              </a:ext>
            </a:extLst>
          </p:cNvPr>
          <p:cNvSpPr>
            <a:spLocks xmlns:a="http://schemas.openxmlformats.org/drawingml/2006/main" noGrp="1"/>
          </p:cNvSpPr>
          <p:nvPr/>
        </p:nvSpPr>
        <p:spPr>
          <a:xfrm xmlns:a="http://schemas.openxmlformats.org/drawingml/2006/main">
            <a:off x="11144250" y="62103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buNone/>
              <a:defRPr sz="1050" b="0">
                <a:solidFill>
                  <a:srgbClr val="566574"/>
                </a:solidFill>
                <a:latin typeface="Segoe UI"/>
                <a:ea typeface="Segoe UI"/>
                <a:cs typeface="Segoe UI"/>
              </a:defRPr>
            </a:lvl1pPr>
            <a:lvl2pPr>
              <a:buNone/>
              <a:defRPr sz="1050" b="0">
                <a:solidFill>
                  <a:srgbClr val="566574"/>
                </a:solidFill>
                <a:latin typeface="Segoe UI"/>
                <a:ea typeface="Segoe UI"/>
                <a:cs typeface="Segoe UI"/>
              </a:defRPr>
            </a:lvl2pPr>
            <a:lvl3pPr>
              <a:buNone/>
              <a:defRPr sz="1050" b="0">
                <a:solidFill>
                  <a:srgbClr val="566574"/>
                </a:solidFill>
                <a:latin typeface="Segoe UI"/>
                <a:ea typeface="Segoe UI"/>
                <a:cs typeface="Segoe UI"/>
              </a:defRPr>
            </a:lvl3pPr>
            <a:lvl4pPr>
              <a:buNone/>
              <a:defRPr sz="1050" b="0">
                <a:solidFill>
                  <a:srgbClr val="566574"/>
                </a:solidFill>
                <a:latin typeface="Segoe UI"/>
                <a:ea typeface="Segoe UI"/>
                <a:cs typeface="Segoe UI"/>
              </a:defRPr>
            </a:lvl4pPr>
            <a:lvl5pPr>
              <a:buNone/>
              <a:defRPr sz="1050" b="0">
                <a:solidFill>
                  <a:srgbClr val="566574"/>
                </a:solidFill>
                <a:latin typeface="Segoe UI"/>
                <a:ea typeface="Segoe UI"/>
                <a:cs typeface="Segoe UI"/>
              </a:defRPr>
            </a:lvl5pPr>
            <a:lvl6pPr>
              <a:buNone/>
              <a:defRPr sz="1050" b="0">
                <a:solidFill>
                  <a:srgbClr val="566574"/>
                </a:solidFill>
                <a:latin typeface="Segoe UI"/>
                <a:ea typeface="Segoe UI"/>
                <a:cs typeface="Segoe UI"/>
              </a:defRPr>
            </a:lvl6pPr>
            <a:lvl7pPr>
              <a:buNone/>
              <a:defRPr sz="1050" b="0">
                <a:solidFill>
                  <a:srgbClr val="566574"/>
                </a:solidFill>
                <a:latin typeface="Segoe UI"/>
                <a:ea typeface="Segoe UI"/>
                <a:cs typeface="Segoe UI"/>
              </a:defRPr>
            </a:lvl7pPr>
            <a:lvl8pPr>
              <a:buNone/>
              <a:defRPr sz="1050" b="0">
                <a:solidFill>
                  <a:srgbClr val="566574"/>
                </a:solidFill>
                <a:latin typeface="Segoe UI"/>
                <a:ea typeface="Segoe UI"/>
                <a:cs typeface="Segoe UI"/>
              </a:defRPr>
            </a:lvl8pPr>
            <a:lvl9pPr>
              <a:buNone/>
              <a:defRPr sz="1050" b="0">
                <a:solidFill>
                  <a:srgbClr val="566574"/>
                </a:solidFill>
                <a:latin typeface="Segoe UI"/>
                <a:ea typeface="Segoe UI"/>
                <a:cs typeface="Segoe UI"/>
              </a:defRPr>
            </a:lvl9pPr>
          </a:lstStyle>
          <a:p xmlns:a="http://schemas.openxmlformats.org/drawingml/2006/main">
            <a:pPr>
              <a:buNone/>
              <a:defRPr sz="1050" b="0">
                <a:solidFill>
                  <a:srgbClr val="566574"/>
                </a:solidFill>
                <a:latin typeface="Segoe UI"/>
                <a:ea typeface="Segoe UI"/>
                <a:cs typeface="Segoe UI"/>
              </a:defRPr>
            </a:pPr>
            <a:r>
              <a:rPr sz="1050" b="0">
                <a:solidFill>
                  <a:srgbClr val="566574"/>
                </a:solidFill>
                <a:latin typeface="Segoe UI"/>
                <a:ea typeface="Segoe UI"/>
                <a:cs typeface="Segoe UI"/>
              </a:rPr>
              <a:t>08</a:t>
            </a:r>
          </a:p>
        </p:txBody>
      </p:sp>
    </p:spTree>
    <p:extLst>
      <p:ext uri="{BB962C8B-B14F-4D97-AF65-F5344CB8AC3E}">
        <p14:creationId xmlns:p14="http://schemas.microsoft.com/office/powerpoint/2010/main" val="184164050"/>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lesson-code">
            <a:extLst xmlns:a="http://schemas.openxmlformats.org/drawingml/2006/main">
              <a:ext uri="{FF2B5EF4-FFF2-40B4-BE49-F238E27FC236}">
                <a16:creationId xmlns:a16="http://schemas.microsoft.com/office/drawing/2014/main" id="{65575D2B-2ED1-4A4E-BD95-81D4A0C6C069}"/>
              </a:ext>
            </a:extLst>
          </p:cNvPr>
          <p:cNvSpPr>
            <a:spLocks xmlns:a="http://schemas.openxmlformats.org/drawingml/2006/main" noGrp="1"/>
          </p:cNvSpPr>
          <p:nvPr/>
        </p:nvSpPr>
        <p:spPr>
          <a:xfrm xmlns:a="http://schemas.openxmlformats.org/drawingml/2006/main">
            <a:off x="533400" y="1905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buNone/>
              <a:defRPr sz="1200" b="0">
                <a:solidFill>
                  <a:srgbClr val="566574"/>
                </a:solidFill>
                <a:latin typeface="Segoe UI"/>
                <a:ea typeface="Segoe UI"/>
                <a:cs typeface="Segoe UI"/>
              </a:defRPr>
            </a:lvl1pPr>
            <a:lvl2pPr>
              <a:buNone/>
              <a:defRPr sz="1200" b="0">
                <a:solidFill>
                  <a:srgbClr val="566574"/>
                </a:solidFill>
                <a:latin typeface="Segoe UI"/>
                <a:ea typeface="Segoe UI"/>
                <a:cs typeface="Segoe UI"/>
              </a:defRPr>
            </a:lvl2pPr>
            <a:lvl3pPr>
              <a:buNone/>
              <a:defRPr sz="1200" b="0">
                <a:solidFill>
                  <a:srgbClr val="566574"/>
                </a:solidFill>
                <a:latin typeface="Segoe UI"/>
                <a:ea typeface="Segoe UI"/>
                <a:cs typeface="Segoe UI"/>
              </a:defRPr>
            </a:lvl3pPr>
            <a:lvl4pPr>
              <a:buNone/>
              <a:defRPr sz="1200" b="0">
                <a:solidFill>
                  <a:srgbClr val="566574"/>
                </a:solidFill>
                <a:latin typeface="Segoe UI"/>
                <a:ea typeface="Segoe UI"/>
                <a:cs typeface="Segoe UI"/>
              </a:defRPr>
            </a:lvl4pPr>
            <a:lvl5pPr>
              <a:buNone/>
              <a:defRPr sz="1200" b="0">
                <a:solidFill>
                  <a:srgbClr val="566574"/>
                </a:solidFill>
                <a:latin typeface="Segoe UI"/>
                <a:ea typeface="Segoe UI"/>
                <a:cs typeface="Segoe UI"/>
              </a:defRPr>
            </a:lvl5pPr>
            <a:lvl6pPr>
              <a:buNone/>
              <a:defRPr sz="1200" b="0">
                <a:solidFill>
                  <a:srgbClr val="566574"/>
                </a:solidFill>
                <a:latin typeface="Segoe UI"/>
                <a:ea typeface="Segoe UI"/>
                <a:cs typeface="Segoe UI"/>
              </a:defRPr>
            </a:lvl6pPr>
            <a:lvl7pPr>
              <a:buNone/>
              <a:defRPr sz="1200" b="0">
                <a:solidFill>
                  <a:srgbClr val="566574"/>
                </a:solidFill>
                <a:latin typeface="Segoe UI"/>
                <a:ea typeface="Segoe UI"/>
                <a:cs typeface="Segoe UI"/>
              </a:defRPr>
            </a:lvl7pPr>
            <a:lvl8pPr>
              <a:buNone/>
              <a:defRPr sz="1200" b="0">
                <a:solidFill>
                  <a:srgbClr val="566574"/>
                </a:solidFill>
                <a:latin typeface="Segoe UI"/>
                <a:ea typeface="Segoe UI"/>
                <a:cs typeface="Segoe UI"/>
              </a:defRPr>
            </a:lvl8pPr>
            <a:lvl9pPr>
              <a:buNone/>
              <a:defRPr sz="1200" b="0">
                <a:solidFill>
                  <a:srgbClr val="566574"/>
                </a:solidFill>
                <a:latin typeface="Segoe UI"/>
                <a:ea typeface="Segoe UI"/>
                <a:cs typeface="Segoe UI"/>
              </a:defRPr>
            </a:lvl9pPr>
          </a:lstStyle>
          <a:p xmlns:a="http://schemas.openxmlformats.org/drawingml/2006/main">
            <a:pPr>
              <a:buNone/>
              <a:defRPr sz="1200" b="0">
                <a:solidFill>
                  <a:srgbClr val="566574"/>
                </a:solidFill>
                <a:latin typeface="Segoe UI"/>
                <a:ea typeface="Segoe UI"/>
                <a:cs typeface="Segoe UI"/>
              </a:defRPr>
            </a:pPr>
            <a:r>
              <a:rPr sz="1200" b="0">
                <a:solidFill>
                  <a:srgbClr val="566574"/>
                </a:solidFill>
                <a:latin typeface="Segoe UI"/>
                <a:ea typeface="Segoe UI"/>
                <a:cs typeface="Segoe UI"/>
              </a:rPr>
              <a:t>COMM-GROW-A2-W05  ·  Lesson 10a</a:t>
            </a:r>
          </a:p>
        </p:txBody>
      </p:sp>
      <p:sp>
        <p:nvSpPr>
          <p:cNvPr id="2" name="label">
            <a:extLst xmlns:a="http://schemas.openxmlformats.org/drawingml/2006/main">
              <a:ext uri="{FF2B5EF4-FFF2-40B4-BE49-F238E27FC236}">
                <a16:creationId xmlns:a16="http://schemas.microsoft.com/office/drawing/2014/main" id="{7B60E28A-895B-4F82-B64D-CBAB9CBA28E3}"/>
              </a:ext>
            </a:extLst>
          </p:cNvPr>
          <p:cNvSpPr>
            <a:spLocks xmlns:a="http://schemas.openxmlformats.org/drawingml/2006/main" noGrp="1"/>
          </p:cNvSpPr>
          <p:nvPr/>
        </p:nvSpPr>
        <p:spPr>
          <a:xfrm xmlns:a="http://schemas.openxmlformats.org/drawingml/2006/main">
            <a:off x="7620000" y="190500"/>
            <a:ext cx="4048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buNone/>
              <a:defRPr sz="1050" b="0">
                <a:solidFill>
                  <a:srgbClr val="566574"/>
                </a:solidFill>
                <a:latin typeface="Segoe UI"/>
                <a:ea typeface="Segoe UI"/>
                <a:cs typeface="Segoe UI"/>
              </a:defRPr>
            </a:lvl1pPr>
            <a:lvl2pPr>
              <a:buNone/>
              <a:defRPr sz="1050" b="0">
                <a:solidFill>
                  <a:srgbClr val="566574"/>
                </a:solidFill>
                <a:latin typeface="Segoe UI"/>
                <a:ea typeface="Segoe UI"/>
                <a:cs typeface="Segoe UI"/>
              </a:defRPr>
            </a:lvl2pPr>
            <a:lvl3pPr>
              <a:buNone/>
              <a:defRPr sz="1050" b="0">
                <a:solidFill>
                  <a:srgbClr val="566574"/>
                </a:solidFill>
                <a:latin typeface="Segoe UI"/>
                <a:ea typeface="Segoe UI"/>
                <a:cs typeface="Segoe UI"/>
              </a:defRPr>
            </a:lvl3pPr>
            <a:lvl4pPr>
              <a:buNone/>
              <a:defRPr sz="1050" b="0">
                <a:solidFill>
                  <a:srgbClr val="566574"/>
                </a:solidFill>
                <a:latin typeface="Segoe UI"/>
                <a:ea typeface="Segoe UI"/>
                <a:cs typeface="Segoe UI"/>
              </a:defRPr>
            </a:lvl4pPr>
            <a:lvl5pPr>
              <a:buNone/>
              <a:defRPr sz="1050" b="0">
                <a:solidFill>
                  <a:srgbClr val="566574"/>
                </a:solidFill>
                <a:latin typeface="Segoe UI"/>
                <a:ea typeface="Segoe UI"/>
                <a:cs typeface="Segoe UI"/>
              </a:defRPr>
            </a:lvl5pPr>
            <a:lvl6pPr>
              <a:buNone/>
              <a:defRPr sz="1050" b="0">
                <a:solidFill>
                  <a:srgbClr val="566574"/>
                </a:solidFill>
                <a:latin typeface="Segoe UI"/>
                <a:ea typeface="Segoe UI"/>
                <a:cs typeface="Segoe UI"/>
              </a:defRPr>
            </a:lvl6pPr>
            <a:lvl7pPr>
              <a:buNone/>
              <a:defRPr sz="1050" b="0">
                <a:solidFill>
                  <a:srgbClr val="566574"/>
                </a:solidFill>
                <a:latin typeface="Segoe UI"/>
                <a:ea typeface="Segoe UI"/>
                <a:cs typeface="Segoe UI"/>
              </a:defRPr>
            </a:lvl7pPr>
            <a:lvl8pPr>
              <a:buNone/>
              <a:defRPr sz="1050" b="0">
                <a:solidFill>
                  <a:srgbClr val="566574"/>
                </a:solidFill>
                <a:latin typeface="Segoe UI"/>
                <a:ea typeface="Segoe UI"/>
                <a:cs typeface="Segoe UI"/>
              </a:defRPr>
            </a:lvl8pPr>
            <a:lvl9pPr>
              <a:buNone/>
              <a:defRPr sz="1050" b="0">
                <a:solidFill>
                  <a:srgbClr val="566574"/>
                </a:solidFill>
                <a:latin typeface="Segoe UI"/>
                <a:ea typeface="Segoe UI"/>
                <a:cs typeface="Segoe UI"/>
              </a:defRPr>
            </a:lvl9pPr>
          </a:lstStyle>
          <a:p xmlns:a="http://schemas.openxmlformats.org/drawingml/2006/main">
            <a:pPr>
              <a:buNone/>
              <a:defRPr sz="1050" b="0">
                <a:solidFill>
                  <a:srgbClr val="566574"/>
                </a:solidFill>
                <a:latin typeface="Segoe UI"/>
                <a:ea typeface="Segoe UI"/>
                <a:cs typeface="Segoe UI"/>
              </a:defRPr>
            </a:pPr>
            <a:r>
              <a:rPr sz="1200" b="0">
                <a:solidFill>
                  <a:srgbClr val="566574"/>
                </a:solidFill>
                <a:latin typeface="Segoe UI"/>
                <a:ea typeface="Segoe UI"/>
                <a:cs typeface="Segoe UI"/>
              </a:rPr>
              <a:t>Public edition · Year A</a:t>
            </a:r>
          </a:p>
        </p:txBody>
      </p:sp>
      <p:sp>
        <p:nvSpPr>
          <p:cNvPr id="3" name="stage-title">
            <a:extLst xmlns:a="http://schemas.openxmlformats.org/drawingml/2006/main">
              <a:ext uri="{FF2B5EF4-FFF2-40B4-BE49-F238E27FC236}">
                <a16:creationId xmlns:a16="http://schemas.microsoft.com/office/drawing/2014/main" id="{59F3477A-47CA-418E-9BBA-CA57E09D5CF7}"/>
              </a:ext>
            </a:extLst>
          </p:cNvPr>
          <p:cNvSpPr>
            <a:spLocks xmlns:a="http://schemas.openxmlformats.org/drawingml/2006/main" noGrp="1"/>
          </p:cNvSpPr>
          <p:nvPr/>
        </p:nvSpPr>
        <p:spPr>
          <a:xfrm xmlns:a="http://schemas.openxmlformats.org/drawingml/2006/main">
            <a:off x="533400" y="590550"/>
            <a:ext cx="11029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3300" b="1">
                <a:solidFill>
                  <a:srgbClr val="345D70"/>
                </a:solidFill>
                <a:latin typeface="Segoe UI"/>
                <a:ea typeface="Segoe UI"/>
                <a:cs typeface="Segoe UI"/>
              </a:defRPr>
            </a:defPPr>
            <a:lvl1pPr>
              <a:buNone/>
              <a:defRPr sz="3300" b="1">
                <a:solidFill>
                  <a:srgbClr val="345D70"/>
                </a:solidFill>
                <a:latin typeface="Segoe UI"/>
                <a:ea typeface="Segoe UI"/>
                <a:cs typeface="Segoe UI"/>
              </a:defRPr>
            </a:lvl1pPr>
            <a:lvl2pPr>
              <a:buNone/>
              <a:defRPr sz="3300" b="1">
                <a:solidFill>
                  <a:srgbClr val="345D70"/>
                </a:solidFill>
                <a:latin typeface="Segoe UI"/>
                <a:ea typeface="Segoe UI"/>
                <a:cs typeface="Segoe UI"/>
              </a:defRPr>
            </a:lvl2pPr>
            <a:lvl3pPr>
              <a:buNone/>
              <a:defRPr sz="3300" b="1">
                <a:solidFill>
                  <a:srgbClr val="345D70"/>
                </a:solidFill>
                <a:latin typeface="Segoe UI"/>
                <a:ea typeface="Segoe UI"/>
                <a:cs typeface="Segoe UI"/>
              </a:defRPr>
            </a:lvl3pPr>
            <a:lvl4pPr>
              <a:buNone/>
              <a:defRPr sz="3300" b="1">
                <a:solidFill>
                  <a:srgbClr val="345D70"/>
                </a:solidFill>
                <a:latin typeface="Segoe UI"/>
                <a:ea typeface="Segoe UI"/>
                <a:cs typeface="Segoe UI"/>
              </a:defRPr>
            </a:lvl4pPr>
            <a:lvl5pPr>
              <a:buNone/>
              <a:defRPr sz="3300" b="1">
                <a:solidFill>
                  <a:srgbClr val="345D70"/>
                </a:solidFill>
                <a:latin typeface="Segoe UI"/>
                <a:ea typeface="Segoe UI"/>
                <a:cs typeface="Segoe UI"/>
              </a:defRPr>
            </a:lvl5pPr>
            <a:lvl6pPr>
              <a:buNone/>
              <a:defRPr sz="3300" b="1">
                <a:solidFill>
                  <a:srgbClr val="345D70"/>
                </a:solidFill>
                <a:latin typeface="Segoe UI"/>
                <a:ea typeface="Segoe UI"/>
                <a:cs typeface="Segoe UI"/>
              </a:defRPr>
            </a:lvl6pPr>
            <a:lvl7pPr>
              <a:buNone/>
              <a:defRPr sz="3300" b="1">
                <a:solidFill>
                  <a:srgbClr val="345D70"/>
                </a:solidFill>
                <a:latin typeface="Segoe UI"/>
                <a:ea typeface="Segoe UI"/>
                <a:cs typeface="Segoe UI"/>
              </a:defRPr>
            </a:lvl7pPr>
            <a:lvl8pPr>
              <a:buNone/>
              <a:defRPr sz="3300" b="1">
                <a:solidFill>
                  <a:srgbClr val="345D70"/>
                </a:solidFill>
                <a:latin typeface="Segoe UI"/>
                <a:ea typeface="Segoe UI"/>
                <a:cs typeface="Segoe UI"/>
              </a:defRPr>
            </a:lvl8pPr>
            <a:lvl9pPr>
              <a:buNone/>
              <a:defRPr sz="3300" b="1">
                <a:solidFill>
                  <a:srgbClr val="345D70"/>
                </a:solidFill>
                <a:latin typeface="Segoe UI"/>
                <a:ea typeface="Segoe UI"/>
                <a:cs typeface="Segoe UI"/>
              </a:defRPr>
            </a:lvl9pPr>
          </a:lstStyle>
          <a:p xmlns:a="http://schemas.openxmlformats.org/drawingml/2006/main">
            <a:pPr>
              <a:buNone/>
              <a:defRPr sz="3300" b="1">
                <a:solidFill>
                  <a:srgbClr val="345D70"/>
                </a:solidFill>
                <a:latin typeface="Segoe UI"/>
                <a:ea typeface="Segoe UI"/>
                <a:cs typeface="Segoe UI"/>
              </a:defRPr>
            </a:pPr>
            <a:r>
              <a:rPr sz="3300" b="1">
                <a:solidFill>
                  <a:srgbClr val="345D70"/>
                </a:solidFill>
                <a:latin typeface="Segoe UI"/>
                <a:ea typeface="Segoe UI"/>
                <a:cs typeface="Segoe UI"/>
              </a:rPr>
              <a:t>Evidence and stall checks</a:t>
            </a:r>
          </a:p>
        </p:txBody>
      </p:sp>
      <p:sp>
        <p:nvSpPr>
          <p:cNvPr id="4" name="pupil-body">
            <a:extLst xmlns:a="http://schemas.openxmlformats.org/drawingml/2006/main">
              <a:ext uri="{FF2B5EF4-FFF2-40B4-BE49-F238E27FC236}">
                <a16:creationId xmlns:a16="http://schemas.microsoft.com/office/drawing/2014/main" id="{906D36F4-ED40-4607-A551-5F5C9D108DFD}"/>
              </a:ext>
            </a:extLst>
          </p:cNvPr>
          <p:cNvSpPr>
            <a:spLocks xmlns:a="http://schemas.openxmlformats.org/drawingml/2006/main" noGrp="1"/>
          </p:cNvSpPr>
          <p:nvPr/>
        </p:nvSpPr>
        <p:spPr>
          <a:xfrm xmlns:a="http://schemas.openxmlformats.org/drawingml/2006/main">
            <a:off x="533400" y="1466850"/>
            <a:ext cx="11049000" cy="452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250" b="0">
                <a:solidFill>
                  <a:srgbClr val="192E3B"/>
                </a:solidFill>
                <a:latin typeface="Segoe UI"/>
                <a:ea typeface="Segoe UI"/>
                <a:cs typeface="Segoe UI"/>
              </a:defRPr>
            </a:defPPr>
            <a:lvl1pPr>
              <a:buNone/>
              <a:defRPr sz="2175" b="0">
                <a:solidFill>
                  <a:srgbClr val="192E3B"/>
                </a:solidFill>
                <a:latin typeface="Segoe UI"/>
                <a:ea typeface="Segoe UI"/>
                <a:cs typeface="Segoe UI"/>
              </a:defRPr>
            </a:lvl1pPr>
            <a:lvl2pPr>
              <a:buNone/>
              <a:defRPr sz="2175" b="0">
                <a:solidFill>
                  <a:srgbClr val="192E3B"/>
                </a:solidFill>
                <a:latin typeface="Segoe UI"/>
                <a:ea typeface="Segoe UI"/>
                <a:cs typeface="Segoe UI"/>
              </a:defRPr>
            </a:lvl2pPr>
            <a:lvl3pPr>
              <a:buNone/>
              <a:defRPr sz="2175" b="0">
                <a:solidFill>
                  <a:srgbClr val="192E3B"/>
                </a:solidFill>
                <a:latin typeface="Segoe UI"/>
                <a:ea typeface="Segoe UI"/>
                <a:cs typeface="Segoe UI"/>
              </a:defRPr>
            </a:lvl3pPr>
            <a:lvl4pPr>
              <a:buNone/>
              <a:defRPr sz="2175" b="0">
                <a:solidFill>
                  <a:srgbClr val="192E3B"/>
                </a:solidFill>
                <a:latin typeface="Segoe UI"/>
                <a:ea typeface="Segoe UI"/>
                <a:cs typeface="Segoe UI"/>
              </a:defRPr>
            </a:lvl4pPr>
            <a:lvl5pPr>
              <a:buNone/>
              <a:defRPr sz="2175" b="0">
                <a:solidFill>
                  <a:srgbClr val="192E3B"/>
                </a:solidFill>
                <a:latin typeface="Segoe UI"/>
                <a:ea typeface="Segoe UI"/>
                <a:cs typeface="Segoe UI"/>
              </a:defRPr>
            </a:lvl5pPr>
            <a:lvl6pPr>
              <a:buNone/>
              <a:defRPr sz="2175" b="0">
                <a:solidFill>
                  <a:srgbClr val="192E3B"/>
                </a:solidFill>
                <a:latin typeface="Segoe UI"/>
                <a:ea typeface="Segoe UI"/>
                <a:cs typeface="Segoe UI"/>
              </a:defRPr>
            </a:lvl6pPr>
            <a:lvl7pPr>
              <a:buNone/>
              <a:defRPr sz="2175" b="0">
                <a:solidFill>
                  <a:srgbClr val="192E3B"/>
                </a:solidFill>
                <a:latin typeface="Segoe UI"/>
                <a:ea typeface="Segoe UI"/>
                <a:cs typeface="Segoe UI"/>
              </a:defRPr>
            </a:lvl7pPr>
            <a:lvl8pPr>
              <a:buNone/>
              <a:defRPr sz="2175" b="0">
                <a:solidFill>
                  <a:srgbClr val="192E3B"/>
                </a:solidFill>
                <a:latin typeface="Segoe UI"/>
                <a:ea typeface="Segoe UI"/>
                <a:cs typeface="Segoe UI"/>
              </a:defRPr>
            </a:lvl8pPr>
            <a:lvl9pPr>
              <a:buNone/>
              <a:defRPr sz="2175" b="0">
                <a:solidFill>
                  <a:srgbClr val="192E3B"/>
                </a:solidFill>
                <a:latin typeface="Segoe UI"/>
                <a:ea typeface="Segoe UI"/>
                <a:cs typeface="Segoe UI"/>
              </a:defRPr>
            </a:lvl9pPr>
          </a:lstStyle>
          <a:p xmlns:a="http://schemas.openxmlformats.org/drawingml/2006/main">
            <a:pPr>
              <a:buNone/>
              <a:defRPr sz="2175" b="0">
                <a:solidFill>
                  <a:srgbClr val="192E3B"/>
                </a:solidFill>
                <a:latin typeface="Segoe UI"/>
                <a:ea typeface="Segoe UI"/>
                <a:cs typeface="Segoe UI"/>
              </a:defRPr>
            </a:pPr>
            <a:r>
              <a:rPr sz="2250" b="0">
                <a:solidFill>
                  <a:srgbClr val="192E3B"/>
                </a:solidFill>
                <a:latin typeface="Segoe UI"/>
                <a:ea typeface="Segoe UI"/>
                <a:cs typeface="Segoe UI"/>
              </a:rPr>
              <a:t>Show the part you did.</a:t>
            </a:r>
          </a:p>
          <a:p xmlns:a="http://schemas.openxmlformats.org/drawingml/2006/main">
            <a:pPr>
              <a:buNone/>
              <a:defRPr sz="2175" b="0">
                <a:solidFill>
                  <a:srgbClr val="192E3B"/>
                </a:solidFill>
                <a:latin typeface="Segoe UI"/>
                <a:ea typeface="Segoe UI"/>
                <a:cs typeface="Segoe UI"/>
              </a:defRPr>
            </a:pPr>
            <a:r>
              <a:rPr sz="2250" b="0">
                <a:solidFill>
                  <a:srgbClr val="192E3B"/>
                </a:solidFill>
                <a:latin typeface="Segoe UI"/>
                <a:ea typeface="Segoe UI"/>
                <a:cs typeface="Segoe UI"/>
              </a:rPr>
              <a:t>Ask for the food and label check.</a:t>
            </a:r>
          </a:p>
          <a:p xmlns:a="http://schemas.openxmlformats.org/drawingml/2006/main">
            <a:pPr>
              <a:buNone/>
              <a:defRPr sz="2175" b="0">
                <a:solidFill>
                  <a:srgbClr val="192E3B"/>
                </a:solidFill>
                <a:latin typeface="Segoe UI"/>
                <a:ea typeface="Segoe UI"/>
                <a:cs typeface="Segoe UI"/>
              </a:defRPr>
            </a:pPr>
            <a:r>
              <a:rPr sz="2250" b="0">
                <a:solidFill>
                  <a:srgbClr val="192E3B"/>
                </a:solidFill>
                <a:latin typeface="Segoe UI"/>
                <a:ea typeface="Segoe UI"/>
                <a:cs typeface="Segoe UI"/>
              </a:rPr>
              <a:t>Count the checked stock.</a:t>
            </a:r>
          </a:p>
          <a:p xmlns:a="http://schemas.openxmlformats.org/drawingml/2006/main">
            <a:pPr>
              <a:buNone/>
              <a:defRPr sz="2175" b="0">
                <a:solidFill>
                  <a:srgbClr val="192E3B"/>
                </a:solidFill>
                <a:latin typeface="Segoe UI"/>
                <a:ea typeface="Segoe UI"/>
                <a:cs typeface="Segoe UI"/>
              </a:defRPr>
            </a:pPr>
            <a:r>
              <a:rPr sz="2250" b="0">
                <a:solidFill>
                  <a:srgbClr val="192E3B"/>
                </a:solidFill>
                <a:latin typeface="Segoe UI"/>
                <a:ea typeface="Segoe UI"/>
                <a:cs typeface="Segoe UI"/>
              </a:rPr>
              <a:t>Adults check the float and stall.</a:t>
            </a:r>
          </a:p>
          <a:p xmlns:a="http://schemas.openxmlformats.org/drawingml/2006/main">
            <a:pPr>
              <a:buNone/>
              <a:defRPr sz="2175" b="0">
                <a:solidFill>
                  <a:srgbClr val="192E3B"/>
                </a:solidFill>
                <a:latin typeface="Segoe UI"/>
                <a:ea typeface="Segoe UI"/>
                <a:cs typeface="Segoe UI"/>
              </a:defRPr>
            </a:pPr>
            <a:r>
              <a:rPr sz="2250" b="0">
                <a:solidFill>
                  <a:srgbClr val="192E3B"/>
                </a:solidFill>
                <a:latin typeface="Segoe UI"/>
                <a:ea typeface="Segoe UI"/>
                <a:cs typeface="Segoe UI"/>
              </a:rPr>
              <a:t>Keep each role in its own space.</a:t>
            </a:r>
          </a:p>
        </p:txBody>
      </p:sp>
      <p:sp>
        <p:nvSpPr>
          <p:cNvPr id="5" name="credit">
            <a:extLst xmlns:a="http://schemas.openxmlformats.org/drawingml/2006/main">
              <a:ext uri="{FF2B5EF4-FFF2-40B4-BE49-F238E27FC236}">
                <a16:creationId xmlns:a16="http://schemas.microsoft.com/office/drawing/2014/main" id="{9366C41A-C0A4-4429-8E0F-B645630D7CDD}"/>
              </a:ext>
            </a:extLst>
          </p:cNvPr>
          <p:cNvSpPr>
            <a:spLocks xmlns:a="http://schemas.openxmlformats.org/drawingml/2006/main" noGrp="1"/>
          </p:cNvSpPr>
          <p:nvPr/>
        </p:nvSpPr>
        <p:spPr>
          <a:xfrm xmlns:a="http://schemas.openxmlformats.org/drawingml/2006/main">
            <a:off x="533400" y="6515100"/>
            <a:ext cx="1104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788" b="0">
                <a:solidFill>
                  <a:srgbClr val="566574"/>
                </a:solidFill>
                <a:latin typeface="Segoe UI"/>
                <a:ea typeface="Segoe UI"/>
                <a:cs typeface="Segoe UI"/>
              </a:defRPr>
            </a:defPPr>
            <a:lvl1pPr>
              <a:buNone/>
              <a:defRPr sz="788" b="0">
                <a:solidFill>
                  <a:srgbClr val="566574"/>
                </a:solidFill>
                <a:latin typeface="Segoe UI"/>
                <a:ea typeface="Segoe UI"/>
                <a:cs typeface="Segoe UI"/>
              </a:defRPr>
            </a:lvl1pPr>
            <a:lvl2pPr>
              <a:buNone/>
              <a:defRPr sz="788" b="0">
                <a:solidFill>
                  <a:srgbClr val="566574"/>
                </a:solidFill>
                <a:latin typeface="Segoe UI"/>
                <a:ea typeface="Segoe UI"/>
                <a:cs typeface="Segoe UI"/>
              </a:defRPr>
            </a:lvl2pPr>
            <a:lvl3pPr>
              <a:buNone/>
              <a:defRPr sz="788" b="0">
                <a:solidFill>
                  <a:srgbClr val="566574"/>
                </a:solidFill>
                <a:latin typeface="Segoe UI"/>
                <a:ea typeface="Segoe UI"/>
                <a:cs typeface="Segoe UI"/>
              </a:defRPr>
            </a:lvl3pPr>
            <a:lvl4pPr>
              <a:buNone/>
              <a:defRPr sz="788" b="0">
                <a:solidFill>
                  <a:srgbClr val="566574"/>
                </a:solidFill>
                <a:latin typeface="Segoe UI"/>
                <a:ea typeface="Segoe UI"/>
                <a:cs typeface="Segoe UI"/>
              </a:defRPr>
            </a:lvl4pPr>
            <a:lvl5pPr>
              <a:buNone/>
              <a:defRPr sz="788" b="0">
                <a:solidFill>
                  <a:srgbClr val="566574"/>
                </a:solidFill>
                <a:latin typeface="Segoe UI"/>
                <a:ea typeface="Segoe UI"/>
                <a:cs typeface="Segoe UI"/>
              </a:defRPr>
            </a:lvl5pPr>
            <a:lvl6pPr>
              <a:buNone/>
              <a:defRPr sz="788" b="0">
                <a:solidFill>
                  <a:srgbClr val="566574"/>
                </a:solidFill>
                <a:latin typeface="Segoe UI"/>
                <a:ea typeface="Segoe UI"/>
                <a:cs typeface="Segoe UI"/>
              </a:defRPr>
            </a:lvl6pPr>
            <a:lvl7pPr>
              <a:buNone/>
              <a:defRPr sz="788" b="0">
                <a:solidFill>
                  <a:srgbClr val="566574"/>
                </a:solidFill>
                <a:latin typeface="Segoe UI"/>
                <a:ea typeface="Segoe UI"/>
                <a:cs typeface="Segoe UI"/>
              </a:defRPr>
            </a:lvl7pPr>
            <a:lvl8pPr>
              <a:buNone/>
              <a:defRPr sz="788" b="0">
                <a:solidFill>
                  <a:srgbClr val="566574"/>
                </a:solidFill>
                <a:latin typeface="Segoe UI"/>
                <a:ea typeface="Segoe UI"/>
                <a:cs typeface="Segoe UI"/>
              </a:defRPr>
            </a:lvl8pPr>
            <a:lvl9pPr>
              <a:buNone/>
              <a:defRPr sz="788" b="0">
                <a:solidFill>
                  <a:srgbClr val="566574"/>
                </a:solidFill>
                <a:latin typeface="Segoe UI"/>
                <a:ea typeface="Segoe UI"/>
                <a:cs typeface="Segoe UI"/>
              </a:defRPr>
            </a:lvl9pPr>
          </a:lstStyle>
          <a:p xmlns:a="http://schemas.openxmlformats.org/drawingml/2006/main">
            <a:pPr>
              <a:buNone/>
              <a:defRPr sz="788" b="0">
                <a:solidFill>
                  <a:srgbClr val="566574"/>
                </a:solidFill>
                <a:latin typeface="Segoe UI"/>
                <a:ea typeface="Segoe UI"/>
                <a:cs typeface="Segoe UI"/>
              </a:defRPr>
            </a:pPr>
            <a:r>
              <a:rPr sz="788" b="0">
                <a:solidFill>
                  <a:srgbClr val="566574"/>
                </a:solidFill>
                <a:latin typeface="Segoe UI"/>
                <a:ea typeface="Segoe UI"/>
                <a:cs typeface="Segoe UI"/>
              </a:rPr>
              <a:t>Made by Matt · © Matt Roper · CC BY-NC-SA 4.0: free for classroom use, share and adapt with credit, no resale</a:t>
            </a:r>
          </a:p>
        </p:txBody>
      </p:sp>
      <p:sp>
        <p:nvSpPr>
          <p:cNvPr id="6" name="page-number">
            <a:extLst xmlns:a="http://schemas.openxmlformats.org/drawingml/2006/main">
              <a:ext uri="{FF2B5EF4-FFF2-40B4-BE49-F238E27FC236}">
                <a16:creationId xmlns:a16="http://schemas.microsoft.com/office/drawing/2014/main" id="{A510D10F-1D32-4764-8CD8-28D1CD6D282B}"/>
              </a:ext>
            </a:extLst>
          </p:cNvPr>
          <p:cNvSpPr>
            <a:spLocks xmlns:a="http://schemas.openxmlformats.org/drawingml/2006/main" noGrp="1"/>
          </p:cNvSpPr>
          <p:nvPr/>
        </p:nvSpPr>
        <p:spPr>
          <a:xfrm xmlns:a="http://schemas.openxmlformats.org/drawingml/2006/main">
            <a:off x="11144250" y="62103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buNone/>
              <a:defRPr sz="1050" b="0">
                <a:solidFill>
                  <a:srgbClr val="566574"/>
                </a:solidFill>
                <a:latin typeface="Segoe UI"/>
                <a:ea typeface="Segoe UI"/>
                <a:cs typeface="Segoe UI"/>
              </a:defRPr>
            </a:lvl1pPr>
            <a:lvl2pPr>
              <a:buNone/>
              <a:defRPr sz="1050" b="0">
                <a:solidFill>
                  <a:srgbClr val="566574"/>
                </a:solidFill>
                <a:latin typeface="Segoe UI"/>
                <a:ea typeface="Segoe UI"/>
                <a:cs typeface="Segoe UI"/>
              </a:defRPr>
            </a:lvl2pPr>
            <a:lvl3pPr>
              <a:buNone/>
              <a:defRPr sz="1050" b="0">
                <a:solidFill>
                  <a:srgbClr val="566574"/>
                </a:solidFill>
                <a:latin typeface="Segoe UI"/>
                <a:ea typeface="Segoe UI"/>
                <a:cs typeface="Segoe UI"/>
              </a:defRPr>
            </a:lvl3pPr>
            <a:lvl4pPr>
              <a:buNone/>
              <a:defRPr sz="1050" b="0">
                <a:solidFill>
                  <a:srgbClr val="566574"/>
                </a:solidFill>
                <a:latin typeface="Segoe UI"/>
                <a:ea typeface="Segoe UI"/>
                <a:cs typeface="Segoe UI"/>
              </a:defRPr>
            </a:lvl4pPr>
            <a:lvl5pPr>
              <a:buNone/>
              <a:defRPr sz="1050" b="0">
                <a:solidFill>
                  <a:srgbClr val="566574"/>
                </a:solidFill>
                <a:latin typeface="Segoe UI"/>
                <a:ea typeface="Segoe UI"/>
                <a:cs typeface="Segoe UI"/>
              </a:defRPr>
            </a:lvl5pPr>
            <a:lvl6pPr>
              <a:buNone/>
              <a:defRPr sz="1050" b="0">
                <a:solidFill>
                  <a:srgbClr val="566574"/>
                </a:solidFill>
                <a:latin typeface="Segoe UI"/>
                <a:ea typeface="Segoe UI"/>
                <a:cs typeface="Segoe UI"/>
              </a:defRPr>
            </a:lvl6pPr>
            <a:lvl7pPr>
              <a:buNone/>
              <a:defRPr sz="1050" b="0">
                <a:solidFill>
                  <a:srgbClr val="566574"/>
                </a:solidFill>
                <a:latin typeface="Segoe UI"/>
                <a:ea typeface="Segoe UI"/>
                <a:cs typeface="Segoe UI"/>
              </a:defRPr>
            </a:lvl7pPr>
            <a:lvl8pPr>
              <a:buNone/>
              <a:defRPr sz="1050" b="0">
                <a:solidFill>
                  <a:srgbClr val="566574"/>
                </a:solidFill>
                <a:latin typeface="Segoe UI"/>
                <a:ea typeface="Segoe UI"/>
                <a:cs typeface="Segoe UI"/>
              </a:defRPr>
            </a:lvl8pPr>
            <a:lvl9pPr>
              <a:buNone/>
              <a:defRPr sz="1050" b="0">
                <a:solidFill>
                  <a:srgbClr val="566574"/>
                </a:solidFill>
                <a:latin typeface="Segoe UI"/>
                <a:ea typeface="Segoe UI"/>
                <a:cs typeface="Segoe UI"/>
              </a:defRPr>
            </a:lvl9pPr>
          </a:lstStyle>
          <a:p xmlns:a="http://schemas.openxmlformats.org/drawingml/2006/main">
            <a:pPr>
              <a:buNone/>
              <a:defRPr sz="1050" b="0">
                <a:solidFill>
                  <a:srgbClr val="566574"/>
                </a:solidFill>
                <a:latin typeface="Segoe UI"/>
                <a:ea typeface="Segoe UI"/>
                <a:cs typeface="Segoe UI"/>
              </a:defRPr>
            </a:pPr>
            <a:r>
              <a:rPr sz="1050" b="0">
                <a:solidFill>
                  <a:srgbClr val="566574"/>
                </a:solidFill>
                <a:latin typeface="Segoe UI"/>
                <a:ea typeface="Segoe UI"/>
                <a:cs typeface="Segoe UI"/>
              </a:rPr>
              <a:t>09</a:t>
            </a:r>
          </a:p>
        </p:txBody>
      </p:sp>
    </p:spTree>
    <p:extLst>
      <p:ext uri="{BB962C8B-B14F-4D97-AF65-F5344CB8AC3E}">
        <p14:creationId xmlns:p14="http://schemas.microsoft.com/office/powerpoint/2010/main" val="13540946"/>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lesson-code">
            <a:extLst xmlns:a="http://schemas.openxmlformats.org/drawingml/2006/main">
              <a:ext uri="{FF2B5EF4-FFF2-40B4-BE49-F238E27FC236}">
                <a16:creationId xmlns:a16="http://schemas.microsoft.com/office/drawing/2014/main" id="{77E35F92-E6C2-48D1-9241-03757E0515D9}"/>
              </a:ext>
            </a:extLst>
          </p:cNvPr>
          <p:cNvSpPr>
            <a:spLocks xmlns:a="http://schemas.openxmlformats.org/drawingml/2006/main" noGrp="1"/>
          </p:cNvSpPr>
          <p:nvPr/>
        </p:nvSpPr>
        <p:spPr>
          <a:xfrm xmlns:a="http://schemas.openxmlformats.org/drawingml/2006/main">
            <a:off x="533400" y="1905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buNone/>
              <a:defRPr sz="1200" b="0">
                <a:solidFill>
                  <a:srgbClr val="566574"/>
                </a:solidFill>
                <a:latin typeface="Segoe UI"/>
                <a:ea typeface="Segoe UI"/>
                <a:cs typeface="Segoe UI"/>
              </a:defRPr>
            </a:lvl1pPr>
            <a:lvl2pPr>
              <a:buNone/>
              <a:defRPr sz="1200" b="0">
                <a:solidFill>
                  <a:srgbClr val="566574"/>
                </a:solidFill>
                <a:latin typeface="Segoe UI"/>
                <a:ea typeface="Segoe UI"/>
                <a:cs typeface="Segoe UI"/>
              </a:defRPr>
            </a:lvl2pPr>
            <a:lvl3pPr>
              <a:buNone/>
              <a:defRPr sz="1200" b="0">
                <a:solidFill>
                  <a:srgbClr val="566574"/>
                </a:solidFill>
                <a:latin typeface="Segoe UI"/>
                <a:ea typeface="Segoe UI"/>
                <a:cs typeface="Segoe UI"/>
              </a:defRPr>
            </a:lvl3pPr>
            <a:lvl4pPr>
              <a:buNone/>
              <a:defRPr sz="1200" b="0">
                <a:solidFill>
                  <a:srgbClr val="566574"/>
                </a:solidFill>
                <a:latin typeface="Segoe UI"/>
                <a:ea typeface="Segoe UI"/>
                <a:cs typeface="Segoe UI"/>
              </a:defRPr>
            </a:lvl4pPr>
            <a:lvl5pPr>
              <a:buNone/>
              <a:defRPr sz="1200" b="0">
                <a:solidFill>
                  <a:srgbClr val="566574"/>
                </a:solidFill>
                <a:latin typeface="Segoe UI"/>
                <a:ea typeface="Segoe UI"/>
                <a:cs typeface="Segoe UI"/>
              </a:defRPr>
            </a:lvl5pPr>
            <a:lvl6pPr>
              <a:buNone/>
              <a:defRPr sz="1200" b="0">
                <a:solidFill>
                  <a:srgbClr val="566574"/>
                </a:solidFill>
                <a:latin typeface="Segoe UI"/>
                <a:ea typeface="Segoe UI"/>
                <a:cs typeface="Segoe UI"/>
              </a:defRPr>
            </a:lvl6pPr>
            <a:lvl7pPr>
              <a:buNone/>
              <a:defRPr sz="1200" b="0">
                <a:solidFill>
                  <a:srgbClr val="566574"/>
                </a:solidFill>
                <a:latin typeface="Segoe UI"/>
                <a:ea typeface="Segoe UI"/>
                <a:cs typeface="Segoe UI"/>
              </a:defRPr>
            </a:lvl7pPr>
            <a:lvl8pPr>
              <a:buNone/>
              <a:defRPr sz="1200" b="0">
                <a:solidFill>
                  <a:srgbClr val="566574"/>
                </a:solidFill>
                <a:latin typeface="Segoe UI"/>
                <a:ea typeface="Segoe UI"/>
                <a:cs typeface="Segoe UI"/>
              </a:defRPr>
            </a:lvl8pPr>
            <a:lvl9pPr>
              <a:buNone/>
              <a:defRPr sz="1200" b="0">
                <a:solidFill>
                  <a:srgbClr val="566574"/>
                </a:solidFill>
                <a:latin typeface="Segoe UI"/>
                <a:ea typeface="Segoe UI"/>
                <a:cs typeface="Segoe UI"/>
              </a:defRPr>
            </a:lvl9pPr>
          </a:lstStyle>
          <a:p xmlns:a="http://schemas.openxmlformats.org/drawingml/2006/main">
            <a:pPr>
              <a:buNone/>
              <a:defRPr sz="1200" b="0">
                <a:solidFill>
                  <a:srgbClr val="566574"/>
                </a:solidFill>
                <a:latin typeface="Segoe UI"/>
                <a:ea typeface="Segoe UI"/>
                <a:cs typeface="Segoe UI"/>
              </a:defRPr>
            </a:pPr>
            <a:r>
              <a:rPr sz="1200" b="0">
                <a:solidFill>
                  <a:srgbClr val="566574"/>
                </a:solidFill>
                <a:latin typeface="Segoe UI"/>
                <a:ea typeface="Segoe UI"/>
                <a:cs typeface="Segoe UI"/>
              </a:rPr>
              <a:t>COMM-GROW-A2-W05  ·  Lesson 10a</a:t>
            </a:r>
          </a:p>
        </p:txBody>
      </p:sp>
      <p:sp>
        <p:nvSpPr>
          <p:cNvPr id="2" name="label">
            <a:extLst xmlns:a="http://schemas.openxmlformats.org/drawingml/2006/main">
              <a:ext uri="{FF2B5EF4-FFF2-40B4-BE49-F238E27FC236}">
                <a16:creationId xmlns:a16="http://schemas.microsoft.com/office/drawing/2014/main" id="{B3F55E48-85F6-4124-88A8-73171052F489}"/>
              </a:ext>
            </a:extLst>
          </p:cNvPr>
          <p:cNvSpPr>
            <a:spLocks xmlns:a="http://schemas.openxmlformats.org/drawingml/2006/main" noGrp="1"/>
          </p:cNvSpPr>
          <p:nvPr/>
        </p:nvSpPr>
        <p:spPr>
          <a:xfrm xmlns:a="http://schemas.openxmlformats.org/drawingml/2006/main">
            <a:off x="7620000" y="190500"/>
            <a:ext cx="4048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buNone/>
              <a:defRPr sz="1050" b="0">
                <a:solidFill>
                  <a:srgbClr val="566574"/>
                </a:solidFill>
                <a:latin typeface="Segoe UI"/>
                <a:ea typeface="Segoe UI"/>
                <a:cs typeface="Segoe UI"/>
              </a:defRPr>
            </a:lvl1pPr>
            <a:lvl2pPr>
              <a:buNone/>
              <a:defRPr sz="1050" b="0">
                <a:solidFill>
                  <a:srgbClr val="566574"/>
                </a:solidFill>
                <a:latin typeface="Segoe UI"/>
                <a:ea typeface="Segoe UI"/>
                <a:cs typeface="Segoe UI"/>
              </a:defRPr>
            </a:lvl2pPr>
            <a:lvl3pPr>
              <a:buNone/>
              <a:defRPr sz="1050" b="0">
                <a:solidFill>
                  <a:srgbClr val="566574"/>
                </a:solidFill>
                <a:latin typeface="Segoe UI"/>
                <a:ea typeface="Segoe UI"/>
                <a:cs typeface="Segoe UI"/>
              </a:defRPr>
            </a:lvl3pPr>
            <a:lvl4pPr>
              <a:buNone/>
              <a:defRPr sz="1050" b="0">
                <a:solidFill>
                  <a:srgbClr val="566574"/>
                </a:solidFill>
                <a:latin typeface="Segoe UI"/>
                <a:ea typeface="Segoe UI"/>
                <a:cs typeface="Segoe UI"/>
              </a:defRPr>
            </a:lvl4pPr>
            <a:lvl5pPr>
              <a:buNone/>
              <a:defRPr sz="1050" b="0">
                <a:solidFill>
                  <a:srgbClr val="566574"/>
                </a:solidFill>
                <a:latin typeface="Segoe UI"/>
                <a:ea typeface="Segoe UI"/>
                <a:cs typeface="Segoe UI"/>
              </a:defRPr>
            </a:lvl5pPr>
            <a:lvl6pPr>
              <a:buNone/>
              <a:defRPr sz="1050" b="0">
                <a:solidFill>
                  <a:srgbClr val="566574"/>
                </a:solidFill>
                <a:latin typeface="Segoe UI"/>
                <a:ea typeface="Segoe UI"/>
                <a:cs typeface="Segoe UI"/>
              </a:defRPr>
            </a:lvl6pPr>
            <a:lvl7pPr>
              <a:buNone/>
              <a:defRPr sz="1050" b="0">
                <a:solidFill>
                  <a:srgbClr val="566574"/>
                </a:solidFill>
                <a:latin typeface="Segoe UI"/>
                <a:ea typeface="Segoe UI"/>
                <a:cs typeface="Segoe UI"/>
              </a:defRPr>
            </a:lvl7pPr>
            <a:lvl8pPr>
              <a:buNone/>
              <a:defRPr sz="1050" b="0">
                <a:solidFill>
                  <a:srgbClr val="566574"/>
                </a:solidFill>
                <a:latin typeface="Segoe UI"/>
                <a:ea typeface="Segoe UI"/>
                <a:cs typeface="Segoe UI"/>
              </a:defRPr>
            </a:lvl8pPr>
            <a:lvl9pPr>
              <a:buNone/>
              <a:defRPr sz="1050" b="0">
                <a:solidFill>
                  <a:srgbClr val="566574"/>
                </a:solidFill>
                <a:latin typeface="Segoe UI"/>
                <a:ea typeface="Segoe UI"/>
                <a:cs typeface="Segoe UI"/>
              </a:defRPr>
            </a:lvl9pPr>
          </a:lstStyle>
          <a:p xmlns:a="http://schemas.openxmlformats.org/drawingml/2006/main">
            <a:pPr>
              <a:buNone/>
              <a:defRPr sz="1050" b="0">
                <a:solidFill>
                  <a:srgbClr val="566574"/>
                </a:solidFill>
                <a:latin typeface="Segoe UI"/>
                <a:ea typeface="Segoe UI"/>
                <a:cs typeface="Segoe UI"/>
              </a:defRPr>
            </a:pPr>
            <a:r>
              <a:rPr sz="1200" b="0">
                <a:solidFill>
                  <a:srgbClr val="566574"/>
                </a:solidFill>
                <a:latin typeface="Segoe UI"/>
                <a:ea typeface="Segoe UI"/>
                <a:cs typeface="Segoe UI"/>
              </a:rPr>
              <a:t>Public edition · Year A</a:t>
            </a:r>
          </a:p>
        </p:txBody>
      </p:sp>
      <p:sp>
        <p:nvSpPr>
          <p:cNvPr id="3" name="stage-title">
            <a:extLst xmlns:a="http://schemas.openxmlformats.org/drawingml/2006/main">
              <a:ext uri="{FF2B5EF4-FFF2-40B4-BE49-F238E27FC236}">
                <a16:creationId xmlns:a16="http://schemas.microsoft.com/office/drawing/2014/main" id="{8A497F32-EC58-43E1-9D43-2970CEED5548}"/>
              </a:ext>
            </a:extLst>
          </p:cNvPr>
          <p:cNvSpPr>
            <a:spLocks xmlns:a="http://schemas.openxmlformats.org/drawingml/2006/main" noGrp="1"/>
          </p:cNvSpPr>
          <p:nvPr/>
        </p:nvSpPr>
        <p:spPr>
          <a:xfrm xmlns:a="http://schemas.openxmlformats.org/drawingml/2006/main">
            <a:off x="533400" y="590550"/>
            <a:ext cx="11029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3300" b="1">
                <a:solidFill>
                  <a:srgbClr val="345D70"/>
                </a:solidFill>
                <a:latin typeface="Segoe UI"/>
                <a:ea typeface="Segoe UI"/>
                <a:cs typeface="Segoe UI"/>
              </a:defRPr>
            </a:defPPr>
            <a:lvl1pPr>
              <a:buNone/>
              <a:defRPr sz="3300" b="1">
                <a:solidFill>
                  <a:srgbClr val="345D70"/>
                </a:solidFill>
                <a:latin typeface="Segoe UI"/>
                <a:ea typeface="Segoe UI"/>
                <a:cs typeface="Segoe UI"/>
              </a:defRPr>
            </a:lvl1pPr>
            <a:lvl2pPr>
              <a:buNone/>
              <a:defRPr sz="3300" b="1">
                <a:solidFill>
                  <a:srgbClr val="345D70"/>
                </a:solidFill>
                <a:latin typeface="Segoe UI"/>
                <a:ea typeface="Segoe UI"/>
                <a:cs typeface="Segoe UI"/>
              </a:defRPr>
            </a:lvl2pPr>
            <a:lvl3pPr>
              <a:buNone/>
              <a:defRPr sz="3300" b="1">
                <a:solidFill>
                  <a:srgbClr val="345D70"/>
                </a:solidFill>
                <a:latin typeface="Segoe UI"/>
                <a:ea typeface="Segoe UI"/>
                <a:cs typeface="Segoe UI"/>
              </a:defRPr>
            </a:lvl3pPr>
            <a:lvl4pPr>
              <a:buNone/>
              <a:defRPr sz="3300" b="1">
                <a:solidFill>
                  <a:srgbClr val="345D70"/>
                </a:solidFill>
                <a:latin typeface="Segoe UI"/>
                <a:ea typeface="Segoe UI"/>
                <a:cs typeface="Segoe UI"/>
              </a:defRPr>
            </a:lvl4pPr>
            <a:lvl5pPr>
              <a:buNone/>
              <a:defRPr sz="3300" b="1">
                <a:solidFill>
                  <a:srgbClr val="345D70"/>
                </a:solidFill>
                <a:latin typeface="Segoe UI"/>
                <a:ea typeface="Segoe UI"/>
                <a:cs typeface="Segoe UI"/>
              </a:defRPr>
            </a:lvl5pPr>
            <a:lvl6pPr>
              <a:buNone/>
              <a:defRPr sz="3300" b="1">
                <a:solidFill>
                  <a:srgbClr val="345D70"/>
                </a:solidFill>
                <a:latin typeface="Segoe UI"/>
                <a:ea typeface="Segoe UI"/>
                <a:cs typeface="Segoe UI"/>
              </a:defRPr>
            </a:lvl6pPr>
            <a:lvl7pPr>
              <a:buNone/>
              <a:defRPr sz="3300" b="1">
                <a:solidFill>
                  <a:srgbClr val="345D70"/>
                </a:solidFill>
                <a:latin typeface="Segoe UI"/>
                <a:ea typeface="Segoe UI"/>
                <a:cs typeface="Segoe UI"/>
              </a:defRPr>
            </a:lvl7pPr>
            <a:lvl8pPr>
              <a:buNone/>
              <a:defRPr sz="3300" b="1">
                <a:solidFill>
                  <a:srgbClr val="345D70"/>
                </a:solidFill>
                <a:latin typeface="Segoe UI"/>
                <a:ea typeface="Segoe UI"/>
                <a:cs typeface="Segoe UI"/>
              </a:defRPr>
            </a:lvl8pPr>
            <a:lvl9pPr>
              <a:buNone/>
              <a:defRPr sz="3300" b="1">
                <a:solidFill>
                  <a:srgbClr val="345D70"/>
                </a:solidFill>
                <a:latin typeface="Segoe UI"/>
                <a:ea typeface="Segoe UI"/>
                <a:cs typeface="Segoe UI"/>
              </a:defRPr>
            </a:lvl9pPr>
          </a:lstStyle>
          <a:p xmlns:a="http://schemas.openxmlformats.org/drawingml/2006/main">
            <a:pPr>
              <a:buNone/>
              <a:defRPr sz="3300" b="1">
                <a:solidFill>
                  <a:srgbClr val="345D70"/>
                </a:solidFill>
                <a:latin typeface="Segoe UI"/>
                <a:ea typeface="Segoe UI"/>
                <a:cs typeface="Segoe UI"/>
              </a:defRPr>
            </a:pPr>
            <a:r>
              <a:rPr sz="3300" b="1">
                <a:solidFill>
                  <a:srgbClr val="345D70"/>
                </a:solidFill>
                <a:latin typeface="Segoe UI"/>
                <a:ea typeface="Segoe UI"/>
                <a:cs typeface="Segoe UI"/>
              </a:rPr>
              <a:t>P5 handover</a:t>
            </a:r>
          </a:p>
        </p:txBody>
      </p:sp>
      <p:sp>
        <p:nvSpPr>
          <p:cNvPr id="4" name="pupil-body">
            <a:extLst xmlns:a="http://schemas.openxmlformats.org/drawingml/2006/main">
              <a:ext uri="{FF2B5EF4-FFF2-40B4-BE49-F238E27FC236}">
                <a16:creationId xmlns:a16="http://schemas.microsoft.com/office/drawing/2014/main" id="{9BA9B3F4-6A2F-48B4-94BC-8B4B6ABB0BDE}"/>
              </a:ext>
            </a:extLst>
          </p:cNvPr>
          <p:cNvSpPr>
            <a:spLocks xmlns:a="http://schemas.openxmlformats.org/drawingml/2006/main" noGrp="1"/>
          </p:cNvSpPr>
          <p:nvPr/>
        </p:nvSpPr>
        <p:spPr>
          <a:xfrm xmlns:a="http://schemas.openxmlformats.org/drawingml/2006/main">
            <a:off x="533400" y="1466850"/>
            <a:ext cx="11049000" cy="452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250" b="0">
                <a:solidFill>
                  <a:srgbClr val="192E3B"/>
                </a:solidFill>
                <a:latin typeface="Segoe UI"/>
                <a:ea typeface="Segoe UI"/>
                <a:cs typeface="Segoe UI"/>
              </a:defRPr>
            </a:defPPr>
            <a:lvl1pPr>
              <a:buNone/>
              <a:defRPr sz="2400" b="0">
                <a:solidFill>
                  <a:srgbClr val="192E3B"/>
                </a:solidFill>
                <a:latin typeface="Segoe UI"/>
                <a:ea typeface="Segoe UI"/>
                <a:cs typeface="Segoe UI"/>
              </a:defRPr>
            </a:lvl1pPr>
            <a:lvl2pPr>
              <a:buNone/>
              <a:defRPr sz="2400" b="0">
                <a:solidFill>
                  <a:srgbClr val="192E3B"/>
                </a:solidFill>
                <a:latin typeface="Segoe UI"/>
                <a:ea typeface="Segoe UI"/>
                <a:cs typeface="Segoe UI"/>
              </a:defRPr>
            </a:lvl2pPr>
            <a:lvl3pPr>
              <a:buNone/>
              <a:defRPr sz="2400" b="0">
                <a:solidFill>
                  <a:srgbClr val="192E3B"/>
                </a:solidFill>
                <a:latin typeface="Segoe UI"/>
                <a:ea typeface="Segoe UI"/>
                <a:cs typeface="Segoe UI"/>
              </a:defRPr>
            </a:lvl3pPr>
            <a:lvl4pPr>
              <a:buNone/>
              <a:defRPr sz="2400" b="0">
                <a:solidFill>
                  <a:srgbClr val="192E3B"/>
                </a:solidFill>
                <a:latin typeface="Segoe UI"/>
                <a:ea typeface="Segoe UI"/>
                <a:cs typeface="Segoe UI"/>
              </a:defRPr>
            </a:lvl4pPr>
            <a:lvl5pPr>
              <a:buNone/>
              <a:defRPr sz="2400" b="0">
                <a:solidFill>
                  <a:srgbClr val="192E3B"/>
                </a:solidFill>
                <a:latin typeface="Segoe UI"/>
                <a:ea typeface="Segoe UI"/>
                <a:cs typeface="Segoe UI"/>
              </a:defRPr>
            </a:lvl5pPr>
            <a:lvl6pPr>
              <a:buNone/>
              <a:defRPr sz="2400" b="0">
                <a:solidFill>
                  <a:srgbClr val="192E3B"/>
                </a:solidFill>
                <a:latin typeface="Segoe UI"/>
                <a:ea typeface="Segoe UI"/>
                <a:cs typeface="Segoe UI"/>
              </a:defRPr>
            </a:lvl6pPr>
            <a:lvl7pPr>
              <a:buNone/>
              <a:defRPr sz="2400" b="0">
                <a:solidFill>
                  <a:srgbClr val="192E3B"/>
                </a:solidFill>
                <a:latin typeface="Segoe UI"/>
                <a:ea typeface="Segoe UI"/>
                <a:cs typeface="Segoe UI"/>
              </a:defRPr>
            </a:lvl7pPr>
            <a:lvl8pPr>
              <a:buNone/>
              <a:defRPr sz="2400" b="0">
                <a:solidFill>
                  <a:srgbClr val="192E3B"/>
                </a:solidFill>
                <a:latin typeface="Segoe UI"/>
                <a:ea typeface="Segoe UI"/>
                <a:cs typeface="Segoe UI"/>
              </a:defRPr>
            </a:lvl8pPr>
            <a:lvl9pPr>
              <a:buNone/>
              <a:defRPr sz="2400" b="0">
                <a:solidFill>
                  <a:srgbClr val="192E3B"/>
                </a:solidFill>
                <a:latin typeface="Segoe UI"/>
                <a:ea typeface="Segoe UI"/>
                <a:cs typeface="Segoe UI"/>
              </a:defRPr>
            </a:lvl9pPr>
          </a:lstStyle>
          <a:p xmlns:a="http://schemas.openxmlformats.org/drawingml/2006/main">
            <a:pPr>
              <a:buNone/>
              <a:defRPr sz="2400" b="0">
                <a:solidFill>
                  <a:srgbClr val="192E3B"/>
                </a:solidFill>
                <a:latin typeface="Segoe UI"/>
                <a:ea typeface="Segoe UI"/>
                <a:cs typeface="Segoe UI"/>
              </a:defRPr>
            </a:pPr>
            <a:r>
              <a:rPr sz="2250" b="0">
                <a:solidFill>
                  <a:srgbClr val="192E3B"/>
                </a:solidFill>
                <a:latin typeface="Segoe UI"/>
                <a:ea typeface="Segoe UI"/>
                <a:cs typeface="Segoe UI"/>
              </a:rPr>
              <a:t>Is your part ready for the sale?</a:t>
            </a:r>
          </a:p>
          <a:p xmlns:a="http://schemas.openxmlformats.org/drawingml/2006/main">
            <a:pPr>
              <a:buNone/>
              <a:defRPr sz="2400" b="0">
                <a:solidFill>
                  <a:srgbClr val="192E3B"/>
                </a:solidFill>
                <a:latin typeface="Segoe UI"/>
                <a:ea typeface="Segoe UI"/>
                <a:cs typeface="Segoe UI"/>
              </a:defRPr>
            </a:pPr>
            <a:r>
              <a:rPr sz="2250" b="0">
                <a:solidFill>
                  <a:srgbClr val="192E3B"/>
                </a:solidFill>
                <a:latin typeface="Segoe UI"/>
                <a:ea typeface="Segoe UI"/>
                <a:cs typeface="Segoe UI"/>
              </a:rPr>
              <a:t>I helped by __. We still need __.</a:t>
            </a:r>
          </a:p>
          <a:p xmlns:a="http://schemas.openxmlformats.org/drawingml/2006/main">
            <a:pPr>
              <a:buNone/>
              <a:defRPr sz="2400" b="0">
                <a:solidFill>
                  <a:srgbClr val="192E3B"/>
                </a:solidFill>
                <a:latin typeface="Segoe UI"/>
                <a:ea typeface="Segoe UI"/>
                <a:cs typeface="Segoe UI"/>
              </a:defRPr>
            </a:pPr>
            <a:r>
              <a:rPr sz="2250" b="0">
                <a:solidFill>
                  <a:srgbClr val="192E3B"/>
                </a:solidFill>
                <a:latin typeface="Segoe UI"/>
                <a:ea typeface="Segoe UI"/>
                <a:cs typeface="Segoe UI"/>
              </a:rPr>
              <a:t>Tell the adult about any gap.</a:t>
            </a:r>
          </a:p>
          <a:p xmlns:a="http://schemas.openxmlformats.org/drawingml/2006/main">
            <a:pPr>
              <a:buNone/>
              <a:defRPr sz="2400" b="0">
                <a:solidFill>
                  <a:srgbClr val="192E3B"/>
                </a:solidFill>
                <a:latin typeface="Segoe UI"/>
                <a:ea typeface="Segoe UI"/>
                <a:cs typeface="Segoe UI"/>
              </a:defRPr>
            </a:pPr>
            <a:r>
              <a:rPr sz="2250" b="0">
                <a:solidFill>
                  <a:srgbClr val="192E3B"/>
                </a:solidFill>
                <a:latin typeface="Segoe UI"/>
                <a:ea typeface="Segoe UI"/>
                <a:cs typeface="Segoe UI"/>
              </a:rPr>
              <a:t>The sale starts at 13:30.</a:t>
            </a:r>
          </a:p>
          <a:p xmlns:a="http://schemas.openxmlformats.org/drawingml/2006/main">
            <a:pPr>
              <a:buNone/>
              <a:defRPr sz="2400" b="0">
                <a:solidFill>
                  <a:srgbClr val="192E3B"/>
                </a:solidFill>
                <a:latin typeface="Segoe UI"/>
                <a:ea typeface="Segoe UI"/>
                <a:cs typeface="Segoe UI"/>
              </a:defRPr>
            </a:pPr>
            <a:r>
              <a:rPr sz="2250" b="0">
                <a:solidFill>
                  <a:srgbClr val="192E3B"/>
                </a:solidFill>
                <a:latin typeface="Segoe UI"/>
                <a:ea typeface="Segoe UI"/>
                <a:cs typeface="Segoe UI"/>
              </a:rPr>
              <a:t>Wait for the adult’s go-ahead.</a:t>
            </a:r>
          </a:p>
        </p:txBody>
      </p:sp>
      <p:sp>
        <p:nvSpPr>
          <p:cNvPr id="5" name="credit">
            <a:extLst xmlns:a="http://schemas.openxmlformats.org/drawingml/2006/main">
              <a:ext uri="{FF2B5EF4-FFF2-40B4-BE49-F238E27FC236}">
                <a16:creationId xmlns:a16="http://schemas.microsoft.com/office/drawing/2014/main" id="{D0851BAC-D286-4854-B61F-4CCA364C387D}"/>
              </a:ext>
            </a:extLst>
          </p:cNvPr>
          <p:cNvSpPr>
            <a:spLocks xmlns:a="http://schemas.openxmlformats.org/drawingml/2006/main" noGrp="1"/>
          </p:cNvSpPr>
          <p:nvPr/>
        </p:nvSpPr>
        <p:spPr>
          <a:xfrm xmlns:a="http://schemas.openxmlformats.org/drawingml/2006/main">
            <a:off x="533400" y="6515100"/>
            <a:ext cx="1104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788" b="0">
                <a:solidFill>
                  <a:srgbClr val="566574"/>
                </a:solidFill>
                <a:latin typeface="Segoe UI"/>
                <a:ea typeface="Segoe UI"/>
                <a:cs typeface="Segoe UI"/>
              </a:defRPr>
            </a:defPPr>
            <a:lvl1pPr>
              <a:buNone/>
              <a:defRPr sz="788" b="0">
                <a:solidFill>
                  <a:srgbClr val="566574"/>
                </a:solidFill>
                <a:latin typeface="Segoe UI"/>
                <a:ea typeface="Segoe UI"/>
                <a:cs typeface="Segoe UI"/>
              </a:defRPr>
            </a:lvl1pPr>
            <a:lvl2pPr>
              <a:buNone/>
              <a:defRPr sz="788" b="0">
                <a:solidFill>
                  <a:srgbClr val="566574"/>
                </a:solidFill>
                <a:latin typeface="Segoe UI"/>
                <a:ea typeface="Segoe UI"/>
                <a:cs typeface="Segoe UI"/>
              </a:defRPr>
            </a:lvl2pPr>
            <a:lvl3pPr>
              <a:buNone/>
              <a:defRPr sz="788" b="0">
                <a:solidFill>
                  <a:srgbClr val="566574"/>
                </a:solidFill>
                <a:latin typeface="Segoe UI"/>
                <a:ea typeface="Segoe UI"/>
                <a:cs typeface="Segoe UI"/>
              </a:defRPr>
            </a:lvl3pPr>
            <a:lvl4pPr>
              <a:buNone/>
              <a:defRPr sz="788" b="0">
                <a:solidFill>
                  <a:srgbClr val="566574"/>
                </a:solidFill>
                <a:latin typeface="Segoe UI"/>
                <a:ea typeface="Segoe UI"/>
                <a:cs typeface="Segoe UI"/>
              </a:defRPr>
            </a:lvl4pPr>
            <a:lvl5pPr>
              <a:buNone/>
              <a:defRPr sz="788" b="0">
                <a:solidFill>
                  <a:srgbClr val="566574"/>
                </a:solidFill>
                <a:latin typeface="Segoe UI"/>
                <a:ea typeface="Segoe UI"/>
                <a:cs typeface="Segoe UI"/>
              </a:defRPr>
            </a:lvl5pPr>
            <a:lvl6pPr>
              <a:buNone/>
              <a:defRPr sz="788" b="0">
                <a:solidFill>
                  <a:srgbClr val="566574"/>
                </a:solidFill>
                <a:latin typeface="Segoe UI"/>
                <a:ea typeface="Segoe UI"/>
                <a:cs typeface="Segoe UI"/>
              </a:defRPr>
            </a:lvl6pPr>
            <a:lvl7pPr>
              <a:buNone/>
              <a:defRPr sz="788" b="0">
                <a:solidFill>
                  <a:srgbClr val="566574"/>
                </a:solidFill>
                <a:latin typeface="Segoe UI"/>
                <a:ea typeface="Segoe UI"/>
                <a:cs typeface="Segoe UI"/>
              </a:defRPr>
            </a:lvl7pPr>
            <a:lvl8pPr>
              <a:buNone/>
              <a:defRPr sz="788" b="0">
                <a:solidFill>
                  <a:srgbClr val="566574"/>
                </a:solidFill>
                <a:latin typeface="Segoe UI"/>
                <a:ea typeface="Segoe UI"/>
                <a:cs typeface="Segoe UI"/>
              </a:defRPr>
            </a:lvl8pPr>
            <a:lvl9pPr>
              <a:buNone/>
              <a:defRPr sz="788" b="0">
                <a:solidFill>
                  <a:srgbClr val="566574"/>
                </a:solidFill>
                <a:latin typeface="Segoe UI"/>
                <a:ea typeface="Segoe UI"/>
                <a:cs typeface="Segoe UI"/>
              </a:defRPr>
            </a:lvl9pPr>
          </a:lstStyle>
          <a:p xmlns:a="http://schemas.openxmlformats.org/drawingml/2006/main">
            <a:pPr>
              <a:buNone/>
              <a:defRPr sz="788" b="0">
                <a:solidFill>
                  <a:srgbClr val="566574"/>
                </a:solidFill>
                <a:latin typeface="Segoe UI"/>
                <a:ea typeface="Segoe UI"/>
                <a:cs typeface="Segoe UI"/>
              </a:defRPr>
            </a:pPr>
            <a:r>
              <a:rPr sz="788" b="0">
                <a:solidFill>
                  <a:srgbClr val="566574"/>
                </a:solidFill>
                <a:latin typeface="Segoe UI"/>
                <a:ea typeface="Segoe UI"/>
                <a:cs typeface="Segoe UI"/>
              </a:rPr>
              <a:t>Made by Matt · © Matt Roper · CC BY-NC-SA 4.0: free for classroom use, share and adapt with credit, no resale</a:t>
            </a:r>
          </a:p>
        </p:txBody>
      </p:sp>
      <p:sp>
        <p:nvSpPr>
          <p:cNvPr id="6" name="page-number">
            <a:extLst xmlns:a="http://schemas.openxmlformats.org/drawingml/2006/main">
              <a:ext uri="{FF2B5EF4-FFF2-40B4-BE49-F238E27FC236}">
                <a16:creationId xmlns:a16="http://schemas.microsoft.com/office/drawing/2014/main" id="{92DFC6D2-5F74-4F0C-9B3E-0023E779C258}"/>
              </a:ext>
            </a:extLst>
          </p:cNvPr>
          <p:cNvSpPr>
            <a:spLocks xmlns:a="http://schemas.openxmlformats.org/drawingml/2006/main" noGrp="1"/>
          </p:cNvSpPr>
          <p:nvPr/>
        </p:nvSpPr>
        <p:spPr>
          <a:xfrm xmlns:a="http://schemas.openxmlformats.org/drawingml/2006/main">
            <a:off x="11144250" y="62103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buNone/>
              <a:defRPr sz="1050" b="0">
                <a:solidFill>
                  <a:srgbClr val="566574"/>
                </a:solidFill>
                <a:latin typeface="Segoe UI"/>
                <a:ea typeface="Segoe UI"/>
                <a:cs typeface="Segoe UI"/>
              </a:defRPr>
            </a:lvl1pPr>
            <a:lvl2pPr>
              <a:buNone/>
              <a:defRPr sz="1050" b="0">
                <a:solidFill>
                  <a:srgbClr val="566574"/>
                </a:solidFill>
                <a:latin typeface="Segoe UI"/>
                <a:ea typeface="Segoe UI"/>
                <a:cs typeface="Segoe UI"/>
              </a:defRPr>
            </a:lvl2pPr>
            <a:lvl3pPr>
              <a:buNone/>
              <a:defRPr sz="1050" b="0">
                <a:solidFill>
                  <a:srgbClr val="566574"/>
                </a:solidFill>
                <a:latin typeface="Segoe UI"/>
                <a:ea typeface="Segoe UI"/>
                <a:cs typeface="Segoe UI"/>
              </a:defRPr>
            </a:lvl3pPr>
            <a:lvl4pPr>
              <a:buNone/>
              <a:defRPr sz="1050" b="0">
                <a:solidFill>
                  <a:srgbClr val="566574"/>
                </a:solidFill>
                <a:latin typeface="Segoe UI"/>
                <a:ea typeface="Segoe UI"/>
                <a:cs typeface="Segoe UI"/>
              </a:defRPr>
            </a:lvl4pPr>
            <a:lvl5pPr>
              <a:buNone/>
              <a:defRPr sz="1050" b="0">
                <a:solidFill>
                  <a:srgbClr val="566574"/>
                </a:solidFill>
                <a:latin typeface="Segoe UI"/>
                <a:ea typeface="Segoe UI"/>
                <a:cs typeface="Segoe UI"/>
              </a:defRPr>
            </a:lvl5pPr>
            <a:lvl6pPr>
              <a:buNone/>
              <a:defRPr sz="1050" b="0">
                <a:solidFill>
                  <a:srgbClr val="566574"/>
                </a:solidFill>
                <a:latin typeface="Segoe UI"/>
                <a:ea typeface="Segoe UI"/>
                <a:cs typeface="Segoe UI"/>
              </a:defRPr>
            </a:lvl6pPr>
            <a:lvl7pPr>
              <a:buNone/>
              <a:defRPr sz="1050" b="0">
                <a:solidFill>
                  <a:srgbClr val="566574"/>
                </a:solidFill>
                <a:latin typeface="Segoe UI"/>
                <a:ea typeface="Segoe UI"/>
                <a:cs typeface="Segoe UI"/>
              </a:defRPr>
            </a:lvl7pPr>
            <a:lvl8pPr>
              <a:buNone/>
              <a:defRPr sz="1050" b="0">
                <a:solidFill>
                  <a:srgbClr val="566574"/>
                </a:solidFill>
                <a:latin typeface="Segoe UI"/>
                <a:ea typeface="Segoe UI"/>
                <a:cs typeface="Segoe UI"/>
              </a:defRPr>
            </a:lvl8pPr>
            <a:lvl9pPr>
              <a:buNone/>
              <a:defRPr sz="1050" b="0">
                <a:solidFill>
                  <a:srgbClr val="566574"/>
                </a:solidFill>
                <a:latin typeface="Segoe UI"/>
                <a:ea typeface="Segoe UI"/>
                <a:cs typeface="Segoe UI"/>
              </a:defRPr>
            </a:lvl9pPr>
          </a:lstStyle>
          <a:p xmlns:a="http://schemas.openxmlformats.org/drawingml/2006/main">
            <a:pPr>
              <a:buNone/>
              <a:defRPr sz="1050" b="0">
                <a:solidFill>
                  <a:srgbClr val="566574"/>
                </a:solidFill>
                <a:latin typeface="Segoe UI"/>
                <a:ea typeface="Segoe UI"/>
                <a:cs typeface="Segoe UI"/>
              </a:defRPr>
            </a:pPr>
            <a:r>
              <a:rPr sz="1050" b="0">
                <a:solidFill>
                  <a:srgbClr val="566574"/>
                </a:solidFill>
                <a:latin typeface="Segoe UI"/>
                <a:ea typeface="Segoe UI"/>
                <a:cs typeface="Segoe UI"/>
              </a:rPr>
              <a:t>10</a:t>
            </a:r>
          </a:p>
        </p:txBody>
      </p:sp>
    </p:spTree>
    <p:extLst>
      <p:ext uri="{BB962C8B-B14F-4D97-AF65-F5344CB8AC3E}">
        <p14:creationId xmlns:p14="http://schemas.microsoft.com/office/powerpoint/2010/main" val="62033340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lesson-code">
            <a:extLst xmlns:a="http://schemas.openxmlformats.org/drawingml/2006/main">
              <a:ext uri="{FF2B5EF4-FFF2-40B4-BE49-F238E27FC236}">
                <a16:creationId xmlns:a16="http://schemas.microsoft.com/office/drawing/2014/main" id="{C1B7AC16-B416-410B-98A7-7ADC19E20C13}"/>
              </a:ext>
            </a:extLst>
          </p:cNvPr>
          <p:cNvSpPr>
            <a:spLocks xmlns:a="http://schemas.openxmlformats.org/drawingml/2006/main" noGrp="1"/>
          </p:cNvSpPr>
          <p:nvPr/>
        </p:nvSpPr>
        <p:spPr>
          <a:xfrm xmlns:a="http://schemas.openxmlformats.org/drawingml/2006/main">
            <a:off x="533400" y="1905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buNone/>
              <a:defRPr sz="1200" b="0">
                <a:solidFill>
                  <a:srgbClr val="566574"/>
                </a:solidFill>
                <a:latin typeface="Segoe UI"/>
                <a:ea typeface="Segoe UI"/>
                <a:cs typeface="Segoe UI"/>
              </a:defRPr>
            </a:lvl1pPr>
            <a:lvl2pPr>
              <a:buNone/>
              <a:defRPr sz="1200" b="0">
                <a:solidFill>
                  <a:srgbClr val="566574"/>
                </a:solidFill>
                <a:latin typeface="Segoe UI"/>
                <a:ea typeface="Segoe UI"/>
                <a:cs typeface="Segoe UI"/>
              </a:defRPr>
            </a:lvl2pPr>
            <a:lvl3pPr>
              <a:buNone/>
              <a:defRPr sz="1200" b="0">
                <a:solidFill>
                  <a:srgbClr val="566574"/>
                </a:solidFill>
                <a:latin typeface="Segoe UI"/>
                <a:ea typeface="Segoe UI"/>
                <a:cs typeface="Segoe UI"/>
              </a:defRPr>
            </a:lvl3pPr>
            <a:lvl4pPr>
              <a:buNone/>
              <a:defRPr sz="1200" b="0">
                <a:solidFill>
                  <a:srgbClr val="566574"/>
                </a:solidFill>
                <a:latin typeface="Segoe UI"/>
                <a:ea typeface="Segoe UI"/>
                <a:cs typeface="Segoe UI"/>
              </a:defRPr>
            </a:lvl4pPr>
            <a:lvl5pPr>
              <a:buNone/>
              <a:defRPr sz="1200" b="0">
                <a:solidFill>
                  <a:srgbClr val="566574"/>
                </a:solidFill>
                <a:latin typeface="Segoe UI"/>
                <a:ea typeface="Segoe UI"/>
                <a:cs typeface="Segoe UI"/>
              </a:defRPr>
            </a:lvl5pPr>
            <a:lvl6pPr>
              <a:buNone/>
              <a:defRPr sz="1200" b="0">
                <a:solidFill>
                  <a:srgbClr val="566574"/>
                </a:solidFill>
                <a:latin typeface="Segoe UI"/>
                <a:ea typeface="Segoe UI"/>
                <a:cs typeface="Segoe UI"/>
              </a:defRPr>
            </a:lvl6pPr>
            <a:lvl7pPr>
              <a:buNone/>
              <a:defRPr sz="1200" b="0">
                <a:solidFill>
                  <a:srgbClr val="566574"/>
                </a:solidFill>
                <a:latin typeface="Segoe UI"/>
                <a:ea typeface="Segoe UI"/>
                <a:cs typeface="Segoe UI"/>
              </a:defRPr>
            </a:lvl7pPr>
            <a:lvl8pPr>
              <a:buNone/>
              <a:defRPr sz="1200" b="0">
                <a:solidFill>
                  <a:srgbClr val="566574"/>
                </a:solidFill>
                <a:latin typeface="Segoe UI"/>
                <a:ea typeface="Segoe UI"/>
                <a:cs typeface="Segoe UI"/>
              </a:defRPr>
            </a:lvl8pPr>
            <a:lvl9pPr>
              <a:buNone/>
              <a:defRPr sz="1200" b="0">
                <a:solidFill>
                  <a:srgbClr val="566574"/>
                </a:solidFill>
                <a:latin typeface="Segoe UI"/>
                <a:ea typeface="Segoe UI"/>
                <a:cs typeface="Segoe UI"/>
              </a:defRPr>
            </a:lvl9pPr>
          </a:lstStyle>
          <a:p xmlns:a="http://schemas.openxmlformats.org/drawingml/2006/main">
            <a:pPr>
              <a:buNone/>
              <a:defRPr sz="1200" b="0">
                <a:solidFill>
                  <a:srgbClr val="566574"/>
                </a:solidFill>
                <a:latin typeface="Segoe UI"/>
                <a:ea typeface="Segoe UI"/>
                <a:cs typeface="Segoe UI"/>
              </a:defRPr>
            </a:pPr>
            <a:r>
              <a:rPr sz="1200" b="0">
                <a:solidFill>
                  <a:srgbClr val="566574"/>
                </a:solidFill>
                <a:latin typeface="Segoe UI"/>
                <a:ea typeface="Segoe UI"/>
                <a:cs typeface="Segoe UI"/>
              </a:rPr>
              <a:t>COMM-GROW-A2-W05  ·  Lesson 10a</a:t>
            </a:r>
          </a:p>
        </p:txBody>
      </p:sp>
      <p:sp>
        <p:nvSpPr>
          <p:cNvPr id="2" name="label">
            <a:extLst xmlns:a="http://schemas.openxmlformats.org/drawingml/2006/main">
              <a:ext uri="{FF2B5EF4-FFF2-40B4-BE49-F238E27FC236}">
                <a16:creationId xmlns:a16="http://schemas.microsoft.com/office/drawing/2014/main" id="{CD95AE9B-072B-4269-8C11-E5407C5D0697}"/>
              </a:ext>
            </a:extLst>
          </p:cNvPr>
          <p:cNvSpPr>
            <a:spLocks xmlns:a="http://schemas.openxmlformats.org/drawingml/2006/main" noGrp="1"/>
          </p:cNvSpPr>
          <p:nvPr/>
        </p:nvSpPr>
        <p:spPr>
          <a:xfrm xmlns:a="http://schemas.openxmlformats.org/drawingml/2006/main">
            <a:off x="7620000" y="190500"/>
            <a:ext cx="4048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buNone/>
              <a:defRPr sz="1050" b="0">
                <a:solidFill>
                  <a:srgbClr val="566574"/>
                </a:solidFill>
                <a:latin typeface="Segoe UI"/>
                <a:ea typeface="Segoe UI"/>
                <a:cs typeface="Segoe UI"/>
              </a:defRPr>
            </a:lvl1pPr>
            <a:lvl2pPr>
              <a:buNone/>
              <a:defRPr sz="1050" b="0">
                <a:solidFill>
                  <a:srgbClr val="566574"/>
                </a:solidFill>
                <a:latin typeface="Segoe UI"/>
                <a:ea typeface="Segoe UI"/>
                <a:cs typeface="Segoe UI"/>
              </a:defRPr>
            </a:lvl2pPr>
            <a:lvl3pPr>
              <a:buNone/>
              <a:defRPr sz="1050" b="0">
                <a:solidFill>
                  <a:srgbClr val="566574"/>
                </a:solidFill>
                <a:latin typeface="Segoe UI"/>
                <a:ea typeface="Segoe UI"/>
                <a:cs typeface="Segoe UI"/>
              </a:defRPr>
            </a:lvl3pPr>
            <a:lvl4pPr>
              <a:buNone/>
              <a:defRPr sz="1050" b="0">
                <a:solidFill>
                  <a:srgbClr val="566574"/>
                </a:solidFill>
                <a:latin typeface="Segoe UI"/>
                <a:ea typeface="Segoe UI"/>
                <a:cs typeface="Segoe UI"/>
              </a:defRPr>
            </a:lvl4pPr>
            <a:lvl5pPr>
              <a:buNone/>
              <a:defRPr sz="1050" b="0">
                <a:solidFill>
                  <a:srgbClr val="566574"/>
                </a:solidFill>
                <a:latin typeface="Segoe UI"/>
                <a:ea typeface="Segoe UI"/>
                <a:cs typeface="Segoe UI"/>
              </a:defRPr>
            </a:lvl5pPr>
            <a:lvl6pPr>
              <a:buNone/>
              <a:defRPr sz="1050" b="0">
                <a:solidFill>
                  <a:srgbClr val="566574"/>
                </a:solidFill>
                <a:latin typeface="Segoe UI"/>
                <a:ea typeface="Segoe UI"/>
                <a:cs typeface="Segoe UI"/>
              </a:defRPr>
            </a:lvl6pPr>
            <a:lvl7pPr>
              <a:buNone/>
              <a:defRPr sz="1050" b="0">
                <a:solidFill>
                  <a:srgbClr val="566574"/>
                </a:solidFill>
                <a:latin typeface="Segoe UI"/>
                <a:ea typeface="Segoe UI"/>
                <a:cs typeface="Segoe UI"/>
              </a:defRPr>
            </a:lvl7pPr>
            <a:lvl8pPr>
              <a:buNone/>
              <a:defRPr sz="1050" b="0">
                <a:solidFill>
                  <a:srgbClr val="566574"/>
                </a:solidFill>
                <a:latin typeface="Segoe UI"/>
                <a:ea typeface="Segoe UI"/>
                <a:cs typeface="Segoe UI"/>
              </a:defRPr>
            </a:lvl8pPr>
            <a:lvl9pPr>
              <a:buNone/>
              <a:defRPr sz="1050" b="0">
                <a:solidFill>
                  <a:srgbClr val="566574"/>
                </a:solidFill>
                <a:latin typeface="Segoe UI"/>
                <a:ea typeface="Segoe UI"/>
                <a:cs typeface="Segoe UI"/>
              </a:defRPr>
            </a:lvl9pPr>
          </a:lstStyle>
          <a:p xmlns:a="http://schemas.openxmlformats.org/drawingml/2006/main">
            <a:pPr>
              <a:buNone/>
              <a:defRPr sz="1050" b="0">
                <a:solidFill>
                  <a:srgbClr val="566574"/>
                </a:solidFill>
                <a:latin typeface="Segoe UI"/>
                <a:ea typeface="Segoe UI"/>
                <a:cs typeface="Segoe UI"/>
              </a:defRPr>
            </a:pPr>
            <a:r>
              <a:rPr sz="1200" b="0">
                <a:solidFill>
                  <a:srgbClr val="566574"/>
                </a:solidFill>
                <a:latin typeface="Segoe UI"/>
                <a:ea typeface="Segoe UI"/>
                <a:cs typeface="Segoe UI"/>
              </a:rPr>
              <a:t>Public edition · Year A</a:t>
            </a:r>
          </a:p>
        </p:txBody>
      </p:sp>
      <p:sp>
        <p:nvSpPr>
          <p:cNvPr id="3" name="stage-title">
            <a:extLst xmlns:a="http://schemas.openxmlformats.org/drawingml/2006/main">
              <a:ext uri="{FF2B5EF4-FFF2-40B4-BE49-F238E27FC236}">
                <a16:creationId xmlns:a16="http://schemas.microsoft.com/office/drawing/2014/main" id="{BE5B921D-0B30-42B3-A561-48BAE6568F51}"/>
              </a:ext>
            </a:extLst>
          </p:cNvPr>
          <p:cNvSpPr>
            <a:spLocks xmlns:a="http://schemas.openxmlformats.org/drawingml/2006/main" noGrp="1"/>
          </p:cNvSpPr>
          <p:nvPr/>
        </p:nvSpPr>
        <p:spPr>
          <a:xfrm xmlns:a="http://schemas.openxmlformats.org/drawingml/2006/main">
            <a:off x="533400" y="590550"/>
            <a:ext cx="11029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3300" b="1">
                <a:solidFill>
                  <a:srgbClr val="345D70"/>
                </a:solidFill>
                <a:latin typeface="Segoe UI"/>
                <a:ea typeface="Segoe UI"/>
                <a:cs typeface="Segoe UI"/>
              </a:defRPr>
            </a:defPPr>
            <a:lvl1pPr>
              <a:buNone/>
              <a:defRPr sz="3300" b="1">
                <a:solidFill>
                  <a:srgbClr val="345D70"/>
                </a:solidFill>
                <a:latin typeface="Segoe UI"/>
                <a:ea typeface="Segoe UI"/>
                <a:cs typeface="Segoe UI"/>
              </a:defRPr>
            </a:lvl1pPr>
            <a:lvl2pPr>
              <a:buNone/>
              <a:defRPr sz="3300" b="1">
                <a:solidFill>
                  <a:srgbClr val="345D70"/>
                </a:solidFill>
                <a:latin typeface="Segoe UI"/>
                <a:ea typeface="Segoe UI"/>
                <a:cs typeface="Segoe UI"/>
              </a:defRPr>
            </a:lvl2pPr>
            <a:lvl3pPr>
              <a:buNone/>
              <a:defRPr sz="3300" b="1">
                <a:solidFill>
                  <a:srgbClr val="345D70"/>
                </a:solidFill>
                <a:latin typeface="Segoe UI"/>
                <a:ea typeface="Segoe UI"/>
                <a:cs typeface="Segoe UI"/>
              </a:defRPr>
            </a:lvl3pPr>
            <a:lvl4pPr>
              <a:buNone/>
              <a:defRPr sz="3300" b="1">
                <a:solidFill>
                  <a:srgbClr val="345D70"/>
                </a:solidFill>
                <a:latin typeface="Segoe UI"/>
                <a:ea typeface="Segoe UI"/>
                <a:cs typeface="Segoe UI"/>
              </a:defRPr>
            </a:lvl4pPr>
            <a:lvl5pPr>
              <a:buNone/>
              <a:defRPr sz="3300" b="1">
                <a:solidFill>
                  <a:srgbClr val="345D70"/>
                </a:solidFill>
                <a:latin typeface="Segoe UI"/>
                <a:ea typeface="Segoe UI"/>
                <a:cs typeface="Segoe UI"/>
              </a:defRPr>
            </a:lvl5pPr>
            <a:lvl6pPr>
              <a:buNone/>
              <a:defRPr sz="3300" b="1">
                <a:solidFill>
                  <a:srgbClr val="345D70"/>
                </a:solidFill>
                <a:latin typeface="Segoe UI"/>
                <a:ea typeface="Segoe UI"/>
                <a:cs typeface="Segoe UI"/>
              </a:defRPr>
            </a:lvl6pPr>
            <a:lvl7pPr>
              <a:buNone/>
              <a:defRPr sz="3300" b="1">
                <a:solidFill>
                  <a:srgbClr val="345D70"/>
                </a:solidFill>
                <a:latin typeface="Segoe UI"/>
                <a:ea typeface="Segoe UI"/>
                <a:cs typeface="Segoe UI"/>
              </a:defRPr>
            </a:lvl7pPr>
            <a:lvl8pPr>
              <a:buNone/>
              <a:defRPr sz="3300" b="1">
                <a:solidFill>
                  <a:srgbClr val="345D70"/>
                </a:solidFill>
                <a:latin typeface="Segoe UI"/>
                <a:ea typeface="Segoe UI"/>
                <a:cs typeface="Segoe UI"/>
              </a:defRPr>
            </a:lvl8pPr>
            <a:lvl9pPr>
              <a:buNone/>
              <a:defRPr sz="3300" b="1">
                <a:solidFill>
                  <a:srgbClr val="345D70"/>
                </a:solidFill>
                <a:latin typeface="Segoe UI"/>
                <a:ea typeface="Segoe UI"/>
                <a:cs typeface="Segoe UI"/>
              </a:defRPr>
            </a:lvl9pPr>
          </a:lstStyle>
          <a:p xmlns:a="http://schemas.openxmlformats.org/drawingml/2006/main">
            <a:pPr>
              <a:buNone/>
              <a:defRPr sz="3300" b="1">
                <a:solidFill>
                  <a:srgbClr val="345D70"/>
                </a:solidFill>
                <a:latin typeface="Segoe UI"/>
                <a:ea typeface="Segoe UI"/>
                <a:cs typeface="Segoe UI"/>
              </a:defRPr>
            </a:pPr>
            <a:r>
              <a:rPr sz="3300" b="1">
                <a:solidFill>
                  <a:srgbClr val="345D70"/>
                </a:solidFill>
                <a:latin typeface="Segoe UI"/>
                <a:ea typeface="Segoe UI"/>
                <a:cs typeface="Segoe UI"/>
              </a:rPr>
              <a:t>Key vocabulary mat</a:t>
            </a:r>
          </a:p>
        </p:txBody>
      </p:sp>
      <p:pic>
        <p:nvPicPr>
          <p:cNvPr id="4" name="picture-cue-1">
            <a:extLst xmlns:a="http://schemas.openxmlformats.org/drawingml/2006/main">
              <a:ext uri="{FF2B5EF4-FFF2-40B4-BE49-F238E27FC236}">
                <a16:creationId xmlns:a16="http://schemas.microsoft.com/office/drawing/2014/main" id="{1B6D4873-690E-428C-BC17-6EBB18EAB516}"/>
              </a:ext>
            </a:extLst>
          </p:cNvPr>
          <p:cNvPicPr>
            <a:picLocks xmlns:a="http://schemas.openxmlformats.org/drawingml/2006/main" noChangeAspect="1"/>
          </p:cNvPicPr>
          <p:nvPr/>
        </p:nvPicPr>
        <p:blipFill>
          <a:blip xmlns:r="http://schemas.openxmlformats.org/officeDocument/2006/relationships" xmlns:a="http://schemas.openxmlformats.org/drawingml/2006/main" r:embed="R8500af44a7dd450b"/>
          <a:stretch xmlns:a="http://schemas.openxmlformats.org/drawingml/2006/main"/>
        </p:blipFill>
        <p:spPr>
          <a:xfrm xmlns:a="http://schemas.openxmlformats.org/drawingml/2006/main">
            <a:off x="533400" y="1504950"/>
            <a:ext cx="457200" cy="457200"/>
          </a:xfrm>
          <a:prstGeom xmlns:a="http://schemas.openxmlformats.org/drawingml/2006/main" prst="rect">
            <a:avLst/>
          </a:prstGeom>
        </p:spPr>
      </p:pic>
      <p:sp>
        <p:nvSpPr>
          <p:cNvPr id="5" name="word-0">
            <a:extLst xmlns:a="http://schemas.openxmlformats.org/drawingml/2006/main">
              <a:ext uri="{FF2B5EF4-FFF2-40B4-BE49-F238E27FC236}">
                <a16:creationId xmlns:a16="http://schemas.microsoft.com/office/drawing/2014/main" id="{47F11860-02AE-4CBA-A731-1771A5487E0A}"/>
              </a:ext>
            </a:extLst>
          </p:cNvPr>
          <p:cNvSpPr>
            <a:spLocks xmlns:a="http://schemas.openxmlformats.org/drawingml/2006/main" noGrp="1"/>
          </p:cNvSpPr>
          <p:nvPr/>
        </p:nvSpPr>
        <p:spPr>
          <a:xfrm xmlns:a="http://schemas.openxmlformats.org/drawingml/2006/main">
            <a:off x="1162050" y="1457325"/>
            <a:ext cx="4762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75" b="1">
                <a:solidFill>
                  <a:srgbClr val="345D70"/>
                </a:solidFill>
                <a:latin typeface="Segoe UI"/>
                <a:ea typeface="Segoe UI"/>
                <a:cs typeface="Segoe UI"/>
              </a:defRPr>
            </a:defPPr>
            <a:lvl1pPr>
              <a:buNone/>
              <a:defRPr sz="1875" b="1">
                <a:solidFill>
                  <a:srgbClr val="345D70"/>
                </a:solidFill>
                <a:latin typeface="Segoe UI"/>
                <a:ea typeface="Segoe UI"/>
                <a:cs typeface="Segoe UI"/>
              </a:defRPr>
            </a:lvl1pPr>
            <a:lvl2pPr>
              <a:buNone/>
              <a:defRPr sz="1875" b="1">
                <a:solidFill>
                  <a:srgbClr val="345D70"/>
                </a:solidFill>
                <a:latin typeface="Segoe UI"/>
                <a:ea typeface="Segoe UI"/>
                <a:cs typeface="Segoe UI"/>
              </a:defRPr>
            </a:lvl2pPr>
            <a:lvl3pPr>
              <a:buNone/>
              <a:defRPr sz="1875" b="1">
                <a:solidFill>
                  <a:srgbClr val="345D70"/>
                </a:solidFill>
                <a:latin typeface="Segoe UI"/>
                <a:ea typeface="Segoe UI"/>
                <a:cs typeface="Segoe UI"/>
              </a:defRPr>
            </a:lvl3pPr>
            <a:lvl4pPr>
              <a:buNone/>
              <a:defRPr sz="1875" b="1">
                <a:solidFill>
                  <a:srgbClr val="345D70"/>
                </a:solidFill>
                <a:latin typeface="Segoe UI"/>
                <a:ea typeface="Segoe UI"/>
                <a:cs typeface="Segoe UI"/>
              </a:defRPr>
            </a:lvl4pPr>
            <a:lvl5pPr>
              <a:buNone/>
              <a:defRPr sz="1875" b="1">
                <a:solidFill>
                  <a:srgbClr val="345D70"/>
                </a:solidFill>
                <a:latin typeface="Segoe UI"/>
                <a:ea typeface="Segoe UI"/>
                <a:cs typeface="Segoe UI"/>
              </a:defRPr>
            </a:lvl5pPr>
            <a:lvl6pPr>
              <a:buNone/>
              <a:defRPr sz="1875" b="1">
                <a:solidFill>
                  <a:srgbClr val="345D70"/>
                </a:solidFill>
                <a:latin typeface="Segoe UI"/>
                <a:ea typeface="Segoe UI"/>
                <a:cs typeface="Segoe UI"/>
              </a:defRPr>
            </a:lvl6pPr>
            <a:lvl7pPr>
              <a:buNone/>
              <a:defRPr sz="1875" b="1">
                <a:solidFill>
                  <a:srgbClr val="345D70"/>
                </a:solidFill>
                <a:latin typeface="Segoe UI"/>
                <a:ea typeface="Segoe UI"/>
                <a:cs typeface="Segoe UI"/>
              </a:defRPr>
            </a:lvl7pPr>
            <a:lvl8pPr>
              <a:buNone/>
              <a:defRPr sz="1875" b="1">
                <a:solidFill>
                  <a:srgbClr val="345D70"/>
                </a:solidFill>
                <a:latin typeface="Segoe UI"/>
                <a:ea typeface="Segoe UI"/>
                <a:cs typeface="Segoe UI"/>
              </a:defRPr>
            </a:lvl8pPr>
            <a:lvl9pPr>
              <a:buNone/>
              <a:defRPr sz="1875" b="1">
                <a:solidFill>
                  <a:srgbClr val="345D70"/>
                </a:solidFill>
                <a:latin typeface="Segoe UI"/>
                <a:ea typeface="Segoe UI"/>
                <a:cs typeface="Segoe UI"/>
              </a:defRPr>
            </a:lvl9pPr>
          </a:lstStyle>
          <a:p xmlns:a="http://schemas.openxmlformats.org/drawingml/2006/main">
            <a:pPr>
              <a:buNone/>
              <a:defRPr sz="1875" b="1">
                <a:solidFill>
                  <a:srgbClr val="345D70"/>
                </a:solidFill>
                <a:latin typeface="Segoe UI"/>
                <a:ea typeface="Segoe UI"/>
                <a:cs typeface="Segoe UI"/>
              </a:defRPr>
            </a:pPr>
            <a:r>
              <a:rPr sz="1875" b="1">
                <a:solidFill>
                  <a:srgbClr val="345D70"/>
                </a:solidFill>
                <a:latin typeface="Segoe UI"/>
                <a:ea typeface="Segoe UI"/>
                <a:cs typeface="Segoe UI"/>
              </a:rPr>
              <a:t>batch</a:t>
            </a:r>
          </a:p>
        </p:txBody>
      </p:sp>
      <p:sp>
        <p:nvSpPr>
          <p:cNvPr id="6" name="definition-0">
            <a:extLst xmlns:a="http://schemas.openxmlformats.org/drawingml/2006/main">
              <a:ext uri="{FF2B5EF4-FFF2-40B4-BE49-F238E27FC236}">
                <a16:creationId xmlns:a16="http://schemas.microsoft.com/office/drawing/2014/main" id="{B8983B67-875E-4B4D-9F4A-D79605802BB8}"/>
              </a:ext>
            </a:extLst>
          </p:cNvPr>
          <p:cNvSpPr>
            <a:spLocks xmlns:a="http://schemas.openxmlformats.org/drawingml/2006/main" noGrp="1"/>
          </p:cNvSpPr>
          <p:nvPr/>
        </p:nvSpPr>
        <p:spPr>
          <a:xfrm xmlns:a="http://schemas.openxmlformats.org/drawingml/2006/main">
            <a:off x="1162050" y="1800225"/>
            <a:ext cx="4762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0">
                <a:solidFill>
                  <a:srgbClr val="192E3B"/>
                </a:solidFill>
                <a:latin typeface="Segoe UI"/>
                <a:ea typeface="Segoe UI"/>
                <a:cs typeface="Segoe UI"/>
              </a:defRPr>
            </a:defPPr>
            <a:lvl1pPr>
              <a:buNone/>
              <a:defRPr sz="1800" b="0">
                <a:solidFill>
                  <a:srgbClr val="192E3B"/>
                </a:solidFill>
                <a:latin typeface="Segoe UI"/>
                <a:ea typeface="Segoe UI"/>
                <a:cs typeface="Segoe UI"/>
              </a:defRPr>
            </a:lvl1pPr>
            <a:lvl2pPr>
              <a:buNone/>
              <a:defRPr sz="1800" b="0">
                <a:solidFill>
                  <a:srgbClr val="192E3B"/>
                </a:solidFill>
                <a:latin typeface="Segoe UI"/>
                <a:ea typeface="Segoe UI"/>
                <a:cs typeface="Segoe UI"/>
              </a:defRPr>
            </a:lvl2pPr>
            <a:lvl3pPr>
              <a:buNone/>
              <a:defRPr sz="1800" b="0">
                <a:solidFill>
                  <a:srgbClr val="192E3B"/>
                </a:solidFill>
                <a:latin typeface="Segoe UI"/>
                <a:ea typeface="Segoe UI"/>
                <a:cs typeface="Segoe UI"/>
              </a:defRPr>
            </a:lvl3pPr>
            <a:lvl4pPr>
              <a:buNone/>
              <a:defRPr sz="1800" b="0">
                <a:solidFill>
                  <a:srgbClr val="192E3B"/>
                </a:solidFill>
                <a:latin typeface="Segoe UI"/>
                <a:ea typeface="Segoe UI"/>
                <a:cs typeface="Segoe UI"/>
              </a:defRPr>
            </a:lvl4pPr>
            <a:lvl5pPr>
              <a:buNone/>
              <a:defRPr sz="1800" b="0">
                <a:solidFill>
                  <a:srgbClr val="192E3B"/>
                </a:solidFill>
                <a:latin typeface="Segoe UI"/>
                <a:ea typeface="Segoe UI"/>
                <a:cs typeface="Segoe UI"/>
              </a:defRPr>
            </a:lvl5pPr>
            <a:lvl6pPr>
              <a:buNone/>
              <a:defRPr sz="1800" b="0">
                <a:solidFill>
                  <a:srgbClr val="192E3B"/>
                </a:solidFill>
                <a:latin typeface="Segoe UI"/>
                <a:ea typeface="Segoe UI"/>
                <a:cs typeface="Segoe UI"/>
              </a:defRPr>
            </a:lvl6pPr>
            <a:lvl7pPr>
              <a:buNone/>
              <a:defRPr sz="1800" b="0">
                <a:solidFill>
                  <a:srgbClr val="192E3B"/>
                </a:solidFill>
                <a:latin typeface="Segoe UI"/>
                <a:ea typeface="Segoe UI"/>
                <a:cs typeface="Segoe UI"/>
              </a:defRPr>
            </a:lvl7pPr>
            <a:lvl8pPr>
              <a:buNone/>
              <a:defRPr sz="1800" b="0">
                <a:solidFill>
                  <a:srgbClr val="192E3B"/>
                </a:solidFill>
                <a:latin typeface="Segoe UI"/>
                <a:ea typeface="Segoe UI"/>
                <a:cs typeface="Segoe UI"/>
              </a:defRPr>
            </a:lvl8pPr>
            <a:lvl9pPr>
              <a:buNone/>
              <a:defRPr sz="1800" b="0">
                <a:solidFill>
                  <a:srgbClr val="192E3B"/>
                </a:solidFill>
                <a:latin typeface="Segoe UI"/>
                <a:ea typeface="Segoe UI"/>
                <a:cs typeface="Segoe UI"/>
              </a:defRPr>
            </a:lvl9pPr>
          </a:lstStyle>
          <a:p xmlns:a="http://schemas.openxmlformats.org/drawingml/2006/main">
            <a:pPr>
              <a:buNone/>
              <a:defRPr sz="1800" b="0">
                <a:solidFill>
                  <a:srgbClr val="192E3B"/>
                </a:solidFill>
                <a:latin typeface="Segoe UI"/>
                <a:ea typeface="Segoe UI"/>
                <a:cs typeface="Segoe UI"/>
              </a:defRPr>
            </a:pPr>
            <a:r>
              <a:rPr sz="1800" b="0">
                <a:solidFill>
                  <a:srgbClr val="192E3B"/>
                </a:solidFill>
                <a:latin typeface="Segoe UI"/>
                <a:ea typeface="Segoe UI"/>
                <a:cs typeface="Segoe UI"/>
              </a:rPr>
              <a:t>Food made in one go.</a:t>
            </a:r>
          </a:p>
        </p:txBody>
      </p:sp>
      <p:pic>
        <p:nvPicPr>
          <p:cNvPr id="7" name="picture-cue-2">
            <a:extLst xmlns:a="http://schemas.openxmlformats.org/drawingml/2006/main">
              <a:ext uri="{FF2B5EF4-FFF2-40B4-BE49-F238E27FC236}">
                <a16:creationId xmlns:a16="http://schemas.microsoft.com/office/drawing/2014/main" id="{7B1052CE-B9DE-486D-A109-C5396608A3D0}"/>
              </a:ext>
            </a:extLst>
          </p:cNvPr>
          <p:cNvPicPr>
            <a:picLocks xmlns:a="http://schemas.openxmlformats.org/drawingml/2006/main" noChangeAspect="1"/>
          </p:cNvPicPr>
          <p:nvPr/>
        </p:nvPicPr>
        <p:blipFill>
          <a:blip xmlns:r="http://schemas.openxmlformats.org/officeDocument/2006/relationships" xmlns:a="http://schemas.openxmlformats.org/drawingml/2006/main" r:embed="Rdb752aec288243f5"/>
          <a:stretch xmlns:a="http://schemas.openxmlformats.org/drawingml/2006/main"/>
        </p:blipFill>
        <p:spPr>
          <a:xfrm xmlns:a="http://schemas.openxmlformats.org/drawingml/2006/main">
            <a:off x="6248400" y="1504950"/>
            <a:ext cx="457200" cy="457200"/>
          </a:xfrm>
          <a:prstGeom xmlns:a="http://schemas.openxmlformats.org/drawingml/2006/main" prst="rect">
            <a:avLst/>
          </a:prstGeom>
        </p:spPr>
      </p:pic>
      <p:sp>
        <p:nvSpPr>
          <p:cNvPr id="8" name="word-1">
            <a:extLst xmlns:a="http://schemas.openxmlformats.org/drawingml/2006/main">
              <a:ext uri="{FF2B5EF4-FFF2-40B4-BE49-F238E27FC236}">
                <a16:creationId xmlns:a16="http://schemas.microsoft.com/office/drawing/2014/main" id="{B638FD0D-ED7D-4210-99CF-8AF6D61B44B8}"/>
              </a:ext>
            </a:extLst>
          </p:cNvPr>
          <p:cNvSpPr>
            <a:spLocks xmlns:a="http://schemas.openxmlformats.org/drawingml/2006/main" noGrp="1"/>
          </p:cNvSpPr>
          <p:nvPr/>
        </p:nvSpPr>
        <p:spPr>
          <a:xfrm xmlns:a="http://schemas.openxmlformats.org/drawingml/2006/main">
            <a:off x="6877050" y="1457325"/>
            <a:ext cx="4762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75" b="1">
                <a:solidFill>
                  <a:srgbClr val="345D70"/>
                </a:solidFill>
                <a:latin typeface="Segoe UI"/>
                <a:ea typeface="Segoe UI"/>
                <a:cs typeface="Segoe UI"/>
              </a:defRPr>
            </a:defPPr>
            <a:lvl1pPr>
              <a:buNone/>
              <a:defRPr sz="1875" b="1">
                <a:solidFill>
                  <a:srgbClr val="345D70"/>
                </a:solidFill>
                <a:latin typeface="Segoe UI"/>
                <a:ea typeface="Segoe UI"/>
                <a:cs typeface="Segoe UI"/>
              </a:defRPr>
            </a:lvl1pPr>
            <a:lvl2pPr>
              <a:buNone/>
              <a:defRPr sz="1875" b="1">
                <a:solidFill>
                  <a:srgbClr val="345D70"/>
                </a:solidFill>
                <a:latin typeface="Segoe UI"/>
                <a:ea typeface="Segoe UI"/>
                <a:cs typeface="Segoe UI"/>
              </a:defRPr>
            </a:lvl2pPr>
            <a:lvl3pPr>
              <a:buNone/>
              <a:defRPr sz="1875" b="1">
                <a:solidFill>
                  <a:srgbClr val="345D70"/>
                </a:solidFill>
                <a:latin typeface="Segoe UI"/>
                <a:ea typeface="Segoe UI"/>
                <a:cs typeface="Segoe UI"/>
              </a:defRPr>
            </a:lvl3pPr>
            <a:lvl4pPr>
              <a:buNone/>
              <a:defRPr sz="1875" b="1">
                <a:solidFill>
                  <a:srgbClr val="345D70"/>
                </a:solidFill>
                <a:latin typeface="Segoe UI"/>
                <a:ea typeface="Segoe UI"/>
                <a:cs typeface="Segoe UI"/>
              </a:defRPr>
            </a:lvl4pPr>
            <a:lvl5pPr>
              <a:buNone/>
              <a:defRPr sz="1875" b="1">
                <a:solidFill>
                  <a:srgbClr val="345D70"/>
                </a:solidFill>
                <a:latin typeface="Segoe UI"/>
                <a:ea typeface="Segoe UI"/>
                <a:cs typeface="Segoe UI"/>
              </a:defRPr>
            </a:lvl5pPr>
            <a:lvl6pPr>
              <a:buNone/>
              <a:defRPr sz="1875" b="1">
                <a:solidFill>
                  <a:srgbClr val="345D70"/>
                </a:solidFill>
                <a:latin typeface="Segoe UI"/>
                <a:ea typeface="Segoe UI"/>
                <a:cs typeface="Segoe UI"/>
              </a:defRPr>
            </a:lvl6pPr>
            <a:lvl7pPr>
              <a:buNone/>
              <a:defRPr sz="1875" b="1">
                <a:solidFill>
                  <a:srgbClr val="345D70"/>
                </a:solidFill>
                <a:latin typeface="Segoe UI"/>
                <a:ea typeface="Segoe UI"/>
                <a:cs typeface="Segoe UI"/>
              </a:defRPr>
            </a:lvl7pPr>
            <a:lvl8pPr>
              <a:buNone/>
              <a:defRPr sz="1875" b="1">
                <a:solidFill>
                  <a:srgbClr val="345D70"/>
                </a:solidFill>
                <a:latin typeface="Segoe UI"/>
                <a:ea typeface="Segoe UI"/>
                <a:cs typeface="Segoe UI"/>
              </a:defRPr>
            </a:lvl8pPr>
            <a:lvl9pPr>
              <a:buNone/>
              <a:defRPr sz="1875" b="1">
                <a:solidFill>
                  <a:srgbClr val="345D70"/>
                </a:solidFill>
                <a:latin typeface="Segoe UI"/>
                <a:ea typeface="Segoe UI"/>
                <a:cs typeface="Segoe UI"/>
              </a:defRPr>
            </a:lvl9pPr>
          </a:lstStyle>
          <a:p xmlns:a="http://schemas.openxmlformats.org/drawingml/2006/main">
            <a:pPr>
              <a:buNone/>
              <a:defRPr sz="1875" b="1">
                <a:solidFill>
                  <a:srgbClr val="345D70"/>
                </a:solidFill>
                <a:latin typeface="Segoe UI"/>
                <a:ea typeface="Segoe UI"/>
                <a:cs typeface="Segoe UI"/>
              </a:defRPr>
            </a:pPr>
            <a:r>
              <a:rPr sz="1875" b="1">
                <a:solidFill>
                  <a:srgbClr val="345D70"/>
                </a:solidFill>
                <a:latin typeface="Segoe UI"/>
                <a:ea typeface="Segoe UI"/>
                <a:cs typeface="Segoe UI"/>
              </a:rPr>
              <a:t>portion</a:t>
            </a:r>
          </a:p>
        </p:txBody>
      </p:sp>
      <p:sp>
        <p:nvSpPr>
          <p:cNvPr id="9" name="definition-1">
            <a:extLst xmlns:a="http://schemas.openxmlformats.org/drawingml/2006/main">
              <a:ext uri="{FF2B5EF4-FFF2-40B4-BE49-F238E27FC236}">
                <a16:creationId xmlns:a16="http://schemas.microsoft.com/office/drawing/2014/main" id="{FE3FF9F0-24DC-46FB-8362-2AB55737EF54}"/>
              </a:ext>
            </a:extLst>
          </p:cNvPr>
          <p:cNvSpPr>
            <a:spLocks xmlns:a="http://schemas.openxmlformats.org/drawingml/2006/main" noGrp="1"/>
          </p:cNvSpPr>
          <p:nvPr/>
        </p:nvSpPr>
        <p:spPr>
          <a:xfrm xmlns:a="http://schemas.openxmlformats.org/drawingml/2006/main">
            <a:off x="6877050" y="1800225"/>
            <a:ext cx="4762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0">
                <a:solidFill>
                  <a:srgbClr val="192E3B"/>
                </a:solidFill>
                <a:latin typeface="Segoe UI"/>
                <a:ea typeface="Segoe UI"/>
                <a:cs typeface="Segoe UI"/>
              </a:defRPr>
            </a:defPPr>
            <a:lvl1pPr>
              <a:buNone/>
              <a:defRPr sz="1800" b="0">
                <a:solidFill>
                  <a:srgbClr val="192E3B"/>
                </a:solidFill>
                <a:latin typeface="Segoe UI"/>
                <a:ea typeface="Segoe UI"/>
                <a:cs typeface="Segoe UI"/>
              </a:defRPr>
            </a:lvl1pPr>
            <a:lvl2pPr>
              <a:buNone/>
              <a:defRPr sz="1800" b="0">
                <a:solidFill>
                  <a:srgbClr val="192E3B"/>
                </a:solidFill>
                <a:latin typeface="Segoe UI"/>
                <a:ea typeface="Segoe UI"/>
                <a:cs typeface="Segoe UI"/>
              </a:defRPr>
            </a:lvl2pPr>
            <a:lvl3pPr>
              <a:buNone/>
              <a:defRPr sz="1800" b="0">
                <a:solidFill>
                  <a:srgbClr val="192E3B"/>
                </a:solidFill>
                <a:latin typeface="Segoe UI"/>
                <a:ea typeface="Segoe UI"/>
                <a:cs typeface="Segoe UI"/>
              </a:defRPr>
            </a:lvl3pPr>
            <a:lvl4pPr>
              <a:buNone/>
              <a:defRPr sz="1800" b="0">
                <a:solidFill>
                  <a:srgbClr val="192E3B"/>
                </a:solidFill>
                <a:latin typeface="Segoe UI"/>
                <a:ea typeface="Segoe UI"/>
                <a:cs typeface="Segoe UI"/>
              </a:defRPr>
            </a:lvl4pPr>
            <a:lvl5pPr>
              <a:buNone/>
              <a:defRPr sz="1800" b="0">
                <a:solidFill>
                  <a:srgbClr val="192E3B"/>
                </a:solidFill>
                <a:latin typeface="Segoe UI"/>
                <a:ea typeface="Segoe UI"/>
                <a:cs typeface="Segoe UI"/>
              </a:defRPr>
            </a:lvl5pPr>
            <a:lvl6pPr>
              <a:buNone/>
              <a:defRPr sz="1800" b="0">
                <a:solidFill>
                  <a:srgbClr val="192E3B"/>
                </a:solidFill>
                <a:latin typeface="Segoe UI"/>
                <a:ea typeface="Segoe UI"/>
                <a:cs typeface="Segoe UI"/>
              </a:defRPr>
            </a:lvl6pPr>
            <a:lvl7pPr>
              <a:buNone/>
              <a:defRPr sz="1800" b="0">
                <a:solidFill>
                  <a:srgbClr val="192E3B"/>
                </a:solidFill>
                <a:latin typeface="Segoe UI"/>
                <a:ea typeface="Segoe UI"/>
                <a:cs typeface="Segoe UI"/>
              </a:defRPr>
            </a:lvl7pPr>
            <a:lvl8pPr>
              <a:buNone/>
              <a:defRPr sz="1800" b="0">
                <a:solidFill>
                  <a:srgbClr val="192E3B"/>
                </a:solidFill>
                <a:latin typeface="Segoe UI"/>
                <a:ea typeface="Segoe UI"/>
                <a:cs typeface="Segoe UI"/>
              </a:defRPr>
            </a:lvl8pPr>
            <a:lvl9pPr>
              <a:buNone/>
              <a:defRPr sz="1800" b="0">
                <a:solidFill>
                  <a:srgbClr val="192E3B"/>
                </a:solidFill>
                <a:latin typeface="Segoe UI"/>
                <a:ea typeface="Segoe UI"/>
                <a:cs typeface="Segoe UI"/>
              </a:defRPr>
            </a:lvl9pPr>
          </a:lstStyle>
          <a:p xmlns:a="http://schemas.openxmlformats.org/drawingml/2006/main">
            <a:pPr>
              <a:buNone/>
              <a:defRPr sz="1800" b="0">
                <a:solidFill>
                  <a:srgbClr val="192E3B"/>
                </a:solidFill>
                <a:latin typeface="Segoe UI"/>
                <a:ea typeface="Segoe UI"/>
                <a:cs typeface="Segoe UI"/>
              </a:defRPr>
            </a:pPr>
            <a:r>
              <a:rPr sz="1800" b="0">
                <a:solidFill>
                  <a:srgbClr val="192E3B"/>
                </a:solidFill>
                <a:latin typeface="Segoe UI"/>
                <a:ea typeface="Segoe UI"/>
                <a:cs typeface="Segoe UI"/>
              </a:rPr>
              <a:t>One piece to serve.</a:t>
            </a:r>
          </a:p>
        </p:txBody>
      </p:sp>
      <p:pic>
        <p:nvPicPr>
          <p:cNvPr id="10" name="picture-cue-3">
            <a:extLst xmlns:a="http://schemas.openxmlformats.org/drawingml/2006/main">
              <a:ext uri="{FF2B5EF4-FFF2-40B4-BE49-F238E27FC236}">
                <a16:creationId xmlns:a16="http://schemas.microsoft.com/office/drawing/2014/main" id="{351F45F1-13A4-42BF-B495-BD398583074E}"/>
              </a:ext>
            </a:extLst>
          </p:cNvPr>
          <p:cNvPicPr>
            <a:picLocks xmlns:a="http://schemas.openxmlformats.org/drawingml/2006/main" noChangeAspect="1"/>
          </p:cNvPicPr>
          <p:nvPr/>
        </p:nvPicPr>
        <p:blipFill>
          <a:blip xmlns:r="http://schemas.openxmlformats.org/officeDocument/2006/relationships" xmlns:a="http://schemas.openxmlformats.org/drawingml/2006/main" r:embed="R0e7560c8ed7d4b7c"/>
          <a:stretch xmlns:a="http://schemas.openxmlformats.org/drawingml/2006/main"/>
        </p:blipFill>
        <p:spPr>
          <a:xfrm xmlns:a="http://schemas.openxmlformats.org/drawingml/2006/main">
            <a:off x="533400" y="2647950"/>
            <a:ext cx="457200" cy="457200"/>
          </a:xfrm>
          <a:prstGeom xmlns:a="http://schemas.openxmlformats.org/drawingml/2006/main" prst="rect">
            <a:avLst/>
          </a:prstGeom>
        </p:spPr>
      </p:pic>
      <p:sp>
        <p:nvSpPr>
          <p:cNvPr id="11" name="word-2">
            <a:extLst xmlns:a="http://schemas.openxmlformats.org/drawingml/2006/main">
              <a:ext uri="{FF2B5EF4-FFF2-40B4-BE49-F238E27FC236}">
                <a16:creationId xmlns:a16="http://schemas.microsoft.com/office/drawing/2014/main" id="{15F2C044-92FA-4095-87C5-BD78E6AE4F2C}"/>
              </a:ext>
            </a:extLst>
          </p:cNvPr>
          <p:cNvSpPr>
            <a:spLocks xmlns:a="http://schemas.openxmlformats.org/drawingml/2006/main" noGrp="1"/>
          </p:cNvSpPr>
          <p:nvPr/>
        </p:nvSpPr>
        <p:spPr>
          <a:xfrm xmlns:a="http://schemas.openxmlformats.org/drawingml/2006/main">
            <a:off x="1162050" y="2600325"/>
            <a:ext cx="4762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75" b="1">
                <a:solidFill>
                  <a:srgbClr val="345D70"/>
                </a:solidFill>
                <a:latin typeface="Segoe UI"/>
                <a:ea typeface="Segoe UI"/>
                <a:cs typeface="Segoe UI"/>
              </a:defRPr>
            </a:defPPr>
            <a:lvl1pPr>
              <a:buNone/>
              <a:defRPr sz="1875" b="1">
                <a:solidFill>
                  <a:srgbClr val="345D70"/>
                </a:solidFill>
                <a:latin typeface="Segoe UI"/>
                <a:ea typeface="Segoe UI"/>
                <a:cs typeface="Segoe UI"/>
              </a:defRPr>
            </a:lvl1pPr>
            <a:lvl2pPr>
              <a:buNone/>
              <a:defRPr sz="1875" b="1">
                <a:solidFill>
                  <a:srgbClr val="345D70"/>
                </a:solidFill>
                <a:latin typeface="Segoe UI"/>
                <a:ea typeface="Segoe UI"/>
                <a:cs typeface="Segoe UI"/>
              </a:defRPr>
            </a:lvl2pPr>
            <a:lvl3pPr>
              <a:buNone/>
              <a:defRPr sz="1875" b="1">
                <a:solidFill>
                  <a:srgbClr val="345D70"/>
                </a:solidFill>
                <a:latin typeface="Segoe UI"/>
                <a:ea typeface="Segoe UI"/>
                <a:cs typeface="Segoe UI"/>
              </a:defRPr>
            </a:lvl3pPr>
            <a:lvl4pPr>
              <a:buNone/>
              <a:defRPr sz="1875" b="1">
                <a:solidFill>
                  <a:srgbClr val="345D70"/>
                </a:solidFill>
                <a:latin typeface="Segoe UI"/>
                <a:ea typeface="Segoe UI"/>
                <a:cs typeface="Segoe UI"/>
              </a:defRPr>
            </a:lvl4pPr>
            <a:lvl5pPr>
              <a:buNone/>
              <a:defRPr sz="1875" b="1">
                <a:solidFill>
                  <a:srgbClr val="345D70"/>
                </a:solidFill>
                <a:latin typeface="Segoe UI"/>
                <a:ea typeface="Segoe UI"/>
                <a:cs typeface="Segoe UI"/>
              </a:defRPr>
            </a:lvl5pPr>
            <a:lvl6pPr>
              <a:buNone/>
              <a:defRPr sz="1875" b="1">
                <a:solidFill>
                  <a:srgbClr val="345D70"/>
                </a:solidFill>
                <a:latin typeface="Segoe UI"/>
                <a:ea typeface="Segoe UI"/>
                <a:cs typeface="Segoe UI"/>
              </a:defRPr>
            </a:lvl6pPr>
            <a:lvl7pPr>
              <a:buNone/>
              <a:defRPr sz="1875" b="1">
                <a:solidFill>
                  <a:srgbClr val="345D70"/>
                </a:solidFill>
                <a:latin typeface="Segoe UI"/>
                <a:ea typeface="Segoe UI"/>
                <a:cs typeface="Segoe UI"/>
              </a:defRPr>
            </a:lvl7pPr>
            <a:lvl8pPr>
              <a:buNone/>
              <a:defRPr sz="1875" b="1">
                <a:solidFill>
                  <a:srgbClr val="345D70"/>
                </a:solidFill>
                <a:latin typeface="Segoe UI"/>
                <a:ea typeface="Segoe UI"/>
                <a:cs typeface="Segoe UI"/>
              </a:defRPr>
            </a:lvl8pPr>
            <a:lvl9pPr>
              <a:buNone/>
              <a:defRPr sz="1875" b="1">
                <a:solidFill>
                  <a:srgbClr val="345D70"/>
                </a:solidFill>
                <a:latin typeface="Segoe UI"/>
                <a:ea typeface="Segoe UI"/>
                <a:cs typeface="Segoe UI"/>
              </a:defRPr>
            </a:lvl9pPr>
          </a:lstStyle>
          <a:p xmlns:a="http://schemas.openxmlformats.org/drawingml/2006/main">
            <a:pPr>
              <a:buNone/>
              <a:defRPr sz="1875" b="1">
                <a:solidFill>
                  <a:srgbClr val="345D70"/>
                </a:solidFill>
                <a:latin typeface="Segoe UI"/>
                <a:ea typeface="Segoe UI"/>
                <a:cs typeface="Segoe UI"/>
              </a:defRPr>
            </a:pPr>
            <a:r>
              <a:rPr sz="1875" b="1">
                <a:solidFill>
                  <a:srgbClr val="345D70"/>
                </a:solidFill>
                <a:latin typeface="Segoe UI"/>
                <a:ea typeface="Segoe UI"/>
                <a:cs typeface="Segoe UI"/>
              </a:rPr>
              <a:t>label</a:t>
            </a:r>
          </a:p>
        </p:txBody>
      </p:sp>
      <p:sp>
        <p:nvSpPr>
          <p:cNvPr id="12" name="definition-2">
            <a:extLst xmlns:a="http://schemas.openxmlformats.org/drawingml/2006/main">
              <a:ext uri="{FF2B5EF4-FFF2-40B4-BE49-F238E27FC236}">
                <a16:creationId xmlns:a16="http://schemas.microsoft.com/office/drawing/2014/main" id="{DD39EB08-1366-42E9-B03F-6FD4674F6140}"/>
              </a:ext>
            </a:extLst>
          </p:cNvPr>
          <p:cNvSpPr>
            <a:spLocks xmlns:a="http://schemas.openxmlformats.org/drawingml/2006/main" noGrp="1"/>
          </p:cNvSpPr>
          <p:nvPr/>
        </p:nvSpPr>
        <p:spPr>
          <a:xfrm xmlns:a="http://schemas.openxmlformats.org/drawingml/2006/main">
            <a:off x="1162050" y="2943225"/>
            <a:ext cx="4762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0">
                <a:solidFill>
                  <a:srgbClr val="192E3B"/>
                </a:solidFill>
                <a:latin typeface="Segoe UI"/>
                <a:ea typeface="Segoe UI"/>
                <a:cs typeface="Segoe UI"/>
              </a:defRPr>
            </a:defPPr>
            <a:lvl1pPr>
              <a:buNone/>
              <a:defRPr sz="1800" b="0">
                <a:solidFill>
                  <a:srgbClr val="192E3B"/>
                </a:solidFill>
                <a:latin typeface="Segoe UI"/>
                <a:ea typeface="Segoe UI"/>
                <a:cs typeface="Segoe UI"/>
              </a:defRPr>
            </a:lvl1pPr>
            <a:lvl2pPr>
              <a:buNone/>
              <a:defRPr sz="1800" b="0">
                <a:solidFill>
                  <a:srgbClr val="192E3B"/>
                </a:solidFill>
                <a:latin typeface="Segoe UI"/>
                <a:ea typeface="Segoe UI"/>
                <a:cs typeface="Segoe UI"/>
              </a:defRPr>
            </a:lvl2pPr>
            <a:lvl3pPr>
              <a:buNone/>
              <a:defRPr sz="1800" b="0">
                <a:solidFill>
                  <a:srgbClr val="192E3B"/>
                </a:solidFill>
                <a:latin typeface="Segoe UI"/>
                <a:ea typeface="Segoe UI"/>
                <a:cs typeface="Segoe UI"/>
              </a:defRPr>
            </a:lvl3pPr>
            <a:lvl4pPr>
              <a:buNone/>
              <a:defRPr sz="1800" b="0">
                <a:solidFill>
                  <a:srgbClr val="192E3B"/>
                </a:solidFill>
                <a:latin typeface="Segoe UI"/>
                <a:ea typeface="Segoe UI"/>
                <a:cs typeface="Segoe UI"/>
              </a:defRPr>
            </a:lvl4pPr>
            <a:lvl5pPr>
              <a:buNone/>
              <a:defRPr sz="1800" b="0">
                <a:solidFill>
                  <a:srgbClr val="192E3B"/>
                </a:solidFill>
                <a:latin typeface="Segoe UI"/>
                <a:ea typeface="Segoe UI"/>
                <a:cs typeface="Segoe UI"/>
              </a:defRPr>
            </a:lvl5pPr>
            <a:lvl6pPr>
              <a:buNone/>
              <a:defRPr sz="1800" b="0">
                <a:solidFill>
                  <a:srgbClr val="192E3B"/>
                </a:solidFill>
                <a:latin typeface="Segoe UI"/>
                <a:ea typeface="Segoe UI"/>
                <a:cs typeface="Segoe UI"/>
              </a:defRPr>
            </a:lvl6pPr>
            <a:lvl7pPr>
              <a:buNone/>
              <a:defRPr sz="1800" b="0">
                <a:solidFill>
                  <a:srgbClr val="192E3B"/>
                </a:solidFill>
                <a:latin typeface="Segoe UI"/>
                <a:ea typeface="Segoe UI"/>
                <a:cs typeface="Segoe UI"/>
              </a:defRPr>
            </a:lvl7pPr>
            <a:lvl8pPr>
              <a:buNone/>
              <a:defRPr sz="1800" b="0">
                <a:solidFill>
                  <a:srgbClr val="192E3B"/>
                </a:solidFill>
                <a:latin typeface="Segoe UI"/>
                <a:ea typeface="Segoe UI"/>
                <a:cs typeface="Segoe UI"/>
              </a:defRPr>
            </a:lvl8pPr>
            <a:lvl9pPr>
              <a:buNone/>
              <a:defRPr sz="1800" b="0">
                <a:solidFill>
                  <a:srgbClr val="192E3B"/>
                </a:solidFill>
                <a:latin typeface="Segoe UI"/>
                <a:ea typeface="Segoe UI"/>
                <a:cs typeface="Segoe UI"/>
              </a:defRPr>
            </a:lvl9pPr>
          </a:lstStyle>
          <a:p xmlns:a="http://schemas.openxmlformats.org/drawingml/2006/main">
            <a:pPr>
              <a:buNone/>
              <a:defRPr sz="1800" b="0">
                <a:solidFill>
                  <a:srgbClr val="192E3B"/>
                </a:solidFill>
                <a:latin typeface="Segoe UI"/>
                <a:ea typeface="Segoe UI"/>
                <a:cs typeface="Segoe UI"/>
              </a:defRPr>
            </a:pPr>
            <a:r>
              <a:rPr sz="1800" b="0">
                <a:solidFill>
                  <a:srgbClr val="192E3B"/>
                </a:solidFill>
                <a:latin typeface="Segoe UI"/>
                <a:ea typeface="Segoe UI"/>
                <a:cs typeface="Segoe UI"/>
              </a:rPr>
              <a:t>Words on a pack that tell us about food.</a:t>
            </a:r>
          </a:p>
        </p:txBody>
      </p:sp>
      <p:pic>
        <p:nvPicPr>
          <p:cNvPr id="13" name="picture-cue-4">
            <a:extLst xmlns:a="http://schemas.openxmlformats.org/drawingml/2006/main">
              <a:ext uri="{FF2B5EF4-FFF2-40B4-BE49-F238E27FC236}">
                <a16:creationId xmlns:a16="http://schemas.microsoft.com/office/drawing/2014/main" id="{091A3388-D2C8-4E43-A54C-ED3B606C1E8A}"/>
              </a:ext>
            </a:extLst>
          </p:cNvPr>
          <p:cNvPicPr>
            <a:picLocks xmlns:a="http://schemas.openxmlformats.org/drawingml/2006/main" noChangeAspect="1"/>
          </p:cNvPicPr>
          <p:nvPr/>
        </p:nvPicPr>
        <p:blipFill>
          <a:blip xmlns:r="http://schemas.openxmlformats.org/officeDocument/2006/relationships" xmlns:a="http://schemas.openxmlformats.org/drawingml/2006/main" r:embed="R9b9867c0185f4901"/>
          <a:stretch xmlns:a="http://schemas.openxmlformats.org/drawingml/2006/main"/>
        </p:blipFill>
        <p:spPr>
          <a:xfrm xmlns:a="http://schemas.openxmlformats.org/drawingml/2006/main">
            <a:off x="6248400" y="2647950"/>
            <a:ext cx="457200" cy="457200"/>
          </a:xfrm>
          <a:prstGeom xmlns:a="http://schemas.openxmlformats.org/drawingml/2006/main" prst="rect">
            <a:avLst/>
          </a:prstGeom>
        </p:spPr>
      </p:pic>
      <p:sp>
        <p:nvSpPr>
          <p:cNvPr id="14" name="word-3">
            <a:extLst xmlns:a="http://schemas.openxmlformats.org/drawingml/2006/main">
              <a:ext uri="{FF2B5EF4-FFF2-40B4-BE49-F238E27FC236}">
                <a16:creationId xmlns:a16="http://schemas.microsoft.com/office/drawing/2014/main" id="{D05CA255-69CA-49BA-B5BF-87345A603EF1}"/>
              </a:ext>
            </a:extLst>
          </p:cNvPr>
          <p:cNvSpPr>
            <a:spLocks xmlns:a="http://schemas.openxmlformats.org/drawingml/2006/main" noGrp="1"/>
          </p:cNvSpPr>
          <p:nvPr/>
        </p:nvSpPr>
        <p:spPr>
          <a:xfrm xmlns:a="http://schemas.openxmlformats.org/drawingml/2006/main">
            <a:off x="6877050" y="2600325"/>
            <a:ext cx="4762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75" b="1">
                <a:solidFill>
                  <a:srgbClr val="345D70"/>
                </a:solidFill>
                <a:latin typeface="Segoe UI"/>
                <a:ea typeface="Segoe UI"/>
                <a:cs typeface="Segoe UI"/>
              </a:defRPr>
            </a:defPPr>
            <a:lvl1pPr>
              <a:buNone/>
              <a:defRPr sz="1875" b="1">
                <a:solidFill>
                  <a:srgbClr val="345D70"/>
                </a:solidFill>
                <a:latin typeface="Segoe UI"/>
                <a:ea typeface="Segoe UI"/>
                <a:cs typeface="Segoe UI"/>
              </a:defRPr>
            </a:lvl1pPr>
            <a:lvl2pPr>
              <a:buNone/>
              <a:defRPr sz="1875" b="1">
                <a:solidFill>
                  <a:srgbClr val="345D70"/>
                </a:solidFill>
                <a:latin typeface="Segoe UI"/>
                <a:ea typeface="Segoe UI"/>
                <a:cs typeface="Segoe UI"/>
              </a:defRPr>
            </a:lvl2pPr>
            <a:lvl3pPr>
              <a:buNone/>
              <a:defRPr sz="1875" b="1">
                <a:solidFill>
                  <a:srgbClr val="345D70"/>
                </a:solidFill>
                <a:latin typeface="Segoe UI"/>
                <a:ea typeface="Segoe UI"/>
                <a:cs typeface="Segoe UI"/>
              </a:defRPr>
            </a:lvl3pPr>
            <a:lvl4pPr>
              <a:buNone/>
              <a:defRPr sz="1875" b="1">
                <a:solidFill>
                  <a:srgbClr val="345D70"/>
                </a:solidFill>
                <a:latin typeface="Segoe UI"/>
                <a:ea typeface="Segoe UI"/>
                <a:cs typeface="Segoe UI"/>
              </a:defRPr>
            </a:lvl4pPr>
            <a:lvl5pPr>
              <a:buNone/>
              <a:defRPr sz="1875" b="1">
                <a:solidFill>
                  <a:srgbClr val="345D70"/>
                </a:solidFill>
                <a:latin typeface="Segoe UI"/>
                <a:ea typeface="Segoe UI"/>
                <a:cs typeface="Segoe UI"/>
              </a:defRPr>
            </a:lvl5pPr>
            <a:lvl6pPr>
              <a:buNone/>
              <a:defRPr sz="1875" b="1">
                <a:solidFill>
                  <a:srgbClr val="345D70"/>
                </a:solidFill>
                <a:latin typeface="Segoe UI"/>
                <a:ea typeface="Segoe UI"/>
                <a:cs typeface="Segoe UI"/>
              </a:defRPr>
            </a:lvl6pPr>
            <a:lvl7pPr>
              <a:buNone/>
              <a:defRPr sz="1875" b="1">
                <a:solidFill>
                  <a:srgbClr val="345D70"/>
                </a:solidFill>
                <a:latin typeface="Segoe UI"/>
                <a:ea typeface="Segoe UI"/>
                <a:cs typeface="Segoe UI"/>
              </a:defRPr>
            </a:lvl7pPr>
            <a:lvl8pPr>
              <a:buNone/>
              <a:defRPr sz="1875" b="1">
                <a:solidFill>
                  <a:srgbClr val="345D70"/>
                </a:solidFill>
                <a:latin typeface="Segoe UI"/>
                <a:ea typeface="Segoe UI"/>
                <a:cs typeface="Segoe UI"/>
              </a:defRPr>
            </a:lvl8pPr>
            <a:lvl9pPr>
              <a:buNone/>
              <a:defRPr sz="1875" b="1">
                <a:solidFill>
                  <a:srgbClr val="345D70"/>
                </a:solidFill>
                <a:latin typeface="Segoe UI"/>
                <a:ea typeface="Segoe UI"/>
                <a:cs typeface="Segoe UI"/>
              </a:defRPr>
            </a:lvl9pPr>
          </a:lstStyle>
          <a:p xmlns:a="http://schemas.openxmlformats.org/drawingml/2006/main">
            <a:pPr>
              <a:buNone/>
              <a:defRPr sz="1875" b="1">
                <a:solidFill>
                  <a:srgbClr val="345D70"/>
                </a:solidFill>
                <a:latin typeface="Segoe UI"/>
                <a:ea typeface="Segoe UI"/>
                <a:cs typeface="Segoe UI"/>
              </a:defRPr>
            </a:pPr>
            <a:r>
              <a:rPr sz="1875" b="1">
                <a:solidFill>
                  <a:srgbClr val="345D70"/>
                </a:solidFill>
                <a:latin typeface="Segoe UI"/>
                <a:ea typeface="Segoe UI"/>
                <a:cs typeface="Segoe UI"/>
              </a:rPr>
              <a:t>allergen</a:t>
            </a:r>
          </a:p>
        </p:txBody>
      </p:sp>
      <p:sp>
        <p:nvSpPr>
          <p:cNvPr id="15" name="definition-3">
            <a:extLst xmlns:a="http://schemas.openxmlformats.org/drawingml/2006/main">
              <a:ext uri="{FF2B5EF4-FFF2-40B4-BE49-F238E27FC236}">
                <a16:creationId xmlns:a16="http://schemas.microsoft.com/office/drawing/2014/main" id="{83B4FC72-B809-4707-B71C-F939DCD49FF9}"/>
              </a:ext>
            </a:extLst>
          </p:cNvPr>
          <p:cNvSpPr>
            <a:spLocks xmlns:a="http://schemas.openxmlformats.org/drawingml/2006/main" noGrp="1"/>
          </p:cNvSpPr>
          <p:nvPr/>
        </p:nvSpPr>
        <p:spPr>
          <a:xfrm xmlns:a="http://schemas.openxmlformats.org/drawingml/2006/main">
            <a:off x="6877050" y="2943225"/>
            <a:ext cx="4762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0">
                <a:solidFill>
                  <a:srgbClr val="192E3B"/>
                </a:solidFill>
                <a:latin typeface="Segoe UI"/>
                <a:ea typeface="Segoe UI"/>
                <a:cs typeface="Segoe UI"/>
              </a:defRPr>
            </a:defPPr>
            <a:lvl1pPr>
              <a:buNone/>
              <a:defRPr sz="1800" b="0">
                <a:solidFill>
                  <a:srgbClr val="192E3B"/>
                </a:solidFill>
                <a:latin typeface="Segoe UI"/>
                <a:ea typeface="Segoe UI"/>
                <a:cs typeface="Segoe UI"/>
              </a:defRPr>
            </a:lvl1pPr>
            <a:lvl2pPr>
              <a:buNone/>
              <a:defRPr sz="1800" b="0">
                <a:solidFill>
                  <a:srgbClr val="192E3B"/>
                </a:solidFill>
                <a:latin typeface="Segoe UI"/>
                <a:ea typeface="Segoe UI"/>
                <a:cs typeface="Segoe UI"/>
              </a:defRPr>
            </a:lvl2pPr>
            <a:lvl3pPr>
              <a:buNone/>
              <a:defRPr sz="1800" b="0">
                <a:solidFill>
                  <a:srgbClr val="192E3B"/>
                </a:solidFill>
                <a:latin typeface="Segoe UI"/>
                <a:ea typeface="Segoe UI"/>
                <a:cs typeface="Segoe UI"/>
              </a:defRPr>
            </a:lvl3pPr>
            <a:lvl4pPr>
              <a:buNone/>
              <a:defRPr sz="1800" b="0">
                <a:solidFill>
                  <a:srgbClr val="192E3B"/>
                </a:solidFill>
                <a:latin typeface="Segoe UI"/>
                <a:ea typeface="Segoe UI"/>
                <a:cs typeface="Segoe UI"/>
              </a:defRPr>
            </a:lvl4pPr>
            <a:lvl5pPr>
              <a:buNone/>
              <a:defRPr sz="1800" b="0">
                <a:solidFill>
                  <a:srgbClr val="192E3B"/>
                </a:solidFill>
                <a:latin typeface="Segoe UI"/>
                <a:ea typeface="Segoe UI"/>
                <a:cs typeface="Segoe UI"/>
              </a:defRPr>
            </a:lvl5pPr>
            <a:lvl6pPr>
              <a:buNone/>
              <a:defRPr sz="1800" b="0">
                <a:solidFill>
                  <a:srgbClr val="192E3B"/>
                </a:solidFill>
                <a:latin typeface="Segoe UI"/>
                <a:ea typeface="Segoe UI"/>
                <a:cs typeface="Segoe UI"/>
              </a:defRPr>
            </a:lvl6pPr>
            <a:lvl7pPr>
              <a:buNone/>
              <a:defRPr sz="1800" b="0">
                <a:solidFill>
                  <a:srgbClr val="192E3B"/>
                </a:solidFill>
                <a:latin typeface="Segoe UI"/>
                <a:ea typeface="Segoe UI"/>
                <a:cs typeface="Segoe UI"/>
              </a:defRPr>
            </a:lvl7pPr>
            <a:lvl8pPr>
              <a:buNone/>
              <a:defRPr sz="1800" b="0">
                <a:solidFill>
                  <a:srgbClr val="192E3B"/>
                </a:solidFill>
                <a:latin typeface="Segoe UI"/>
                <a:ea typeface="Segoe UI"/>
                <a:cs typeface="Segoe UI"/>
              </a:defRPr>
            </a:lvl8pPr>
            <a:lvl9pPr>
              <a:buNone/>
              <a:defRPr sz="1800" b="0">
                <a:solidFill>
                  <a:srgbClr val="192E3B"/>
                </a:solidFill>
                <a:latin typeface="Segoe UI"/>
                <a:ea typeface="Segoe UI"/>
                <a:cs typeface="Segoe UI"/>
              </a:defRPr>
            </a:lvl9pPr>
          </a:lstStyle>
          <a:p xmlns:a="http://schemas.openxmlformats.org/drawingml/2006/main">
            <a:pPr>
              <a:buNone/>
              <a:defRPr sz="1800" b="0">
                <a:solidFill>
                  <a:srgbClr val="192E3B"/>
                </a:solidFill>
                <a:latin typeface="Segoe UI"/>
                <a:ea typeface="Segoe UI"/>
                <a:cs typeface="Segoe UI"/>
              </a:defRPr>
            </a:pPr>
            <a:r>
              <a:rPr sz="1800" b="0">
                <a:solidFill>
                  <a:srgbClr val="192E3B"/>
                </a:solidFill>
                <a:latin typeface="Segoe UI"/>
                <a:ea typeface="Segoe UI"/>
                <a:cs typeface="Segoe UI"/>
              </a:rPr>
              <a:t>A thing in food that can make some people very ill.</a:t>
            </a:r>
          </a:p>
        </p:txBody>
      </p:sp>
      <p:pic>
        <p:nvPicPr>
          <p:cNvPr id="16" name="picture-cue-5">
            <a:extLst xmlns:a="http://schemas.openxmlformats.org/drawingml/2006/main">
              <a:ext uri="{FF2B5EF4-FFF2-40B4-BE49-F238E27FC236}">
                <a16:creationId xmlns:a16="http://schemas.microsoft.com/office/drawing/2014/main" id="{89EBCDAA-4A6F-407F-9BEE-80A332402F54}"/>
              </a:ext>
            </a:extLst>
          </p:cNvPr>
          <p:cNvPicPr>
            <a:picLocks xmlns:a="http://schemas.openxmlformats.org/drawingml/2006/main" noChangeAspect="1"/>
          </p:cNvPicPr>
          <p:nvPr/>
        </p:nvPicPr>
        <p:blipFill>
          <a:blip xmlns:r="http://schemas.openxmlformats.org/officeDocument/2006/relationships" xmlns:a="http://schemas.openxmlformats.org/drawingml/2006/main" r:embed="R8acaffa58f354635"/>
          <a:stretch xmlns:a="http://schemas.openxmlformats.org/drawingml/2006/main"/>
        </p:blipFill>
        <p:spPr>
          <a:xfrm xmlns:a="http://schemas.openxmlformats.org/drawingml/2006/main">
            <a:off x="533400" y="3790950"/>
            <a:ext cx="457200" cy="457200"/>
          </a:xfrm>
          <a:prstGeom xmlns:a="http://schemas.openxmlformats.org/drawingml/2006/main" prst="rect">
            <a:avLst/>
          </a:prstGeom>
        </p:spPr>
      </p:pic>
      <p:sp>
        <p:nvSpPr>
          <p:cNvPr id="17" name="word-4">
            <a:extLst xmlns:a="http://schemas.openxmlformats.org/drawingml/2006/main">
              <a:ext uri="{FF2B5EF4-FFF2-40B4-BE49-F238E27FC236}">
                <a16:creationId xmlns:a16="http://schemas.microsoft.com/office/drawing/2014/main" id="{0512FF8B-3EA1-4BA9-8BB7-E922B1D39286}"/>
              </a:ext>
            </a:extLst>
          </p:cNvPr>
          <p:cNvSpPr>
            <a:spLocks xmlns:a="http://schemas.openxmlformats.org/drawingml/2006/main" noGrp="1"/>
          </p:cNvSpPr>
          <p:nvPr/>
        </p:nvSpPr>
        <p:spPr>
          <a:xfrm xmlns:a="http://schemas.openxmlformats.org/drawingml/2006/main">
            <a:off x="1162050" y="3743325"/>
            <a:ext cx="4762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75" b="1">
                <a:solidFill>
                  <a:srgbClr val="345D70"/>
                </a:solidFill>
                <a:latin typeface="Segoe UI"/>
                <a:ea typeface="Segoe UI"/>
                <a:cs typeface="Segoe UI"/>
              </a:defRPr>
            </a:defPPr>
            <a:lvl1pPr>
              <a:buNone/>
              <a:defRPr sz="1875" b="1">
                <a:solidFill>
                  <a:srgbClr val="345D70"/>
                </a:solidFill>
                <a:latin typeface="Segoe UI"/>
                <a:ea typeface="Segoe UI"/>
                <a:cs typeface="Segoe UI"/>
              </a:defRPr>
            </a:lvl1pPr>
            <a:lvl2pPr>
              <a:buNone/>
              <a:defRPr sz="1875" b="1">
                <a:solidFill>
                  <a:srgbClr val="345D70"/>
                </a:solidFill>
                <a:latin typeface="Segoe UI"/>
                <a:ea typeface="Segoe UI"/>
                <a:cs typeface="Segoe UI"/>
              </a:defRPr>
            </a:lvl2pPr>
            <a:lvl3pPr>
              <a:buNone/>
              <a:defRPr sz="1875" b="1">
                <a:solidFill>
                  <a:srgbClr val="345D70"/>
                </a:solidFill>
                <a:latin typeface="Segoe UI"/>
                <a:ea typeface="Segoe UI"/>
                <a:cs typeface="Segoe UI"/>
              </a:defRPr>
            </a:lvl3pPr>
            <a:lvl4pPr>
              <a:buNone/>
              <a:defRPr sz="1875" b="1">
                <a:solidFill>
                  <a:srgbClr val="345D70"/>
                </a:solidFill>
                <a:latin typeface="Segoe UI"/>
                <a:ea typeface="Segoe UI"/>
                <a:cs typeface="Segoe UI"/>
              </a:defRPr>
            </a:lvl4pPr>
            <a:lvl5pPr>
              <a:buNone/>
              <a:defRPr sz="1875" b="1">
                <a:solidFill>
                  <a:srgbClr val="345D70"/>
                </a:solidFill>
                <a:latin typeface="Segoe UI"/>
                <a:ea typeface="Segoe UI"/>
                <a:cs typeface="Segoe UI"/>
              </a:defRPr>
            </a:lvl5pPr>
            <a:lvl6pPr>
              <a:buNone/>
              <a:defRPr sz="1875" b="1">
                <a:solidFill>
                  <a:srgbClr val="345D70"/>
                </a:solidFill>
                <a:latin typeface="Segoe UI"/>
                <a:ea typeface="Segoe UI"/>
                <a:cs typeface="Segoe UI"/>
              </a:defRPr>
            </a:lvl6pPr>
            <a:lvl7pPr>
              <a:buNone/>
              <a:defRPr sz="1875" b="1">
                <a:solidFill>
                  <a:srgbClr val="345D70"/>
                </a:solidFill>
                <a:latin typeface="Segoe UI"/>
                <a:ea typeface="Segoe UI"/>
                <a:cs typeface="Segoe UI"/>
              </a:defRPr>
            </a:lvl7pPr>
            <a:lvl8pPr>
              <a:buNone/>
              <a:defRPr sz="1875" b="1">
                <a:solidFill>
                  <a:srgbClr val="345D70"/>
                </a:solidFill>
                <a:latin typeface="Segoe UI"/>
                <a:ea typeface="Segoe UI"/>
                <a:cs typeface="Segoe UI"/>
              </a:defRPr>
            </a:lvl8pPr>
            <a:lvl9pPr>
              <a:buNone/>
              <a:defRPr sz="1875" b="1">
                <a:solidFill>
                  <a:srgbClr val="345D70"/>
                </a:solidFill>
                <a:latin typeface="Segoe UI"/>
                <a:ea typeface="Segoe UI"/>
                <a:cs typeface="Segoe UI"/>
              </a:defRPr>
            </a:lvl9pPr>
          </a:lstStyle>
          <a:p xmlns:a="http://schemas.openxmlformats.org/drawingml/2006/main">
            <a:pPr>
              <a:buNone/>
              <a:defRPr sz="1875" b="1">
                <a:solidFill>
                  <a:srgbClr val="345D70"/>
                </a:solidFill>
                <a:latin typeface="Segoe UI"/>
                <a:ea typeface="Segoe UI"/>
                <a:cs typeface="Segoe UI"/>
              </a:defRPr>
            </a:pPr>
            <a:r>
              <a:rPr sz="1875" b="1">
                <a:solidFill>
                  <a:srgbClr val="345D70"/>
                </a:solidFill>
                <a:latin typeface="Segoe UI"/>
                <a:ea typeface="Segoe UI"/>
                <a:cs typeface="Segoe UI"/>
              </a:rPr>
              <a:t>stock</a:t>
            </a:r>
          </a:p>
        </p:txBody>
      </p:sp>
      <p:sp>
        <p:nvSpPr>
          <p:cNvPr id="18" name="definition-4">
            <a:extLst xmlns:a="http://schemas.openxmlformats.org/drawingml/2006/main">
              <a:ext uri="{FF2B5EF4-FFF2-40B4-BE49-F238E27FC236}">
                <a16:creationId xmlns:a16="http://schemas.microsoft.com/office/drawing/2014/main" id="{0CA23690-ECEC-48D0-8CA2-DDCEE43903A0}"/>
              </a:ext>
            </a:extLst>
          </p:cNvPr>
          <p:cNvSpPr>
            <a:spLocks xmlns:a="http://schemas.openxmlformats.org/drawingml/2006/main" noGrp="1"/>
          </p:cNvSpPr>
          <p:nvPr/>
        </p:nvSpPr>
        <p:spPr>
          <a:xfrm xmlns:a="http://schemas.openxmlformats.org/drawingml/2006/main">
            <a:off x="1162050" y="4086225"/>
            <a:ext cx="4762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0">
                <a:solidFill>
                  <a:srgbClr val="192E3B"/>
                </a:solidFill>
                <a:latin typeface="Segoe UI"/>
                <a:ea typeface="Segoe UI"/>
                <a:cs typeface="Segoe UI"/>
              </a:defRPr>
            </a:defPPr>
            <a:lvl1pPr>
              <a:buNone/>
              <a:defRPr sz="1800" b="0">
                <a:solidFill>
                  <a:srgbClr val="192E3B"/>
                </a:solidFill>
                <a:latin typeface="Segoe UI"/>
                <a:ea typeface="Segoe UI"/>
                <a:cs typeface="Segoe UI"/>
              </a:defRPr>
            </a:lvl1pPr>
            <a:lvl2pPr>
              <a:buNone/>
              <a:defRPr sz="1800" b="0">
                <a:solidFill>
                  <a:srgbClr val="192E3B"/>
                </a:solidFill>
                <a:latin typeface="Segoe UI"/>
                <a:ea typeface="Segoe UI"/>
                <a:cs typeface="Segoe UI"/>
              </a:defRPr>
            </a:lvl2pPr>
            <a:lvl3pPr>
              <a:buNone/>
              <a:defRPr sz="1800" b="0">
                <a:solidFill>
                  <a:srgbClr val="192E3B"/>
                </a:solidFill>
                <a:latin typeface="Segoe UI"/>
                <a:ea typeface="Segoe UI"/>
                <a:cs typeface="Segoe UI"/>
              </a:defRPr>
            </a:lvl3pPr>
            <a:lvl4pPr>
              <a:buNone/>
              <a:defRPr sz="1800" b="0">
                <a:solidFill>
                  <a:srgbClr val="192E3B"/>
                </a:solidFill>
                <a:latin typeface="Segoe UI"/>
                <a:ea typeface="Segoe UI"/>
                <a:cs typeface="Segoe UI"/>
              </a:defRPr>
            </a:lvl4pPr>
            <a:lvl5pPr>
              <a:buNone/>
              <a:defRPr sz="1800" b="0">
                <a:solidFill>
                  <a:srgbClr val="192E3B"/>
                </a:solidFill>
                <a:latin typeface="Segoe UI"/>
                <a:ea typeface="Segoe UI"/>
                <a:cs typeface="Segoe UI"/>
              </a:defRPr>
            </a:lvl5pPr>
            <a:lvl6pPr>
              <a:buNone/>
              <a:defRPr sz="1800" b="0">
                <a:solidFill>
                  <a:srgbClr val="192E3B"/>
                </a:solidFill>
                <a:latin typeface="Segoe UI"/>
                <a:ea typeface="Segoe UI"/>
                <a:cs typeface="Segoe UI"/>
              </a:defRPr>
            </a:lvl6pPr>
            <a:lvl7pPr>
              <a:buNone/>
              <a:defRPr sz="1800" b="0">
                <a:solidFill>
                  <a:srgbClr val="192E3B"/>
                </a:solidFill>
                <a:latin typeface="Segoe UI"/>
                <a:ea typeface="Segoe UI"/>
                <a:cs typeface="Segoe UI"/>
              </a:defRPr>
            </a:lvl7pPr>
            <a:lvl8pPr>
              <a:buNone/>
              <a:defRPr sz="1800" b="0">
                <a:solidFill>
                  <a:srgbClr val="192E3B"/>
                </a:solidFill>
                <a:latin typeface="Segoe UI"/>
                <a:ea typeface="Segoe UI"/>
                <a:cs typeface="Segoe UI"/>
              </a:defRPr>
            </a:lvl8pPr>
            <a:lvl9pPr>
              <a:buNone/>
              <a:defRPr sz="1800" b="0">
                <a:solidFill>
                  <a:srgbClr val="192E3B"/>
                </a:solidFill>
                <a:latin typeface="Segoe UI"/>
                <a:ea typeface="Segoe UI"/>
                <a:cs typeface="Segoe UI"/>
              </a:defRPr>
            </a:lvl9pPr>
          </a:lstStyle>
          <a:p xmlns:a="http://schemas.openxmlformats.org/drawingml/2006/main">
            <a:pPr>
              <a:buNone/>
              <a:defRPr sz="1800" b="0">
                <a:solidFill>
                  <a:srgbClr val="192E3B"/>
                </a:solidFill>
                <a:latin typeface="Segoe UI"/>
                <a:ea typeface="Segoe UI"/>
                <a:cs typeface="Segoe UI"/>
              </a:defRPr>
            </a:pPr>
            <a:r>
              <a:rPr sz="1800" b="0">
                <a:solidFill>
                  <a:srgbClr val="192E3B"/>
                </a:solidFill>
                <a:latin typeface="Segoe UI"/>
                <a:ea typeface="Segoe UI"/>
                <a:cs typeface="Segoe UI"/>
              </a:rPr>
              <a:t>Items we have for sale.</a:t>
            </a:r>
          </a:p>
        </p:txBody>
      </p:sp>
      <p:pic>
        <p:nvPicPr>
          <p:cNvPr id="19" name="picture-cue-6">
            <a:extLst xmlns:a="http://schemas.openxmlformats.org/drawingml/2006/main">
              <a:ext uri="{FF2B5EF4-FFF2-40B4-BE49-F238E27FC236}">
                <a16:creationId xmlns:a16="http://schemas.microsoft.com/office/drawing/2014/main" id="{73734229-6831-4C35-A2A6-BE1D1DC19569}"/>
              </a:ext>
            </a:extLst>
          </p:cNvPr>
          <p:cNvPicPr>
            <a:picLocks xmlns:a="http://schemas.openxmlformats.org/drawingml/2006/main" noChangeAspect="1"/>
          </p:cNvPicPr>
          <p:nvPr/>
        </p:nvPicPr>
        <p:blipFill>
          <a:blip xmlns:r="http://schemas.openxmlformats.org/officeDocument/2006/relationships" xmlns:a="http://schemas.openxmlformats.org/drawingml/2006/main" r:embed="R7c3eda22d4ed49b1"/>
          <a:stretch xmlns:a="http://schemas.openxmlformats.org/drawingml/2006/main"/>
        </p:blipFill>
        <p:spPr>
          <a:xfrm xmlns:a="http://schemas.openxmlformats.org/drawingml/2006/main">
            <a:off x="6248400" y="3790950"/>
            <a:ext cx="457200" cy="457200"/>
          </a:xfrm>
          <a:prstGeom xmlns:a="http://schemas.openxmlformats.org/drawingml/2006/main" prst="rect">
            <a:avLst/>
          </a:prstGeom>
        </p:spPr>
      </p:pic>
      <p:sp>
        <p:nvSpPr>
          <p:cNvPr id="20" name="word-5">
            <a:extLst xmlns:a="http://schemas.openxmlformats.org/drawingml/2006/main">
              <a:ext uri="{FF2B5EF4-FFF2-40B4-BE49-F238E27FC236}">
                <a16:creationId xmlns:a16="http://schemas.microsoft.com/office/drawing/2014/main" id="{29EF833B-FE59-4A5A-BF51-BD35529DE9C5}"/>
              </a:ext>
            </a:extLst>
          </p:cNvPr>
          <p:cNvSpPr>
            <a:spLocks xmlns:a="http://schemas.openxmlformats.org/drawingml/2006/main" noGrp="1"/>
          </p:cNvSpPr>
          <p:nvPr/>
        </p:nvSpPr>
        <p:spPr>
          <a:xfrm xmlns:a="http://schemas.openxmlformats.org/drawingml/2006/main">
            <a:off x="6877050" y="3743325"/>
            <a:ext cx="4762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75" b="1">
                <a:solidFill>
                  <a:srgbClr val="345D70"/>
                </a:solidFill>
                <a:latin typeface="Segoe UI"/>
                <a:ea typeface="Segoe UI"/>
                <a:cs typeface="Segoe UI"/>
              </a:defRPr>
            </a:defPPr>
            <a:lvl1pPr>
              <a:buNone/>
              <a:defRPr sz="1875" b="1">
                <a:solidFill>
                  <a:srgbClr val="345D70"/>
                </a:solidFill>
                <a:latin typeface="Segoe UI"/>
                <a:ea typeface="Segoe UI"/>
                <a:cs typeface="Segoe UI"/>
              </a:defRPr>
            </a:lvl1pPr>
            <a:lvl2pPr>
              <a:buNone/>
              <a:defRPr sz="1875" b="1">
                <a:solidFill>
                  <a:srgbClr val="345D70"/>
                </a:solidFill>
                <a:latin typeface="Segoe UI"/>
                <a:ea typeface="Segoe UI"/>
                <a:cs typeface="Segoe UI"/>
              </a:defRPr>
            </a:lvl2pPr>
            <a:lvl3pPr>
              <a:buNone/>
              <a:defRPr sz="1875" b="1">
                <a:solidFill>
                  <a:srgbClr val="345D70"/>
                </a:solidFill>
                <a:latin typeface="Segoe UI"/>
                <a:ea typeface="Segoe UI"/>
                <a:cs typeface="Segoe UI"/>
              </a:defRPr>
            </a:lvl3pPr>
            <a:lvl4pPr>
              <a:buNone/>
              <a:defRPr sz="1875" b="1">
                <a:solidFill>
                  <a:srgbClr val="345D70"/>
                </a:solidFill>
                <a:latin typeface="Segoe UI"/>
                <a:ea typeface="Segoe UI"/>
                <a:cs typeface="Segoe UI"/>
              </a:defRPr>
            </a:lvl4pPr>
            <a:lvl5pPr>
              <a:buNone/>
              <a:defRPr sz="1875" b="1">
                <a:solidFill>
                  <a:srgbClr val="345D70"/>
                </a:solidFill>
                <a:latin typeface="Segoe UI"/>
                <a:ea typeface="Segoe UI"/>
                <a:cs typeface="Segoe UI"/>
              </a:defRPr>
            </a:lvl5pPr>
            <a:lvl6pPr>
              <a:buNone/>
              <a:defRPr sz="1875" b="1">
                <a:solidFill>
                  <a:srgbClr val="345D70"/>
                </a:solidFill>
                <a:latin typeface="Segoe UI"/>
                <a:ea typeface="Segoe UI"/>
                <a:cs typeface="Segoe UI"/>
              </a:defRPr>
            </a:lvl6pPr>
            <a:lvl7pPr>
              <a:buNone/>
              <a:defRPr sz="1875" b="1">
                <a:solidFill>
                  <a:srgbClr val="345D70"/>
                </a:solidFill>
                <a:latin typeface="Segoe UI"/>
                <a:ea typeface="Segoe UI"/>
                <a:cs typeface="Segoe UI"/>
              </a:defRPr>
            </a:lvl7pPr>
            <a:lvl8pPr>
              <a:buNone/>
              <a:defRPr sz="1875" b="1">
                <a:solidFill>
                  <a:srgbClr val="345D70"/>
                </a:solidFill>
                <a:latin typeface="Segoe UI"/>
                <a:ea typeface="Segoe UI"/>
                <a:cs typeface="Segoe UI"/>
              </a:defRPr>
            </a:lvl8pPr>
            <a:lvl9pPr>
              <a:buNone/>
              <a:defRPr sz="1875" b="1">
                <a:solidFill>
                  <a:srgbClr val="345D70"/>
                </a:solidFill>
                <a:latin typeface="Segoe UI"/>
                <a:ea typeface="Segoe UI"/>
                <a:cs typeface="Segoe UI"/>
              </a:defRPr>
            </a:lvl9pPr>
          </a:lstStyle>
          <a:p xmlns:a="http://schemas.openxmlformats.org/drawingml/2006/main">
            <a:pPr>
              <a:buNone/>
              <a:defRPr sz="1875" b="1">
                <a:solidFill>
                  <a:srgbClr val="345D70"/>
                </a:solidFill>
                <a:latin typeface="Segoe UI"/>
                <a:ea typeface="Segoe UI"/>
                <a:cs typeface="Segoe UI"/>
              </a:defRPr>
            </a:pPr>
            <a:r>
              <a:rPr sz="1875" b="1">
                <a:solidFill>
                  <a:srgbClr val="345D70"/>
                </a:solidFill>
                <a:latin typeface="Segoe UI"/>
                <a:ea typeface="Segoe UI"/>
                <a:cs typeface="Segoe UI"/>
              </a:rPr>
              <a:t>float</a:t>
            </a:r>
          </a:p>
        </p:txBody>
      </p:sp>
      <p:sp>
        <p:nvSpPr>
          <p:cNvPr id="21" name="definition-5">
            <a:extLst xmlns:a="http://schemas.openxmlformats.org/drawingml/2006/main">
              <a:ext uri="{FF2B5EF4-FFF2-40B4-BE49-F238E27FC236}">
                <a16:creationId xmlns:a16="http://schemas.microsoft.com/office/drawing/2014/main" id="{6F340720-3888-41FA-922A-C5BFA95EB580}"/>
              </a:ext>
            </a:extLst>
          </p:cNvPr>
          <p:cNvSpPr>
            <a:spLocks xmlns:a="http://schemas.openxmlformats.org/drawingml/2006/main" noGrp="1"/>
          </p:cNvSpPr>
          <p:nvPr/>
        </p:nvSpPr>
        <p:spPr>
          <a:xfrm xmlns:a="http://schemas.openxmlformats.org/drawingml/2006/main">
            <a:off x="6877050" y="4086225"/>
            <a:ext cx="4762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0">
                <a:solidFill>
                  <a:srgbClr val="192E3B"/>
                </a:solidFill>
                <a:latin typeface="Segoe UI"/>
                <a:ea typeface="Segoe UI"/>
                <a:cs typeface="Segoe UI"/>
              </a:defRPr>
            </a:defPPr>
            <a:lvl1pPr>
              <a:buNone/>
              <a:defRPr sz="1500" b="0">
                <a:solidFill>
                  <a:srgbClr val="192E3B"/>
                </a:solidFill>
                <a:latin typeface="Segoe UI"/>
                <a:ea typeface="Segoe UI"/>
                <a:cs typeface="Segoe UI"/>
              </a:defRPr>
            </a:lvl1pPr>
            <a:lvl2pPr>
              <a:buNone/>
              <a:defRPr sz="1500" b="0">
                <a:solidFill>
                  <a:srgbClr val="192E3B"/>
                </a:solidFill>
                <a:latin typeface="Segoe UI"/>
                <a:ea typeface="Segoe UI"/>
                <a:cs typeface="Segoe UI"/>
              </a:defRPr>
            </a:lvl2pPr>
            <a:lvl3pPr>
              <a:buNone/>
              <a:defRPr sz="1500" b="0">
                <a:solidFill>
                  <a:srgbClr val="192E3B"/>
                </a:solidFill>
                <a:latin typeface="Segoe UI"/>
                <a:ea typeface="Segoe UI"/>
                <a:cs typeface="Segoe UI"/>
              </a:defRPr>
            </a:lvl3pPr>
            <a:lvl4pPr>
              <a:buNone/>
              <a:defRPr sz="1500" b="0">
                <a:solidFill>
                  <a:srgbClr val="192E3B"/>
                </a:solidFill>
                <a:latin typeface="Segoe UI"/>
                <a:ea typeface="Segoe UI"/>
                <a:cs typeface="Segoe UI"/>
              </a:defRPr>
            </a:lvl4pPr>
            <a:lvl5pPr>
              <a:buNone/>
              <a:defRPr sz="1500" b="0">
                <a:solidFill>
                  <a:srgbClr val="192E3B"/>
                </a:solidFill>
                <a:latin typeface="Segoe UI"/>
                <a:ea typeface="Segoe UI"/>
                <a:cs typeface="Segoe UI"/>
              </a:defRPr>
            </a:lvl5pPr>
            <a:lvl6pPr>
              <a:buNone/>
              <a:defRPr sz="1500" b="0">
                <a:solidFill>
                  <a:srgbClr val="192E3B"/>
                </a:solidFill>
                <a:latin typeface="Segoe UI"/>
                <a:ea typeface="Segoe UI"/>
                <a:cs typeface="Segoe UI"/>
              </a:defRPr>
            </a:lvl6pPr>
            <a:lvl7pPr>
              <a:buNone/>
              <a:defRPr sz="1500" b="0">
                <a:solidFill>
                  <a:srgbClr val="192E3B"/>
                </a:solidFill>
                <a:latin typeface="Segoe UI"/>
                <a:ea typeface="Segoe UI"/>
                <a:cs typeface="Segoe UI"/>
              </a:defRPr>
            </a:lvl7pPr>
            <a:lvl8pPr>
              <a:buNone/>
              <a:defRPr sz="1500" b="0">
                <a:solidFill>
                  <a:srgbClr val="192E3B"/>
                </a:solidFill>
                <a:latin typeface="Segoe UI"/>
                <a:ea typeface="Segoe UI"/>
                <a:cs typeface="Segoe UI"/>
              </a:defRPr>
            </a:lvl8pPr>
            <a:lvl9pPr>
              <a:buNone/>
              <a:defRPr sz="1500" b="0">
                <a:solidFill>
                  <a:srgbClr val="192E3B"/>
                </a:solidFill>
                <a:latin typeface="Segoe UI"/>
                <a:ea typeface="Segoe UI"/>
                <a:cs typeface="Segoe UI"/>
              </a:defRPr>
            </a:lvl9pPr>
          </a:lstStyle>
          <a:p xmlns:a="http://schemas.openxmlformats.org/drawingml/2006/main">
            <a:pPr>
              <a:buNone/>
              <a:defRPr sz="1500" b="0">
                <a:solidFill>
                  <a:srgbClr val="192E3B"/>
                </a:solidFill>
                <a:latin typeface="Segoe UI"/>
                <a:ea typeface="Segoe UI"/>
                <a:cs typeface="Segoe UI"/>
              </a:defRPr>
            </a:pPr>
            <a:r>
              <a:rPr sz="1800" b="0">
                <a:solidFill>
                  <a:srgbClr val="192E3B"/>
                </a:solidFill>
                <a:latin typeface="Segoe UI"/>
                <a:ea typeface="Segoe UI"/>
                <a:cs typeface="Segoe UI"/>
              </a:rPr>
              <a:t>Money we start with to give change.</a:t>
            </a:r>
          </a:p>
        </p:txBody>
      </p:sp>
      <p:pic>
        <p:nvPicPr>
          <p:cNvPr id="22" name="picture-cue-7">
            <a:extLst xmlns:a="http://schemas.openxmlformats.org/drawingml/2006/main">
              <a:ext uri="{FF2B5EF4-FFF2-40B4-BE49-F238E27FC236}">
                <a16:creationId xmlns:a16="http://schemas.microsoft.com/office/drawing/2014/main" id="{5B34A9B9-87D7-41BC-9A24-694D7966DA34}"/>
              </a:ext>
            </a:extLst>
          </p:cNvPr>
          <p:cNvPicPr>
            <a:picLocks xmlns:a="http://schemas.openxmlformats.org/drawingml/2006/main" noChangeAspect="1"/>
          </p:cNvPicPr>
          <p:nvPr/>
        </p:nvPicPr>
        <p:blipFill>
          <a:blip xmlns:r="http://schemas.openxmlformats.org/officeDocument/2006/relationships" xmlns:a="http://schemas.openxmlformats.org/drawingml/2006/main" r:embed="Rdce3d34485124ea0"/>
          <a:stretch xmlns:a="http://schemas.openxmlformats.org/drawingml/2006/main"/>
        </p:blipFill>
        <p:spPr>
          <a:xfrm xmlns:a="http://schemas.openxmlformats.org/drawingml/2006/main">
            <a:off x="533400" y="4933950"/>
            <a:ext cx="457200" cy="457200"/>
          </a:xfrm>
          <a:prstGeom xmlns:a="http://schemas.openxmlformats.org/drawingml/2006/main" prst="rect">
            <a:avLst/>
          </a:prstGeom>
        </p:spPr>
      </p:pic>
      <p:sp>
        <p:nvSpPr>
          <p:cNvPr id="23" name="word-6">
            <a:extLst xmlns:a="http://schemas.openxmlformats.org/drawingml/2006/main">
              <a:ext uri="{FF2B5EF4-FFF2-40B4-BE49-F238E27FC236}">
                <a16:creationId xmlns:a16="http://schemas.microsoft.com/office/drawing/2014/main" id="{051B8F8B-9B0A-4363-AD8C-4A6BAE08AFD3}"/>
              </a:ext>
            </a:extLst>
          </p:cNvPr>
          <p:cNvSpPr>
            <a:spLocks xmlns:a="http://schemas.openxmlformats.org/drawingml/2006/main" noGrp="1"/>
          </p:cNvSpPr>
          <p:nvPr/>
        </p:nvSpPr>
        <p:spPr>
          <a:xfrm xmlns:a="http://schemas.openxmlformats.org/drawingml/2006/main">
            <a:off x="1162050" y="4886325"/>
            <a:ext cx="4762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75" b="1">
                <a:solidFill>
                  <a:srgbClr val="345D70"/>
                </a:solidFill>
                <a:latin typeface="Segoe UI"/>
                <a:ea typeface="Segoe UI"/>
                <a:cs typeface="Segoe UI"/>
              </a:defRPr>
            </a:defPPr>
            <a:lvl1pPr>
              <a:buNone/>
              <a:defRPr sz="1875" b="1">
                <a:solidFill>
                  <a:srgbClr val="345D70"/>
                </a:solidFill>
                <a:latin typeface="Segoe UI"/>
                <a:ea typeface="Segoe UI"/>
                <a:cs typeface="Segoe UI"/>
              </a:defRPr>
            </a:lvl1pPr>
            <a:lvl2pPr>
              <a:buNone/>
              <a:defRPr sz="1875" b="1">
                <a:solidFill>
                  <a:srgbClr val="345D70"/>
                </a:solidFill>
                <a:latin typeface="Segoe UI"/>
                <a:ea typeface="Segoe UI"/>
                <a:cs typeface="Segoe UI"/>
              </a:defRPr>
            </a:lvl2pPr>
            <a:lvl3pPr>
              <a:buNone/>
              <a:defRPr sz="1875" b="1">
                <a:solidFill>
                  <a:srgbClr val="345D70"/>
                </a:solidFill>
                <a:latin typeface="Segoe UI"/>
                <a:ea typeface="Segoe UI"/>
                <a:cs typeface="Segoe UI"/>
              </a:defRPr>
            </a:lvl3pPr>
            <a:lvl4pPr>
              <a:buNone/>
              <a:defRPr sz="1875" b="1">
                <a:solidFill>
                  <a:srgbClr val="345D70"/>
                </a:solidFill>
                <a:latin typeface="Segoe UI"/>
                <a:ea typeface="Segoe UI"/>
                <a:cs typeface="Segoe UI"/>
              </a:defRPr>
            </a:lvl4pPr>
            <a:lvl5pPr>
              <a:buNone/>
              <a:defRPr sz="1875" b="1">
                <a:solidFill>
                  <a:srgbClr val="345D70"/>
                </a:solidFill>
                <a:latin typeface="Segoe UI"/>
                <a:ea typeface="Segoe UI"/>
                <a:cs typeface="Segoe UI"/>
              </a:defRPr>
            </a:lvl5pPr>
            <a:lvl6pPr>
              <a:buNone/>
              <a:defRPr sz="1875" b="1">
                <a:solidFill>
                  <a:srgbClr val="345D70"/>
                </a:solidFill>
                <a:latin typeface="Segoe UI"/>
                <a:ea typeface="Segoe UI"/>
                <a:cs typeface="Segoe UI"/>
              </a:defRPr>
            </a:lvl6pPr>
            <a:lvl7pPr>
              <a:buNone/>
              <a:defRPr sz="1875" b="1">
                <a:solidFill>
                  <a:srgbClr val="345D70"/>
                </a:solidFill>
                <a:latin typeface="Segoe UI"/>
                <a:ea typeface="Segoe UI"/>
                <a:cs typeface="Segoe UI"/>
              </a:defRPr>
            </a:lvl7pPr>
            <a:lvl8pPr>
              <a:buNone/>
              <a:defRPr sz="1875" b="1">
                <a:solidFill>
                  <a:srgbClr val="345D70"/>
                </a:solidFill>
                <a:latin typeface="Segoe UI"/>
                <a:ea typeface="Segoe UI"/>
                <a:cs typeface="Segoe UI"/>
              </a:defRPr>
            </a:lvl8pPr>
            <a:lvl9pPr>
              <a:buNone/>
              <a:defRPr sz="1875" b="1">
                <a:solidFill>
                  <a:srgbClr val="345D70"/>
                </a:solidFill>
                <a:latin typeface="Segoe UI"/>
                <a:ea typeface="Segoe UI"/>
                <a:cs typeface="Segoe UI"/>
              </a:defRPr>
            </a:lvl9pPr>
          </a:lstStyle>
          <a:p xmlns:a="http://schemas.openxmlformats.org/drawingml/2006/main">
            <a:pPr>
              <a:buNone/>
              <a:defRPr sz="1875" b="1">
                <a:solidFill>
                  <a:srgbClr val="345D70"/>
                </a:solidFill>
                <a:latin typeface="Segoe UI"/>
                <a:ea typeface="Segoe UI"/>
                <a:cs typeface="Segoe UI"/>
              </a:defRPr>
            </a:pPr>
            <a:r>
              <a:rPr sz="1875" b="1">
                <a:solidFill>
                  <a:srgbClr val="345D70"/>
                </a:solidFill>
                <a:latin typeface="Segoe UI"/>
                <a:ea typeface="Segoe UI"/>
                <a:cs typeface="Segoe UI"/>
              </a:rPr>
              <a:t>tally</a:t>
            </a:r>
          </a:p>
        </p:txBody>
      </p:sp>
      <p:sp>
        <p:nvSpPr>
          <p:cNvPr id="24" name="definition-6">
            <a:extLst xmlns:a="http://schemas.openxmlformats.org/drawingml/2006/main">
              <a:ext uri="{FF2B5EF4-FFF2-40B4-BE49-F238E27FC236}">
                <a16:creationId xmlns:a16="http://schemas.microsoft.com/office/drawing/2014/main" id="{F36FBB25-F50D-4C9D-B389-99E4D7F53754}"/>
              </a:ext>
            </a:extLst>
          </p:cNvPr>
          <p:cNvSpPr>
            <a:spLocks xmlns:a="http://schemas.openxmlformats.org/drawingml/2006/main" noGrp="1"/>
          </p:cNvSpPr>
          <p:nvPr/>
        </p:nvSpPr>
        <p:spPr>
          <a:xfrm xmlns:a="http://schemas.openxmlformats.org/drawingml/2006/main">
            <a:off x="1162050" y="5229225"/>
            <a:ext cx="4762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0">
                <a:solidFill>
                  <a:srgbClr val="192E3B"/>
                </a:solidFill>
                <a:latin typeface="Segoe UI"/>
                <a:ea typeface="Segoe UI"/>
                <a:cs typeface="Segoe UI"/>
              </a:defRPr>
            </a:defPPr>
            <a:lvl1pPr>
              <a:buNone/>
              <a:defRPr sz="1800" b="0">
                <a:solidFill>
                  <a:srgbClr val="192E3B"/>
                </a:solidFill>
                <a:latin typeface="Segoe UI"/>
                <a:ea typeface="Segoe UI"/>
                <a:cs typeface="Segoe UI"/>
              </a:defRPr>
            </a:lvl1pPr>
            <a:lvl2pPr>
              <a:buNone/>
              <a:defRPr sz="1800" b="0">
                <a:solidFill>
                  <a:srgbClr val="192E3B"/>
                </a:solidFill>
                <a:latin typeface="Segoe UI"/>
                <a:ea typeface="Segoe UI"/>
                <a:cs typeface="Segoe UI"/>
              </a:defRPr>
            </a:lvl2pPr>
            <a:lvl3pPr>
              <a:buNone/>
              <a:defRPr sz="1800" b="0">
                <a:solidFill>
                  <a:srgbClr val="192E3B"/>
                </a:solidFill>
                <a:latin typeface="Segoe UI"/>
                <a:ea typeface="Segoe UI"/>
                <a:cs typeface="Segoe UI"/>
              </a:defRPr>
            </a:lvl3pPr>
            <a:lvl4pPr>
              <a:buNone/>
              <a:defRPr sz="1800" b="0">
                <a:solidFill>
                  <a:srgbClr val="192E3B"/>
                </a:solidFill>
                <a:latin typeface="Segoe UI"/>
                <a:ea typeface="Segoe UI"/>
                <a:cs typeface="Segoe UI"/>
              </a:defRPr>
            </a:lvl4pPr>
            <a:lvl5pPr>
              <a:buNone/>
              <a:defRPr sz="1800" b="0">
                <a:solidFill>
                  <a:srgbClr val="192E3B"/>
                </a:solidFill>
                <a:latin typeface="Segoe UI"/>
                <a:ea typeface="Segoe UI"/>
                <a:cs typeface="Segoe UI"/>
              </a:defRPr>
            </a:lvl5pPr>
            <a:lvl6pPr>
              <a:buNone/>
              <a:defRPr sz="1800" b="0">
                <a:solidFill>
                  <a:srgbClr val="192E3B"/>
                </a:solidFill>
                <a:latin typeface="Segoe UI"/>
                <a:ea typeface="Segoe UI"/>
                <a:cs typeface="Segoe UI"/>
              </a:defRPr>
            </a:lvl6pPr>
            <a:lvl7pPr>
              <a:buNone/>
              <a:defRPr sz="1800" b="0">
                <a:solidFill>
                  <a:srgbClr val="192E3B"/>
                </a:solidFill>
                <a:latin typeface="Segoe UI"/>
                <a:ea typeface="Segoe UI"/>
                <a:cs typeface="Segoe UI"/>
              </a:defRPr>
            </a:lvl7pPr>
            <a:lvl8pPr>
              <a:buNone/>
              <a:defRPr sz="1800" b="0">
                <a:solidFill>
                  <a:srgbClr val="192E3B"/>
                </a:solidFill>
                <a:latin typeface="Segoe UI"/>
                <a:ea typeface="Segoe UI"/>
                <a:cs typeface="Segoe UI"/>
              </a:defRPr>
            </a:lvl8pPr>
            <a:lvl9pPr>
              <a:buNone/>
              <a:defRPr sz="1800" b="0">
                <a:solidFill>
                  <a:srgbClr val="192E3B"/>
                </a:solidFill>
                <a:latin typeface="Segoe UI"/>
                <a:ea typeface="Segoe UI"/>
                <a:cs typeface="Segoe UI"/>
              </a:defRPr>
            </a:lvl9pPr>
          </a:lstStyle>
          <a:p xmlns:a="http://schemas.openxmlformats.org/drawingml/2006/main">
            <a:pPr>
              <a:buNone/>
              <a:defRPr sz="1800" b="0">
                <a:solidFill>
                  <a:srgbClr val="192E3B"/>
                </a:solidFill>
                <a:latin typeface="Segoe UI"/>
                <a:ea typeface="Segoe UI"/>
                <a:cs typeface="Segoe UI"/>
              </a:defRPr>
            </a:pPr>
            <a:r>
              <a:rPr sz="1800" b="0">
                <a:solidFill>
                  <a:srgbClr val="192E3B"/>
                </a:solidFill>
                <a:latin typeface="Segoe UI"/>
                <a:ea typeface="Segoe UI"/>
                <a:cs typeface="Segoe UI"/>
              </a:rPr>
              <a:t>A mark we make to count a sale.</a:t>
            </a:r>
          </a:p>
        </p:txBody>
      </p:sp>
      <p:pic>
        <p:nvPicPr>
          <p:cNvPr id="25" name="picture-cue-8">
            <a:extLst xmlns:a="http://schemas.openxmlformats.org/drawingml/2006/main">
              <a:ext uri="{FF2B5EF4-FFF2-40B4-BE49-F238E27FC236}">
                <a16:creationId xmlns:a16="http://schemas.microsoft.com/office/drawing/2014/main" id="{7EEBB9CF-5323-4CA3-9551-12691880B9A9}"/>
              </a:ext>
            </a:extLst>
          </p:cNvPr>
          <p:cNvPicPr>
            <a:picLocks xmlns:a="http://schemas.openxmlformats.org/drawingml/2006/main" noChangeAspect="1"/>
          </p:cNvPicPr>
          <p:nvPr/>
        </p:nvPicPr>
        <p:blipFill>
          <a:blip xmlns:r="http://schemas.openxmlformats.org/officeDocument/2006/relationships" xmlns:a="http://schemas.openxmlformats.org/drawingml/2006/main" r:embed="R6ee61a7ed9204785"/>
          <a:stretch xmlns:a="http://schemas.openxmlformats.org/drawingml/2006/main"/>
        </p:blipFill>
        <p:spPr>
          <a:xfrm xmlns:a="http://schemas.openxmlformats.org/drawingml/2006/main">
            <a:off x="6248400" y="4933950"/>
            <a:ext cx="457200" cy="457200"/>
          </a:xfrm>
          <a:prstGeom xmlns:a="http://schemas.openxmlformats.org/drawingml/2006/main" prst="rect">
            <a:avLst/>
          </a:prstGeom>
        </p:spPr>
      </p:pic>
      <p:sp>
        <p:nvSpPr>
          <p:cNvPr id="26" name="word-7">
            <a:extLst xmlns:a="http://schemas.openxmlformats.org/drawingml/2006/main">
              <a:ext uri="{FF2B5EF4-FFF2-40B4-BE49-F238E27FC236}">
                <a16:creationId xmlns:a16="http://schemas.microsoft.com/office/drawing/2014/main" id="{970CFCEA-010C-44B1-8C9F-0E78CEDAEFB5}"/>
              </a:ext>
            </a:extLst>
          </p:cNvPr>
          <p:cNvSpPr>
            <a:spLocks xmlns:a="http://schemas.openxmlformats.org/drawingml/2006/main" noGrp="1"/>
          </p:cNvSpPr>
          <p:nvPr/>
        </p:nvSpPr>
        <p:spPr>
          <a:xfrm xmlns:a="http://schemas.openxmlformats.org/drawingml/2006/main">
            <a:off x="6877050" y="4886325"/>
            <a:ext cx="4762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75" b="1">
                <a:solidFill>
                  <a:srgbClr val="345D70"/>
                </a:solidFill>
                <a:latin typeface="Segoe UI"/>
                <a:ea typeface="Segoe UI"/>
                <a:cs typeface="Segoe UI"/>
              </a:defRPr>
            </a:defPPr>
            <a:lvl1pPr>
              <a:buNone/>
              <a:defRPr sz="1875" b="1">
                <a:solidFill>
                  <a:srgbClr val="345D70"/>
                </a:solidFill>
                <a:latin typeface="Segoe UI"/>
                <a:ea typeface="Segoe UI"/>
                <a:cs typeface="Segoe UI"/>
              </a:defRPr>
            </a:lvl1pPr>
            <a:lvl2pPr>
              <a:buNone/>
              <a:defRPr sz="1875" b="1">
                <a:solidFill>
                  <a:srgbClr val="345D70"/>
                </a:solidFill>
                <a:latin typeface="Segoe UI"/>
                <a:ea typeface="Segoe UI"/>
                <a:cs typeface="Segoe UI"/>
              </a:defRPr>
            </a:lvl2pPr>
            <a:lvl3pPr>
              <a:buNone/>
              <a:defRPr sz="1875" b="1">
                <a:solidFill>
                  <a:srgbClr val="345D70"/>
                </a:solidFill>
                <a:latin typeface="Segoe UI"/>
                <a:ea typeface="Segoe UI"/>
                <a:cs typeface="Segoe UI"/>
              </a:defRPr>
            </a:lvl3pPr>
            <a:lvl4pPr>
              <a:buNone/>
              <a:defRPr sz="1875" b="1">
                <a:solidFill>
                  <a:srgbClr val="345D70"/>
                </a:solidFill>
                <a:latin typeface="Segoe UI"/>
                <a:ea typeface="Segoe UI"/>
                <a:cs typeface="Segoe UI"/>
              </a:defRPr>
            </a:lvl4pPr>
            <a:lvl5pPr>
              <a:buNone/>
              <a:defRPr sz="1875" b="1">
                <a:solidFill>
                  <a:srgbClr val="345D70"/>
                </a:solidFill>
                <a:latin typeface="Segoe UI"/>
                <a:ea typeface="Segoe UI"/>
                <a:cs typeface="Segoe UI"/>
              </a:defRPr>
            </a:lvl5pPr>
            <a:lvl6pPr>
              <a:buNone/>
              <a:defRPr sz="1875" b="1">
                <a:solidFill>
                  <a:srgbClr val="345D70"/>
                </a:solidFill>
                <a:latin typeface="Segoe UI"/>
                <a:ea typeface="Segoe UI"/>
                <a:cs typeface="Segoe UI"/>
              </a:defRPr>
            </a:lvl6pPr>
            <a:lvl7pPr>
              <a:buNone/>
              <a:defRPr sz="1875" b="1">
                <a:solidFill>
                  <a:srgbClr val="345D70"/>
                </a:solidFill>
                <a:latin typeface="Segoe UI"/>
                <a:ea typeface="Segoe UI"/>
                <a:cs typeface="Segoe UI"/>
              </a:defRPr>
            </a:lvl7pPr>
            <a:lvl8pPr>
              <a:buNone/>
              <a:defRPr sz="1875" b="1">
                <a:solidFill>
                  <a:srgbClr val="345D70"/>
                </a:solidFill>
                <a:latin typeface="Segoe UI"/>
                <a:ea typeface="Segoe UI"/>
                <a:cs typeface="Segoe UI"/>
              </a:defRPr>
            </a:lvl8pPr>
            <a:lvl9pPr>
              <a:buNone/>
              <a:defRPr sz="1875" b="1">
                <a:solidFill>
                  <a:srgbClr val="345D70"/>
                </a:solidFill>
                <a:latin typeface="Segoe UI"/>
                <a:ea typeface="Segoe UI"/>
                <a:cs typeface="Segoe UI"/>
              </a:defRPr>
            </a:lvl9pPr>
          </a:lstStyle>
          <a:p xmlns:a="http://schemas.openxmlformats.org/drawingml/2006/main">
            <a:pPr>
              <a:buNone/>
              <a:defRPr sz="1875" b="1">
                <a:solidFill>
                  <a:srgbClr val="345D70"/>
                </a:solidFill>
                <a:latin typeface="Segoe UI"/>
                <a:ea typeface="Segoe UI"/>
                <a:cs typeface="Segoe UI"/>
              </a:defRPr>
            </a:pPr>
            <a:r>
              <a:rPr sz="1875" b="1">
                <a:solidFill>
                  <a:srgbClr val="345D70"/>
                </a:solidFill>
                <a:latin typeface="Segoe UI"/>
                <a:ea typeface="Segoe UI"/>
                <a:cs typeface="Segoe UI"/>
              </a:rPr>
              <a:t>restock</a:t>
            </a:r>
          </a:p>
        </p:txBody>
      </p:sp>
      <p:sp>
        <p:nvSpPr>
          <p:cNvPr id="27" name="definition-7">
            <a:extLst xmlns:a="http://schemas.openxmlformats.org/drawingml/2006/main">
              <a:ext uri="{FF2B5EF4-FFF2-40B4-BE49-F238E27FC236}">
                <a16:creationId xmlns:a16="http://schemas.microsoft.com/office/drawing/2014/main" id="{9DBE9683-8704-4EC7-8FEC-593CFBCA8800}"/>
              </a:ext>
            </a:extLst>
          </p:cNvPr>
          <p:cNvSpPr>
            <a:spLocks xmlns:a="http://schemas.openxmlformats.org/drawingml/2006/main" noGrp="1"/>
          </p:cNvSpPr>
          <p:nvPr/>
        </p:nvSpPr>
        <p:spPr>
          <a:xfrm xmlns:a="http://schemas.openxmlformats.org/drawingml/2006/main">
            <a:off x="6877050" y="5229225"/>
            <a:ext cx="4762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0">
                <a:solidFill>
                  <a:srgbClr val="192E3B"/>
                </a:solidFill>
                <a:latin typeface="Segoe UI"/>
                <a:ea typeface="Segoe UI"/>
                <a:cs typeface="Segoe UI"/>
              </a:defRPr>
            </a:defPPr>
            <a:lvl1pPr>
              <a:buNone/>
              <a:defRPr sz="1500" b="0">
                <a:solidFill>
                  <a:srgbClr val="192E3B"/>
                </a:solidFill>
                <a:latin typeface="Segoe UI"/>
                <a:ea typeface="Segoe UI"/>
                <a:cs typeface="Segoe UI"/>
              </a:defRPr>
            </a:lvl1pPr>
            <a:lvl2pPr>
              <a:buNone/>
              <a:defRPr sz="1500" b="0">
                <a:solidFill>
                  <a:srgbClr val="192E3B"/>
                </a:solidFill>
                <a:latin typeface="Segoe UI"/>
                <a:ea typeface="Segoe UI"/>
                <a:cs typeface="Segoe UI"/>
              </a:defRPr>
            </a:lvl2pPr>
            <a:lvl3pPr>
              <a:buNone/>
              <a:defRPr sz="1500" b="0">
                <a:solidFill>
                  <a:srgbClr val="192E3B"/>
                </a:solidFill>
                <a:latin typeface="Segoe UI"/>
                <a:ea typeface="Segoe UI"/>
                <a:cs typeface="Segoe UI"/>
              </a:defRPr>
            </a:lvl3pPr>
            <a:lvl4pPr>
              <a:buNone/>
              <a:defRPr sz="1500" b="0">
                <a:solidFill>
                  <a:srgbClr val="192E3B"/>
                </a:solidFill>
                <a:latin typeface="Segoe UI"/>
                <a:ea typeface="Segoe UI"/>
                <a:cs typeface="Segoe UI"/>
              </a:defRPr>
            </a:lvl4pPr>
            <a:lvl5pPr>
              <a:buNone/>
              <a:defRPr sz="1500" b="0">
                <a:solidFill>
                  <a:srgbClr val="192E3B"/>
                </a:solidFill>
                <a:latin typeface="Segoe UI"/>
                <a:ea typeface="Segoe UI"/>
                <a:cs typeface="Segoe UI"/>
              </a:defRPr>
            </a:lvl5pPr>
            <a:lvl6pPr>
              <a:buNone/>
              <a:defRPr sz="1500" b="0">
                <a:solidFill>
                  <a:srgbClr val="192E3B"/>
                </a:solidFill>
                <a:latin typeface="Segoe UI"/>
                <a:ea typeface="Segoe UI"/>
                <a:cs typeface="Segoe UI"/>
              </a:defRPr>
            </a:lvl6pPr>
            <a:lvl7pPr>
              <a:buNone/>
              <a:defRPr sz="1500" b="0">
                <a:solidFill>
                  <a:srgbClr val="192E3B"/>
                </a:solidFill>
                <a:latin typeface="Segoe UI"/>
                <a:ea typeface="Segoe UI"/>
                <a:cs typeface="Segoe UI"/>
              </a:defRPr>
            </a:lvl7pPr>
            <a:lvl8pPr>
              <a:buNone/>
              <a:defRPr sz="1500" b="0">
                <a:solidFill>
                  <a:srgbClr val="192E3B"/>
                </a:solidFill>
                <a:latin typeface="Segoe UI"/>
                <a:ea typeface="Segoe UI"/>
                <a:cs typeface="Segoe UI"/>
              </a:defRPr>
            </a:lvl8pPr>
            <a:lvl9pPr>
              <a:buNone/>
              <a:defRPr sz="1500" b="0">
                <a:solidFill>
                  <a:srgbClr val="192E3B"/>
                </a:solidFill>
                <a:latin typeface="Segoe UI"/>
                <a:ea typeface="Segoe UI"/>
                <a:cs typeface="Segoe UI"/>
              </a:defRPr>
            </a:lvl9pPr>
          </a:lstStyle>
          <a:p xmlns:a="http://schemas.openxmlformats.org/drawingml/2006/main">
            <a:pPr>
              <a:buNone/>
              <a:defRPr sz="1500" b="0">
                <a:solidFill>
                  <a:srgbClr val="192E3B"/>
                </a:solidFill>
                <a:latin typeface="Segoe UI"/>
                <a:ea typeface="Segoe UI"/>
                <a:cs typeface="Segoe UI"/>
              </a:defRPr>
            </a:pPr>
            <a:r>
              <a:rPr sz="1800" b="0">
                <a:solidFill>
                  <a:srgbClr val="192E3B"/>
                </a:solidFill>
                <a:latin typeface="Segoe UI"/>
                <a:ea typeface="Segoe UI"/>
                <a:cs typeface="Segoe UI"/>
              </a:rPr>
              <a:t>Put out more checked items.</a:t>
            </a:r>
          </a:p>
        </p:txBody>
      </p:sp>
      <p:sp>
        <p:nvSpPr>
          <p:cNvPr id="28" name="credit">
            <a:extLst xmlns:a="http://schemas.openxmlformats.org/drawingml/2006/main">
              <a:ext uri="{FF2B5EF4-FFF2-40B4-BE49-F238E27FC236}">
                <a16:creationId xmlns:a16="http://schemas.microsoft.com/office/drawing/2014/main" id="{56969103-BF0B-4859-93C3-751D5C5B4E4D}"/>
              </a:ext>
            </a:extLst>
          </p:cNvPr>
          <p:cNvSpPr>
            <a:spLocks xmlns:a="http://schemas.openxmlformats.org/drawingml/2006/main" noGrp="1"/>
          </p:cNvSpPr>
          <p:nvPr/>
        </p:nvSpPr>
        <p:spPr>
          <a:xfrm xmlns:a="http://schemas.openxmlformats.org/drawingml/2006/main">
            <a:off x="533400" y="6515100"/>
            <a:ext cx="1104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788" b="0">
                <a:solidFill>
                  <a:srgbClr val="566574"/>
                </a:solidFill>
                <a:latin typeface="Segoe UI"/>
                <a:ea typeface="Segoe UI"/>
                <a:cs typeface="Segoe UI"/>
              </a:defRPr>
            </a:defPPr>
            <a:lvl1pPr>
              <a:buNone/>
              <a:defRPr sz="788" b="0">
                <a:solidFill>
                  <a:srgbClr val="566574"/>
                </a:solidFill>
                <a:latin typeface="Segoe UI"/>
                <a:ea typeface="Segoe UI"/>
                <a:cs typeface="Segoe UI"/>
              </a:defRPr>
            </a:lvl1pPr>
            <a:lvl2pPr>
              <a:buNone/>
              <a:defRPr sz="788" b="0">
                <a:solidFill>
                  <a:srgbClr val="566574"/>
                </a:solidFill>
                <a:latin typeface="Segoe UI"/>
                <a:ea typeface="Segoe UI"/>
                <a:cs typeface="Segoe UI"/>
              </a:defRPr>
            </a:lvl2pPr>
            <a:lvl3pPr>
              <a:buNone/>
              <a:defRPr sz="788" b="0">
                <a:solidFill>
                  <a:srgbClr val="566574"/>
                </a:solidFill>
                <a:latin typeface="Segoe UI"/>
                <a:ea typeface="Segoe UI"/>
                <a:cs typeface="Segoe UI"/>
              </a:defRPr>
            </a:lvl3pPr>
            <a:lvl4pPr>
              <a:buNone/>
              <a:defRPr sz="788" b="0">
                <a:solidFill>
                  <a:srgbClr val="566574"/>
                </a:solidFill>
                <a:latin typeface="Segoe UI"/>
                <a:ea typeface="Segoe UI"/>
                <a:cs typeface="Segoe UI"/>
              </a:defRPr>
            </a:lvl4pPr>
            <a:lvl5pPr>
              <a:buNone/>
              <a:defRPr sz="788" b="0">
                <a:solidFill>
                  <a:srgbClr val="566574"/>
                </a:solidFill>
                <a:latin typeface="Segoe UI"/>
                <a:ea typeface="Segoe UI"/>
                <a:cs typeface="Segoe UI"/>
              </a:defRPr>
            </a:lvl5pPr>
            <a:lvl6pPr>
              <a:buNone/>
              <a:defRPr sz="788" b="0">
                <a:solidFill>
                  <a:srgbClr val="566574"/>
                </a:solidFill>
                <a:latin typeface="Segoe UI"/>
                <a:ea typeface="Segoe UI"/>
                <a:cs typeface="Segoe UI"/>
              </a:defRPr>
            </a:lvl6pPr>
            <a:lvl7pPr>
              <a:buNone/>
              <a:defRPr sz="788" b="0">
                <a:solidFill>
                  <a:srgbClr val="566574"/>
                </a:solidFill>
                <a:latin typeface="Segoe UI"/>
                <a:ea typeface="Segoe UI"/>
                <a:cs typeface="Segoe UI"/>
              </a:defRPr>
            </a:lvl7pPr>
            <a:lvl8pPr>
              <a:buNone/>
              <a:defRPr sz="788" b="0">
                <a:solidFill>
                  <a:srgbClr val="566574"/>
                </a:solidFill>
                <a:latin typeface="Segoe UI"/>
                <a:ea typeface="Segoe UI"/>
                <a:cs typeface="Segoe UI"/>
              </a:defRPr>
            </a:lvl8pPr>
            <a:lvl9pPr>
              <a:buNone/>
              <a:defRPr sz="788" b="0">
                <a:solidFill>
                  <a:srgbClr val="566574"/>
                </a:solidFill>
                <a:latin typeface="Segoe UI"/>
                <a:ea typeface="Segoe UI"/>
                <a:cs typeface="Segoe UI"/>
              </a:defRPr>
            </a:lvl9pPr>
          </a:lstStyle>
          <a:p xmlns:a="http://schemas.openxmlformats.org/drawingml/2006/main">
            <a:pPr>
              <a:buNone/>
              <a:defRPr sz="788" b="0">
                <a:solidFill>
                  <a:srgbClr val="566574"/>
                </a:solidFill>
                <a:latin typeface="Segoe UI"/>
                <a:ea typeface="Segoe UI"/>
                <a:cs typeface="Segoe UI"/>
              </a:defRPr>
            </a:pPr>
            <a:r>
              <a:rPr sz="788" b="0">
                <a:solidFill>
                  <a:srgbClr val="566574"/>
                </a:solidFill>
                <a:latin typeface="Segoe UI"/>
                <a:ea typeface="Segoe UI"/>
                <a:cs typeface="Segoe UI"/>
              </a:rPr>
              <a:t>Made by Matt · © Matt Roper · CC BY-NC-SA 4.0: free for classroom use, share and adapt with credit, no resale</a:t>
            </a:r>
          </a:p>
        </p:txBody>
      </p:sp>
      <p:sp>
        <p:nvSpPr>
          <p:cNvPr id="29" name="page-number">
            <a:extLst xmlns:a="http://schemas.openxmlformats.org/drawingml/2006/main">
              <a:ext uri="{FF2B5EF4-FFF2-40B4-BE49-F238E27FC236}">
                <a16:creationId xmlns:a16="http://schemas.microsoft.com/office/drawing/2014/main" id="{487F763B-FF50-46C6-AB1D-4119A50DFB32}"/>
              </a:ext>
            </a:extLst>
          </p:cNvPr>
          <p:cNvSpPr>
            <a:spLocks xmlns:a="http://schemas.openxmlformats.org/drawingml/2006/main" noGrp="1"/>
          </p:cNvSpPr>
          <p:nvPr/>
        </p:nvSpPr>
        <p:spPr>
          <a:xfrm xmlns:a="http://schemas.openxmlformats.org/drawingml/2006/main">
            <a:off x="11144250" y="62103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buNone/>
              <a:defRPr sz="1050" b="0">
                <a:solidFill>
                  <a:srgbClr val="566574"/>
                </a:solidFill>
                <a:latin typeface="Segoe UI"/>
                <a:ea typeface="Segoe UI"/>
                <a:cs typeface="Segoe UI"/>
              </a:defRPr>
            </a:lvl1pPr>
            <a:lvl2pPr>
              <a:buNone/>
              <a:defRPr sz="1050" b="0">
                <a:solidFill>
                  <a:srgbClr val="566574"/>
                </a:solidFill>
                <a:latin typeface="Segoe UI"/>
                <a:ea typeface="Segoe UI"/>
                <a:cs typeface="Segoe UI"/>
              </a:defRPr>
            </a:lvl2pPr>
            <a:lvl3pPr>
              <a:buNone/>
              <a:defRPr sz="1050" b="0">
                <a:solidFill>
                  <a:srgbClr val="566574"/>
                </a:solidFill>
                <a:latin typeface="Segoe UI"/>
                <a:ea typeface="Segoe UI"/>
                <a:cs typeface="Segoe UI"/>
              </a:defRPr>
            </a:lvl3pPr>
            <a:lvl4pPr>
              <a:buNone/>
              <a:defRPr sz="1050" b="0">
                <a:solidFill>
                  <a:srgbClr val="566574"/>
                </a:solidFill>
                <a:latin typeface="Segoe UI"/>
                <a:ea typeface="Segoe UI"/>
                <a:cs typeface="Segoe UI"/>
              </a:defRPr>
            </a:lvl4pPr>
            <a:lvl5pPr>
              <a:buNone/>
              <a:defRPr sz="1050" b="0">
                <a:solidFill>
                  <a:srgbClr val="566574"/>
                </a:solidFill>
                <a:latin typeface="Segoe UI"/>
                <a:ea typeface="Segoe UI"/>
                <a:cs typeface="Segoe UI"/>
              </a:defRPr>
            </a:lvl5pPr>
            <a:lvl6pPr>
              <a:buNone/>
              <a:defRPr sz="1050" b="0">
                <a:solidFill>
                  <a:srgbClr val="566574"/>
                </a:solidFill>
                <a:latin typeface="Segoe UI"/>
                <a:ea typeface="Segoe UI"/>
                <a:cs typeface="Segoe UI"/>
              </a:defRPr>
            </a:lvl6pPr>
            <a:lvl7pPr>
              <a:buNone/>
              <a:defRPr sz="1050" b="0">
                <a:solidFill>
                  <a:srgbClr val="566574"/>
                </a:solidFill>
                <a:latin typeface="Segoe UI"/>
                <a:ea typeface="Segoe UI"/>
                <a:cs typeface="Segoe UI"/>
              </a:defRPr>
            </a:lvl7pPr>
            <a:lvl8pPr>
              <a:buNone/>
              <a:defRPr sz="1050" b="0">
                <a:solidFill>
                  <a:srgbClr val="566574"/>
                </a:solidFill>
                <a:latin typeface="Segoe UI"/>
                <a:ea typeface="Segoe UI"/>
                <a:cs typeface="Segoe UI"/>
              </a:defRPr>
            </a:lvl8pPr>
            <a:lvl9pPr>
              <a:buNone/>
              <a:defRPr sz="1050" b="0">
                <a:solidFill>
                  <a:srgbClr val="566574"/>
                </a:solidFill>
                <a:latin typeface="Segoe UI"/>
                <a:ea typeface="Segoe UI"/>
                <a:cs typeface="Segoe UI"/>
              </a:defRPr>
            </a:lvl9pPr>
          </a:lstStyle>
          <a:p xmlns:a="http://schemas.openxmlformats.org/drawingml/2006/main">
            <a:pPr>
              <a:buNone/>
              <a:defRPr sz="1050" b="0">
                <a:solidFill>
                  <a:srgbClr val="566574"/>
                </a:solidFill>
                <a:latin typeface="Segoe UI"/>
                <a:ea typeface="Segoe UI"/>
                <a:cs typeface="Segoe UI"/>
              </a:defRPr>
            </a:pPr>
            <a:r>
              <a:rPr sz="1050" b="0">
                <a:solidFill>
                  <a:srgbClr val="566574"/>
                </a:solidFill>
                <a:latin typeface="Segoe UI"/>
                <a:ea typeface="Segoe UI"/>
                <a:cs typeface="Segoe UI"/>
              </a:rPr>
              <a:t>11</a:t>
            </a:r>
          </a:p>
        </p:txBody>
      </p:sp>
    </p:spTree>
    <p:extLst>
      <p:ext uri="{BB962C8B-B14F-4D97-AF65-F5344CB8AC3E}">
        <p14:creationId xmlns:p14="http://schemas.microsoft.com/office/powerpoint/2010/main" val="1167410626"/>
      </p:ext>
    </p:extLst>
  </p:cSld>
</p:sld>
</file>

<file path=ppt/slides/slide12.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lesson-code">
            <a:extLst xmlns:a="http://schemas.openxmlformats.org/drawingml/2006/main">
              <a:ext uri="{FF2B5EF4-FFF2-40B4-BE49-F238E27FC236}">
                <a16:creationId xmlns:a16="http://schemas.microsoft.com/office/drawing/2014/main" id="{9BFD6209-1C9C-4B7B-B1C6-FE74BAB8B8EE}"/>
              </a:ext>
            </a:extLst>
          </p:cNvPr>
          <p:cNvSpPr>
            <a:spLocks xmlns:a="http://schemas.openxmlformats.org/drawingml/2006/main" noGrp="1"/>
          </p:cNvSpPr>
          <p:nvPr/>
        </p:nvSpPr>
        <p:spPr>
          <a:xfrm xmlns:a="http://schemas.openxmlformats.org/drawingml/2006/main">
            <a:off x="533400" y="1905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buNone/>
              <a:defRPr sz="1200" b="0">
                <a:solidFill>
                  <a:srgbClr val="566574"/>
                </a:solidFill>
                <a:latin typeface="Segoe UI"/>
                <a:ea typeface="Segoe UI"/>
                <a:cs typeface="Segoe UI"/>
              </a:defRPr>
            </a:lvl1pPr>
            <a:lvl2pPr>
              <a:buNone/>
              <a:defRPr sz="1200" b="0">
                <a:solidFill>
                  <a:srgbClr val="566574"/>
                </a:solidFill>
                <a:latin typeface="Segoe UI"/>
                <a:ea typeface="Segoe UI"/>
                <a:cs typeface="Segoe UI"/>
              </a:defRPr>
            </a:lvl2pPr>
            <a:lvl3pPr>
              <a:buNone/>
              <a:defRPr sz="1200" b="0">
                <a:solidFill>
                  <a:srgbClr val="566574"/>
                </a:solidFill>
                <a:latin typeface="Segoe UI"/>
                <a:ea typeface="Segoe UI"/>
                <a:cs typeface="Segoe UI"/>
              </a:defRPr>
            </a:lvl3pPr>
            <a:lvl4pPr>
              <a:buNone/>
              <a:defRPr sz="1200" b="0">
                <a:solidFill>
                  <a:srgbClr val="566574"/>
                </a:solidFill>
                <a:latin typeface="Segoe UI"/>
                <a:ea typeface="Segoe UI"/>
                <a:cs typeface="Segoe UI"/>
              </a:defRPr>
            </a:lvl4pPr>
            <a:lvl5pPr>
              <a:buNone/>
              <a:defRPr sz="1200" b="0">
                <a:solidFill>
                  <a:srgbClr val="566574"/>
                </a:solidFill>
                <a:latin typeface="Segoe UI"/>
                <a:ea typeface="Segoe UI"/>
                <a:cs typeface="Segoe UI"/>
              </a:defRPr>
            </a:lvl5pPr>
            <a:lvl6pPr>
              <a:buNone/>
              <a:defRPr sz="1200" b="0">
                <a:solidFill>
                  <a:srgbClr val="566574"/>
                </a:solidFill>
                <a:latin typeface="Segoe UI"/>
                <a:ea typeface="Segoe UI"/>
                <a:cs typeface="Segoe UI"/>
              </a:defRPr>
            </a:lvl6pPr>
            <a:lvl7pPr>
              <a:buNone/>
              <a:defRPr sz="1200" b="0">
                <a:solidFill>
                  <a:srgbClr val="566574"/>
                </a:solidFill>
                <a:latin typeface="Segoe UI"/>
                <a:ea typeface="Segoe UI"/>
                <a:cs typeface="Segoe UI"/>
              </a:defRPr>
            </a:lvl7pPr>
            <a:lvl8pPr>
              <a:buNone/>
              <a:defRPr sz="1200" b="0">
                <a:solidFill>
                  <a:srgbClr val="566574"/>
                </a:solidFill>
                <a:latin typeface="Segoe UI"/>
                <a:ea typeface="Segoe UI"/>
                <a:cs typeface="Segoe UI"/>
              </a:defRPr>
            </a:lvl8pPr>
            <a:lvl9pPr>
              <a:buNone/>
              <a:defRPr sz="1200" b="0">
                <a:solidFill>
                  <a:srgbClr val="566574"/>
                </a:solidFill>
                <a:latin typeface="Segoe UI"/>
                <a:ea typeface="Segoe UI"/>
                <a:cs typeface="Segoe UI"/>
              </a:defRPr>
            </a:lvl9pPr>
          </a:lstStyle>
          <a:p xmlns:a="http://schemas.openxmlformats.org/drawingml/2006/main">
            <a:pPr>
              <a:buNone/>
              <a:defRPr sz="1200" b="0">
                <a:solidFill>
                  <a:srgbClr val="566574"/>
                </a:solidFill>
                <a:latin typeface="Segoe UI"/>
                <a:ea typeface="Segoe UI"/>
                <a:cs typeface="Segoe UI"/>
              </a:defRPr>
            </a:pPr>
            <a:r>
              <a:rPr sz="1200" b="0">
                <a:solidFill>
                  <a:srgbClr val="566574"/>
                </a:solidFill>
                <a:latin typeface="Segoe UI"/>
                <a:ea typeface="Segoe UI"/>
                <a:cs typeface="Segoe UI"/>
              </a:rPr>
              <a:t>COMM-GROW-A2-W05  ·  Lesson 10a</a:t>
            </a:r>
          </a:p>
        </p:txBody>
      </p:sp>
      <p:sp>
        <p:nvSpPr>
          <p:cNvPr id="2" name="label">
            <a:extLst xmlns:a="http://schemas.openxmlformats.org/drawingml/2006/main">
              <a:ext uri="{FF2B5EF4-FFF2-40B4-BE49-F238E27FC236}">
                <a16:creationId xmlns:a16="http://schemas.microsoft.com/office/drawing/2014/main" id="{613A8400-B958-40E9-8256-2A07D8CF8B7D}"/>
              </a:ext>
            </a:extLst>
          </p:cNvPr>
          <p:cNvSpPr>
            <a:spLocks xmlns:a="http://schemas.openxmlformats.org/drawingml/2006/main" noGrp="1"/>
          </p:cNvSpPr>
          <p:nvPr/>
        </p:nvSpPr>
        <p:spPr>
          <a:xfrm xmlns:a="http://schemas.openxmlformats.org/drawingml/2006/main">
            <a:off x="7620000" y="190500"/>
            <a:ext cx="4048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buNone/>
              <a:defRPr sz="1050" b="0">
                <a:solidFill>
                  <a:srgbClr val="566574"/>
                </a:solidFill>
                <a:latin typeface="Segoe UI"/>
                <a:ea typeface="Segoe UI"/>
                <a:cs typeface="Segoe UI"/>
              </a:defRPr>
            </a:lvl1pPr>
            <a:lvl2pPr>
              <a:buNone/>
              <a:defRPr sz="1050" b="0">
                <a:solidFill>
                  <a:srgbClr val="566574"/>
                </a:solidFill>
                <a:latin typeface="Segoe UI"/>
                <a:ea typeface="Segoe UI"/>
                <a:cs typeface="Segoe UI"/>
              </a:defRPr>
            </a:lvl2pPr>
            <a:lvl3pPr>
              <a:buNone/>
              <a:defRPr sz="1050" b="0">
                <a:solidFill>
                  <a:srgbClr val="566574"/>
                </a:solidFill>
                <a:latin typeface="Segoe UI"/>
                <a:ea typeface="Segoe UI"/>
                <a:cs typeface="Segoe UI"/>
              </a:defRPr>
            </a:lvl3pPr>
            <a:lvl4pPr>
              <a:buNone/>
              <a:defRPr sz="1050" b="0">
                <a:solidFill>
                  <a:srgbClr val="566574"/>
                </a:solidFill>
                <a:latin typeface="Segoe UI"/>
                <a:ea typeface="Segoe UI"/>
                <a:cs typeface="Segoe UI"/>
              </a:defRPr>
            </a:lvl4pPr>
            <a:lvl5pPr>
              <a:buNone/>
              <a:defRPr sz="1050" b="0">
                <a:solidFill>
                  <a:srgbClr val="566574"/>
                </a:solidFill>
                <a:latin typeface="Segoe UI"/>
                <a:ea typeface="Segoe UI"/>
                <a:cs typeface="Segoe UI"/>
              </a:defRPr>
            </a:lvl5pPr>
            <a:lvl6pPr>
              <a:buNone/>
              <a:defRPr sz="1050" b="0">
                <a:solidFill>
                  <a:srgbClr val="566574"/>
                </a:solidFill>
                <a:latin typeface="Segoe UI"/>
                <a:ea typeface="Segoe UI"/>
                <a:cs typeface="Segoe UI"/>
              </a:defRPr>
            </a:lvl6pPr>
            <a:lvl7pPr>
              <a:buNone/>
              <a:defRPr sz="1050" b="0">
                <a:solidFill>
                  <a:srgbClr val="566574"/>
                </a:solidFill>
                <a:latin typeface="Segoe UI"/>
                <a:ea typeface="Segoe UI"/>
                <a:cs typeface="Segoe UI"/>
              </a:defRPr>
            </a:lvl7pPr>
            <a:lvl8pPr>
              <a:buNone/>
              <a:defRPr sz="1050" b="0">
                <a:solidFill>
                  <a:srgbClr val="566574"/>
                </a:solidFill>
                <a:latin typeface="Segoe UI"/>
                <a:ea typeface="Segoe UI"/>
                <a:cs typeface="Segoe UI"/>
              </a:defRPr>
            </a:lvl8pPr>
            <a:lvl9pPr>
              <a:buNone/>
              <a:defRPr sz="1050" b="0">
                <a:solidFill>
                  <a:srgbClr val="566574"/>
                </a:solidFill>
                <a:latin typeface="Segoe UI"/>
                <a:ea typeface="Segoe UI"/>
                <a:cs typeface="Segoe UI"/>
              </a:defRPr>
            </a:lvl9pPr>
          </a:lstStyle>
          <a:p xmlns:a="http://schemas.openxmlformats.org/drawingml/2006/main">
            <a:pPr>
              <a:buNone/>
              <a:defRPr sz="1050" b="0">
                <a:solidFill>
                  <a:srgbClr val="566574"/>
                </a:solidFill>
                <a:latin typeface="Segoe UI"/>
                <a:ea typeface="Segoe UI"/>
                <a:cs typeface="Segoe UI"/>
              </a:defRPr>
            </a:pPr>
            <a:r>
              <a:rPr sz="1200" b="0">
                <a:solidFill>
                  <a:srgbClr val="566574"/>
                </a:solidFill>
                <a:latin typeface="Segoe UI"/>
                <a:ea typeface="Segoe UI"/>
                <a:cs typeface="Segoe UI"/>
              </a:rPr>
              <a:t>Public edition · Year A</a:t>
            </a:r>
          </a:p>
        </p:txBody>
      </p:sp>
      <p:sp>
        <p:nvSpPr>
          <p:cNvPr id="3" name="stage-title">
            <a:extLst xmlns:a="http://schemas.openxmlformats.org/drawingml/2006/main">
              <a:ext uri="{FF2B5EF4-FFF2-40B4-BE49-F238E27FC236}">
                <a16:creationId xmlns:a16="http://schemas.microsoft.com/office/drawing/2014/main" id="{A89E26DE-1BE4-4A9C-B9BE-6F6D655F958C}"/>
              </a:ext>
            </a:extLst>
          </p:cNvPr>
          <p:cNvSpPr>
            <a:spLocks xmlns:a="http://schemas.openxmlformats.org/drawingml/2006/main" noGrp="1"/>
          </p:cNvSpPr>
          <p:nvPr/>
        </p:nvSpPr>
        <p:spPr>
          <a:xfrm xmlns:a="http://schemas.openxmlformats.org/drawingml/2006/main">
            <a:off x="533400" y="590550"/>
            <a:ext cx="11029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3300" b="1">
                <a:solidFill>
                  <a:srgbClr val="345D70"/>
                </a:solidFill>
                <a:latin typeface="Segoe UI"/>
                <a:ea typeface="Segoe UI"/>
                <a:cs typeface="Segoe UI"/>
              </a:defRPr>
            </a:defPPr>
            <a:lvl1pPr>
              <a:buNone/>
              <a:defRPr sz="3300" b="1">
                <a:solidFill>
                  <a:srgbClr val="345D70"/>
                </a:solidFill>
                <a:latin typeface="Segoe UI"/>
                <a:ea typeface="Segoe UI"/>
                <a:cs typeface="Segoe UI"/>
              </a:defRPr>
            </a:lvl1pPr>
            <a:lvl2pPr>
              <a:buNone/>
              <a:defRPr sz="3300" b="1">
                <a:solidFill>
                  <a:srgbClr val="345D70"/>
                </a:solidFill>
                <a:latin typeface="Segoe UI"/>
                <a:ea typeface="Segoe UI"/>
                <a:cs typeface="Segoe UI"/>
              </a:defRPr>
            </a:lvl2pPr>
            <a:lvl3pPr>
              <a:buNone/>
              <a:defRPr sz="3300" b="1">
                <a:solidFill>
                  <a:srgbClr val="345D70"/>
                </a:solidFill>
                <a:latin typeface="Segoe UI"/>
                <a:ea typeface="Segoe UI"/>
                <a:cs typeface="Segoe UI"/>
              </a:defRPr>
            </a:lvl3pPr>
            <a:lvl4pPr>
              <a:buNone/>
              <a:defRPr sz="3300" b="1">
                <a:solidFill>
                  <a:srgbClr val="345D70"/>
                </a:solidFill>
                <a:latin typeface="Segoe UI"/>
                <a:ea typeface="Segoe UI"/>
                <a:cs typeface="Segoe UI"/>
              </a:defRPr>
            </a:lvl4pPr>
            <a:lvl5pPr>
              <a:buNone/>
              <a:defRPr sz="3300" b="1">
                <a:solidFill>
                  <a:srgbClr val="345D70"/>
                </a:solidFill>
                <a:latin typeface="Segoe UI"/>
                <a:ea typeface="Segoe UI"/>
                <a:cs typeface="Segoe UI"/>
              </a:defRPr>
            </a:lvl5pPr>
            <a:lvl6pPr>
              <a:buNone/>
              <a:defRPr sz="3300" b="1">
                <a:solidFill>
                  <a:srgbClr val="345D70"/>
                </a:solidFill>
                <a:latin typeface="Segoe UI"/>
                <a:ea typeface="Segoe UI"/>
                <a:cs typeface="Segoe UI"/>
              </a:defRPr>
            </a:lvl6pPr>
            <a:lvl7pPr>
              <a:buNone/>
              <a:defRPr sz="3300" b="1">
                <a:solidFill>
                  <a:srgbClr val="345D70"/>
                </a:solidFill>
                <a:latin typeface="Segoe UI"/>
                <a:ea typeface="Segoe UI"/>
                <a:cs typeface="Segoe UI"/>
              </a:defRPr>
            </a:lvl7pPr>
            <a:lvl8pPr>
              <a:buNone/>
              <a:defRPr sz="3300" b="1">
                <a:solidFill>
                  <a:srgbClr val="345D70"/>
                </a:solidFill>
                <a:latin typeface="Segoe UI"/>
                <a:ea typeface="Segoe UI"/>
                <a:cs typeface="Segoe UI"/>
              </a:defRPr>
            </a:lvl8pPr>
            <a:lvl9pPr>
              <a:buNone/>
              <a:defRPr sz="3300" b="1">
                <a:solidFill>
                  <a:srgbClr val="345D70"/>
                </a:solidFill>
                <a:latin typeface="Segoe UI"/>
                <a:ea typeface="Segoe UI"/>
                <a:cs typeface="Segoe UI"/>
              </a:defRPr>
            </a:lvl9pPr>
          </a:lstStyle>
          <a:p xmlns:a="http://schemas.openxmlformats.org/drawingml/2006/main">
            <a:pPr>
              <a:buNone/>
              <a:defRPr sz="3300" b="1">
                <a:solidFill>
                  <a:srgbClr val="345D70"/>
                </a:solidFill>
                <a:latin typeface="Segoe UI"/>
                <a:ea typeface="Segoe UI"/>
                <a:cs typeface="Segoe UI"/>
              </a:defRPr>
            </a:pPr>
            <a:r>
              <a:rPr sz="3300" b="1">
                <a:solidFill>
                  <a:srgbClr val="345D70"/>
                </a:solidFill>
                <a:latin typeface="Segoe UI"/>
                <a:ea typeface="Segoe UI"/>
                <a:cs typeface="Segoe UI"/>
              </a:rPr>
              <a:t>TA and staff brief</a:t>
            </a:r>
          </a:p>
        </p:txBody>
      </p:sp>
      <p:sp>
        <p:nvSpPr>
          <p:cNvPr id="4" name="staff-main">
            <a:extLst xmlns:a="http://schemas.openxmlformats.org/drawingml/2006/main">
              <a:ext uri="{FF2B5EF4-FFF2-40B4-BE49-F238E27FC236}">
                <a16:creationId xmlns:a16="http://schemas.microsoft.com/office/drawing/2014/main" id="{A1068E4A-3C50-416B-9F03-08417A6769EF}"/>
              </a:ext>
            </a:extLst>
          </p:cNvPr>
          <p:cNvSpPr>
            <a:spLocks xmlns:a="http://schemas.openxmlformats.org/drawingml/2006/main" noGrp="1"/>
          </p:cNvSpPr>
          <p:nvPr/>
        </p:nvSpPr>
        <p:spPr>
          <a:xfrm xmlns:a="http://schemas.openxmlformats.org/drawingml/2006/main">
            <a:off x="533400" y="1457325"/>
            <a:ext cx="110490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75" b="0">
                <a:solidFill>
                  <a:srgbClr val="192E3B"/>
                </a:solidFill>
                <a:latin typeface="Segoe UI"/>
                <a:ea typeface="Segoe UI"/>
                <a:cs typeface="Segoe UI"/>
              </a:defRPr>
            </a:defPPr>
            <a:lvl1pPr>
              <a:buNone/>
              <a:defRPr sz="1875" b="0">
                <a:solidFill>
                  <a:srgbClr val="192E3B"/>
                </a:solidFill>
                <a:latin typeface="Segoe UI"/>
                <a:ea typeface="Segoe UI"/>
                <a:cs typeface="Segoe UI"/>
              </a:defRPr>
            </a:lvl1pPr>
            <a:lvl2pPr>
              <a:buNone/>
              <a:defRPr sz="1875" b="0">
                <a:solidFill>
                  <a:srgbClr val="192E3B"/>
                </a:solidFill>
                <a:latin typeface="Segoe UI"/>
                <a:ea typeface="Segoe UI"/>
                <a:cs typeface="Segoe UI"/>
              </a:defRPr>
            </a:lvl2pPr>
            <a:lvl3pPr>
              <a:buNone/>
              <a:defRPr sz="1875" b="0">
                <a:solidFill>
                  <a:srgbClr val="192E3B"/>
                </a:solidFill>
                <a:latin typeface="Segoe UI"/>
                <a:ea typeface="Segoe UI"/>
                <a:cs typeface="Segoe UI"/>
              </a:defRPr>
            </a:lvl3pPr>
            <a:lvl4pPr>
              <a:buNone/>
              <a:defRPr sz="1875" b="0">
                <a:solidFill>
                  <a:srgbClr val="192E3B"/>
                </a:solidFill>
                <a:latin typeface="Segoe UI"/>
                <a:ea typeface="Segoe UI"/>
                <a:cs typeface="Segoe UI"/>
              </a:defRPr>
            </a:lvl4pPr>
            <a:lvl5pPr>
              <a:buNone/>
              <a:defRPr sz="1875" b="0">
                <a:solidFill>
                  <a:srgbClr val="192E3B"/>
                </a:solidFill>
                <a:latin typeface="Segoe UI"/>
                <a:ea typeface="Segoe UI"/>
                <a:cs typeface="Segoe UI"/>
              </a:defRPr>
            </a:lvl5pPr>
            <a:lvl6pPr>
              <a:buNone/>
              <a:defRPr sz="1875" b="0">
                <a:solidFill>
                  <a:srgbClr val="192E3B"/>
                </a:solidFill>
                <a:latin typeface="Segoe UI"/>
                <a:ea typeface="Segoe UI"/>
                <a:cs typeface="Segoe UI"/>
              </a:defRPr>
            </a:lvl6pPr>
            <a:lvl7pPr>
              <a:buNone/>
              <a:defRPr sz="1875" b="0">
                <a:solidFill>
                  <a:srgbClr val="192E3B"/>
                </a:solidFill>
                <a:latin typeface="Segoe UI"/>
                <a:ea typeface="Segoe UI"/>
                <a:cs typeface="Segoe UI"/>
              </a:defRPr>
            </a:lvl7pPr>
            <a:lvl8pPr>
              <a:buNone/>
              <a:defRPr sz="1875" b="0">
                <a:solidFill>
                  <a:srgbClr val="192E3B"/>
                </a:solidFill>
                <a:latin typeface="Segoe UI"/>
                <a:ea typeface="Segoe UI"/>
                <a:cs typeface="Segoe UI"/>
              </a:defRPr>
            </a:lvl8pPr>
            <a:lvl9pPr>
              <a:buNone/>
              <a:defRPr sz="1875" b="0">
                <a:solidFill>
                  <a:srgbClr val="192E3B"/>
                </a:solidFill>
                <a:latin typeface="Segoe UI"/>
                <a:ea typeface="Segoe UI"/>
                <a:cs typeface="Segoe UI"/>
              </a:defRPr>
            </a:lvl9pPr>
          </a:lstStyle>
          <a:p xmlns:a="http://schemas.openxmlformats.org/drawingml/2006/main">
            <a:pPr>
              <a:buNone/>
              <a:defRPr sz="1875" b="0">
                <a:solidFill>
                  <a:srgbClr val="192E3B"/>
                </a:solidFill>
                <a:latin typeface="Segoe UI"/>
                <a:ea typeface="Segoe UI"/>
                <a:cs typeface="Segoe UI"/>
              </a:defRPr>
            </a:pPr>
            <a:r>
              <a:rPr sz="1875" b="0">
                <a:solidFill>
                  <a:srgbClr val="192E3B"/>
                </a:solidFill>
                <a:latin typeface="Segoe UI"/>
                <a:ea typeface="Segoe UI"/>
                <a:cs typeface="Segoe UI"/>
              </a:rPr>
              <a:t>Observe each learner’s own job.</a:t>
            </a:r>
          </a:p>
          <a:p xmlns:a="http://schemas.openxmlformats.org/drawingml/2006/main">
            <a:pPr>
              <a:buNone/>
              <a:defRPr sz="1875" b="0">
                <a:solidFill>
                  <a:srgbClr val="192E3B"/>
                </a:solidFill>
                <a:latin typeface="Segoe UI"/>
                <a:ea typeface="Segoe UI"/>
                <a:cs typeface="Segoe UI"/>
              </a:defRPr>
            </a:pPr>
            <a:r>
              <a:rPr sz="1875" b="0">
                <a:solidFill>
                  <a:srgbClr val="192E3B"/>
                </a:solidFill>
                <a:latin typeface="Segoe UI"/>
                <a:ea typeface="Segoe UI"/>
                <a:cs typeface="Segoe UI"/>
              </a:rPr>
              <a:t>Scribe their words, not your idea.</a:t>
            </a:r>
          </a:p>
          <a:p xmlns:a="http://schemas.openxmlformats.org/drawingml/2006/main">
            <a:pPr>
              <a:buNone/>
              <a:defRPr sz="1875" b="0">
                <a:solidFill>
                  <a:srgbClr val="192E3B"/>
                </a:solidFill>
                <a:latin typeface="Segoe UI"/>
                <a:ea typeface="Segoe UI"/>
                <a:cs typeface="Segoe UI"/>
              </a:defRPr>
            </a:pPr>
            <a:r>
              <a:rPr sz="1875" b="0">
                <a:solidFill>
                  <a:srgbClr val="192E3B"/>
                </a:solidFill>
                <a:latin typeface="Segoe UI"/>
                <a:ea typeface="Segoe UI"/>
                <a:cs typeface="Segoe UI"/>
              </a:rPr>
              <a:t>Adults approve food and float checks.</a:t>
            </a:r>
          </a:p>
          <a:p xmlns:a="http://schemas.openxmlformats.org/drawingml/2006/main">
            <a:pPr>
              <a:buNone/>
              <a:defRPr sz="1875" b="0">
                <a:solidFill>
                  <a:srgbClr val="192E3B"/>
                </a:solidFill>
                <a:latin typeface="Segoe UI"/>
                <a:ea typeface="Segoe UI"/>
                <a:cs typeface="Segoe UI"/>
              </a:defRPr>
            </a:pPr>
            <a:r>
              <a:rPr sz="1875" b="0">
                <a:solidFill>
                  <a:srgbClr val="192E3B"/>
                </a:solidFill>
                <a:latin typeface="Segoe UI"/>
                <a:ea typeface="Segoe UI"/>
                <a:cs typeface="Segoe UI"/>
              </a:rPr>
              <a:t>Pupil voice: Space, Voice, Audience, Influence.</a:t>
            </a:r>
          </a:p>
          <a:p xmlns:a="http://schemas.openxmlformats.org/drawingml/2006/main">
            <a:pPr>
              <a:buNone/>
              <a:defRPr sz="1875" b="0">
                <a:solidFill>
                  <a:srgbClr val="192E3B"/>
                </a:solidFill>
                <a:latin typeface="Segoe UI"/>
                <a:ea typeface="Segoe UI"/>
                <a:cs typeface="Segoe UI"/>
              </a:defRPr>
            </a:pPr>
            <a:r>
              <a:rPr sz="1875" b="0">
                <a:solidFill>
                  <a:srgbClr val="192E3B"/>
                </a:solidFill>
                <a:latin typeface="Segoe UI"/>
                <a:ea typeface="Segoe UI"/>
                <a:cs typeface="Segoe UI"/>
              </a:rPr>
              <a:t>VF · WS · I · NS · E · R</a:t>
            </a:r>
          </a:p>
          <a:p xmlns:a="http://schemas.openxmlformats.org/drawingml/2006/main">
            <a:pPr>
              <a:buNone/>
              <a:defRPr sz="1875" b="0">
                <a:solidFill>
                  <a:srgbClr val="192E3B"/>
                </a:solidFill>
                <a:latin typeface="Segoe UI"/>
                <a:ea typeface="Segoe UI"/>
                <a:cs typeface="Segoe UI"/>
              </a:defRPr>
            </a:pPr>
            <a:r>
              <a:rPr sz="1875" b="0">
                <a:solidFill>
                  <a:srgbClr val="192E3B"/>
                </a:solidFill>
                <a:latin typeface="Segoe UI"/>
                <a:ea typeface="Segoe UI"/>
                <a:cs typeface="Segoe UI"/>
              </a:rPr>
              <a:t>Capture in the evidence record.</a:t>
            </a:r>
          </a:p>
        </p:txBody>
      </p:sp>
      <p:sp>
        <p:nvSpPr>
          <p:cNvPr id="5" name="cold-call-detail">
            <a:extLst xmlns:a="http://schemas.openxmlformats.org/drawingml/2006/main">
              <a:ext uri="{FF2B5EF4-FFF2-40B4-BE49-F238E27FC236}">
                <a16:creationId xmlns:a16="http://schemas.microsoft.com/office/drawing/2014/main" id="{3040473F-99FF-4B2D-B7FC-AB933D732920}"/>
              </a:ext>
            </a:extLst>
          </p:cNvPr>
          <p:cNvSpPr>
            <a:spLocks xmlns:a="http://schemas.openxmlformats.org/drawingml/2006/main" noGrp="1"/>
          </p:cNvSpPr>
          <p:nvPr/>
        </p:nvSpPr>
        <p:spPr>
          <a:xfrm xmlns:a="http://schemas.openxmlformats.org/drawingml/2006/main">
            <a:off x="533400" y="4000500"/>
            <a:ext cx="11049000" cy="1952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75" b="0">
                <a:solidFill>
                  <a:srgbClr val="192E3B"/>
                </a:solidFill>
                <a:latin typeface="Segoe UI"/>
                <a:ea typeface="Segoe UI"/>
                <a:cs typeface="Segoe UI"/>
              </a:defRPr>
            </a:defPPr>
            <a:lvl1pPr>
              <a:buNone/>
              <a:defRPr sz="1725" b="0">
                <a:solidFill>
                  <a:srgbClr val="192E3B"/>
                </a:solidFill>
                <a:latin typeface="Segoe UI"/>
                <a:ea typeface="Segoe UI"/>
                <a:cs typeface="Segoe UI"/>
              </a:defRPr>
            </a:lvl1pPr>
            <a:lvl2pPr>
              <a:buNone/>
              <a:defRPr sz="1725" b="0">
                <a:solidFill>
                  <a:srgbClr val="192E3B"/>
                </a:solidFill>
                <a:latin typeface="Segoe UI"/>
                <a:ea typeface="Segoe UI"/>
                <a:cs typeface="Segoe UI"/>
              </a:defRPr>
            </a:lvl2pPr>
            <a:lvl3pPr>
              <a:buNone/>
              <a:defRPr sz="1725" b="0">
                <a:solidFill>
                  <a:srgbClr val="192E3B"/>
                </a:solidFill>
                <a:latin typeface="Segoe UI"/>
                <a:ea typeface="Segoe UI"/>
                <a:cs typeface="Segoe UI"/>
              </a:defRPr>
            </a:lvl3pPr>
            <a:lvl4pPr>
              <a:buNone/>
              <a:defRPr sz="1725" b="0">
                <a:solidFill>
                  <a:srgbClr val="192E3B"/>
                </a:solidFill>
                <a:latin typeface="Segoe UI"/>
                <a:ea typeface="Segoe UI"/>
                <a:cs typeface="Segoe UI"/>
              </a:defRPr>
            </a:lvl4pPr>
            <a:lvl5pPr>
              <a:buNone/>
              <a:defRPr sz="1725" b="0">
                <a:solidFill>
                  <a:srgbClr val="192E3B"/>
                </a:solidFill>
                <a:latin typeface="Segoe UI"/>
                <a:ea typeface="Segoe UI"/>
                <a:cs typeface="Segoe UI"/>
              </a:defRPr>
            </a:lvl5pPr>
            <a:lvl6pPr>
              <a:buNone/>
              <a:defRPr sz="1725" b="0">
                <a:solidFill>
                  <a:srgbClr val="192E3B"/>
                </a:solidFill>
                <a:latin typeface="Segoe UI"/>
                <a:ea typeface="Segoe UI"/>
                <a:cs typeface="Segoe UI"/>
              </a:defRPr>
            </a:lvl6pPr>
            <a:lvl7pPr>
              <a:buNone/>
              <a:defRPr sz="1725" b="0">
                <a:solidFill>
                  <a:srgbClr val="192E3B"/>
                </a:solidFill>
                <a:latin typeface="Segoe UI"/>
                <a:ea typeface="Segoe UI"/>
                <a:cs typeface="Segoe UI"/>
              </a:defRPr>
            </a:lvl7pPr>
            <a:lvl8pPr>
              <a:buNone/>
              <a:defRPr sz="1725" b="0">
                <a:solidFill>
                  <a:srgbClr val="192E3B"/>
                </a:solidFill>
                <a:latin typeface="Segoe UI"/>
                <a:ea typeface="Segoe UI"/>
                <a:cs typeface="Segoe UI"/>
              </a:defRPr>
            </a:lvl8pPr>
            <a:lvl9pPr>
              <a:buNone/>
              <a:defRPr sz="1725" b="0">
                <a:solidFill>
                  <a:srgbClr val="192E3B"/>
                </a:solidFill>
                <a:latin typeface="Segoe UI"/>
                <a:ea typeface="Segoe UI"/>
                <a:cs typeface="Segoe UI"/>
              </a:defRPr>
            </a:lvl9pPr>
          </a:lstStyle>
          <a:p xmlns:a="http://schemas.openxmlformats.org/drawingml/2006/main">
            <a:pPr>
              <a:buNone/>
              <a:defRPr sz="1725" b="0">
                <a:solidFill>
                  <a:srgbClr val="192E3B"/>
                </a:solidFill>
                <a:latin typeface="Segoe UI"/>
                <a:ea typeface="Segoe UI"/>
                <a:cs typeface="Segoe UI"/>
              </a:defRPr>
            </a:pPr>
            <a:r>
              <a:rPr sz="1875" b="0">
                <a:solidFill>
                  <a:srgbClr val="192E3B"/>
                </a:solidFill>
                <a:latin typeface="Segoe UI"/>
                <a:ea typeface="Segoe UI"/>
                <a:cs typeface="Segoe UI"/>
              </a:rPr>
              <a:t>1. What if a label is wrong?</a:t>
            </a:r>
          </a:p>
          <a:p xmlns:a="http://schemas.openxmlformats.org/drawingml/2006/main">
            <a:pPr>
              <a:buNone/>
              <a:defRPr sz="1725" b="0">
                <a:solidFill>
                  <a:srgbClr val="192E3B"/>
                </a:solidFill>
                <a:latin typeface="Segoe UI"/>
                <a:ea typeface="Segoe UI"/>
                <a:cs typeface="Segoe UI"/>
              </a:defRPr>
            </a:pPr>
            <a:r>
              <a:rPr sz="1875" b="0">
                <a:solidFill>
                  <a:srgbClr val="192E3B"/>
                </a:solidFill>
                <a:latin typeface="Segoe UI"/>
                <a:ea typeface="Segoe UI"/>
                <a:cs typeface="Segoe UI"/>
              </a:rPr>
              <a:t>2. Which step needs an adult check?</a:t>
            </a:r>
          </a:p>
          <a:p xmlns:a="http://schemas.openxmlformats.org/drawingml/2006/main">
            <a:pPr>
              <a:buNone/>
              <a:defRPr sz="1725" b="0">
                <a:solidFill>
                  <a:srgbClr val="192E3B"/>
                </a:solidFill>
                <a:latin typeface="Segoe UI"/>
                <a:ea typeface="Segoe UI"/>
                <a:cs typeface="Segoe UI"/>
              </a:defRPr>
            </a:pPr>
            <a:r>
              <a:rPr sz="1875" b="0">
                <a:solidFill>
                  <a:srgbClr val="192E3B"/>
                </a:solidFill>
                <a:latin typeface="Segoe UI"/>
                <a:ea typeface="Segoe UI"/>
                <a:cs typeface="Segoe UI"/>
              </a:rPr>
              <a:t>3. How did your own job help?</a:t>
            </a:r>
          </a:p>
        </p:txBody>
      </p:sp>
      <p:sp>
        <p:nvSpPr>
          <p:cNvPr id="6" name="credit">
            <a:extLst xmlns:a="http://schemas.openxmlformats.org/drawingml/2006/main">
              <a:ext uri="{FF2B5EF4-FFF2-40B4-BE49-F238E27FC236}">
                <a16:creationId xmlns:a16="http://schemas.microsoft.com/office/drawing/2014/main" id="{9A76FAFC-8263-416D-BCC0-0CA893B586F6}"/>
              </a:ext>
            </a:extLst>
          </p:cNvPr>
          <p:cNvSpPr>
            <a:spLocks xmlns:a="http://schemas.openxmlformats.org/drawingml/2006/main" noGrp="1"/>
          </p:cNvSpPr>
          <p:nvPr/>
        </p:nvSpPr>
        <p:spPr>
          <a:xfrm xmlns:a="http://schemas.openxmlformats.org/drawingml/2006/main">
            <a:off x="533400" y="6515100"/>
            <a:ext cx="1104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788" b="0">
                <a:solidFill>
                  <a:srgbClr val="566574"/>
                </a:solidFill>
                <a:latin typeface="Segoe UI"/>
                <a:ea typeface="Segoe UI"/>
                <a:cs typeface="Segoe UI"/>
              </a:defRPr>
            </a:defPPr>
            <a:lvl1pPr>
              <a:buNone/>
              <a:defRPr sz="788" b="0">
                <a:solidFill>
                  <a:srgbClr val="566574"/>
                </a:solidFill>
                <a:latin typeface="Segoe UI"/>
                <a:ea typeface="Segoe UI"/>
                <a:cs typeface="Segoe UI"/>
              </a:defRPr>
            </a:lvl1pPr>
            <a:lvl2pPr>
              <a:buNone/>
              <a:defRPr sz="788" b="0">
                <a:solidFill>
                  <a:srgbClr val="566574"/>
                </a:solidFill>
                <a:latin typeface="Segoe UI"/>
                <a:ea typeface="Segoe UI"/>
                <a:cs typeface="Segoe UI"/>
              </a:defRPr>
            </a:lvl2pPr>
            <a:lvl3pPr>
              <a:buNone/>
              <a:defRPr sz="788" b="0">
                <a:solidFill>
                  <a:srgbClr val="566574"/>
                </a:solidFill>
                <a:latin typeface="Segoe UI"/>
                <a:ea typeface="Segoe UI"/>
                <a:cs typeface="Segoe UI"/>
              </a:defRPr>
            </a:lvl3pPr>
            <a:lvl4pPr>
              <a:buNone/>
              <a:defRPr sz="788" b="0">
                <a:solidFill>
                  <a:srgbClr val="566574"/>
                </a:solidFill>
                <a:latin typeface="Segoe UI"/>
                <a:ea typeface="Segoe UI"/>
                <a:cs typeface="Segoe UI"/>
              </a:defRPr>
            </a:lvl4pPr>
            <a:lvl5pPr>
              <a:buNone/>
              <a:defRPr sz="788" b="0">
                <a:solidFill>
                  <a:srgbClr val="566574"/>
                </a:solidFill>
                <a:latin typeface="Segoe UI"/>
                <a:ea typeface="Segoe UI"/>
                <a:cs typeface="Segoe UI"/>
              </a:defRPr>
            </a:lvl5pPr>
            <a:lvl6pPr>
              <a:buNone/>
              <a:defRPr sz="788" b="0">
                <a:solidFill>
                  <a:srgbClr val="566574"/>
                </a:solidFill>
                <a:latin typeface="Segoe UI"/>
                <a:ea typeface="Segoe UI"/>
                <a:cs typeface="Segoe UI"/>
              </a:defRPr>
            </a:lvl6pPr>
            <a:lvl7pPr>
              <a:buNone/>
              <a:defRPr sz="788" b="0">
                <a:solidFill>
                  <a:srgbClr val="566574"/>
                </a:solidFill>
                <a:latin typeface="Segoe UI"/>
                <a:ea typeface="Segoe UI"/>
                <a:cs typeface="Segoe UI"/>
              </a:defRPr>
            </a:lvl7pPr>
            <a:lvl8pPr>
              <a:buNone/>
              <a:defRPr sz="788" b="0">
                <a:solidFill>
                  <a:srgbClr val="566574"/>
                </a:solidFill>
                <a:latin typeface="Segoe UI"/>
                <a:ea typeface="Segoe UI"/>
                <a:cs typeface="Segoe UI"/>
              </a:defRPr>
            </a:lvl8pPr>
            <a:lvl9pPr>
              <a:buNone/>
              <a:defRPr sz="788" b="0">
                <a:solidFill>
                  <a:srgbClr val="566574"/>
                </a:solidFill>
                <a:latin typeface="Segoe UI"/>
                <a:ea typeface="Segoe UI"/>
                <a:cs typeface="Segoe UI"/>
              </a:defRPr>
            </a:lvl9pPr>
          </a:lstStyle>
          <a:p xmlns:a="http://schemas.openxmlformats.org/drawingml/2006/main">
            <a:pPr>
              <a:buNone/>
              <a:defRPr sz="788" b="0">
                <a:solidFill>
                  <a:srgbClr val="566574"/>
                </a:solidFill>
                <a:latin typeface="Segoe UI"/>
                <a:ea typeface="Segoe UI"/>
                <a:cs typeface="Segoe UI"/>
              </a:defRPr>
            </a:pPr>
            <a:r>
              <a:rPr sz="788" b="0">
                <a:solidFill>
                  <a:srgbClr val="566574"/>
                </a:solidFill>
                <a:latin typeface="Segoe UI"/>
                <a:ea typeface="Segoe UI"/>
                <a:cs typeface="Segoe UI"/>
              </a:rPr>
              <a:t>Made by Matt · © Matt Roper · CC BY-NC-SA 4.0: free for classroom use, share and adapt with credit, no resale</a:t>
            </a:r>
          </a:p>
        </p:txBody>
      </p:sp>
      <p:sp>
        <p:nvSpPr>
          <p:cNvPr id="7" name="page-number">
            <a:extLst xmlns:a="http://schemas.openxmlformats.org/drawingml/2006/main">
              <a:ext uri="{FF2B5EF4-FFF2-40B4-BE49-F238E27FC236}">
                <a16:creationId xmlns:a16="http://schemas.microsoft.com/office/drawing/2014/main" id="{D62CCEAC-6B5E-41DB-9AF6-8A70DA725C66}"/>
              </a:ext>
            </a:extLst>
          </p:cNvPr>
          <p:cNvSpPr>
            <a:spLocks xmlns:a="http://schemas.openxmlformats.org/drawingml/2006/main" noGrp="1"/>
          </p:cNvSpPr>
          <p:nvPr/>
        </p:nvSpPr>
        <p:spPr>
          <a:xfrm xmlns:a="http://schemas.openxmlformats.org/drawingml/2006/main">
            <a:off x="11144250" y="62103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buNone/>
              <a:defRPr sz="1050" b="0">
                <a:solidFill>
                  <a:srgbClr val="566574"/>
                </a:solidFill>
                <a:latin typeface="Segoe UI"/>
                <a:ea typeface="Segoe UI"/>
                <a:cs typeface="Segoe UI"/>
              </a:defRPr>
            </a:lvl1pPr>
            <a:lvl2pPr>
              <a:buNone/>
              <a:defRPr sz="1050" b="0">
                <a:solidFill>
                  <a:srgbClr val="566574"/>
                </a:solidFill>
                <a:latin typeface="Segoe UI"/>
                <a:ea typeface="Segoe UI"/>
                <a:cs typeface="Segoe UI"/>
              </a:defRPr>
            </a:lvl2pPr>
            <a:lvl3pPr>
              <a:buNone/>
              <a:defRPr sz="1050" b="0">
                <a:solidFill>
                  <a:srgbClr val="566574"/>
                </a:solidFill>
                <a:latin typeface="Segoe UI"/>
                <a:ea typeface="Segoe UI"/>
                <a:cs typeface="Segoe UI"/>
              </a:defRPr>
            </a:lvl3pPr>
            <a:lvl4pPr>
              <a:buNone/>
              <a:defRPr sz="1050" b="0">
                <a:solidFill>
                  <a:srgbClr val="566574"/>
                </a:solidFill>
                <a:latin typeface="Segoe UI"/>
                <a:ea typeface="Segoe UI"/>
                <a:cs typeface="Segoe UI"/>
              </a:defRPr>
            </a:lvl4pPr>
            <a:lvl5pPr>
              <a:buNone/>
              <a:defRPr sz="1050" b="0">
                <a:solidFill>
                  <a:srgbClr val="566574"/>
                </a:solidFill>
                <a:latin typeface="Segoe UI"/>
                <a:ea typeface="Segoe UI"/>
                <a:cs typeface="Segoe UI"/>
              </a:defRPr>
            </a:lvl5pPr>
            <a:lvl6pPr>
              <a:buNone/>
              <a:defRPr sz="1050" b="0">
                <a:solidFill>
                  <a:srgbClr val="566574"/>
                </a:solidFill>
                <a:latin typeface="Segoe UI"/>
                <a:ea typeface="Segoe UI"/>
                <a:cs typeface="Segoe UI"/>
              </a:defRPr>
            </a:lvl6pPr>
            <a:lvl7pPr>
              <a:buNone/>
              <a:defRPr sz="1050" b="0">
                <a:solidFill>
                  <a:srgbClr val="566574"/>
                </a:solidFill>
                <a:latin typeface="Segoe UI"/>
                <a:ea typeface="Segoe UI"/>
                <a:cs typeface="Segoe UI"/>
              </a:defRPr>
            </a:lvl7pPr>
            <a:lvl8pPr>
              <a:buNone/>
              <a:defRPr sz="1050" b="0">
                <a:solidFill>
                  <a:srgbClr val="566574"/>
                </a:solidFill>
                <a:latin typeface="Segoe UI"/>
                <a:ea typeface="Segoe UI"/>
                <a:cs typeface="Segoe UI"/>
              </a:defRPr>
            </a:lvl8pPr>
            <a:lvl9pPr>
              <a:buNone/>
              <a:defRPr sz="1050" b="0">
                <a:solidFill>
                  <a:srgbClr val="566574"/>
                </a:solidFill>
                <a:latin typeface="Segoe UI"/>
                <a:ea typeface="Segoe UI"/>
                <a:cs typeface="Segoe UI"/>
              </a:defRPr>
            </a:lvl9pPr>
          </a:lstStyle>
          <a:p xmlns:a="http://schemas.openxmlformats.org/drawingml/2006/main">
            <a:pPr>
              <a:buNone/>
              <a:defRPr sz="1050" b="0">
                <a:solidFill>
                  <a:srgbClr val="566574"/>
                </a:solidFill>
                <a:latin typeface="Segoe UI"/>
                <a:ea typeface="Segoe UI"/>
                <a:cs typeface="Segoe UI"/>
              </a:defRPr>
            </a:pPr>
            <a:r>
              <a:rPr sz="1050" b="0">
                <a:solidFill>
                  <a:srgbClr val="566574"/>
                </a:solidFill>
                <a:latin typeface="Segoe UI"/>
                <a:ea typeface="Segoe UI"/>
                <a:cs typeface="Segoe UI"/>
              </a:rPr>
              <a:t>12</a:t>
            </a:r>
          </a:p>
        </p:txBody>
      </p:sp>
    </p:spTree>
    <p:extLst>
      <p:ext uri="{BB962C8B-B14F-4D97-AF65-F5344CB8AC3E}">
        <p14:creationId xmlns:p14="http://schemas.microsoft.com/office/powerpoint/2010/main" val="362387177"/>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lesson-code">
            <a:extLst xmlns:a="http://schemas.openxmlformats.org/drawingml/2006/main">
              <a:ext uri="{FF2B5EF4-FFF2-40B4-BE49-F238E27FC236}">
                <a16:creationId xmlns:a16="http://schemas.microsoft.com/office/drawing/2014/main" id="{1BD13E21-7A4E-5CBA-B942-88A8FAE20A57}"/>
              </a:ext>
            </a:extLst>
          </p:cNvPr>
          <p:cNvSpPr>
            <a:spLocks xmlns:a="http://schemas.openxmlformats.org/drawingml/2006/main" noGrp="1"/>
          </p:cNvSpPr>
          <p:nvPr/>
        </p:nvSpPr>
        <p:spPr>
          <a:xfrm xmlns:a="http://schemas.openxmlformats.org/drawingml/2006/main">
            <a:off x="533400" y="1905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buNone/>
              <a:defRPr sz="1200" b="0">
                <a:solidFill>
                  <a:srgbClr val="566574"/>
                </a:solidFill>
                <a:latin typeface="Segoe UI"/>
                <a:ea typeface="Segoe UI"/>
                <a:cs typeface="Segoe UI"/>
              </a:defRPr>
            </a:lvl1pPr>
            <a:lvl2pPr>
              <a:buNone/>
              <a:defRPr sz="1200" b="0">
                <a:solidFill>
                  <a:srgbClr val="566574"/>
                </a:solidFill>
                <a:latin typeface="Segoe UI"/>
                <a:ea typeface="Segoe UI"/>
                <a:cs typeface="Segoe UI"/>
              </a:defRPr>
            </a:lvl2pPr>
            <a:lvl3pPr>
              <a:buNone/>
              <a:defRPr sz="1200" b="0">
                <a:solidFill>
                  <a:srgbClr val="566574"/>
                </a:solidFill>
                <a:latin typeface="Segoe UI"/>
                <a:ea typeface="Segoe UI"/>
                <a:cs typeface="Segoe UI"/>
              </a:defRPr>
            </a:lvl3pPr>
            <a:lvl4pPr>
              <a:buNone/>
              <a:defRPr sz="1200" b="0">
                <a:solidFill>
                  <a:srgbClr val="566574"/>
                </a:solidFill>
                <a:latin typeface="Segoe UI"/>
                <a:ea typeface="Segoe UI"/>
                <a:cs typeface="Segoe UI"/>
              </a:defRPr>
            </a:lvl4pPr>
            <a:lvl5pPr>
              <a:buNone/>
              <a:defRPr sz="1200" b="0">
                <a:solidFill>
                  <a:srgbClr val="566574"/>
                </a:solidFill>
                <a:latin typeface="Segoe UI"/>
                <a:ea typeface="Segoe UI"/>
                <a:cs typeface="Segoe UI"/>
              </a:defRPr>
            </a:lvl5pPr>
            <a:lvl6pPr>
              <a:buNone/>
              <a:defRPr sz="1200" b="0">
                <a:solidFill>
                  <a:srgbClr val="566574"/>
                </a:solidFill>
                <a:latin typeface="Segoe UI"/>
                <a:ea typeface="Segoe UI"/>
                <a:cs typeface="Segoe UI"/>
              </a:defRPr>
            </a:lvl6pPr>
            <a:lvl7pPr>
              <a:buNone/>
              <a:defRPr sz="1200" b="0">
                <a:solidFill>
                  <a:srgbClr val="566574"/>
                </a:solidFill>
                <a:latin typeface="Segoe UI"/>
                <a:ea typeface="Segoe UI"/>
                <a:cs typeface="Segoe UI"/>
              </a:defRPr>
            </a:lvl7pPr>
            <a:lvl8pPr>
              <a:buNone/>
              <a:defRPr sz="1200" b="0">
                <a:solidFill>
                  <a:srgbClr val="566574"/>
                </a:solidFill>
                <a:latin typeface="Segoe UI"/>
                <a:ea typeface="Segoe UI"/>
                <a:cs typeface="Segoe UI"/>
              </a:defRPr>
            </a:lvl8pPr>
            <a:lvl9pPr>
              <a:buNone/>
              <a:defRPr sz="1200" b="0">
                <a:solidFill>
                  <a:srgbClr val="566574"/>
                </a:solidFill>
                <a:latin typeface="Segoe UI"/>
                <a:ea typeface="Segoe UI"/>
                <a:cs typeface="Segoe UI"/>
              </a:defRPr>
            </a:lvl9pPr>
          </a:lstStyle>
          <a:p xmlns:a="http://schemas.openxmlformats.org/drawingml/2006/main">
            <a:pPr>
              <a:buNone/>
              <a:defRPr sz="1200" b="0">
                <a:solidFill>
                  <a:srgbClr val="566574"/>
                </a:solidFill>
                <a:latin typeface="Segoe UI"/>
                <a:ea typeface="Segoe UI"/>
                <a:cs typeface="Segoe UI"/>
              </a:defRPr>
            </a:pPr>
            <a:r>
              <a:rPr sz="1200" b="0">
                <a:solidFill>
                  <a:srgbClr val="566574"/>
                </a:solidFill>
                <a:latin typeface="Segoe UI"/>
                <a:ea typeface="Segoe UI"/>
                <a:cs typeface="Segoe UI"/>
              </a:rPr>
              <a:t>COMM-GROW-A2-W05  ·  Lesson 10b</a:t>
            </a:r>
          </a:p>
        </p:txBody>
      </p:sp>
      <p:sp>
        <p:nvSpPr>
          <p:cNvPr id="2" name="label">
            <a:extLst xmlns:a="http://schemas.openxmlformats.org/drawingml/2006/main">
              <a:ext uri="{FF2B5EF4-FFF2-40B4-BE49-F238E27FC236}">
                <a16:creationId xmlns:a16="http://schemas.microsoft.com/office/drawing/2014/main" id="{D514D02B-1C8B-54B6-A151-6EED93CC3B25}"/>
              </a:ext>
            </a:extLst>
          </p:cNvPr>
          <p:cNvSpPr>
            <a:spLocks xmlns:a="http://schemas.openxmlformats.org/drawingml/2006/main" noGrp="1"/>
          </p:cNvSpPr>
          <p:nvPr/>
        </p:nvSpPr>
        <p:spPr>
          <a:xfrm xmlns:a="http://schemas.openxmlformats.org/drawingml/2006/main">
            <a:off x="7620000" y="190500"/>
            <a:ext cx="4048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buNone/>
              <a:defRPr sz="1050" b="0">
                <a:solidFill>
                  <a:srgbClr val="566574"/>
                </a:solidFill>
                <a:latin typeface="Segoe UI"/>
                <a:ea typeface="Segoe UI"/>
                <a:cs typeface="Segoe UI"/>
              </a:defRPr>
            </a:lvl1pPr>
            <a:lvl2pPr>
              <a:buNone/>
              <a:defRPr sz="1050" b="0">
                <a:solidFill>
                  <a:srgbClr val="566574"/>
                </a:solidFill>
                <a:latin typeface="Segoe UI"/>
                <a:ea typeface="Segoe UI"/>
                <a:cs typeface="Segoe UI"/>
              </a:defRPr>
            </a:lvl2pPr>
            <a:lvl3pPr>
              <a:buNone/>
              <a:defRPr sz="1050" b="0">
                <a:solidFill>
                  <a:srgbClr val="566574"/>
                </a:solidFill>
                <a:latin typeface="Segoe UI"/>
                <a:ea typeface="Segoe UI"/>
                <a:cs typeface="Segoe UI"/>
              </a:defRPr>
            </a:lvl3pPr>
            <a:lvl4pPr>
              <a:buNone/>
              <a:defRPr sz="1050" b="0">
                <a:solidFill>
                  <a:srgbClr val="566574"/>
                </a:solidFill>
                <a:latin typeface="Segoe UI"/>
                <a:ea typeface="Segoe UI"/>
                <a:cs typeface="Segoe UI"/>
              </a:defRPr>
            </a:lvl4pPr>
            <a:lvl5pPr>
              <a:buNone/>
              <a:defRPr sz="1050" b="0">
                <a:solidFill>
                  <a:srgbClr val="566574"/>
                </a:solidFill>
                <a:latin typeface="Segoe UI"/>
                <a:ea typeface="Segoe UI"/>
                <a:cs typeface="Segoe UI"/>
              </a:defRPr>
            </a:lvl5pPr>
            <a:lvl6pPr>
              <a:buNone/>
              <a:defRPr sz="1050" b="0">
                <a:solidFill>
                  <a:srgbClr val="566574"/>
                </a:solidFill>
                <a:latin typeface="Segoe UI"/>
                <a:ea typeface="Segoe UI"/>
                <a:cs typeface="Segoe UI"/>
              </a:defRPr>
            </a:lvl6pPr>
            <a:lvl7pPr>
              <a:buNone/>
              <a:defRPr sz="1050" b="0">
                <a:solidFill>
                  <a:srgbClr val="566574"/>
                </a:solidFill>
                <a:latin typeface="Segoe UI"/>
                <a:ea typeface="Segoe UI"/>
                <a:cs typeface="Segoe UI"/>
              </a:defRPr>
            </a:lvl7pPr>
            <a:lvl8pPr>
              <a:buNone/>
              <a:defRPr sz="1050" b="0">
                <a:solidFill>
                  <a:srgbClr val="566574"/>
                </a:solidFill>
                <a:latin typeface="Segoe UI"/>
                <a:ea typeface="Segoe UI"/>
                <a:cs typeface="Segoe UI"/>
              </a:defRPr>
            </a:lvl8pPr>
            <a:lvl9pPr>
              <a:buNone/>
              <a:defRPr sz="1050" b="0">
                <a:solidFill>
                  <a:srgbClr val="566574"/>
                </a:solidFill>
                <a:latin typeface="Segoe UI"/>
                <a:ea typeface="Segoe UI"/>
                <a:cs typeface="Segoe UI"/>
              </a:defRPr>
            </a:lvl9pPr>
          </a:lstStyle>
          <a:p xmlns:a="http://schemas.openxmlformats.org/drawingml/2006/main">
            <a:pPr>
              <a:buNone/>
              <a:defRPr sz="1050" b="0">
                <a:solidFill>
                  <a:srgbClr val="566574"/>
                </a:solidFill>
                <a:latin typeface="Segoe UI"/>
                <a:ea typeface="Segoe UI"/>
                <a:cs typeface="Segoe UI"/>
              </a:defRPr>
            </a:pPr>
            <a:r>
              <a:rPr sz="1200" b="0">
                <a:solidFill>
                  <a:srgbClr val="566574"/>
                </a:solidFill>
                <a:latin typeface="Segoe UI"/>
                <a:ea typeface="Segoe UI"/>
                <a:cs typeface="Segoe UI"/>
              </a:rPr>
              <a:t>Public edition · Year A</a:t>
            </a:r>
          </a:p>
        </p:txBody>
      </p:sp>
      <p:sp>
        <p:nvSpPr>
          <p:cNvPr id="3" name="stage-title">
            <a:extLst xmlns:a="http://schemas.openxmlformats.org/drawingml/2006/main">
              <a:ext uri="{FF2B5EF4-FFF2-40B4-BE49-F238E27FC236}">
                <a16:creationId xmlns:a16="http://schemas.microsoft.com/office/drawing/2014/main" id="{B75E21DE-ECBC-55E5-AD0F-92E4EDFC19E3}"/>
              </a:ext>
            </a:extLst>
          </p:cNvPr>
          <p:cNvSpPr>
            <a:spLocks xmlns:a="http://schemas.openxmlformats.org/drawingml/2006/main" noGrp="1"/>
          </p:cNvSpPr>
          <p:nvPr/>
        </p:nvSpPr>
        <p:spPr>
          <a:xfrm xmlns:a="http://schemas.openxmlformats.org/drawingml/2006/main">
            <a:off x="533400" y="590550"/>
            <a:ext cx="11029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3300" b="1">
                <a:solidFill>
                  <a:srgbClr val="345D70"/>
                </a:solidFill>
                <a:latin typeface="Segoe UI"/>
                <a:ea typeface="Segoe UI"/>
                <a:cs typeface="Segoe UI"/>
              </a:defRPr>
            </a:defPPr>
            <a:lvl1pPr>
              <a:buNone/>
              <a:defRPr sz="3225" b="1">
                <a:solidFill>
                  <a:srgbClr val="345D70"/>
                </a:solidFill>
                <a:latin typeface="Segoe UI"/>
                <a:ea typeface="Segoe UI"/>
                <a:cs typeface="Segoe UI"/>
              </a:defRPr>
            </a:lvl1pPr>
            <a:lvl2pPr>
              <a:buNone/>
              <a:defRPr sz="3225" b="1">
                <a:solidFill>
                  <a:srgbClr val="345D70"/>
                </a:solidFill>
                <a:latin typeface="Segoe UI"/>
                <a:ea typeface="Segoe UI"/>
                <a:cs typeface="Segoe UI"/>
              </a:defRPr>
            </a:lvl2pPr>
            <a:lvl3pPr>
              <a:buNone/>
              <a:defRPr sz="3225" b="1">
                <a:solidFill>
                  <a:srgbClr val="345D70"/>
                </a:solidFill>
                <a:latin typeface="Segoe UI"/>
                <a:ea typeface="Segoe UI"/>
                <a:cs typeface="Segoe UI"/>
              </a:defRPr>
            </a:lvl3pPr>
            <a:lvl4pPr>
              <a:buNone/>
              <a:defRPr sz="3225" b="1">
                <a:solidFill>
                  <a:srgbClr val="345D70"/>
                </a:solidFill>
                <a:latin typeface="Segoe UI"/>
                <a:ea typeface="Segoe UI"/>
                <a:cs typeface="Segoe UI"/>
              </a:defRPr>
            </a:lvl4pPr>
            <a:lvl5pPr>
              <a:buNone/>
              <a:defRPr sz="3225" b="1">
                <a:solidFill>
                  <a:srgbClr val="345D70"/>
                </a:solidFill>
                <a:latin typeface="Segoe UI"/>
                <a:ea typeface="Segoe UI"/>
                <a:cs typeface="Segoe UI"/>
              </a:defRPr>
            </a:lvl5pPr>
            <a:lvl6pPr>
              <a:buNone/>
              <a:defRPr sz="3225" b="1">
                <a:solidFill>
                  <a:srgbClr val="345D70"/>
                </a:solidFill>
                <a:latin typeface="Segoe UI"/>
                <a:ea typeface="Segoe UI"/>
                <a:cs typeface="Segoe UI"/>
              </a:defRPr>
            </a:lvl6pPr>
            <a:lvl7pPr>
              <a:buNone/>
              <a:defRPr sz="3225" b="1">
                <a:solidFill>
                  <a:srgbClr val="345D70"/>
                </a:solidFill>
                <a:latin typeface="Segoe UI"/>
                <a:ea typeface="Segoe UI"/>
                <a:cs typeface="Segoe UI"/>
              </a:defRPr>
            </a:lvl7pPr>
            <a:lvl8pPr>
              <a:buNone/>
              <a:defRPr sz="3225" b="1">
                <a:solidFill>
                  <a:srgbClr val="345D70"/>
                </a:solidFill>
                <a:latin typeface="Segoe UI"/>
                <a:ea typeface="Segoe UI"/>
                <a:cs typeface="Segoe UI"/>
              </a:defRPr>
            </a:lvl8pPr>
            <a:lvl9pPr>
              <a:buNone/>
              <a:defRPr sz="3225" b="1">
                <a:solidFill>
                  <a:srgbClr val="345D70"/>
                </a:solidFill>
                <a:latin typeface="Segoe UI"/>
                <a:ea typeface="Segoe UI"/>
                <a:cs typeface="Segoe UI"/>
              </a:defRPr>
            </a:lvl9pPr>
          </a:lstStyle>
          <a:p xmlns:a="http://schemas.openxmlformats.org/drawingml/2006/main">
            <a:pPr>
              <a:buNone/>
              <a:defRPr sz="3225" b="1">
                <a:solidFill>
                  <a:srgbClr val="345D70"/>
                </a:solidFill>
                <a:latin typeface="Segoe UI"/>
                <a:ea typeface="Segoe UI"/>
                <a:cs typeface="Segoe UI"/>
              </a:defRPr>
            </a:pPr>
            <a:r>
              <a:rPr sz="3300" b="1">
                <a:solidFill>
                  <a:srgbClr val="345D70"/>
                </a:solidFill>
                <a:latin typeface="Segoe UI"/>
                <a:ea typeface="Segoe UI"/>
                <a:cs typeface="Segoe UI"/>
              </a:rPr>
              <a:t>Sale day run sheet</a:t>
            </a:r>
          </a:p>
        </p:txBody>
      </p:sp>
      <p:sp>
        <p:nvSpPr>
          <p:cNvPr id="4" name="big-question">
            <a:extLst xmlns:a="http://schemas.openxmlformats.org/drawingml/2006/main">
              <a:ext uri="{FF2B5EF4-FFF2-40B4-BE49-F238E27FC236}">
                <a16:creationId xmlns:a16="http://schemas.microsoft.com/office/drawing/2014/main" id="{ABCE60EB-52FF-57DC-98C4-0541A0E97D15}"/>
              </a:ext>
            </a:extLst>
          </p:cNvPr>
          <p:cNvSpPr>
            <a:spLocks xmlns:a="http://schemas.openxmlformats.org/drawingml/2006/main" noGrp="1"/>
          </p:cNvSpPr>
          <p:nvPr/>
        </p:nvSpPr>
        <p:spPr>
          <a:xfrm xmlns:a="http://schemas.openxmlformats.org/drawingml/2006/main">
            <a:off x="533400" y="2000250"/>
            <a:ext cx="8953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3600" b="1">
                <a:solidFill>
                  <a:srgbClr val="192E3B"/>
                </a:solidFill>
                <a:latin typeface="Segoe UI"/>
                <a:ea typeface="Segoe UI"/>
                <a:cs typeface="Segoe UI"/>
              </a:defRPr>
            </a:defPPr>
            <a:lvl1pPr>
              <a:buNone/>
              <a:defRPr sz="3600" b="1">
                <a:solidFill>
                  <a:srgbClr val="192E3B"/>
                </a:solidFill>
                <a:latin typeface="Segoe UI"/>
                <a:ea typeface="Segoe UI"/>
                <a:cs typeface="Segoe UI"/>
              </a:defRPr>
            </a:lvl1pPr>
            <a:lvl2pPr>
              <a:buNone/>
              <a:defRPr sz="3600" b="1">
                <a:solidFill>
                  <a:srgbClr val="192E3B"/>
                </a:solidFill>
                <a:latin typeface="Segoe UI"/>
                <a:ea typeface="Segoe UI"/>
                <a:cs typeface="Segoe UI"/>
              </a:defRPr>
            </a:lvl2pPr>
            <a:lvl3pPr>
              <a:buNone/>
              <a:defRPr sz="3600" b="1">
                <a:solidFill>
                  <a:srgbClr val="192E3B"/>
                </a:solidFill>
                <a:latin typeface="Segoe UI"/>
                <a:ea typeface="Segoe UI"/>
                <a:cs typeface="Segoe UI"/>
              </a:defRPr>
            </a:lvl3pPr>
            <a:lvl4pPr>
              <a:buNone/>
              <a:defRPr sz="3600" b="1">
                <a:solidFill>
                  <a:srgbClr val="192E3B"/>
                </a:solidFill>
                <a:latin typeface="Segoe UI"/>
                <a:ea typeface="Segoe UI"/>
                <a:cs typeface="Segoe UI"/>
              </a:defRPr>
            </a:lvl4pPr>
            <a:lvl5pPr>
              <a:buNone/>
              <a:defRPr sz="3600" b="1">
                <a:solidFill>
                  <a:srgbClr val="192E3B"/>
                </a:solidFill>
                <a:latin typeface="Segoe UI"/>
                <a:ea typeface="Segoe UI"/>
                <a:cs typeface="Segoe UI"/>
              </a:defRPr>
            </a:lvl5pPr>
            <a:lvl6pPr>
              <a:buNone/>
              <a:defRPr sz="3600" b="1">
                <a:solidFill>
                  <a:srgbClr val="192E3B"/>
                </a:solidFill>
                <a:latin typeface="Segoe UI"/>
                <a:ea typeface="Segoe UI"/>
                <a:cs typeface="Segoe UI"/>
              </a:defRPr>
            </a:lvl6pPr>
            <a:lvl7pPr>
              <a:buNone/>
              <a:defRPr sz="3600" b="1">
                <a:solidFill>
                  <a:srgbClr val="192E3B"/>
                </a:solidFill>
                <a:latin typeface="Segoe UI"/>
                <a:ea typeface="Segoe UI"/>
                <a:cs typeface="Segoe UI"/>
              </a:defRPr>
            </a:lvl7pPr>
            <a:lvl8pPr>
              <a:buNone/>
              <a:defRPr sz="3600" b="1">
                <a:solidFill>
                  <a:srgbClr val="192E3B"/>
                </a:solidFill>
                <a:latin typeface="Segoe UI"/>
                <a:ea typeface="Segoe UI"/>
                <a:cs typeface="Segoe UI"/>
              </a:defRPr>
            </a:lvl8pPr>
            <a:lvl9pPr>
              <a:buNone/>
              <a:defRPr sz="3600" b="1">
                <a:solidFill>
                  <a:srgbClr val="192E3B"/>
                </a:solidFill>
                <a:latin typeface="Segoe UI"/>
                <a:ea typeface="Segoe UI"/>
                <a:cs typeface="Segoe UI"/>
              </a:defRPr>
            </a:lvl9pPr>
          </a:lstStyle>
          <a:p xmlns:a="http://schemas.openxmlformats.org/drawingml/2006/main">
            <a:pPr>
              <a:buNone/>
              <a:defRPr sz="3600" b="1">
                <a:solidFill>
                  <a:srgbClr val="192E3B"/>
                </a:solidFill>
                <a:latin typeface="Segoe UI"/>
                <a:ea typeface="Segoe UI"/>
                <a:cs typeface="Segoe UI"/>
              </a:defRPr>
            </a:pPr>
            <a:r>
              <a:rPr sz="3600" b="1">
                <a:solidFill>
                  <a:srgbClr val="192E3B"/>
                </a:solidFill>
                <a:latin typeface="Segoe UI"/>
                <a:ea typeface="Segoe UI"/>
                <a:cs typeface="Segoe UI"/>
              </a:rPr>
              <a:t>How will I help our sale run well?</a:t>
            </a:r>
          </a:p>
        </p:txBody>
      </p:sp>
      <p:sp>
        <p:nvSpPr>
          <p:cNvPr id="5" name="purpose">
            <a:extLst xmlns:a="http://schemas.openxmlformats.org/drawingml/2006/main">
              <a:ext uri="{FF2B5EF4-FFF2-40B4-BE49-F238E27FC236}">
                <a16:creationId xmlns:a16="http://schemas.microsoft.com/office/drawing/2014/main" id="{4C1F7E55-9F3E-570D-B786-C174DF923F08}"/>
              </a:ext>
            </a:extLst>
          </p:cNvPr>
          <p:cNvSpPr>
            <a:spLocks xmlns:a="http://schemas.openxmlformats.org/drawingml/2006/main" noGrp="1"/>
          </p:cNvSpPr>
          <p:nvPr/>
        </p:nvSpPr>
        <p:spPr>
          <a:xfrm xmlns:a="http://schemas.openxmlformats.org/drawingml/2006/main">
            <a:off x="533400" y="3810000"/>
            <a:ext cx="9144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700" b="0">
                <a:solidFill>
                  <a:srgbClr val="192E3B"/>
                </a:solidFill>
                <a:latin typeface="Segoe UI"/>
                <a:ea typeface="Segoe UI"/>
                <a:cs typeface="Segoe UI"/>
              </a:defRPr>
            </a:defPPr>
            <a:lvl1pPr>
              <a:buNone/>
              <a:defRPr sz="2550" b="0">
                <a:solidFill>
                  <a:srgbClr val="192E3B"/>
                </a:solidFill>
                <a:latin typeface="Segoe UI"/>
                <a:ea typeface="Segoe UI"/>
                <a:cs typeface="Segoe UI"/>
              </a:defRPr>
            </a:lvl1pPr>
            <a:lvl2pPr>
              <a:buNone/>
              <a:defRPr sz="2550" b="0">
                <a:solidFill>
                  <a:srgbClr val="192E3B"/>
                </a:solidFill>
                <a:latin typeface="Segoe UI"/>
                <a:ea typeface="Segoe UI"/>
                <a:cs typeface="Segoe UI"/>
              </a:defRPr>
            </a:lvl2pPr>
            <a:lvl3pPr>
              <a:buNone/>
              <a:defRPr sz="2550" b="0">
                <a:solidFill>
                  <a:srgbClr val="192E3B"/>
                </a:solidFill>
                <a:latin typeface="Segoe UI"/>
                <a:ea typeface="Segoe UI"/>
                <a:cs typeface="Segoe UI"/>
              </a:defRPr>
            </a:lvl3pPr>
            <a:lvl4pPr>
              <a:buNone/>
              <a:defRPr sz="2550" b="0">
                <a:solidFill>
                  <a:srgbClr val="192E3B"/>
                </a:solidFill>
                <a:latin typeface="Segoe UI"/>
                <a:ea typeface="Segoe UI"/>
                <a:cs typeface="Segoe UI"/>
              </a:defRPr>
            </a:lvl4pPr>
            <a:lvl5pPr>
              <a:buNone/>
              <a:defRPr sz="2550" b="0">
                <a:solidFill>
                  <a:srgbClr val="192E3B"/>
                </a:solidFill>
                <a:latin typeface="Segoe UI"/>
                <a:ea typeface="Segoe UI"/>
                <a:cs typeface="Segoe UI"/>
              </a:defRPr>
            </a:lvl5pPr>
            <a:lvl6pPr>
              <a:buNone/>
              <a:defRPr sz="2550" b="0">
                <a:solidFill>
                  <a:srgbClr val="192E3B"/>
                </a:solidFill>
                <a:latin typeface="Segoe UI"/>
                <a:ea typeface="Segoe UI"/>
                <a:cs typeface="Segoe UI"/>
              </a:defRPr>
            </a:lvl6pPr>
            <a:lvl7pPr>
              <a:buNone/>
              <a:defRPr sz="2550" b="0">
                <a:solidFill>
                  <a:srgbClr val="192E3B"/>
                </a:solidFill>
                <a:latin typeface="Segoe UI"/>
                <a:ea typeface="Segoe UI"/>
                <a:cs typeface="Segoe UI"/>
              </a:defRPr>
            </a:lvl7pPr>
            <a:lvl8pPr>
              <a:buNone/>
              <a:defRPr sz="2550" b="0">
                <a:solidFill>
                  <a:srgbClr val="192E3B"/>
                </a:solidFill>
                <a:latin typeface="Segoe UI"/>
                <a:ea typeface="Segoe UI"/>
                <a:cs typeface="Segoe UI"/>
              </a:defRPr>
            </a:lvl8pPr>
            <a:lvl9pPr>
              <a:buNone/>
              <a:defRPr sz="2550" b="0">
                <a:solidFill>
                  <a:srgbClr val="192E3B"/>
                </a:solidFill>
                <a:latin typeface="Segoe UI"/>
                <a:ea typeface="Segoe UI"/>
                <a:cs typeface="Segoe UI"/>
              </a:defRPr>
            </a:lvl9pPr>
          </a:lstStyle>
          <a:p xmlns:a="http://schemas.openxmlformats.org/drawingml/2006/main">
            <a:pPr>
              <a:buNone/>
              <a:defRPr sz="2550" b="0">
                <a:solidFill>
                  <a:srgbClr val="192E3B"/>
                </a:solidFill>
                <a:latin typeface="Segoe UI"/>
                <a:ea typeface="Segoe UI"/>
                <a:cs typeface="Segoe UI"/>
              </a:defRPr>
            </a:pPr>
            <a:r>
              <a:rPr sz="2700" b="0">
                <a:solidFill>
                  <a:srgbClr val="192E3B"/>
                </a:solidFill>
                <a:latin typeface="Segoe UI"/>
                <a:ea typeface="Segoe UI"/>
                <a:cs typeface="Segoe UI"/>
              </a:rPr>
              <a:t>Use your role card. Ask for help when you need it.</a:t>
            </a:r>
          </a:p>
        </p:txBody>
      </p:sp>
      <p:pic>
        <p:nvPicPr>
          <p:cNvPr id="6" name="picture-cue-1">
            <a:extLst xmlns:a="http://schemas.openxmlformats.org/drawingml/2006/main">
              <a:ext uri="{FF2B5EF4-FFF2-40B4-BE49-F238E27FC236}">
                <a16:creationId xmlns:a16="http://schemas.microsoft.com/office/drawing/2014/main" id="{8FF6466E-962D-4671-96DD-3C0ED8D2CCBF}"/>
              </a:ext>
            </a:extLst>
          </p:cNvPr>
          <p:cNvPicPr>
            <a:picLocks xmlns:a="http://schemas.openxmlformats.org/drawingml/2006/main" noChangeAspect="1"/>
          </p:cNvPicPr>
          <p:nvPr/>
        </p:nvPicPr>
        <p:blipFill>
          <a:blip xmlns:r="http://schemas.openxmlformats.org/officeDocument/2006/relationships" xmlns:a="http://schemas.openxmlformats.org/drawingml/2006/main" r:embed="R005ea8ec15344bf6"/>
          <a:stretch xmlns:a="http://schemas.openxmlformats.org/drawingml/2006/main"/>
        </p:blipFill>
        <p:spPr>
          <a:xfrm xmlns:a="http://schemas.openxmlformats.org/drawingml/2006/main">
            <a:off x="10001250" y="2286000"/>
            <a:ext cx="1238250" cy="1238250"/>
          </a:xfrm>
          <a:prstGeom xmlns:a="http://schemas.openxmlformats.org/drawingml/2006/main" prst="rect">
            <a:avLst/>
          </a:prstGeom>
        </p:spPr>
      </p:pic>
      <p:sp>
        <p:nvSpPr>
          <p:cNvPr id="7" name="date">
            <a:extLst xmlns:a="http://schemas.openxmlformats.org/drawingml/2006/main">
              <a:ext uri="{FF2B5EF4-FFF2-40B4-BE49-F238E27FC236}">
                <a16:creationId xmlns:a16="http://schemas.microsoft.com/office/drawing/2014/main" id="{61FEBF04-EA2D-5158-AA2C-2AF7C3625164}"/>
              </a:ext>
            </a:extLst>
          </p:cNvPr>
          <p:cNvSpPr>
            <a:spLocks xmlns:a="http://schemas.openxmlformats.org/drawingml/2006/main" noGrp="1"/>
          </p:cNvSpPr>
          <p:nvPr/>
        </p:nvSpPr>
        <p:spPr>
          <a:xfrm xmlns:a="http://schemas.openxmlformats.org/drawingml/2006/main">
            <a:off x="533400" y="5429250"/>
            <a:ext cx="104775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75" b="0">
                <a:solidFill>
                  <a:srgbClr val="566574"/>
                </a:solidFill>
                <a:latin typeface="Segoe UI"/>
                <a:ea typeface="Segoe UI"/>
                <a:cs typeface="Segoe UI"/>
              </a:defRPr>
            </a:defPPr>
            <a:lvl1pPr>
              <a:buNone/>
              <a:defRPr sz="1800" b="0">
                <a:solidFill>
                  <a:srgbClr val="566574"/>
                </a:solidFill>
                <a:latin typeface="Segoe UI"/>
                <a:ea typeface="Segoe UI"/>
                <a:cs typeface="Segoe UI"/>
              </a:defRPr>
            </a:lvl1pPr>
            <a:lvl2pPr>
              <a:buNone/>
              <a:defRPr sz="1800" b="0">
                <a:solidFill>
                  <a:srgbClr val="566574"/>
                </a:solidFill>
                <a:latin typeface="Segoe UI"/>
                <a:ea typeface="Segoe UI"/>
                <a:cs typeface="Segoe UI"/>
              </a:defRPr>
            </a:lvl2pPr>
            <a:lvl3pPr>
              <a:buNone/>
              <a:defRPr sz="1800" b="0">
                <a:solidFill>
                  <a:srgbClr val="566574"/>
                </a:solidFill>
                <a:latin typeface="Segoe UI"/>
                <a:ea typeface="Segoe UI"/>
                <a:cs typeface="Segoe UI"/>
              </a:defRPr>
            </a:lvl3pPr>
            <a:lvl4pPr>
              <a:buNone/>
              <a:defRPr sz="1800" b="0">
                <a:solidFill>
                  <a:srgbClr val="566574"/>
                </a:solidFill>
                <a:latin typeface="Segoe UI"/>
                <a:ea typeface="Segoe UI"/>
                <a:cs typeface="Segoe UI"/>
              </a:defRPr>
            </a:lvl4pPr>
            <a:lvl5pPr>
              <a:buNone/>
              <a:defRPr sz="1800" b="0">
                <a:solidFill>
                  <a:srgbClr val="566574"/>
                </a:solidFill>
                <a:latin typeface="Segoe UI"/>
                <a:ea typeface="Segoe UI"/>
                <a:cs typeface="Segoe UI"/>
              </a:defRPr>
            </a:lvl5pPr>
            <a:lvl6pPr>
              <a:buNone/>
              <a:defRPr sz="1800" b="0">
                <a:solidFill>
                  <a:srgbClr val="566574"/>
                </a:solidFill>
                <a:latin typeface="Segoe UI"/>
                <a:ea typeface="Segoe UI"/>
                <a:cs typeface="Segoe UI"/>
              </a:defRPr>
            </a:lvl6pPr>
            <a:lvl7pPr>
              <a:buNone/>
              <a:defRPr sz="1800" b="0">
                <a:solidFill>
                  <a:srgbClr val="566574"/>
                </a:solidFill>
                <a:latin typeface="Segoe UI"/>
                <a:ea typeface="Segoe UI"/>
                <a:cs typeface="Segoe UI"/>
              </a:defRPr>
            </a:lvl7pPr>
            <a:lvl8pPr>
              <a:buNone/>
              <a:defRPr sz="1800" b="0">
                <a:solidFill>
                  <a:srgbClr val="566574"/>
                </a:solidFill>
                <a:latin typeface="Segoe UI"/>
                <a:ea typeface="Segoe UI"/>
                <a:cs typeface="Segoe UI"/>
              </a:defRPr>
            </a:lvl8pPr>
            <a:lvl9pPr>
              <a:buNone/>
              <a:defRPr sz="1800" b="0">
                <a:solidFill>
                  <a:srgbClr val="566574"/>
                </a:solidFill>
                <a:latin typeface="Segoe UI"/>
                <a:ea typeface="Segoe UI"/>
                <a:cs typeface="Segoe UI"/>
              </a:defRPr>
            </a:lvl9pPr>
          </a:lstStyle>
          <a:p xmlns:a="http://schemas.openxmlformats.org/drawingml/2006/main">
            <a:pPr>
              <a:buNone/>
              <a:defRPr sz="1800" b="0">
                <a:solidFill>
                  <a:srgbClr val="566574"/>
                </a:solidFill>
                <a:latin typeface="Segoe UI"/>
                <a:ea typeface="Segoe UI"/>
                <a:cs typeface="Segoe UI"/>
              </a:defRPr>
            </a:pPr>
            <a:r>
              <a:rPr sz="1875" b="0">
                <a:solidFill>
                  <a:srgbClr val="566574"/>
                </a:solidFill>
                <a:latin typeface="Segoe UI"/>
                <a:ea typeface="Segoe UI"/>
                <a:cs typeface="Segoe UI"/>
              </a:rPr>
              <a:t>Thursday 3 December 2026 · P6 13:30–14:10</a:t>
            </a:r>
          </a:p>
        </p:txBody>
      </p:sp>
      <p:sp>
        <p:nvSpPr>
          <p:cNvPr id="8" name="credit">
            <a:extLst xmlns:a="http://schemas.openxmlformats.org/drawingml/2006/main">
              <a:ext uri="{FF2B5EF4-FFF2-40B4-BE49-F238E27FC236}">
                <a16:creationId xmlns:a16="http://schemas.microsoft.com/office/drawing/2014/main" id="{22AE0E66-8175-5C70-B69A-5E02F0BAF4C3}"/>
              </a:ext>
            </a:extLst>
          </p:cNvPr>
          <p:cNvSpPr>
            <a:spLocks xmlns:a="http://schemas.openxmlformats.org/drawingml/2006/main" noGrp="1"/>
          </p:cNvSpPr>
          <p:nvPr/>
        </p:nvSpPr>
        <p:spPr>
          <a:xfrm xmlns:a="http://schemas.openxmlformats.org/drawingml/2006/main">
            <a:off x="533400" y="6515100"/>
            <a:ext cx="1104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788" b="0">
                <a:solidFill>
                  <a:srgbClr val="566574"/>
                </a:solidFill>
                <a:latin typeface="Segoe UI"/>
                <a:ea typeface="Segoe UI"/>
                <a:cs typeface="Segoe UI"/>
              </a:defRPr>
            </a:defPPr>
            <a:lvl1pPr>
              <a:buNone/>
              <a:defRPr sz="788" b="0">
                <a:solidFill>
                  <a:srgbClr val="566574"/>
                </a:solidFill>
                <a:latin typeface="Segoe UI"/>
                <a:ea typeface="Segoe UI"/>
                <a:cs typeface="Segoe UI"/>
              </a:defRPr>
            </a:lvl1pPr>
            <a:lvl2pPr>
              <a:buNone/>
              <a:defRPr sz="788" b="0">
                <a:solidFill>
                  <a:srgbClr val="566574"/>
                </a:solidFill>
                <a:latin typeface="Segoe UI"/>
                <a:ea typeface="Segoe UI"/>
                <a:cs typeface="Segoe UI"/>
              </a:defRPr>
            </a:lvl2pPr>
            <a:lvl3pPr>
              <a:buNone/>
              <a:defRPr sz="788" b="0">
                <a:solidFill>
                  <a:srgbClr val="566574"/>
                </a:solidFill>
                <a:latin typeface="Segoe UI"/>
                <a:ea typeface="Segoe UI"/>
                <a:cs typeface="Segoe UI"/>
              </a:defRPr>
            </a:lvl3pPr>
            <a:lvl4pPr>
              <a:buNone/>
              <a:defRPr sz="788" b="0">
                <a:solidFill>
                  <a:srgbClr val="566574"/>
                </a:solidFill>
                <a:latin typeface="Segoe UI"/>
                <a:ea typeface="Segoe UI"/>
                <a:cs typeface="Segoe UI"/>
              </a:defRPr>
            </a:lvl4pPr>
            <a:lvl5pPr>
              <a:buNone/>
              <a:defRPr sz="788" b="0">
                <a:solidFill>
                  <a:srgbClr val="566574"/>
                </a:solidFill>
                <a:latin typeface="Segoe UI"/>
                <a:ea typeface="Segoe UI"/>
                <a:cs typeface="Segoe UI"/>
              </a:defRPr>
            </a:lvl5pPr>
            <a:lvl6pPr>
              <a:buNone/>
              <a:defRPr sz="788" b="0">
                <a:solidFill>
                  <a:srgbClr val="566574"/>
                </a:solidFill>
                <a:latin typeface="Segoe UI"/>
                <a:ea typeface="Segoe UI"/>
                <a:cs typeface="Segoe UI"/>
              </a:defRPr>
            </a:lvl6pPr>
            <a:lvl7pPr>
              <a:buNone/>
              <a:defRPr sz="788" b="0">
                <a:solidFill>
                  <a:srgbClr val="566574"/>
                </a:solidFill>
                <a:latin typeface="Segoe UI"/>
                <a:ea typeface="Segoe UI"/>
                <a:cs typeface="Segoe UI"/>
              </a:defRPr>
            </a:lvl7pPr>
            <a:lvl8pPr>
              <a:buNone/>
              <a:defRPr sz="788" b="0">
                <a:solidFill>
                  <a:srgbClr val="566574"/>
                </a:solidFill>
                <a:latin typeface="Segoe UI"/>
                <a:ea typeface="Segoe UI"/>
                <a:cs typeface="Segoe UI"/>
              </a:defRPr>
            </a:lvl8pPr>
            <a:lvl9pPr>
              <a:buNone/>
              <a:defRPr sz="788" b="0">
                <a:solidFill>
                  <a:srgbClr val="566574"/>
                </a:solidFill>
                <a:latin typeface="Segoe UI"/>
                <a:ea typeface="Segoe UI"/>
                <a:cs typeface="Segoe UI"/>
              </a:defRPr>
            </a:lvl9pPr>
          </a:lstStyle>
          <a:p xmlns:a="http://schemas.openxmlformats.org/drawingml/2006/main">
            <a:pPr>
              <a:buNone/>
              <a:defRPr sz="788" b="0">
                <a:solidFill>
                  <a:srgbClr val="566574"/>
                </a:solidFill>
                <a:latin typeface="Segoe UI"/>
                <a:ea typeface="Segoe UI"/>
                <a:cs typeface="Segoe UI"/>
              </a:defRPr>
            </a:pPr>
            <a:r>
              <a:rPr sz="788" b="0">
                <a:solidFill>
                  <a:srgbClr val="566574"/>
                </a:solidFill>
                <a:latin typeface="Segoe UI"/>
                <a:ea typeface="Segoe UI"/>
                <a:cs typeface="Segoe UI"/>
              </a:rPr>
              <a:t>Made by Matt · © Matt Roper · CC BY-NC-SA 4.0: free for classroom use, share and adapt with credit, no resale</a:t>
            </a:r>
          </a:p>
        </p:txBody>
      </p:sp>
      <p:sp>
        <p:nvSpPr>
          <p:cNvPr id="9" name="page-number">
            <a:extLst xmlns:a="http://schemas.openxmlformats.org/drawingml/2006/main">
              <a:ext uri="{FF2B5EF4-FFF2-40B4-BE49-F238E27FC236}">
                <a16:creationId xmlns:a16="http://schemas.microsoft.com/office/drawing/2014/main" id="{6A39E32F-FB4B-5E27-9515-82A5D2B2D297}"/>
              </a:ext>
            </a:extLst>
          </p:cNvPr>
          <p:cNvSpPr>
            <a:spLocks xmlns:a="http://schemas.openxmlformats.org/drawingml/2006/main" noGrp="1"/>
          </p:cNvSpPr>
          <p:nvPr/>
        </p:nvSpPr>
        <p:spPr>
          <a:xfrm xmlns:a="http://schemas.openxmlformats.org/drawingml/2006/main">
            <a:off x="11144250" y="62103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buNone/>
              <a:defRPr sz="1050" b="0">
                <a:solidFill>
                  <a:srgbClr val="566574"/>
                </a:solidFill>
                <a:latin typeface="Segoe UI"/>
                <a:ea typeface="Segoe UI"/>
                <a:cs typeface="Segoe UI"/>
              </a:defRPr>
            </a:lvl1pPr>
            <a:lvl2pPr>
              <a:buNone/>
              <a:defRPr sz="1050" b="0">
                <a:solidFill>
                  <a:srgbClr val="566574"/>
                </a:solidFill>
                <a:latin typeface="Segoe UI"/>
                <a:ea typeface="Segoe UI"/>
                <a:cs typeface="Segoe UI"/>
              </a:defRPr>
            </a:lvl2pPr>
            <a:lvl3pPr>
              <a:buNone/>
              <a:defRPr sz="1050" b="0">
                <a:solidFill>
                  <a:srgbClr val="566574"/>
                </a:solidFill>
                <a:latin typeface="Segoe UI"/>
                <a:ea typeface="Segoe UI"/>
                <a:cs typeface="Segoe UI"/>
              </a:defRPr>
            </a:lvl3pPr>
            <a:lvl4pPr>
              <a:buNone/>
              <a:defRPr sz="1050" b="0">
                <a:solidFill>
                  <a:srgbClr val="566574"/>
                </a:solidFill>
                <a:latin typeface="Segoe UI"/>
                <a:ea typeface="Segoe UI"/>
                <a:cs typeface="Segoe UI"/>
              </a:defRPr>
            </a:lvl4pPr>
            <a:lvl5pPr>
              <a:buNone/>
              <a:defRPr sz="1050" b="0">
                <a:solidFill>
                  <a:srgbClr val="566574"/>
                </a:solidFill>
                <a:latin typeface="Segoe UI"/>
                <a:ea typeface="Segoe UI"/>
                <a:cs typeface="Segoe UI"/>
              </a:defRPr>
            </a:lvl5pPr>
            <a:lvl6pPr>
              <a:buNone/>
              <a:defRPr sz="1050" b="0">
                <a:solidFill>
                  <a:srgbClr val="566574"/>
                </a:solidFill>
                <a:latin typeface="Segoe UI"/>
                <a:ea typeface="Segoe UI"/>
                <a:cs typeface="Segoe UI"/>
              </a:defRPr>
            </a:lvl6pPr>
            <a:lvl7pPr>
              <a:buNone/>
              <a:defRPr sz="1050" b="0">
                <a:solidFill>
                  <a:srgbClr val="566574"/>
                </a:solidFill>
                <a:latin typeface="Segoe UI"/>
                <a:ea typeface="Segoe UI"/>
                <a:cs typeface="Segoe UI"/>
              </a:defRPr>
            </a:lvl7pPr>
            <a:lvl8pPr>
              <a:buNone/>
              <a:defRPr sz="1050" b="0">
                <a:solidFill>
                  <a:srgbClr val="566574"/>
                </a:solidFill>
                <a:latin typeface="Segoe UI"/>
                <a:ea typeface="Segoe UI"/>
                <a:cs typeface="Segoe UI"/>
              </a:defRPr>
            </a:lvl8pPr>
            <a:lvl9pPr>
              <a:buNone/>
              <a:defRPr sz="1050" b="0">
                <a:solidFill>
                  <a:srgbClr val="566574"/>
                </a:solidFill>
                <a:latin typeface="Segoe UI"/>
                <a:ea typeface="Segoe UI"/>
                <a:cs typeface="Segoe UI"/>
              </a:defRPr>
            </a:lvl9pPr>
          </a:lstStyle>
          <a:p xmlns:a="http://schemas.openxmlformats.org/drawingml/2006/main">
            <a:pPr>
              <a:buNone/>
              <a:defRPr sz="1050" b="0">
                <a:solidFill>
                  <a:srgbClr val="566574"/>
                </a:solidFill>
                <a:latin typeface="Segoe UI"/>
                <a:ea typeface="Segoe UI"/>
                <a:cs typeface="Segoe UI"/>
              </a:defRPr>
            </a:pPr>
            <a:r>
              <a:rPr sz="1050" b="0">
                <a:solidFill>
                  <a:srgbClr val="566574"/>
                </a:solidFill>
                <a:latin typeface="Segoe UI"/>
                <a:ea typeface="Segoe UI"/>
                <a:cs typeface="Segoe UI"/>
              </a:rPr>
              <a:t>13</a:t>
            </a:r>
          </a:p>
        </p:txBody>
      </p:sp>
    </p:spTree>
    <p:extLst>
      <p:ext uri="{BB962C8B-B14F-4D97-AF65-F5344CB8AC3E}">
        <p14:creationId xmlns:p14="http://schemas.microsoft.com/office/powerpoint/2010/main" val="1289660365"/>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lesson-code">
            <a:extLst xmlns:a="http://schemas.openxmlformats.org/drawingml/2006/main">
              <a:ext uri="{FF2B5EF4-FFF2-40B4-BE49-F238E27FC236}">
                <a16:creationId xmlns:a16="http://schemas.microsoft.com/office/drawing/2014/main" id="{591581D4-880B-5AE9-B87D-43E3335E0098}"/>
              </a:ext>
            </a:extLst>
          </p:cNvPr>
          <p:cNvSpPr>
            <a:spLocks xmlns:a="http://schemas.openxmlformats.org/drawingml/2006/main" noGrp="1"/>
          </p:cNvSpPr>
          <p:nvPr/>
        </p:nvSpPr>
        <p:spPr>
          <a:xfrm xmlns:a="http://schemas.openxmlformats.org/drawingml/2006/main">
            <a:off x="533400" y="1905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buNone/>
              <a:defRPr sz="1200" b="0">
                <a:solidFill>
                  <a:srgbClr val="566574"/>
                </a:solidFill>
                <a:latin typeface="Segoe UI"/>
                <a:ea typeface="Segoe UI"/>
                <a:cs typeface="Segoe UI"/>
              </a:defRPr>
            </a:lvl1pPr>
            <a:lvl2pPr>
              <a:buNone/>
              <a:defRPr sz="1200" b="0">
                <a:solidFill>
                  <a:srgbClr val="566574"/>
                </a:solidFill>
                <a:latin typeface="Segoe UI"/>
                <a:ea typeface="Segoe UI"/>
                <a:cs typeface="Segoe UI"/>
              </a:defRPr>
            </a:lvl2pPr>
            <a:lvl3pPr>
              <a:buNone/>
              <a:defRPr sz="1200" b="0">
                <a:solidFill>
                  <a:srgbClr val="566574"/>
                </a:solidFill>
                <a:latin typeface="Segoe UI"/>
                <a:ea typeface="Segoe UI"/>
                <a:cs typeface="Segoe UI"/>
              </a:defRPr>
            </a:lvl3pPr>
            <a:lvl4pPr>
              <a:buNone/>
              <a:defRPr sz="1200" b="0">
                <a:solidFill>
                  <a:srgbClr val="566574"/>
                </a:solidFill>
                <a:latin typeface="Segoe UI"/>
                <a:ea typeface="Segoe UI"/>
                <a:cs typeface="Segoe UI"/>
              </a:defRPr>
            </a:lvl4pPr>
            <a:lvl5pPr>
              <a:buNone/>
              <a:defRPr sz="1200" b="0">
                <a:solidFill>
                  <a:srgbClr val="566574"/>
                </a:solidFill>
                <a:latin typeface="Segoe UI"/>
                <a:ea typeface="Segoe UI"/>
                <a:cs typeface="Segoe UI"/>
              </a:defRPr>
            </a:lvl5pPr>
            <a:lvl6pPr>
              <a:buNone/>
              <a:defRPr sz="1200" b="0">
                <a:solidFill>
                  <a:srgbClr val="566574"/>
                </a:solidFill>
                <a:latin typeface="Segoe UI"/>
                <a:ea typeface="Segoe UI"/>
                <a:cs typeface="Segoe UI"/>
              </a:defRPr>
            </a:lvl6pPr>
            <a:lvl7pPr>
              <a:buNone/>
              <a:defRPr sz="1200" b="0">
                <a:solidFill>
                  <a:srgbClr val="566574"/>
                </a:solidFill>
                <a:latin typeface="Segoe UI"/>
                <a:ea typeface="Segoe UI"/>
                <a:cs typeface="Segoe UI"/>
              </a:defRPr>
            </a:lvl7pPr>
            <a:lvl8pPr>
              <a:buNone/>
              <a:defRPr sz="1200" b="0">
                <a:solidFill>
                  <a:srgbClr val="566574"/>
                </a:solidFill>
                <a:latin typeface="Segoe UI"/>
                <a:ea typeface="Segoe UI"/>
                <a:cs typeface="Segoe UI"/>
              </a:defRPr>
            </a:lvl8pPr>
            <a:lvl9pPr>
              <a:buNone/>
              <a:defRPr sz="1200" b="0">
                <a:solidFill>
                  <a:srgbClr val="566574"/>
                </a:solidFill>
                <a:latin typeface="Segoe UI"/>
                <a:ea typeface="Segoe UI"/>
                <a:cs typeface="Segoe UI"/>
              </a:defRPr>
            </a:lvl9pPr>
          </a:lstStyle>
          <a:p xmlns:a="http://schemas.openxmlformats.org/drawingml/2006/main">
            <a:pPr>
              <a:buNone/>
              <a:defRPr sz="1200" b="0">
                <a:solidFill>
                  <a:srgbClr val="566574"/>
                </a:solidFill>
                <a:latin typeface="Segoe UI"/>
                <a:ea typeface="Segoe UI"/>
                <a:cs typeface="Segoe UI"/>
              </a:defRPr>
            </a:pPr>
            <a:r>
              <a:rPr sz="1200" b="0">
                <a:solidFill>
                  <a:srgbClr val="566574"/>
                </a:solidFill>
                <a:latin typeface="Segoe UI"/>
                <a:ea typeface="Segoe UI"/>
                <a:cs typeface="Segoe UI"/>
              </a:rPr>
              <a:t>COMM-GROW-A2-W05  ·  Lesson 10b</a:t>
            </a:r>
          </a:p>
        </p:txBody>
      </p:sp>
      <p:sp>
        <p:nvSpPr>
          <p:cNvPr id="2" name="label">
            <a:extLst xmlns:a="http://schemas.openxmlformats.org/drawingml/2006/main">
              <a:ext uri="{FF2B5EF4-FFF2-40B4-BE49-F238E27FC236}">
                <a16:creationId xmlns:a16="http://schemas.microsoft.com/office/drawing/2014/main" id="{ABFEC256-ABD9-5B73-9BFE-032EF10BBB34}"/>
              </a:ext>
            </a:extLst>
          </p:cNvPr>
          <p:cNvSpPr>
            <a:spLocks xmlns:a="http://schemas.openxmlformats.org/drawingml/2006/main" noGrp="1"/>
          </p:cNvSpPr>
          <p:nvPr/>
        </p:nvSpPr>
        <p:spPr>
          <a:xfrm xmlns:a="http://schemas.openxmlformats.org/drawingml/2006/main">
            <a:off x="7620000" y="190500"/>
            <a:ext cx="4048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buNone/>
              <a:defRPr sz="1050" b="0">
                <a:solidFill>
                  <a:srgbClr val="566574"/>
                </a:solidFill>
                <a:latin typeface="Segoe UI"/>
                <a:ea typeface="Segoe UI"/>
                <a:cs typeface="Segoe UI"/>
              </a:defRPr>
            </a:lvl1pPr>
            <a:lvl2pPr>
              <a:buNone/>
              <a:defRPr sz="1050" b="0">
                <a:solidFill>
                  <a:srgbClr val="566574"/>
                </a:solidFill>
                <a:latin typeface="Segoe UI"/>
                <a:ea typeface="Segoe UI"/>
                <a:cs typeface="Segoe UI"/>
              </a:defRPr>
            </a:lvl2pPr>
            <a:lvl3pPr>
              <a:buNone/>
              <a:defRPr sz="1050" b="0">
                <a:solidFill>
                  <a:srgbClr val="566574"/>
                </a:solidFill>
                <a:latin typeface="Segoe UI"/>
                <a:ea typeface="Segoe UI"/>
                <a:cs typeface="Segoe UI"/>
              </a:defRPr>
            </a:lvl3pPr>
            <a:lvl4pPr>
              <a:buNone/>
              <a:defRPr sz="1050" b="0">
                <a:solidFill>
                  <a:srgbClr val="566574"/>
                </a:solidFill>
                <a:latin typeface="Segoe UI"/>
                <a:ea typeface="Segoe UI"/>
                <a:cs typeface="Segoe UI"/>
              </a:defRPr>
            </a:lvl4pPr>
            <a:lvl5pPr>
              <a:buNone/>
              <a:defRPr sz="1050" b="0">
                <a:solidFill>
                  <a:srgbClr val="566574"/>
                </a:solidFill>
                <a:latin typeface="Segoe UI"/>
                <a:ea typeface="Segoe UI"/>
                <a:cs typeface="Segoe UI"/>
              </a:defRPr>
            </a:lvl5pPr>
            <a:lvl6pPr>
              <a:buNone/>
              <a:defRPr sz="1050" b="0">
                <a:solidFill>
                  <a:srgbClr val="566574"/>
                </a:solidFill>
                <a:latin typeface="Segoe UI"/>
                <a:ea typeface="Segoe UI"/>
                <a:cs typeface="Segoe UI"/>
              </a:defRPr>
            </a:lvl6pPr>
            <a:lvl7pPr>
              <a:buNone/>
              <a:defRPr sz="1050" b="0">
                <a:solidFill>
                  <a:srgbClr val="566574"/>
                </a:solidFill>
                <a:latin typeface="Segoe UI"/>
                <a:ea typeface="Segoe UI"/>
                <a:cs typeface="Segoe UI"/>
              </a:defRPr>
            </a:lvl7pPr>
            <a:lvl8pPr>
              <a:buNone/>
              <a:defRPr sz="1050" b="0">
                <a:solidFill>
                  <a:srgbClr val="566574"/>
                </a:solidFill>
                <a:latin typeface="Segoe UI"/>
                <a:ea typeface="Segoe UI"/>
                <a:cs typeface="Segoe UI"/>
              </a:defRPr>
            </a:lvl8pPr>
            <a:lvl9pPr>
              <a:buNone/>
              <a:defRPr sz="1050" b="0">
                <a:solidFill>
                  <a:srgbClr val="566574"/>
                </a:solidFill>
                <a:latin typeface="Segoe UI"/>
                <a:ea typeface="Segoe UI"/>
                <a:cs typeface="Segoe UI"/>
              </a:defRPr>
            </a:lvl9pPr>
          </a:lstStyle>
          <a:p xmlns:a="http://schemas.openxmlformats.org/drawingml/2006/main">
            <a:pPr>
              <a:buNone/>
              <a:defRPr sz="1050" b="0">
                <a:solidFill>
                  <a:srgbClr val="566574"/>
                </a:solidFill>
                <a:latin typeface="Segoe UI"/>
                <a:ea typeface="Segoe UI"/>
                <a:cs typeface="Segoe UI"/>
              </a:defRPr>
            </a:pPr>
            <a:r>
              <a:rPr sz="1200" b="0">
                <a:solidFill>
                  <a:srgbClr val="566574"/>
                </a:solidFill>
                <a:latin typeface="Segoe UI"/>
                <a:ea typeface="Segoe UI"/>
                <a:cs typeface="Segoe UI"/>
              </a:rPr>
              <a:t>Public edition · Year A</a:t>
            </a:r>
          </a:p>
        </p:txBody>
      </p:sp>
      <p:sp>
        <p:nvSpPr>
          <p:cNvPr id="3" name="stage-title">
            <a:extLst xmlns:a="http://schemas.openxmlformats.org/drawingml/2006/main">
              <a:ext uri="{FF2B5EF4-FFF2-40B4-BE49-F238E27FC236}">
                <a16:creationId xmlns:a16="http://schemas.microsoft.com/office/drawing/2014/main" id="{CF7F31AD-87BE-566C-B594-937C6D8E7F45}"/>
              </a:ext>
            </a:extLst>
          </p:cNvPr>
          <p:cNvSpPr>
            <a:spLocks xmlns:a="http://schemas.openxmlformats.org/drawingml/2006/main" noGrp="1"/>
          </p:cNvSpPr>
          <p:nvPr/>
        </p:nvSpPr>
        <p:spPr>
          <a:xfrm xmlns:a="http://schemas.openxmlformats.org/drawingml/2006/main">
            <a:off x="533400" y="590550"/>
            <a:ext cx="11029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3300" b="1">
                <a:solidFill>
                  <a:srgbClr val="345D70"/>
                </a:solidFill>
                <a:latin typeface="Segoe UI"/>
                <a:ea typeface="Segoe UI"/>
                <a:cs typeface="Segoe UI"/>
              </a:defRPr>
            </a:defPPr>
            <a:lvl1pPr>
              <a:buNone/>
              <a:defRPr sz="3300" b="1">
                <a:solidFill>
                  <a:srgbClr val="345D70"/>
                </a:solidFill>
                <a:latin typeface="Segoe UI"/>
                <a:ea typeface="Segoe UI"/>
                <a:cs typeface="Segoe UI"/>
              </a:defRPr>
            </a:lvl1pPr>
            <a:lvl2pPr>
              <a:buNone/>
              <a:defRPr sz="3300" b="1">
                <a:solidFill>
                  <a:srgbClr val="345D70"/>
                </a:solidFill>
                <a:latin typeface="Segoe UI"/>
                <a:ea typeface="Segoe UI"/>
                <a:cs typeface="Segoe UI"/>
              </a:defRPr>
            </a:lvl2pPr>
            <a:lvl3pPr>
              <a:buNone/>
              <a:defRPr sz="3300" b="1">
                <a:solidFill>
                  <a:srgbClr val="345D70"/>
                </a:solidFill>
                <a:latin typeface="Segoe UI"/>
                <a:ea typeface="Segoe UI"/>
                <a:cs typeface="Segoe UI"/>
              </a:defRPr>
            </a:lvl3pPr>
            <a:lvl4pPr>
              <a:buNone/>
              <a:defRPr sz="3300" b="1">
                <a:solidFill>
                  <a:srgbClr val="345D70"/>
                </a:solidFill>
                <a:latin typeface="Segoe UI"/>
                <a:ea typeface="Segoe UI"/>
                <a:cs typeface="Segoe UI"/>
              </a:defRPr>
            </a:lvl4pPr>
            <a:lvl5pPr>
              <a:buNone/>
              <a:defRPr sz="3300" b="1">
                <a:solidFill>
                  <a:srgbClr val="345D70"/>
                </a:solidFill>
                <a:latin typeface="Segoe UI"/>
                <a:ea typeface="Segoe UI"/>
                <a:cs typeface="Segoe UI"/>
              </a:defRPr>
            </a:lvl5pPr>
            <a:lvl6pPr>
              <a:buNone/>
              <a:defRPr sz="3300" b="1">
                <a:solidFill>
                  <a:srgbClr val="345D70"/>
                </a:solidFill>
                <a:latin typeface="Segoe UI"/>
                <a:ea typeface="Segoe UI"/>
                <a:cs typeface="Segoe UI"/>
              </a:defRPr>
            </a:lvl6pPr>
            <a:lvl7pPr>
              <a:buNone/>
              <a:defRPr sz="3300" b="1">
                <a:solidFill>
                  <a:srgbClr val="345D70"/>
                </a:solidFill>
                <a:latin typeface="Segoe UI"/>
                <a:ea typeface="Segoe UI"/>
                <a:cs typeface="Segoe UI"/>
              </a:defRPr>
            </a:lvl7pPr>
            <a:lvl8pPr>
              <a:buNone/>
              <a:defRPr sz="3300" b="1">
                <a:solidFill>
                  <a:srgbClr val="345D70"/>
                </a:solidFill>
                <a:latin typeface="Segoe UI"/>
                <a:ea typeface="Segoe UI"/>
                <a:cs typeface="Segoe UI"/>
              </a:defRPr>
            </a:lvl8pPr>
            <a:lvl9pPr>
              <a:buNone/>
              <a:defRPr sz="3300" b="1">
                <a:solidFill>
                  <a:srgbClr val="345D70"/>
                </a:solidFill>
                <a:latin typeface="Segoe UI"/>
                <a:ea typeface="Segoe UI"/>
                <a:cs typeface="Segoe UI"/>
              </a:defRPr>
            </a:lvl9pPr>
          </a:lstStyle>
          <a:p xmlns:a="http://schemas.openxmlformats.org/drawingml/2006/main">
            <a:pPr>
              <a:buNone/>
              <a:defRPr sz="3300" b="1">
                <a:solidFill>
                  <a:srgbClr val="345D70"/>
                </a:solidFill>
                <a:latin typeface="Segoe UI"/>
                <a:ea typeface="Segoe UI"/>
                <a:cs typeface="Segoe UI"/>
              </a:defRPr>
            </a:pPr>
            <a:r>
              <a:rPr sz="3300" b="1">
                <a:solidFill>
                  <a:srgbClr val="345D70"/>
                </a:solidFill>
                <a:latin typeface="Segoe UI"/>
                <a:ea typeface="Segoe UI"/>
                <a:cs typeface="Segoe UI"/>
              </a:rPr>
              <a:t>Set up before opening</a:t>
            </a:r>
          </a:p>
        </p:txBody>
      </p:sp>
      <p:sp>
        <p:nvSpPr>
          <p:cNvPr id="18" name="credit">
            <a:extLst xmlns:a="http://schemas.openxmlformats.org/drawingml/2006/main">
              <a:ext uri="{FF2B5EF4-FFF2-40B4-BE49-F238E27FC236}">
                <a16:creationId xmlns:a16="http://schemas.microsoft.com/office/drawing/2014/main" id="{02B3AAA7-46D9-598D-A51F-D2F6FE42B4F1}"/>
              </a:ext>
            </a:extLst>
          </p:cNvPr>
          <p:cNvSpPr>
            <a:spLocks xmlns:a="http://schemas.openxmlformats.org/drawingml/2006/main" noGrp="1"/>
          </p:cNvSpPr>
          <p:nvPr/>
        </p:nvSpPr>
        <p:spPr>
          <a:xfrm xmlns:a="http://schemas.openxmlformats.org/drawingml/2006/main">
            <a:off x="533400" y="6515100"/>
            <a:ext cx="1104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788" b="0">
                <a:solidFill>
                  <a:srgbClr val="566574"/>
                </a:solidFill>
                <a:latin typeface="Segoe UI"/>
                <a:ea typeface="Segoe UI"/>
                <a:cs typeface="Segoe UI"/>
              </a:defRPr>
            </a:defPPr>
            <a:lvl1pPr>
              <a:buNone/>
              <a:defRPr sz="788" b="0">
                <a:solidFill>
                  <a:srgbClr val="566574"/>
                </a:solidFill>
                <a:latin typeface="Segoe UI"/>
                <a:ea typeface="Segoe UI"/>
                <a:cs typeface="Segoe UI"/>
              </a:defRPr>
            </a:lvl1pPr>
            <a:lvl2pPr>
              <a:buNone/>
              <a:defRPr sz="788" b="0">
                <a:solidFill>
                  <a:srgbClr val="566574"/>
                </a:solidFill>
                <a:latin typeface="Segoe UI"/>
                <a:ea typeface="Segoe UI"/>
                <a:cs typeface="Segoe UI"/>
              </a:defRPr>
            </a:lvl2pPr>
            <a:lvl3pPr>
              <a:buNone/>
              <a:defRPr sz="788" b="0">
                <a:solidFill>
                  <a:srgbClr val="566574"/>
                </a:solidFill>
                <a:latin typeface="Segoe UI"/>
                <a:ea typeface="Segoe UI"/>
                <a:cs typeface="Segoe UI"/>
              </a:defRPr>
            </a:lvl3pPr>
            <a:lvl4pPr>
              <a:buNone/>
              <a:defRPr sz="788" b="0">
                <a:solidFill>
                  <a:srgbClr val="566574"/>
                </a:solidFill>
                <a:latin typeface="Segoe UI"/>
                <a:ea typeface="Segoe UI"/>
                <a:cs typeface="Segoe UI"/>
              </a:defRPr>
            </a:lvl4pPr>
            <a:lvl5pPr>
              <a:buNone/>
              <a:defRPr sz="788" b="0">
                <a:solidFill>
                  <a:srgbClr val="566574"/>
                </a:solidFill>
                <a:latin typeface="Segoe UI"/>
                <a:ea typeface="Segoe UI"/>
                <a:cs typeface="Segoe UI"/>
              </a:defRPr>
            </a:lvl5pPr>
            <a:lvl6pPr>
              <a:buNone/>
              <a:defRPr sz="788" b="0">
                <a:solidFill>
                  <a:srgbClr val="566574"/>
                </a:solidFill>
                <a:latin typeface="Segoe UI"/>
                <a:ea typeface="Segoe UI"/>
                <a:cs typeface="Segoe UI"/>
              </a:defRPr>
            </a:lvl6pPr>
            <a:lvl7pPr>
              <a:buNone/>
              <a:defRPr sz="788" b="0">
                <a:solidFill>
                  <a:srgbClr val="566574"/>
                </a:solidFill>
                <a:latin typeface="Segoe UI"/>
                <a:ea typeface="Segoe UI"/>
                <a:cs typeface="Segoe UI"/>
              </a:defRPr>
            </a:lvl7pPr>
            <a:lvl8pPr>
              <a:buNone/>
              <a:defRPr sz="788" b="0">
                <a:solidFill>
                  <a:srgbClr val="566574"/>
                </a:solidFill>
                <a:latin typeface="Segoe UI"/>
                <a:ea typeface="Segoe UI"/>
                <a:cs typeface="Segoe UI"/>
              </a:defRPr>
            </a:lvl8pPr>
            <a:lvl9pPr>
              <a:buNone/>
              <a:defRPr sz="788" b="0">
                <a:solidFill>
                  <a:srgbClr val="566574"/>
                </a:solidFill>
                <a:latin typeface="Segoe UI"/>
                <a:ea typeface="Segoe UI"/>
                <a:cs typeface="Segoe UI"/>
              </a:defRPr>
            </a:lvl9pPr>
          </a:lstStyle>
          <a:p xmlns:a="http://schemas.openxmlformats.org/drawingml/2006/main">
            <a:pPr>
              <a:buNone/>
              <a:defRPr sz="788" b="0">
                <a:solidFill>
                  <a:srgbClr val="566574"/>
                </a:solidFill>
                <a:latin typeface="Segoe UI"/>
                <a:ea typeface="Segoe UI"/>
                <a:cs typeface="Segoe UI"/>
              </a:defRPr>
            </a:pPr>
            <a:r>
              <a:rPr sz="788" b="0">
                <a:solidFill>
                  <a:srgbClr val="566574"/>
                </a:solidFill>
                <a:latin typeface="Segoe UI"/>
                <a:ea typeface="Segoe UI"/>
                <a:cs typeface="Segoe UI"/>
              </a:rPr>
              <a:t>Made by Matt · © Matt Roper · CC BY-NC-SA 4.0: free for classroom use, share and adapt with credit, no resale</a:t>
            </a:r>
          </a:p>
        </p:txBody>
      </p:sp>
      <p:sp>
        <p:nvSpPr>
          <p:cNvPr id="19" name="page-number">
            <a:extLst xmlns:a="http://schemas.openxmlformats.org/drawingml/2006/main">
              <a:ext uri="{FF2B5EF4-FFF2-40B4-BE49-F238E27FC236}">
                <a16:creationId xmlns:a16="http://schemas.microsoft.com/office/drawing/2014/main" id="{D622A507-D6F7-52BD-BEE7-DBC3087406AF}"/>
              </a:ext>
            </a:extLst>
          </p:cNvPr>
          <p:cNvSpPr>
            <a:spLocks xmlns:a="http://schemas.openxmlformats.org/drawingml/2006/main" noGrp="1"/>
          </p:cNvSpPr>
          <p:nvPr/>
        </p:nvSpPr>
        <p:spPr>
          <a:xfrm xmlns:a="http://schemas.openxmlformats.org/drawingml/2006/main">
            <a:off x="11144250" y="62103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buNone/>
              <a:defRPr sz="1050" b="0">
                <a:solidFill>
                  <a:srgbClr val="566574"/>
                </a:solidFill>
                <a:latin typeface="Segoe UI"/>
                <a:ea typeface="Segoe UI"/>
                <a:cs typeface="Segoe UI"/>
              </a:defRPr>
            </a:lvl1pPr>
            <a:lvl2pPr>
              <a:buNone/>
              <a:defRPr sz="1050" b="0">
                <a:solidFill>
                  <a:srgbClr val="566574"/>
                </a:solidFill>
                <a:latin typeface="Segoe UI"/>
                <a:ea typeface="Segoe UI"/>
                <a:cs typeface="Segoe UI"/>
              </a:defRPr>
            </a:lvl2pPr>
            <a:lvl3pPr>
              <a:buNone/>
              <a:defRPr sz="1050" b="0">
                <a:solidFill>
                  <a:srgbClr val="566574"/>
                </a:solidFill>
                <a:latin typeface="Segoe UI"/>
                <a:ea typeface="Segoe UI"/>
                <a:cs typeface="Segoe UI"/>
              </a:defRPr>
            </a:lvl3pPr>
            <a:lvl4pPr>
              <a:buNone/>
              <a:defRPr sz="1050" b="0">
                <a:solidFill>
                  <a:srgbClr val="566574"/>
                </a:solidFill>
                <a:latin typeface="Segoe UI"/>
                <a:ea typeface="Segoe UI"/>
                <a:cs typeface="Segoe UI"/>
              </a:defRPr>
            </a:lvl4pPr>
            <a:lvl5pPr>
              <a:buNone/>
              <a:defRPr sz="1050" b="0">
                <a:solidFill>
                  <a:srgbClr val="566574"/>
                </a:solidFill>
                <a:latin typeface="Segoe UI"/>
                <a:ea typeface="Segoe UI"/>
                <a:cs typeface="Segoe UI"/>
              </a:defRPr>
            </a:lvl5pPr>
            <a:lvl6pPr>
              <a:buNone/>
              <a:defRPr sz="1050" b="0">
                <a:solidFill>
                  <a:srgbClr val="566574"/>
                </a:solidFill>
                <a:latin typeface="Segoe UI"/>
                <a:ea typeface="Segoe UI"/>
                <a:cs typeface="Segoe UI"/>
              </a:defRPr>
            </a:lvl6pPr>
            <a:lvl7pPr>
              <a:buNone/>
              <a:defRPr sz="1050" b="0">
                <a:solidFill>
                  <a:srgbClr val="566574"/>
                </a:solidFill>
                <a:latin typeface="Segoe UI"/>
                <a:ea typeface="Segoe UI"/>
                <a:cs typeface="Segoe UI"/>
              </a:defRPr>
            </a:lvl7pPr>
            <a:lvl8pPr>
              <a:buNone/>
              <a:defRPr sz="1050" b="0">
                <a:solidFill>
                  <a:srgbClr val="566574"/>
                </a:solidFill>
                <a:latin typeface="Segoe UI"/>
                <a:ea typeface="Segoe UI"/>
                <a:cs typeface="Segoe UI"/>
              </a:defRPr>
            </a:lvl8pPr>
            <a:lvl9pPr>
              <a:buNone/>
              <a:defRPr sz="1050" b="0">
                <a:solidFill>
                  <a:srgbClr val="566574"/>
                </a:solidFill>
                <a:latin typeface="Segoe UI"/>
                <a:ea typeface="Segoe UI"/>
                <a:cs typeface="Segoe UI"/>
              </a:defRPr>
            </a:lvl9pPr>
          </a:lstStyle>
          <a:p xmlns:a="http://schemas.openxmlformats.org/drawingml/2006/main">
            <a:pPr>
              <a:buNone/>
              <a:defRPr sz="1050" b="0">
                <a:solidFill>
                  <a:srgbClr val="566574"/>
                </a:solidFill>
                <a:latin typeface="Segoe UI"/>
                <a:ea typeface="Segoe UI"/>
                <a:cs typeface="Segoe UI"/>
              </a:defRPr>
            </a:pPr>
            <a:r>
              <a:rPr sz="1050" b="0">
                <a:solidFill>
                  <a:srgbClr val="566574"/>
                </a:solidFill>
                <a:latin typeface="Segoe UI"/>
                <a:ea typeface="Segoe UI"/>
                <a:cs typeface="Segoe UI"/>
              </a:rPr>
              <a:t>14</a:t>
            </a:r>
          </a:p>
        </p:txBody>
      </p:sp>
      <p:sp>
        <p:nvSpPr>
          <p:cNvPr id="21" name="pupil-body">
            <a:extLst xmlns:a="http://schemas.openxmlformats.org/drawingml/2006/main">
              <a:ext uri="{FF2B5EF4-FFF2-40B4-BE49-F238E27FC236}">
                <a16:creationId xmlns:a16="http://schemas.microsoft.com/office/drawing/2014/main" id="{58F2D054-548B-489F-B5F5-F36D3B0D1D94}"/>
              </a:ext>
            </a:extLst>
          </p:cNvPr>
          <p:cNvSpPr>
            <a:spLocks xmlns:a="http://schemas.openxmlformats.org/drawingml/2006/main" noGrp="1"/>
          </p:cNvSpPr>
          <p:nvPr/>
        </p:nvSpPr>
        <p:spPr>
          <a:xfrm xmlns:a="http://schemas.openxmlformats.org/drawingml/2006/main">
            <a:off x="533400" y="1571625"/>
            <a:ext cx="11029950" cy="423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defRPr sz="2250">
                <a:solidFill>
                  <a:srgbClr val="19313E"/>
                </a:solidFill>
                <a:latin typeface="Segoe UI"/>
                <a:ea typeface="Segoe UI"/>
                <a:cs typeface="Segoe UI"/>
              </a:defRPr>
            </a:defPPr>
            <a:lvl1pPr>
              <a:buNone/>
              <a:defRPr sz="2250">
                <a:solidFill>
                  <a:srgbClr val="19313E"/>
                </a:solidFill>
                <a:latin typeface="Segoe UI"/>
                <a:ea typeface="Segoe UI"/>
                <a:cs typeface="Segoe UI"/>
              </a:defRPr>
            </a:lvl1pPr>
            <a:lvl2pPr>
              <a:buNone/>
              <a:defRPr sz="2250">
                <a:solidFill>
                  <a:srgbClr val="19313E"/>
                </a:solidFill>
                <a:latin typeface="Segoe UI"/>
                <a:ea typeface="Segoe UI"/>
                <a:cs typeface="Segoe UI"/>
              </a:defRPr>
            </a:lvl2pPr>
            <a:lvl3pPr>
              <a:buNone/>
              <a:defRPr sz="2250">
                <a:solidFill>
                  <a:srgbClr val="19313E"/>
                </a:solidFill>
                <a:latin typeface="Segoe UI"/>
                <a:ea typeface="Segoe UI"/>
                <a:cs typeface="Segoe UI"/>
              </a:defRPr>
            </a:lvl3pPr>
            <a:lvl4pPr>
              <a:buNone/>
              <a:defRPr sz="2250">
                <a:solidFill>
                  <a:srgbClr val="19313E"/>
                </a:solidFill>
                <a:latin typeface="Segoe UI"/>
                <a:ea typeface="Segoe UI"/>
                <a:cs typeface="Segoe UI"/>
              </a:defRPr>
            </a:lvl4pPr>
            <a:lvl5pPr>
              <a:buNone/>
              <a:defRPr sz="2250">
                <a:solidFill>
                  <a:srgbClr val="19313E"/>
                </a:solidFill>
                <a:latin typeface="Segoe UI"/>
                <a:ea typeface="Segoe UI"/>
                <a:cs typeface="Segoe UI"/>
              </a:defRPr>
            </a:lvl5pPr>
            <a:lvl6pPr>
              <a:buNone/>
              <a:defRPr sz="2250">
                <a:solidFill>
                  <a:srgbClr val="19313E"/>
                </a:solidFill>
                <a:latin typeface="Segoe UI"/>
                <a:ea typeface="Segoe UI"/>
                <a:cs typeface="Segoe UI"/>
              </a:defRPr>
            </a:lvl6pPr>
            <a:lvl7pPr>
              <a:buNone/>
              <a:defRPr sz="2250">
                <a:solidFill>
                  <a:srgbClr val="19313E"/>
                </a:solidFill>
                <a:latin typeface="Segoe UI"/>
                <a:ea typeface="Segoe UI"/>
                <a:cs typeface="Segoe UI"/>
              </a:defRPr>
            </a:lvl7pPr>
            <a:lvl8pPr>
              <a:buNone/>
              <a:defRPr sz="2250">
                <a:solidFill>
                  <a:srgbClr val="19313E"/>
                </a:solidFill>
                <a:latin typeface="Segoe UI"/>
                <a:ea typeface="Segoe UI"/>
                <a:cs typeface="Segoe UI"/>
              </a:defRPr>
            </a:lvl8pPr>
            <a:lvl9pPr>
              <a:buNone/>
              <a:defRPr sz="2250">
                <a:solidFill>
                  <a:srgbClr val="19313E"/>
                </a:solidFill>
                <a:latin typeface="Segoe UI"/>
                <a:ea typeface="Segoe UI"/>
                <a:cs typeface="Segoe UI"/>
              </a:defRPr>
            </a:lvl9pPr>
          </a:lstStyle>
          <a:p xmlns:a="http://schemas.openxmlformats.org/drawingml/2006/main">
            <a:pPr>
              <a:buNone/>
              <a:defRPr sz="2400">
                <a:solidFill>
                  <a:srgbClr val="19313E"/>
                </a:solidFill>
                <a:latin typeface="Segoe UI"/>
                <a:ea typeface="Segoe UI"/>
                <a:cs typeface="Segoe UI"/>
              </a:defRPr>
            </a:pPr>
            <a:r>
              <a:rPr sz="2250">
                <a:latin typeface="Segoe UI"/>
                <a:ea typeface="Segoe UI"/>
                <a:cs typeface="Segoe UI"/>
              </a:rPr>
              <a:t>Food: checked items and clean tools.</a:t>
            </a:r>
          </a:p>
          <a:p xmlns:a="http://schemas.openxmlformats.org/drawingml/2006/main">
            <a:pPr>
              <a:buNone/>
              <a:defRPr sz="2400">
                <a:solidFill>
                  <a:srgbClr val="19313E"/>
                </a:solidFill>
                <a:latin typeface="Segoe UI"/>
                <a:ea typeface="Segoe UI"/>
                <a:cs typeface="Segoe UI"/>
              </a:defRPr>
            </a:pPr>
            <a:r>
              <a:rPr sz="2250">
                <a:latin typeface="Segoe UI"/>
                <a:ea typeface="Segoe UI"/>
                <a:cs typeface="Segoe UI"/>
              </a:rPr>
              <a:t>Money: adult and float record.</a:t>
            </a:r>
          </a:p>
          <a:p xmlns:a="http://schemas.openxmlformats.org/drawingml/2006/main">
            <a:pPr>
              <a:buNone/>
              <a:defRPr sz="2400">
                <a:solidFill>
                  <a:srgbClr val="19313E"/>
                </a:solidFill>
                <a:latin typeface="Segoe UI"/>
                <a:ea typeface="Segoe UI"/>
                <a:cs typeface="Segoe UI"/>
              </a:defRPr>
            </a:pPr>
            <a:r>
              <a:rPr sz="2250">
                <a:latin typeface="Segoe UI"/>
                <a:ea typeface="Segoe UI"/>
                <a:cs typeface="Segoe UI"/>
              </a:rPr>
              <a:t>Stock: boxes, count and tally sheet.</a:t>
            </a:r>
          </a:p>
          <a:p xmlns:a="http://schemas.openxmlformats.org/drawingml/2006/main">
            <a:pPr>
              <a:buNone/>
              <a:defRPr sz="2400">
                <a:solidFill>
                  <a:srgbClr val="19313E"/>
                </a:solidFill>
                <a:latin typeface="Segoe UI"/>
                <a:ea typeface="Segoe UI"/>
                <a:cs typeface="Segoe UI"/>
              </a:defRPr>
            </a:pPr>
            <a:r>
              <a:rPr sz="2250">
                <a:latin typeface="Segoe UI"/>
                <a:ea typeface="Segoe UI"/>
                <a:cs typeface="Segoe UI"/>
              </a:rPr>
              <a:t>Break: a quiet seat and cover.</a:t>
            </a:r>
          </a:p>
          <a:p xmlns:a="http://schemas.openxmlformats.org/drawingml/2006/main">
            <a:pPr>
              <a:buNone/>
              <a:defRPr sz="2400">
                <a:solidFill>
                  <a:srgbClr val="19313E"/>
                </a:solidFill>
                <a:latin typeface="Segoe UI"/>
                <a:ea typeface="Segoe UI"/>
                <a:cs typeface="Segoe UI"/>
              </a:defRPr>
            </a:pPr>
            <a:r>
              <a:rPr sz="2250">
                <a:latin typeface="Segoe UI"/>
                <a:ea typeface="Segoe UI"/>
                <a:cs typeface="Segoe UI"/>
              </a:rPr>
              <a:t>Keep the route clear.</a:t>
            </a:r>
          </a:p>
        </p:txBody>
      </p:sp>
    </p:spTree>
    <p:extLst>
      <p:ext uri="{BB962C8B-B14F-4D97-AF65-F5344CB8AC3E}">
        <p14:creationId xmlns:p14="http://schemas.microsoft.com/office/powerpoint/2010/main" val="871533250"/>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lesson-code">
            <a:extLst xmlns:a="http://schemas.openxmlformats.org/drawingml/2006/main">
              <a:ext uri="{FF2B5EF4-FFF2-40B4-BE49-F238E27FC236}">
                <a16:creationId xmlns:a16="http://schemas.microsoft.com/office/drawing/2014/main" id="{67944318-3490-57CD-A0C9-18AD13CB0D41}"/>
              </a:ext>
            </a:extLst>
          </p:cNvPr>
          <p:cNvSpPr>
            <a:spLocks xmlns:a="http://schemas.openxmlformats.org/drawingml/2006/main" noGrp="1"/>
          </p:cNvSpPr>
          <p:nvPr/>
        </p:nvSpPr>
        <p:spPr>
          <a:xfrm xmlns:a="http://schemas.openxmlformats.org/drawingml/2006/main">
            <a:off x="533400" y="1905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buNone/>
              <a:defRPr sz="1200" b="0">
                <a:solidFill>
                  <a:srgbClr val="566574"/>
                </a:solidFill>
                <a:latin typeface="Segoe UI"/>
                <a:ea typeface="Segoe UI"/>
                <a:cs typeface="Segoe UI"/>
              </a:defRPr>
            </a:lvl1pPr>
            <a:lvl2pPr>
              <a:buNone/>
              <a:defRPr sz="1200" b="0">
                <a:solidFill>
                  <a:srgbClr val="566574"/>
                </a:solidFill>
                <a:latin typeface="Segoe UI"/>
                <a:ea typeface="Segoe UI"/>
                <a:cs typeface="Segoe UI"/>
              </a:defRPr>
            </a:lvl2pPr>
            <a:lvl3pPr>
              <a:buNone/>
              <a:defRPr sz="1200" b="0">
                <a:solidFill>
                  <a:srgbClr val="566574"/>
                </a:solidFill>
                <a:latin typeface="Segoe UI"/>
                <a:ea typeface="Segoe UI"/>
                <a:cs typeface="Segoe UI"/>
              </a:defRPr>
            </a:lvl3pPr>
            <a:lvl4pPr>
              <a:buNone/>
              <a:defRPr sz="1200" b="0">
                <a:solidFill>
                  <a:srgbClr val="566574"/>
                </a:solidFill>
                <a:latin typeface="Segoe UI"/>
                <a:ea typeface="Segoe UI"/>
                <a:cs typeface="Segoe UI"/>
              </a:defRPr>
            </a:lvl4pPr>
            <a:lvl5pPr>
              <a:buNone/>
              <a:defRPr sz="1200" b="0">
                <a:solidFill>
                  <a:srgbClr val="566574"/>
                </a:solidFill>
                <a:latin typeface="Segoe UI"/>
                <a:ea typeface="Segoe UI"/>
                <a:cs typeface="Segoe UI"/>
              </a:defRPr>
            </a:lvl5pPr>
            <a:lvl6pPr>
              <a:buNone/>
              <a:defRPr sz="1200" b="0">
                <a:solidFill>
                  <a:srgbClr val="566574"/>
                </a:solidFill>
                <a:latin typeface="Segoe UI"/>
                <a:ea typeface="Segoe UI"/>
                <a:cs typeface="Segoe UI"/>
              </a:defRPr>
            </a:lvl6pPr>
            <a:lvl7pPr>
              <a:buNone/>
              <a:defRPr sz="1200" b="0">
                <a:solidFill>
                  <a:srgbClr val="566574"/>
                </a:solidFill>
                <a:latin typeface="Segoe UI"/>
                <a:ea typeface="Segoe UI"/>
                <a:cs typeface="Segoe UI"/>
              </a:defRPr>
            </a:lvl7pPr>
            <a:lvl8pPr>
              <a:buNone/>
              <a:defRPr sz="1200" b="0">
                <a:solidFill>
                  <a:srgbClr val="566574"/>
                </a:solidFill>
                <a:latin typeface="Segoe UI"/>
                <a:ea typeface="Segoe UI"/>
                <a:cs typeface="Segoe UI"/>
              </a:defRPr>
            </a:lvl8pPr>
            <a:lvl9pPr>
              <a:buNone/>
              <a:defRPr sz="1200" b="0">
                <a:solidFill>
                  <a:srgbClr val="566574"/>
                </a:solidFill>
                <a:latin typeface="Segoe UI"/>
                <a:ea typeface="Segoe UI"/>
                <a:cs typeface="Segoe UI"/>
              </a:defRPr>
            </a:lvl9pPr>
          </a:lstStyle>
          <a:p xmlns:a="http://schemas.openxmlformats.org/drawingml/2006/main">
            <a:pPr>
              <a:buNone/>
              <a:defRPr sz="1200" b="0">
                <a:solidFill>
                  <a:srgbClr val="566574"/>
                </a:solidFill>
                <a:latin typeface="Segoe UI"/>
                <a:ea typeface="Segoe UI"/>
                <a:cs typeface="Segoe UI"/>
              </a:defRPr>
            </a:pPr>
            <a:r>
              <a:rPr sz="1200" b="0">
                <a:solidFill>
                  <a:srgbClr val="566574"/>
                </a:solidFill>
                <a:latin typeface="Segoe UI"/>
                <a:ea typeface="Segoe UI"/>
                <a:cs typeface="Segoe UI"/>
              </a:rPr>
              <a:t>COMM-GROW-A2-W05  ·  Lesson 10b</a:t>
            </a:r>
          </a:p>
        </p:txBody>
      </p:sp>
      <p:sp>
        <p:nvSpPr>
          <p:cNvPr id="2" name="label">
            <a:extLst xmlns:a="http://schemas.openxmlformats.org/drawingml/2006/main">
              <a:ext uri="{FF2B5EF4-FFF2-40B4-BE49-F238E27FC236}">
                <a16:creationId xmlns:a16="http://schemas.microsoft.com/office/drawing/2014/main" id="{CF278421-FC59-5D6B-A5EC-3187A495F59D}"/>
              </a:ext>
            </a:extLst>
          </p:cNvPr>
          <p:cNvSpPr>
            <a:spLocks xmlns:a="http://schemas.openxmlformats.org/drawingml/2006/main" noGrp="1"/>
          </p:cNvSpPr>
          <p:nvPr/>
        </p:nvSpPr>
        <p:spPr>
          <a:xfrm xmlns:a="http://schemas.openxmlformats.org/drawingml/2006/main">
            <a:off x="7620000" y="190500"/>
            <a:ext cx="4048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buNone/>
              <a:defRPr sz="1050" b="0">
                <a:solidFill>
                  <a:srgbClr val="566574"/>
                </a:solidFill>
                <a:latin typeface="Segoe UI"/>
                <a:ea typeface="Segoe UI"/>
                <a:cs typeface="Segoe UI"/>
              </a:defRPr>
            </a:lvl1pPr>
            <a:lvl2pPr>
              <a:buNone/>
              <a:defRPr sz="1050" b="0">
                <a:solidFill>
                  <a:srgbClr val="566574"/>
                </a:solidFill>
                <a:latin typeface="Segoe UI"/>
                <a:ea typeface="Segoe UI"/>
                <a:cs typeface="Segoe UI"/>
              </a:defRPr>
            </a:lvl2pPr>
            <a:lvl3pPr>
              <a:buNone/>
              <a:defRPr sz="1050" b="0">
                <a:solidFill>
                  <a:srgbClr val="566574"/>
                </a:solidFill>
                <a:latin typeface="Segoe UI"/>
                <a:ea typeface="Segoe UI"/>
                <a:cs typeface="Segoe UI"/>
              </a:defRPr>
            </a:lvl3pPr>
            <a:lvl4pPr>
              <a:buNone/>
              <a:defRPr sz="1050" b="0">
                <a:solidFill>
                  <a:srgbClr val="566574"/>
                </a:solidFill>
                <a:latin typeface="Segoe UI"/>
                <a:ea typeface="Segoe UI"/>
                <a:cs typeface="Segoe UI"/>
              </a:defRPr>
            </a:lvl4pPr>
            <a:lvl5pPr>
              <a:buNone/>
              <a:defRPr sz="1050" b="0">
                <a:solidFill>
                  <a:srgbClr val="566574"/>
                </a:solidFill>
                <a:latin typeface="Segoe UI"/>
                <a:ea typeface="Segoe UI"/>
                <a:cs typeface="Segoe UI"/>
              </a:defRPr>
            </a:lvl5pPr>
            <a:lvl6pPr>
              <a:buNone/>
              <a:defRPr sz="1050" b="0">
                <a:solidFill>
                  <a:srgbClr val="566574"/>
                </a:solidFill>
                <a:latin typeface="Segoe UI"/>
                <a:ea typeface="Segoe UI"/>
                <a:cs typeface="Segoe UI"/>
              </a:defRPr>
            </a:lvl6pPr>
            <a:lvl7pPr>
              <a:buNone/>
              <a:defRPr sz="1050" b="0">
                <a:solidFill>
                  <a:srgbClr val="566574"/>
                </a:solidFill>
                <a:latin typeface="Segoe UI"/>
                <a:ea typeface="Segoe UI"/>
                <a:cs typeface="Segoe UI"/>
              </a:defRPr>
            </a:lvl7pPr>
            <a:lvl8pPr>
              <a:buNone/>
              <a:defRPr sz="1050" b="0">
                <a:solidFill>
                  <a:srgbClr val="566574"/>
                </a:solidFill>
                <a:latin typeface="Segoe UI"/>
                <a:ea typeface="Segoe UI"/>
                <a:cs typeface="Segoe UI"/>
              </a:defRPr>
            </a:lvl8pPr>
            <a:lvl9pPr>
              <a:buNone/>
              <a:defRPr sz="1050" b="0">
                <a:solidFill>
                  <a:srgbClr val="566574"/>
                </a:solidFill>
                <a:latin typeface="Segoe UI"/>
                <a:ea typeface="Segoe UI"/>
                <a:cs typeface="Segoe UI"/>
              </a:defRPr>
            </a:lvl9pPr>
          </a:lstStyle>
          <a:p xmlns:a="http://schemas.openxmlformats.org/drawingml/2006/main">
            <a:pPr>
              <a:buNone/>
              <a:defRPr sz="1050" b="0">
                <a:solidFill>
                  <a:srgbClr val="566574"/>
                </a:solidFill>
                <a:latin typeface="Segoe UI"/>
                <a:ea typeface="Segoe UI"/>
                <a:cs typeface="Segoe UI"/>
              </a:defRPr>
            </a:pPr>
            <a:r>
              <a:rPr sz="1200" b="0">
                <a:solidFill>
                  <a:srgbClr val="566574"/>
                </a:solidFill>
                <a:latin typeface="Segoe UI"/>
                <a:ea typeface="Segoe UI"/>
                <a:cs typeface="Segoe UI"/>
              </a:rPr>
              <a:t>Public edition · Year A</a:t>
            </a:r>
          </a:p>
        </p:txBody>
      </p:sp>
      <p:sp>
        <p:nvSpPr>
          <p:cNvPr id="3" name="stage-title">
            <a:extLst xmlns:a="http://schemas.openxmlformats.org/drawingml/2006/main">
              <a:ext uri="{FF2B5EF4-FFF2-40B4-BE49-F238E27FC236}">
                <a16:creationId xmlns:a16="http://schemas.microsoft.com/office/drawing/2014/main" id="{1DA6B571-7240-5F6D-A39E-12FB5DF68E6A}"/>
              </a:ext>
            </a:extLst>
          </p:cNvPr>
          <p:cNvSpPr>
            <a:spLocks xmlns:a="http://schemas.openxmlformats.org/drawingml/2006/main" noGrp="1"/>
          </p:cNvSpPr>
          <p:nvPr/>
        </p:nvSpPr>
        <p:spPr>
          <a:xfrm xmlns:a="http://schemas.openxmlformats.org/drawingml/2006/main">
            <a:off x="533400" y="590550"/>
            <a:ext cx="11029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3300" b="1">
                <a:solidFill>
                  <a:srgbClr val="345D70"/>
                </a:solidFill>
                <a:latin typeface="Segoe UI"/>
                <a:ea typeface="Segoe UI"/>
                <a:cs typeface="Segoe UI"/>
              </a:defRPr>
            </a:defPPr>
            <a:lvl1pPr>
              <a:buNone/>
              <a:defRPr sz="3300" b="1">
                <a:solidFill>
                  <a:srgbClr val="345D70"/>
                </a:solidFill>
                <a:latin typeface="Segoe UI"/>
                <a:ea typeface="Segoe UI"/>
                <a:cs typeface="Segoe UI"/>
              </a:defRPr>
            </a:lvl1pPr>
            <a:lvl2pPr>
              <a:buNone/>
              <a:defRPr sz="3300" b="1">
                <a:solidFill>
                  <a:srgbClr val="345D70"/>
                </a:solidFill>
                <a:latin typeface="Segoe UI"/>
                <a:ea typeface="Segoe UI"/>
                <a:cs typeface="Segoe UI"/>
              </a:defRPr>
            </a:lvl2pPr>
            <a:lvl3pPr>
              <a:buNone/>
              <a:defRPr sz="3300" b="1">
                <a:solidFill>
                  <a:srgbClr val="345D70"/>
                </a:solidFill>
                <a:latin typeface="Segoe UI"/>
                <a:ea typeface="Segoe UI"/>
                <a:cs typeface="Segoe UI"/>
              </a:defRPr>
            </a:lvl3pPr>
            <a:lvl4pPr>
              <a:buNone/>
              <a:defRPr sz="3300" b="1">
                <a:solidFill>
                  <a:srgbClr val="345D70"/>
                </a:solidFill>
                <a:latin typeface="Segoe UI"/>
                <a:ea typeface="Segoe UI"/>
                <a:cs typeface="Segoe UI"/>
              </a:defRPr>
            </a:lvl4pPr>
            <a:lvl5pPr>
              <a:buNone/>
              <a:defRPr sz="3300" b="1">
                <a:solidFill>
                  <a:srgbClr val="345D70"/>
                </a:solidFill>
                <a:latin typeface="Segoe UI"/>
                <a:ea typeface="Segoe UI"/>
                <a:cs typeface="Segoe UI"/>
              </a:defRPr>
            </a:lvl5pPr>
            <a:lvl6pPr>
              <a:buNone/>
              <a:defRPr sz="3300" b="1">
                <a:solidFill>
                  <a:srgbClr val="345D70"/>
                </a:solidFill>
                <a:latin typeface="Segoe UI"/>
                <a:ea typeface="Segoe UI"/>
                <a:cs typeface="Segoe UI"/>
              </a:defRPr>
            </a:lvl6pPr>
            <a:lvl7pPr>
              <a:buNone/>
              <a:defRPr sz="3300" b="1">
                <a:solidFill>
                  <a:srgbClr val="345D70"/>
                </a:solidFill>
                <a:latin typeface="Segoe UI"/>
                <a:ea typeface="Segoe UI"/>
                <a:cs typeface="Segoe UI"/>
              </a:defRPr>
            </a:lvl7pPr>
            <a:lvl8pPr>
              <a:buNone/>
              <a:defRPr sz="3300" b="1">
                <a:solidFill>
                  <a:srgbClr val="345D70"/>
                </a:solidFill>
                <a:latin typeface="Segoe UI"/>
                <a:ea typeface="Segoe UI"/>
                <a:cs typeface="Segoe UI"/>
              </a:defRPr>
            </a:lvl8pPr>
            <a:lvl9pPr>
              <a:buNone/>
              <a:defRPr sz="3300" b="1">
                <a:solidFill>
                  <a:srgbClr val="345D70"/>
                </a:solidFill>
                <a:latin typeface="Segoe UI"/>
                <a:ea typeface="Segoe UI"/>
                <a:cs typeface="Segoe UI"/>
              </a:defRPr>
            </a:lvl9pPr>
          </a:lstStyle>
          <a:p xmlns:a="http://schemas.openxmlformats.org/drawingml/2006/main">
            <a:pPr>
              <a:buNone/>
              <a:defRPr sz="3300" b="1">
                <a:solidFill>
                  <a:srgbClr val="345D70"/>
                </a:solidFill>
                <a:latin typeface="Segoe UI"/>
                <a:ea typeface="Segoe UI"/>
                <a:cs typeface="Segoe UI"/>
              </a:defRPr>
            </a:pPr>
            <a:r>
              <a:rPr sz="3300" b="1">
                <a:solidFill>
                  <a:srgbClr val="345D70"/>
                </a:solidFill>
                <a:latin typeface="Segoe UI"/>
                <a:ea typeface="Segoe UI"/>
                <a:cs typeface="Segoe UI"/>
              </a:rPr>
              <a:t>Open at 13:30</a:t>
            </a:r>
          </a:p>
        </p:txBody>
      </p:sp>
      <p:sp>
        <p:nvSpPr>
          <p:cNvPr id="4" name="pupil-body">
            <a:extLst xmlns:a="http://schemas.openxmlformats.org/drawingml/2006/main">
              <a:ext uri="{FF2B5EF4-FFF2-40B4-BE49-F238E27FC236}">
                <a16:creationId xmlns:a16="http://schemas.microsoft.com/office/drawing/2014/main" id="{8D936216-B315-5682-AB67-84CEE2C5CF46}"/>
              </a:ext>
            </a:extLst>
          </p:cNvPr>
          <p:cNvSpPr>
            <a:spLocks xmlns:a="http://schemas.openxmlformats.org/drawingml/2006/main" noGrp="1"/>
          </p:cNvSpPr>
          <p:nvPr/>
        </p:nvSpPr>
        <p:spPr>
          <a:xfrm xmlns:a="http://schemas.openxmlformats.org/drawingml/2006/main">
            <a:off x="533400" y="1466850"/>
            <a:ext cx="11049000" cy="452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250" b="0">
                <a:solidFill>
                  <a:srgbClr val="192E3B"/>
                </a:solidFill>
                <a:latin typeface="Segoe UI"/>
                <a:ea typeface="Segoe UI"/>
                <a:cs typeface="Segoe UI"/>
              </a:defRPr>
            </a:defPPr>
            <a:lvl1pPr>
              <a:buNone/>
              <a:defRPr sz="2400" b="0">
                <a:solidFill>
                  <a:srgbClr val="192E3B"/>
                </a:solidFill>
                <a:latin typeface="Segoe UI"/>
                <a:ea typeface="Segoe UI"/>
                <a:cs typeface="Segoe UI"/>
              </a:defRPr>
            </a:lvl1pPr>
            <a:lvl2pPr>
              <a:buNone/>
              <a:defRPr sz="2400" b="0">
                <a:solidFill>
                  <a:srgbClr val="192E3B"/>
                </a:solidFill>
                <a:latin typeface="Segoe UI"/>
                <a:ea typeface="Segoe UI"/>
                <a:cs typeface="Segoe UI"/>
              </a:defRPr>
            </a:lvl2pPr>
            <a:lvl3pPr>
              <a:buNone/>
              <a:defRPr sz="2400" b="0">
                <a:solidFill>
                  <a:srgbClr val="192E3B"/>
                </a:solidFill>
                <a:latin typeface="Segoe UI"/>
                <a:ea typeface="Segoe UI"/>
                <a:cs typeface="Segoe UI"/>
              </a:defRPr>
            </a:lvl3pPr>
            <a:lvl4pPr>
              <a:buNone/>
              <a:defRPr sz="2400" b="0">
                <a:solidFill>
                  <a:srgbClr val="192E3B"/>
                </a:solidFill>
                <a:latin typeface="Segoe UI"/>
                <a:ea typeface="Segoe UI"/>
                <a:cs typeface="Segoe UI"/>
              </a:defRPr>
            </a:lvl4pPr>
            <a:lvl5pPr>
              <a:buNone/>
              <a:defRPr sz="2400" b="0">
                <a:solidFill>
                  <a:srgbClr val="192E3B"/>
                </a:solidFill>
                <a:latin typeface="Segoe UI"/>
                <a:ea typeface="Segoe UI"/>
                <a:cs typeface="Segoe UI"/>
              </a:defRPr>
            </a:lvl5pPr>
            <a:lvl6pPr>
              <a:buNone/>
              <a:defRPr sz="2400" b="0">
                <a:solidFill>
                  <a:srgbClr val="192E3B"/>
                </a:solidFill>
                <a:latin typeface="Segoe UI"/>
                <a:ea typeface="Segoe UI"/>
                <a:cs typeface="Segoe UI"/>
              </a:defRPr>
            </a:lvl6pPr>
            <a:lvl7pPr>
              <a:buNone/>
              <a:defRPr sz="2400" b="0">
                <a:solidFill>
                  <a:srgbClr val="192E3B"/>
                </a:solidFill>
                <a:latin typeface="Segoe UI"/>
                <a:ea typeface="Segoe UI"/>
                <a:cs typeface="Segoe UI"/>
              </a:defRPr>
            </a:lvl7pPr>
            <a:lvl8pPr>
              <a:buNone/>
              <a:defRPr sz="2400" b="0">
                <a:solidFill>
                  <a:srgbClr val="192E3B"/>
                </a:solidFill>
                <a:latin typeface="Segoe UI"/>
                <a:ea typeface="Segoe UI"/>
                <a:cs typeface="Segoe UI"/>
              </a:defRPr>
            </a:lvl8pPr>
            <a:lvl9pPr>
              <a:buNone/>
              <a:defRPr sz="2400" b="0">
                <a:solidFill>
                  <a:srgbClr val="192E3B"/>
                </a:solidFill>
                <a:latin typeface="Segoe UI"/>
                <a:ea typeface="Segoe UI"/>
                <a:cs typeface="Segoe UI"/>
              </a:defRPr>
            </a:lvl9pPr>
          </a:lstStyle>
          <a:p xmlns:a="http://schemas.openxmlformats.org/drawingml/2006/main">
            <a:pPr>
              <a:buNone/>
              <a:defRPr sz="2400" b="0">
                <a:solidFill>
                  <a:srgbClr val="192E3B"/>
                </a:solidFill>
                <a:latin typeface="Segoe UI"/>
                <a:ea typeface="Segoe UI"/>
                <a:cs typeface="Segoe UI"/>
              </a:defRPr>
            </a:pPr>
            <a:r>
              <a:rPr sz="2250" b="0">
                <a:solidFill>
                  <a:srgbClr val="192E3B"/>
                </a:solidFill>
                <a:latin typeface="Segoe UI"/>
                <a:ea typeface="Segoe UI"/>
                <a:cs typeface="Segoe UI"/>
              </a:rPr>
              <a:t>Wait for the adult’s go-ahead.</a:t>
            </a:r>
          </a:p>
          <a:p xmlns:a="http://schemas.openxmlformats.org/drawingml/2006/main">
            <a:pPr>
              <a:buNone/>
              <a:defRPr sz="2400" b="0">
                <a:solidFill>
                  <a:srgbClr val="192E3B"/>
                </a:solidFill>
                <a:latin typeface="Segoe UI"/>
                <a:ea typeface="Segoe UI"/>
                <a:cs typeface="Segoe UI"/>
              </a:defRPr>
            </a:pPr>
            <a:r>
              <a:rPr sz="2250" b="0">
                <a:solidFill>
                  <a:srgbClr val="192E3B"/>
                </a:solidFill>
                <a:latin typeface="Segoe UI"/>
                <a:ea typeface="Segoe UI"/>
                <a:cs typeface="Segoe UI"/>
              </a:rPr>
              <a:t>Hello. Welcome to our cake sale.</a:t>
            </a:r>
          </a:p>
          <a:p xmlns:a="http://schemas.openxmlformats.org/drawingml/2006/main">
            <a:pPr>
              <a:buNone/>
              <a:defRPr sz="2400" b="0">
                <a:solidFill>
                  <a:srgbClr val="192E3B"/>
                </a:solidFill>
                <a:latin typeface="Segoe UI"/>
                <a:ea typeface="Segoe UI"/>
                <a:cs typeface="Segoe UI"/>
              </a:defRPr>
            </a:pPr>
            <a:r>
              <a:rPr sz="2250" b="0">
                <a:solidFill>
                  <a:srgbClr val="192E3B"/>
                </a:solidFill>
                <a:latin typeface="Segoe UI"/>
                <a:ea typeface="Segoe UI"/>
                <a:cs typeface="Segoe UI"/>
              </a:rPr>
              <a:t>We are raising funds for the charity.</a:t>
            </a:r>
          </a:p>
          <a:p xmlns:a="http://schemas.openxmlformats.org/drawingml/2006/main">
            <a:pPr>
              <a:buNone/>
              <a:defRPr sz="2400" b="0">
                <a:solidFill>
                  <a:srgbClr val="192E3B"/>
                </a:solidFill>
                <a:latin typeface="Segoe UI"/>
                <a:ea typeface="Segoe UI"/>
                <a:cs typeface="Segoe UI"/>
              </a:defRPr>
            </a:pPr>
            <a:r>
              <a:rPr sz="2250" b="0">
                <a:solidFill>
                  <a:srgbClr val="192E3B"/>
                </a:solidFill>
                <a:latin typeface="Segoe UI"/>
                <a:ea typeface="Segoe UI"/>
                <a:cs typeface="Segoe UI"/>
              </a:rPr>
              <a:t>It is our local hospice.</a:t>
            </a:r>
          </a:p>
          <a:p xmlns:a="http://schemas.openxmlformats.org/drawingml/2006/main">
            <a:pPr>
              <a:buNone/>
              <a:defRPr sz="2400" b="0">
                <a:solidFill>
                  <a:srgbClr val="192E3B"/>
                </a:solidFill>
                <a:latin typeface="Segoe UI"/>
                <a:ea typeface="Segoe UI"/>
                <a:cs typeface="Segoe UI"/>
              </a:defRPr>
            </a:pPr>
            <a:r>
              <a:rPr sz="2250" b="0">
                <a:solidFill>
                  <a:srgbClr val="192E3B"/>
                </a:solidFill>
                <a:latin typeface="Segoe UI"/>
                <a:ea typeface="Segoe UI"/>
                <a:cs typeface="Segoe UI"/>
              </a:rPr>
              <a:t>Would you like to see the menu?</a:t>
            </a:r>
          </a:p>
        </p:txBody>
      </p:sp>
      <p:sp>
        <p:nvSpPr>
          <p:cNvPr id="5" name="credit">
            <a:extLst xmlns:a="http://schemas.openxmlformats.org/drawingml/2006/main">
              <a:ext uri="{FF2B5EF4-FFF2-40B4-BE49-F238E27FC236}">
                <a16:creationId xmlns:a16="http://schemas.microsoft.com/office/drawing/2014/main" id="{C76E19FD-AD57-58C2-B024-F6591403ACE6}"/>
              </a:ext>
            </a:extLst>
          </p:cNvPr>
          <p:cNvSpPr>
            <a:spLocks xmlns:a="http://schemas.openxmlformats.org/drawingml/2006/main" noGrp="1"/>
          </p:cNvSpPr>
          <p:nvPr/>
        </p:nvSpPr>
        <p:spPr>
          <a:xfrm xmlns:a="http://schemas.openxmlformats.org/drawingml/2006/main">
            <a:off x="533400" y="6515100"/>
            <a:ext cx="1104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788" b="0">
                <a:solidFill>
                  <a:srgbClr val="566574"/>
                </a:solidFill>
                <a:latin typeface="Segoe UI"/>
                <a:ea typeface="Segoe UI"/>
                <a:cs typeface="Segoe UI"/>
              </a:defRPr>
            </a:defPPr>
            <a:lvl1pPr>
              <a:buNone/>
              <a:defRPr sz="788" b="0">
                <a:solidFill>
                  <a:srgbClr val="566574"/>
                </a:solidFill>
                <a:latin typeface="Segoe UI"/>
                <a:ea typeface="Segoe UI"/>
                <a:cs typeface="Segoe UI"/>
              </a:defRPr>
            </a:lvl1pPr>
            <a:lvl2pPr>
              <a:buNone/>
              <a:defRPr sz="788" b="0">
                <a:solidFill>
                  <a:srgbClr val="566574"/>
                </a:solidFill>
                <a:latin typeface="Segoe UI"/>
                <a:ea typeface="Segoe UI"/>
                <a:cs typeface="Segoe UI"/>
              </a:defRPr>
            </a:lvl2pPr>
            <a:lvl3pPr>
              <a:buNone/>
              <a:defRPr sz="788" b="0">
                <a:solidFill>
                  <a:srgbClr val="566574"/>
                </a:solidFill>
                <a:latin typeface="Segoe UI"/>
                <a:ea typeface="Segoe UI"/>
                <a:cs typeface="Segoe UI"/>
              </a:defRPr>
            </a:lvl3pPr>
            <a:lvl4pPr>
              <a:buNone/>
              <a:defRPr sz="788" b="0">
                <a:solidFill>
                  <a:srgbClr val="566574"/>
                </a:solidFill>
                <a:latin typeface="Segoe UI"/>
                <a:ea typeface="Segoe UI"/>
                <a:cs typeface="Segoe UI"/>
              </a:defRPr>
            </a:lvl4pPr>
            <a:lvl5pPr>
              <a:buNone/>
              <a:defRPr sz="788" b="0">
                <a:solidFill>
                  <a:srgbClr val="566574"/>
                </a:solidFill>
                <a:latin typeface="Segoe UI"/>
                <a:ea typeface="Segoe UI"/>
                <a:cs typeface="Segoe UI"/>
              </a:defRPr>
            </a:lvl5pPr>
            <a:lvl6pPr>
              <a:buNone/>
              <a:defRPr sz="788" b="0">
                <a:solidFill>
                  <a:srgbClr val="566574"/>
                </a:solidFill>
                <a:latin typeface="Segoe UI"/>
                <a:ea typeface="Segoe UI"/>
                <a:cs typeface="Segoe UI"/>
              </a:defRPr>
            </a:lvl6pPr>
            <a:lvl7pPr>
              <a:buNone/>
              <a:defRPr sz="788" b="0">
                <a:solidFill>
                  <a:srgbClr val="566574"/>
                </a:solidFill>
                <a:latin typeface="Segoe UI"/>
                <a:ea typeface="Segoe UI"/>
                <a:cs typeface="Segoe UI"/>
              </a:defRPr>
            </a:lvl7pPr>
            <a:lvl8pPr>
              <a:buNone/>
              <a:defRPr sz="788" b="0">
                <a:solidFill>
                  <a:srgbClr val="566574"/>
                </a:solidFill>
                <a:latin typeface="Segoe UI"/>
                <a:ea typeface="Segoe UI"/>
                <a:cs typeface="Segoe UI"/>
              </a:defRPr>
            </a:lvl8pPr>
            <a:lvl9pPr>
              <a:buNone/>
              <a:defRPr sz="788" b="0">
                <a:solidFill>
                  <a:srgbClr val="566574"/>
                </a:solidFill>
                <a:latin typeface="Segoe UI"/>
                <a:ea typeface="Segoe UI"/>
                <a:cs typeface="Segoe UI"/>
              </a:defRPr>
            </a:lvl9pPr>
          </a:lstStyle>
          <a:p xmlns:a="http://schemas.openxmlformats.org/drawingml/2006/main">
            <a:pPr>
              <a:buNone/>
              <a:defRPr sz="788" b="0">
                <a:solidFill>
                  <a:srgbClr val="566574"/>
                </a:solidFill>
                <a:latin typeface="Segoe UI"/>
                <a:ea typeface="Segoe UI"/>
                <a:cs typeface="Segoe UI"/>
              </a:defRPr>
            </a:pPr>
            <a:r>
              <a:rPr sz="788" b="0">
                <a:solidFill>
                  <a:srgbClr val="566574"/>
                </a:solidFill>
                <a:latin typeface="Segoe UI"/>
                <a:ea typeface="Segoe UI"/>
                <a:cs typeface="Segoe UI"/>
              </a:rPr>
              <a:t>Made by Matt · © Matt Roper · CC BY-NC-SA 4.0: free for classroom use, share and adapt with credit, no resale</a:t>
            </a:r>
          </a:p>
        </p:txBody>
      </p:sp>
      <p:sp>
        <p:nvSpPr>
          <p:cNvPr id="6" name="page-number">
            <a:extLst xmlns:a="http://schemas.openxmlformats.org/drawingml/2006/main">
              <a:ext uri="{FF2B5EF4-FFF2-40B4-BE49-F238E27FC236}">
                <a16:creationId xmlns:a16="http://schemas.microsoft.com/office/drawing/2014/main" id="{CB5D9667-8DDB-5E80-BC29-9ED151CEC2B0}"/>
              </a:ext>
            </a:extLst>
          </p:cNvPr>
          <p:cNvSpPr>
            <a:spLocks xmlns:a="http://schemas.openxmlformats.org/drawingml/2006/main" noGrp="1"/>
          </p:cNvSpPr>
          <p:nvPr/>
        </p:nvSpPr>
        <p:spPr>
          <a:xfrm xmlns:a="http://schemas.openxmlformats.org/drawingml/2006/main">
            <a:off x="11144250" y="62103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buNone/>
              <a:defRPr sz="1050" b="0">
                <a:solidFill>
                  <a:srgbClr val="566574"/>
                </a:solidFill>
                <a:latin typeface="Segoe UI"/>
                <a:ea typeface="Segoe UI"/>
                <a:cs typeface="Segoe UI"/>
              </a:defRPr>
            </a:lvl1pPr>
            <a:lvl2pPr>
              <a:buNone/>
              <a:defRPr sz="1050" b="0">
                <a:solidFill>
                  <a:srgbClr val="566574"/>
                </a:solidFill>
                <a:latin typeface="Segoe UI"/>
                <a:ea typeface="Segoe UI"/>
                <a:cs typeface="Segoe UI"/>
              </a:defRPr>
            </a:lvl2pPr>
            <a:lvl3pPr>
              <a:buNone/>
              <a:defRPr sz="1050" b="0">
                <a:solidFill>
                  <a:srgbClr val="566574"/>
                </a:solidFill>
                <a:latin typeface="Segoe UI"/>
                <a:ea typeface="Segoe UI"/>
                <a:cs typeface="Segoe UI"/>
              </a:defRPr>
            </a:lvl3pPr>
            <a:lvl4pPr>
              <a:buNone/>
              <a:defRPr sz="1050" b="0">
                <a:solidFill>
                  <a:srgbClr val="566574"/>
                </a:solidFill>
                <a:latin typeface="Segoe UI"/>
                <a:ea typeface="Segoe UI"/>
                <a:cs typeface="Segoe UI"/>
              </a:defRPr>
            </a:lvl4pPr>
            <a:lvl5pPr>
              <a:buNone/>
              <a:defRPr sz="1050" b="0">
                <a:solidFill>
                  <a:srgbClr val="566574"/>
                </a:solidFill>
                <a:latin typeface="Segoe UI"/>
                <a:ea typeface="Segoe UI"/>
                <a:cs typeface="Segoe UI"/>
              </a:defRPr>
            </a:lvl5pPr>
            <a:lvl6pPr>
              <a:buNone/>
              <a:defRPr sz="1050" b="0">
                <a:solidFill>
                  <a:srgbClr val="566574"/>
                </a:solidFill>
                <a:latin typeface="Segoe UI"/>
                <a:ea typeface="Segoe UI"/>
                <a:cs typeface="Segoe UI"/>
              </a:defRPr>
            </a:lvl6pPr>
            <a:lvl7pPr>
              <a:buNone/>
              <a:defRPr sz="1050" b="0">
                <a:solidFill>
                  <a:srgbClr val="566574"/>
                </a:solidFill>
                <a:latin typeface="Segoe UI"/>
                <a:ea typeface="Segoe UI"/>
                <a:cs typeface="Segoe UI"/>
              </a:defRPr>
            </a:lvl7pPr>
            <a:lvl8pPr>
              <a:buNone/>
              <a:defRPr sz="1050" b="0">
                <a:solidFill>
                  <a:srgbClr val="566574"/>
                </a:solidFill>
                <a:latin typeface="Segoe UI"/>
                <a:ea typeface="Segoe UI"/>
                <a:cs typeface="Segoe UI"/>
              </a:defRPr>
            </a:lvl8pPr>
            <a:lvl9pPr>
              <a:buNone/>
              <a:defRPr sz="1050" b="0">
                <a:solidFill>
                  <a:srgbClr val="566574"/>
                </a:solidFill>
                <a:latin typeface="Segoe UI"/>
                <a:ea typeface="Segoe UI"/>
                <a:cs typeface="Segoe UI"/>
              </a:defRPr>
            </a:lvl9pPr>
          </a:lstStyle>
          <a:p xmlns:a="http://schemas.openxmlformats.org/drawingml/2006/main">
            <a:pPr>
              <a:buNone/>
              <a:defRPr sz="1050" b="0">
                <a:solidFill>
                  <a:srgbClr val="566574"/>
                </a:solidFill>
                <a:latin typeface="Segoe UI"/>
                <a:ea typeface="Segoe UI"/>
                <a:cs typeface="Segoe UI"/>
              </a:defRPr>
            </a:pPr>
            <a:r>
              <a:rPr sz="1050" b="0">
                <a:solidFill>
                  <a:srgbClr val="566574"/>
                </a:solidFill>
                <a:latin typeface="Segoe UI"/>
                <a:ea typeface="Segoe UI"/>
                <a:cs typeface="Segoe UI"/>
              </a:rPr>
              <a:t>15</a:t>
            </a:r>
          </a:p>
        </p:txBody>
      </p:sp>
    </p:spTree>
    <p:extLst>
      <p:ext uri="{BB962C8B-B14F-4D97-AF65-F5344CB8AC3E}">
        <p14:creationId xmlns:p14="http://schemas.microsoft.com/office/powerpoint/2010/main" val="1888086046"/>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lesson-code">
            <a:extLst xmlns:a="http://schemas.openxmlformats.org/drawingml/2006/main">
              <a:ext uri="{FF2B5EF4-FFF2-40B4-BE49-F238E27FC236}">
                <a16:creationId xmlns:a16="http://schemas.microsoft.com/office/drawing/2014/main" id="{1D41AC26-AA02-574A-977C-DEC0A870B4FD}"/>
              </a:ext>
            </a:extLst>
          </p:cNvPr>
          <p:cNvSpPr>
            <a:spLocks xmlns:a="http://schemas.openxmlformats.org/drawingml/2006/main" noGrp="1"/>
          </p:cNvSpPr>
          <p:nvPr/>
        </p:nvSpPr>
        <p:spPr>
          <a:xfrm xmlns:a="http://schemas.openxmlformats.org/drawingml/2006/main">
            <a:off x="533400" y="1905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buNone/>
              <a:defRPr sz="1200" b="0">
                <a:solidFill>
                  <a:srgbClr val="566574"/>
                </a:solidFill>
                <a:latin typeface="Segoe UI"/>
                <a:ea typeface="Segoe UI"/>
                <a:cs typeface="Segoe UI"/>
              </a:defRPr>
            </a:lvl1pPr>
            <a:lvl2pPr>
              <a:buNone/>
              <a:defRPr sz="1200" b="0">
                <a:solidFill>
                  <a:srgbClr val="566574"/>
                </a:solidFill>
                <a:latin typeface="Segoe UI"/>
                <a:ea typeface="Segoe UI"/>
                <a:cs typeface="Segoe UI"/>
              </a:defRPr>
            </a:lvl2pPr>
            <a:lvl3pPr>
              <a:buNone/>
              <a:defRPr sz="1200" b="0">
                <a:solidFill>
                  <a:srgbClr val="566574"/>
                </a:solidFill>
                <a:latin typeface="Segoe UI"/>
                <a:ea typeface="Segoe UI"/>
                <a:cs typeface="Segoe UI"/>
              </a:defRPr>
            </a:lvl3pPr>
            <a:lvl4pPr>
              <a:buNone/>
              <a:defRPr sz="1200" b="0">
                <a:solidFill>
                  <a:srgbClr val="566574"/>
                </a:solidFill>
                <a:latin typeface="Segoe UI"/>
                <a:ea typeface="Segoe UI"/>
                <a:cs typeface="Segoe UI"/>
              </a:defRPr>
            </a:lvl4pPr>
            <a:lvl5pPr>
              <a:buNone/>
              <a:defRPr sz="1200" b="0">
                <a:solidFill>
                  <a:srgbClr val="566574"/>
                </a:solidFill>
                <a:latin typeface="Segoe UI"/>
                <a:ea typeface="Segoe UI"/>
                <a:cs typeface="Segoe UI"/>
              </a:defRPr>
            </a:lvl5pPr>
            <a:lvl6pPr>
              <a:buNone/>
              <a:defRPr sz="1200" b="0">
                <a:solidFill>
                  <a:srgbClr val="566574"/>
                </a:solidFill>
                <a:latin typeface="Segoe UI"/>
                <a:ea typeface="Segoe UI"/>
                <a:cs typeface="Segoe UI"/>
              </a:defRPr>
            </a:lvl6pPr>
            <a:lvl7pPr>
              <a:buNone/>
              <a:defRPr sz="1200" b="0">
                <a:solidFill>
                  <a:srgbClr val="566574"/>
                </a:solidFill>
                <a:latin typeface="Segoe UI"/>
                <a:ea typeface="Segoe UI"/>
                <a:cs typeface="Segoe UI"/>
              </a:defRPr>
            </a:lvl7pPr>
            <a:lvl8pPr>
              <a:buNone/>
              <a:defRPr sz="1200" b="0">
                <a:solidFill>
                  <a:srgbClr val="566574"/>
                </a:solidFill>
                <a:latin typeface="Segoe UI"/>
                <a:ea typeface="Segoe UI"/>
                <a:cs typeface="Segoe UI"/>
              </a:defRPr>
            </a:lvl8pPr>
            <a:lvl9pPr>
              <a:buNone/>
              <a:defRPr sz="1200" b="0">
                <a:solidFill>
                  <a:srgbClr val="566574"/>
                </a:solidFill>
                <a:latin typeface="Segoe UI"/>
                <a:ea typeface="Segoe UI"/>
                <a:cs typeface="Segoe UI"/>
              </a:defRPr>
            </a:lvl9pPr>
          </a:lstStyle>
          <a:p xmlns:a="http://schemas.openxmlformats.org/drawingml/2006/main">
            <a:pPr>
              <a:buNone/>
              <a:defRPr sz="1200" b="0">
                <a:solidFill>
                  <a:srgbClr val="566574"/>
                </a:solidFill>
                <a:latin typeface="Segoe UI"/>
                <a:ea typeface="Segoe UI"/>
                <a:cs typeface="Segoe UI"/>
              </a:defRPr>
            </a:pPr>
            <a:r>
              <a:rPr sz="1200" b="0">
                <a:solidFill>
                  <a:srgbClr val="566574"/>
                </a:solidFill>
                <a:latin typeface="Segoe UI"/>
                <a:ea typeface="Segoe UI"/>
                <a:cs typeface="Segoe UI"/>
              </a:rPr>
              <a:t>COMM-GROW-A2-W05  ·  Lesson 10b</a:t>
            </a:r>
          </a:p>
        </p:txBody>
      </p:sp>
      <p:sp>
        <p:nvSpPr>
          <p:cNvPr id="2" name="label">
            <a:extLst xmlns:a="http://schemas.openxmlformats.org/drawingml/2006/main">
              <a:ext uri="{FF2B5EF4-FFF2-40B4-BE49-F238E27FC236}">
                <a16:creationId xmlns:a16="http://schemas.microsoft.com/office/drawing/2014/main" id="{BB70F08C-6DE3-560F-85AA-BD41941071D1}"/>
              </a:ext>
            </a:extLst>
          </p:cNvPr>
          <p:cNvSpPr>
            <a:spLocks xmlns:a="http://schemas.openxmlformats.org/drawingml/2006/main" noGrp="1"/>
          </p:cNvSpPr>
          <p:nvPr/>
        </p:nvSpPr>
        <p:spPr>
          <a:xfrm xmlns:a="http://schemas.openxmlformats.org/drawingml/2006/main">
            <a:off x="7620000" y="190500"/>
            <a:ext cx="4048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buNone/>
              <a:defRPr sz="1050" b="0">
                <a:solidFill>
                  <a:srgbClr val="566574"/>
                </a:solidFill>
                <a:latin typeface="Segoe UI"/>
                <a:ea typeface="Segoe UI"/>
                <a:cs typeface="Segoe UI"/>
              </a:defRPr>
            </a:lvl1pPr>
            <a:lvl2pPr>
              <a:buNone/>
              <a:defRPr sz="1050" b="0">
                <a:solidFill>
                  <a:srgbClr val="566574"/>
                </a:solidFill>
                <a:latin typeface="Segoe UI"/>
                <a:ea typeface="Segoe UI"/>
                <a:cs typeface="Segoe UI"/>
              </a:defRPr>
            </a:lvl2pPr>
            <a:lvl3pPr>
              <a:buNone/>
              <a:defRPr sz="1050" b="0">
                <a:solidFill>
                  <a:srgbClr val="566574"/>
                </a:solidFill>
                <a:latin typeface="Segoe UI"/>
                <a:ea typeface="Segoe UI"/>
                <a:cs typeface="Segoe UI"/>
              </a:defRPr>
            </a:lvl3pPr>
            <a:lvl4pPr>
              <a:buNone/>
              <a:defRPr sz="1050" b="0">
                <a:solidFill>
                  <a:srgbClr val="566574"/>
                </a:solidFill>
                <a:latin typeface="Segoe UI"/>
                <a:ea typeface="Segoe UI"/>
                <a:cs typeface="Segoe UI"/>
              </a:defRPr>
            </a:lvl4pPr>
            <a:lvl5pPr>
              <a:buNone/>
              <a:defRPr sz="1050" b="0">
                <a:solidFill>
                  <a:srgbClr val="566574"/>
                </a:solidFill>
                <a:latin typeface="Segoe UI"/>
                <a:ea typeface="Segoe UI"/>
                <a:cs typeface="Segoe UI"/>
              </a:defRPr>
            </a:lvl5pPr>
            <a:lvl6pPr>
              <a:buNone/>
              <a:defRPr sz="1050" b="0">
                <a:solidFill>
                  <a:srgbClr val="566574"/>
                </a:solidFill>
                <a:latin typeface="Segoe UI"/>
                <a:ea typeface="Segoe UI"/>
                <a:cs typeface="Segoe UI"/>
              </a:defRPr>
            </a:lvl6pPr>
            <a:lvl7pPr>
              <a:buNone/>
              <a:defRPr sz="1050" b="0">
                <a:solidFill>
                  <a:srgbClr val="566574"/>
                </a:solidFill>
                <a:latin typeface="Segoe UI"/>
                <a:ea typeface="Segoe UI"/>
                <a:cs typeface="Segoe UI"/>
              </a:defRPr>
            </a:lvl7pPr>
            <a:lvl8pPr>
              <a:buNone/>
              <a:defRPr sz="1050" b="0">
                <a:solidFill>
                  <a:srgbClr val="566574"/>
                </a:solidFill>
                <a:latin typeface="Segoe UI"/>
                <a:ea typeface="Segoe UI"/>
                <a:cs typeface="Segoe UI"/>
              </a:defRPr>
            </a:lvl8pPr>
            <a:lvl9pPr>
              <a:buNone/>
              <a:defRPr sz="1050" b="0">
                <a:solidFill>
                  <a:srgbClr val="566574"/>
                </a:solidFill>
                <a:latin typeface="Segoe UI"/>
                <a:ea typeface="Segoe UI"/>
                <a:cs typeface="Segoe UI"/>
              </a:defRPr>
            </a:lvl9pPr>
          </a:lstStyle>
          <a:p xmlns:a="http://schemas.openxmlformats.org/drawingml/2006/main">
            <a:pPr>
              <a:buNone/>
              <a:defRPr sz="1050" b="0">
                <a:solidFill>
                  <a:srgbClr val="566574"/>
                </a:solidFill>
                <a:latin typeface="Segoe UI"/>
                <a:ea typeface="Segoe UI"/>
                <a:cs typeface="Segoe UI"/>
              </a:defRPr>
            </a:pPr>
            <a:r>
              <a:rPr sz="1200" b="0">
                <a:solidFill>
                  <a:srgbClr val="566574"/>
                </a:solidFill>
                <a:latin typeface="Segoe UI"/>
                <a:ea typeface="Segoe UI"/>
                <a:cs typeface="Segoe UI"/>
              </a:rPr>
              <a:t>Public edition · Year A</a:t>
            </a:r>
          </a:p>
        </p:txBody>
      </p:sp>
      <p:sp>
        <p:nvSpPr>
          <p:cNvPr id="3" name="stage-title">
            <a:extLst xmlns:a="http://schemas.openxmlformats.org/drawingml/2006/main">
              <a:ext uri="{FF2B5EF4-FFF2-40B4-BE49-F238E27FC236}">
                <a16:creationId xmlns:a16="http://schemas.microsoft.com/office/drawing/2014/main" id="{DABB223D-FBFD-506E-823B-66161B53DDFB}"/>
              </a:ext>
            </a:extLst>
          </p:cNvPr>
          <p:cNvSpPr>
            <a:spLocks xmlns:a="http://schemas.openxmlformats.org/drawingml/2006/main" noGrp="1"/>
          </p:cNvSpPr>
          <p:nvPr/>
        </p:nvSpPr>
        <p:spPr>
          <a:xfrm xmlns:a="http://schemas.openxmlformats.org/drawingml/2006/main">
            <a:off x="533400" y="590550"/>
            <a:ext cx="11029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3300" b="1">
                <a:solidFill>
                  <a:srgbClr val="345D70"/>
                </a:solidFill>
                <a:latin typeface="Segoe UI"/>
                <a:ea typeface="Segoe UI"/>
                <a:cs typeface="Segoe UI"/>
              </a:defRPr>
            </a:defPPr>
            <a:lvl1pPr>
              <a:buNone/>
              <a:defRPr sz="3300" b="1">
                <a:solidFill>
                  <a:srgbClr val="345D70"/>
                </a:solidFill>
                <a:latin typeface="Segoe UI"/>
                <a:ea typeface="Segoe UI"/>
                <a:cs typeface="Segoe UI"/>
              </a:defRPr>
            </a:lvl1pPr>
            <a:lvl2pPr>
              <a:buNone/>
              <a:defRPr sz="3300" b="1">
                <a:solidFill>
                  <a:srgbClr val="345D70"/>
                </a:solidFill>
                <a:latin typeface="Segoe UI"/>
                <a:ea typeface="Segoe UI"/>
                <a:cs typeface="Segoe UI"/>
              </a:defRPr>
            </a:lvl2pPr>
            <a:lvl3pPr>
              <a:buNone/>
              <a:defRPr sz="3300" b="1">
                <a:solidFill>
                  <a:srgbClr val="345D70"/>
                </a:solidFill>
                <a:latin typeface="Segoe UI"/>
                <a:ea typeface="Segoe UI"/>
                <a:cs typeface="Segoe UI"/>
              </a:defRPr>
            </a:lvl3pPr>
            <a:lvl4pPr>
              <a:buNone/>
              <a:defRPr sz="3300" b="1">
                <a:solidFill>
                  <a:srgbClr val="345D70"/>
                </a:solidFill>
                <a:latin typeface="Segoe UI"/>
                <a:ea typeface="Segoe UI"/>
                <a:cs typeface="Segoe UI"/>
              </a:defRPr>
            </a:lvl4pPr>
            <a:lvl5pPr>
              <a:buNone/>
              <a:defRPr sz="3300" b="1">
                <a:solidFill>
                  <a:srgbClr val="345D70"/>
                </a:solidFill>
                <a:latin typeface="Segoe UI"/>
                <a:ea typeface="Segoe UI"/>
                <a:cs typeface="Segoe UI"/>
              </a:defRPr>
            </a:lvl5pPr>
            <a:lvl6pPr>
              <a:buNone/>
              <a:defRPr sz="3300" b="1">
                <a:solidFill>
                  <a:srgbClr val="345D70"/>
                </a:solidFill>
                <a:latin typeface="Segoe UI"/>
                <a:ea typeface="Segoe UI"/>
                <a:cs typeface="Segoe UI"/>
              </a:defRPr>
            </a:lvl6pPr>
            <a:lvl7pPr>
              <a:buNone/>
              <a:defRPr sz="3300" b="1">
                <a:solidFill>
                  <a:srgbClr val="345D70"/>
                </a:solidFill>
                <a:latin typeface="Segoe UI"/>
                <a:ea typeface="Segoe UI"/>
                <a:cs typeface="Segoe UI"/>
              </a:defRPr>
            </a:lvl7pPr>
            <a:lvl8pPr>
              <a:buNone/>
              <a:defRPr sz="3300" b="1">
                <a:solidFill>
                  <a:srgbClr val="345D70"/>
                </a:solidFill>
                <a:latin typeface="Segoe UI"/>
                <a:ea typeface="Segoe UI"/>
                <a:cs typeface="Segoe UI"/>
              </a:defRPr>
            </a:lvl8pPr>
            <a:lvl9pPr>
              <a:buNone/>
              <a:defRPr sz="3300" b="1">
                <a:solidFill>
                  <a:srgbClr val="345D70"/>
                </a:solidFill>
                <a:latin typeface="Segoe UI"/>
                <a:ea typeface="Segoe UI"/>
                <a:cs typeface="Segoe UI"/>
              </a:defRPr>
            </a:lvl9pPr>
          </a:lstStyle>
          <a:p xmlns:a="http://schemas.openxmlformats.org/drawingml/2006/main">
            <a:pPr>
              <a:buNone/>
              <a:defRPr sz="3300" b="1">
                <a:solidFill>
                  <a:srgbClr val="345D70"/>
                </a:solidFill>
                <a:latin typeface="Segoe UI"/>
                <a:ea typeface="Segoe UI"/>
                <a:cs typeface="Segoe UI"/>
              </a:defRPr>
            </a:pPr>
            <a:r>
              <a:rPr sz="3300" b="1">
                <a:solidFill>
                  <a:srgbClr val="345D70"/>
                </a:solidFill>
                <a:latin typeface="Segoe UI"/>
                <a:ea typeface="Segoe UI"/>
                <a:cs typeface="Segoe UI"/>
              </a:rPr>
              <a:t>Serve with your role card</a:t>
            </a:r>
          </a:p>
        </p:txBody>
      </p:sp>
      <p:sp>
        <p:nvSpPr>
          <p:cNvPr id="4" name="pupil-body">
            <a:extLst xmlns:a="http://schemas.openxmlformats.org/drawingml/2006/main">
              <a:ext uri="{FF2B5EF4-FFF2-40B4-BE49-F238E27FC236}">
                <a16:creationId xmlns:a16="http://schemas.microsoft.com/office/drawing/2014/main" id="{AE548504-6E80-55B2-ADCF-93C0F80F27C4}"/>
              </a:ext>
            </a:extLst>
          </p:cNvPr>
          <p:cNvSpPr>
            <a:spLocks xmlns:a="http://schemas.openxmlformats.org/drawingml/2006/main" noGrp="1"/>
          </p:cNvSpPr>
          <p:nvPr/>
        </p:nvSpPr>
        <p:spPr>
          <a:xfrm xmlns:a="http://schemas.openxmlformats.org/drawingml/2006/main">
            <a:off x="533400" y="1466850"/>
            <a:ext cx="11049000" cy="452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250" b="0">
                <a:solidFill>
                  <a:srgbClr val="192E3B"/>
                </a:solidFill>
                <a:latin typeface="Segoe UI"/>
                <a:ea typeface="Segoe UI"/>
                <a:cs typeface="Segoe UI"/>
              </a:defRPr>
            </a:defPPr>
            <a:lvl1pPr>
              <a:buNone/>
              <a:defRPr sz="2400" b="0">
                <a:solidFill>
                  <a:srgbClr val="192E3B"/>
                </a:solidFill>
                <a:latin typeface="Segoe UI"/>
                <a:ea typeface="Segoe UI"/>
                <a:cs typeface="Segoe UI"/>
              </a:defRPr>
            </a:lvl1pPr>
            <a:lvl2pPr>
              <a:buNone/>
              <a:defRPr sz="2400" b="0">
                <a:solidFill>
                  <a:srgbClr val="192E3B"/>
                </a:solidFill>
                <a:latin typeface="Segoe UI"/>
                <a:ea typeface="Segoe UI"/>
                <a:cs typeface="Segoe UI"/>
              </a:defRPr>
            </a:lvl2pPr>
            <a:lvl3pPr>
              <a:buNone/>
              <a:defRPr sz="2400" b="0">
                <a:solidFill>
                  <a:srgbClr val="192E3B"/>
                </a:solidFill>
                <a:latin typeface="Segoe UI"/>
                <a:ea typeface="Segoe UI"/>
                <a:cs typeface="Segoe UI"/>
              </a:defRPr>
            </a:lvl3pPr>
            <a:lvl4pPr>
              <a:buNone/>
              <a:defRPr sz="2400" b="0">
                <a:solidFill>
                  <a:srgbClr val="192E3B"/>
                </a:solidFill>
                <a:latin typeface="Segoe UI"/>
                <a:ea typeface="Segoe UI"/>
                <a:cs typeface="Segoe UI"/>
              </a:defRPr>
            </a:lvl4pPr>
            <a:lvl5pPr>
              <a:buNone/>
              <a:defRPr sz="2400" b="0">
                <a:solidFill>
                  <a:srgbClr val="192E3B"/>
                </a:solidFill>
                <a:latin typeface="Segoe UI"/>
                <a:ea typeface="Segoe UI"/>
                <a:cs typeface="Segoe UI"/>
              </a:defRPr>
            </a:lvl5pPr>
            <a:lvl6pPr>
              <a:buNone/>
              <a:defRPr sz="2400" b="0">
                <a:solidFill>
                  <a:srgbClr val="192E3B"/>
                </a:solidFill>
                <a:latin typeface="Segoe UI"/>
                <a:ea typeface="Segoe UI"/>
                <a:cs typeface="Segoe UI"/>
              </a:defRPr>
            </a:lvl6pPr>
            <a:lvl7pPr>
              <a:buNone/>
              <a:defRPr sz="2400" b="0">
                <a:solidFill>
                  <a:srgbClr val="192E3B"/>
                </a:solidFill>
                <a:latin typeface="Segoe UI"/>
                <a:ea typeface="Segoe UI"/>
                <a:cs typeface="Segoe UI"/>
              </a:defRPr>
            </a:lvl7pPr>
            <a:lvl8pPr>
              <a:buNone/>
              <a:defRPr sz="2400" b="0">
                <a:solidFill>
                  <a:srgbClr val="192E3B"/>
                </a:solidFill>
                <a:latin typeface="Segoe UI"/>
                <a:ea typeface="Segoe UI"/>
                <a:cs typeface="Segoe UI"/>
              </a:defRPr>
            </a:lvl8pPr>
            <a:lvl9pPr>
              <a:buNone/>
              <a:defRPr sz="2400" b="0">
                <a:solidFill>
                  <a:srgbClr val="192E3B"/>
                </a:solidFill>
                <a:latin typeface="Segoe UI"/>
                <a:ea typeface="Segoe UI"/>
                <a:cs typeface="Segoe UI"/>
              </a:defRPr>
            </a:lvl9pPr>
          </a:lstStyle>
          <a:p xmlns:a="http://schemas.openxmlformats.org/drawingml/2006/main">
            <a:pPr>
              <a:buNone/>
              <a:defRPr sz="2400" b="0">
                <a:solidFill>
                  <a:srgbClr val="192E3B"/>
                </a:solidFill>
                <a:latin typeface="Segoe UI"/>
                <a:ea typeface="Segoe UI"/>
                <a:cs typeface="Segoe UI"/>
              </a:defRPr>
            </a:pPr>
            <a:r>
              <a:rPr sz="2250" b="0">
                <a:solidFill>
                  <a:srgbClr val="192E3B"/>
                </a:solidFill>
                <a:latin typeface="Segoe UI"/>
                <a:ea typeface="Segoe UI"/>
                <a:cs typeface="Segoe UI"/>
              </a:rPr>
              <a:t>Hello. What would you like?</a:t>
            </a:r>
          </a:p>
          <a:p xmlns:a="http://schemas.openxmlformats.org/drawingml/2006/main">
            <a:pPr>
              <a:buNone/>
              <a:defRPr sz="2400" b="0">
                <a:solidFill>
                  <a:srgbClr val="192E3B"/>
                </a:solidFill>
                <a:latin typeface="Segoe UI"/>
                <a:ea typeface="Segoe UI"/>
                <a:cs typeface="Segoe UI"/>
              </a:defRPr>
            </a:pPr>
            <a:r>
              <a:rPr sz="2250" b="0">
                <a:solidFill>
                  <a:srgbClr val="192E3B"/>
                </a:solidFill>
                <a:latin typeface="Segoe UI"/>
                <a:ea typeface="Segoe UI"/>
                <a:cs typeface="Segoe UI"/>
              </a:rPr>
              <a:t>Let me check that order.</a:t>
            </a:r>
          </a:p>
          <a:p xmlns:a="http://schemas.openxmlformats.org/drawingml/2006/main">
            <a:pPr>
              <a:buNone/>
              <a:defRPr sz="2400" b="0">
                <a:solidFill>
                  <a:srgbClr val="192E3B"/>
                </a:solidFill>
                <a:latin typeface="Segoe UI"/>
                <a:ea typeface="Segoe UI"/>
                <a:cs typeface="Segoe UI"/>
              </a:defRPr>
            </a:pPr>
            <a:r>
              <a:rPr sz="2250" b="0">
                <a:solidFill>
                  <a:srgbClr val="192E3B"/>
                </a:solidFill>
                <a:latin typeface="Segoe UI"/>
                <a:ea typeface="Segoe UI"/>
                <a:cs typeface="Segoe UI"/>
              </a:rPr>
              <a:t>Please ask our adult about food needs.</a:t>
            </a:r>
          </a:p>
          <a:p xmlns:a="http://schemas.openxmlformats.org/drawingml/2006/main">
            <a:pPr>
              <a:buNone/>
              <a:defRPr sz="2400" b="0">
                <a:solidFill>
                  <a:srgbClr val="192E3B"/>
                </a:solidFill>
                <a:latin typeface="Segoe UI"/>
                <a:ea typeface="Segoe UI"/>
                <a:cs typeface="Segoe UI"/>
              </a:defRPr>
            </a:pPr>
            <a:r>
              <a:rPr sz="2250" b="0">
                <a:solidFill>
                  <a:srgbClr val="192E3B"/>
                </a:solidFill>
                <a:latin typeface="Segoe UI"/>
                <a:ea typeface="Segoe UI"/>
                <a:cs typeface="Segoe UI"/>
              </a:rPr>
              <a:t>The price is __.</a:t>
            </a:r>
          </a:p>
          <a:p xmlns:a="http://schemas.openxmlformats.org/drawingml/2006/main">
            <a:pPr>
              <a:buNone/>
              <a:defRPr sz="2400" b="0">
                <a:solidFill>
                  <a:srgbClr val="192E3B"/>
                </a:solidFill>
                <a:latin typeface="Segoe UI"/>
                <a:ea typeface="Segoe UI"/>
                <a:cs typeface="Segoe UI"/>
              </a:defRPr>
            </a:pPr>
            <a:r>
              <a:rPr sz="2250" b="0">
                <a:solidFill>
                  <a:srgbClr val="192E3B"/>
                </a:solidFill>
                <a:latin typeface="Segoe UI"/>
                <a:ea typeface="Segoe UI"/>
                <a:cs typeface="Segoe UI"/>
              </a:rPr>
              <a:t>Thank you.</a:t>
            </a:r>
          </a:p>
        </p:txBody>
      </p:sp>
      <p:sp>
        <p:nvSpPr>
          <p:cNvPr id="5" name="credit">
            <a:extLst xmlns:a="http://schemas.openxmlformats.org/drawingml/2006/main">
              <a:ext uri="{FF2B5EF4-FFF2-40B4-BE49-F238E27FC236}">
                <a16:creationId xmlns:a16="http://schemas.microsoft.com/office/drawing/2014/main" id="{F9A5A09E-4DD4-5219-B5C0-9D108EAEB6DC}"/>
              </a:ext>
            </a:extLst>
          </p:cNvPr>
          <p:cNvSpPr>
            <a:spLocks xmlns:a="http://schemas.openxmlformats.org/drawingml/2006/main" noGrp="1"/>
          </p:cNvSpPr>
          <p:nvPr/>
        </p:nvSpPr>
        <p:spPr>
          <a:xfrm xmlns:a="http://schemas.openxmlformats.org/drawingml/2006/main">
            <a:off x="533400" y="6515100"/>
            <a:ext cx="1104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788" b="0">
                <a:solidFill>
                  <a:srgbClr val="566574"/>
                </a:solidFill>
                <a:latin typeface="Segoe UI"/>
                <a:ea typeface="Segoe UI"/>
                <a:cs typeface="Segoe UI"/>
              </a:defRPr>
            </a:defPPr>
            <a:lvl1pPr>
              <a:buNone/>
              <a:defRPr sz="788" b="0">
                <a:solidFill>
                  <a:srgbClr val="566574"/>
                </a:solidFill>
                <a:latin typeface="Segoe UI"/>
                <a:ea typeface="Segoe UI"/>
                <a:cs typeface="Segoe UI"/>
              </a:defRPr>
            </a:lvl1pPr>
            <a:lvl2pPr>
              <a:buNone/>
              <a:defRPr sz="788" b="0">
                <a:solidFill>
                  <a:srgbClr val="566574"/>
                </a:solidFill>
                <a:latin typeface="Segoe UI"/>
                <a:ea typeface="Segoe UI"/>
                <a:cs typeface="Segoe UI"/>
              </a:defRPr>
            </a:lvl2pPr>
            <a:lvl3pPr>
              <a:buNone/>
              <a:defRPr sz="788" b="0">
                <a:solidFill>
                  <a:srgbClr val="566574"/>
                </a:solidFill>
                <a:latin typeface="Segoe UI"/>
                <a:ea typeface="Segoe UI"/>
                <a:cs typeface="Segoe UI"/>
              </a:defRPr>
            </a:lvl3pPr>
            <a:lvl4pPr>
              <a:buNone/>
              <a:defRPr sz="788" b="0">
                <a:solidFill>
                  <a:srgbClr val="566574"/>
                </a:solidFill>
                <a:latin typeface="Segoe UI"/>
                <a:ea typeface="Segoe UI"/>
                <a:cs typeface="Segoe UI"/>
              </a:defRPr>
            </a:lvl4pPr>
            <a:lvl5pPr>
              <a:buNone/>
              <a:defRPr sz="788" b="0">
                <a:solidFill>
                  <a:srgbClr val="566574"/>
                </a:solidFill>
                <a:latin typeface="Segoe UI"/>
                <a:ea typeface="Segoe UI"/>
                <a:cs typeface="Segoe UI"/>
              </a:defRPr>
            </a:lvl5pPr>
            <a:lvl6pPr>
              <a:buNone/>
              <a:defRPr sz="788" b="0">
                <a:solidFill>
                  <a:srgbClr val="566574"/>
                </a:solidFill>
                <a:latin typeface="Segoe UI"/>
                <a:ea typeface="Segoe UI"/>
                <a:cs typeface="Segoe UI"/>
              </a:defRPr>
            </a:lvl6pPr>
            <a:lvl7pPr>
              <a:buNone/>
              <a:defRPr sz="788" b="0">
                <a:solidFill>
                  <a:srgbClr val="566574"/>
                </a:solidFill>
                <a:latin typeface="Segoe UI"/>
                <a:ea typeface="Segoe UI"/>
                <a:cs typeface="Segoe UI"/>
              </a:defRPr>
            </a:lvl7pPr>
            <a:lvl8pPr>
              <a:buNone/>
              <a:defRPr sz="788" b="0">
                <a:solidFill>
                  <a:srgbClr val="566574"/>
                </a:solidFill>
                <a:latin typeface="Segoe UI"/>
                <a:ea typeface="Segoe UI"/>
                <a:cs typeface="Segoe UI"/>
              </a:defRPr>
            </a:lvl8pPr>
            <a:lvl9pPr>
              <a:buNone/>
              <a:defRPr sz="788" b="0">
                <a:solidFill>
                  <a:srgbClr val="566574"/>
                </a:solidFill>
                <a:latin typeface="Segoe UI"/>
                <a:ea typeface="Segoe UI"/>
                <a:cs typeface="Segoe UI"/>
              </a:defRPr>
            </a:lvl9pPr>
          </a:lstStyle>
          <a:p xmlns:a="http://schemas.openxmlformats.org/drawingml/2006/main">
            <a:pPr>
              <a:buNone/>
              <a:defRPr sz="788" b="0">
                <a:solidFill>
                  <a:srgbClr val="566574"/>
                </a:solidFill>
                <a:latin typeface="Segoe UI"/>
                <a:ea typeface="Segoe UI"/>
                <a:cs typeface="Segoe UI"/>
              </a:defRPr>
            </a:pPr>
            <a:r>
              <a:rPr sz="788" b="0">
                <a:solidFill>
                  <a:srgbClr val="566574"/>
                </a:solidFill>
                <a:latin typeface="Segoe UI"/>
                <a:ea typeface="Segoe UI"/>
                <a:cs typeface="Segoe UI"/>
              </a:rPr>
              <a:t>Made by Matt · © Matt Roper · CC BY-NC-SA 4.0: free for classroom use, share and adapt with credit, no resale</a:t>
            </a:r>
          </a:p>
        </p:txBody>
      </p:sp>
      <p:sp>
        <p:nvSpPr>
          <p:cNvPr id="6" name="page-number">
            <a:extLst xmlns:a="http://schemas.openxmlformats.org/drawingml/2006/main">
              <a:ext uri="{FF2B5EF4-FFF2-40B4-BE49-F238E27FC236}">
                <a16:creationId xmlns:a16="http://schemas.microsoft.com/office/drawing/2014/main" id="{17BCD175-1924-5F75-8BDE-23C027B64BD4}"/>
              </a:ext>
            </a:extLst>
          </p:cNvPr>
          <p:cNvSpPr>
            <a:spLocks xmlns:a="http://schemas.openxmlformats.org/drawingml/2006/main" noGrp="1"/>
          </p:cNvSpPr>
          <p:nvPr/>
        </p:nvSpPr>
        <p:spPr>
          <a:xfrm xmlns:a="http://schemas.openxmlformats.org/drawingml/2006/main">
            <a:off x="11144250" y="62103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buNone/>
              <a:defRPr sz="1050" b="0">
                <a:solidFill>
                  <a:srgbClr val="566574"/>
                </a:solidFill>
                <a:latin typeface="Segoe UI"/>
                <a:ea typeface="Segoe UI"/>
                <a:cs typeface="Segoe UI"/>
              </a:defRPr>
            </a:lvl1pPr>
            <a:lvl2pPr>
              <a:buNone/>
              <a:defRPr sz="1050" b="0">
                <a:solidFill>
                  <a:srgbClr val="566574"/>
                </a:solidFill>
                <a:latin typeface="Segoe UI"/>
                <a:ea typeface="Segoe UI"/>
                <a:cs typeface="Segoe UI"/>
              </a:defRPr>
            </a:lvl2pPr>
            <a:lvl3pPr>
              <a:buNone/>
              <a:defRPr sz="1050" b="0">
                <a:solidFill>
                  <a:srgbClr val="566574"/>
                </a:solidFill>
                <a:latin typeface="Segoe UI"/>
                <a:ea typeface="Segoe UI"/>
                <a:cs typeface="Segoe UI"/>
              </a:defRPr>
            </a:lvl3pPr>
            <a:lvl4pPr>
              <a:buNone/>
              <a:defRPr sz="1050" b="0">
                <a:solidFill>
                  <a:srgbClr val="566574"/>
                </a:solidFill>
                <a:latin typeface="Segoe UI"/>
                <a:ea typeface="Segoe UI"/>
                <a:cs typeface="Segoe UI"/>
              </a:defRPr>
            </a:lvl4pPr>
            <a:lvl5pPr>
              <a:buNone/>
              <a:defRPr sz="1050" b="0">
                <a:solidFill>
                  <a:srgbClr val="566574"/>
                </a:solidFill>
                <a:latin typeface="Segoe UI"/>
                <a:ea typeface="Segoe UI"/>
                <a:cs typeface="Segoe UI"/>
              </a:defRPr>
            </a:lvl5pPr>
            <a:lvl6pPr>
              <a:buNone/>
              <a:defRPr sz="1050" b="0">
                <a:solidFill>
                  <a:srgbClr val="566574"/>
                </a:solidFill>
                <a:latin typeface="Segoe UI"/>
                <a:ea typeface="Segoe UI"/>
                <a:cs typeface="Segoe UI"/>
              </a:defRPr>
            </a:lvl6pPr>
            <a:lvl7pPr>
              <a:buNone/>
              <a:defRPr sz="1050" b="0">
                <a:solidFill>
                  <a:srgbClr val="566574"/>
                </a:solidFill>
                <a:latin typeface="Segoe UI"/>
                <a:ea typeface="Segoe UI"/>
                <a:cs typeface="Segoe UI"/>
              </a:defRPr>
            </a:lvl7pPr>
            <a:lvl8pPr>
              <a:buNone/>
              <a:defRPr sz="1050" b="0">
                <a:solidFill>
                  <a:srgbClr val="566574"/>
                </a:solidFill>
                <a:latin typeface="Segoe UI"/>
                <a:ea typeface="Segoe UI"/>
                <a:cs typeface="Segoe UI"/>
              </a:defRPr>
            </a:lvl8pPr>
            <a:lvl9pPr>
              <a:buNone/>
              <a:defRPr sz="1050" b="0">
                <a:solidFill>
                  <a:srgbClr val="566574"/>
                </a:solidFill>
                <a:latin typeface="Segoe UI"/>
                <a:ea typeface="Segoe UI"/>
                <a:cs typeface="Segoe UI"/>
              </a:defRPr>
            </a:lvl9pPr>
          </a:lstStyle>
          <a:p xmlns:a="http://schemas.openxmlformats.org/drawingml/2006/main">
            <a:pPr>
              <a:buNone/>
              <a:defRPr sz="1050" b="0">
                <a:solidFill>
                  <a:srgbClr val="566574"/>
                </a:solidFill>
                <a:latin typeface="Segoe UI"/>
                <a:ea typeface="Segoe UI"/>
                <a:cs typeface="Segoe UI"/>
              </a:defRPr>
            </a:pPr>
            <a:r>
              <a:rPr sz="1050" b="0">
                <a:solidFill>
                  <a:srgbClr val="566574"/>
                </a:solidFill>
                <a:latin typeface="Segoe UI"/>
                <a:ea typeface="Segoe UI"/>
                <a:cs typeface="Segoe UI"/>
              </a:rPr>
              <a:t>16</a:t>
            </a:r>
          </a:p>
        </p:txBody>
      </p:sp>
    </p:spTree>
    <p:extLst>
      <p:ext uri="{BB962C8B-B14F-4D97-AF65-F5344CB8AC3E}">
        <p14:creationId xmlns:p14="http://schemas.microsoft.com/office/powerpoint/2010/main" val="1169373965"/>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lesson-code">
            <a:extLst xmlns:a="http://schemas.openxmlformats.org/drawingml/2006/main">
              <a:ext uri="{FF2B5EF4-FFF2-40B4-BE49-F238E27FC236}">
                <a16:creationId xmlns:a16="http://schemas.microsoft.com/office/drawing/2014/main" id="{6D80DA19-E46F-5144-B71A-2413D13AD297}"/>
              </a:ext>
            </a:extLst>
          </p:cNvPr>
          <p:cNvSpPr>
            <a:spLocks xmlns:a="http://schemas.openxmlformats.org/drawingml/2006/main" noGrp="1"/>
          </p:cNvSpPr>
          <p:nvPr/>
        </p:nvSpPr>
        <p:spPr>
          <a:xfrm xmlns:a="http://schemas.openxmlformats.org/drawingml/2006/main">
            <a:off x="533400" y="1905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buNone/>
              <a:defRPr sz="1200" b="0">
                <a:solidFill>
                  <a:srgbClr val="566574"/>
                </a:solidFill>
                <a:latin typeface="Segoe UI"/>
                <a:ea typeface="Segoe UI"/>
                <a:cs typeface="Segoe UI"/>
              </a:defRPr>
            </a:lvl1pPr>
            <a:lvl2pPr>
              <a:buNone/>
              <a:defRPr sz="1200" b="0">
                <a:solidFill>
                  <a:srgbClr val="566574"/>
                </a:solidFill>
                <a:latin typeface="Segoe UI"/>
                <a:ea typeface="Segoe UI"/>
                <a:cs typeface="Segoe UI"/>
              </a:defRPr>
            </a:lvl2pPr>
            <a:lvl3pPr>
              <a:buNone/>
              <a:defRPr sz="1200" b="0">
                <a:solidFill>
                  <a:srgbClr val="566574"/>
                </a:solidFill>
                <a:latin typeface="Segoe UI"/>
                <a:ea typeface="Segoe UI"/>
                <a:cs typeface="Segoe UI"/>
              </a:defRPr>
            </a:lvl3pPr>
            <a:lvl4pPr>
              <a:buNone/>
              <a:defRPr sz="1200" b="0">
                <a:solidFill>
                  <a:srgbClr val="566574"/>
                </a:solidFill>
                <a:latin typeface="Segoe UI"/>
                <a:ea typeface="Segoe UI"/>
                <a:cs typeface="Segoe UI"/>
              </a:defRPr>
            </a:lvl4pPr>
            <a:lvl5pPr>
              <a:buNone/>
              <a:defRPr sz="1200" b="0">
                <a:solidFill>
                  <a:srgbClr val="566574"/>
                </a:solidFill>
                <a:latin typeface="Segoe UI"/>
                <a:ea typeface="Segoe UI"/>
                <a:cs typeface="Segoe UI"/>
              </a:defRPr>
            </a:lvl5pPr>
            <a:lvl6pPr>
              <a:buNone/>
              <a:defRPr sz="1200" b="0">
                <a:solidFill>
                  <a:srgbClr val="566574"/>
                </a:solidFill>
                <a:latin typeface="Segoe UI"/>
                <a:ea typeface="Segoe UI"/>
                <a:cs typeface="Segoe UI"/>
              </a:defRPr>
            </a:lvl6pPr>
            <a:lvl7pPr>
              <a:buNone/>
              <a:defRPr sz="1200" b="0">
                <a:solidFill>
                  <a:srgbClr val="566574"/>
                </a:solidFill>
                <a:latin typeface="Segoe UI"/>
                <a:ea typeface="Segoe UI"/>
                <a:cs typeface="Segoe UI"/>
              </a:defRPr>
            </a:lvl7pPr>
            <a:lvl8pPr>
              <a:buNone/>
              <a:defRPr sz="1200" b="0">
                <a:solidFill>
                  <a:srgbClr val="566574"/>
                </a:solidFill>
                <a:latin typeface="Segoe UI"/>
                <a:ea typeface="Segoe UI"/>
                <a:cs typeface="Segoe UI"/>
              </a:defRPr>
            </a:lvl8pPr>
            <a:lvl9pPr>
              <a:buNone/>
              <a:defRPr sz="1200" b="0">
                <a:solidFill>
                  <a:srgbClr val="566574"/>
                </a:solidFill>
                <a:latin typeface="Segoe UI"/>
                <a:ea typeface="Segoe UI"/>
                <a:cs typeface="Segoe UI"/>
              </a:defRPr>
            </a:lvl9pPr>
          </a:lstStyle>
          <a:p xmlns:a="http://schemas.openxmlformats.org/drawingml/2006/main">
            <a:pPr>
              <a:buNone/>
              <a:defRPr sz="1200" b="0">
                <a:solidFill>
                  <a:srgbClr val="566574"/>
                </a:solidFill>
                <a:latin typeface="Segoe UI"/>
                <a:ea typeface="Segoe UI"/>
                <a:cs typeface="Segoe UI"/>
              </a:defRPr>
            </a:pPr>
            <a:r>
              <a:rPr sz="1200" b="0">
                <a:solidFill>
                  <a:srgbClr val="566574"/>
                </a:solidFill>
                <a:latin typeface="Segoe UI"/>
                <a:ea typeface="Segoe UI"/>
                <a:cs typeface="Segoe UI"/>
              </a:rPr>
              <a:t>COMM-GROW-A2-W05  ·  Lesson 10b</a:t>
            </a:r>
          </a:p>
        </p:txBody>
      </p:sp>
      <p:sp>
        <p:nvSpPr>
          <p:cNvPr id="2" name="label">
            <a:extLst xmlns:a="http://schemas.openxmlformats.org/drawingml/2006/main">
              <a:ext uri="{FF2B5EF4-FFF2-40B4-BE49-F238E27FC236}">
                <a16:creationId xmlns:a16="http://schemas.microsoft.com/office/drawing/2014/main" id="{562F7617-0873-5F9A-B19D-792B0A4E3B38}"/>
              </a:ext>
            </a:extLst>
          </p:cNvPr>
          <p:cNvSpPr>
            <a:spLocks xmlns:a="http://schemas.openxmlformats.org/drawingml/2006/main" noGrp="1"/>
          </p:cNvSpPr>
          <p:nvPr/>
        </p:nvSpPr>
        <p:spPr>
          <a:xfrm xmlns:a="http://schemas.openxmlformats.org/drawingml/2006/main">
            <a:off x="7620000" y="190500"/>
            <a:ext cx="4048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buNone/>
              <a:defRPr sz="1050" b="0">
                <a:solidFill>
                  <a:srgbClr val="566574"/>
                </a:solidFill>
                <a:latin typeface="Segoe UI"/>
                <a:ea typeface="Segoe UI"/>
                <a:cs typeface="Segoe UI"/>
              </a:defRPr>
            </a:lvl1pPr>
            <a:lvl2pPr>
              <a:buNone/>
              <a:defRPr sz="1050" b="0">
                <a:solidFill>
                  <a:srgbClr val="566574"/>
                </a:solidFill>
                <a:latin typeface="Segoe UI"/>
                <a:ea typeface="Segoe UI"/>
                <a:cs typeface="Segoe UI"/>
              </a:defRPr>
            </a:lvl2pPr>
            <a:lvl3pPr>
              <a:buNone/>
              <a:defRPr sz="1050" b="0">
                <a:solidFill>
                  <a:srgbClr val="566574"/>
                </a:solidFill>
                <a:latin typeface="Segoe UI"/>
                <a:ea typeface="Segoe UI"/>
                <a:cs typeface="Segoe UI"/>
              </a:defRPr>
            </a:lvl3pPr>
            <a:lvl4pPr>
              <a:buNone/>
              <a:defRPr sz="1050" b="0">
                <a:solidFill>
                  <a:srgbClr val="566574"/>
                </a:solidFill>
                <a:latin typeface="Segoe UI"/>
                <a:ea typeface="Segoe UI"/>
                <a:cs typeface="Segoe UI"/>
              </a:defRPr>
            </a:lvl4pPr>
            <a:lvl5pPr>
              <a:buNone/>
              <a:defRPr sz="1050" b="0">
                <a:solidFill>
                  <a:srgbClr val="566574"/>
                </a:solidFill>
                <a:latin typeface="Segoe UI"/>
                <a:ea typeface="Segoe UI"/>
                <a:cs typeface="Segoe UI"/>
              </a:defRPr>
            </a:lvl5pPr>
            <a:lvl6pPr>
              <a:buNone/>
              <a:defRPr sz="1050" b="0">
                <a:solidFill>
                  <a:srgbClr val="566574"/>
                </a:solidFill>
                <a:latin typeface="Segoe UI"/>
                <a:ea typeface="Segoe UI"/>
                <a:cs typeface="Segoe UI"/>
              </a:defRPr>
            </a:lvl6pPr>
            <a:lvl7pPr>
              <a:buNone/>
              <a:defRPr sz="1050" b="0">
                <a:solidFill>
                  <a:srgbClr val="566574"/>
                </a:solidFill>
                <a:latin typeface="Segoe UI"/>
                <a:ea typeface="Segoe UI"/>
                <a:cs typeface="Segoe UI"/>
              </a:defRPr>
            </a:lvl7pPr>
            <a:lvl8pPr>
              <a:buNone/>
              <a:defRPr sz="1050" b="0">
                <a:solidFill>
                  <a:srgbClr val="566574"/>
                </a:solidFill>
                <a:latin typeface="Segoe UI"/>
                <a:ea typeface="Segoe UI"/>
                <a:cs typeface="Segoe UI"/>
              </a:defRPr>
            </a:lvl8pPr>
            <a:lvl9pPr>
              <a:buNone/>
              <a:defRPr sz="1050" b="0">
                <a:solidFill>
                  <a:srgbClr val="566574"/>
                </a:solidFill>
                <a:latin typeface="Segoe UI"/>
                <a:ea typeface="Segoe UI"/>
                <a:cs typeface="Segoe UI"/>
              </a:defRPr>
            </a:lvl9pPr>
          </a:lstStyle>
          <a:p xmlns:a="http://schemas.openxmlformats.org/drawingml/2006/main">
            <a:pPr>
              <a:buNone/>
              <a:defRPr sz="1050" b="0">
                <a:solidFill>
                  <a:srgbClr val="566574"/>
                </a:solidFill>
                <a:latin typeface="Segoe UI"/>
                <a:ea typeface="Segoe UI"/>
                <a:cs typeface="Segoe UI"/>
              </a:defRPr>
            </a:pPr>
            <a:r>
              <a:rPr sz="1200" b="0">
                <a:solidFill>
                  <a:srgbClr val="566574"/>
                </a:solidFill>
                <a:latin typeface="Segoe UI"/>
                <a:ea typeface="Segoe UI"/>
                <a:cs typeface="Segoe UI"/>
              </a:rPr>
              <a:t>Public edition · Year A</a:t>
            </a:r>
          </a:p>
        </p:txBody>
      </p:sp>
      <p:sp>
        <p:nvSpPr>
          <p:cNvPr id="3" name="stage-title">
            <a:extLst xmlns:a="http://schemas.openxmlformats.org/drawingml/2006/main">
              <a:ext uri="{FF2B5EF4-FFF2-40B4-BE49-F238E27FC236}">
                <a16:creationId xmlns:a16="http://schemas.microsoft.com/office/drawing/2014/main" id="{209B2E69-FD7F-5D53-A631-18E5B489D8C2}"/>
              </a:ext>
            </a:extLst>
          </p:cNvPr>
          <p:cNvSpPr>
            <a:spLocks xmlns:a="http://schemas.openxmlformats.org/drawingml/2006/main" noGrp="1"/>
          </p:cNvSpPr>
          <p:nvPr/>
        </p:nvSpPr>
        <p:spPr>
          <a:xfrm xmlns:a="http://schemas.openxmlformats.org/drawingml/2006/main">
            <a:off x="533400" y="590550"/>
            <a:ext cx="11029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3300" b="1">
                <a:solidFill>
                  <a:srgbClr val="345D70"/>
                </a:solidFill>
                <a:latin typeface="Segoe UI"/>
                <a:ea typeface="Segoe UI"/>
                <a:cs typeface="Segoe UI"/>
              </a:defRPr>
            </a:defPPr>
            <a:lvl1pPr>
              <a:buNone/>
              <a:defRPr sz="3300" b="1">
                <a:solidFill>
                  <a:srgbClr val="345D70"/>
                </a:solidFill>
                <a:latin typeface="Segoe UI"/>
                <a:ea typeface="Segoe UI"/>
                <a:cs typeface="Segoe UI"/>
              </a:defRPr>
            </a:lvl1pPr>
            <a:lvl2pPr>
              <a:buNone/>
              <a:defRPr sz="3300" b="1">
                <a:solidFill>
                  <a:srgbClr val="345D70"/>
                </a:solidFill>
                <a:latin typeface="Segoe UI"/>
                <a:ea typeface="Segoe UI"/>
                <a:cs typeface="Segoe UI"/>
              </a:defRPr>
            </a:lvl2pPr>
            <a:lvl3pPr>
              <a:buNone/>
              <a:defRPr sz="3300" b="1">
                <a:solidFill>
                  <a:srgbClr val="345D70"/>
                </a:solidFill>
                <a:latin typeface="Segoe UI"/>
                <a:ea typeface="Segoe UI"/>
                <a:cs typeface="Segoe UI"/>
              </a:defRPr>
            </a:lvl3pPr>
            <a:lvl4pPr>
              <a:buNone/>
              <a:defRPr sz="3300" b="1">
                <a:solidFill>
                  <a:srgbClr val="345D70"/>
                </a:solidFill>
                <a:latin typeface="Segoe UI"/>
                <a:ea typeface="Segoe UI"/>
                <a:cs typeface="Segoe UI"/>
              </a:defRPr>
            </a:lvl4pPr>
            <a:lvl5pPr>
              <a:buNone/>
              <a:defRPr sz="3300" b="1">
                <a:solidFill>
                  <a:srgbClr val="345D70"/>
                </a:solidFill>
                <a:latin typeface="Segoe UI"/>
                <a:ea typeface="Segoe UI"/>
                <a:cs typeface="Segoe UI"/>
              </a:defRPr>
            </a:lvl5pPr>
            <a:lvl6pPr>
              <a:buNone/>
              <a:defRPr sz="3300" b="1">
                <a:solidFill>
                  <a:srgbClr val="345D70"/>
                </a:solidFill>
                <a:latin typeface="Segoe UI"/>
                <a:ea typeface="Segoe UI"/>
                <a:cs typeface="Segoe UI"/>
              </a:defRPr>
            </a:lvl6pPr>
            <a:lvl7pPr>
              <a:buNone/>
              <a:defRPr sz="3300" b="1">
                <a:solidFill>
                  <a:srgbClr val="345D70"/>
                </a:solidFill>
                <a:latin typeface="Segoe UI"/>
                <a:ea typeface="Segoe UI"/>
                <a:cs typeface="Segoe UI"/>
              </a:defRPr>
            </a:lvl7pPr>
            <a:lvl8pPr>
              <a:buNone/>
              <a:defRPr sz="3300" b="1">
                <a:solidFill>
                  <a:srgbClr val="345D70"/>
                </a:solidFill>
                <a:latin typeface="Segoe UI"/>
                <a:ea typeface="Segoe UI"/>
                <a:cs typeface="Segoe UI"/>
              </a:defRPr>
            </a:lvl8pPr>
            <a:lvl9pPr>
              <a:buNone/>
              <a:defRPr sz="3300" b="1">
                <a:solidFill>
                  <a:srgbClr val="345D70"/>
                </a:solidFill>
                <a:latin typeface="Segoe UI"/>
                <a:ea typeface="Segoe UI"/>
                <a:cs typeface="Segoe UI"/>
              </a:defRPr>
            </a:lvl9pPr>
          </a:lstStyle>
          <a:p xmlns:a="http://schemas.openxmlformats.org/drawingml/2006/main">
            <a:pPr>
              <a:buNone/>
              <a:defRPr sz="3300" b="1">
                <a:solidFill>
                  <a:srgbClr val="345D70"/>
                </a:solidFill>
                <a:latin typeface="Segoe UI"/>
                <a:ea typeface="Segoe UI"/>
                <a:cs typeface="Segoe UI"/>
              </a:defRPr>
            </a:pPr>
            <a:r>
              <a:rPr sz="3300" b="1">
                <a:solidFill>
                  <a:srgbClr val="345D70"/>
                </a:solidFill>
                <a:latin typeface="Segoe UI"/>
                <a:ea typeface="Segoe UI"/>
                <a:cs typeface="Segoe UI"/>
              </a:rPr>
              <a:t>Money and the sale record</a:t>
            </a:r>
          </a:p>
        </p:txBody>
      </p:sp>
      <p:sp>
        <p:nvSpPr>
          <p:cNvPr id="4" name="pupil-body">
            <a:extLst xmlns:a="http://schemas.openxmlformats.org/drawingml/2006/main">
              <a:ext uri="{FF2B5EF4-FFF2-40B4-BE49-F238E27FC236}">
                <a16:creationId xmlns:a16="http://schemas.microsoft.com/office/drawing/2014/main" id="{39B52BCB-0FB3-56CD-84C4-DF98CEE7A455}"/>
              </a:ext>
            </a:extLst>
          </p:cNvPr>
          <p:cNvSpPr>
            <a:spLocks xmlns:a="http://schemas.openxmlformats.org/drawingml/2006/main" noGrp="1"/>
          </p:cNvSpPr>
          <p:nvPr/>
        </p:nvSpPr>
        <p:spPr>
          <a:xfrm xmlns:a="http://schemas.openxmlformats.org/drawingml/2006/main">
            <a:off x="533400" y="1466850"/>
            <a:ext cx="11049000" cy="452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250" b="0">
                <a:solidFill>
                  <a:srgbClr val="192E3B"/>
                </a:solidFill>
                <a:latin typeface="Segoe UI"/>
                <a:ea typeface="Segoe UI"/>
                <a:cs typeface="Segoe UI"/>
              </a:defRPr>
            </a:defPPr>
            <a:lvl1pPr>
              <a:buNone/>
              <a:defRPr sz="2400" b="0">
                <a:solidFill>
                  <a:srgbClr val="192E3B"/>
                </a:solidFill>
                <a:latin typeface="Segoe UI"/>
                <a:ea typeface="Segoe UI"/>
                <a:cs typeface="Segoe UI"/>
              </a:defRPr>
            </a:lvl1pPr>
            <a:lvl2pPr>
              <a:buNone/>
              <a:defRPr sz="2400" b="0">
                <a:solidFill>
                  <a:srgbClr val="192E3B"/>
                </a:solidFill>
                <a:latin typeface="Segoe UI"/>
                <a:ea typeface="Segoe UI"/>
                <a:cs typeface="Segoe UI"/>
              </a:defRPr>
            </a:lvl2pPr>
            <a:lvl3pPr>
              <a:buNone/>
              <a:defRPr sz="2400" b="0">
                <a:solidFill>
                  <a:srgbClr val="192E3B"/>
                </a:solidFill>
                <a:latin typeface="Segoe UI"/>
                <a:ea typeface="Segoe UI"/>
                <a:cs typeface="Segoe UI"/>
              </a:defRPr>
            </a:lvl3pPr>
            <a:lvl4pPr>
              <a:buNone/>
              <a:defRPr sz="2400" b="0">
                <a:solidFill>
                  <a:srgbClr val="192E3B"/>
                </a:solidFill>
                <a:latin typeface="Segoe UI"/>
                <a:ea typeface="Segoe UI"/>
                <a:cs typeface="Segoe UI"/>
              </a:defRPr>
            </a:lvl4pPr>
            <a:lvl5pPr>
              <a:buNone/>
              <a:defRPr sz="2400" b="0">
                <a:solidFill>
                  <a:srgbClr val="192E3B"/>
                </a:solidFill>
                <a:latin typeface="Segoe UI"/>
                <a:ea typeface="Segoe UI"/>
                <a:cs typeface="Segoe UI"/>
              </a:defRPr>
            </a:lvl5pPr>
            <a:lvl6pPr>
              <a:buNone/>
              <a:defRPr sz="2400" b="0">
                <a:solidFill>
                  <a:srgbClr val="192E3B"/>
                </a:solidFill>
                <a:latin typeface="Segoe UI"/>
                <a:ea typeface="Segoe UI"/>
                <a:cs typeface="Segoe UI"/>
              </a:defRPr>
            </a:lvl6pPr>
            <a:lvl7pPr>
              <a:buNone/>
              <a:defRPr sz="2400" b="0">
                <a:solidFill>
                  <a:srgbClr val="192E3B"/>
                </a:solidFill>
                <a:latin typeface="Segoe UI"/>
                <a:ea typeface="Segoe UI"/>
                <a:cs typeface="Segoe UI"/>
              </a:defRPr>
            </a:lvl7pPr>
            <a:lvl8pPr>
              <a:buNone/>
              <a:defRPr sz="2400" b="0">
                <a:solidFill>
                  <a:srgbClr val="192E3B"/>
                </a:solidFill>
                <a:latin typeface="Segoe UI"/>
                <a:ea typeface="Segoe UI"/>
                <a:cs typeface="Segoe UI"/>
              </a:defRPr>
            </a:lvl8pPr>
            <a:lvl9pPr>
              <a:buNone/>
              <a:defRPr sz="2400" b="0">
                <a:solidFill>
                  <a:srgbClr val="192E3B"/>
                </a:solidFill>
                <a:latin typeface="Segoe UI"/>
                <a:ea typeface="Segoe UI"/>
                <a:cs typeface="Segoe UI"/>
              </a:defRPr>
            </a:lvl9pPr>
          </a:lstStyle>
          <a:p xmlns:a="http://schemas.openxmlformats.org/drawingml/2006/main">
            <a:pPr>
              <a:buNone/>
              <a:defRPr sz="2400" b="0">
                <a:solidFill>
                  <a:srgbClr val="192E3B"/>
                </a:solidFill>
                <a:latin typeface="Segoe UI"/>
                <a:ea typeface="Segoe UI"/>
                <a:cs typeface="Segoe UI"/>
              </a:defRPr>
            </a:pPr>
            <a:r>
              <a:rPr sz="2250" b="0">
                <a:solidFill>
                  <a:srgbClr val="192E3B"/>
                </a:solidFill>
                <a:latin typeface="Segoe UI"/>
                <a:ea typeface="Segoe UI"/>
                <a:cs typeface="Segoe UI"/>
              </a:rPr>
              <a:t>Check the real price card.</a:t>
            </a:r>
          </a:p>
          <a:p xmlns:a="http://schemas.openxmlformats.org/drawingml/2006/main">
            <a:pPr>
              <a:buNone/>
              <a:defRPr sz="2400" b="0">
                <a:solidFill>
                  <a:srgbClr val="192E3B"/>
                </a:solidFill>
                <a:latin typeface="Segoe UI"/>
                <a:ea typeface="Segoe UI"/>
                <a:cs typeface="Segoe UI"/>
              </a:defRPr>
            </a:pPr>
            <a:r>
              <a:rPr sz="2250" b="0">
                <a:solidFill>
                  <a:srgbClr val="192E3B"/>
                </a:solidFill>
                <a:latin typeface="Segoe UI"/>
                <a:ea typeface="Segoe UI"/>
                <a:cs typeface="Segoe UI"/>
              </a:rPr>
              <a:t>Count the payment with the adult.</a:t>
            </a:r>
          </a:p>
          <a:p xmlns:a="http://schemas.openxmlformats.org/drawingml/2006/main">
            <a:pPr>
              <a:buNone/>
              <a:defRPr sz="2400" b="0">
                <a:solidFill>
                  <a:srgbClr val="192E3B"/>
                </a:solidFill>
                <a:latin typeface="Segoe UI"/>
                <a:ea typeface="Segoe UI"/>
                <a:cs typeface="Segoe UI"/>
              </a:defRPr>
            </a:pPr>
            <a:r>
              <a:rPr sz="2250" b="0">
                <a:solidFill>
                  <a:srgbClr val="192E3B"/>
                </a:solidFill>
                <a:latin typeface="Segoe UI"/>
                <a:ea typeface="Segoe UI"/>
                <a:cs typeface="Segoe UI"/>
              </a:rPr>
              <a:t>Count back the right change.</a:t>
            </a:r>
          </a:p>
          <a:p xmlns:a="http://schemas.openxmlformats.org/drawingml/2006/main">
            <a:pPr>
              <a:buNone/>
              <a:defRPr sz="2400" b="0">
                <a:solidFill>
                  <a:srgbClr val="192E3B"/>
                </a:solidFill>
                <a:latin typeface="Segoe UI"/>
                <a:ea typeface="Segoe UI"/>
                <a:cs typeface="Segoe UI"/>
              </a:defRPr>
            </a:pPr>
            <a:r>
              <a:rPr sz="2250" b="0">
                <a:solidFill>
                  <a:srgbClr val="192E3B"/>
                </a:solidFill>
                <a:latin typeface="Segoe UI"/>
                <a:ea typeface="Segoe UI"/>
                <a:cs typeface="Segoe UI"/>
              </a:rPr>
              <a:t>Mark the sale once it is paid.</a:t>
            </a:r>
          </a:p>
          <a:p xmlns:a="http://schemas.openxmlformats.org/drawingml/2006/main">
            <a:pPr>
              <a:buNone/>
              <a:defRPr sz="2400" b="0">
                <a:solidFill>
                  <a:srgbClr val="192E3B"/>
                </a:solidFill>
                <a:latin typeface="Segoe UI"/>
                <a:ea typeface="Segoe UI"/>
                <a:cs typeface="Segoe UI"/>
              </a:defRPr>
            </a:pPr>
            <a:r>
              <a:rPr sz="2250" b="0">
                <a:solidFill>
                  <a:srgbClr val="192E3B"/>
                </a:solidFill>
                <a:latin typeface="Segoe UI"/>
                <a:ea typeface="Segoe UI"/>
                <a:cs typeface="Segoe UI"/>
              </a:rPr>
              <a:t>Ask the adult if the totals do not match.</a:t>
            </a:r>
          </a:p>
        </p:txBody>
      </p:sp>
      <p:sp>
        <p:nvSpPr>
          <p:cNvPr id="5" name="credit">
            <a:extLst xmlns:a="http://schemas.openxmlformats.org/drawingml/2006/main">
              <a:ext uri="{FF2B5EF4-FFF2-40B4-BE49-F238E27FC236}">
                <a16:creationId xmlns:a16="http://schemas.microsoft.com/office/drawing/2014/main" id="{D966B79D-92D6-58A0-9EC5-7C921CF24BD3}"/>
              </a:ext>
            </a:extLst>
          </p:cNvPr>
          <p:cNvSpPr>
            <a:spLocks xmlns:a="http://schemas.openxmlformats.org/drawingml/2006/main" noGrp="1"/>
          </p:cNvSpPr>
          <p:nvPr/>
        </p:nvSpPr>
        <p:spPr>
          <a:xfrm xmlns:a="http://schemas.openxmlformats.org/drawingml/2006/main">
            <a:off x="533400" y="6515100"/>
            <a:ext cx="1104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788" b="0">
                <a:solidFill>
                  <a:srgbClr val="566574"/>
                </a:solidFill>
                <a:latin typeface="Segoe UI"/>
                <a:ea typeface="Segoe UI"/>
                <a:cs typeface="Segoe UI"/>
              </a:defRPr>
            </a:defPPr>
            <a:lvl1pPr>
              <a:buNone/>
              <a:defRPr sz="788" b="0">
                <a:solidFill>
                  <a:srgbClr val="566574"/>
                </a:solidFill>
                <a:latin typeface="Segoe UI"/>
                <a:ea typeface="Segoe UI"/>
                <a:cs typeface="Segoe UI"/>
              </a:defRPr>
            </a:lvl1pPr>
            <a:lvl2pPr>
              <a:buNone/>
              <a:defRPr sz="788" b="0">
                <a:solidFill>
                  <a:srgbClr val="566574"/>
                </a:solidFill>
                <a:latin typeface="Segoe UI"/>
                <a:ea typeface="Segoe UI"/>
                <a:cs typeface="Segoe UI"/>
              </a:defRPr>
            </a:lvl2pPr>
            <a:lvl3pPr>
              <a:buNone/>
              <a:defRPr sz="788" b="0">
                <a:solidFill>
                  <a:srgbClr val="566574"/>
                </a:solidFill>
                <a:latin typeface="Segoe UI"/>
                <a:ea typeface="Segoe UI"/>
                <a:cs typeface="Segoe UI"/>
              </a:defRPr>
            </a:lvl3pPr>
            <a:lvl4pPr>
              <a:buNone/>
              <a:defRPr sz="788" b="0">
                <a:solidFill>
                  <a:srgbClr val="566574"/>
                </a:solidFill>
                <a:latin typeface="Segoe UI"/>
                <a:ea typeface="Segoe UI"/>
                <a:cs typeface="Segoe UI"/>
              </a:defRPr>
            </a:lvl4pPr>
            <a:lvl5pPr>
              <a:buNone/>
              <a:defRPr sz="788" b="0">
                <a:solidFill>
                  <a:srgbClr val="566574"/>
                </a:solidFill>
                <a:latin typeface="Segoe UI"/>
                <a:ea typeface="Segoe UI"/>
                <a:cs typeface="Segoe UI"/>
              </a:defRPr>
            </a:lvl5pPr>
            <a:lvl6pPr>
              <a:buNone/>
              <a:defRPr sz="788" b="0">
                <a:solidFill>
                  <a:srgbClr val="566574"/>
                </a:solidFill>
                <a:latin typeface="Segoe UI"/>
                <a:ea typeface="Segoe UI"/>
                <a:cs typeface="Segoe UI"/>
              </a:defRPr>
            </a:lvl6pPr>
            <a:lvl7pPr>
              <a:buNone/>
              <a:defRPr sz="788" b="0">
                <a:solidFill>
                  <a:srgbClr val="566574"/>
                </a:solidFill>
                <a:latin typeface="Segoe UI"/>
                <a:ea typeface="Segoe UI"/>
                <a:cs typeface="Segoe UI"/>
              </a:defRPr>
            </a:lvl7pPr>
            <a:lvl8pPr>
              <a:buNone/>
              <a:defRPr sz="788" b="0">
                <a:solidFill>
                  <a:srgbClr val="566574"/>
                </a:solidFill>
                <a:latin typeface="Segoe UI"/>
                <a:ea typeface="Segoe UI"/>
                <a:cs typeface="Segoe UI"/>
              </a:defRPr>
            </a:lvl8pPr>
            <a:lvl9pPr>
              <a:buNone/>
              <a:defRPr sz="788" b="0">
                <a:solidFill>
                  <a:srgbClr val="566574"/>
                </a:solidFill>
                <a:latin typeface="Segoe UI"/>
                <a:ea typeface="Segoe UI"/>
                <a:cs typeface="Segoe UI"/>
              </a:defRPr>
            </a:lvl9pPr>
          </a:lstStyle>
          <a:p xmlns:a="http://schemas.openxmlformats.org/drawingml/2006/main">
            <a:pPr>
              <a:buNone/>
              <a:defRPr sz="788" b="0">
                <a:solidFill>
                  <a:srgbClr val="566574"/>
                </a:solidFill>
                <a:latin typeface="Segoe UI"/>
                <a:ea typeface="Segoe UI"/>
                <a:cs typeface="Segoe UI"/>
              </a:defRPr>
            </a:pPr>
            <a:r>
              <a:rPr sz="788" b="0">
                <a:solidFill>
                  <a:srgbClr val="566574"/>
                </a:solidFill>
                <a:latin typeface="Segoe UI"/>
                <a:ea typeface="Segoe UI"/>
                <a:cs typeface="Segoe UI"/>
              </a:rPr>
              <a:t>Made by Matt · © Matt Roper · CC BY-NC-SA 4.0: free for classroom use, share and adapt with credit, no resale</a:t>
            </a:r>
          </a:p>
        </p:txBody>
      </p:sp>
      <p:sp>
        <p:nvSpPr>
          <p:cNvPr id="6" name="page-number">
            <a:extLst xmlns:a="http://schemas.openxmlformats.org/drawingml/2006/main">
              <a:ext uri="{FF2B5EF4-FFF2-40B4-BE49-F238E27FC236}">
                <a16:creationId xmlns:a16="http://schemas.microsoft.com/office/drawing/2014/main" id="{54413C2E-CD3F-58F2-A291-A856BC253E0A}"/>
              </a:ext>
            </a:extLst>
          </p:cNvPr>
          <p:cNvSpPr>
            <a:spLocks xmlns:a="http://schemas.openxmlformats.org/drawingml/2006/main" noGrp="1"/>
          </p:cNvSpPr>
          <p:nvPr/>
        </p:nvSpPr>
        <p:spPr>
          <a:xfrm xmlns:a="http://schemas.openxmlformats.org/drawingml/2006/main">
            <a:off x="11144250" y="62103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buNone/>
              <a:defRPr sz="1050" b="0">
                <a:solidFill>
                  <a:srgbClr val="566574"/>
                </a:solidFill>
                <a:latin typeface="Segoe UI"/>
                <a:ea typeface="Segoe UI"/>
                <a:cs typeface="Segoe UI"/>
              </a:defRPr>
            </a:lvl1pPr>
            <a:lvl2pPr>
              <a:buNone/>
              <a:defRPr sz="1050" b="0">
                <a:solidFill>
                  <a:srgbClr val="566574"/>
                </a:solidFill>
                <a:latin typeface="Segoe UI"/>
                <a:ea typeface="Segoe UI"/>
                <a:cs typeface="Segoe UI"/>
              </a:defRPr>
            </a:lvl2pPr>
            <a:lvl3pPr>
              <a:buNone/>
              <a:defRPr sz="1050" b="0">
                <a:solidFill>
                  <a:srgbClr val="566574"/>
                </a:solidFill>
                <a:latin typeface="Segoe UI"/>
                <a:ea typeface="Segoe UI"/>
                <a:cs typeface="Segoe UI"/>
              </a:defRPr>
            </a:lvl3pPr>
            <a:lvl4pPr>
              <a:buNone/>
              <a:defRPr sz="1050" b="0">
                <a:solidFill>
                  <a:srgbClr val="566574"/>
                </a:solidFill>
                <a:latin typeface="Segoe UI"/>
                <a:ea typeface="Segoe UI"/>
                <a:cs typeface="Segoe UI"/>
              </a:defRPr>
            </a:lvl4pPr>
            <a:lvl5pPr>
              <a:buNone/>
              <a:defRPr sz="1050" b="0">
                <a:solidFill>
                  <a:srgbClr val="566574"/>
                </a:solidFill>
                <a:latin typeface="Segoe UI"/>
                <a:ea typeface="Segoe UI"/>
                <a:cs typeface="Segoe UI"/>
              </a:defRPr>
            </a:lvl5pPr>
            <a:lvl6pPr>
              <a:buNone/>
              <a:defRPr sz="1050" b="0">
                <a:solidFill>
                  <a:srgbClr val="566574"/>
                </a:solidFill>
                <a:latin typeface="Segoe UI"/>
                <a:ea typeface="Segoe UI"/>
                <a:cs typeface="Segoe UI"/>
              </a:defRPr>
            </a:lvl6pPr>
            <a:lvl7pPr>
              <a:buNone/>
              <a:defRPr sz="1050" b="0">
                <a:solidFill>
                  <a:srgbClr val="566574"/>
                </a:solidFill>
                <a:latin typeface="Segoe UI"/>
                <a:ea typeface="Segoe UI"/>
                <a:cs typeface="Segoe UI"/>
              </a:defRPr>
            </a:lvl7pPr>
            <a:lvl8pPr>
              <a:buNone/>
              <a:defRPr sz="1050" b="0">
                <a:solidFill>
                  <a:srgbClr val="566574"/>
                </a:solidFill>
                <a:latin typeface="Segoe UI"/>
                <a:ea typeface="Segoe UI"/>
                <a:cs typeface="Segoe UI"/>
              </a:defRPr>
            </a:lvl8pPr>
            <a:lvl9pPr>
              <a:buNone/>
              <a:defRPr sz="1050" b="0">
                <a:solidFill>
                  <a:srgbClr val="566574"/>
                </a:solidFill>
                <a:latin typeface="Segoe UI"/>
                <a:ea typeface="Segoe UI"/>
                <a:cs typeface="Segoe UI"/>
              </a:defRPr>
            </a:lvl9pPr>
          </a:lstStyle>
          <a:p xmlns:a="http://schemas.openxmlformats.org/drawingml/2006/main">
            <a:pPr>
              <a:buNone/>
              <a:defRPr sz="1050" b="0">
                <a:solidFill>
                  <a:srgbClr val="566574"/>
                </a:solidFill>
                <a:latin typeface="Segoe UI"/>
                <a:ea typeface="Segoe UI"/>
                <a:cs typeface="Segoe UI"/>
              </a:defRPr>
            </a:pPr>
            <a:r>
              <a:rPr sz="1050" b="0">
                <a:solidFill>
                  <a:srgbClr val="566574"/>
                </a:solidFill>
                <a:latin typeface="Segoe UI"/>
                <a:ea typeface="Segoe UI"/>
                <a:cs typeface="Segoe UI"/>
              </a:rPr>
              <a:t>17</a:t>
            </a:r>
          </a:p>
        </p:txBody>
      </p:sp>
    </p:spTree>
    <p:extLst>
      <p:ext uri="{BB962C8B-B14F-4D97-AF65-F5344CB8AC3E}">
        <p14:creationId xmlns:p14="http://schemas.microsoft.com/office/powerpoint/2010/main" val="1821805490"/>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lesson-code">
            <a:extLst xmlns:a="http://schemas.openxmlformats.org/drawingml/2006/main">
              <a:ext uri="{FF2B5EF4-FFF2-40B4-BE49-F238E27FC236}">
                <a16:creationId xmlns:a16="http://schemas.microsoft.com/office/drawing/2014/main" id="{50B0337C-39C6-580D-B10D-EBB0342BF349}"/>
              </a:ext>
            </a:extLst>
          </p:cNvPr>
          <p:cNvSpPr>
            <a:spLocks xmlns:a="http://schemas.openxmlformats.org/drawingml/2006/main" noGrp="1"/>
          </p:cNvSpPr>
          <p:nvPr/>
        </p:nvSpPr>
        <p:spPr>
          <a:xfrm xmlns:a="http://schemas.openxmlformats.org/drawingml/2006/main">
            <a:off x="533400" y="1905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buNone/>
              <a:defRPr sz="1200" b="0">
                <a:solidFill>
                  <a:srgbClr val="566574"/>
                </a:solidFill>
                <a:latin typeface="Segoe UI"/>
                <a:ea typeface="Segoe UI"/>
                <a:cs typeface="Segoe UI"/>
              </a:defRPr>
            </a:lvl1pPr>
            <a:lvl2pPr>
              <a:buNone/>
              <a:defRPr sz="1200" b="0">
                <a:solidFill>
                  <a:srgbClr val="566574"/>
                </a:solidFill>
                <a:latin typeface="Segoe UI"/>
                <a:ea typeface="Segoe UI"/>
                <a:cs typeface="Segoe UI"/>
              </a:defRPr>
            </a:lvl2pPr>
            <a:lvl3pPr>
              <a:buNone/>
              <a:defRPr sz="1200" b="0">
                <a:solidFill>
                  <a:srgbClr val="566574"/>
                </a:solidFill>
                <a:latin typeface="Segoe UI"/>
                <a:ea typeface="Segoe UI"/>
                <a:cs typeface="Segoe UI"/>
              </a:defRPr>
            </a:lvl3pPr>
            <a:lvl4pPr>
              <a:buNone/>
              <a:defRPr sz="1200" b="0">
                <a:solidFill>
                  <a:srgbClr val="566574"/>
                </a:solidFill>
                <a:latin typeface="Segoe UI"/>
                <a:ea typeface="Segoe UI"/>
                <a:cs typeface="Segoe UI"/>
              </a:defRPr>
            </a:lvl4pPr>
            <a:lvl5pPr>
              <a:buNone/>
              <a:defRPr sz="1200" b="0">
                <a:solidFill>
                  <a:srgbClr val="566574"/>
                </a:solidFill>
                <a:latin typeface="Segoe UI"/>
                <a:ea typeface="Segoe UI"/>
                <a:cs typeface="Segoe UI"/>
              </a:defRPr>
            </a:lvl5pPr>
            <a:lvl6pPr>
              <a:buNone/>
              <a:defRPr sz="1200" b="0">
                <a:solidFill>
                  <a:srgbClr val="566574"/>
                </a:solidFill>
                <a:latin typeface="Segoe UI"/>
                <a:ea typeface="Segoe UI"/>
                <a:cs typeface="Segoe UI"/>
              </a:defRPr>
            </a:lvl6pPr>
            <a:lvl7pPr>
              <a:buNone/>
              <a:defRPr sz="1200" b="0">
                <a:solidFill>
                  <a:srgbClr val="566574"/>
                </a:solidFill>
                <a:latin typeface="Segoe UI"/>
                <a:ea typeface="Segoe UI"/>
                <a:cs typeface="Segoe UI"/>
              </a:defRPr>
            </a:lvl7pPr>
            <a:lvl8pPr>
              <a:buNone/>
              <a:defRPr sz="1200" b="0">
                <a:solidFill>
                  <a:srgbClr val="566574"/>
                </a:solidFill>
                <a:latin typeface="Segoe UI"/>
                <a:ea typeface="Segoe UI"/>
                <a:cs typeface="Segoe UI"/>
              </a:defRPr>
            </a:lvl8pPr>
            <a:lvl9pPr>
              <a:buNone/>
              <a:defRPr sz="1200" b="0">
                <a:solidFill>
                  <a:srgbClr val="566574"/>
                </a:solidFill>
                <a:latin typeface="Segoe UI"/>
                <a:ea typeface="Segoe UI"/>
                <a:cs typeface="Segoe UI"/>
              </a:defRPr>
            </a:lvl9pPr>
          </a:lstStyle>
          <a:p xmlns:a="http://schemas.openxmlformats.org/drawingml/2006/main">
            <a:pPr>
              <a:buNone/>
              <a:defRPr sz="1200" b="0">
                <a:solidFill>
                  <a:srgbClr val="566574"/>
                </a:solidFill>
                <a:latin typeface="Segoe UI"/>
                <a:ea typeface="Segoe UI"/>
                <a:cs typeface="Segoe UI"/>
              </a:defRPr>
            </a:pPr>
            <a:r>
              <a:rPr sz="1200" b="0">
                <a:solidFill>
                  <a:srgbClr val="566574"/>
                </a:solidFill>
                <a:latin typeface="Segoe UI"/>
                <a:ea typeface="Segoe UI"/>
                <a:cs typeface="Segoe UI"/>
              </a:rPr>
              <a:t>COMM-GROW-A2-W05  ·  Lesson 10b</a:t>
            </a:r>
          </a:p>
        </p:txBody>
      </p:sp>
      <p:sp>
        <p:nvSpPr>
          <p:cNvPr id="2" name="label">
            <a:extLst xmlns:a="http://schemas.openxmlformats.org/drawingml/2006/main">
              <a:ext uri="{FF2B5EF4-FFF2-40B4-BE49-F238E27FC236}">
                <a16:creationId xmlns:a16="http://schemas.microsoft.com/office/drawing/2014/main" id="{B8073F1C-1B3C-5A3D-BDA7-245F43399A26}"/>
              </a:ext>
            </a:extLst>
          </p:cNvPr>
          <p:cNvSpPr>
            <a:spLocks xmlns:a="http://schemas.openxmlformats.org/drawingml/2006/main" noGrp="1"/>
          </p:cNvSpPr>
          <p:nvPr/>
        </p:nvSpPr>
        <p:spPr>
          <a:xfrm xmlns:a="http://schemas.openxmlformats.org/drawingml/2006/main">
            <a:off x="7620000" y="190500"/>
            <a:ext cx="4048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buNone/>
              <a:defRPr sz="1050" b="0">
                <a:solidFill>
                  <a:srgbClr val="566574"/>
                </a:solidFill>
                <a:latin typeface="Segoe UI"/>
                <a:ea typeface="Segoe UI"/>
                <a:cs typeface="Segoe UI"/>
              </a:defRPr>
            </a:lvl1pPr>
            <a:lvl2pPr>
              <a:buNone/>
              <a:defRPr sz="1050" b="0">
                <a:solidFill>
                  <a:srgbClr val="566574"/>
                </a:solidFill>
                <a:latin typeface="Segoe UI"/>
                <a:ea typeface="Segoe UI"/>
                <a:cs typeface="Segoe UI"/>
              </a:defRPr>
            </a:lvl2pPr>
            <a:lvl3pPr>
              <a:buNone/>
              <a:defRPr sz="1050" b="0">
                <a:solidFill>
                  <a:srgbClr val="566574"/>
                </a:solidFill>
                <a:latin typeface="Segoe UI"/>
                <a:ea typeface="Segoe UI"/>
                <a:cs typeface="Segoe UI"/>
              </a:defRPr>
            </a:lvl3pPr>
            <a:lvl4pPr>
              <a:buNone/>
              <a:defRPr sz="1050" b="0">
                <a:solidFill>
                  <a:srgbClr val="566574"/>
                </a:solidFill>
                <a:latin typeface="Segoe UI"/>
                <a:ea typeface="Segoe UI"/>
                <a:cs typeface="Segoe UI"/>
              </a:defRPr>
            </a:lvl4pPr>
            <a:lvl5pPr>
              <a:buNone/>
              <a:defRPr sz="1050" b="0">
                <a:solidFill>
                  <a:srgbClr val="566574"/>
                </a:solidFill>
                <a:latin typeface="Segoe UI"/>
                <a:ea typeface="Segoe UI"/>
                <a:cs typeface="Segoe UI"/>
              </a:defRPr>
            </a:lvl5pPr>
            <a:lvl6pPr>
              <a:buNone/>
              <a:defRPr sz="1050" b="0">
                <a:solidFill>
                  <a:srgbClr val="566574"/>
                </a:solidFill>
                <a:latin typeface="Segoe UI"/>
                <a:ea typeface="Segoe UI"/>
                <a:cs typeface="Segoe UI"/>
              </a:defRPr>
            </a:lvl6pPr>
            <a:lvl7pPr>
              <a:buNone/>
              <a:defRPr sz="1050" b="0">
                <a:solidFill>
                  <a:srgbClr val="566574"/>
                </a:solidFill>
                <a:latin typeface="Segoe UI"/>
                <a:ea typeface="Segoe UI"/>
                <a:cs typeface="Segoe UI"/>
              </a:defRPr>
            </a:lvl7pPr>
            <a:lvl8pPr>
              <a:buNone/>
              <a:defRPr sz="1050" b="0">
                <a:solidFill>
                  <a:srgbClr val="566574"/>
                </a:solidFill>
                <a:latin typeface="Segoe UI"/>
                <a:ea typeface="Segoe UI"/>
                <a:cs typeface="Segoe UI"/>
              </a:defRPr>
            </a:lvl8pPr>
            <a:lvl9pPr>
              <a:buNone/>
              <a:defRPr sz="1050" b="0">
                <a:solidFill>
                  <a:srgbClr val="566574"/>
                </a:solidFill>
                <a:latin typeface="Segoe UI"/>
                <a:ea typeface="Segoe UI"/>
                <a:cs typeface="Segoe UI"/>
              </a:defRPr>
            </a:lvl9pPr>
          </a:lstStyle>
          <a:p xmlns:a="http://schemas.openxmlformats.org/drawingml/2006/main">
            <a:pPr>
              <a:buNone/>
              <a:defRPr sz="1050" b="0">
                <a:solidFill>
                  <a:srgbClr val="566574"/>
                </a:solidFill>
                <a:latin typeface="Segoe UI"/>
                <a:ea typeface="Segoe UI"/>
                <a:cs typeface="Segoe UI"/>
              </a:defRPr>
            </a:pPr>
            <a:r>
              <a:rPr sz="1200" b="0">
                <a:solidFill>
                  <a:srgbClr val="566574"/>
                </a:solidFill>
                <a:latin typeface="Segoe UI"/>
                <a:ea typeface="Segoe UI"/>
                <a:cs typeface="Segoe UI"/>
              </a:rPr>
              <a:t>Public edition · Year A</a:t>
            </a:r>
          </a:p>
        </p:txBody>
      </p:sp>
      <p:sp>
        <p:nvSpPr>
          <p:cNvPr id="3" name="stage-title">
            <a:extLst xmlns:a="http://schemas.openxmlformats.org/drawingml/2006/main">
              <a:ext uri="{FF2B5EF4-FFF2-40B4-BE49-F238E27FC236}">
                <a16:creationId xmlns:a16="http://schemas.microsoft.com/office/drawing/2014/main" id="{8551F501-9FA7-5FF3-A44E-1D6CB63FE08D}"/>
              </a:ext>
            </a:extLst>
          </p:cNvPr>
          <p:cNvSpPr>
            <a:spLocks xmlns:a="http://schemas.openxmlformats.org/drawingml/2006/main" noGrp="1"/>
          </p:cNvSpPr>
          <p:nvPr/>
        </p:nvSpPr>
        <p:spPr>
          <a:xfrm xmlns:a="http://schemas.openxmlformats.org/drawingml/2006/main">
            <a:off x="533400" y="590550"/>
            <a:ext cx="11029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3300" b="1">
                <a:solidFill>
                  <a:srgbClr val="345D70"/>
                </a:solidFill>
                <a:latin typeface="Segoe UI"/>
                <a:ea typeface="Segoe UI"/>
                <a:cs typeface="Segoe UI"/>
              </a:defRPr>
            </a:defPPr>
            <a:lvl1pPr>
              <a:buNone/>
              <a:defRPr sz="3300" b="1">
                <a:solidFill>
                  <a:srgbClr val="345D70"/>
                </a:solidFill>
                <a:latin typeface="Segoe UI"/>
                <a:ea typeface="Segoe UI"/>
                <a:cs typeface="Segoe UI"/>
              </a:defRPr>
            </a:lvl1pPr>
            <a:lvl2pPr>
              <a:buNone/>
              <a:defRPr sz="3300" b="1">
                <a:solidFill>
                  <a:srgbClr val="345D70"/>
                </a:solidFill>
                <a:latin typeface="Segoe UI"/>
                <a:ea typeface="Segoe UI"/>
                <a:cs typeface="Segoe UI"/>
              </a:defRPr>
            </a:lvl2pPr>
            <a:lvl3pPr>
              <a:buNone/>
              <a:defRPr sz="3300" b="1">
                <a:solidFill>
                  <a:srgbClr val="345D70"/>
                </a:solidFill>
                <a:latin typeface="Segoe UI"/>
                <a:ea typeface="Segoe UI"/>
                <a:cs typeface="Segoe UI"/>
              </a:defRPr>
            </a:lvl3pPr>
            <a:lvl4pPr>
              <a:buNone/>
              <a:defRPr sz="3300" b="1">
                <a:solidFill>
                  <a:srgbClr val="345D70"/>
                </a:solidFill>
                <a:latin typeface="Segoe UI"/>
                <a:ea typeface="Segoe UI"/>
                <a:cs typeface="Segoe UI"/>
              </a:defRPr>
            </a:lvl4pPr>
            <a:lvl5pPr>
              <a:buNone/>
              <a:defRPr sz="3300" b="1">
                <a:solidFill>
                  <a:srgbClr val="345D70"/>
                </a:solidFill>
                <a:latin typeface="Segoe UI"/>
                <a:ea typeface="Segoe UI"/>
                <a:cs typeface="Segoe UI"/>
              </a:defRPr>
            </a:lvl5pPr>
            <a:lvl6pPr>
              <a:buNone/>
              <a:defRPr sz="3300" b="1">
                <a:solidFill>
                  <a:srgbClr val="345D70"/>
                </a:solidFill>
                <a:latin typeface="Segoe UI"/>
                <a:ea typeface="Segoe UI"/>
                <a:cs typeface="Segoe UI"/>
              </a:defRPr>
            </a:lvl6pPr>
            <a:lvl7pPr>
              <a:buNone/>
              <a:defRPr sz="3300" b="1">
                <a:solidFill>
                  <a:srgbClr val="345D70"/>
                </a:solidFill>
                <a:latin typeface="Segoe UI"/>
                <a:ea typeface="Segoe UI"/>
                <a:cs typeface="Segoe UI"/>
              </a:defRPr>
            </a:lvl7pPr>
            <a:lvl8pPr>
              <a:buNone/>
              <a:defRPr sz="3300" b="1">
                <a:solidFill>
                  <a:srgbClr val="345D70"/>
                </a:solidFill>
                <a:latin typeface="Segoe UI"/>
                <a:ea typeface="Segoe UI"/>
                <a:cs typeface="Segoe UI"/>
              </a:defRPr>
            </a:lvl8pPr>
            <a:lvl9pPr>
              <a:buNone/>
              <a:defRPr sz="3300" b="1">
                <a:solidFill>
                  <a:srgbClr val="345D70"/>
                </a:solidFill>
                <a:latin typeface="Segoe UI"/>
                <a:ea typeface="Segoe UI"/>
                <a:cs typeface="Segoe UI"/>
              </a:defRPr>
            </a:lvl9pPr>
          </a:lstStyle>
          <a:p xmlns:a="http://schemas.openxmlformats.org/drawingml/2006/main">
            <a:pPr>
              <a:buNone/>
              <a:defRPr sz="3300" b="1">
                <a:solidFill>
                  <a:srgbClr val="345D70"/>
                </a:solidFill>
                <a:latin typeface="Segoe UI"/>
                <a:ea typeface="Segoe UI"/>
                <a:cs typeface="Segoe UI"/>
              </a:defRPr>
            </a:pPr>
            <a:r>
              <a:rPr sz="3300" b="1">
                <a:solidFill>
                  <a:srgbClr val="345D70"/>
                </a:solidFill>
                <a:latin typeface="Segoe UI"/>
                <a:ea typeface="Segoe UI"/>
                <a:cs typeface="Segoe UI"/>
              </a:rPr>
              <a:t>Money check cue</a:t>
            </a:r>
          </a:p>
        </p:txBody>
      </p:sp>
      <p:sp>
        <p:nvSpPr>
          <p:cNvPr id="4" name="practice-label">
            <a:extLst xmlns:a="http://schemas.openxmlformats.org/drawingml/2006/main">
              <a:ext uri="{FF2B5EF4-FFF2-40B4-BE49-F238E27FC236}">
                <a16:creationId xmlns:a16="http://schemas.microsoft.com/office/drawing/2014/main" id="{6F77DFDE-8F33-5FD3-AFFB-06D5FDBA38ED}"/>
              </a:ext>
            </a:extLst>
          </p:cNvPr>
          <p:cNvSpPr>
            <a:spLocks xmlns:a="http://schemas.openxmlformats.org/drawingml/2006/main" noGrp="1"/>
          </p:cNvSpPr>
          <p:nvPr/>
        </p:nvSpPr>
        <p:spPr>
          <a:xfrm xmlns:a="http://schemas.openxmlformats.org/drawingml/2006/main">
            <a:off x="533400" y="1409700"/>
            <a:ext cx="110490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0">
                <a:solidFill>
                  <a:srgbClr val="566574"/>
                </a:solidFill>
                <a:latin typeface="Segoe UI"/>
                <a:ea typeface="Segoe UI"/>
                <a:cs typeface="Segoe UI"/>
              </a:defRPr>
            </a:defPPr>
            <a:lvl1pPr>
              <a:buNone/>
              <a:defRPr sz="1875" b="0">
                <a:solidFill>
                  <a:srgbClr val="566574"/>
                </a:solidFill>
                <a:latin typeface="Segoe UI"/>
                <a:ea typeface="Segoe UI"/>
                <a:cs typeface="Segoe UI"/>
              </a:defRPr>
            </a:lvl1pPr>
            <a:lvl2pPr>
              <a:buNone/>
              <a:defRPr sz="1875" b="0">
                <a:solidFill>
                  <a:srgbClr val="566574"/>
                </a:solidFill>
                <a:latin typeface="Segoe UI"/>
                <a:ea typeface="Segoe UI"/>
                <a:cs typeface="Segoe UI"/>
              </a:defRPr>
            </a:lvl2pPr>
            <a:lvl3pPr>
              <a:buNone/>
              <a:defRPr sz="1875" b="0">
                <a:solidFill>
                  <a:srgbClr val="566574"/>
                </a:solidFill>
                <a:latin typeface="Segoe UI"/>
                <a:ea typeface="Segoe UI"/>
                <a:cs typeface="Segoe UI"/>
              </a:defRPr>
            </a:lvl3pPr>
            <a:lvl4pPr>
              <a:buNone/>
              <a:defRPr sz="1875" b="0">
                <a:solidFill>
                  <a:srgbClr val="566574"/>
                </a:solidFill>
                <a:latin typeface="Segoe UI"/>
                <a:ea typeface="Segoe UI"/>
                <a:cs typeface="Segoe UI"/>
              </a:defRPr>
            </a:lvl4pPr>
            <a:lvl5pPr>
              <a:buNone/>
              <a:defRPr sz="1875" b="0">
                <a:solidFill>
                  <a:srgbClr val="566574"/>
                </a:solidFill>
                <a:latin typeface="Segoe UI"/>
                <a:ea typeface="Segoe UI"/>
                <a:cs typeface="Segoe UI"/>
              </a:defRPr>
            </a:lvl5pPr>
            <a:lvl6pPr>
              <a:buNone/>
              <a:defRPr sz="1875" b="0">
                <a:solidFill>
                  <a:srgbClr val="566574"/>
                </a:solidFill>
                <a:latin typeface="Segoe UI"/>
                <a:ea typeface="Segoe UI"/>
                <a:cs typeface="Segoe UI"/>
              </a:defRPr>
            </a:lvl6pPr>
            <a:lvl7pPr>
              <a:buNone/>
              <a:defRPr sz="1875" b="0">
                <a:solidFill>
                  <a:srgbClr val="566574"/>
                </a:solidFill>
                <a:latin typeface="Segoe UI"/>
                <a:ea typeface="Segoe UI"/>
                <a:cs typeface="Segoe UI"/>
              </a:defRPr>
            </a:lvl7pPr>
            <a:lvl8pPr>
              <a:buNone/>
              <a:defRPr sz="1875" b="0">
                <a:solidFill>
                  <a:srgbClr val="566574"/>
                </a:solidFill>
                <a:latin typeface="Segoe UI"/>
                <a:ea typeface="Segoe UI"/>
                <a:cs typeface="Segoe UI"/>
              </a:defRPr>
            </a:lvl8pPr>
            <a:lvl9pPr>
              <a:buNone/>
              <a:defRPr sz="1875" b="0">
                <a:solidFill>
                  <a:srgbClr val="566574"/>
                </a:solidFill>
                <a:latin typeface="Segoe UI"/>
                <a:ea typeface="Segoe UI"/>
                <a:cs typeface="Segoe UI"/>
              </a:defRPr>
            </a:lvl9pPr>
          </a:lstStyle>
          <a:p xmlns:a="http://schemas.openxmlformats.org/drawingml/2006/main">
            <a:pPr>
              <a:buNone/>
              <a:defRPr sz="1875" b="0">
                <a:solidFill>
                  <a:srgbClr val="566574"/>
                </a:solidFill>
                <a:latin typeface="Segoe UI"/>
                <a:ea typeface="Segoe UI"/>
                <a:cs typeface="Segoe UI"/>
              </a:defRPr>
            </a:pPr>
            <a:r>
              <a:rPr sz="1800" b="0">
                <a:solidFill>
                  <a:srgbClr val="566574"/>
                </a:solidFill>
                <a:latin typeface="Segoe UI"/>
                <a:ea typeface="Segoe UI"/>
                <a:cs typeface="Segoe UI"/>
              </a:rPr>
              <a:t>Example only. Use our real prices at the stall.</a:t>
            </a:r>
          </a:p>
        </p:txBody>
      </p:sp>
      <p:graphicFrame>
        <p:nvGraphicFramePr>
          <p:cNvPr id="5" name="">
            <a:extLst xmlns:a="http://schemas.openxmlformats.org/drawingml/2006/main">
              <a:ext uri="{FF2B5EF4-FFF2-40B4-BE49-F238E27FC236}">
                <a16:creationId xmlns:a16="http://schemas.microsoft.com/office/drawing/2014/main" id="{CBB3D138-7987-46C5-BC04-97E0FDB43B9A}"/>
              </a:ext>
            </a:extLst>
          </p:cNvPr>
          <p:cNvGraphicFramePr/>
          <p:nvPr/>
        </p:nvGraphicFramePr>
        <p:xfrm>
          <a:off xmlns:a="http://schemas.openxmlformats.org/drawingml/2006/main" x="533400" y="2047875"/>
          <a:ext xmlns:a="http://schemas.openxmlformats.org/drawingml/2006/main" cx="5810250" cy="3333750"/>
        </p:xfrm>
        <a:graphic xmlns:a="http://schemas.openxmlformats.org/drawingml/2006/main">
          <a:graphicData uri="http://schemas.openxmlformats.org/drawingml/2006/table">
            <a:tbl>
              <a:tblPr/>
              <a:tblGrid>
                <a:gridCol w="3524250"/>
                <a:gridCol w="2286000"/>
              </a:tblGrid>
              <a:tr h="476250">
                <a:tc>
                  <a:txBody>
                    <a:bodyPr/>
                    <a:lstStyle/>
                    <a:p>
                      <a:r>
                        <a:rPr sz="1800" b="1">
                          <a:solidFill>
                            <a:srgbClr val="19313E"/>
                          </a:solidFill>
                          <a:latin typeface="Segoe UI"/>
                          <a:ea typeface="Segoe UI"/>
                          <a:cs typeface="Segoe UI"/>
                        </a:rPr>
                        <a:t>Example step</a:t>
                      </a:r>
                    </a:p>
                  </a:txBody>
                  <a:tcPr marL="91440" marR="91440" marT="45720" marB="45720">
                    <a:lnL w="9525">
                      <a:solidFill>
                        <a:srgbClr val="CDD8DD"/>
                      </a:solidFill>
                      <a:prstDash val="solid"/>
                    </a:lnL>
                    <a:lnR w="9525">
                      <a:solidFill>
                        <a:srgbClr val="CDD8DD"/>
                      </a:solidFill>
                      <a:prstDash val="solid"/>
                    </a:lnR>
                    <a:lnT w="9525">
                      <a:solidFill>
                        <a:srgbClr val="CDD8DD"/>
                      </a:solidFill>
                      <a:prstDash val="solid"/>
                    </a:lnT>
                    <a:lnB w="9525">
                      <a:solidFill>
                        <a:srgbClr val="CDD8DD"/>
                      </a:solidFill>
                      <a:prstDash val="solid"/>
                    </a:lnB>
                    <a:solidFill>
                      <a:srgbClr val="EDF2F4"/>
                    </a:solidFill>
                  </a:tcPr>
                </a:tc>
                <a:tc>
                  <a:txBody>
                    <a:bodyPr/>
                    <a:lstStyle/>
                    <a:p>
                      <a:r>
                        <a:rPr sz="1800" b="1">
                          <a:solidFill>
                            <a:srgbClr val="19313E"/>
                          </a:solidFill>
                          <a:latin typeface="Segoe UI"/>
                          <a:ea typeface="Segoe UI"/>
                          <a:cs typeface="Segoe UI"/>
                        </a:rPr>
                        <a:t>Amount</a:t>
                      </a:r>
                    </a:p>
                  </a:txBody>
                  <a:tcPr marL="91440" marR="91440" marT="45720" marB="45720">
                    <a:lnR w="9525">
                      <a:solidFill>
                        <a:srgbClr val="CDD8DD"/>
                      </a:solidFill>
                      <a:prstDash val="solid"/>
                    </a:lnR>
                    <a:lnT w="9525">
                      <a:solidFill>
                        <a:srgbClr val="CDD8DD"/>
                      </a:solidFill>
                      <a:prstDash val="solid"/>
                    </a:lnT>
                    <a:lnB w="9525">
                      <a:solidFill>
                        <a:srgbClr val="CDD8DD"/>
                      </a:solidFill>
                      <a:prstDash val="solid"/>
                    </a:lnB>
                    <a:solidFill>
                      <a:srgbClr val="EDF2F4"/>
                    </a:solidFill>
                  </a:tcPr>
                </a:tc>
              </a:tr>
              <a:tr h="476250">
                <a:tc>
                  <a:txBody>
                    <a:bodyPr/>
                    <a:lstStyle/>
                    <a:p>
                      <a:r>
                        <a:rPr sz="1800" b="0">
                          <a:solidFill>
                            <a:srgbClr val="19313E"/>
                          </a:solidFill>
                          <a:latin typeface="Segoe UI"/>
                          <a:ea typeface="Segoe UI"/>
                          <a:cs typeface="Segoe UI"/>
                        </a:rPr>
                        <a:t>Price</a:t>
                      </a:r>
                    </a:p>
                  </a:txBody>
                  <a:tcPr marL="91440" marR="91440" marT="45720" marB="45720">
                    <a:lnL w="9525">
                      <a:solidFill>
                        <a:srgbClr val="CDD8DD"/>
                      </a:solidFill>
                      <a:prstDash val="solid"/>
                    </a:lnL>
                    <a:lnR w="9525">
                      <a:solidFill>
                        <a:srgbClr val="CDD8DD"/>
                      </a:solidFill>
                      <a:prstDash val="solid"/>
                    </a:lnR>
                    <a:lnB w="9525">
                      <a:solidFill>
                        <a:srgbClr val="CDD8DD"/>
                      </a:solidFill>
                      <a:prstDash val="solid"/>
                    </a:lnB>
                    <a:solidFill>
                      <a:srgbClr val="FFFFFF"/>
                    </a:solidFill>
                  </a:tcPr>
                </a:tc>
                <a:tc>
                  <a:txBody>
                    <a:bodyPr/>
                    <a:lstStyle/>
                    <a:p>
                      <a:r>
                        <a:rPr sz="1800" b="0">
                          <a:solidFill>
                            <a:srgbClr val="19313E"/>
                          </a:solidFill>
                          <a:latin typeface="Segoe UI"/>
                          <a:ea typeface="Segoe UI"/>
                          <a:cs typeface="Segoe UI"/>
                        </a:rPr>
                        <a:t>£1</a:t>
                      </a:r>
                    </a:p>
                  </a:txBody>
                  <a:tcPr marL="91440" marR="91440" marT="45720" marB="45720">
                    <a:lnR w="9525">
                      <a:solidFill>
                        <a:srgbClr val="CDD8DD"/>
                      </a:solidFill>
                      <a:prstDash val="solid"/>
                    </a:lnR>
                    <a:lnB w="9525">
                      <a:solidFill>
                        <a:srgbClr val="CDD8DD"/>
                      </a:solidFill>
                      <a:prstDash val="solid"/>
                    </a:lnB>
                    <a:solidFill>
                      <a:srgbClr val="FFFFFF"/>
                    </a:solidFill>
                  </a:tcPr>
                </a:tc>
              </a:tr>
              <a:tr h="476250">
                <a:tc>
                  <a:txBody>
                    <a:bodyPr/>
                    <a:lstStyle/>
                    <a:p>
                      <a:r>
                        <a:rPr sz="1800" b="0">
                          <a:solidFill>
                            <a:srgbClr val="19313E"/>
                          </a:solidFill>
                          <a:latin typeface="Segoe UI"/>
                          <a:ea typeface="Segoe UI"/>
                          <a:cs typeface="Segoe UI"/>
                        </a:rPr>
                        <a:t>Paid</a:t>
                      </a:r>
                    </a:p>
                  </a:txBody>
                  <a:tcPr marL="91440" marR="91440" marT="45720" marB="45720">
                    <a:lnL w="9525">
                      <a:solidFill>
                        <a:srgbClr val="CDD8DD"/>
                      </a:solidFill>
                      <a:prstDash val="solid"/>
                    </a:lnL>
                    <a:lnR w="9525">
                      <a:solidFill>
                        <a:srgbClr val="CDD8DD"/>
                      </a:solidFill>
                      <a:prstDash val="solid"/>
                    </a:lnR>
                    <a:lnB w="9525">
                      <a:solidFill>
                        <a:srgbClr val="CDD8DD"/>
                      </a:solidFill>
                      <a:prstDash val="solid"/>
                    </a:lnB>
                    <a:solidFill>
                      <a:srgbClr val="FFFFFF"/>
                    </a:solidFill>
                  </a:tcPr>
                </a:tc>
                <a:tc>
                  <a:txBody>
                    <a:bodyPr/>
                    <a:lstStyle/>
                    <a:p>
                      <a:r>
                        <a:rPr sz="1800" b="0">
                          <a:solidFill>
                            <a:srgbClr val="19313E"/>
                          </a:solidFill>
                          <a:latin typeface="Segoe UI"/>
                          <a:ea typeface="Segoe UI"/>
                          <a:cs typeface="Segoe UI"/>
                        </a:rPr>
                        <a:t>£2</a:t>
                      </a:r>
                    </a:p>
                  </a:txBody>
                  <a:tcPr marL="91440" marR="91440" marT="45720" marB="45720">
                    <a:lnR w="9525">
                      <a:solidFill>
                        <a:srgbClr val="CDD8DD"/>
                      </a:solidFill>
                      <a:prstDash val="solid"/>
                    </a:lnR>
                    <a:lnB w="9525">
                      <a:solidFill>
                        <a:srgbClr val="CDD8DD"/>
                      </a:solidFill>
                      <a:prstDash val="solid"/>
                    </a:lnB>
                    <a:solidFill>
                      <a:srgbClr val="FFFFFF"/>
                    </a:solidFill>
                  </a:tcPr>
                </a:tc>
              </a:tr>
              <a:tr h="476250">
                <a:tc>
                  <a:txBody>
                    <a:bodyPr/>
                    <a:lstStyle/>
                    <a:p>
                      <a:r>
                        <a:rPr sz="1800" b="0">
                          <a:solidFill>
                            <a:srgbClr val="19313E"/>
                          </a:solidFill>
                          <a:latin typeface="Segoe UI"/>
                          <a:ea typeface="Segoe UI"/>
                          <a:cs typeface="Segoe UI"/>
                        </a:rPr>
                        <a:t>Change</a:t>
                      </a:r>
                    </a:p>
                  </a:txBody>
                  <a:tcPr marL="91440" marR="91440" marT="45720" marB="45720">
                    <a:lnL w="9525">
                      <a:solidFill>
                        <a:srgbClr val="CDD8DD"/>
                      </a:solidFill>
                      <a:prstDash val="solid"/>
                    </a:lnL>
                    <a:lnR w="9525">
                      <a:solidFill>
                        <a:srgbClr val="CDD8DD"/>
                      </a:solidFill>
                      <a:prstDash val="solid"/>
                    </a:lnR>
                    <a:lnB w="9525">
                      <a:solidFill>
                        <a:srgbClr val="CDD8DD"/>
                      </a:solidFill>
                      <a:prstDash val="solid"/>
                    </a:lnB>
                    <a:solidFill>
                      <a:srgbClr val="FFFFFF"/>
                    </a:solidFill>
                  </a:tcPr>
                </a:tc>
                <a:tc>
                  <a:txBody>
                    <a:bodyPr/>
                    <a:lstStyle/>
                    <a:p>
                      <a:r>
                        <a:rPr sz="1800" b="0">
                          <a:solidFill>
                            <a:srgbClr val="19313E"/>
                          </a:solidFill>
                          <a:latin typeface="Segoe UI"/>
                          <a:ea typeface="Segoe UI"/>
                          <a:cs typeface="Segoe UI"/>
                        </a:rPr>
                        <a:t>£1</a:t>
                      </a:r>
                    </a:p>
                  </a:txBody>
                  <a:tcPr marL="91440" marR="91440" marT="45720" marB="45720">
                    <a:lnR w="9525">
                      <a:solidFill>
                        <a:srgbClr val="CDD8DD"/>
                      </a:solidFill>
                      <a:prstDash val="solid"/>
                    </a:lnR>
                    <a:lnB w="9525">
                      <a:solidFill>
                        <a:srgbClr val="CDD8DD"/>
                      </a:solidFill>
                      <a:prstDash val="solid"/>
                    </a:lnB>
                    <a:solidFill>
                      <a:srgbClr val="FFFFFF"/>
                    </a:solidFill>
                  </a:tcPr>
                </a:tc>
              </a:tr>
              <a:tr h="476250">
                <a:tc>
                  <a:txBody>
                    <a:bodyPr/>
                    <a:lstStyle/>
                    <a:p>
                      <a:r>
                        <a:rPr sz="1800" b="0">
                          <a:solidFill>
                            <a:srgbClr val="19313E"/>
                          </a:solidFill>
                          <a:latin typeface="Segoe UI"/>
                          <a:ea typeface="Segoe UI"/>
                          <a:cs typeface="Segoe UI"/>
                        </a:rPr>
                        <a:t>Check</a:t>
                      </a:r>
                    </a:p>
                  </a:txBody>
                  <a:tcPr marL="91440" marR="91440" marT="45720" marB="45720">
                    <a:lnL w="9525">
                      <a:solidFill>
                        <a:srgbClr val="CDD8DD"/>
                      </a:solidFill>
                      <a:prstDash val="solid"/>
                    </a:lnL>
                    <a:lnR w="9525">
                      <a:solidFill>
                        <a:srgbClr val="CDD8DD"/>
                      </a:solidFill>
                      <a:prstDash val="solid"/>
                    </a:lnR>
                    <a:lnB w="9525">
                      <a:solidFill>
                        <a:srgbClr val="CDD8DD"/>
                      </a:solidFill>
                      <a:prstDash val="solid"/>
                    </a:lnB>
                    <a:solidFill>
                      <a:srgbClr val="FFFFFF"/>
                    </a:solidFill>
                  </a:tcPr>
                </a:tc>
                <a:tc>
                  <a:txBody>
                    <a:bodyPr/>
                    <a:lstStyle/>
                    <a:p>
                      <a:r>
                        <a:rPr sz="1800" b="0">
                          <a:solidFill>
                            <a:srgbClr val="19313E"/>
                          </a:solidFill>
                          <a:latin typeface="Segoe UI"/>
                          <a:ea typeface="Segoe UI"/>
                          <a:cs typeface="Segoe UI"/>
                        </a:rPr>
                        <a:t>£1 + £1 = £2</a:t>
                      </a:r>
                    </a:p>
                  </a:txBody>
                  <a:tcPr marL="91440" marR="91440" marT="45720" marB="45720">
                    <a:lnR w="9525">
                      <a:solidFill>
                        <a:srgbClr val="CDD8DD"/>
                      </a:solidFill>
                      <a:prstDash val="solid"/>
                    </a:lnR>
                    <a:lnB w="9525">
                      <a:solidFill>
                        <a:srgbClr val="CDD8DD"/>
                      </a:solidFill>
                      <a:prstDash val="solid"/>
                    </a:lnB>
                    <a:solidFill>
                      <a:srgbClr val="FFFFFF"/>
                    </a:solidFill>
                  </a:tcPr>
                </a:tc>
              </a:tr>
              <a:tr h="476250">
                <a:tc>
                  <a:txBody>
                    <a:bodyPr/>
                    <a:lstStyle/>
                    <a:p>
                      <a:r>
                        <a:rPr sz="1800" b="0">
                          <a:solidFill>
                            <a:srgbClr val="19313E"/>
                          </a:solidFill>
                          <a:latin typeface="Segoe UI"/>
                          <a:ea typeface="Segoe UI"/>
                          <a:cs typeface="Segoe UI"/>
                        </a:rPr>
                        <a:t>Sale tally</a:t>
                      </a:r>
                    </a:p>
                  </a:txBody>
                  <a:tcPr marL="91440" marR="91440" marT="45720" marB="45720">
                    <a:lnL w="9525">
                      <a:solidFill>
                        <a:srgbClr val="CDD8DD"/>
                      </a:solidFill>
                      <a:prstDash val="solid"/>
                    </a:lnL>
                    <a:lnR w="9525">
                      <a:solidFill>
                        <a:srgbClr val="CDD8DD"/>
                      </a:solidFill>
                      <a:prstDash val="solid"/>
                    </a:lnR>
                    <a:lnB w="9525">
                      <a:solidFill>
                        <a:srgbClr val="CDD8DD"/>
                      </a:solidFill>
                      <a:prstDash val="solid"/>
                    </a:lnB>
                    <a:solidFill>
                      <a:srgbClr val="FFFFFF"/>
                    </a:solidFill>
                  </a:tcPr>
                </a:tc>
                <a:tc>
                  <a:txBody>
                    <a:bodyPr/>
                    <a:lstStyle/>
                    <a:p>
                      <a:r>
                        <a:rPr sz="1800" b="0">
                          <a:solidFill>
                            <a:srgbClr val="19313E"/>
                          </a:solidFill>
                          <a:latin typeface="Segoe UI"/>
                          <a:ea typeface="Segoe UI"/>
                          <a:cs typeface="Segoe UI"/>
                        </a:rPr>
                        <a:t>One cake</a:t>
                      </a:r>
                    </a:p>
                  </a:txBody>
                  <a:tcPr marL="91440" marR="91440" marT="45720" marB="45720">
                    <a:lnR w="9525">
                      <a:solidFill>
                        <a:srgbClr val="CDD8DD"/>
                      </a:solidFill>
                      <a:prstDash val="solid"/>
                    </a:lnR>
                    <a:lnB w="9525">
                      <a:solidFill>
                        <a:srgbClr val="CDD8DD"/>
                      </a:solidFill>
                      <a:prstDash val="solid"/>
                    </a:lnB>
                    <a:solidFill>
                      <a:srgbClr val="FFFFFF"/>
                    </a:solidFill>
                  </a:tcPr>
                </a:tc>
              </a:tr>
              <a:tr h="476250">
                <a:tc>
                  <a:txBody>
                    <a:bodyPr/>
                    <a:lstStyle/>
                    <a:p>
                      <a:r>
                        <a:rPr sz="1800" b="0">
                          <a:solidFill>
                            <a:srgbClr val="19313E"/>
                          </a:solidFill>
                          <a:latin typeface="Segoe UI"/>
                          <a:ea typeface="Segoe UI"/>
                          <a:cs typeface="Segoe UI"/>
                        </a:rPr>
                        <a:t>Cash sale</a:t>
                      </a:r>
                    </a:p>
                  </a:txBody>
                  <a:tcPr marL="91440" marR="91440" marT="45720" marB="45720">
                    <a:lnL w="9525">
                      <a:solidFill>
                        <a:srgbClr val="CDD8DD"/>
                      </a:solidFill>
                      <a:prstDash val="solid"/>
                    </a:lnL>
                    <a:lnR w="9525">
                      <a:solidFill>
                        <a:srgbClr val="CDD8DD"/>
                      </a:solidFill>
                      <a:prstDash val="solid"/>
                    </a:lnR>
                    <a:lnB w="9525">
                      <a:solidFill>
                        <a:srgbClr val="CDD8DD"/>
                      </a:solidFill>
                      <a:prstDash val="solid"/>
                    </a:lnB>
                    <a:solidFill>
                      <a:srgbClr val="FFFFFF"/>
                    </a:solidFill>
                  </a:tcPr>
                </a:tc>
                <a:tc>
                  <a:txBody>
                    <a:bodyPr/>
                    <a:lstStyle/>
                    <a:p>
                      <a:r>
                        <a:rPr sz="1800" b="0">
                          <a:solidFill>
                            <a:srgbClr val="19313E"/>
                          </a:solidFill>
                          <a:latin typeface="Segoe UI"/>
                          <a:ea typeface="Segoe UI"/>
                          <a:cs typeface="Segoe UI"/>
                        </a:rPr>
                        <a:t>£1</a:t>
                      </a:r>
                    </a:p>
                  </a:txBody>
                  <a:tcPr marL="91440" marR="91440" marT="45720" marB="45720">
                    <a:lnR w="9525">
                      <a:solidFill>
                        <a:srgbClr val="CDD8DD"/>
                      </a:solidFill>
                      <a:prstDash val="solid"/>
                    </a:lnR>
                    <a:lnB w="9525">
                      <a:solidFill>
                        <a:srgbClr val="CDD8DD"/>
                      </a:solidFill>
                      <a:prstDash val="solid"/>
                    </a:lnB>
                    <a:solidFill>
                      <a:srgbClr val="FFFFFF"/>
                    </a:solidFill>
                  </a:tcPr>
                </a:tc>
              </a:tr>
            </a:tbl>
          </a:graphicData>
        </a:graphic>
      </p:graphicFrame>
      <p:sp>
        <p:nvSpPr>
          <p:cNvPr id="6" name="hinge">
            <a:extLst xmlns:a="http://schemas.openxmlformats.org/drawingml/2006/main">
              <a:ext uri="{FF2B5EF4-FFF2-40B4-BE49-F238E27FC236}">
                <a16:creationId xmlns:a16="http://schemas.microsoft.com/office/drawing/2014/main" id="{3F3B6425-325A-5DA3-B6F0-3B100CAFB6DC}"/>
              </a:ext>
            </a:extLst>
          </p:cNvPr>
          <p:cNvSpPr>
            <a:spLocks xmlns:a="http://schemas.openxmlformats.org/drawingml/2006/main" noGrp="1"/>
          </p:cNvSpPr>
          <p:nvPr/>
        </p:nvSpPr>
        <p:spPr>
          <a:xfrm xmlns:a="http://schemas.openxmlformats.org/drawingml/2006/main">
            <a:off x="6858000" y="2047875"/>
            <a:ext cx="4667250" cy="3238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250" b="0">
                <a:solidFill>
                  <a:srgbClr val="192E3B"/>
                </a:solidFill>
                <a:latin typeface="Segoe UI"/>
                <a:ea typeface="Segoe UI"/>
                <a:cs typeface="Segoe UI"/>
              </a:defRPr>
            </a:defPPr>
            <a:lvl1pPr>
              <a:buNone/>
              <a:defRPr sz="2250" b="0">
                <a:solidFill>
                  <a:srgbClr val="192E3B"/>
                </a:solidFill>
                <a:latin typeface="Segoe UI"/>
                <a:ea typeface="Segoe UI"/>
                <a:cs typeface="Segoe UI"/>
              </a:defRPr>
            </a:lvl1pPr>
            <a:lvl2pPr>
              <a:buNone/>
              <a:defRPr sz="2250" b="0">
                <a:solidFill>
                  <a:srgbClr val="192E3B"/>
                </a:solidFill>
                <a:latin typeface="Segoe UI"/>
                <a:ea typeface="Segoe UI"/>
                <a:cs typeface="Segoe UI"/>
              </a:defRPr>
            </a:lvl2pPr>
            <a:lvl3pPr>
              <a:buNone/>
              <a:defRPr sz="2250" b="0">
                <a:solidFill>
                  <a:srgbClr val="192E3B"/>
                </a:solidFill>
                <a:latin typeface="Segoe UI"/>
                <a:ea typeface="Segoe UI"/>
                <a:cs typeface="Segoe UI"/>
              </a:defRPr>
            </a:lvl3pPr>
            <a:lvl4pPr>
              <a:buNone/>
              <a:defRPr sz="2250" b="0">
                <a:solidFill>
                  <a:srgbClr val="192E3B"/>
                </a:solidFill>
                <a:latin typeface="Segoe UI"/>
                <a:ea typeface="Segoe UI"/>
                <a:cs typeface="Segoe UI"/>
              </a:defRPr>
            </a:lvl4pPr>
            <a:lvl5pPr>
              <a:buNone/>
              <a:defRPr sz="2250" b="0">
                <a:solidFill>
                  <a:srgbClr val="192E3B"/>
                </a:solidFill>
                <a:latin typeface="Segoe UI"/>
                <a:ea typeface="Segoe UI"/>
                <a:cs typeface="Segoe UI"/>
              </a:defRPr>
            </a:lvl5pPr>
            <a:lvl6pPr>
              <a:buNone/>
              <a:defRPr sz="2250" b="0">
                <a:solidFill>
                  <a:srgbClr val="192E3B"/>
                </a:solidFill>
                <a:latin typeface="Segoe UI"/>
                <a:ea typeface="Segoe UI"/>
                <a:cs typeface="Segoe UI"/>
              </a:defRPr>
            </a:lvl6pPr>
            <a:lvl7pPr>
              <a:buNone/>
              <a:defRPr sz="2250" b="0">
                <a:solidFill>
                  <a:srgbClr val="192E3B"/>
                </a:solidFill>
                <a:latin typeface="Segoe UI"/>
                <a:ea typeface="Segoe UI"/>
                <a:cs typeface="Segoe UI"/>
              </a:defRPr>
            </a:lvl7pPr>
            <a:lvl8pPr>
              <a:buNone/>
              <a:defRPr sz="2250" b="0">
                <a:solidFill>
                  <a:srgbClr val="192E3B"/>
                </a:solidFill>
                <a:latin typeface="Segoe UI"/>
                <a:ea typeface="Segoe UI"/>
                <a:cs typeface="Segoe UI"/>
              </a:defRPr>
            </a:lvl8pPr>
            <a:lvl9pPr>
              <a:buNone/>
              <a:defRPr sz="2250" b="0">
                <a:solidFill>
                  <a:srgbClr val="192E3B"/>
                </a:solidFill>
                <a:latin typeface="Segoe UI"/>
                <a:ea typeface="Segoe UI"/>
                <a:cs typeface="Segoe UI"/>
              </a:defRPr>
            </a:lvl9pPr>
          </a:lstStyle>
          <a:p xmlns:a="http://schemas.openxmlformats.org/drawingml/2006/main">
            <a:pPr>
              <a:buNone/>
              <a:defRPr sz="2250" b="0">
                <a:solidFill>
                  <a:srgbClr val="192E3B"/>
                </a:solidFill>
                <a:latin typeface="Segoe UI"/>
                <a:ea typeface="Segoe UI"/>
                <a:cs typeface="Segoe UI"/>
              </a:defRPr>
            </a:pPr>
            <a:r>
              <a:rPr sz="2250" b="0">
                <a:solidFill>
                  <a:srgbClr val="192E3B"/>
                </a:solidFill>
                <a:latin typeface="Segoe UI"/>
                <a:ea typeface="Segoe UI"/>
                <a:cs typeface="Segoe UI"/>
              </a:rPr>
              <a:t>One cake costs £1.</a:t>
            </a:r>
          </a:p>
          <a:p xmlns:a="http://schemas.openxmlformats.org/drawingml/2006/main">
            <a:pPr>
              <a:buNone/>
              <a:defRPr sz="2250" b="0">
                <a:solidFill>
                  <a:srgbClr val="192E3B"/>
                </a:solidFill>
                <a:latin typeface="Segoe UI"/>
                <a:ea typeface="Segoe UI"/>
                <a:cs typeface="Segoe UI"/>
              </a:defRPr>
            </a:pPr>
            <a:r>
              <a:rPr sz="2250" b="0">
                <a:solidFill>
                  <a:srgbClr val="192E3B"/>
                </a:solidFill>
                <a:latin typeface="Segoe UI"/>
                <a:ea typeface="Segoe UI"/>
                <a:cs typeface="Segoe UI"/>
              </a:rPr>
              <a:t>A customer gives £2.</a:t>
            </a:r>
          </a:p>
          <a:p xmlns:a="http://schemas.openxmlformats.org/drawingml/2006/main">
            <a:pPr>
              <a:buNone/>
              <a:defRPr sz="2250" b="0">
                <a:solidFill>
                  <a:srgbClr val="192E3B"/>
                </a:solidFill>
                <a:latin typeface="Segoe UI"/>
                <a:ea typeface="Segoe UI"/>
                <a:cs typeface="Segoe UI"/>
              </a:defRPr>
            </a:pPr>
            <a:r>
              <a:rPr sz="2250" b="0">
                <a:solidFill>
                  <a:srgbClr val="192E3B"/>
                </a:solidFill>
                <a:latin typeface="Segoe UI"/>
                <a:ea typeface="Segoe UI"/>
                <a:cs typeface="Segoe UI"/>
              </a:rPr>
              <a:t>Change is £1.</a:t>
            </a:r>
          </a:p>
          <a:p xmlns:a="http://schemas.openxmlformats.org/drawingml/2006/main">
            <a:pPr>
              <a:buNone/>
              <a:defRPr sz="2250" b="0">
                <a:solidFill>
                  <a:srgbClr val="192E3B"/>
                </a:solidFill>
                <a:latin typeface="Segoe UI"/>
                <a:ea typeface="Segoe UI"/>
                <a:cs typeface="Segoe UI"/>
              </a:defRPr>
            </a:pPr>
            <a:r>
              <a:rPr sz="2250" b="0">
                <a:solidFill>
                  <a:srgbClr val="192E3B"/>
                </a:solidFill>
                <a:latin typeface="Segoe UI"/>
                <a:ea typeface="Segoe UI"/>
                <a:cs typeface="Segoe UI"/>
              </a:rPr>
              <a:t>Ask for a check</a:t>
            </a:r>
          </a:p>
          <a:p xmlns:a="http://schemas.openxmlformats.org/drawingml/2006/main">
            <a:pPr>
              <a:buNone/>
              <a:defRPr sz="2250" b="0">
                <a:solidFill>
                  <a:srgbClr val="192E3B"/>
                </a:solidFill>
                <a:latin typeface="Segoe UI"/>
                <a:ea typeface="Segoe UI"/>
                <a:cs typeface="Segoe UI"/>
              </a:defRPr>
            </a:pPr>
            <a:r>
              <a:rPr sz="2250" b="0">
                <a:solidFill>
                  <a:srgbClr val="192E3B"/>
                </a:solidFill>
                <a:latin typeface="Segoe UI"/>
                <a:ea typeface="Segoe UI"/>
                <a:cs typeface="Segoe UI"/>
              </a:rPr>
              <a:t>if you are not sure.</a:t>
            </a:r>
          </a:p>
        </p:txBody>
      </p:sp>
      <p:sp>
        <p:nvSpPr>
          <p:cNvPr id="7" name="model-assumption">
            <a:extLst xmlns:a="http://schemas.openxmlformats.org/drawingml/2006/main">
              <a:ext uri="{FF2B5EF4-FFF2-40B4-BE49-F238E27FC236}">
                <a16:creationId xmlns:a16="http://schemas.microsoft.com/office/drawing/2014/main" id="{D12B78B6-35C8-53BB-B202-6D4B46BD1C6D}"/>
              </a:ext>
            </a:extLst>
          </p:cNvPr>
          <p:cNvSpPr>
            <a:spLocks xmlns:a="http://schemas.openxmlformats.org/drawingml/2006/main" noGrp="1"/>
          </p:cNvSpPr>
          <p:nvPr/>
        </p:nvSpPr>
        <p:spPr>
          <a:xfrm xmlns:a="http://schemas.openxmlformats.org/drawingml/2006/main">
            <a:off x="533400" y="5810250"/>
            <a:ext cx="11001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0">
                <a:solidFill>
                  <a:srgbClr val="566574"/>
                </a:solidFill>
                <a:latin typeface="Segoe UI"/>
                <a:ea typeface="Segoe UI"/>
                <a:cs typeface="Segoe UI"/>
              </a:defRPr>
            </a:defPPr>
            <a:lvl1pPr>
              <a:buNone/>
              <a:defRPr sz="1725" b="0">
                <a:solidFill>
                  <a:srgbClr val="566574"/>
                </a:solidFill>
                <a:latin typeface="Segoe UI"/>
                <a:ea typeface="Segoe UI"/>
                <a:cs typeface="Segoe UI"/>
              </a:defRPr>
            </a:lvl1pPr>
            <a:lvl2pPr>
              <a:buNone/>
              <a:defRPr sz="1725" b="0">
                <a:solidFill>
                  <a:srgbClr val="566574"/>
                </a:solidFill>
                <a:latin typeface="Segoe UI"/>
                <a:ea typeface="Segoe UI"/>
                <a:cs typeface="Segoe UI"/>
              </a:defRPr>
            </a:lvl2pPr>
            <a:lvl3pPr>
              <a:buNone/>
              <a:defRPr sz="1725" b="0">
                <a:solidFill>
                  <a:srgbClr val="566574"/>
                </a:solidFill>
                <a:latin typeface="Segoe UI"/>
                <a:ea typeface="Segoe UI"/>
                <a:cs typeface="Segoe UI"/>
              </a:defRPr>
            </a:lvl3pPr>
            <a:lvl4pPr>
              <a:buNone/>
              <a:defRPr sz="1725" b="0">
                <a:solidFill>
                  <a:srgbClr val="566574"/>
                </a:solidFill>
                <a:latin typeface="Segoe UI"/>
                <a:ea typeface="Segoe UI"/>
                <a:cs typeface="Segoe UI"/>
              </a:defRPr>
            </a:lvl4pPr>
            <a:lvl5pPr>
              <a:buNone/>
              <a:defRPr sz="1725" b="0">
                <a:solidFill>
                  <a:srgbClr val="566574"/>
                </a:solidFill>
                <a:latin typeface="Segoe UI"/>
                <a:ea typeface="Segoe UI"/>
                <a:cs typeface="Segoe UI"/>
              </a:defRPr>
            </a:lvl5pPr>
            <a:lvl6pPr>
              <a:buNone/>
              <a:defRPr sz="1725" b="0">
                <a:solidFill>
                  <a:srgbClr val="566574"/>
                </a:solidFill>
                <a:latin typeface="Segoe UI"/>
                <a:ea typeface="Segoe UI"/>
                <a:cs typeface="Segoe UI"/>
              </a:defRPr>
            </a:lvl6pPr>
            <a:lvl7pPr>
              <a:buNone/>
              <a:defRPr sz="1725" b="0">
                <a:solidFill>
                  <a:srgbClr val="566574"/>
                </a:solidFill>
                <a:latin typeface="Segoe UI"/>
                <a:ea typeface="Segoe UI"/>
                <a:cs typeface="Segoe UI"/>
              </a:defRPr>
            </a:lvl7pPr>
            <a:lvl8pPr>
              <a:buNone/>
              <a:defRPr sz="1725" b="0">
                <a:solidFill>
                  <a:srgbClr val="566574"/>
                </a:solidFill>
                <a:latin typeface="Segoe UI"/>
                <a:ea typeface="Segoe UI"/>
                <a:cs typeface="Segoe UI"/>
              </a:defRPr>
            </a:lvl8pPr>
            <a:lvl9pPr>
              <a:buNone/>
              <a:defRPr sz="1725" b="0">
                <a:solidFill>
                  <a:srgbClr val="566574"/>
                </a:solidFill>
                <a:latin typeface="Segoe UI"/>
                <a:ea typeface="Segoe UI"/>
                <a:cs typeface="Segoe UI"/>
              </a:defRPr>
            </a:lvl9pPr>
          </a:lstStyle>
          <a:p xmlns:a="http://schemas.openxmlformats.org/drawingml/2006/main">
            <a:pPr>
              <a:buNone/>
              <a:defRPr sz="1725" b="0">
                <a:solidFill>
                  <a:srgbClr val="566574"/>
                </a:solidFill>
                <a:latin typeface="Segoe UI"/>
                <a:ea typeface="Segoe UI"/>
                <a:cs typeface="Segoe UI"/>
              </a:defRPr>
            </a:pPr>
            <a:r>
              <a:rPr sz="1800" b="0">
                <a:solidFill>
                  <a:srgbClr val="566574"/>
                </a:solidFill>
                <a:latin typeface="Segoe UI"/>
                <a:ea typeface="Segoe UI"/>
                <a:cs typeface="Segoe UI"/>
              </a:rPr>
              <a:t>£1 price + £1 change = £2 paid. An adult checks the money.</a:t>
            </a:r>
          </a:p>
        </p:txBody>
      </p:sp>
      <p:sp>
        <p:nvSpPr>
          <p:cNvPr id="8" name="credit">
            <a:extLst xmlns:a="http://schemas.openxmlformats.org/drawingml/2006/main">
              <a:ext uri="{FF2B5EF4-FFF2-40B4-BE49-F238E27FC236}">
                <a16:creationId xmlns:a16="http://schemas.microsoft.com/office/drawing/2014/main" id="{FCA178D4-592D-5728-9F2F-5B92299A2BFA}"/>
              </a:ext>
            </a:extLst>
          </p:cNvPr>
          <p:cNvSpPr>
            <a:spLocks xmlns:a="http://schemas.openxmlformats.org/drawingml/2006/main" noGrp="1"/>
          </p:cNvSpPr>
          <p:nvPr/>
        </p:nvSpPr>
        <p:spPr>
          <a:xfrm xmlns:a="http://schemas.openxmlformats.org/drawingml/2006/main">
            <a:off x="533400" y="6515100"/>
            <a:ext cx="1104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788" b="0">
                <a:solidFill>
                  <a:srgbClr val="566574"/>
                </a:solidFill>
                <a:latin typeface="Segoe UI"/>
                <a:ea typeface="Segoe UI"/>
                <a:cs typeface="Segoe UI"/>
              </a:defRPr>
            </a:defPPr>
            <a:lvl1pPr>
              <a:buNone/>
              <a:defRPr sz="788" b="0">
                <a:solidFill>
                  <a:srgbClr val="566574"/>
                </a:solidFill>
                <a:latin typeface="Segoe UI"/>
                <a:ea typeface="Segoe UI"/>
                <a:cs typeface="Segoe UI"/>
              </a:defRPr>
            </a:lvl1pPr>
            <a:lvl2pPr>
              <a:buNone/>
              <a:defRPr sz="788" b="0">
                <a:solidFill>
                  <a:srgbClr val="566574"/>
                </a:solidFill>
                <a:latin typeface="Segoe UI"/>
                <a:ea typeface="Segoe UI"/>
                <a:cs typeface="Segoe UI"/>
              </a:defRPr>
            </a:lvl2pPr>
            <a:lvl3pPr>
              <a:buNone/>
              <a:defRPr sz="788" b="0">
                <a:solidFill>
                  <a:srgbClr val="566574"/>
                </a:solidFill>
                <a:latin typeface="Segoe UI"/>
                <a:ea typeface="Segoe UI"/>
                <a:cs typeface="Segoe UI"/>
              </a:defRPr>
            </a:lvl3pPr>
            <a:lvl4pPr>
              <a:buNone/>
              <a:defRPr sz="788" b="0">
                <a:solidFill>
                  <a:srgbClr val="566574"/>
                </a:solidFill>
                <a:latin typeface="Segoe UI"/>
                <a:ea typeface="Segoe UI"/>
                <a:cs typeface="Segoe UI"/>
              </a:defRPr>
            </a:lvl4pPr>
            <a:lvl5pPr>
              <a:buNone/>
              <a:defRPr sz="788" b="0">
                <a:solidFill>
                  <a:srgbClr val="566574"/>
                </a:solidFill>
                <a:latin typeface="Segoe UI"/>
                <a:ea typeface="Segoe UI"/>
                <a:cs typeface="Segoe UI"/>
              </a:defRPr>
            </a:lvl5pPr>
            <a:lvl6pPr>
              <a:buNone/>
              <a:defRPr sz="788" b="0">
                <a:solidFill>
                  <a:srgbClr val="566574"/>
                </a:solidFill>
                <a:latin typeface="Segoe UI"/>
                <a:ea typeface="Segoe UI"/>
                <a:cs typeface="Segoe UI"/>
              </a:defRPr>
            </a:lvl6pPr>
            <a:lvl7pPr>
              <a:buNone/>
              <a:defRPr sz="788" b="0">
                <a:solidFill>
                  <a:srgbClr val="566574"/>
                </a:solidFill>
                <a:latin typeface="Segoe UI"/>
                <a:ea typeface="Segoe UI"/>
                <a:cs typeface="Segoe UI"/>
              </a:defRPr>
            </a:lvl7pPr>
            <a:lvl8pPr>
              <a:buNone/>
              <a:defRPr sz="788" b="0">
                <a:solidFill>
                  <a:srgbClr val="566574"/>
                </a:solidFill>
                <a:latin typeface="Segoe UI"/>
                <a:ea typeface="Segoe UI"/>
                <a:cs typeface="Segoe UI"/>
              </a:defRPr>
            </a:lvl8pPr>
            <a:lvl9pPr>
              <a:buNone/>
              <a:defRPr sz="788" b="0">
                <a:solidFill>
                  <a:srgbClr val="566574"/>
                </a:solidFill>
                <a:latin typeface="Segoe UI"/>
                <a:ea typeface="Segoe UI"/>
                <a:cs typeface="Segoe UI"/>
              </a:defRPr>
            </a:lvl9pPr>
          </a:lstStyle>
          <a:p xmlns:a="http://schemas.openxmlformats.org/drawingml/2006/main">
            <a:pPr>
              <a:buNone/>
              <a:defRPr sz="788" b="0">
                <a:solidFill>
                  <a:srgbClr val="566574"/>
                </a:solidFill>
                <a:latin typeface="Segoe UI"/>
                <a:ea typeface="Segoe UI"/>
                <a:cs typeface="Segoe UI"/>
              </a:defRPr>
            </a:pPr>
            <a:r>
              <a:rPr sz="788" b="0">
                <a:solidFill>
                  <a:srgbClr val="566574"/>
                </a:solidFill>
                <a:latin typeface="Segoe UI"/>
                <a:ea typeface="Segoe UI"/>
                <a:cs typeface="Segoe UI"/>
              </a:rPr>
              <a:t>Made by Matt · © Matt Roper · CC BY-NC-SA 4.0: free for classroom use, share and adapt with credit, no resale</a:t>
            </a:r>
          </a:p>
        </p:txBody>
      </p:sp>
      <p:sp>
        <p:nvSpPr>
          <p:cNvPr id="9" name="page-number">
            <a:extLst xmlns:a="http://schemas.openxmlformats.org/drawingml/2006/main">
              <a:ext uri="{FF2B5EF4-FFF2-40B4-BE49-F238E27FC236}">
                <a16:creationId xmlns:a16="http://schemas.microsoft.com/office/drawing/2014/main" id="{5E0E3FB3-52B0-5162-80B3-6F25476E0651}"/>
              </a:ext>
            </a:extLst>
          </p:cNvPr>
          <p:cNvSpPr>
            <a:spLocks xmlns:a="http://schemas.openxmlformats.org/drawingml/2006/main" noGrp="1"/>
          </p:cNvSpPr>
          <p:nvPr/>
        </p:nvSpPr>
        <p:spPr>
          <a:xfrm xmlns:a="http://schemas.openxmlformats.org/drawingml/2006/main">
            <a:off x="11144250" y="62103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buNone/>
              <a:defRPr sz="1050" b="0">
                <a:solidFill>
                  <a:srgbClr val="566574"/>
                </a:solidFill>
                <a:latin typeface="Segoe UI"/>
                <a:ea typeface="Segoe UI"/>
                <a:cs typeface="Segoe UI"/>
              </a:defRPr>
            </a:lvl1pPr>
            <a:lvl2pPr>
              <a:buNone/>
              <a:defRPr sz="1050" b="0">
                <a:solidFill>
                  <a:srgbClr val="566574"/>
                </a:solidFill>
                <a:latin typeface="Segoe UI"/>
                <a:ea typeface="Segoe UI"/>
                <a:cs typeface="Segoe UI"/>
              </a:defRPr>
            </a:lvl2pPr>
            <a:lvl3pPr>
              <a:buNone/>
              <a:defRPr sz="1050" b="0">
                <a:solidFill>
                  <a:srgbClr val="566574"/>
                </a:solidFill>
                <a:latin typeface="Segoe UI"/>
                <a:ea typeface="Segoe UI"/>
                <a:cs typeface="Segoe UI"/>
              </a:defRPr>
            </a:lvl3pPr>
            <a:lvl4pPr>
              <a:buNone/>
              <a:defRPr sz="1050" b="0">
                <a:solidFill>
                  <a:srgbClr val="566574"/>
                </a:solidFill>
                <a:latin typeface="Segoe UI"/>
                <a:ea typeface="Segoe UI"/>
                <a:cs typeface="Segoe UI"/>
              </a:defRPr>
            </a:lvl4pPr>
            <a:lvl5pPr>
              <a:buNone/>
              <a:defRPr sz="1050" b="0">
                <a:solidFill>
                  <a:srgbClr val="566574"/>
                </a:solidFill>
                <a:latin typeface="Segoe UI"/>
                <a:ea typeface="Segoe UI"/>
                <a:cs typeface="Segoe UI"/>
              </a:defRPr>
            </a:lvl5pPr>
            <a:lvl6pPr>
              <a:buNone/>
              <a:defRPr sz="1050" b="0">
                <a:solidFill>
                  <a:srgbClr val="566574"/>
                </a:solidFill>
                <a:latin typeface="Segoe UI"/>
                <a:ea typeface="Segoe UI"/>
                <a:cs typeface="Segoe UI"/>
              </a:defRPr>
            </a:lvl6pPr>
            <a:lvl7pPr>
              <a:buNone/>
              <a:defRPr sz="1050" b="0">
                <a:solidFill>
                  <a:srgbClr val="566574"/>
                </a:solidFill>
                <a:latin typeface="Segoe UI"/>
                <a:ea typeface="Segoe UI"/>
                <a:cs typeface="Segoe UI"/>
              </a:defRPr>
            </a:lvl7pPr>
            <a:lvl8pPr>
              <a:buNone/>
              <a:defRPr sz="1050" b="0">
                <a:solidFill>
                  <a:srgbClr val="566574"/>
                </a:solidFill>
                <a:latin typeface="Segoe UI"/>
                <a:ea typeface="Segoe UI"/>
                <a:cs typeface="Segoe UI"/>
              </a:defRPr>
            </a:lvl8pPr>
            <a:lvl9pPr>
              <a:buNone/>
              <a:defRPr sz="1050" b="0">
                <a:solidFill>
                  <a:srgbClr val="566574"/>
                </a:solidFill>
                <a:latin typeface="Segoe UI"/>
                <a:ea typeface="Segoe UI"/>
                <a:cs typeface="Segoe UI"/>
              </a:defRPr>
            </a:lvl9pPr>
          </a:lstStyle>
          <a:p xmlns:a="http://schemas.openxmlformats.org/drawingml/2006/main">
            <a:pPr>
              <a:buNone/>
              <a:defRPr sz="1050" b="0">
                <a:solidFill>
                  <a:srgbClr val="566574"/>
                </a:solidFill>
                <a:latin typeface="Segoe UI"/>
                <a:ea typeface="Segoe UI"/>
                <a:cs typeface="Segoe UI"/>
              </a:defRPr>
            </a:pPr>
            <a:r>
              <a:rPr sz="1050" b="0">
                <a:solidFill>
                  <a:srgbClr val="566574"/>
                </a:solidFill>
                <a:latin typeface="Segoe UI"/>
                <a:ea typeface="Segoe UI"/>
                <a:cs typeface="Segoe UI"/>
              </a:rPr>
              <a:t>18</a:t>
            </a:r>
          </a:p>
        </p:txBody>
      </p:sp>
    </p:spTree>
    <p:extLst>
      <p:ext uri="{BB962C8B-B14F-4D97-AF65-F5344CB8AC3E}">
        <p14:creationId xmlns:p14="http://schemas.microsoft.com/office/powerpoint/2010/main" val="1083785938"/>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lesson-code">
            <a:extLst xmlns:a="http://schemas.openxmlformats.org/drawingml/2006/main">
              <a:ext uri="{FF2B5EF4-FFF2-40B4-BE49-F238E27FC236}">
                <a16:creationId xmlns:a16="http://schemas.microsoft.com/office/drawing/2014/main" id="{7C8AF5E1-70B5-5E0B-A859-08E481853C9B}"/>
              </a:ext>
            </a:extLst>
          </p:cNvPr>
          <p:cNvSpPr>
            <a:spLocks xmlns:a="http://schemas.openxmlformats.org/drawingml/2006/main" noGrp="1"/>
          </p:cNvSpPr>
          <p:nvPr/>
        </p:nvSpPr>
        <p:spPr>
          <a:xfrm xmlns:a="http://schemas.openxmlformats.org/drawingml/2006/main">
            <a:off x="533400" y="1905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buNone/>
              <a:defRPr sz="1200" b="0">
                <a:solidFill>
                  <a:srgbClr val="566574"/>
                </a:solidFill>
                <a:latin typeface="Segoe UI"/>
                <a:ea typeface="Segoe UI"/>
                <a:cs typeface="Segoe UI"/>
              </a:defRPr>
            </a:lvl1pPr>
            <a:lvl2pPr>
              <a:buNone/>
              <a:defRPr sz="1200" b="0">
                <a:solidFill>
                  <a:srgbClr val="566574"/>
                </a:solidFill>
                <a:latin typeface="Segoe UI"/>
                <a:ea typeface="Segoe UI"/>
                <a:cs typeface="Segoe UI"/>
              </a:defRPr>
            </a:lvl2pPr>
            <a:lvl3pPr>
              <a:buNone/>
              <a:defRPr sz="1200" b="0">
                <a:solidFill>
                  <a:srgbClr val="566574"/>
                </a:solidFill>
                <a:latin typeface="Segoe UI"/>
                <a:ea typeface="Segoe UI"/>
                <a:cs typeface="Segoe UI"/>
              </a:defRPr>
            </a:lvl3pPr>
            <a:lvl4pPr>
              <a:buNone/>
              <a:defRPr sz="1200" b="0">
                <a:solidFill>
                  <a:srgbClr val="566574"/>
                </a:solidFill>
                <a:latin typeface="Segoe UI"/>
                <a:ea typeface="Segoe UI"/>
                <a:cs typeface="Segoe UI"/>
              </a:defRPr>
            </a:lvl4pPr>
            <a:lvl5pPr>
              <a:buNone/>
              <a:defRPr sz="1200" b="0">
                <a:solidFill>
                  <a:srgbClr val="566574"/>
                </a:solidFill>
                <a:latin typeface="Segoe UI"/>
                <a:ea typeface="Segoe UI"/>
                <a:cs typeface="Segoe UI"/>
              </a:defRPr>
            </a:lvl5pPr>
            <a:lvl6pPr>
              <a:buNone/>
              <a:defRPr sz="1200" b="0">
                <a:solidFill>
                  <a:srgbClr val="566574"/>
                </a:solidFill>
                <a:latin typeface="Segoe UI"/>
                <a:ea typeface="Segoe UI"/>
                <a:cs typeface="Segoe UI"/>
              </a:defRPr>
            </a:lvl6pPr>
            <a:lvl7pPr>
              <a:buNone/>
              <a:defRPr sz="1200" b="0">
                <a:solidFill>
                  <a:srgbClr val="566574"/>
                </a:solidFill>
                <a:latin typeface="Segoe UI"/>
                <a:ea typeface="Segoe UI"/>
                <a:cs typeface="Segoe UI"/>
              </a:defRPr>
            </a:lvl7pPr>
            <a:lvl8pPr>
              <a:buNone/>
              <a:defRPr sz="1200" b="0">
                <a:solidFill>
                  <a:srgbClr val="566574"/>
                </a:solidFill>
                <a:latin typeface="Segoe UI"/>
                <a:ea typeface="Segoe UI"/>
                <a:cs typeface="Segoe UI"/>
              </a:defRPr>
            </a:lvl8pPr>
            <a:lvl9pPr>
              <a:buNone/>
              <a:defRPr sz="1200" b="0">
                <a:solidFill>
                  <a:srgbClr val="566574"/>
                </a:solidFill>
                <a:latin typeface="Segoe UI"/>
                <a:ea typeface="Segoe UI"/>
                <a:cs typeface="Segoe UI"/>
              </a:defRPr>
            </a:lvl9pPr>
          </a:lstStyle>
          <a:p xmlns:a="http://schemas.openxmlformats.org/drawingml/2006/main">
            <a:pPr>
              <a:buNone/>
              <a:defRPr sz="1200" b="0">
                <a:solidFill>
                  <a:srgbClr val="566574"/>
                </a:solidFill>
                <a:latin typeface="Segoe UI"/>
                <a:ea typeface="Segoe UI"/>
                <a:cs typeface="Segoe UI"/>
              </a:defRPr>
            </a:pPr>
            <a:r>
              <a:rPr sz="1200" b="0">
                <a:solidFill>
                  <a:srgbClr val="566574"/>
                </a:solidFill>
                <a:latin typeface="Segoe UI"/>
                <a:ea typeface="Segoe UI"/>
                <a:cs typeface="Segoe UI"/>
              </a:rPr>
              <a:t>COMM-GROW-A2-W05  ·  Lesson 10b</a:t>
            </a:r>
          </a:p>
        </p:txBody>
      </p:sp>
      <p:sp>
        <p:nvSpPr>
          <p:cNvPr id="2" name="label">
            <a:extLst xmlns:a="http://schemas.openxmlformats.org/drawingml/2006/main">
              <a:ext uri="{FF2B5EF4-FFF2-40B4-BE49-F238E27FC236}">
                <a16:creationId xmlns:a16="http://schemas.microsoft.com/office/drawing/2014/main" id="{A63F67E9-6814-5A02-B90F-F37EB13E926B}"/>
              </a:ext>
            </a:extLst>
          </p:cNvPr>
          <p:cNvSpPr>
            <a:spLocks xmlns:a="http://schemas.openxmlformats.org/drawingml/2006/main" noGrp="1"/>
          </p:cNvSpPr>
          <p:nvPr/>
        </p:nvSpPr>
        <p:spPr>
          <a:xfrm xmlns:a="http://schemas.openxmlformats.org/drawingml/2006/main">
            <a:off x="7620000" y="190500"/>
            <a:ext cx="4048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buNone/>
              <a:defRPr sz="1050" b="0">
                <a:solidFill>
                  <a:srgbClr val="566574"/>
                </a:solidFill>
                <a:latin typeface="Segoe UI"/>
                <a:ea typeface="Segoe UI"/>
                <a:cs typeface="Segoe UI"/>
              </a:defRPr>
            </a:lvl1pPr>
            <a:lvl2pPr>
              <a:buNone/>
              <a:defRPr sz="1050" b="0">
                <a:solidFill>
                  <a:srgbClr val="566574"/>
                </a:solidFill>
                <a:latin typeface="Segoe UI"/>
                <a:ea typeface="Segoe UI"/>
                <a:cs typeface="Segoe UI"/>
              </a:defRPr>
            </a:lvl2pPr>
            <a:lvl3pPr>
              <a:buNone/>
              <a:defRPr sz="1050" b="0">
                <a:solidFill>
                  <a:srgbClr val="566574"/>
                </a:solidFill>
                <a:latin typeface="Segoe UI"/>
                <a:ea typeface="Segoe UI"/>
                <a:cs typeface="Segoe UI"/>
              </a:defRPr>
            </a:lvl3pPr>
            <a:lvl4pPr>
              <a:buNone/>
              <a:defRPr sz="1050" b="0">
                <a:solidFill>
                  <a:srgbClr val="566574"/>
                </a:solidFill>
                <a:latin typeface="Segoe UI"/>
                <a:ea typeface="Segoe UI"/>
                <a:cs typeface="Segoe UI"/>
              </a:defRPr>
            </a:lvl4pPr>
            <a:lvl5pPr>
              <a:buNone/>
              <a:defRPr sz="1050" b="0">
                <a:solidFill>
                  <a:srgbClr val="566574"/>
                </a:solidFill>
                <a:latin typeface="Segoe UI"/>
                <a:ea typeface="Segoe UI"/>
                <a:cs typeface="Segoe UI"/>
              </a:defRPr>
            </a:lvl5pPr>
            <a:lvl6pPr>
              <a:buNone/>
              <a:defRPr sz="1050" b="0">
                <a:solidFill>
                  <a:srgbClr val="566574"/>
                </a:solidFill>
                <a:latin typeface="Segoe UI"/>
                <a:ea typeface="Segoe UI"/>
                <a:cs typeface="Segoe UI"/>
              </a:defRPr>
            </a:lvl6pPr>
            <a:lvl7pPr>
              <a:buNone/>
              <a:defRPr sz="1050" b="0">
                <a:solidFill>
                  <a:srgbClr val="566574"/>
                </a:solidFill>
                <a:latin typeface="Segoe UI"/>
                <a:ea typeface="Segoe UI"/>
                <a:cs typeface="Segoe UI"/>
              </a:defRPr>
            </a:lvl7pPr>
            <a:lvl8pPr>
              <a:buNone/>
              <a:defRPr sz="1050" b="0">
                <a:solidFill>
                  <a:srgbClr val="566574"/>
                </a:solidFill>
                <a:latin typeface="Segoe UI"/>
                <a:ea typeface="Segoe UI"/>
                <a:cs typeface="Segoe UI"/>
              </a:defRPr>
            </a:lvl8pPr>
            <a:lvl9pPr>
              <a:buNone/>
              <a:defRPr sz="1050" b="0">
                <a:solidFill>
                  <a:srgbClr val="566574"/>
                </a:solidFill>
                <a:latin typeface="Segoe UI"/>
                <a:ea typeface="Segoe UI"/>
                <a:cs typeface="Segoe UI"/>
              </a:defRPr>
            </a:lvl9pPr>
          </a:lstStyle>
          <a:p xmlns:a="http://schemas.openxmlformats.org/drawingml/2006/main">
            <a:pPr>
              <a:buNone/>
              <a:defRPr sz="1050" b="0">
                <a:solidFill>
                  <a:srgbClr val="566574"/>
                </a:solidFill>
                <a:latin typeface="Segoe UI"/>
                <a:ea typeface="Segoe UI"/>
                <a:cs typeface="Segoe UI"/>
              </a:defRPr>
            </a:pPr>
            <a:r>
              <a:rPr sz="1200" b="0">
                <a:solidFill>
                  <a:srgbClr val="566574"/>
                </a:solidFill>
                <a:latin typeface="Segoe UI"/>
                <a:ea typeface="Segoe UI"/>
                <a:cs typeface="Segoe UI"/>
              </a:rPr>
              <a:t>Public edition · Year A</a:t>
            </a:r>
          </a:p>
        </p:txBody>
      </p:sp>
      <p:sp>
        <p:nvSpPr>
          <p:cNvPr id="3" name="stage-title">
            <a:extLst xmlns:a="http://schemas.openxmlformats.org/drawingml/2006/main">
              <a:ext uri="{FF2B5EF4-FFF2-40B4-BE49-F238E27FC236}">
                <a16:creationId xmlns:a16="http://schemas.microsoft.com/office/drawing/2014/main" id="{1B6C2583-E7D5-50D2-A61F-272BD9F38564}"/>
              </a:ext>
            </a:extLst>
          </p:cNvPr>
          <p:cNvSpPr>
            <a:spLocks xmlns:a="http://schemas.openxmlformats.org/drawingml/2006/main" noGrp="1"/>
          </p:cNvSpPr>
          <p:nvPr/>
        </p:nvSpPr>
        <p:spPr>
          <a:xfrm xmlns:a="http://schemas.openxmlformats.org/drawingml/2006/main">
            <a:off x="533400" y="590550"/>
            <a:ext cx="11029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3300" b="1">
                <a:solidFill>
                  <a:srgbClr val="345D70"/>
                </a:solidFill>
                <a:latin typeface="Segoe UI"/>
                <a:ea typeface="Segoe UI"/>
                <a:cs typeface="Segoe UI"/>
              </a:defRPr>
            </a:defPPr>
            <a:lvl1pPr>
              <a:buNone/>
              <a:defRPr sz="3300" b="1">
                <a:solidFill>
                  <a:srgbClr val="345D70"/>
                </a:solidFill>
                <a:latin typeface="Segoe UI"/>
                <a:ea typeface="Segoe UI"/>
                <a:cs typeface="Segoe UI"/>
              </a:defRPr>
            </a:lvl1pPr>
            <a:lvl2pPr>
              <a:buNone/>
              <a:defRPr sz="3300" b="1">
                <a:solidFill>
                  <a:srgbClr val="345D70"/>
                </a:solidFill>
                <a:latin typeface="Segoe UI"/>
                <a:ea typeface="Segoe UI"/>
                <a:cs typeface="Segoe UI"/>
              </a:defRPr>
            </a:lvl2pPr>
            <a:lvl3pPr>
              <a:buNone/>
              <a:defRPr sz="3300" b="1">
                <a:solidFill>
                  <a:srgbClr val="345D70"/>
                </a:solidFill>
                <a:latin typeface="Segoe UI"/>
                <a:ea typeface="Segoe UI"/>
                <a:cs typeface="Segoe UI"/>
              </a:defRPr>
            </a:lvl3pPr>
            <a:lvl4pPr>
              <a:buNone/>
              <a:defRPr sz="3300" b="1">
                <a:solidFill>
                  <a:srgbClr val="345D70"/>
                </a:solidFill>
                <a:latin typeface="Segoe UI"/>
                <a:ea typeface="Segoe UI"/>
                <a:cs typeface="Segoe UI"/>
              </a:defRPr>
            </a:lvl4pPr>
            <a:lvl5pPr>
              <a:buNone/>
              <a:defRPr sz="3300" b="1">
                <a:solidFill>
                  <a:srgbClr val="345D70"/>
                </a:solidFill>
                <a:latin typeface="Segoe UI"/>
                <a:ea typeface="Segoe UI"/>
                <a:cs typeface="Segoe UI"/>
              </a:defRPr>
            </a:lvl5pPr>
            <a:lvl6pPr>
              <a:buNone/>
              <a:defRPr sz="3300" b="1">
                <a:solidFill>
                  <a:srgbClr val="345D70"/>
                </a:solidFill>
                <a:latin typeface="Segoe UI"/>
                <a:ea typeface="Segoe UI"/>
                <a:cs typeface="Segoe UI"/>
              </a:defRPr>
            </a:lvl6pPr>
            <a:lvl7pPr>
              <a:buNone/>
              <a:defRPr sz="3300" b="1">
                <a:solidFill>
                  <a:srgbClr val="345D70"/>
                </a:solidFill>
                <a:latin typeface="Segoe UI"/>
                <a:ea typeface="Segoe UI"/>
                <a:cs typeface="Segoe UI"/>
              </a:defRPr>
            </a:lvl7pPr>
            <a:lvl8pPr>
              <a:buNone/>
              <a:defRPr sz="3300" b="1">
                <a:solidFill>
                  <a:srgbClr val="345D70"/>
                </a:solidFill>
                <a:latin typeface="Segoe UI"/>
                <a:ea typeface="Segoe UI"/>
                <a:cs typeface="Segoe UI"/>
              </a:defRPr>
            </a:lvl8pPr>
            <a:lvl9pPr>
              <a:buNone/>
              <a:defRPr sz="3300" b="1">
                <a:solidFill>
                  <a:srgbClr val="345D70"/>
                </a:solidFill>
                <a:latin typeface="Segoe UI"/>
                <a:ea typeface="Segoe UI"/>
                <a:cs typeface="Segoe UI"/>
              </a:defRPr>
            </a:lvl9pPr>
          </a:lstStyle>
          <a:p xmlns:a="http://schemas.openxmlformats.org/drawingml/2006/main">
            <a:pPr>
              <a:buNone/>
              <a:defRPr sz="3300" b="1">
                <a:solidFill>
                  <a:srgbClr val="345D70"/>
                </a:solidFill>
                <a:latin typeface="Segoe UI"/>
                <a:ea typeface="Segoe UI"/>
                <a:cs typeface="Segoe UI"/>
              </a:defRPr>
            </a:pPr>
            <a:r>
              <a:rPr sz="3300" b="1">
                <a:solidFill>
                  <a:srgbClr val="345D70"/>
                </a:solidFill>
                <a:latin typeface="Segoe UI"/>
                <a:ea typeface="Segoe UI"/>
                <a:cs typeface="Segoe UI"/>
              </a:rPr>
              <a:t>Restock</a:t>
            </a:r>
          </a:p>
        </p:txBody>
      </p:sp>
      <p:sp>
        <p:nvSpPr>
          <p:cNvPr id="4" name="task-main">
            <a:extLst xmlns:a="http://schemas.openxmlformats.org/drawingml/2006/main">
              <a:ext uri="{FF2B5EF4-FFF2-40B4-BE49-F238E27FC236}">
                <a16:creationId xmlns:a16="http://schemas.microsoft.com/office/drawing/2014/main" id="{BA56E419-09A9-5C2E-A694-6FFEDBAB7768}"/>
              </a:ext>
            </a:extLst>
          </p:cNvPr>
          <p:cNvSpPr>
            <a:spLocks xmlns:a="http://schemas.openxmlformats.org/drawingml/2006/main" noGrp="1"/>
          </p:cNvSpPr>
          <p:nvPr/>
        </p:nvSpPr>
        <p:spPr>
          <a:xfrm xmlns:a="http://schemas.openxmlformats.org/drawingml/2006/main">
            <a:off x="533400" y="1476375"/>
            <a:ext cx="11049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250" b="0">
                <a:solidFill>
                  <a:srgbClr val="192E3B"/>
                </a:solidFill>
                <a:latin typeface="Segoe UI"/>
                <a:ea typeface="Segoe UI"/>
                <a:cs typeface="Segoe UI"/>
              </a:defRPr>
            </a:defPPr>
            <a:lvl1pPr>
              <a:buNone/>
              <a:defRPr sz="2250" b="0">
                <a:solidFill>
                  <a:srgbClr val="192E3B"/>
                </a:solidFill>
                <a:latin typeface="Segoe UI"/>
                <a:ea typeface="Segoe UI"/>
                <a:cs typeface="Segoe UI"/>
              </a:defRPr>
            </a:lvl1pPr>
            <a:lvl2pPr>
              <a:buNone/>
              <a:defRPr sz="2250" b="0">
                <a:solidFill>
                  <a:srgbClr val="192E3B"/>
                </a:solidFill>
                <a:latin typeface="Segoe UI"/>
                <a:ea typeface="Segoe UI"/>
                <a:cs typeface="Segoe UI"/>
              </a:defRPr>
            </a:lvl2pPr>
            <a:lvl3pPr>
              <a:buNone/>
              <a:defRPr sz="2250" b="0">
                <a:solidFill>
                  <a:srgbClr val="192E3B"/>
                </a:solidFill>
                <a:latin typeface="Segoe UI"/>
                <a:ea typeface="Segoe UI"/>
                <a:cs typeface="Segoe UI"/>
              </a:defRPr>
            </a:lvl3pPr>
            <a:lvl4pPr>
              <a:buNone/>
              <a:defRPr sz="2250" b="0">
                <a:solidFill>
                  <a:srgbClr val="192E3B"/>
                </a:solidFill>
                <a:latin typeface="Segoe UI"/>
                <a:ea typeface="Segoe UI"/>
                <a:cs typeface="Segoe UI"/>
              </a:defRPr>
            </a:lvl4pPr>
            <a:lvl5pPr>
              <a:buNone/>
              <a:defRPr sz="2250" b="0">
                <a:solidFill>
                  <a:srgbClr val="192E3B"/>
                </a:solidFill>
                <a:latin typeface="Segoe UI"/>
                <a:ea typeface="Segoe UI"/>
                <a:cs typeface="Segoe UI"/>
              </a:defRPr>
            </a:lvl5pPr>
            <a:lvl6pPr>
              <a:buNone/>
              <a:defRPr sz="2250" b="0">
                <a:solidFill>
                  <a:srgbClr val="192E3B"/>
                </a:solidFill>
                <a:latin typeface="Segoe UI"/>
                <a:ea typeface="Segoe UI"/>
                <a:cs typeface="Segoe UI"/>
              </a:defRPr>
            </a:lvl6pPr>
            <a:lvl7pPr>
              <a:buNone/>
              <a:defRPr sz="2250" b="0">
                <a:solidFill>
                  <a:srgbClr val="192E3B"/>
                </a:solidFill>
                <a:latin typeface="Segoe UI"/>
                <a:ea typeface="Segoe UI"/>
                <a:cs typeface="Segoe UI"/>
              </a:defRPr>
            </a:lvl7pPr>
            <a:lvl8pPr>
              <a:buNone/>
              <a:defRPr sz="2250" b="0">
                <a:solidFill>
                  <a:srgbClr val="192E3B"/>
                </a:solidFill>
                <a:latin typeface="Segoe UI"/>
                <a:ea typeface="Segoe UI"/>
                <a:cs typeface="Segoe UI"/>
              </a:defRPr>
            </a:lvl8pPr>
            <a:lvl9pPr>
              <a:buNone/>
              <a:defRPr sz="2250" b="0">
                <a:solidFill>
                  <a:srgbClr val="192E3B"/>
                </a:solidFill>
                <a:latin typeface="Segoe UI"/>
                <a:ea typeface="Segoe UI"/>
                <a:cs typeface="Segoe UI"/>
              </a:defRPr>
            </a:lvl9pPr>
          </a:lstStyle>
          <a:p xmlns:a="http://schemas.openxmlformats.org/drawingml/2006/main">
            <a:pPr>
              <a:buNone/>
              <a:defRPr sz="2250" b="0">
                <a:solidFill>
                  <a:srgbClr val="192E3B"/>
                </a:solidFill>
                <a:latin typeface="Segoe UI"/>
                <a:ea typeface="Segoe UI"/>
                <a:cs typeface="Segoe UI"/>
              </a:defRPr>
            </a:pPr>
            <a:r>
              <a:rPr sz="2250" b="0">
                <a:solidFill>
                  <a:srgbClr val="192E3B"/>
                </a:solidFill>
                <a:latin typeface="Segoe UI"/>
                <a:ea typeface="Segoe UI"/>
                <a:cs typeface="Segoe UI"/>
              </a:rPr>
              <a:t>Use only checked stock.</a:t>
            </a:r>
          </a:p>
          <a:p xmlns:a="http://schemas.openxmlformats.org/drawingml/2006/main">
            <a:pPr>
              <a:buNone/>
              <a:defRPr sz="2250" b="0">
                <a:solidFill>
                  <a:srgbClr val="192E3B"/>
                </a:solidFill>
                <a:latin typeface="Segoe UI"/>
                <a:ea typeface="Segoe UI"/>
                <a:cs typeface="Segoe UI"/>
              </a:defRPr>
            </a:pPr>
            <a:r>
              <a:rPr sz="2250" b="0">
                <a:solidFill>
                  <a:srgbClr val="192E3B"/>
                </a:solidFill>
                <a:latin typeface="Segoe UI"/>
                <a:ea typeface="Segoe UI"/>
                <a:cs typeface="Segoe UI"/>
              </a:rPr>
              <a:t>Count what you add to the stall.</a:t>
            </a:r>
          </a:p>
          <a:p xmlns:a="http://schemas.openxmlformats.org/drawingml/2006/main">
            <a:pPr>
              <a:buNone/>
              <a:defRPr sz="2250" b="0">
                <a:solidFill>
                  <a:srgbClr val="192E3B"/>
                </a:solidFill>
                <a:latin typeface="Segoe UI"/>
                <a:ea typeface="Segoe UI"/>
                <a:cs typeface="Segoe UI"/>
              </a:defRPr>
            </a:pPr>
            <a:r>
              <a:rPr sz="2250" b="0">
                <a:solidFill>
                  <a:srgbClr val="192E3B"/>
                </a:solidFill>
                <a:latin typeface="Segoe UI"/>
                <a:ea typeface="Segoe UI"/>
                <a:cs typeface="Segoe UI"/>
              </a:rPr>
              <a:t>Keep the right label with each item.</a:t>
            </a:r>
          </a:p>
          <a:p xmlns:a="http://schemas.openxmlformats.org/drawingml/2006/main">
            <a:pPr>
              <a:buNone/>
              <a:defRPr sz="2250" b="0">
                <a:solidFill>
                  <a:srgbClr val="192E3B"/>
                </a:solidFill>
                <a:latin typeface="Segoe UI"/>
                <a:ea typeface="Segoe UI"/>
                <a:cs typeface="Segoe UI"/>
              </a:defRPr>
            </a:pPr>
            <a:r>
              <a:rPr sz="2250" b="0">
                <a:solidFill>
                  <a:srgbClr val="192E3B"/>
                </a:solidFill>
                <a:latin typeface="Segoe UI"/>
                <a:ea typeface="Segoe UI"/>
                <a:cs typeface="Segoe UI"/>
              </a:rPr>
              <a:t>Tell the adult if stock runs low.</a:t>
            </a:r>
          </a:p>
        </p:txBody>
      </p:sp>
      <p:sp>
        <p:nvSpPr>
          <p:cNvPr id="5" name="route-SUPPORTED">
            <a:extLst xmlns:a="http://schemas.openxmlformats.org/drawingml/2006/main">
              <a:ext uri="{FF2B5EF4-FFF2-40B4-BE49-F238E27FC236}">
                <a16:creationId xmlns:a16="http://schemas.microsoft.com/office/drawing/2014/main" id="{FFBF366D-D441-59B0-9599-DE11241AEB2D}"/>
              </a:ext>
            </a:extLst>
          </p:cNvPr>
          <p:cNvSpPr>
            <a:spLocks xmlns:a="http://schemas.openxmlformats.org/drawingml/2006/main" noGrp="1"/>
          </p:cNvSpPr>
          <p:nvPr/>
        </p:nvSpPr>
        <p:spPr>
          <a:xfrm xmlns:a="http://schemas.openxmlformats.org/drawingml/2006/main">
            <a:off x="533400" y="3524250"/>
            <a:ext cx="3476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75" b="1">
                <a:solidFill>
                  <a:srgbClr val="345D70"/>
                </a:solidFill>
                <a:latin typeface="Segoe UI"/>
                <a:ea typeface="Segoe UI"/>
                <a:cs typeface="Segoe UI"/>
              </a:defRPr>
            </a:defPPr>
            <a:lvl1pPr>
              <a:buNone/>
              <a:defRPr sz="1800" b="1">
                <a:solidFill>
                  <a:srgbClr val="345D70"/>
                </a:solidFill>
                <a:latin typeface="Segoe UI"/>
                <a:ea typeface="Segoe UI"/>
                <a:cs typeface="Segoe UI"/>
              </a:defRPr>
            </a:lvl1pPr>
            <a:lvl2pPr>
              <a:buNone/>
              <a:defRPr sz="1800" b="1">
                <a:solidFill>
                  <a:srgbClr val="345D70"/>
                </a:solidFill>
                <a:latin typeface="Segoe UI"/>
                <a:ea typeface="Segoe UI"/>
                <a:cs typeface="Segoe UI"/>
              </a:defRPr>
            </a:lvl2pPr>
            <a:lvl3pPr>
              <a:buNone/>
              <a:defRPr sz="1800" b="1">
                <a:solidFill>
                  <a:srgbClr val="345D70"/>
                </a:solidFill>
                <a:latin typeface="Segoe UI"/>
                <a:ea typeface="Segoe UI"/>
                <a:cs typeface="Segoe UI"/>
              </a:defRPr>
            </a:lvl3pPr>
            <a:lvl4pPr>
              <a:buNone/>
              <a:defRPr sz="1800" b="1">
                <a:solidFill>
                  <a:srgbClr val="345D70"/>
                </a:solidFill>
                <a:latin typeface="Segoe UI"/>
                <a:ea typeface="Segoe UI"/>
                <a:cs typeface="Segoe UI"/>
              </a:defRPr>
            </a:lvl4pPr>
            <a:lvl5pPr>
              <a:buNone/>
              <a:defRPr sz="1800" b="1">
                <a:solidFill>
                  <a:srgbClr val="345D70"/>
                </a:solidFill>
                <a:latin typeface="Segoe UI"/>
                <a:ea typeface="Segoe UI"/>
                <a:cs typeface="Segoe UI"/>
              </a:defRPr>
            </a:lvl5pPr>
            <a:lvl6pPr>
              <a:buNone/>
              <a:defRPr sz="1800" b="1">
                <a:solidFill>
                  <a:srgbClr val="345D70"/>
                </a:solidFill>
                <a:latin typeface="Segoe UI"/>
                <a:ea typeface="Segoe UI"/>
                <a:cs typeface="Segoe UI"/>
              </a:defRPr>
            </a:lvl6pPr>
            <a:lvl7pPr>
              <a:buNone/>
              <a:defRPr sz="1800" b="1">
                <a:solidFill>
                  <a:srgbClr val="345D70"/>
                </a:solidFill>
                <a:latin typeface="Segoe UI"/>
                <a:ea typeface="Segoe UI"/>
                <a:cs typeface="Segoe UI"/>
              </a:defRPr>
            </a:lvl7pPr>
            <a:lvl8pPr>
              <a:buNone/>
              <a:defRPr sz="1800" b="1">
                <a:solidFill>
                  <a:srgbClr val="345D70"/>
                </a:solidFill>
                <a:latin typeface="Segoe UI"/>
                <a:ea typeface="Segoe UI"/>
                <a:cs typeface="Segoe UI"/>
              </a:defRPr>
            </a:lvl8pPr>
            <a:lvl9pPr>
              <a:buNone/>
              <a:defRPr sz="1800" b="1">
                <a:solidFill>
                  <a:srgbClr val="345D70"/>
                </a:solidFill>
                <a:latin typeface="Segoe UI"/>
                <a:ea typeface="Segoe UI"/>
                <a:cs typeface="Segoe UI"/>
              </a:defRPr>
            </a:lvl9pPr>
          </a:lstStyle>
          <a:p xmlns:a="http://schemas.openxmlformats.org/drawingml/2006/main">
            <a:pPr>
              <a:buNone/>
              <a:defRPr sz="1800" b="1">
                <a:solidFill>
                  <a:srgbClr val="345D70"/>
                </a:solidFill>
                <a:latin typeface="Segoe UI"/>
                <a:ea typeface="Segoe UI"/>
                <a:cs typeface="Segoe UI"/>
              </a:defRPr>
            </a:pPr>
            <a:r>
              <a:rPr sz="1875" b="1">
                <a:solidFill>
                  <a:srgbClr val="345D70"/>
                </a:solidFill>
                <a:latin typeface="Segoe UI"/>
                <a:ea typeface="Segoe UI"/>
                <a:cs typeface="Segoe UI"/>
              </a:rPr>
              <a:t>SUPPORTED</a:t>
            </a:r>
          </a:p>
        </p:txBody>
      </p:sp>
      <p:sp>
        <p:nvSpPr>
          <p:cNvPr id="6" name="route-rule-SUPPORTED">
            <a:extLst xmlns:a="http://schemas.openxmlformats.org/drawingml/2006/main">
              <a:ext uri="{FF2B5EF4-FFF2-40B4-BE49-F238E27FC236}">
                <a16:creationId xmlns:a16="http://schemas.microsoft.com/office/drawing/2014/main" id="{0422B661-F9E9-5C63-A004-6608B04D496B}"/>
              </a:ext>
            </a:extLst>
          </p:cNvPr>
          <p:cNvSpPr>
            <a:spLocks xmlns:a="http://schemas.openxmlformats.org/drawingml/2006/main" noGrp="1"/>
          </p:cNvSpPr>
          <p:nvPr/>
        </p:nvSpPr>
        <p:spPr>
          <a:xfrm xmlns:a="http://schemas.openxmlformats.org/drawingml/2006/main">
            <a:off x="533400" y="3971925"/>
            <a:ext cx="3476625" cy="19050"/>
          </a:xfrm>
          <a:prstGeom xmlns:a="http://schemas.openxmlformats.org/drawingml/2006/main" prst="rect">
            <a:avLst/>
          </a:prstGeom>
          <a:solidFill xmlns:a="http://schemas.openxmlformats.org/drawingml/2006/main">
            <a:srgbClr val="CDD8DD"/>
          </a:solidFill>
          <a:ln xmlns:a="http://schemas.openxmlformats.org/drawingml/2006/main" w="0">
            <a:noFill/>
            <a:prstDash val="solid"/>
          </a:ln>
        </p:spPr>
      </p:sp>
      <p:sp>
        <p:nvSpPr>
          <p:cNvPr id="7" name="route-body-SUPPORTED">
            <a:extLst xmlns:a="http://schemas.openxmlformats.org/drawingml/2006/main">
              <a:ext uri="{FF2B5EF4-FFF2-40B4-BE49-F238E27FC236}">
                <a16:creationId xmlns:a16="http://schemas.microsoft.com/office/drawing/2014/main" id="{FEFB7E18-3E02-513E-A60F-5B482BE28D5A}"/>
              </a:ext>
            </a:extLst>
          </p:cNvPr>
          <p:cNvSpPr>
            <a:spLocks xmlns:a="http://schemas.openxmlformats.org/drawingml/2006/main" noGrp="1"/>
          </p:cNvSpPr>
          <p:nvPr/>
        </p:nvSpPr>
        <p:spPr>
          <a:xfrm xmlns:a="http://schemas.openxmlformats.org/drawingml/2006/main">
            <a:off x="533400" y="4200525"/>
            <a:ext cx="3476625"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0">
                <a:solidFill>
                  <a:srgbClr val="192E3B"/>
                </a:solidFill>
                <a:latin typeface="Segoe UI"/>
                <a:ea typeface="Segoe UI"/>
                <a:cs typeface="Segoe UI"/>
              </a:defRPr>
            </a:defPPr>
            <a:lvl1pPr>
              <a:buNone/>
              <a:defRPr sz="1800" b="0">
                <a:solidFill>
                  <a:srgbClr val="192E3B"/>
                </a:solidFill>
                <a:latin typeface="Segoe UI"/>
                <a:ea typeface="Segoe UI"/>
                <a:cs typeface="Segoe UI"/>
              </a:defRPr>
            </a:lvl1pPr>
            <a:lvl2pPr>
              <a:buNone/>
              <a:defRPr sz="1800" b="0">
                <a:solidFill>
                  <a:srgbClr val="192E3B"/>
                </a:solidFill>
                <a:latin typeface="Segoe UI"/>
                <a:ea typeface="Segoe UI"/>
                <a:cs typeface="Segoe UI"/>
              </a:defRPr>
            </a:lvl2pPr>
            <a:lvl3pPr>
              <a:buNone/>
              <a:defRPr sz="1800" b="0">
                <a:solidFill>
                  <a:srgbClr val="192E3B"/>
                </a:solidFill>
                <a:latin typeface="Segoe UI"/>
                <a:ea typeface="Segoe UI"/>
                <a:cs typeface="Segoe UI"/>
              </a:defRPr>
            </a:lvl3pPr>
            <a:lvl4pPr>
              <a:buNone/>
              <a:defRPr sz="1800" b="0">
                <a:solidFill>
                  <a:srgbClr val="192E3B"/>
                </a:solidFill>
                <a:latin typeface="Segoe UI"/>
                <a:ea typeface="Segoe UI"/>
                <a:cs typeface="Segoe UI"/>
              </a:defRPr>
            </a:lvl4pPr>
            <a:lvl5pPr>
              <a:buNone/>
              <a:defRPr sz="1800" b="0">
                <a:solidFill>
                  <a:srgbClr val="192E3B"/>
                </a:solidFill>
                <a:latin typeface="Segoe UI"/>
                <a:ea typeface="Segoe UI"/>
                <a:cs typeface="Segoe UI"/>
              </a:defRPr>
            </a:lvl5pPr>
            <a:lvl6pPr>
              <a:buNone/>
              <a:defRPr sz="1800" b="0">
                <a:solidFill>
                  <a:srgbClr val="192E3B"/>
                </a:solidFill>
                <a:latin typeface="Segoe UI"/>
                <a:ea typeface="Segoe UI"/>
                <a:cs typeface="Segoe UI"/>
              </a:defRPr>
            </a:lvl6pPr>
            <a:lvl7pPr>
              <a:buNone/>
              <a:defRPr sz="1800" b="0">
                <a:solidFill>
                  <a:srgbClr val="192E3B"/>
                </a:solidFill>
                <a:latin typeface="Segoe UI"/>
                <a:ea typeface="Segoe UI"/>
                <a:cs typeface="Segoe UI"/>
              </a:defRPr>
            </a:lvl7pPr>
            <a:lvl8pPr>
              <a:buNone/>
              <a:defRPr sz="1800" b="0">
                <a:solidFill>
                  <a:srgbClr val="192E3B"/>
                </a:solidFill>
                <a:latin typeface="Segoe UI"/>
                <a:ea typeface="Segoe UI"/>
                <a:cs typeface="Segoe UI"/>
              </a:defRPr>
            </a:lvl8pPr>
            <a:lvl9pPr>
              <a:buNone/>
              <a:defRPr sz="1800" b="0">
                <a:solidFill>
                  <a:srgbClr val="192E3B"/>
                </a:solidFill>
                <a:latin typeface="Segoe UI"/>
                <a:ea typeface="Segoe UI"/>
                <a:cs typeface="Segoe UI"/>
              </a:defRPr>
            </a:lvl9pPr>
          </a:lstStyle>
          <a:p xmlns:a="http://schemas.openxmlformats.org/drawingml/2006/main">
            <a:pPr>
              <a:buNone/>
              <a:defRPr sz="1800" b="0">
                <a:solidFill>
                  <a:srgbClr val="192E3B"/>
                </a:solidFill>
                <a:latin typeface="Segoe UI"/>
                <a:ea typeface="Segoe UI"/>
                <a:cs typeface="Segoe UI"/>
              </a:defRPr>
            </a:pPr>
            <a:r>
              <a:rPr sz="1800" b="0">
                <a:solidFill>
                  <a:srgbClr val="192E3B"/>
                </a:solidFill>
                <a:latin typeface="Segoe UI"/>
                <a:ea typeface="Segoe UI"/>
                <a:cs typeface="Segoe UI"/>
              </a:rPr>
              <a:t>Move one checked box with help.</a:t>
            </a:r>
          </a:p>
          <a:p xmlns:a="http://schemas.openxmlformats.org/drawingml/2006/main">
            <a:pPr>
              <a:buNone/>
              <a:defRPr sz="1800" b="0">
                <a:solidFill>
                  <a:srgbClr val="192E3B"/>
                </a:solidFill>
                <a:latin typeface="Segoe UI"/>
                <a:ea typeface="Segoe UI"/>
                <a:cs typeface="Segoe UI"/>
              </a:defRPr>
            </a:pPr>
            <a:r>
              <a:rPr sz="1800" b="0">
                <a:solidFill>
                  <a:srgbClr val="192E3B"/>
                </a:solidFill>
                <a:latin typeface="Segoe UI"/>
                <a:ea typeface="Segoe UI"/>
                <a:cs typeface="Segoe UI"/>
              </a:rPr>
              <a:t>Count or point with the adult.</a:t>
            </a:r>
          </a:p>
        </p:txBody>
      </p:sp>
      <p:sp>
        <p:nvSpPr>
          <p:cNvPr id="8" name="route-STANDARD">
            <a:extLst xmlns:a="http://schemas.openxmlformats.org/drawingml/2006/main">
              <a:ext uri="{FF2B5EF4-FFF2-40B4-BE49-F238E27FC236}">
                <a16:creationId xmlns:a16="http://schemas.microsoft.com/office/drawing/2014/main" id="{88281B90-86EB-59F0-87A5-871F7E15EA15}"/>
              </a:ext>
            </a:extLst>
          </p:cNvPr>
          <p:cNvSpPr>
            <a:spLocks xmlns:a="http://schemas.openxmlformats.org/drawingml/2006/main" noGrp="1"/>
          </p:cNvSpPr>
          <p:nvPr/>
        </p:nvSpPr>
        <p:spPr>
          <a:xfrm xmlns:a="http://schemas.openxmlformats.org/drawingml/2006/main">
            <a:off x="4314825" y="3524250"/>
            <a:ext cx="3476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75" b="1">
                <a:solidFill>
                  <a:srgbClr val="345D70"/>
                </a:solidFill>
                <a:latin typeface="Segoe UI"/>
                <a:ea typeface="Segoe UI"/>
                <a:cs typeface="Segoe UI"/>
              </a:defRPr>
            </a:defPPr>
            <a:lvl1pPr>
              <a:buNone/>
              <a:defRPr sz="1800" b="1">
                <a:solidFill>
                  <a:srgbClr val="345D70"/>
                </a:solidFill>
                <a:latin typeface="Segoe UI"/>
                <a:ea typeface="Segoe UI"/>
                <a:cs typeface="Segoe UI"/>
              </a:defRPr>
            </a:lvl1pPr>
            <a:lvl2pPr>
              <a:buNone/>
              <a:defRPr sz="1800" b="1">
                <a:solidFill>
                  <a:srgbClr val="345D70"/>
                </a:solidFill>
                <a:latin typeface="Segoe UI"/>
                <a:ea typeface="Segoe UI"/>
                <a:cs typeface="Segoe UI"/>
              </a:defRPr>
            </a:lvl2pPr>
            <a:lvl3pPr>
              <a:buNone/>
              <a:defRPr sz="1800" b="1">
                <a:solidFill>
                  <a:srgbClr val="345D70"/>
                </a:solidFill>
                <a:latin typeface="Segoe UI"/>
                <a:ea typeface="Segoe UI"/>
                <a:cs typeface="Segoe UI"/>
              </a:defRPr>
            </a:lvl3pPr>
            <a:lvl4pPr>
              <a:buNone/>
              <a:defRPr sz="1800" b="1">
                <a:solidFill>
                  <a:srgbClr val="345D70"/>
                </a:solidFill>
                <a:latin typeface="Segoe UI"/>
                <a:ea typeface="Segoe UI"/>
                <a:cs typeface="Segoe UI"/>
              </a:defRPr>
            </a:lvl4pPr>
            <a:lvl5pPr>
              <a:buNone/>
              <a:defRPr sz="1800" b="1">
                <a:solidFill>
                  <a:srgbClr val="345D70"/>
                </a:solidFill>
                <a:latin typeface="Segoe UI"/>
                <a:ea typeface="Segoe UI"/>
                <a:cs typeface="Segoe UI"/>
              </a:defRPr>
            </a:lvl5pPr>
            <a:lvl6pPr>
              <a:buNone/>
              <a:defRPr sz="1800" b="1">
                <a:solidFill>
                  <a:srgbClr val="345D70"/>
                </a:solidFill>
                <a:latin typeface="Segoe UI"/>
                <a:ea typeface="Segoe UI"/>
                <a:cs typeface="Segoe UI"/>
              </a:defRPr>
            </a:lvl6pPr>
            <a:lvl7pPr>
              <a:buNone/>
              <a:defRPr sz="1800" b="1">
                <a:solidFill>
                  <a:srgbClr val="345D70"/>
                </a:solidFill>
                <a:latin typeface="Segoe UI"/>
                <a:ea typeface="Segoe UI"/>
                <a:cs typeface="Segoe UI"/>
              </a:defRPr>
            </a:lvl7pPr>
            <a:lvl8pPr>
              <a:buNone/>
              <a:defRPr sz="1800" b="1">
                <a:solidFill>
                  <a:srgbClr val="345D70"/>
                </a:solidFill>
                <a:latin typeface="Segoe UI"/>
                <a:ea typeface="Segoe UI"/>
                <a:cs typeface="Segoe UI"/>
              </a:defRPr>
            </a:lvl8pPr>
            <a:lvl9pPr>
              <a:buNone/>
              <a:defRPr sz="1800" b="1">
                <a:solidFill>
                  <a:srgbClr val="345D70"/>
                </a:solidFill>
                <a:latin typeface="Segoe UI"/>
                <a:ea typeface="Segoe UI"/>
                <a:cs typeface="Segoe UI"/>
              </a:defRPr>
            </a:lvl9pPr>
          </a:lstStyle>
          <a:p xmlns:a="http://schemas.openxmlformats.org/drawingml/2006/main">
            <a:pPr>
              <a:buNone/>
              <a:defRPr sz="1800" b="1">
                <a:solidFill>
                  <a:srgbClr val="345D70"/>
                </a:solidFill>
                <a:latin typeface="Segoe UI"/>
                <a:ea typeface="Segoe UI"/>
                <a:cs typeface="Segoe UI"/>
              </a:defRPr>
            </a:pPr>
            <a:r>
              <a:rPr sz="1875" b="1">
                <a:solidFill>
                  <a:srgbClr val="345D70"/>
                </a:solidFill>
                <a:latin typeface="Segoe UI"/>
                <a:ea typeface="Segoe UI"/>
                <a:cs typeface="Segoe UI"/>
              </a:rPr>
              <a:t>STANDARD</a:t>
            </a:r>
          </a:p>
        </p:txBody>
      </p:sp>
      <p:sp>
        <p:nvSpPr>
          <p:cNvPr id="9" name="route-rule-STANDARD">
            <a:extLst xmlns:a="http://schemas.openxmlformats.org/drawingml/2006/main">
              <a:ext uri="{FF2B5EF4-FFF2-40B4-BE49-F238E27FC236}">
                <a16:creationId xmlns:a16="http://schemas.microsoft.com/office/drawing/2014/main" id="{6A8DD57C-7AC2-54AD-B979-98456B991F40}"/>
              </a:ext>
            </a:extLst>
          </p:cNvPr>
          <p:cNvSpPr>
            <a:spLocks xmlns:a="http://schemas.openxmlformats.org/drawingml/2006/main" noGrp="1"/>
          </p:cNvSpPr>
          <p:nvPr/>
        </p:nvSpPr>
        <p:spPr>
          <a:xfrm xmlns:a="http://schemas.openxmlformats.org/drawingml/2006/main">
            <a:off x="4314825" y="3971925"/>
            <a:ext cx="3476625" cy="19050"/>
          </a:xfrm>
          <a:prstGeom xmlns:a="http://schemas.openxmlformats.org/drawingml/2006/main" prst="rect">
            <a:avLst/>
          </a:prstGeom>
          <a:solidFill xmlns:a="http://schemas.openxmlformats.org/drawingml/2006/main">
            <a:srgbClr val="CDD8DD"/>
          </a:solidFill>
          <a:ln xmlns:a="http://schemas.openxmlformats.org/drawingml/2006/main" w="0">
            <a:noFill/>
            <a:prstDash val="solid"/>
          </a:ln>
        </p:spPr>
      </p:sp>
      <p:sp>
        <p:nvSpPr>
          <p:cNvPr id="10" name="route-body-STANDARD">
            <a:extLst xmlns:a="http://schemas.openxmlformats.org/drawingml/2006/main">
              <a:ext uri="{FF2B5EF4-FFF2-40B4-BE49-F238E27FC236}">
                <a16:creationId xmlns:a16="http://schemas.microsoft.com/office/drawing/2014/main" id="{6A2FDE5A-D447-5CD4-A129-7EDC962439F5}"/>
              </a:ext>
            </a:extLst>
          </p:cNvPr>
          <p:cNvSpPr>
            <a:spLocks xmlns:a="http://schemas.openxmlformats.org/drawingml/2006/main" noGrp="1"/>
          </p:cNvSpPr>
          <p:nvPr/>
        </p:nvSpPr>
        <p:spPr>
          <a:xfrm xmlns:a="http://schemas.openxmlformats.org/drawingml/2006/main">
            <a:off x="4314825" y="4200525"/>
            <a:ext cx="3476625"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0">
                <a:solidFill>
                  <a:srgbClr val="192E3B"/>
                </a:solidFill>
                <a:latin typeface="Segoe UI"/>
                <a:ea typeface="Segoe UI"/>
                <a:cs typeface="Segoe UI"/>
              </a:defRPr>
            </a:defPPr>
            <a:lvl1pPr>
              <a:buNone/>
              <a:defRPr sz="1800" b="0">
                <a:solidFill>
                  <a:srgbClr val="192E3B"/>
                </a:solidFill>
                <a:latin typeface="Segoe UI"/>
                <a:ea typeface="Segoe UI"/>
                <a:cs typeface="Segoe UI"/>
              </a:defRPr>
            </a:lvl1pPr>
            <a:lvl2pPr>
              <a:buNone/>
              <a:defRPr sz="1800" b="0">
                <a:solidFill>
                  <a:srgbClr val="192E3B"/>
                </a:solidFill>
                <a:latin typeface="Segoe UI"/>
                <a:ea typeface="Segoe UI"/>
                <a:cs typeface="Segoe UI"/>
              </a:defRPr>
            </a:lvl2pPr>
            <a:lvl3pPr>
              <a:buNone/>
              <a:defRPr sz="1800" b="0">
                <a:solidFill>
                  <a:srgbClr val="192E3B"/>
                </a:solidFill>
                <a:latin typeface="Segoe UI"/>
                <a:ea typeface="Segoe UI"/>
                <a:cs typeface="Segoe UI"/>
              </a:defRPr>
            </a:lvl3pPr>
            <a:lvl4pPr>
              <a:buNone/>
              <a:defRPr sz="1800" b="0">
                <a:solidFill>
                  <a:srgbClr val="192E3B"/>
                </a:solidFill>
                <a:latin typeface="Segoe UI"/>
                <a:ea typeface="Segoe UI"/>
                <a:cs typeface="Segoe UI"/>
              </a:defRPr>
            </a:lvl4pPr>
            <a:lvl5pPr>
              <a:buNone/>
              <a:defRPr sz="1800" b="0">
                <a:solidFill>
                  <a:srgbClr val="192E3B"/>
                </a:solidFill>
                <a:latin typeface="Segoe UI"/>
                <a:ea typeface="Segoe UI"/>
                <a:cs typeface="Segoe UI"/>
              </a:defRPr>
            </a:lvl5pPr>
            <a:lvl6pPr>
              <a:buNone/>
              <a:defRPr sz="1800" b="0">
                <a:solidFill>
                  <a:srgbClr val="192E3B"/>
                </a:solidFill>
                <a:latin typeface="Segoe UI"/>
                <a:ea typeface="Segoe UI"/>
                <a:cs typeface="Segoe UI"/>
              </a:defRPr>
            </a:lvl6pPr>
            <a:lvl7pPr>
              <a:buNone/>
              <a:defRPr sz="1800" b="0">
                <a:solidFill>
                  <a:srgbClr val="192E3B"/>
                </a:solidFill>
                <a:latin typeface="Segoe UI"/>
                <a:ea typeface="Segoe UI"/>
                <a:cs typeface="Segoe UI"/>
              </a:defRPr>
            </a:lvl7pPr>
            <a:lvl8pPr>
              <a:buNone/>
              <a:defRPr sz="1800" b="0">
                <a:solidFill>
                  <a:srgbClr val="192E3B"/>
                </a:solidFill>
                <a:latin typeface="Segoe UI"/>
                <a:ea typeface="Segoe UI"/>
                <a:cs typeface="Segoe UI"/>
              </a:defRPr>
            </a:lvl8pPr>
            <a:lvl9pPr>
              <a:buNone/>
              <a:defRPr sz="1800" b="0">
                <a:solidFill>
                  <a:srgbClr val="192E3B"/>
                </a:solidFill>
                <a:latin typeface="Segoe UI"/>
                <a:ea typeface="Segoe UI"/>
                <a:cs typeface="Segoe UI"/>
              </a:defRPr>
            </a:lvl9pPr>
          </a:lstStyle>
          <a:p xmlns:a="http://schemas.openxmlformats.org/drawingml/2006/main">
            <a:pPr>
              <a:buNone/>
              <a:defRPr sz="1800" b="0">
                <a:solidFill>
                  <a:srgbClr val="192E3B"/>
                </a:solidFill>
                <a:latin typeface="Segoe UI"/>
                <a:ea typeface="Segoe UI"/>
                <a:cs typeface="Segoe UI"/>
              </a:defRPr>
            </a:pPr>
            <a:r>
              <a:rPr sz="1800" b="0">
                <a:solidFill>
                  <a:srgbClr val="192E3B"/>
                </a:solidFill>
                <a:latin typeface="Segoe UI"/>
                <a:ea typeface="Segoe UI"/>
                <a:cs typeface="Segoe UI"/>
              </a:rPr>
              <a:t>Count what you add. Record it.</a:t>
            </a:r>
          </a:p>
          <a:p xmlns:a="http://schemas.openxmlformats.org/drawingml/2006/main">
            <a:pPr>
              <a:buNone/>
              <a:defRPr sz="1800" b="0">
                <a:solidFill>
                  <a:srgbClr val="192E3B"/>
                </a:solidFill>
                <a:latin typeface="Segoe UI"/>
                <a:ea typeface="Segoe UI"/>
                <a:cs typeface="Segoe UI"/>
              </a:defRPr>
            </a:pPr>
            <a:r>
              <a:rPr sz="1800" b="0">
                <a:solidFill>
                  <a:srgbClr val="192E3B"/>
                </a:solidFill>
                <a:latin typeface="Segoe UI"/>
                <a:ea typeface="Segoe UI"/>
                <a:cs typeface="Segoe UI"/>
              </a:rPr>
              <a:t>Check the item and label match.</a:t>
            </a:r>
          </a:p>
        </p:txBody>
      </p:sp>
      <p:sp>
        <p:nvSpPr>
          <p:cNvPr id="11" name="route-STRETCH">
            <a:extLst xmlns:a="http://schemas.openxmlformats.org/drawingml/2006/main">
              <a:ext uri="{FF2B5EF4-FFF2-40B4-BE49-F238E27FC236}">
                <a16:creationId xmlns:a16="http://schemas.microsoft.com/office/drawing/2014/main" id="{B0F8ABF8-FDBB-5ADF-B47C-75845DEF5331}"/>
              </a:ext>
            </a:extLst>
          </p:cNvPr>
          <p:cNvSpPr>
            <a:spLocks xmlns:a="http://schemas.openxmlformats.org/drawingml/2006/main" noGrp="1"/>
          </p:cNvSpPr>
          <p:nvPr/>
        </p:nvSpPr>
        <p:spPr>
          <a:xfrm xmlns:a="http://schemas.openxmlformats.org/drawingml/2006/main">
            <a:off x="8096250" y="3524250"/>
            <a:ext cx="3476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75" b="1">
                <a:solidFill>
                  <a:srgbClr val="345D70"/>
                </a:solidFill>
                <a:latin typeface="Segoe UI"/>
                <a:ea typeface="Segoe UI"/>
                <a:cs typeface="Segoe UI"/>
              </a:defRPr>
            </a:defPPr>
            <a:lvl1pPr>
              <a:buNone/>
              <a:defRPr sz="1800" b="1">
                <a:solidFill>
                  <a:srgbClr val="345D70"/>
                </a:solidFill>
                <a:latin typeface="Segoe UI"/>
                <a:ea typeface="Segoe UI"/>
                <a:cs typeface="Segoe UI"/>
              </a:defRPr>
            </a:lvl1pPr>
            <a:lvl2pPr>
              <a:buNone/>
              <a:defRPr sz="1800" b="1">
                <a:solidFill>
                  <a:srgbClr val="345D70"/>
                </a:solidFill>
                <a:latin typeface="Segoe UI"/>
                <a:ea typeface="Segoe UI"/>
                <a:cs typeface="Segoe UI"/>
              </a:defRPr>
            </a:lvl2pPr>
            <a:lvl3pPr>
              <a:buNone/>
              <a:defRPr sz="1800" b="1">
                <a:solidFill>
                  <a:srgbClr val="345D70"/>
                </a:solidFill>
                <a:latin typeface="Segoe UI"/>
                <a:ea typeface="Segoe UI"/>
                <a:cs typeface="Segoe UI"/>
              </a:defRPr>
            </a:lvl3pPr>
            <a:lvl4pPr>
              <a:buNone/>
              <a:defRPr sz="1800" b="1">
                <a:solidFill>
                  <a:srgbClr val="345D70"/>
                </a:solidFill>
                <a:latin typeface="Segoe UI"/>
                <a:ea typeface="Segoe UI"/>
                <a:cs typeface="Segoe UI"/>
              </a:defRPr>
            </a:lvl4pPr>
            <a:lvl5pPr>
              <a:buNone/>
              <a:defRPr sz="1800" b="1">
                <a:solidFill>
                  <a:srgbClr val="345D70"/>
                </a:solidFill>
                <a:latin typeface="Segoe UI"/>
                <a:ea typeface="Segoe UI"/>
                <a:cs typeface="Segoe UI"/>
              </a:defRPr>
            </a:lvl5pPr>
            <a:lvl6pPr>
              <a:buNone/>
              <a:defRPr sz="1800" b="1">
                <a:solidFill>
                  <a:srgbClr val="345D70"/>
                </a:solidFill>
                <a:latin typeface="Segoe UI"/>
                <a:ea typeface="Segoe UI"/>
                <a:cs typeface="Segoe UI"/>
              </a:defRPr>
            </a:lvl6pPr>
            <a:lvl7pPr>
              <a:buNone/>
              <a:defRPr sz="1800" b="1">
                <a:solidFill>
                  <a:srgbClr val="345D70"/>
                </a:solidFill>
                <a:latin typeface="Segoe UI"/>
                <a:ea typeface="Segoe UI"/>
                <a:cs typeface="Segoe UI"/>
              </a:defRPr>
            </a:lvl7pPr>
            <a:lvl8pPr>
              <a:buNone/>
              <a:defRPr sz="1800" b="1">
                <a:solidFill>
                  <a:srgbClr val="345D70"/>
                </a:solidFill>
                <a:latin typeface="Segoe UI"/>
                <a:ea typeface="Segoe UI"/>
                <a:cs typeface="Segoe UI"/>
              </a:defRPr>
            </a:lvl8pPr>
            <a:lvl9pPr>
              <a:buNone/>
              <a:defRPr sz="1800" b="1">
                <a:solidFill>
                  <a:srgbClr val="345D70"/>
                </a:solidFill>
                <a:latin typeface="Segoe UI"/>
                <a:ea typeface="Segoe UI"/>
                <a:cs typeface="Segoe UI"/>
              </a:defRPr>
            </a:lvl9pPr>
          </a:lstStyle>
          <a:p xmlns:a="http://schemas.openxmlformats.org/drawingml/2006/main">
            <a:pPr>
              <a:buNone/>
              <a:defRPr sz="1800" b="1">
                <a:solidFill>
                  <a:srgbClr val="345D70"/>
                </a:solidFill>
                <a:latin typeface="Segoe UI"/>
                <a:ea typeface="Segoe UI"/>
                <a:cs typeface="Segoe UI"/>
              </a:defRPr>
            </a:pPr>
            <a:r>
              <a:rPr sz="1875" b="1">
                <a:solidFill>
                  <a:srgbClr val="345D70"/>
                </a:solidFill>
                <a:latin typeface="Segoe UI"/>
                <a:ea typeface="Segoe UI"/>
                <a:cs typeface="Segoe UI"/>
              </a:rPr>
              <a:t>STRETCH</a:t>
            </a:r>
          </a:p>
        </p:txBody>
      </p:sp>
      <p:sp>
        <p:nvSpPr>
          <p:cNvPr id="12" name="route-rule-STRETCH">
            <a:extLst xmlns:a="http://schemas.openxmlformats.org/drawingml/2006/main">
              <a:ext uri="{FF2B5EF4-FFF2-40B4-BE49-F238E27FC236}">
                <a16:creationId xmlns:a16="http://schemas.microsoft.com/office/drawing/2014/main" id="{B95F4562-54F9-59FE-9D69-7CA960AA945C}"/>
              </a:ext>
            </a:extLst>
          </p:cNvPr>
          <p:cNvSpPr>
            <a:spLocks xmlns:a="http://schemas.openxmlformats.org/drawingml/2006/main" noGrp="1"/>
          </p:cNvSpPr>
          <p:nvPr/>
        </p:nvSpPr>
        <p:spPr>
          <a:xfrm xmlns:a="http://schemas.openxmlformats.org/drawingml/2006/main">
            <a:off x="8096250" y="3971925"/>
            <a:ext cx="3476625" cy="19050"/>
          </a:xfrm>
          <a:prstGeom xmlns:a="http://schemas.openxmlformats.org/drawingml/2006/main" prst="rect">
            <a:avLst/>
          </a:prstGeom>
          <a:solidFill xmlns:a="http://schemas.openxmlformats.org/drawingml/2006/main">
            <a:srgbClr val="CDD8DD"/>
          </a:solidFill>
          <a:ln xmlns:a="http://schemas.openxmlformats.org/drawingml/2006/main" w="0">
            <a:noFill/>
            <a:prstDash val="solid"/>
          </a:ln>
        </p:spPr>
      </p:sp>
      <p:sp>
        <p:nvSpPr>
          <p:cNvPr id="13" name="route-body-STRETCH">
            <a:extLst xmlns:a="http://schemas.openxmlformats.org/drawingml/2006/main">
              <a:ext uri="{FF2B5EF4-FFF2-40B4-BE49-F238E27FC236}">
                <a16:creationId xmlns:a16="http://schemas.microsoft.com/office/drawing/2014/main" id="{6B311562-45FE-58F1-B37C-261134745495}"/>
              </a:ext>
            </a:extLst>
          </p:cNvPr>
          <p:cNvSpPr>
            <a:spLocks xmlns:a="http://schemas.openxmlformats.org/drawingml/2006/main" noGrp="1"/>
          </p:cNvSpPr>
          <p:nvPr/>
        </p:nvSpPr>
        <p:spPr>
          <a:xfrm xmlns:a="http://schemas.openxmlformats.org/drawingml/2006/main">
            <a:off x="8096250" y="4200525"/>
            <a:ext cx="3476625"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0">
                <a:solidFill>
                  <a:srgbClr val="192E3B"/>
                </a:solidFill>
                <a:latin typeface="Segoe UI"/>
                <a:ea typeface="Segoe UI"/>
                <a:cs typeface="Segoe UI"/>
              </a:defRPr>
            </a:defPPr>
            <a:lvl1pPr>
              <a:buNone/>
              <a:defRPr sz="1800" b="0">
                <a:solidFill>
                  <a:srgbClr val="192E3B"/>
                </a:solidFill>
                <a:latin typeface="Segoe UI"/>
                <a:ea typeface="Segoe UI"/>
                <a:cs typeface="Segoe UI"/>
              </a:defRPr>
            </a:lvl1pPr>
            <a:lvl2pPr>
              <a:buNone/>
              <a:defRPr sz="1800" b="0">
                <a:solidFill>
                  <a:srgbClr val="192E3B"/>
                </a:solidFill>
                <a:latin typeface="Segoe UI"/>
                <a:ea typeface="Segoe UI"/>
                <a:cs typeface="Segoe UI"/>
              </a:defRPr>
            </a:lvl2pPr>
            <a:lvl3pPr>
              <a:buNone/>
              <a:defRPr sz="1800" b="0">
                <a:solidFill>
                  <a:srgbClr val="192E3B"/>
                </a:solidFill>
                <a:latin typeface="Segoe UI"/>
                <a:ea typeface="Segoe UI"/>
                <a:cs typeface="Segoe UI"/>
              </a:defRPr>
            </a:lvl3pPr>
            <a:lvl4pPr>
              <a:buNone/>
              <a:defRPr sz="1800" b="0">
                <a:solidFill>
                  <a:srgbClr val="192E3B"/>
                </a:solidFill>
                <a:latin typeface="Segoe UI"/>
                <a:ea typeface="Segoe UI"/>
                <a:cs typeface="Segoe UI"/>
              </a:defRPr>
            </a:lvl4pPr>
            <a:lvl5pPr>
              <a:buNone/>
              <a:defRPr sz="1800" b="0">
                <a:solidFill>
                  <a:srgbClr val="192E3B"/>
                </a:solidFill>
                <a:latin typeface="Segoe UI"/>
                <a:ea typeface="Segoe UI"/>
                <a:cs typeface="Segoe UI"/>
              </a:defRPr>
            </a:lvl5pPr>
            <a:lvl6pPr>
              <a:buNone/>
              <a:defRPr sz="1800" b="0">
                <a:solidFill>
                  <a:srgbClr val="192E3B"/>
                </a:solidFill>
                <a:latin typeface="Segoe UI"/>
                <a:ea typeface="Segoe UI"/>
                <a:cs typeface="Segoe UI"/>
              </a:defRPr>
            </a:lvl6pPr>
            <a:lvl7pPr>
              <a:buNone/>
              <a:defRPr sz="1800" b="0">
                <a:solidFill>
                  <a:srgbClr val="192E3B"/>
                </a:solidFill>
                <a:latin typeface="Segoe UI"/>
                <a:ea typeface="Segoe UI"/>
                <a:cs typeface="Segoe UI"/>
              </a:defRPr>
            </a:lvl7pPr>
            <a:lvl8pPr>
              <a:buNone/>
              <a:defRPr sz="1800" b="0">
                <a:solidFill>
                  <a:srgbClr val="192E3B"/>
                </a:solidFill>
                <a:latin typeface="Segoe UI"/>
                <a:ea typeface="Segoe UI"/>
                <a:cs typeface="Segoe UI"/>
              </a:defRPr>
            </a:lvl8pPr>
            <a:lvl9pPr>
              <a:buNone/>
              <a:defRPr sz="1800" b="0">
                <a:solidFill>
                  <a:srgbClr val="192E3B"/>
                </a:solidFill>
                <a:latin typeface="Segoe UI"/>
                <a:ea typeface="Segoe UI"/>
                <a:cs typeface="Segoe UI"/>
              </a:defRPr>
            </a:lvl9pPr>
          </a:lstStyle>
          <a:p xmlns:a="http://schemas.openxmlformats.org/drawingml/2006/main">
            <a:pPr>
              <a:buNone/>
              <a:defRPr sz="1800" b="0">
                <a:solidFill>
                  <a:srgbClr val="192E3B"/>
                </a:solidFill>
                <a:latin typeface="Segoe UI"/>
                <a:ea typeface="Segoe UI"/>
                <a:cs typeface="Segoe UI"/>
              </a:defRPr>
            </a:pPr>
            <a:r>
              <a:rPr sz="1800" b="0">
                <a:solidFill>
                  <a:srgbClr val="192E3B"/>
                </a:solidFill>
                <a:latin typeface="Segoe UI"/>
                <a:ea typeface="Segoe UI"/>
                <a:cs typeface="Segoe UI"/>
              </a:rPr>
              <a:t>Compare the stock and tally.</a:t>
            </a:r>
          </a:p>
          <a:p xmlns:a="http://schemas.openxmlformats.org/drawingml/2006/main">
            <a:pPr>
              <a:buNone/>
              <a:defRPr sz="1800" b="0">
                <a:solidFill>
                  <a:srgbClr val="192E3B"/>
                </a:solidFill>
                <a:latin typeface="Segoe UI"/>
                <a:ea typeface="Segoe UI"/>
                <a:cs typeface="Segoe UI"/>
              </a:defRPr>
            </a:pPr>
            <a:r>
              <a:rPr sz="1800" b="0">
                <a:solidFill>
                  <a:srgbClr val="192E3B"/>
                </a:solidFill>
                <a:latin typeface="Segoe UI"/>
                <a:ea typeface="Segoe UI"/>
                <a:cs typeface="Segoe UI"/>
              </a:rPr>
              <a:t>Flag a gap. Ask for a check.</a:t>
            </a:r>
          </a:p>
        </p:txBody>
      </p:sp>
      <p:sp>
        <p:nvSpPr>
          <p:cNvPr id="14" name="credit">
            <a:extLst xmlns:a="http://schemas.openxmlformats.org/drawingml/2006/main">
              <a:ext uri="{FF2B5EF4-FFF2-40B4-BE49-F238E27FC236}">
                <a16:creationId xmlns:a16="http://schemas.microsoft.com/office/drawing/2014/main" id="{37ADAA95-D5CE-570E-865C-48F0C0FB9157}"/>
              </a:ext>
            </a:extLst>
          </p:cNvPr>
          <p:cNvSpPr>
            <a:spLocks xmlns:a="http://schemas.openxmlformats.org/drawingml/2006/main" noGrp="1"/>
          </p:cNvSpPr>
          <p:nvPr/>
        </p:nvSpPr>
        <p:spPr>
          <a:xfrm xmlns:a="http://schemas.openxmlformats.org/drawingml/2006/main">
            <a:off x="533400" y="6515100"/>
            <a:ext cx="1104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788" b="0">
                <a:solidFill>
                  <a:srgbClr val="566574"/>
                </a:solidFill>
                <a:latin typeface="Segoe UI"/>
                <a:ea typeface="Segoe UI"/>
                <a:cs typeface="Segoe UI"/>
              </a:defRPr>
            </a:defPPr>
            <a:lvl1pPr>
              <a:buNone/>
              <a:defRPr sz="788" b="0">
                <a:solidFill>
                  <a:srgbClr val="566574"/>
                </a:solidFill>
                <a:latin typeface="Segoe UI"/>
                <a:ea typeface="Segoe UI"/>
                <a:cs typeface="Segoe UI"/>
              </a:defRPr>
            </a:lvl1pPr>
            <a:lvl2pPr>
              <a:buNone/>
              <a:defRPr sz="788" b="0">
                <a:solidFill>
                  <a:srgbClr val="566574"/>
                </a:solidFill>
                <a:latin typeface="Segoe UI"/>
                <a:ea typeface="Segoe UI"/>
                <a:cs typeface="Segoe UI"/>
              </a:defRPr>
            </a:lvl2pPr>
            <a:lvl3pPr>
              <a:buNone/>
              <a:defRPr sz="788" b="0">
                <a:solidFill>
                  <a:srgbClr val="566574"/>
                </a:solidFill>
                <a:latin typeface="Segoe UI"/>
                <a:ea typeface="Segoe UI"/>
                <a:cs typeface="Segoe UI"/>
              </a:defRPr>
            </a:lvl3pPr>
            <a:lvl4pPr>
              <a:buNone/>
              <a:defRPr sz="788" b="0">
                <a:solidFill>
                  <a:srgbClr val="566574"/>
                </a:solidFill>
                <a:latin typeface="Segoe UI"/>
                <a:ea typeface="Segoe UI"/>
                <a:cs typeface="Segoe UI"/>
              </a:defRPr>
            </a:lvl4pPr>
            <a:lvl5pPr>
              <a:buNone/>
              <a:defRPr sz="788" b="0">
                <a:solidFill>
                  <a:srgbClr val="566574"/>
                </a:solidFill>
                <a:latin typeface="Segoe UI"/>
                <a:ea typeface="Segoe UI"/>
                <a:cs typeface="Segoe UI"/>
              </a:defRPr>
            </a:lvl5pPr>
            <a:lvl6pPr>
              <a:buNone/>
              <a:defRPr sz="788" b="0">
                <a:solidFill>
                  <a:srgbClr val="566574"/>
                </a:solidFill>
                <a:latin typeface="Segoe UI"/>
                <a:ea typeface="Segoe UI"/>
                <a:cs typeface="Segoe UI"/>
              </a:defRPr>
            </a:lvl6pPr>
            <a:lvl7pPr>
              <a:buNone/>
              <a:defRPr sz="788" b="0">
                <a:solidFill>
                  <a:srgbClr val="566574"/>
                </a:solidFill>
                <a:latin typeface="Segoe UI"/>
                <a:ea typeface="Segoe UI"/>
                <a:cs typeface="Segoe UI"/>
              </a:defRPr>
            </a:lvl7pPr>
            <a:lvl8pPr>
              <a:buNone/>
              <a:defRPr sz="788" b="0">
                <a:solidFill>
                  <a:srgbClr val="566574"/>
                </a:solidFill>
                <a:latin typeface="Segoe UI"/>
                <a:ea typeface="Segoe UI"/>
                <a:cs typeface="Segoe UI"/>
              </a:defRPr>
            </a:lvl8pPr>
            <a:lvl9pPr>
              <a:buNone/>
              <a:defRPr sz="788" b="0">
                <a:solidFill>
                  <a:srgbClr val="566574"/>
                </a:solidFill>
                <a:latin typeface="Segoe UI"/>
                <a:ea typeface="Segoe UI"/>
                <a:cs typeface="Segoe UI"/>
              </a:defRPr>
            </a:lvl9pPr>
          </a:lstStyle>
          <a:p xmlns:a="http://schemas.openxmlformats.org/drawingml/2006/main">
            <a:pPr>
              <a:buNone/>
              <a:defRPr sz="788" b="0">
                <a:solidFill>
                  <a:srgbClr val="566574"/>
                </a:solidFill>
                <a:latin typeface="Segoe UI"/>
                <a:ea typeface="Segoe UI"/>
                <a:cs typeface="Segoe UI"/>
              </a:defRPr>
            </a:pPr>
            <a:r>
              <a:rPr sz="788" b="0">
                <a:solidFill>
                  <a:srgbClr val="566574"/>
                </a:solidFill>
                <a:latin typeface="Segoe UI"/>
                <a:ea typeface="Segoe UI"/>
                <a:cs typeface="Segoe UI"/>
              </a:rPr>
              <a:t>Made by Matt · © Matt Roper · CC BY-NC-SA 4.0: free for classroom use, share and adapt with credit, no resale</a:t>
            </a:r>
          </a:p>
        </p:txBody>
      </p:sp>
      <p:sp>
        <p:nvSpPr>
          <p:cNvPr id="15" name="page-number">
            <a:extLst xmlns:a="http://schemas.openxmlformats.org/drawingml/2006/main">
              <a:ext uri="{FF2B5EF4-FFF2-40B4-BE49-F238E27FC236}">
                <a16:creationId xmlns:a16="http://schemas.microsoft.com/office/drawing/2014/main" id="{EBCB976A-C91D-5B21-BEFB-FE5DE6D2CE1F}"/>
              </a:ext>
            </a:extLst>
          </p:cNvPr>
          <p:cNvSpPr>
            <a:spLocks xmlns:a="http://schemas.openxmlformats.org/drawingml/2006/main" noGrp="1"/>
          </p:cNvSpPr>
          <p:nvPr/>
        </p:nvSpPr>
        <p:spPr>
          <a:xfrm xmlns:a="http://schemas.openxmlformats.org/drawingml/2006/main">
            <a:off x="11144250" y="62103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buNone/>
              <a:defRPr sz="1050" b="0">
                <a:solidFill>
                  <a:srgbClr val="566574"/>
                </a:solidFill>
                <a:latin typeface="Segoe UI"/>
                <a:ea typeface="Segoe UI"/>
                <a:cs typeface="Segoe UI"/>
              </a:defRPr>
            </a:lvl1pPr>
            <a:lvl2pPr>
              <a:buNone/>
              <a:defRPr sz="1050" b="0">
                <a:solidFill>
                  <a:srgbClr val="566574"/>
                </a:solidFill>
                <a:latin typeface="Segoe UI"/>
                <a:ea typeface="Segoe UI"/>
                <a:cs typeface="Segoe UI"/>
              </a:defRPr>
            </a:lvl2pPr>
            <a:lvl3pPr>
              <a:buNone/>
              <a:defRPr sz="1050" b="0">
                <a:solidFill>
                  <a:srgbClr val="566574"/>
                </a:solidFill>
                <a:latin typeface="Segoe UI"/>
                <a:ea typeface="Segoe UI"/>
                <a:cs typeface="Segoe UI"/>
              </a:defRPr>
            </a:lvl3pPr>
            <a:lvl4pPr>
              <a:buNone/>
              <a:defRPr sz="1050" b="0">
                <a:solidFill>
                  <a:srgbClr val="566574"/>
                </a:solidFill>
                <a:latin typeface="Segoe UI"/>
                <a:ea typeface="Segoe UI"/>
                <a:cs typeface="Segoe UI"/>
              </a:defRPr>
            </a:lvl4pPr>
            <a:lvl5pPr>
              <a:buNone/>
              <a:defRPr sz="1050" b="0">
                <a:solidFill>
                  <a:srgbClr val="566574"/>
                </a:solidFill>
                <a:latin typeface="Segoe UI"/>
                <a:ea typeface="Segoe UI"/>
                <a:cs typeface="Segoe UI"/>
              </a:defRPr>
            </a:lvl5pPr>
            <a:lvl6pPr>
              <a:buNone/>
              <a:defRPr sz="1050" b="0">
                <a:solidFill>
                  <a:srgbClr val="566574"/>
                </a:solidFill>
                <a:latin typeface="Segoe UI"/>
                <a:ea typeface="Segoe UI"/>
                <a:cs typeface="Segoe UI"/>
              </a:defRPr>
            </a:lvl6pPr>
            <a:lvl7pPr>
              <a:buNone/>
              <a:defRPr sz="1050" b="0">
                <a:solidFill>
                  <a:srgbClr val="566574"/>
                </a:solidFill>
                <a:latin typeface="Segoe UI"/>
                <a:ea typeface="Segoe UI"/>
                <a:cs typeface="Segoe UI"/>
              </a:defRPr>
            </a:lvl7pPr>
            <a:lvl8pPr>
              <a:buNone/>
              <a:defRPr sz="1050" b="0">
                <a:solidFill>
                  <a:srgbClr val="566574"/>
                </a:solidFill>
                <a:latin typeface="Segoe UI"/>
                <a:ea typeface="Segoe UI"/>
                <a:cs typeface="Segoe UI"/>
              </a:defRPr>
            </a:lvl8pPr>
            <a:lvl9pPr>
              <a:buNone/>
              <a:defRPr sz="1050" b="0">
                <a:solidFill>
                  <a:srgbClr val="566574"/>
                </a:solidFill>
                <a:latin typeface="Segoe UI"/>
                <a:ea typeface="Segoe UI"/>
                <a:cs typeface="Segoe UI"/>
              </a:defRPr>
            </a:lvl9pPr>
          </a:lstStyle>
          <a:p xmlns:a="http://schemas.openxmlformats.org/drawingml/2006/main">
            <a:pPr>
              <a:buNone/>
              <a:defRPr sz="1050" b="0">
                <a:solidFill>
                  <a:srgbClr val="566574"/>
                </a:solidFill>
                <a:latin typeface="Segoe UI"/>
                <a:ea typeface="Segoe UI"/>
                <a:cs typeface="Segoe UI"/>
              </a:defRPr>
            </a:pPr>
            <a:r>
              <a:rPr sz="1050" b="0">
                <a:solidFill>
                  <a:srgbClr val="566574"/>
                </a:solidFill>
                <a:latin typeface="Segoe UI"/>
                <a:ea typeface="Segoe UI"/>
                <a:cs typeface="Segoe UI"/>
              </a:rPr>
              <a:t>19</a:t>
            </a:r>
          </a:p>
        </p:txBody>
      </p:sp>
    </p:spTree>
    <p:extLst>
      <p:ext uri="{BB962C8B-B14F-4D97-AF65-F5344CB8AC3E}">
        <p14:creationId xmlns:p14="http://schemas.microsoft.com/office/powerpoint/2010/main" val="591302174"/>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 name="lesson-code">
            <a:extLst xmlns:a="http://schemas.openxmlformats.org/drawingml/2006/main">
              <a:ext uri="{FF2B5EF4-FFF2-40B4-BE49-F238E27FC236}">
                <a16:creationId xmlns:a16="http://schemas.microsoft.com/office/drawing/2014/main" id="{C8C35ECD-259B-5730-8A53-B54D11AF52D6}"/>
              </a:ext>
            </a:extLst>
          </p:cNvPr>
          <p:cNvSpPr>
            <a:spLocks xmlns:a="http://schemas.openxmlformats.org/drawingml/2006/main" noGrp="1"/>
          </p:cNvSpPr>
          <p:nvPr/>
        </p:nvSpPr>
        <p:spPr>
          <a:xfrm xmlns:a="http://schemas.openxmlformats.org/drawingml/2006/main">
            <a:off x="533400" y="1905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buNone/>
              <a:defRPr sz="1200" b="0">
                <a:solidFill>
                  <a:srgbClr val="566574"/>
                </a:solidFill>
                <a:latin typeface="Segoe UI"/>
                <a:ea typeface="Segoe UI"/>
                <a:cs typeface="Segoe UI"/>
              </a:defRPr>
            </a:lvl1pPr>
            <a:lvl2pPr>
              <a:buNone/>
              <a:defRPr sz="1200" b="0">
                <a:solidFill>
                  <a:srgbClr val="566574"/>
                </a:solidFill>
                <a:latin typeface="Segoe UI"/>
                <a:ea typeface="Segoe UI"/>
                <a:cs typeface="Segoe UI"/>
              </a:defRPr>
            </a:lvl2pPr>
            <a:lvl3pPr>
              <a:buNone/>
              <a:defRPr sz="1200" b="0">
                <a:solidFill>
                  <a:srgbClr val="566574"/>
                </a:solidFill>
                <a:latin typeface="Segoe UI"/>
                <a:ea typeface="Segoe UI"/>
                <a:cs typeface="Segoe UI"/>
              </a:defRPr>
            </a:lvl3pPr>
            <a:lvl4pPr>
              <a:buNone/>
              <a:defRPr sz="1200" b="0">
                <a:solidFill>
                  <a:srgbClr val="566574"/>
                </a:solidFill>
                <a:latin typeface="Segoe UI"/>
                <a:ea typeface="Segoe UI"/>
                <a:cs typeface="Segoe UI"/>
              </a:defRPr>
            </a:lvl4pPr>
            <a:lvl5pPr>
              <a:buNone/>
              <a:defRPr sz="1200" b="0">
                <a:solidFill>
                  <a:srgbClr val="566574"/>
                </a:solidFill>
                <a:latin typeface="Segoe UI"/>
                <a:ea typeface="Segoe UI"/>
                <a:cs typeface="Segoe UI"/>
              </a:defRPr>
            </a:lvl5pPr>
            <a:lvl6pPr>
              <a:buNone/>
              <a:defRPr sz="1200" b="0">
                <a:solidFill>
                  <a:srgbClr val="566574"/>
                </a:solidFill>
                <a:latin typeface="Segoe UI"/>
                <a:ea typeface="Segoe UI"/>
                <a:cs typeface="Segoe UI"/>
              </a:defRPr>
            </a:lvl6pPr>
            <a:lvl7pPr>
              <a:buNone/>
              <a:defRPr sz="1200" b="0">
                <a:solidFill>
                  <a:srgbClr val="566574"/>
                </a:solidFill>
                <a:latin typeface="Segoe UI"/>
                <a:ea typeface="Segoe UI"/>
                <a:cs typeface="Segoe UI"/>
              </a:defRPr>
            </a:lvl7pPr>
            <a:lvl8pPr>
              <a:buNone/>
              <a:defRPr sz="1200" b="0">
                <a:solidFill>
                  <a:srgbClr val="566574"/>
                </a:solidFill>
                <a:latin typeface="Segoe UI"/>
                <a:ea typeface="Segoe UI"/>
                <a:cs typeface="Segoe UI"/>
              </a:defRPr>
            </a:lvl8pPr>
            <a:lvl9pPr>
              <a:buNone/>
              <a:defRPr sz="1200" b="0">
                <a:solidFill>
                  <a:srgbClr val="566574"/>
                </a:solidFill>
                <a:latin typeface="Segoe UI"/>
                <a:ea typeface="Segoe UI"/>
                <a:cs typeface="Segoe UI"/>
              </a:defRPr>
            </a:lvl9pPr>
          </a:lstStyle>
          <a:p xmlns:a="http://schemas.openxmlformats.org/drawingml/2006/main">
            <a:pPr>
              <a:buNone/>
              <a:defRPr sz="1200" b="0">
                <a:solidFill>
                  <a:srgbClr val="566574"/>
                </a:solidFill>
                <a:latin typeface="Segoe UI"/>
                <a:ea typeface="Segoe UI"/>
                <a:cs typeface="Segoe UI"/>
              </a:defRPr>
            </a:pPr>
            <a:r>
              <a:rPr sz="1200" b="0">
                <a:solidFill>
                  <a:srgbClr val="566574"/>
                </a:solidFill>
                <a:latin typeface="Segoe UI"/>
                <a:ea typeface="Segoe UI"/>
                <a:cs typeface="Segoe UI"/>
              </a:rPr>
              <a:t>COMM-GROW-A2-W05  ·  Lesson 10b</a:t>
            </a:r>
          </a:p>
        </p:txBody>
      </p:sp>
      <p:sp>
        <p:nvSpPr>
          <p:cNvPr id="2" name="label">
            <a:extLst xmlns:a="http://schemas.openxmlformats.org/drawingml/2006/main">
              <a:ext uri="{FF2B5EF4-FFF2-40B4-BE49-F238E27FC236}">
                <a16:creationId xmlns:a16="http://schemas.microsoft.com/office/drawing/2014/main" id="{17D9C38F-A8FB-5713-B0D3-AE61FC6F4DC8}"/>
              </a:ext>
            </a:extLst>
          </p:cNvPr>
          <p:cNvSpPr>
            <a:spLocks xmlns:a="http://schemas.openxmlformats.org/drawingml/2006/main" noGrp="1"/>
          </p:cNvSpPr>
          <p:nvPr/>
        </p:nvSpPr>
        <p:spPr>
          <a:xfrm xmlns:a="http://schemas.openxmlformats.org/drawingml/2006/main">
            <a:off x="7620000" y="190500"/>
            <a:ext cx="4048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buNone/>
              <a:defRPr sz="1050" b="0">
                <a:solidFill>
                  <a:srgbClr val="566574"/>
                </a:solidFill>
                <a:latin typeface="Segoe UI"/>
                <a:ea typeface="Segoe UI"/>
                <a:cs typeface="Segoe UI"/>
              </a:defRPr>
            </a:lvl1pPr>
            <a:lvl2pPr>
              <a:buNone/>
              <a:defRPr sz="1050" b="0">
                <a:solidFill>
                  <a:srgbClr val="566574"/>
                </a:solidFill>
                <a:latin typeface="Segoe UI"/>
                <a:ea typeface="Segoe UI"/>
                <a:cs typeface="Segoe UI"/>
              </a:defRPr>
            </a:lvl2pPr>
            <a:lvl3pPr>
              <a:buNone/>
              <a:defRPr sz="1050" b="0">
                <a:solidFill>
                  <a:srgbClr val="566574"/>
                </a:solidFill>
                <a:latin typeface="Segoe UI"/>
                <a:ea typeface="Segoe UI"/>
                <a:cs typeface="Segoe UI"/>
              </a:defRPr>
            </a:lvl3pPr>
            <a:lvl4pPr>
              <a:buNone/>
              <a:defRPr sz="1050" b="0">
                <a:solidFill>
                  <a:srgbClr val="566574"/>
                </a:solidFill>
                <a:latin typeface="Segoe UI"/>
                <a:ea typeface="Segoe UI"/>
                <a:cs typeface="Segoe UI"/>
              </a:defRPr>
            </a:lvl4pPr>
            <a:lvl5pPr>
              <a:buNone/>
              <a:defRPr sz="1050" b="0">
                <a:solidFill>
                  <a:srgbClr val="566574"/>
                </a:solidFill>
                <a:latin typeface="Segoe UI"/>
                <a:ea typeface="Segoe UI"/>
                <a:cs typeface="Segoe UI"/>
              </a:defRPr>
            </a:lvl5pPr>
            <a:lvl6pPr>
              <a:buNone/>
              <a:defRPr sz="1050" b="0">
                <a:solidFill>
                  <a:srgbClr val="566574"/>
                </a:solidFill>
                <a:latin typeface="Segoe UI"/>
                <a:ea typeface="Segoe UI"/>
                <a:cs typeface="Segoe UI"/>
              </a:defRPr>
            </a:lvl6pPr>
            <a:lvl7pPr>
              <a:buNone/>
              <a:defRPr sz="1050" b="0">
                <a:solidFill>
                  <a:srgbClr val="566574"/>
                </a:solidFill>
                <a:latin typeface="Segoe UI"/>
                <a:ea typeface="Segoe UI"/>
                <a:cs typeface="Segoe UI"/>
              </a:defRPr>
            </a:lvl7pPr>
            <a:lvl8pPr>
              <a:buNone/>
              <a:defRPr sz="1050" b="0">
                <a:solidFill>
                  <a:srgbClr val="566574"/>
                </a:solidFill>
                <a:latin typeface="Segoe UI"/>
                <a:ea typeface="Segoe UI"/>
                <a:cs typeface="Segoe UI"/>
              </a:defRPr>
            </a:lvl8pPr>
            <a:lvl9pPr>
              <a:buNone/>
              <a:defRPr sz="1050" b="0">
                <a:solidFill>
                  <a:srgbClr val="566574"/>
                </a:solidFill>
                <a:latin typeface="Segoe UI"/>
                <a:ea typeface="Segoe UI"/>
                <a:cs typeface="Segoe UI"/>
              </a:defRPr>
            </a:lvl9pPr>
          </a:lstStyle>
          <a:p xmlns:a="http://schemas.openxmlformats.org/drawingml/2006/main">
            <a:pPr>
              <a:buNone/>
              <a:defRPr sz="1050" b="0">
                <a:solidFill>
                  <a:srgbClr val="566574"/>
                </a:solidFill>
                <a:latin typeface="Segoe UI"/>
                <a:ea typeface="Segoe UI"/>
                <a:cs typeface="Segoe UI"/>
              </a:defRPr>
            </a:pPr>
            <a:r>
              <a:rPr sz="1200" b="0">
                <a:solidFill>
                  <a:srgbClr val="566574"/>
                </a:solidFill>
                <a:latin typeface="Segoe UI"/>
                <a:ea typeface="Segoe UI"/>
                <a:cs typeface="Segoe UI"/>
              </a:rPr>
              <a:t>Public edition · Year A</a:t>
            </a:r>
          </a:p>
        </p:txBody>
      </p:sp>
      <p:sp>
        <p:nvSpPr>
          <p:cNvPr id="3" name="stage-title">
            <a:extLst xmlns:a="http://schemas.openxmlformats.org/drawingml/2006/main">
              <a:ext uri="{FF2B5EF4-FFF2-40B4-BE49-F238E27FC236}">
                <a16:creationId xmlns:a16="http://schemas.microsoft.com/office/drawing/2014/main" id="{9D51DC87-5DD8-5188-8BFB-00C77F79EA63}"/>
              </a:ext>
            </a:extLst>
          </p:cNvPr>
          <p:cNvSpPr>
            <a:spLocks xmlns:a="http://schemas.openxmlformats.org/drawingml/2006/main" noGrp="1"/>
          </p:cNvSpPr>
          <p:nvPr/>
        </p:nvSpPr>
        <p:spPr>
          <a:xfrm xmlns:a="http://schemas.openxmlformats.org/drawingml/2006/main">
            <a:off x="533400" y="590550"/>
            <a:ext cx="11029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3300" b="1">
                <a:solidFill>
                  <a:srgbClr val="345D70"/>
                </a:solidFill>
                <a:latin typeface="Segoe UI"/>
                <a:ea typeface="Segoe UI"/>
                <a:cs typeface="Segoe UI"/>
              </a:defRPr>
            </a:defPPr>
            <a:lvl1pPr>
              <a:buNone/>
              <a:defRPr sz="3300" b="1">
                <a:solidFill>
                  <a:srgbClr val="345D70"/>
                </a:solidFill>
                <a:latin typeface="Segoe UI"/>
                <a:ea typeface="Segoe UI"/>
                <a:cs typeface="Segoe UI"/>
              </a:defRPr>
            </a:lvl1pPr>
            <a:lvl2pPr>
              <a:buNone/>
              <a:defRPr sz="3300" b="1">
                <a:solidFill>
                  <a:srgbClr val="345D70"/>
                </a:solidFill>
                <a:latin typeface="Segoe UI"/>
                <a:ea typeface="Segoe UI"/>
                <a:cs typeface="Segoe UI"/>
              </a:defRPr>
            </a:lvl2pPr>
            <a:lvl3pPr>
              <a:buNone/>
              <a:defRPr sz="3300" b="1">
                <a:solidFill>
                  <a:srgbClr val="345D70"/>
                </a:solidFill>
                <a:latin typeface="Segoe UI"/>
                <a:ea typeface="Segoe UI"/>
                <a:cs typeface="Segoe UI"/>
              </a:defRPr>
            </a:lvl3pPr>
            <a:lvl4pPr>
              <a:buNone/>
              <a:defRPr sz="3300" b="1">
                <a:solidFill>
                  <a:srgbClr val="345D70"/>
                </a:solidFill>
                <a:latin typeface="Segoe UI"/>
                <a:ea typeface="Segoe UI"/>
                <a:cs typeface="Segoe UI"/>
              </a:defRPr>
            </a:lvl4pPr>
            <a:lvl5pPr>
              <a:buNone/>
              <a:defRPr sz="3300" b="1">
                <a:solidFill>
                  <a:srgbClr val="345D70"/>
                </a:solidFill>
                <a:latin typeface="Segoe UI"/>
                <a:ea typeface="Segoe UI"/>
                <a:cs typeface="Segoe UI"/>
              </a:defRPr>
            </a:lvl5pPr>
            <a:lvl6pPr>
              <a:buNone/>
              <a:defRPr sz="3300" b="1">
                <a:solidFill>
                  <a:srgbClr val="345D70"/>
                </a:solidFill>
                <a:latin typeface="Segoe UI"/>
                <a:ea typeface="Segoe UI"/>
                <a:cs typeface="Segoe UI"/>
              </a:defRPr>
            </a:lvl6pPr>
            <a:lvl7pPr>
              <a:buNone/>
              <a:defRPr sz="3300" b="1">
                <a:solidFill>
                  <a:srgbClr val="345D70"/>
                </a:solidFill>
                <a:latin typeface="Segoe UI"/>
                <a:ea typeface="Segoe UI"/>
                <a:cs typeface="Segoe UI"/>
              </a:defRPr>
            </a:lvl7pPr>
            <a:lvl8pPr>
              <a:buNone/>
              <a:defRPr sz="3300" b="1">
                <a:solidFill>
                  <a:srgbClr val="345D70"/>
                </a:solidFill>
                <a:latin typeface="Segoe UI"/>
                <a:ea typeface="Segoe UI"/>
                <a:cs typeface="Segoe UI"/>
              </a:defRPr>
            </a:lvl8pPr>
            <a:lvl9pPr>
              <a:buNone/>
              <a:defRPr sz="3300" b="1">
                <a:solidFill>
                  <a:srgbClr val="345D70"/>
                </a:solidFill>
                <a:latin typeface="Segoe UI"/>
                <a:ea typeface="Segoe UI"/>
                <a:cs typeface="Segoe UI"/>
              </a:defRPr>
            </a:lvl9pPr>
          </a:lstStyle>
          <a:p xmlns:a="http://schemas.openxmlformats.org/drawingml/2006/main">
            <a:pPr>
              <a:buNone/>
              <a:defRPr sz="3300" b="1">
                <a:solidFill>
                  <a:srgbClr val="345D70"/>
                </a:solidFill>
                <a:latin typeface="Segoe UI"/>
                <a:ea typeface="Segoe UI"/>
                <a:cs typeface="Segoe UI"/>
              </a:defRPr>
            </a:pPr>
            <a:r>
              <a:rPr sz="3300" b="1">
                <a:solidFill>
                  <a:srgbClr val="345D70"/>
                </a:solidFill>
                <a:latin typeface="Segoe UI"/>
                <a:ea typeface="Segoe UI"/>
                <a:cs typeface="Segoe UI"/>
              </a:rPr>
              <a:t>Break and evidence cue</a:t>
            </a:r>
          </a:p>
        </p:txBody>
      </p:sp>
      <p:sp>
        <p:nvSpPr>
          <p:cNvPr id="4" name="task-main">
            <a:extLst xmlns:a="http://schemas.openxmlformats.org/drawingml/2006/main">
              <a:ext uri="{FF2B5EF4-FFF2-40B4-BE49-F238E27FC236}">
                <a16:creationId xmlns:a16="http://schemas.microsoft.com/office/drawing/2014/main" id="{5B30B641-C568-506A-AC78-EDE1C71AC20E}"/>
              </a:ext>
            </a:extLst>
          </p:cNvPr>
          <p:cNvSpPr>
            <a:spLocks xmlns:a="http://schemas.openxmlformats.org/drawingml/2006/main" noGrp="1"/>
          </p:cNvSpPr>
          <p:nvPr/>
        </p:nvSpPr>
        <p:spPr>
          <a:xfrm xmlns:a="http://schemas.openxmlformats.org/drawingml/2006/main">
            <a:off x="533400" y="1476375"/>
            <a:ext cx="11049000" cy="1619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250" b="0">
                <a:solidFill>
                  <a:srgbClr val="192E3B"/>
                </a:solidFill>
                <a:latin typeface="Segoe UI"/>
                <a:ea typeface="Segoe UI"/>
                <a:cs typeface="Segoe UI"/>
              </a:defRPr>
            </a:defPPr>
            <a:lvl1pPr>
              <a:buNone/>
              <a:defRPr sz="2250" b="0">
                <a:solidFill>
                  <a:srgbClr val="192E3B"/>
                </a:solidFill>
                <a:latin typeface="Segoe UI"/>
                <a:ea typeface="Segoe UI"/>
                <a:cs typeface="Segoe UI"/>
              </a:defRPr>
            </a:lvl1pPr>
            <a:lvl2pPr>
              <a:buNone/>
              <a:defRPr sz="2250" b="0">
                <a:solidFill>
                  <a:srgbClr val="192E3B"/>
                </a:solidFill>
                <a:latin typeface="Segoe UI"/>
                <a:ea typeface="Segoe UI"/>
                <a:cs typeface="Segoe UI"/>
              </a:defRPr>
            </a:lvl2pPr>
            <a:lvl3pPr>
              <a:buNone/>
              <a:defRPr sz="2250" b="0">
                <a:solidFill>
                  <a:srgbClr val="192E3B"/>
                </a:solidFill>
                <a:latin typeface="Segoe UI"/>
                <a:ea typeface="Segoe UI"/>
                <a:cs typeface="Segoe UI"/>
              </a:defRPr>
            </a:lvl3pPr>
            <a:lvl4pPr>
              <a:buNone/>
              <a:defRPr sz="2250" b="0">
                <a:solidFill>
                  <a:srgbClr val="192E3B"/>
                </a:solidFill>
                <a:latin typeface="Segoe UI"/>
                <a:ea typeface="Segoe UI"/>
                <a:cs typeface="Segoe UI"/>
              </a:defRPr>
            </a:lvl4pPr>
            <a:lvl5pPr>
              <a:buNone/>
              <a:defRPr sz="2250" b="0">
                <a:solidFill>
                  <a:srgbClr val="192E3B"/>
                </a:solidFill>
                <a:latin typeface="Segoe UI"/>
                <a:ea typeface="Segoe UI"/>
                <a:cs typeface="Segoe UI"/>
              </a:defRPr>
            </a:lvl5pPr>
            <a:lvl6pPr>
              <a:buNone/>
              <a:defRPr sz="2250" b="0">
                <a:solidFill>
                  <a:srgbClr val="192E3B"/>
                </a:solidFill>
                <a:latin typeface="Segoe UI"/>
                <a:ea typeface="Segoe UI"/>
                <a:cs typeface="Segoe UI"/>
              </a:defRPr>
            </a:lvl6pPr>
            <a:lvl7pPr>
              <a:buNone/>
              <a:defRPr sz="2250" b="0">
                <a:solidFill>
                  <a:srgbClr val="192E3B"/>
                </a:solidFill>
                <a:latin typeface="Segoe UI"/>
                <a:ea typeface="Segoe UI"/>
                <a:cs typeface="Segoe UI"/>
              </a:defRPr>
            </a:lvl7pPr>
            <a:lvl8pPr>
              <a:buNone/>
              <a:defRPr sz="2250" b="0">
                <a:solidFill>
                  <a:srgbClr val="192E3B"/>
                </a:solidFill>
                <a:latin typeface="Segoe UI"/>
                <a:ea typeface="Segoe UI"/>
                <a:cs typeface="Segoe UI"/>
              </a:defRPr>
            </a:lvl8pPr>
            <a:lvl9pPr>
              <a:buNone/>
              <a:defRPr sz="2250" b="0">
                <a:solidFill>
                  <a:srgbClr val="192E3B"/>
                </a:solidFill>
                <a:latin typeface="Segoe UI"/>
                <a:ea typeface="Segoe UI"/>
                <a:cs typeface="Segoe UI"/>
              </a:defRPr>
            </a:lvl9pPr>
          </a:lstStyle>
          <a:p xmlns:a="http://schemas.openxmlformats.org/drawingml/2006/main">
            <a:pPr>
              <a:buNone/>
              <a:defRPr sz="2250" b="0">
                <a:solidFill>
                  <a:srgbClr val="192E3B"/>
                </a:solidFill>
                <a:latin typeface="Segoe UI"/>
                <a:ea typeface="Segoe UI"/>
                <a:cs typeface="Segoe UI"/>
              </a:defRPr>
            </a:pPr>
            <a:r>
              <a:rPr sz="2250" b="0">
                <a:solidFill>
                  <a:srgbClr val="192E3B"/>
                </a:solidFill>
                <a:latin typeface="Segoe UI"/>
                <a:ea typeface="Segoe UI"/>
                <a:cs typeface="Segoe UI"/>
              </a:rPr>
              <a:t>Tell the adult before your break.</a:t>
            </a:r>
          </a:p>
          <a:p xmlns:a="http://schemas.openxmlformats.org/drawingml/2006/main">
            <a:pPr>
              <a:buNone/>
              <a:defRPr sz="2250" b="0">
                <a:solidFill>
                  <a:srgbClr val="192E3B"/>
                </a:solidFill>
                <a:latin typeface="Segoe UI"/>
                <a:ea typeface="Segoe UI"/>
                <a:cs typeface="Segoe UI"/>
              </a:defRPr>
            </a:pPr>
            <a:r>
              <a:rPr sz="2250" b="0">
                <a:solidFill>
                  <a:srgbClr val="192E3B"/>
                </a:solidFill>
                <a:latin typeface="Segoe UI"/>
                <a:ea typeface="Segoe UI"/>
                <a:cs typeface="Segoe UI"/>
              </a:rPr>
              <a:t>Wait for your cover. Use the quiet seat.</a:t>
            </a:r>
          </a:p>
          <a:p xmlns:a="http://schemas.openxmlformats.org/drawingml/2006/main">
            <a:pPr>
              <a:buNone/>
              <a:defRPr sz="2250" b="0">
                <a:solidFill>
                  <a:srgbClr val="192E3B"/>
                </a:solidFill>
                <a:latin typeface="Segoe UI"/>
                <a:ea typeface="Segoe UI"/>
                <a:cs typeface="Segoe UI"/>
              </a:defRPr>
            </a:pPr>
            <a:r>
              <a:rPr sz="2250" b="0">
                <a:solidFill>
                  <a:srgbClr val="192E3B"/>
                </a:solidFill>
                <a:latin typeface="Segoe UI"/>
                <a:ea typeface="Segoe UI"/>
                <a:cs typeface="Segoe UI"/>
              </a:rPr>
              <a:t>In a safe pause, tell what you did.</a:t>
            </a:r>
          </a:p>
          <a:p xmlns:a="http://schemas.openxmlformats.org/drawingml/2006/main">
            <a:pPr>
              <a:buNone/>
              <a:defRPr sz="2250" b="0">
                <a:solidFill>
                  <a:srgbClr val="192E3B"/>
                </a:solidFill>
                <a:latin typeface="Segoe UI"/>
                <a:ea typeface="Segoe UI"/>
                <a:cs typeface="Segoe UI"/>
              </a:defRPr>
            </a:pPr>
            <a:r>
              <a:rPr sz="2250" b="0">
                <a:solidFill>
                  <a:srgbClr val="192E3B"/>
                </a:solidFill>
                <a:latin typeface="Segoe UI"/>
                <a:ea typeface="Segoe UI"/>
                <a:cs typeface="Segoe UI"/>
              </a:rPr>
              <a:t>My job helped because __.</a:t>
            </a:r>
          </a:p>
        </p:txBody>
      </p:sp>
      <p:sp>
        <p:nvSpPr>
          <p:cNvPr id="5" name="route-SUPPORTED">
            <a:extLst xmlns:a="http://schemas.openxmlformats.org/drawingml/2006/main">
              <a:ext uri="{FF2B5EF4-FFF2-40B4-BE49-F238E27FC236}">
                <a16:creationId xmlns:a16="http://schemas.microsoft.com/office/drawing/2014/main" id="{EBE40B6F-FE6E-5F2A-BBB7-FEEA3509CA8C}"/>
              </a:ext>
            </a:extLst>
          </p:cNvPr>
          <p:cNvSpPr>
            <a:spLocks xmlns:a="http://schemas.openxmlformats.org/drawingml/2006/main" noGrp="1"/>
          </p:cNvSpPr>
          <p:nvPr/>
        </p:nvSpPr>
        <p:spPr>
          <a:xfrm xmlns:a="http://schemas.openxmlformats.org/drawingml/2006/main">
            <a:off x="533400" y="3524250"/>
            <a:ext cx="3476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75" b="1">
                <a:solidFill>
                  <a:srgbClr val="345D70"/>
                </a:solidFill>
                <a:latin typeface="Segoe UI"/>
                <a:ea typeface="Segoe UI"/>
                <a:cs typeface="Segoe UI"/>
              </a:defRPr>
            </a:defPPr>
            <a:lvl1pPr>
              <a:buNone/>
              <a:defRPr sz="1800" b="1">
                <a:solidFill>
                  <a:srgbClr val="345D70"/>
                </a:solidFill>
                <a:latin typeface="Segoe UI"/>
                <a:ea typeface="Segoe UI"/>
                <a:cs typeface="Segoe UI"/>
              </a:defRPr>
            </a:lvl1pPr>
            <a:lvl2pPr>
              <a:buNone/>
              <a:defRPr sz="1800" b="1">
                <a:solidFill>
                  <a:srgbClr val="345D70"/>
                </a:solidFill>
                <a:latin typeface="Segoe UI"/>
                <a:ea typeface="Segoe UI"/>
                <a:cs typeface="Segoe UI"/>
              </a:defRPr>
            </a:lvl2pPr>
            <a:lvl3pPr>
              <a:buNone/>
              <a:defRPr sz="1800" b="1">
                <a:solidFill>
                  <a:srgbClr val="345D70"/>
                </a:solidFill>
                <a:latin typeface="Segoe UI"/>
                <a:ea typeface="Segoe UI"/>
                <a:cs typeface="Segoe UI"/>
              </a:defRPr>
            </a:lvl3pPr>
            <a:lvl4pPr>
              <a:buNone/>
              <a:defRPr sz="1800" b="1">
                <a:solidFill>
                  <a:srgbClr val="345D70"/>
                </a:solidFill>
                <a:latin typeface="Segoe UI"/>
                <a:ea typeface="Segoe UI"/>
                <a:cs typeface="Segoe UI"/>
              </a:defRPr>
            </a:lvl4pPr>
            <a:lvl5pPr>
              <a:buNone/>
              <a:defRPr sz="1800" b="1">
                <a:solidFill>
                  <a:srgbClr val="345D70"/>
                </a:solidFill>
                <a:latin typeface="Segoe UI"/>
                <a:ea typeface="Segoe UI"/>
                <a:cs typeface="Segoe UI"/>
              </a:defRPr>
            </a:lvl5pPr>
            <a:lvl6pPr>
              <a:buNone/>
              <a:defRPr sz="1800" b="1">
                <a:solidFill>
                  <a:srgbClr val="345D70"/>
                </a:solidFill>
                <a:latin typeface="Segoe UI"/>
                <a:ea typeface="Segoe UI"/>
                <a:cs typeface="Segoe UI"/>
              </a:defRPr>
            </a:lvl6pPr>
            <a:lvl7pPr>
              <a:buNone/>
              <a:defRPr sz="1800" b="1">
                <a:solidFill>
                  <a:srgbClr val="345D70"/>
                </a:solidFill>
                <a:latin typeface="Segoe UI"/>
                <a:ea typeface="Segoe UI"/>
                <a:cs typeface="Segoe UI"/>
              </a:defRPr>
            </a:lvl7pPr>
            <a:lvl8pPr>
              <a:buNone/>
              <a:defRPr sz="1800" b="1">
                <a:solidFill>
                  <a:srgbClr val="345D70"/>
                </a:solidFill>
                <a:latin typeface="Segoe UI"/>
                <a:ea typeface="Segoe UI"/>
                <a:cs typeface="Segoe UI"/>
              </a:defRPr>
            </a:lvl8pPr>
            <a:lvl9pPr>
              <a:buNone/>
              <a:defRPr sz="1800" b="1">
                <a:solidFill>
                  <a:srgbClr val="345D70"/>
                </a:solidFill>
                <a:latin typeface="Segoe UI"/>
                <a:ea typeface="Segoe UI"/>
                <a:cs typeface="Segoe UI"/>
              </a:defRPr>
            </a:lvl9pPr>
          </a:lstStyle>
          <a:p xmlns:a="http://schemas.openxmlformats.org/drawingml/2006/main">
            <a:pPr>
              <a:buNone/>
              <a:defRPr sz="1800" b="1">
                <a:solidFill>
                  <a:srgbClr val="345D70"/>
                </a:solidFill>
                <a:latin typeface="Segoe UI"/>
                <a:ea typeface="Segoe UI"/>
                <a:cs typeface="Segoe UI"/>
              </a:defRPr>
            </a:pPr>
            <a:r>
              <a:rPr sz="1875" b="1">
                <a:solidFill>
                  <a:srgbClr val="345D70"/>
                </a:solidFill>
                <a:latin typeface="Segoe UI"/>
                <a:ea typeface="Segoe UI"/>
                <a:cs typeface="Segoe UI"/>
              </a:rPr>
              <a:t>SUPPORTED</a:t>
            </a:r>
          </a:p>
        </p:txBody>
      </p:sp>
      <p:sp>
        <p:nvSpPr>
          <p:cNvPr id="6" name="route-rule-SUPPORTED">
            <a:extLst xmlns:a="http://schemas.openxmlformats.org/drawingml/2006/main">
              <a:ext uri="{FF2B5EF4-FFF2-40B4-BE49-F238E27FC236}">
                <a16:creationId xmlns:a16="http://schemas.microsoft.com/office/drawing/2014/main" id="{A1620A04-ECC6-5B1B-8EBD-1264C77192BA}"/>
              </a:ext>
            </a:extLst>
          </p:cNvPr>
          <p:cNvSpPr>
            <a:spLocks xmlns:a="http://schemas.openxmlformats.org/drawingml/2006/main" noGrp="1"/>
          </p:cNvSpPr>
          <p:nvPr/>
        </p:nvSpPr>
        <p:spPr>
          <a:xfrm xmlns:a="http://schemas.openxmlformats.org/drawingml/2006/main">
            <a:off x="533400" y="3971925"/>
            <a:ext cx="3476625" cy="19050"/>
          </a:xfrm>
          <a:prstGeom xmlns:a="http://schemas.openxmlformats.org/drawingml/2006/main" prst="rect">
            <a:avLst/>
          </a:prstGeom>
          <a:solidFill xmlns:a="http://schemas.openxmlformats.org/drawingml/2006/main">
            <a:srgbClr val="CDD8DD"/>
          </a:solidFill>
          <a:ln xmlns:a="http://schemas.openxmlformats.org/drawingml/2006/main" w="0">
            <a:noFill/>
            <a:prstDash val="solid"/>
          </a:ln>
        </p:spPr>
      </p:sp>
      <p:sp>
        <p:nvSpPr>
          <p:cNvPr id="7" name="route-body-SUPPORTED">
            <a:extLst xmlns:a="http://schemas.openxmlformats.org/drawingml/2006/main">
              <a:ext uri="{FF2B5EF4-FFF2-40B4-BE49-F238E27FC236}">
                <a16:creationId xmlns:a16="http://schemas.microsoft.com/office/drawing/2014/main" id="{DD26530C-2546-5E19-8CD3-0577171C6172}"/>
              </a:ext>
            </a:extLst>
          </p:cNvPr>
          <p:cNvSpPr>
            <a:spLocks xmlns:a="http://schemas.openxmlformats.org/drawingml/2006/main" noGrp="1"/>
          </p:cNvSpPr>
          <p:nvPr/>
        </p:nvSpPr>
        <p:spPr>
          <a:xfrm xmlns:a="http://schemas.openxmlformats.org/drawingml/2006/main">
            <a:off x="533400" y="4200525"/>
            <a:ext cx="3476625"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0">
                <a:solidFill>
                  <a:srgbClr val="192E3B"/>
                </a:solidFill>
                <a:latin typeface="Segoe UI"/>
                <a:ea typeface="Segoe UI"/>
                <a:cs typeface="Segoe UI"/>
              </a:defRPr>
            </a:defPPr>
            <a:lvl1pPr>
              <a:buNone/>
              <a:defRPr sz="1800" b="0">
                <a:solidFill>
                  <a:srgbClr val="192E3B"/>
                </a:solidFill>
                <a:latin typeface="Segoe UI"/>
                <a:ea typeface="Segoe UI"/>
                <a:cs typeface="Segoe UI"/>
              </a:defRPr>
            </a:lvl1pPr>
            <a:lvl2pPr>
              <a:buNone/>
              <a:defRPr sz="1800" b="0">
                <a:solidFill>
                  <a:srgbClr val="192E3B"/>
                </a:solidFill>
                <a:latin typeface="Segoe UI"/>
                <a:ea typeface="Segoe UI"/>
                <a:cs typeface="Segoe UI"/>
              </a:defRPr>
            </a:lvl2pPr>
            <a:lvl3pPr>
              <a:buNone/>
              <a:defRPr sz="1800" b="0">
                <a:solidFill>
                  <a:srgbClr val="192E3B"/>
                </a:solidFill>
                <a:latin typeface="Segoe UI"/>
                <a:ea typeface="Segoe UI"/>
                <a:cs typeface="Segoe UI"/>
              </a:defRPr>
            </a:lvl3pPr>
            <a:lvl4pPr>
              <a:buNone/>
              <a:defRPr sz="1800" b="0">
                <a:solidFill>
                  <a:srgbClr val="192E3B"/>
                </a:solidFill>
                <a:latin typeface="Segoe UI"/>
                <a:ea typeface="Segoe UI"/>
                <a:cs typeface="Segoe UI"/>
              </a:defRPr>
            </a:lvl4pPr>
            <a:lvl5pPr>
              <a:buNone/>
              <a:defRPr sz="1800" b="0">
                <a:solidFill>
                  <a:srgbClr val="192E3B"/>
                </a:solidFill>
                <a:latin typeface="Segoe UI"/>
                <a:ea typeface="Segoe UI"/>
                <a:cs typeface="Segoe UI"/>
              </a:defRPr>
            </a:lvl5pPr>
            <a:lvl6pPr>
              <a:buNone/>
              <a:defRPr sz="1800" b="0">
                <a:solidFill>
                  <a:srgbClr val="192E3B"/>
                </a:solidFill>
                <a:latin typeface="Segoe UI"/>
                <a:ea typeface="Segoe UI"/>
                <a:cs typeface="Segoe UI"/>
              </a:defRPr>
            </a:lvl6pPr>
            <a:lvl7pPr>
              <a:buNone/>
              <a:defRPr sz="1800" b="0">
                <a:solidFill>
                  <a:srgbClr val="192E3B"/>
                </a:solidFill>
                <a:latin typeface="Segoe UI"/>
                <a:ea typeface="Segoe UI"/>
                <a:cs typeface="Segoe UI"/>
              </a:defRPr>
            </a:lvl7pPr>
            <a:lvl8pPr>
              <a:buNone/>
              <a:defRPr sz="1800" b="0">
                <a:solidFill>
                  <a:srgbClr val="192E3B"/>
                </a:solidFill>
                <a:latin typeface="Segoe UI"/>
                <a:ea typeface="Segoe UI"/>
                <a:cs typeface="Segoe UI"/>
              </a:defRPr>
            </a:lvl8pPr>
            <a:lvl9pPr>
              <a:buNone/>
              <a:defRPr sz="1800" b="0">
                <a:solidFill>
                  <a:srgbClr val="192E3B"/>
                </a:solidFill>
                <a:latin typeface="Segoe UI"/>
                <a:ea typeface="Segoe UI"/>
                <a:cs typeface="Segoe UI"/>
              </a:defRPr>
            </a:lvl9pPr>
          </a:lstStyle>
          <a:p xmlns:a="http://schemas.openxmlformats.org/drawingml/2006/main">
            <a:pPr>
              <a:buNone/>
              <a:defRPr sz="1800" b="0">
                <a:solidFill>
                  <a:srgbClr val="192E3B"/>
                </a:solidFill>
                <a:latin typeface="Segoe UI"/>
                <a:ea typeface="Segoe UI"/>
                <a:cs typeface="Segoe UI"/>
              </a:defRPr>
            </a:pPr>
            <a:r>
              <a:rPr sz="1800" b="0">
                <a:solidFill>
                  <a:srgbClr val="192E3B"/>
                </a:solidFill>
                <a:latin typeface="Segoe UI"/>
                <a:ea typeface="Segoe UI"/>
                <a:cs typeface="Segoe UI"/>
              </a:rPr>
              <a:t>Point to your job or a photo.</a:t>
            </a:r>
          </a:p>
          <a:p xmlns:a="http://schemas.openxmlformats.org/drawingml/2006/main">
            <a:pPr>
              <a:buNone/>
              <a:defRPr sz="1800" b="0">
                <a:solidFill>
                  <a:srgbClr val="192E3B"/>
                </a:solidFill>
                <a:latin typeface="Segoe UI"/>
                <a:ea typeface="Segoe UI"/>
                <a:cs typeface="Segoe UI"/>
              </a:defRPr>
            </a:pPr>
            <a:r>
              <a:rPr sz="1800" b="0">
                <a:solidFill>
                  <a:srgbClr val="192E3B"/>
                </a:solidFill>
                <a:latin typeface="Segoe UI"/>
                <a:ea typeface="Segoe UI"/>
                <a:cs typeface="Segoe UI"/>
              </a:rPr>
              <a:t>An adult can write your words.</a:t>
            </a:r>
          </a:p>
        </p:txBody>
      </p:sp>
      <p:sp>
        <p:nvSpPr>
          <p:cNvPr id="8" name="route-STANDARD">
            <a:extLst xmlns:a="http://schemas.openxmlformats.org/drawingml/2006/main">
              <a:ext uri="{FF2B5EF4-FFF2-40B4-BE49-F238E27FC236}">
                <a16:creationId xmlns:a16="http://schemas.microsoft.com/office/drawing/2014/main" id="{0FE72E2C-EF6E-5307-AB91-CDA315978267}"/>
              </a:ext>
            </a:extLst>
          </p:cNvPr>
          <p:cNvSpPr>
            <a:spLocks xmlns:a="http://schemas.openxmlformats.org/drawingml/2006/main" noGrp="1"/>
          </p:cNvSpPr>
          <p:nvPr/>
        </p:nvSpPr>
        <p:spPr>
          <a:xfrm xmlns:a="http://schemas.openxmlformats.org/drawingml/2006/main">
            <a:off x="4314825" y="3524250"/>
            <a:ext cx="3476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75" b="1">
                <a:solidFill>
                  <a:srgbClr val="345D70"/>
                </a:solidFill>
                <a:latin typeface="Segoe UI"/>
                <a:ea typeface="Segoe UI"/>
                <a:cs typeface="Segoe UI"/>
              </a:defRPr>
            </a:defPPr>
            <a:lvl1pPr>
              <a:buNone/>
              <a:defRPr sz="1800" b="1">
                <a:solidFill>
                  <a:srgbClr val="345D70"/>
                </a:solidFill>
                <a:latin typeface="Segoe UI"/>
                <a:ea typeface="Segoe UI"/>
                <a:cs typeface="Segoe UI"/>
              </a:defRPr>
            </a:lvl1pPr>
            <a:lvl2pPr>
              <a:buNone/>
              <a:defRPr sz="1800" b="1">
                <a:solidFill>
                  <a:srgbClr val="345D70"/>
                </a:solidFill>
                <a:latin typeface="Segoe UI"/>
                <a:ea typeface="Segoe UI"/>
                <a:cs typeface="Segoe UI"/>
              </a:defRPr>
            </a:lvl2pPr>
            <a:lvl3pPr>
              <a:buNone/>
              <a:defRPr sz="1800" b="1">
                <a:solidFill>
                  <a:srgbClr val="345D70"/>
                </a:solidFill>
                <a:latin typeface="Segoe UI"/>
                <a:ea typeface="Segoe UI"/>
                <a:cs typeface="Segoe UI"/>
              </a:defRPr>
            </a:lvl3pPr>
            <a:lvl4pPr>
              <a:buNone/>
              <a:defRPr sz="1800" b="1">
                <a:solidFill>
                  <a:srgbClr val="345D70"/>
                </a:solidFill>
                <a:latin typeface="Segoe UI"/>
                <a:ea typeface="Segoe UI"/>
                <a:cs typeface="Segoe UI"/>
              </a:defRPr>
            </a:lvl4pPr>
            <a:lvl5pPr>
              <a:buNone/>
              <a:defRPr sz="1800" b="1">
                <a:solidFill>
                  <a:srgbClr val="345D70"/>
                </a:solidFill>
                <a:latin typeface="Segoe UI"/>
                <a:ea typeface="Segoe UI"/>
                <a:cs typeface="Segoe UI"/>
              </a:defRPr>
            </a:lvl5pPr>
            <a:lvl6pPr>
              <a:buNone/>
              <a:defRPr sz="1800" b="1">
                <a:solidFill>
                  <a:srgbClr val="345D70"/>
                </a:solidFill>
                <a:latin typeface="Segoe UI"/>
                <a:ea typeface="Segoe UI"/>
                <a:cs typeface="Segoe UI"/>
              </a:defRPr>
            </a:lvl6pPr>
            <a:lvl7pPr>
              <a:buNone/>
              <a:defRPr sz="1800" b="1">
                <a:solidFill>
                  <a:srgbClr val="345D70"/>
                </a:solidFill>
                <a:latin typeface="Segoe UI"/>
                <a:ea typeface="Segoe UI"/>
                <a:cs typeface="Segoe UI"/>
              </a:defRPr>
            </a:lvl7pPr>
            <a:lvl8pPr>
              <a:buNone/>
              <a:defRPr sz="1800" b="1">
                <a:solidFill>
                  <a:srgbClr val="345D70"/>
                </a:solidFill>
                <a:latin typeface="Segoe UI"/>
                <a:ea typeface="Segoe UI"/>
                <a:cs typeface="Segoe UI"/>
              </a:defRPr>
            </a:lvl8pPr>
            <a:lvl9pPr>
              <a:buNone/>
              <a:defRPr sz="1800" b="1">
                <a:solidFill>
                  <a:srgbClr val="345D70"/>
                </a:solidFill>
                <a:latin typeface="Segoe UI"/>
                <a:ea typeface="Segoe UI"/>
                <a:cs typeface="Segoe UI"/>
              </a:defRPr>
            </a:lvl9pPr>
          </a:lstStyle>
          <a:p xmlns:a="http://schemas.openxmlformats.org/drawingml/2006/main">
            <a:pPr>
              <a:buNone/>
              <a:defRPr sz="1800" b="1">
                <a:solidFill>
                  <a:srgbClr val="345D70"/>
                </a:solidFill>
                <a:latin typeface="Segoe UI"/>
                <a:ea typeface="Segoe UI"/>
                <a:cs typeface="Segoe UI"/>
              </a:defRPr>
            </a:pPr>
            <a:r>
              <a:rPr sz="1875" b="1">
                <a:solidFill>
                  <a:srgbClr val="345D70"/>
                </a:solidFill>
                <a:latin typeface="Segoe UI"/>
                <a:ea typeface="Segoe UI"/>
                <a:cs typeface="Segoe UI"/>
              </a:rPr>
              <a:t>STANDARD</a:t>
            </a:r>
          </a:p>
        </p:txBody>
      </p:sp>
      <p:sp>
        <p:nvSpPr>
          <p:cNvPr id="9" name="route-rule-STANDARD">
            <a:extLst xmlns:a="http://schemas.openxmlformats.org/drawingml/2006/main">
              <a:ext uri="{FF2B5EF4-FFF2-40B4-BE49-F238E27FC236}">
                <a16:creationId xmlns:a16="http://schemas.microsoft.com/office/drawing/2014/main" id="{39E61EBA-0489-5E0F-8A53-29B1633E20D6}"/>
              </a:ext>
            </a:extLst>
          </p:cNvPr>
          <p:cNvSpPr>
            <a:spLocks xmlns:a="http://schemas.openxmlformats.org/drawingml/2006/main" noGrp="1"/>
          </p:cNvSpPr>
          <p:nvPr/>
        </p:nvSpPr>
        <p:spPr>
          <a:xfrm xmlns:a="http://schemas.openxmlformats.org/drawingml/2006/main">
            <a:off x="4314825" y="3971925"/>
            <a:ext cx="3476625" cy="19050"/>
          </a:xfrm>
          <a:prstGeom xmlns:a="http://schemas.openxmlformats.org/drawingml/2006/main" prst="rect">
            <a:avLst/>
          </a:prstGeom>
          <a:solidFill xmlns:a="http://schemas.openxmlformats.org/drawingml/2006/main">
            <a:srgbClr val="CDD8DD"/>
          </a:solidFill>
          <a:ln xmlns:a="http://schemas.openxmlformats.org/drawingml/2006/main" w="0">
            <a:noFill/>
            <a:prstDash val="solid"/>
          </a:ln>
        </p:spPr>
      </p:sp>
      <p:sp>
        <p:nvSpPr>
          <p:cNvPr id="10" name="route-body-STANDARD">
            <a:extLst xmlns:a="http://schemas.openxmlformats.org/drawingml/2006/main">
              <a:ext uri="{FF2B5EF4-FFF2-40B4-BE49-F238E27FC236}">
                <a16:creationId xmlns:a16="http://schemas.microsoft.com/office/drawing/2014/main" id="{1A2A1F77-4D19-5F8F-B713-75CA28A3E509}"/>
              </a:ext>
            </a:extLst>
          </p:cNvPr>
          <p:cNvSpPr>
            <a:spLocks xmlns:a="http://schemas.openxmlformats.org/drawingml/2006/main" noGrp="1"/>
          </p:cNvSpPr>
          <p:nvPr/>
        </p:nvSpPr>
        <p:spPr>
          <a:xfrm xmlns:a="http://schemas.openxmlformats.org/drawingml/2006/main">
            <a:off x="4314825" y="4200525"/>
            <a:ext cx="3476625"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0">
                <a:solidFill>
                  <a:srgbClr val="192E3B"/>
                </a:solidFill>
                <a:latin typeface="Segoe UI"/>
                <a:ea typeface="Segoe UI"/>
                <a:cs typeface="Segoe UI"/>
              </a:defRPr>
            </a:defPPr>
            <a:lvl1pPr>
              <a:buNone/>
              <a:defRPr sz="1800" b="0">
                <a:solidFill>
                  <a:srgbClr val="192E3B"/>
                </a:solidFill>
                <a:latin typeface="Segoe UI"/>
                <a:ea typeface="Segoe UI"/>
                <a:cs typeface="Segoe UI"/>
              </a:defRPr>
            </a:lvl1pPr>
            <a:lvl2pPr>
              <a:buNone/>
              <a:defRPr sz="1800" b="0">
                <a:solidFill>
                  <a:srgbClr val="192E3B"/>
                </a:solidFill>
                <a:latin typeface="Segoe UI"/>
                <a:ea typeface="Segoe UI"/>
                <a:cs typeface="Segoe UI"/>
              </a:defRPr>
            </a:lvl2pPr>
            <a:lvl3pPr>
              <a:buNone/>
              <a:defRPr sz="1800" b="0">
                <a:solidFill>
                  <a:srgbClr val="192E3B"/>
                </a:solidFill>
                <a:latin typeface="Segoe UI"/>
                <a:ea typeface="Segoe UI"/>
                <a:cs typeface="Segoe UI"/>
              </a:defRPr>
            </a:lvl3pPr>
            <a:lvl4pPr>
              <a:buNone/>
              <a:defRPr sz="1800" b="0">
                <a:solidFill>
                  <a:srgbClr val="192E3B"/>
                </a:solidFill>
                <a:latin typeface="Segoe UI"/>
                <a:ea typeface="Segoe UI"/>
                <a:cs typeface="Segoe UI"/>
              </a:defRPr>
            </a:lvl4pPr>
            <a:lvl5pPr>
              <a:buNone/>
              <a:defRPr sz="1800" b="0">
                <a:solidFill>
                  <a:srgbClr val="192E3B"/>
                </a:solidFill>
                <a:latin typeface="Segoe UI"/>
                <a:ea typeface="Segoe UI"/>
                <a:cs typeface="Segoe UI"/>
              </a:defRPr>
            </a:lvl5pPr>
            <a:lvl6pPr>
              <a:buNone/>
              <a:defRPr sz="1800" b="0">
                <a:solidFill>
                  <a:srgbClr val="192E3B"/>
                </a:solidFill>
                <a:latin typeface="Segoe UI"/>
                <a:ea typeface="Segoe UI"/>
                <a:cs typeface="Segoe UI"/>
              </a:defRPr>
            </a:lvl6pPr>
            <a:lvl7pPr>
              <a:buNone/>
              <a:defRPr sz="1800" b="0">
                <a:solidFill>
                  <a:srgbClr val="192E3B"/>
                </a:solidFill>
                <a:latin typeface="Segoe UI"/>
                <a:ea typeface="Segoe UI"/>
                <a:cs typeface="Segoe UI"/>
              </a:defRPr>
            </a:lvl7pPr>
            <a:lvl8pPr>
              <a:buNone/>
              <a:defRPr sz="1800" b="0">
                <a:solidFill>
                  <a:srgbClr val="192E3B"/>
                </a:solidFill>
                <a:latin typeface="Segoe UI"/>
                <a:ea typeface="Segoe UI"/>
                <a:cs typeface="Segoe UI"/>
              </a:defRPr>
            </a:lvl8pPr>
            <a:lvl9pPr>
              <a:buNone/>
              <a:defRPr sz="1800" b="0">
                <a:solidFill>
                  <a:srgbClr val="192E3B"/>
                </a:solidFill>
                <a:latin typeface="Segoe UI"/>
                <a:ea typeface="Segoe UI"/>
                <a:cs typeface="Segoe UI"/>
              </a:defRPr>
            </a:lvl9pPr>
          </a:lstStyle>
          <a:p xmlns:a="http://schemas.openxmlformats.org/drawingml/2006/main">
            <a:pPr>
              <a:buNone/>
              <a:defRPr sz="1800" b="0">
                <a:solidFill>
                  <a:srgbClr val="192E3B"/>
                </a:solidFill>
                <a:latin typeface="Segoe UI"/>
                <a:ea typeface="Segoe UI"/>
                <a:cs typeface="Segoe UI"/>
              </a:defRPr>
            </a:pPr>
            <a:r>
              <a:rPr sz="1800" b="0">
                <a:solidFill>
                  <a:srgbClr val="192E3B"/>
                </a:solidFill>
                <a:latin typeface="Segoe UI"/>
                <a:ea typeface="Segoe UI"/>
                <a:cs typeface="Segoe UI"/>
              </a:rPr>
              <a:t>Name your job and its effect.</a:t>
            </a:r>
          </a:p>
          <a:p xmlns:a="http://schemas.openxmlformats.org/drawingml/2006/main">
            <a:pPr>
              <a:buNone/>
              <a:defRPr sz="1800" b="0">
                <a:solidFill>
                  <a:srgbClr val="192E3B"/>
                </a:solidFill>
                <a:latin typeface="Segoe UI"/>
                <a:ea typeface="Segoe UI"/>
                <a:cs typeface="Segoe UI"/>
              </a:defRPr>
            </a:pPr>
            <a:r>
              <a:rPr sz="1800" b="0">
                <a:solidFill>
                  <a:srgbClr val="192E3B"/>
                </a:solidFill>
                <a:latin typeface="Segoe UI"/>
                <a:ea typeface="Segoe UI"/>
                <a:cs typeface="Segoe UI"/>
              </a:rPr>
              <a:t>Show one trace of your work.</a:t>
            </a:r>
          </a:p>
        </p:txBody>
      </p:sp>
      <p:sp>
        <p:nvSpPr>
          <p:cNvPr id="11" name="route-STRETCH">
            <a:extLst xmlns:a="http://schemas.openxmlformats.org/drawingml/2006/main">
              <a:ext uri="{FF2B5EF4-FFF2-40B4-BE49-F238E27FC236}">
                <a16:creationId xmlns:a16="http://schemas.microsoft.com/office/drawing/2014/main" id="{97ACF74A-4110-500B-8C24-9613E649F802}"/>
              </a:ext>
            </a:extLst>
          </p:cNvPr>
          <p:cNvSpPr>
            <a:spLocks xmlns:a="http://schemas.openxmlformats.org/drawingml/2006/main" noGrp="1"/>
          </p:cNvSpPr>
          <p:nvPr/>
        </p:nvSpPr>
        <p:spPr>
          <a:xfrm xmlns:a="http://schemas.openxmlformats.org/drawingml/2006/main">
            <a:off x="8096250" y="3524250"/>
            <a:ext cx="3476625"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75" b="1">
                <a:solidFill>
                  <a:srgbClr val="345D70"/>
                </a:solidFill>
                <a:latin typeface="Segoe UI"/>
                <a:ea typeface="Segoe UI"/>
                <a:cs typeface="Segoe UI"/>
              </a:defRPr>
            </a:defPPr>
            <a:lvl1pPr>
              <a:buNone/>
              <a:defRPr sz="1800" b="1">
                <a:solidFill>
                  <a:srgbClr val="345D70"/>
                </a:solidFill>
                <a:latin typeface="Segoe UI"/>
                <a:ea typeface="Segoe UI"/>
                <a:cs typeface="Segoe UI"/>
              </a:defRPr>
            </a:lvl1pPr>
            <a:lvl2pPr>
              <a:buNone/>
              <a:defRPr sz="1800" b="1">
                <a:solidFill>
                  <a:srgbClr val="345D70"/>
                </a:solidFill>
                <a:latin typeface="Segoe UI"/>
                <a:ea typeface="Segoe UI"/>
                <a:cs typeface="Segoe UI"/>
              </a:defRPr>
            </a:lvl2pPr>
            <a:lvl3pPr>
              <a:buNone/>
              <a:defRPr sz="1800" b="1">
                <a:solidFill>
                  <a:srgbClr val="345D70"/>
                </a:solidFill>
                <a:latin typeface="Segoe UI"/>
                <a:ea typeface="Segoe UI"/>
                <a:cs typeface="Segoe UI"/>
              </a:defRPr>
            </a:lvl3pPr>
            <a:lvl4pPr>
              <a:buNone/>
              <a:defRPr sz="1800" b="1">
                <a:solidFill>
                  <a:srgbClr val="345D70"/>
                </a:solidFill>
                <a:latin typeface="Segoe UI"/>
                <a:ea typeface="Segoe UI"/>
                <a:cs typeface="Segoe UI"/>
              </a:defRPr>
            </a:lvl4pPr>
            <a:lvl5pPr>
              <a:buNone/>
              <a:defRPr sz="1800" b="1">
                <a:solidFill>
                  <a:srgbClr val="345D70"/>
                </a:solidFill>
                <a:latin typeface="Segoe UI"/>
                <a:ea typeface="Segoe UI"/>
                <a:cs typeface="Segoe UI"/>
              </a:defRPr>
            </a:lvl5pPr>
            <a:lvl6pPr>
              <a:buNone/>
              <a:defRPr sz="1800" b="1">
                <a:solidFill>
                  <a:srgbClr val="345D70"/>
                </a:solidFill>
                <a:latin typeface="Segoe UI"/>
                <a:ea typeface="Segoe UI"/>
                <a:cs typeface="Segoe UI"/>
              </a:defRPr>
            </a:lvl6pPr>
            <a:lvl7pPr>
              <a:buNone/>
              <a:defRPr sz="1800" b="1">
                <a:solidFill>
                  <a:srgbClr val="345D70"/>
                </a:solidFill>
                <a:latin typeface="Segoe UI"/>
                <a:ea typeface="Segoe UI"/>
                <a:cs typeface="Segoe UI"/>
              </a:defRPr>
            </a:lvl7pPr>
            <a:lvl8pPr>
              <a:buNone/>
              <a:defRPr sz="1800" b="1">
                <a:solidFill>
                  <a:srgbClr val="345D70"/>
                </a:solidFill>
                <a:latin typeface="Segoe UI"/>
                <a:ea typeface="Segoe UI"/>
                <a:cs typeface="Segoe UI"/>
              </a:defRPr>
            </a:lvl8pPr>
            <a:lvl9pPr>
              <a:buNone/>
              <a:defRPr sz="1800" b="1">
                <a:solidFill>
                  <a:srgbClr val="345D70"/>
                </a:solidFill>
                <a:latin typeface="Segoe UI"/>
                <a:ea typeface="Segoe UI"/>
                <a:cs typeface="Segoe UI"/>
              </a:defRPr>
            </a:lvl9pPr>
          </a:lstStyle>
          <a:p xmlns:a="http://schemas.openxmlformats.org/drawingml/2006/main">
            <a:pPr>
              <a:buNone/>
              <a:defRPr sz="1800" b="1">
                <a:solidFill>
                  <a:srgbClr val="345D70"/>
                </a:solidFill>
                <a:latin typeface="Segoe UI"/>
                <a:ea typeface="Segoe UI"/>
                <a:cs typeface="Segoe UI"/>
              </a:defRPr>
            </a:pPr>
            <a:r>
              <a:rPr sz="1875" b="1">
                <a:solidFill>
                  <a:srgbClr val="345D70"/>
                </a:solidFill>
                <a:latin typeface="Segoe UI"/>
                <a:ea typeface="Segoe UI"/>
                <a:cs typeface="Segoe UI"/>
              </a:rPr>
              <a:t>STRETCH</a:t>
            </a:r>
          </a:p>
        </p:txBody>
      </p:sp>
      <p:sp>
        <p:nvSpPr>
          <p:cNvPr id="12" name="route-rule-STRETCH">
            <a:extLst xmlns:a="http://schemas.openxmlformats.org/drawingml/2006/main">
              <a:ext uri="{FF2B5EF4-FFF2-40B4-BE49-F238E27FC236}">
                <a16:creationId xmlns:a16="http://schemas.microsoft.com/office/drawing/2014/main" id="{CC961C58-4E3D-5331-B1AD-9BFD2E5EE5FB}"/>
              </a:ext>
            </a:extLst>
          </p:cNvPr>
          <p:cNvSpPr>
            <a:spLocks xmlns:a="http://schemas.openxmlformats.org/drawingml/2006/main" noGrp="1"/>
          </p:cNvSpPr>
          <p:nvPr/>
        </p:nvSpPr>
        <p:spPr>
          <a:xfrm xmlns:a="http://schemas.openxmlformats.org/drawingml/2006/main">
            <a:off x="8096250" y="3971925"/>
            <a:ext cx="3476625" cy="19050"/>
          </a:xfrm>
          <a:prstGeom xmlns:a="http://schemas.openxmlformats.org/drawingml/2006/main" prst="rect">
            <a:avLst/>
          </a:prstGeom>
          <a:solidFill xmlns:a="http://schemas.openxmlformats.org/drawingml/2006/main">
            <a:srgbClr val="CDD8DD"/>
          </a:solidFill>
          <a:ln xmlns:a="http://schemas.openxmlformats.org/drawingml/2006/main" w="0">
            <a:noFill/>
            <a:prstDash val="solid"/>
          </a:ln>
        </p:spPr>
      </p:sp>
      <p:sp>
        <p:nvSpPr>
          <p:cNvPr id="13" name="route-body-STRETCH">
            <a:extLst xmlns:a="http://schemas.openxmlformats.org/drawingml/2006/main">
              <a:ext uri="{FF2B5EF4-FFF2-40B4-BE49-F238E27FC236}">
                <a16:creationId xmlns:a16="http://schemas.microsoft.com/office/drawing/2014/main" id="{62AFABAD-9960-5B87-AFAC-159EB3DE5BF2}"/>
              </a:ext>
            </a:extLst>
          </p:cNvPr>
          <p:cNvSpPr>
            <a:spLocks xmlns:a="http://schemas.openxmlformats.org/drawingml/2006/main" noGrp="1"/>
          </p:cNvSpPr>
          <p:nvPr/>
        </p:nvSpPr>
        <p:spPr>
          <a:xfrm xmlns:a="http://schemas.openxmlformats.org/drawingml/2006/main">
            <a:off x="8096250" y="4200525"/>
            <a:ext cx="3476625"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0">
                <a:solidFill>
                  <a:srgbClr val="192E3B"/>
                </a:solidFill>
                <a:latin typeface="Segoe UI"/>
                <a:ea typeface="Segoe UI"/>
                <a:cs typeface="Segoe UI"/>
              </a:defRPr>
            </a:defPPr>
            <a:lvl1pPr>
              <a:buNone/>
              <a:defRPr sz="1800" b="0">
                <a:solidFill>
                  <a:srgbClr val="192E3B"/>
                </a:solidFill>
                <a:latin typeface="Segoe UI"/>
                <a:ea typeface="Segoe UI"/>
                <a:cs typeface="Segoe UI"/>
              </a:defRPr>
            </a:lvl1pPr>
            <a:lvl2pPr>
              <a:buNone/>
              <a:defRPr sz="1800" b="0">
                <a:solidFill>
                  <a:srgbClr val="192E3B"/>
                </a:solidFill>
                <a:latin typeface="Segoe UI"/>
                <a:ea typeface="Segoe UI"/>
                <a:cs typeface="Segoe UI"/>
              </a:defRPr>
            </a:lvl2pPr>
            <a:lvl3pPr>
              <a:buNone/>
              <a:defRPr sz="1800" b="0">
                <a:solidFill>
                  <a:srgbClr val="192E3B"/>
                </a:solidFill>
                <a:latin typeface="Segoe UI"/>
                <a:ea typeface="Segoe UI"/>
                <a:cs typeface="Segoe UI"/>
              </a:defRPr>
            </a:lvl3pPr>
            <a:lvl4pPr>
              <a:buNone/>
              <a:defRPr sz="1800" b="0">
                <a:solidFill>
                  <a:srgbClr val="192E3B"/>
                </a:solidFill>
                <a:latin typeface="Segoe UI"/>
                <a:ea typeface="Segoe UI"/>
                <a:cs typeface="Segoe UI"/>
              </a:defRPr>
            </a:lvl4pPr>
            <a:lvl5pPr>
              <a:buNone/>
              <a:defRPr sz="1800" b="0">
                <a:solidFill>
                  <a:srgbClr val="192E3B"/>
                </a:solidFill>
                <a:latin typeface="Segoe UI"/>
                <a:ea typeface="Segoe UI"/>
                <a:cs typeface="Segoe UI"/>
              </a:defRPr>
            </a:lvl5pPr>
            <a:lvl6pPr>
              <a:buNone/>
              <a:defRPr sz="1800" b="0">
                <a:solidFill>
                  <a:srgbClr val="192E3B"/>
                </a:solidFill>
                <a:latin typeface="Segoe UI"/>
                <a:ea typeface="Segoe UI"/>
                <a:cs typeface="Segoe UI"/>
              </a:defRPr>
            </a:lvl6pPr>
            <a:lvl7pPr>
              <a:buNone/>
              <a:defRPr sz="1800" b="0">
                <a:solidFill>
                  <a:srgbClr val="192E3B"/>
                </a:solidFill>
                <a:latin typeface="Segoe UI"/>
                <a:ea typeface="Segoe UI"/>
                <a:cs typeface="Segoe UI"/>
              </a:defRPr>
            </a:lvl7pPr>
            <a:lvl8pPr>
              <a:buNone/>
              <a:defRPr sz="1800" b="0">
                <a:solidFill>
                  <a:srgbClr val="192E3B"/>
                </a:solidFill>
                <a:latin typeface="Segoe UI"/>
                <a:ea typeface="Segoe UI"/>
                <a:cs typeface="Segoe UI"/>
              </a:defRPr>
            </a:lvl8pPr>
            <a:lvl9pPr>
              <a:buNone/>
              <a:defRPr sz="1800" b="0">
                <a:solidFill>
                  <a:srgbClr val="192E3B"/>
                </a:solidFill>
                <a:latin typeface="Segoe UI"/>
                <a:ea typeface="Segoe UI"/>
                <a:cs typeface="Segoe UI"/>
              </a:defRPr>
            </a:lvl9pPr>
          </a:lstStyle>
          <a:p xmlns:a="http://schemas.openxmlformats.org/drawingml/2006/main">
            <a:pPr>
              <a:buNone/>
              <a:defRPr sz="1800" b="0">
                <a:solidFill>
                  <a:srgbClr val="192E3B"/>
                </a:solidFill>
                <a:latin typeface="Segoe UI"/>
                <a:ea typeface="Segoe UI"/>
                <a:cs typeface="Segoe UI"/>
              </a:defRPr>
            </a:pPr>
            <a:r>
              <a:rPr sz="1800" b="0">
                <a:solidFill>
                  <a:srgbClr val="192E3B"/>
                </a:solidFill>
                <a:latin typeface="Segoe UI"/>
                <a:ea typeface="Segoe UI"/>
                <a:cs typeface="Segoe UI"/>
              </a:rPr>
              <a:t>Explain a change you made.</a:t>
            </a:r>
          </a:p>
          <a:p xmlns:a="http://schemas.openxmlformats.org/drawingml/2006/main">
            <a:pPr>
              <a:buNone/>
              <a:defRPr sz="1800" b="0">
                <a:solidFill>
                  <a:srgbClr val="192E3B"/>
                </a:solidFill>
                <a:latin typeface="Segoe UI"/>
                <a:ea typeface="Segoe UI"/>
                <a:cs typeface="Segoe UI"/>
              </a:defRPr>
            </a:pPr>
            <a:r>
              <a:rPr sz="1800" b="0">
                <a:solidFill>
                  <a:srgbClr val="192E3B"/>
                </a:solidFill>
                <a:latin typeface="Segoe UI"/>
                <a:ea typeface="Segoe UI"/>
                <a:cs typeface="Segoe UI"/>
              </a:rPr>
              <a:t>Show how it helped the team.</a:t>
            </a:r>
          </a:p>
        </p:txBody>
      </p:sp>
      <p:sp>
        <p:nvSpPr>
          <p:cNvPr id="14" name="credit">
            <a:extLst xmlns:a="http://schemas.openxmlformats.org/drawingml/2006/main">
              <a:ext uri="{FF2B5EF4-FFF2-40B4-BE49-F238E27FC236}">
                <a16:creationId xmlns:a16="http://schemas.microsoft.com/office/drawing/2014/main" id="{F119B814-ACBF-537C-9D3C-33210BBEFE31}"/>
              </a:ext>
            </a:extLst>
          </p:cNvPr>
          <p:cNvSpPr>
            <a:spLocks xmlns:a="http://schemas.openxmlformats.org/drawingml/2006/main" noGrp="1"/>
          </p:cNvSpPr>
          <p:nvPr/>
        </p:nvSpPr>
        <p:spPr>
          <a:xfrm xmlns:a="http://schemas.openxmlformats.org/drawingml/2006/main">
            <a:off x="533400" y="6515100"/>
            <a:ext cx="1104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788" b="0">
                <a:solidFill>
                  <a:srgbClr val="566574"/>
                </a:solidFill>
                <a:latin typeface="Segoe UI"/>
                <a:ea typeface="Segoe UI"/>
                <a:cs typeface="Segoe UI"/>
              </a:defRPr>
            </a:defPPr>
            <a:lvl1pPr>
              <a:buNone/>
              <a:defRPr sz="788" b="0">
                <a:solidFill>
                  <a:srgbClr val="566574"/>
                </a:solidFill>
                <a:latin typeface="Segoe UI"/>
                <a:ea typeface="Segoe UI"/>
                <a:cs typeface="Segoe UI"/>
              </a:defRPr>
            </a:lvl1pPr>
            <a:lvl2pPr>
              <a:buNone/>
              <a:defRPr sz="788" b="0">
                <a:solidFill>
                  <a:srgbClr val="566574"/>
                </a:solidFill>
                <a:latin typeface="Segoe UI"/>
                <a:ea typeface="Segoe UI"/>
                <a:cs typeface="Segoe UI"/>
              </a:defRPr>
            </a:lvl2pPr>
            <a:lvl3pPr>
              <a:buNone/>
              <a:defRPr sz="788" b="0">
                <a:solidFill>
                  <a:srgbClr val="566574"/>
                </a:solidFill>
                <a:latin typeface="Segoe UI"/>
                <a:ea typeface="Segoe UI"/>
                <a:cs typeface="Segoe UI"/>
              </a:defRPr>
            </a:lvl3pPr>
            <a:lvl4pPr>
              <a:buNone/>
              <a:defRPr sz="788" b="0">
                <a:solidFill>
                  <a:srgbClr val="566574"/>
                </a:solidFill>
                <a:latin typeface="Segoe UI"/>
                <a:ea typeface="Segoe UI"/>
                <a:cs typeface="Segoe UI"/>
              </a:defRPr>
            </a:lvl4pPr>
            <a:lvl5pPr>
              <a:buNone/>
              <a:defRPr sz="788" b="0">
                <a:solidFill>
                  <a:srgbClr val="566574"/>
                </a:solidFill>
                <a:latin typeface="Segoe UI"/>
                <a:ea typeface="Segoe UI"/>
                <a:cs typeface="Segoe UI"/>
              </a:defRPr>
            </a:lvl5pPr>
            <a:lvl6pPr>
              <a:buNone/>
              <a:defRPr sz="788" b="0">
                <a:solidFill>
                  <a:srgbClr val="566574"/>
                </a:solidFill>
                <a:latin typeface="Segoe UI"/>
                <a:ea typeface="Segoe UI"/>
                <a:cs typeface="Segoe UI"/>
              </a:defRPr>
            </a:lvl6pPr>
            <a:lvl7pPr>
              <a:buNone/>
              <a:defRPr sz="788" b="0">
                <a:solidFill>
                  <a:srgbClr val="566574"/>
                </a:solidFill>
                <a:latin typeface="Segoe UI"/>
                <a:ea typeface="Segoe UI"/>
                <a:cs typeface="Segoe UI"/>
              </a:defRPr>
            </a:lvl7pPr>
            <a:lvl8pPr>
              <a:buNone/>
              <a:defRPr sz="788" b="0">
                <a:solidFill>
                  <a:srgbClr val="566574"/>
                </a:solidFill>
                <a:latin typeface="Segoe UI"/>
                <a:ea typeface="Segoe UI"/>
                <a:cs typeface="Segoe UI"/>
              </a:defRPr>
            </a:lvl8pPr>
            <a:lvl9pPr>
              <a:buNone/>
              <a:defRPr sz="788" b="0">
                <a:solidFill>
                  <a:srgbClr val="566574"/>
                </a:solidFill>
                <a:latin typeface="Segoe UI"/>
                <a:ea typeface="Segoe UI"/>
                <a:cs typeface="Segoe UI"/>
              </a:defRPr>
            </a:lvl9pPr>
          </a:lstStyle>
          <a:p xmlns:a="http://schemas.openxmlformats.org/drawingml/2006/main">
            <a:pPr>
              <a:buNone/>
              <a:defRPr sz="788" b="0">
                <a:solidFill>
                  <a:srgbClr val="566574"/>
                </a:solidFill>
                <a:latin typeface="Segoe UI"/>
                <a:ea typeface="Segoe UI"/>
                <a:cs typeface="Segoe UI"/>
              </a:defRPr>
            </a:pPr>
            <a:r>
              <a:rPr sz="788" b="0">
                <a:solidFill>
                  <a:srgbClr val="566574"/>
                </a:solidFill>
                <a:latin typeface="Segoe UI"/>
                <a:ea typeface="Segoe UI"/>
                <a:cs typeface="Segoe UI"/>
              </a:rPr>
              <a:t>Made by Matt · © Matt Roper · CC BY-NC-SA 4.0: free for classroom use, share and adapt with credit, no resale</a:t>
            </a:r>
          </a:p>
        </p:txBody>
      </p:sp>
      <p:sp>
        <p:nvSpPr>
          <p:cNvPr id="15" name="page-number">
            <a:extLst xmlns:a="http://schemas.openxmlformats.org/drawingml/2006/main">
              <a:ext uri="{FF2B5EF4-FFF2-40B4-BE49-F238E27FC236}">
                <a16:creationId xmlns:a16="http://schemas.microsoft.com/office/drawing/2014/main" id="{E6985F5B-1414-5E3E-883C-F7FE06925FF1}"/>
              </a:ext>
            </a:extLst>
          </p:cNvPr>
          <p:cNvSpPr>
            <a:spLocks xmlns:a="http://schemas.openxmlformats.org/drawingml/2006/main" noGrp="1"/>
          </p:cNvSpPr>
          <p:nvPr/>
        </p:nvSpPr>
        <p:spPr>
          <a:xfrm xmlns:a="http://schemas.openxmlformats.org/drawingml/2006/main">
            <a:off x="11144250" y="62103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buNone/>
              <a:defRPr sz="1050" b="0">
                <a:solidFill>
                  <a:srgbClr val="566574"/>
                </a:solidFill>
                <a:latin typeface="Segoe UI"/>
                <a:ea typeface="Segoe UI"/>
                <a:cs typeface="Segoe UI"/>
              </a:defRPr>
            </a:lvl1pPr>
            <a:lvl2pPr>
              <a:buNone/>
              <a:defRPr sz="1050" b="0">
                <a:solidFill>
                  <a:srgbClr val="566574"/>
                </a:solidFill>
                <a:latin typeface="Segoe UI"/>
                <a:ea typeface="Segoe UI"/>
                <a:cs typeface="Segoe UI"/>
              </a:defRPr>
            </a:lvl2pPr>
            <a:lvl3pPr>
              <a:buNone/>
              <a:defRPr sz="1050" b="0">
                <a:solidFill>
                  <a:srgbClr val="566574"/>
                </a:solidFill>
                <a:latin typeface="Segoe UI"/>
                <a:ea typeface="Segoe UI"/>
                <a:cs typeface="Segoe UI"/>
              </a:defRPr>
            </a:lvl3pPr>
            <a:lvl4pPr>
              <a:buNone/>
              <a:defRPr sz="1050" b="0">
                <a:solidFill>
                  <a:srgbClr val="566574"/>
                </a:solidFill>
                <a:latin typeface="Segoe UI"/>
                <a:ea typeface="Segoe UI"/>
                <a:cs typeface="Segoe UI"/>
              </a:defRPr>
            </a:lvl4pPr>
            <a:lvl5pPr>
              <a:buNone/>
              <a:defRPr sz="1050" b="0">
                <a:solidFill>
                  <a:srgbClr val="566574"/>
                </a:solidFill>
                <a:latin typeface="Segoe UI"/>
                <a:ea typeface="Segoe UI"/>
                <a:cs typeface="Segoe UI"/>
              </a:defRPr>
            </a:lvl5pPr>
            <a:lvl6pPr>
              <a:buNone/>
              <a:defRPr sz="1050" b="0">
                <a:solidFill>
                  <a:srgbClr val="566574"/>
                </a:solidFill>
                <a:latin typeface="Segoe UI"/>
                <a:ea typeface="Segoe UI"/>
                <a:cs typeface="Segoe UI"/>
              </a:defRPr>
            </a:lvl6pPr>
            <a:lvl7pPr>
              <a:buNone/>
              <a:defRPr sz="1050" b="0">
                <a:solidFill>
                  <a:srgbClr val="566574"/>
                </a:solidFill>
                <a:latin typeface="Segoe UI"/>
                <a:ea typeface="Segoe UI"/>
                <a:cs typeface="Segoe UI"/>
              </a:defRPr>
            </a:lvl7pPr>
            <a:lvl8pPr>
              <a:buNone/>
              <a:defRPr sz="1050" b="0">
                <a:solidFill>
                  <a:srgbClr val="566574"/>
                </a:solidFill>
                <a:latin typeface="Segoe UI"/>
                <a:ea typeface="Segoe UI"/>
                <a:cs typeface="Segoe UI"/>
              </a:defRPr>
            </a:lvl8pPr>
            <a:lvl9pPr>
              <a:buNone/>
              <a:defRPr sz="1050" b="0">
                <a:solidFill>
                  <a:srgbClr val="566574"/>
                </a:solidFill>
                <a:latin typeface="Segoe UI"/>
                <a:ea typeface="Segoe UI"/>
                <a:cs typeface="Segoe UI"/>
              </a:defRPr>
            </a:lvl9pPr>
          </a:lstStyle>
          <a:p xmlns:a="http://schemas.openxmlformats.org/drawingml/2006/main">
            <a:pPr>
              <a:buNone/>
              <a:defRPr sz="1050" b="0">
                <a:solidFill>
                  <a:srgbClr val="566574"/>
                </a:solidFill>
                <a:latin typeface="Segoe UI"/>
                <a:ea typeface="Segoe UI"/>
                <a:cs typeface="Segoe UI"/>
              </a:defRPr>
            </a:pPr>
            <a:r>
              <a:rPr sz="1050" b="0">
                <a:solidFill>
                  <a:srgbClr val="566574"/>
                </a:solidFill>
                <a:latin typeface="Segoe UI"/>
                <a:ea typeface="Segoe UI"/>
                <a:cs typeface="Segoe UI"/>
              </a:rPr>
              <a:t>20</a:t>
            </a:r>
          </a:p>
        </p:txBody>
      </p:sp>
    </p:spTree>
    <p:extLst>
      <p:ext uri="{BB962C8B-B14F-4D97-AF65-F5344CB8AC3E}">
        <p14:creationId xmlns:p14="http://schemas.microsoft.com/office/powerpoint/2010/main" val="184164050"/>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lesson-code">
            <a:extLst xmlns:a="http://schemas.openxmlformats.org/drawingml/2006/main">
              <a:ext uri="{FF2B5EF4-FFF2-40B4-BE49-F238E27FC236}">
                <a16:creationId xmlns:a16="http://schemas.microsoft.com/office/drawing/2014/main" id="{22C4220D-5290-5803-8C0A-CC4482E04FB0}"/>
              </a:ext>
            </a:extLst>
          </p:cNvPr>
          <p:cNvSpPr>
            <a:spLocks xmlns:a="http://schemas.openxmlformats.org/drawingml/2006/main" noGrp="1"/>
          </p:cNvSpPr>
          <p:nvPr/>
        </p:nvSpPr>
        <p:spPr>
          <a:xfrm xmlns:a="http://schemas.openxmlformats.org/drawingml/2006/main">
            <a:off x="533400" y="1905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buNone/>
              <a:defRPr sz="1200" b="0">
                <a:solidFill>
                  <a:srgbClr val="566574"/>
                </a:solidFill>
                <a:latin typeface="Segoe UI"/>
                <a:ea typeface="Segoe UI"/>
                <a:cs typeface="Segoe UI"/>
              </a:defRPr>
            </a:lvl1pPr>
            <a:lvl2pPr>
              <a:buNone/>
              <a:defRPr sz="1200" b="0">
                <a:solidFill>
                  <a:srgbClr val="566574"/>
                </a:solidFill>
                <a:latin typeface="Segoe UI"/>
                <a:ea typeface="Segoe UI"/>
                <a:cs typeface="Segoe UI"/>
              </a:defRPr>
            </a:lvl2pPr>
            <a:lvl3pPr>
              <a:buNone/>
              <a:defRPr sz="1200" b="0">
                <a:solidFill>
                  <a:srgbClr val="566574"/>
                </a:solidFill>
                <a:latin typeface="Segoe UI"/>
                <a:ea typeface="Segoe UI"/>
                <a:cs typeface="Segoe UI"/>
              </a:defRPr>
            </a:lvl3pPr>
            <a:lvl4pPr>
              <a:buNone/>
              <a:defRPr sz="1200" b="0">
                <a:solidFill>
                  <a:srgbClr val="566574"/>
                </a:solidFill>
                <a:latin typeface="Segoe UI"/>
                <a:ea typeface="Segoe UI"/>
                <a:cs typeface="Segoe UI"/>
              </a:defRPr>
            </a:lvl4pPr>
            <a:lvl5pPr>
              <a:buNone/>
              <a:defRPr sz="1200" b="0">
                <a:solidFill>
                  <a:srgbClr val="566574"/>
                </a:solidFill>
                <a:latin typeface="Segoe UI"/>
                <a:ea typeface="Segoe UI"/>
                <a:cs typeface="Segoe UI"/>
              </a:defRPr>
            </a:lvl5pPr>
            <a:lvl6pPr>
              <a:buNone/>
              <a:defRPr sz="1200" b="0">
                <a:solidFill>
                  <a:srgbClr val="566574"/>
                </a:solidFill>
                <a:latin typeface="Segoe UI"/>
                <a:ea typeface="Segoe UI"/>
                <a:cs typeface="Segoe UI"/>
              </a:defRPr>
            </a:lvl6pPr>
            <a:lvl7pPr>
              <a:buNone/>
              <a:defRPr sz="1200" b="0">
                <a:solidFill>
                  <a:srgbClr val="566574"/>
                </a:solidFill>
                <a:latin typeface="Segoe UI"/>
                <a:ea typeface="Segoe UI"/>
                <a:cs typeface="Segoe UI"/>
              </a:defRPr>
            </a:lvl7pPr>
            <a:lvl8pPr>
              <a:buNone/>
              <a:defRPr sz="1200" b="0">
                <a:solidFill>
                  <a:srgbClr val="566574"/>
                </a:solidFill>
                <a:latin typeface="Segoe UI"/>
                <a:ea typeface="Segoe UI"/>
                <a:cs typeface="Segoe UI"/>
              </a:defRPr>
            </a:lvl8pPr>
            <a:lvl9pPr>
              <a:buNone/>
              <a:defRPr sz="1200" b="0">
                <a:solidFill>
                  <a:srgbClr val="566574"/>
                </a:solidFill>
                <a:latin typeface="Segoe UI"/>
                <a:ea typeface="Segoe UI"/>
                <a:cs typeface="Segoe UI"/>
              </a:defRPr>
            </a:lvl9pPr>
          </a:lstStyle>
          <a:p xmlns:a="http://schemas.openxmlformats.org/drawingml/2006/main">
            <a:pPr>
              <a:buNone/>
              <a:defRPr sz="1200" b="0">
                <a:solidFill>
                  <a:srgbClr val="566574"/>
                </a:solidFill>
                <a:latin typeface="Segoe UI"/>
                <a:ea typeface="Segoe UI"/>
                <a:cs typeface="Segoe UI"/>
              </a:defRPr>
            </a:pPr>
            <a:r>
              <a:rPr sz="1200" b="0">
                <a:solidFill>
                  <a:srgbClr val="566574"/>
                </a:solidFill>
                <a:latin typeface="Segoe UI"/>
                <a:ea typeface="Segoe UI"/>
                <a:cs typeface="Segoe UI"/>
              </a:rPr>
              <a:t>COMM-GROW-A2-W05  ·  Lesson 10b</a:t>
            </a:r>
          </a:p>
        </p:txBody>
      </p:sp>
      <p:sp>
        <p:nvSpPr>
          <p:cNvPr id="2" name="label">
            <a:extLst xmlns:a="http://schemas.openxmlformats.org/drawingml/2006/main">
              <a:ext uri="{FF2B5EF4-FFF2-40B4-BE49-F238E27FC236}">
                <a16:creationId xmlns:a16="http://schemas.microsoft.com/office/drawing/2014/main" id="{0D479909-3FF0-54A5-9877-AE3FBF5AFF76}"/>
              </a:ext>
            </a:extLst>
          </p:cNvPr>
          <p:cNvSpPr>
            <a:spLocks xmlns:a="http://schemas.openxmlformats.org/drawingml/2006/main" noGrp="1"/>
          </p:cNvSpPr>
          <p:nvPr/>
        </p:nvSpPr>
        <p:spPr>
          <a:xfrm xmlns:a="http://schemas.openxmlformats.org/drawingml/2006/main">
            <a:off x="7620000" y="190500"/>
            <a:ext cx="4048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buNone/>
              <a:defRPr sz="1050" b="0">
                <a:solidFill>
                  <a:srgbClr val="566574"/>
                </a:solidFill>
                <a:latin typeface="Segoe UI"/>
                <a:ea typeface="Segoe UI"/>
                <a:cs typeface="Segoe UI"/>
              </a:defRPr>
            </a:lvl1pPr>
            <a:lvl2pPr>
              <a:buNone/>
              <a:defRPr sz="1050" b="0">
                <a:solidFill>
                  <a:srgbClr val="566574"/>
                </a:solidFill>
                <a:latin typeface="Segoe UI"/>
                <a:ea typeface="Segoe UI"/>
                <a:cs typeface="Segoe UI"/>
              </a:defRPr>
            </a:lvl2pPr>
            <a:lvl3pPr>
              <a:buNone/>
              <a:defRPr sz="1050" b="0">
                <a:solidFill>
                  <a:srgbClr val="566574"/>
                </a:solidFill>
                <a:latin typeface="Segoe UI"/>
                <a:ea typeface="Segoe UI"/>
                <a:cs typeface="Segoe UI"/>
              </a:defRPr>
            </a:lvl3pPr>
            <a:lvl4pPr>
              <a:buNone/>
              <a:defRPr sz="1050" b="0">
                <a:solidFill>
                  <a:srgbClr val="566574"/>
                </a:solidFill>
                <a:latin typeface="Segoe UI"/>
                <a:ea typeface="Segoe UI"/>
                <a:cs typeface="Segoe UI"/>
              </a:defRPr>
            </a:lvl4pPr>
            <a:lvl5pPr>
              <a:buNone/>
              <a:defRPr sz="1050" b="0">
                <a:solidFill>
                  <a:srgbClr val="566574"/>
                </a:solidFill>
                <a:latin typeface="Segoe UI"/>
                <a:ea typeface="Segoe UI"/>
                <a:cs typeface="Segoe UI"/>
              </a:defRPr>
            </a:lvl5pPr>
            <a:lvl6pPr>
              <a:buNone/>
              <a:defRPr sz="1050" b="0">
                <a:solidFill>
                  <a:srgbClr val="566574"/>
                </a:solidFill>
                <a:latin typeface="Segoe UI"/>
                <a:ea typeface="Segoe UI"/>
                <a:cs typeface="Segoe UI"/>
              </a:defRPr>
            </a:lvl6pPr>
            <a:lvl7pPr>
              <a:buNone/>
              <a:defRPr sz="1050" b="0">
                <a:solidFill>
                  <a:srgbClr val="566574"/>
                </a:solidFill>
                <a:latin typeface="Segoe UI"/>
                <a:ea typeface="Segoe UI"/>
                <a:cs typeface="Segoe UI"/>
              </a:defRPr>
            </a:lvl7pPr>
            <a:lvl8pPr>
              <a:buNone/>
              <a:defRPr sz="1050" b="0">
                <a:solidFill>
                  <a:srgbClr val="566574"/>
                </a:solidFill>
                <a:latin typeface="Segoe UI"/>
                <a:ea typeface="Segoe UI"/>
                <a:cs typeface="Segoe UI"/>
              </a:defRPr>
            </a:lvl8pPr>
            <a:lvl9pPr>
              <a:buNone/>
              <a:defRPr sz="1050" b="0">
                <a:solidFill>
                  <a:srgbClr val="566574"/>
                </a:solidFill>
                <a:latin typeface="Segoe UI"/>
                <a:ea typeface="Segoe UI"/>
                <a:cs typeface="Segoe UI"/>
              </a:defRPr>
            </a:lvl9pPr>
          </a:lstStyle>
          <a:p xmlns:a="http://schemas.openxmlformats.org/drawingml/2006/main">
            <a:pPr>
              <a:buNone/>
              <a:defRPr sz="1050" b="0">
                <a:solidFill>
                  <a:srgbClr val="566574"/>
                </a:solidFill>
                <a:latin typeface="Segoe UI"/>
                <a:ea typeface="Segoe UI"/>
                <a:cs typeface="Segoe UI"/>
              </a:defRPr>
            </a:pPr>
            <a:r>
              <a:rPr sz="1200" b="0">
                <a:solidFill>
                  <a:srgbClr val="566574"/>
                </a:solidFill>
                <a:latin typeface="Segoe UI"/>
                <a:ea typeface="Segoe UI"/>
                <a:cs typeface="Segoe UI"/>
              </a:rPr>
              <a:t>Public edition · Year A</a:t>
            </a:r>
          </a:p>
        </p:txBody>
      </p:sp>
      <p:sp>
        <p:nvSpPr>
          <p:cNvPr id="3" name="stage-title">
            <a:extLst xmlns:a="http://schemas.openxmlformats.org/drawingml/2006/main">
              <a:ext uri="{FF2B5EF4-FFF2-40B4-BE49-F238E27FC236}">
                <a16:creationId xmlns:a16="http://schemas.microsoft.com/office/drawing/2014/main" id="{DED9342F-7061-5907-8328-DF7644ABB206}"/>
              </a:ext>
            </a:extLst>
          </p:cNvPr>
          <p:cNvSpPr>
            <a:spLocks xmlns:a="http://schemas.openxmlformats.org/drawingml/2006/main" noGrp="1"/>
          </p:cNvSpPr>
          <p:nvPr/>
        </p:nvSpPr>
        <p:spPr>
          <a:xfrm xmlns:a="http://schemas.openxmlformats.org/drawingml/2006/main">
            <a:off x="533400" y="590550"/>
            <a:ext cx="11029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3300" b="1">
                <a:solidFill>
                  <a:srgbClr val="345D70"/>
                </a:solidFill>
                <a:latin typeface="Segoe UI"/>
                <a:ea typeface="Segoe UI"/>
                <a:cs typeface="Segoe UI"/>
              </a:defRPr>
            </a:defPPr>
            <a:lvl1pPr>
              <a:buNone/>
              <a:defRPr sz="3300" b="1">
                <a:solidFill>
                  <a:srgbClr val="345D70"/>
                </a:solidFill>
                <a:latin typeface="Segoe UI"/>
                <a:ea typeface="Segoe UI"/>
                <a:cs typeface="Segoe UI"/>
              </a:defRPr>
            </a:lvl1pPr>
            <a:lvl2pPr>
              <a:buNone/>
              <a:defRPr sz="3300" b="1">
                <a:solidFill>
                  <a:srgbClr val="345D70"/>
                </a:solidFill>
                <a:latin typeface="Segoe UI"/>
                <a:ea typeface="Segoe UI"/>
                <a:cs typeface="Segoe UI"/>
              </a:defRPr>
            </a:lvl2pPr>
            <a:lvl3pPr>
              <a:buNone/>
              <a:defRPr sz="3300" b="1">
                <a:solidFill>
                  <a:srgbClr val="345D70"/>
                </a:solidFill>
                <a:latin typeface="Segoe UI"/>
                <a:ea typeface="Segoe UI"/>
                <a:cs typeface="Segoe UI"/>
              </a:defRPr>
            </a:lvl3pPr>
            <a:lvl4pPr>
              <a:buNone/>
              <a:defRPr sz="3300" b="1">
                <a:solidFill>
                  <a:srgbClr val="345D70"/>
                </a:solidFill>
                <a:latin typeface="Segoe UI"/>
                <a:ea typeface="Segoe UI"/>
                <a:cs typeface="Segoe UI"/>
              </a:defRPr>
            </a:lvl4pPr>
            <a:lvl5pPr>
              <a:buNone/>
              <a:defRPr sz="3300" b="1">
                <a:solidFill>
                  <a:srgbClr val="345D70"/>
                </a:solidFill>
                <a:latin typeface="Segoe UI"/>
                <a:ea typeface="Segoe UI"/>
                <a:cs typeface="Segoe UI"/>
              </a:defRPr>
            </a:lvl5pPr>
            <a:lvl6pPr>
              <a:buNone/>
              <a:defRPr sz="3300" b="1">
                <a:solidFill>
                  <a:srgbClr val="345D70"/>
                </a:solidFill>
                <a:latin typeface="Segoe UI"/>
                <a:ea typeface="Segoe UI"/>
                <a:cs typeface="Segoe UI"/>
              </a:defRPr>
            </a:lvl6pPr>
            <a:lvl7pPr>
              <a:buNone/>
              <a:defRPr sz="3300" b="1">
                <a:solidFill>
                  <a:srgbClr val="345D70"/>
                </a:solidFill>
                <a:latin typeface="Segoe UI"/>
                <a:ea typeface="Segoe UI"/>
                <a:cs typeface="Segoe UI"/>
              </a:defRPr>
            </a:lvl7pPr>
            <a:lvl8pPr>
              <a:buNone/>
              <a:defRPr sz="3300" b="1">
                <a:solidFill>
                  <a:srgbClr val="345D70"/>
                </a:solidFill>
                <a:latin typeface="Segoe UI"/>
                <a:ea typeface="Segoe UI"/>
                <a:cs typeface="Segoe UI"/>
              </a:defRPr>
            </a:lvl8pPr>
            <a:lvl9pPr>
              <a:buNone/>
              <a:defRPr sz="3300" b="1">
                <a:solidFill>
                  <a:srgbClr val="345D70"/>
                </a:solidFill>
                <a:latin typeface="Segoe UI"/>
                <a:ea typeface="Segoe UI"/>
                <a:cs typeface="Segoe UI"/>
              </a:defRPr>
            </a:lvl9pPr>
          </a:lstStyle>
          <a:p xmlns:a="http://schemas.openxmlformats.org/drawingml/2006/main">
            <a:pPr>
              <a:buNone/>
              <a:defRPr sz="3300" b="1">
                <a:solidFill>
                  <a:srgbClr val="345D70"/>
                </a:solidFill>
                <a:latin typeface="Segoe UI"/>
                <a:ea typeface="Segoe UI"/>
                <a:cs typeface="Segoe UI"/>
              </a:defRPr>
            </a:pPr>
            <a:r>
              <a:rPr sz="3300" b="1">
                <a:solidFill>
                  <a:srgbClr val="345D70"/>
                </a:solidFill>
                <a:latin typeface="Segoe UI"/>
                <a:ea typeface="Segoe UI"/>
                <a:cs typeface="Segoe UI"/>
              </a:rPr>
              <a:t>Close at 14:10</a:t>
            </a:r>
          </a:p>
        </p:txBody>
      </p:sp>
      <p:sp>
        <p:nvSpPr>
          <p:cNvPr id="4" name="pupil-body">
            <a:extLst xmlns:a="http://schemas.openxmlformats.org/drawingml/2006/main">
              <a:ext uri="{FF2B5EF4-FFF2-40B4-BE49-F238E27FC236}">
                <a16:creationId xmlns:a16="http://schemas.microsoft.com/office/drawing/2014/main" id="{0A4670A1-B725-5AE8-9E1C-382FC0967B8D}"/>
              </a:ext>
            </a:extLst>
          </p:cNvPr>
          <p:cNvSpPr>
            <a:spLocks xmlns:a="http://schemas.openxmlformats.org/drawingml/2006/main" noGrp="1"/>
          </p:cNvSpPr>
          <p:nvPr/>
        </p:nvSpPr>
        <p:spPr>
          <a:xfrm xmlns:a="http://schemas.openxmlformats.org/drawingml/2006/main">
            <a:off x="533400" y="1466850"/>
            <a:ext cx="11049000" cy="452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250" b="0">
                <a:solidFill>
                  <a:srgbClr val="192E3B"/>
                </a:solidFill>
                <a:latin typeface="Segoe UI"/>
                <a:ea typeface="Segoe UI"/>
                <a:cs typeface="Segoe UI"/>
              </a:defRPr>
            </a:defPPr>
            <a:lvl1pPr>
              <a:buNone/>
              <a:defRPr sz="2175" b="0">
                <a:solidFill>
                  <a:srgbClr val="192E3B"/>
                </a:solidFill>
                <a:latin typeface="Segoe UI"/>
                <a:ea typeface="Segoe UI"/>
                <a:cs typeface="Segoe UI"/>
              </a:defRPr>
            </a:lvl1pPr>
            <a:lvl2pPr>
              <a:buNone/>
              <a:defRPr sz="2175" b="0">
                <a:solidFill>
                  <a:srgbClr val="192E3B"/>
                </a:solidFill>
                <a:latin typeface="Segoe UI"/>
                <a:ea typeface="Segoe UI"/>
                <a:cs typeface="Segoe UI"/>
              </a:defRPr>
            </a:lvl2pPr>
            <a:lvl3pPr>
              <a:buNone/>
              <a:defRPr sz="2175" b="0">
                <a:solidFill>
                  <a:srgbClr val="192E3B"/>
                </a:solidFill>
                <a:latin typeface="Segoe UI"/>
                <a:ea typeface="Segoe UI"/>
                <a:cs typeface="Segoe UI"/>
              </a:defRPr>
            </a:lvl3pPr>
            <a:lvl4pPr>
              <a:buNone/>
              <a:defRPr sz="2175" b="0">
                <a:solidFill>
                  <a:srgbClr val="192E3B"/>
                </a:solidFill>
                <a:latin typeface="Segoe UI"/>
                <a:ea typeface="Segoe UI"/>
                <a:cs typeface="Segoe UI"/>
              </a:defRPr>
            </a:lvl4pPr>
            <a:lvl5pPr>
              <a:buNone/>
              <a:defRPr sz="2175" b="0">
                <a:solidFill>
                  <a:srgbClr val="192E3B"/>
                </a:solidFill>
                <a:latin typeface="Segoe UI"/>
                <a:ea typeface="Segoe UI"/>
                <a:cs typeface="Segoe UI"/>
              </a:defRPr>
            </a:lvl5pPr>
            <a:lvl6pPr>
              <a:buNone/>
              <a:defRPr sz="2175" b="0">
                <a:solidFill>
                  <a:srgbClr val="192E3B"/>
                </a:solidFill>
                <a:latin typeface="Segoe UI"/>
                <a:ea typeface="Segoe UI"/>
                <a:cs typeface="Segoe UI"/>
              </a:defRPr>
            </a:lvl6pPr>
            <a:lvl7pPr>
              <a:buNone/>
              <a:defRPr sz="2175" b="0">
                <a:solidFill>
                  <a:srgbClr val="192E3B"/>
                </a:solidFill>
                <a:latin typeface="Segoe UI"/>
                <a:ea typeface="Segoe UI"/>
                <a:cs typeface="Segoe UI"/>
              </a:defRPr>
            </a:lvl7pPr>
            <a:lvl8pPr>
              <a:buNone/>
              <a:defRPr sz="2175" b="0">
                <a:solidFill>
                  <a:srgbClr val="192E3B"/>
                </a:solidFill>
                <a:latin typeface="Segoe UI"/>
                <a:ea typeface="Segoe UI"/>
                <a:cs typeface="Segoe UI"/>
              </a:defRPr>
            </a:lvl8pPr>
            <a:lvl9pPr>
              <a:buNone/>
              <a:defRPr sz="2175" b="0">
                <a:solidFill>
                  <a:srgbClr val="192E3B"/>
                </a:solidFill>
                <a:latin typeface="Segoe UI"/>
                <a:ea typeface="Segoe UI"/>
                <a:cs typeface="Segoe UI"/>
              </a:defRPr>
            </a:lvl9pPr>
          </a:lstStyle>
          <a:p xmlns:a="http://schemas.openxmlformats.org/drawingml/2006/main">
            <a:pPr>
              <a:buNone/>
              <a:defRPr sz="2175" b="0">
                <a:solidFill>
                  <a:srgbClr val="192E3B"/>
                </a:solidFill>
                <a:latin typeface="Segoe UI"/>
                <a:ea typeface="Segoe UI"/>
                <a:cs typeface="Segoe UI"/>
              </a:defRPr>
            </a:pPr>
            <a:r>
              <a:rPr sz="2250" b="0">
                <a:solidFill>
                  <a:srgbClr val="192E3B"/>
                </a:solidFill>
                <a:latin typeface="Segoe UI"/>
                <a:ea typeface="Segoe UI"/>
                <a:cs typeface="Segoe UI"/>
              </a:rPr>
              <a:t>Thank you. Our sale is now closed.</a:t>
            </a:r>
          </a:p>
          <a:p xmlns:a="http://schemas.openxmlformats.org/drawingml/2006/main">
            <a:pPr>
              <a:buNone/>
              <a:defRPr sz="2175" b="0">
                <a:solidFill>
                  <a:srgbClr val="192E3B"/>
                </a:solidFill>
                <a:latin typeface="Segoe UI"/>
                <a:ea typeface="Segoe UI"/>
                <a:cs typeface="Segoe UI"/>
              </a:defRPr>
            </a:pPr>
            <a:r>
              <a:rPr sz="2250" b="0">
                <a:solidFill>
                  <a:srgbClr val="192E3B"/>
                </a:solidFill>
                <a:latin typeface="Segoe UI"/>
                <a:ea typeface="Segoe UI"/>
                <a:cs typeface="Segoe UI"/>
              </a:rPr>
              <a:t>Hand over your role to the adult.</a:t>
            </a:r>
          </a:p>
          <a:p xmlns:a="http://schemas.openxmlformats.org/drawingml/2006/main">
            <a:pPr>
              <a:buNone/>
              <a:defRPr sz="2175" b="0">
                <a:solidFill>
                  <a:srgbClr val="192E3B"/>
                </a:solidFill>
                <a:latin typeface="Segoe UI"/>
                <a:ea typeface="Segoe UI"/>
                <a:cs typeface="Segoe UI"/>
              </a:defRPr>
            </a:pPr>
            <a:r>
              <a:rPr sz="2250" b="0">
                <a:solidFill>
                  <a:srgbClr val="192E3B"/>
                </a:solidFill>
                <a:latin typeface="Segoe UI"/>
                <a:ea typeface="Segoe UI"/>
                <a:cs typeface="Segoe UI"/>
              </a:rPr>
              <a:t>Give the adult the tally and stock notes.</a:t>
            </a:r>
          </a:p>
          <a:p xmlns:a="http://schemas.openxmlformats.org/drawingml/2006/main">
            <a:pPr>
              <a:buNone/>
              <a:defRPr sz="2175" b="0">
                <a:solidFill>
                  <a:srgbClr val="192E3B"/>
                </a:solidFill>
                <a:latin typeface="Segoe UI"/>
                <a:ea typeface="Segoe UI"/>
                <a:cs typeface="Segoe UI"/>
              </a:defRPr>
            </a:pPr>
            <a:r>
              <a:rPr sz="2250" b="0">
                <a:solidFill>
                  <a:srgbClr val="192E3B"/>
                </a:solidFill>
                <a:latin typeface="Segoe UI"/>
                <a:ea typeface="Segoe UI"/>
                <a:cs typeface="Segoe UI"/>
              </a:rPr>
              <a:t>What did you personally do that helped?</a:t>
            </a:r>
          </a:p>
          <a:p xmlns:a="http://schemas.openxmlformats.org/drawingml/2006/main">
            <a:pPr>
              <a:buNone/>
              <a:defRPr sz="2175" b="0">
                <a:solidFill>
                  <a:srgbClr val="192E3B"/>
                </a:solidFill>
                <a:latin typeface="Segoe UI"/>
                <a:ea typeface="Segoe UI"/>
                <a:cs typeface="Segoe UI"/>
              </a:defRPr>
            </a:pPr>
            <a:r>
              <a:rPr sz="2250" b="0">
                <a:solidFill>
                  <a:srgbClr val="192E3B"/>
                </a:solidFill>
                <a:latin typeface="Segoe UI"/>
                <a:ea typeface="Segoe UI"/>
                <a:cs typeface="Segoe UI"/>
              </a:rPr>
              <a:t>I helped the sale by __.</a:t>
            </a:r>
          </a:p>
        </p:txBody>
      </p:sp>
      <p:sp>
        <p:nvSpPr>
          <p:cNvPr id="5" name="credit">
            <a:extLst xmlns:a="http://schemas.openxmlformats.org/drawingml/2006/main">
              <a:ext uri="{FF2B5EF4-FFF2-40B4-BE49-F238E27FC236}">
                <a16:creationId xmlns:a16="http://schemas.microsoft.com/office/drawing/2014/main" id="{8764F2D0-C745-5121-920C-B9D45427947E}"/>
              </a:ext>
            </a:extLst>
          </p:cNvPr>
          <p:cNvSpPr>
            <a:spLocks xmlns:a="http://schemas.openxmlformats.org/drawingml/2006/main" noGrp="1"/>
          </p:cNvSpPr>
          <p:nvPr/>
        </p:nvSpPr>
        <p:spPr>
          <a:xfrm xmlns:a="http://schemas.openxmlformats.org/drawingml/2006/main">
            <a:off x="533400" y="6515100"/>
            <a:ext cx="1104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788" b="0">
                <a:solidFill>
                  <a:srgbClr val="566574"/>
                </a:solidFill>
                <a:latin typeface="Segoe UI"/>
                <a:ea typeface="Segoe UI"/>
                <a:cs typeface="Segoe UI"/>
              </a:defRPr>
            </a:defPPr>
            <a:lvl1pPr>
              <a:buNone/>
              <a:defRPr sz="788" b="0">
                <a:solidFill>
                  <a:srgbClr val="566574"/>
                </a:solidFill>
                <a:latin typeface="Segoe UI"/>
                <a:ea typeface="Segoe UI"/>
                <a:cs typeface="Segoe UI"/>
              </a:defRPr>
            </a:lvl1pPr>
            <a:lvl2pPr>
              <a:buNone/>
              <a:defRPr sz="788" b="0">
                <a:solidFill>
                  <a:srgbClr val="566574"/>
                </a:solidFill>
                <a:latin typeface="Segoe UI"/>
                <a:ea typeface="Segoe UI"/>
                <a:cs typeface="Segoe UI"/>
              </a:defRPr>
            </a:lvl2pPr>
            <a:lvl3pPr>
              <a:buNone/>
              <a:defRPr sz="788" b="0">
                <a:solidFill>
                  <a:srgbClr val="566574"/>
                </a:solidFill>
                <a:latin typeface="Segoe UI"/>
                <a:ea typeface="Segoe UI"/>
                <a:cs typeface="Segoe UI"/>
              </a:defRPr>
            </a:lvl3pPr>
            <a:lvl4pPr>
              <a:buNone/>
              <a:defRPr sz="788" b="0">
                <a:solidFill>
                  <a:srgbClr val="566574"/>
                </a:solidFill>
                <a:latin typeface="Segoe UI"/>
                <a:ea typeface="Segoe UI"/>
                <a:cs typeface="Segoe UI"/>
              </a:defRPr>
            </a:lvl4pPr>
            <a:lvl5pPr>
              <a:buNone/>
              <a:defRPr sz="788" b="0">
                <a:solidFill>
                  <a:srgbClr val="566574"/>
                </a:solidFill>
                <a:latin typeface="Segoe UI"/>
                <a:ea typeface="Segoe UI"/>
                <a:cs typeface="Segoe UI"/>
              </a:defRPr>
            </a:lvl5pPr>
            <a:lvl6pPr>
              <a:buNone/>
              <a:defRPr sz="788" b="0">
                <a:solidFill>
                  <a:srgbClr val="566574"/>
                </a:solidFill>
                <a:latin typeface="Segoe UI"/>
                <a:ea typeface="Segoe UI"/>
                <a:cs typeface="Segoe UI"/>
              </a:defRPr>
            </a:lvl6pPr>
            <a:lvl7pPr>
              <a:buNone/>
              <a:defRPr sz="788" b="0">
                <a:solidFill>
                  <a:srgbClr val="566574"/>
                </a:solidFill>
                <a:latin typeface="Segoe UI"/>
                <a:ea typeface="Segoe UI"/>
                <a:cs typeface="Segoe UI"/>
              </a:defRPr>
            </a:lvl7pPr>
            <a:lvl8pPr>
              <a:buNone/>
              <a:defRPr sz="788" b="0">
                <a:solidFill>
                  <a:srgbClr val="566574"/>
                </a:solidFill>
                <a:latin typeface="Segoe UI"/>
                <a:ea typeface="Segoe UI"/>
                <a:cs typeface="Segoe UI"/>
              </a:defRPr>
            </a:lvl8pPr>
            <a:lvl9pPr>
              <a:buNone/>
              <a:defRPr sz="788" b="0">
                <a:solidFill>
                  <a:srgbClr val="566574"/>
                </a:solidFill>
                <a:latin typeface="Segoe UI"/>
                <a:ea typeface="Segoe UI"/>
                <a:cs typeface="Segoe UI"/>
              </a:defRPr>
            </a:lvl9pPr>
          </a:lstStyle>
          <a:p xmlns:a="http://schemas.openxmlformats.org/drawingml/2006/main">
            <a:pPr>
              <a:buNone/>
              <a:defRPr sz="788" b="0">
                <a:solidFill>
                  <a:srgbClr val="566574"/>
                </a:solidFill>
                <a:latin typeface="Segoe UI"/>
                <a:ea typeface="Segoe UI"/>
                <a:cs typeface="Segoe UI"/>
              </a:defRPr>
            </a:pPr>
            <a:r>
              <a:rPr sz="788" b="0">
                <a:solidFill>
                  <a:srgbClr val="566574"/>
                </a:solidFill>
                <a:latin typeface="Segoe UI"/>
                <a:ea typeface="Segoe UI"/>
                <a:cs typeface="Segoe UI"/>
              </a:rPr>
              <a:t>Made by Matt · © Matt Roper · CC BY-NC-SA 4.0: free for classroom use, share and adapt with credit, no resale</a:t>
            </a:r>
          </a:p>
        </p:txBody>
      </p:sp>
      <p:sp>
        <p:nvSpPr>
          <p:cNvPr id="6" name="page-number">
            <a:extLst xmlns:a="http://schemas.openxmlformats.org/drawingml/2006/main">
              <a:ext uri="{FF2B5EF4-FFF2-40B4-BE49-F238E27FC236}">
                <a16:creationId xmlns:a16="http://schemas.microsoft.com/office/drawing/2014/main" id="{EC610E3C-EF99-5D45-82B7-1C12D087E201}"/>
              </a:ext>
            </a:extLst>
          </p:cNvPr>
          <p:cNvSpPr>
            <a:spLocks xmlns:a="http://schemas.openxmlformats.org/drawingml/2006/main" noGrp="1"/>
          </p:cNvSpPr>
          <p:nvPr/>
        </p:nvSpPr>
        <p:spPr>
          <a:xfrm xmlns:a="http://schemas.openxmlformats.org/drawingml/2006/main">
            <a:off x="11144250" y="62103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buNone/>
              <a:defRPr sz="1050" b="0">
                <a:solidFill>
                  <a:srgbClr val="566574"/>
                </a:solidFill>
                <a:latin typeface="Segoe UI"/>
                <a:ea typeface="Segoe UI"/>
                <a:cs typeface="Segoe UI"/>
              </a:defRPr>
            </a:lvl1pPr>
            <a:lvl2pPr>
              <a:buNone/>
              <a:defRPr sz="1050" b="0">
                <a:solidFill>
                  <a:srgbClr val="566574"/>
                </a:solidFill>
                <a:latin typeface="Segoe UI"/>
                <a:ea typeface="Segoe UI"/>
                <a:cs typeface="Segoe UI"/>
              </a:defRPr>
            </a:lvl2pPr>
            <a:lvl3pPr>
              <a:buNone/>
              <a:defRPr sz="1050" b="0">
                <a:solidFill>
                  <a:srgbClr val="566574"/>
                </a:solidFill>
                <a:latin typeface="Segoe UI"/>
                <a:ea typeface="Segoe UI"/>
                <a:cs typeface="Segoe UI"/>
              </a:defRPr>
            </a:lvl3pPr>
            <a:lvl4pPr>
              <a:buNone/>
              <a:defRPr sz="1050" b="0">
                <a:solidFill>
                  <a:srgbClr val="566574"/>
                </a:solidFill>
                <a:latin typeface="Segoe UI"/>
                <a:ea typeface="Segoe UI"/>
                <a:cs typeface="Segoe UI"/>
              </a:defRPr>
            </a:lvl4pPr>
            <a:lvl5pPr>
              <a:buNone/>
              <a:defRPr sz="1050" b="0">
                <a:solidFill>
                  <a:srgbClr val="566574"/>
                </a:solidFill>
                <a:latin typeface="Segoe UI"/>
                <a:ea typeface="Segoe UI"/>
                <a:cs typeface="Segoe UI"/>
              </a:defRPr>
            </a:lvl5pPr>
            <a:lvl6pPr>
              <a:buNone/>
              <a:defRPr sz="1050" b="0">
                <a:solidFill>
                  <a:srgbClr val="566574"/>
                </a:solidFill>
                <a:latin typeface="Segoe UI"/>
                <a:ea typeface="Segoe UI"/>
                <a:cs typeface="Segoe UI"/>
              </a:defRPr>
            </a:lvl6pPr>
            <a:lvl7pPr>
              <a:buNone/>
              <a:defRPr sz="1050" b="0">
                <a:solidFill>
                  <a:srgbClr val="566574"/>
                </a:solidFill>
                <a:latin typeface="Segoe UI"/>
                <a:ea typeface="Segoe UI"/>
                <a:cs typeface="Segoe UI"/>
              </a:defRPr>
            </a:lvl7pPr>
            <a:lvl8pPr>
              <a:buNone/>
              <a:defRPr sz="1050" b="0">
                <a:solidFill>
                  <a:srgbClr val="566574"/>
                </a:solidFill>
                <a:latin typeface="Segoe UI"/>
                <a:ea typeface="Segoe UI"/>
                <a:cs typeface="Segoe UI"/>
              </a:defRPr>
            </a:lvl8pPr>
            <a:lvl9pPr>
              <a:buNone/>
              <a:defRPr sz="1050" b="0">
                <a:solidFill>
                  <a:srgbClr val="566574"/>
                </a:solidFill>
                <a:latin typeface="Segoe UI"/>
                <a:ea typeface="Segoe UI"/>
                <a:cs typeface="Segoe UI"/>
              </a:defRPr>
            </a:lvl9pPr>
          </a:lstStyle>
          <a:p xmlns:a="http://schemas.openxmlformats.org/drawingml/2006/main">
            <a:pPr>
              <a:buNone/>
              <a:defRPr sz="1050" b="0">
                <a:solidFill>
                  <a:srgbClr val="566574"/>
                </a:solidFill>
                <a:latin typeface="Segoe UI"/>
                <a:ea typeface="Segoe UI"/>
                <a:cs typeface="Segoe UI"/>
              </a:defRPr>
            </a:pPr>
            <a:r>
              <a:rPr sz="1050" b="0">
                <a:solidFill>
                  <a:srgbClr val="566574"/>
                </a:solidFill>
                <a:latin typeface="Segoe UI"/>
                <a:ea typeface="Segoe UI"/>
                <a:cs typeface="Segoe UI"/>
              </a:rPr>
              <a:t>21</a:t>
            </a:r>
          </a:p>
        </p:txBody>
      </p:sp>
    </p:spTree>
    <p:extLst>
      <p:ext uri="{BB962C8B-B14F-4D97-AF65-F5344CB8AC3E}">
        <p14:creationId xmlns:p14="http://schemas.microsoft.com/office/powerpoint/2010/main" val="13540946"/>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lesson-code">
            <a:extLst xmlns:a="http://schemas.openxmlformats.org/drawingml/2006/main">
              <a:ext uri="{FF2B5EF4-FFF2-40B4-BE49-F238E27FC236}">
                <a16:creationId xmlns:a16="http://schemas.microsoft.com/office/drawing/2014/main" id="{D81E275A-832F-531C-805C-11D5BF3F6FD9}"/>
              </a:ext>
            </a:extLst>
          </p:cNvPr>
          <p:cNvSpPr>
            <a:spLocks xmlns:a="http://schemas.openxmlformats.org/drawingml/2006/main" noGrp="1"/>
          </p:cNvSpPr>
          <p:nvPr/>
        </p:nvSpPr>
        <p:spPr>
          <a:xfrm xmlns:a="http://schemas.openxmlformats.org/drawingml/2006/main">
            <a:off x="533400" y="1905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buNone/>
              <a:defRPr sz="1200" b="0">
                <a:solidFill>
                  <a:srgbClr val="566574"/>
                </a:solidFill>
                <a:latin typeface="Segoe UI"/>
                <a:ea typeface="Segoe UI"/>
                <a:cs typeface="Segoe UI"/>
              </a:defRPr>
            </a:lvl1pPr>
            <a:lvl2pPr>
              <a:buNone/>
              <a:defRPr sz="1200" b="0">
                <a:solidFill>
                  <a:srgbClr val="566574"/>
                </a:solidFill>
                <a:latin typeface="Segoe UI"/>
                <a:ea typeface="Segoe UI"/>
                <a:cs typeface="Segoe UI"/>
              </a:defRPr>
            </a:lvl2pPr>
            <a:lvl3pPr>
              <a:buNone/>
              <a:defRPr sz="1200" b="0">
                <a:solidFill>
                  <a:srgbClr val="566574"/>
                </a:solidFill>
                <a:latin typeface="Segoe UI"/>
                <a:ea typeface="Segoe UI"/>
                <a:cs typeface="Segoe UI"/>
              </a:defRPr>
            </a:lvl3pPr>
            <a:lvl4pPr>
              <a:buNone/>
              <a:defRPr sz="1200" b="0">
                <a:solidFill>
                  <a:srgbClr val="566574"/>
                </a:solidFill>
                <a:latin typeface="Segoe UI"/>
                <a:ea typeface="Segoe UI"/>
                <a:cs typeface="Segoe UI"/>
              </a:defRPr>
            </a:lvl4pPr>
            <a:lvl5pPr>
              <a:buNone/>
              <a:defRPr sz="1200" b="0">
                <a:solidFill>
                  <a:srgbClr val="566574"/>
                </a:solidFill>
                <a:latin typeface="Segoe UI"/>
                <a:ea typeface="Segoe UI"/>
                <a:cs typeface="Segoe UI"/>
              </a:defRPr>
            </a:lvl5pPr>
            <a:lvl6pPr>
              <a:buNone/>
              <a:defRPr sz="1200" b="0">
                <a:solidFill>
                  <a:srgbClr val="566574"/>
                </a:solidFill>
                <a:latin typeface="Segoe UI"/>
                <a:ea typeface="Segoe UI"/>
                <a:cs typeface="Segoe UI"/>
              </a:defRPr>
            </a:lvl6pPr>
            <a:lvl7pPr>
              <a:buNone/>
              <a:defRPr sz="1200" b="0">
                <a:solidFill>
                  <a:srgbClr val="566574"/>
                </a:solidFill>
                <a:latin typeface="Segoe UI"/>
                <a:ea typeface="Segoe UI"/>
                <a:cs typeface="Segoe UI"/>
              </a:defRPr>
            </a:lvl7pPr>
            <a:lvl8pPr>
              <a:buNone/>
              <a:defRPr sz="1200" b="0">
                <a:solidFill>
                  <a:srgbClr val="566574"/>
                </a:solidFill>
                <a:latin typeface="Segoe UI"/>
                <a:ea typeface="Segoe UI"/>
                <a:cs typeface="Segoe UI"/>
              </a:defRPr>
            </a:lvl8pPr>
            <a:lvl9pPr>
              <a:buNone/>
              <a:defRPr sz="1200" b="0">
                <a:solidFill>
                  <a:srgbClr val="566574"/>
                </a:solidFill>
                <a:latin typeface="Segoe UI"/>
                <a:ea typeface="Segoe UI"/>
                <a:cs typeface="Segoe UI"/>
              </a:defRPr>
            </a:lvl9pPr>
          </a:lstStyle>
          <a:p xmlns:a="http://schemas.openxmlformats.org/drawingml/2006/main">
            <a:pPr>
              <a:buNone/>
              <a:defRPr sz="1200" b="0">
                <a:solidFill>
                  <a:srgbClr val="566574"/>
                </a:solidFill>
                <a:latin typeface="Segoe UI"/>
                <a:ea typeface="Segoe UI"/>
                <a:cs typeface="Segoe UI"/>
              </a:defRPr>
            </a:pPr>
            <a:r>
              <a:rPr sz="1200" b="0">
                <a:solidFill>
                  <a:srgbClr val="566574"/>
                </a:solidFill>
                <a:latin typeface="Segoe UI"/>
                <a:ea typeface="Segoe UI"/>
                <a:cs typeface="Segoe UI"/>
              </a:rPr>
              <a:t>COMM-GROW-A2-W05  ·  Lesson 10b</a:t>
            </a:r>
          </a:p>
        </p:txBody>
      </p:sp>
      <p:sp>
        <p:nvSpPr>
          <p:cNvPr id="2" name="label">
            <a:extLst xmlns:a="http://schemas.openxmlformats.org/drawingml/2006/main">
              <a:ext uri="{FF2B5EF4-FFF2-40B4-BE49-F238E27FC236}">
                <a16:creationId xmlns:a16="http://schemas.microsoft.com/office/drawing/2014/main" id="{590049ED-43CF-5669-BC65-138521559B86}"/>
              </a:ext>
            </a:extLst>
          </p:cNvPr>
          <p:cNvSpPr>
            <a:spLocks xmlns:a="http://schemas.openxmlformats.org/drawingml/2006/main" noGrp="1"/>
          </p:cNvSpPr>
          <p:nvPr/>
        </p:nvSpPr>
        <p:spPr>
          <a:xfrm xmlns:a="http://schemas.openxmlformats.org/drawingml/2006/main">
            <a:off x="7620000" y="190500"/>
            <a:ext cx="4048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buNone/>
              <a:defRPr sz="1050" b="0">
                <a:solidFill>
                  <a:srgbClr val="566574"/>
                </a:solidFill>
                <a:latin typeface="Segoe UI"/>
                <a:ea typeface="Segoe UI"/>
                <a:cs typeface="Segoe UI"/>
              </a:defRPr>
            </a:lvl1pPr>
            <a:lvl2pPr>
              <a:buNone/>
              <a:defRPr sz="1050" b="0">
                <a:solidFill>
                  <a:srgbClr val="566574"/>
                </a:solidFill>
                <a:latin typeface="Segoe UI"/>
                <a:ea typeface="Segoe UI"/>
                <a:cs typeface="Segoe UI"/>
              </a:defRPr>
            </a:lvl2pPr>
            <a:lvl3pPr>
              <a:buNone/>
              <a:defRPr sz="1050" b="0">
                <a:solidFill>
                  <a:srgbClr val="566574"/>
                </a:solidFill>
                <a:latin typeface="Segoe UI"/>
                <a:ea typeface="Segoe UI"/>
                <a:cs typeface="Segoe UI"/>
              </a:defRPr>
            </a:lvl3pPr>
            <a:lvl4pPr>
              <a:buNone/>
              <a:defRPr sz="1050" b="0">
                <a:solidFill>
                  <a:srgbClr val="566574"/>
                </a:solidFill>
                <a:latin typeface="Segoe UI"/>
                <a:ea typeface="Segoe UI"/>
                <a:cs typeface="Segoe UI"/>
              </a:defRPr>
            </a:lvl4pPr>
            <a:lvl5pPr>
              <a:buNone/>
              <a:defRPr sz="1050" b="0">
                <a:solidFill>
                  <a:srgbClr val="566574"/>
                </a:solidFill>
                <a:latin typeface="Segoe UI"/>
                <a:ea typeface="Segoe UI"/>
                <a:cs typeface="Segoe UI"/>
              </a:defRPr>
            </a:lvl5pPr>
            <a:lvl6pPr>
              <a:buNone/>
              <a:defRPr sz="1050" b="0">
                <a:solidFill>
                  <a:srgbClr val="566574"/>
                </a:solidFill>
                <a:latin typeface="Segoe UI"/>
                <a:ea typeface="Segoe UI"/>
                <a:cs typeface="Segoe UI"/>
              </a:defRPr>
            </a:lvl6pPr>
            <a:lvl7pPr>
              <a:buNone/>
              <a:defRPr sz="1050" b="0">
                <a:solidFill>
                  <a:srgbClr val="566574"/>
                </a:solidFill>
                <a:latin typeface="Segoe UI"/>
                <a:ea typeface="Segoe UI"/>
                <a:cs typeface="Segoe UI"/>
              </a:defRPr>
            </a:lvl7pPr>
            <a:lvl8pPr>
              <a:buNone/>
              <a:defRPr sz="1050" b="0">
                <a:solidFill>
                  <a:srgbClr val="566574"/>
                </a:solidFill>
                <a:latin typeface="Segoe UI"/>
                <a:ea typeface="Segoe UI"/>
                <a:cs typeface="Segoe UI"/>
              </a:defRPr>
            </a:lvl8pPr>
            <a:lvl9pPr>
              <a:buNone/>
              <a:defRPr sz="1050" b="0">
                <a:solidFill>
                  <a:srgbClr val="566574"/>
                </a:solidFill>
                <a:latin typeface="Segoe UI"/>
                <a:ea typeface="Segoe UI"/>
                <a:cs typeface="Segoe UI"/>
              </a:defRPr>
            </a:lvl9pPr>
          </a:lstStyle>
          <a:p xmlns:a="http://schemas.openxmlformats.org/drawingml/2006/main">
            <a:pPr>
              <a:buNone/>
              <a:defRPr sz="1050" b="0">
                <a:solidFill>
                  <a:srgbClr val="566574"/>
                </a:solidFill>
                <a:latin typeface="Segoe UI"/>
                <a:ea typeface="Segoe UI"/>
                <a:cs typeface="Segoe UI"/>
              </a:defRPr>
            </a:pPr>
            <a:r>
              <a:rPr sz="1200" b="0">
                <a:solidFill>
                  <a:srgbClr val="566574"/>
                </a:solidFill>
                <a:latin typeface="Segoe UI"/>
                <a:ea typeface="Segoe UI"/>
                <a:cs typeface="Segoe UI"/>
              </a:rPr>
              <a:t>Public edition · Year A</a:t>
            </a:r>
          </a:p>
        </p:txBody>
      </p:sp>
      <p:sp>
        <p:nvSpPr>
          <p:cNvPr id="3" name="stage-title">
            <a:extLst xmlns:a="http://schemas.openxmlformats.org/drawingml/2006/main">
              <a:ext uri="{FF2B5EF4-FFF2-40B4-BE49-F238E27FC236}">
                <a16:creationId xmlns:a16="http://schemas.microsoft.com/office/drawing/2014/main" id="{7A82A510-FA8D-51A3-B1E0-741A2C6DE6ED}"/>
              </a:ext>
            </a:extLst>
          </p:cNvPr>
          <p:cNvSpPr>
            <a:spLocks xmlns:a="http://schemas.openxmlformats.org/drawingml/2006/main" noGrp="1"/>
          </p:cNvSpPr>
          <p:nvPr/>
        </p:nvSpPr>
        <p:spPr>
          <a:xfrm xmlns:a="http://schemas.openxmlformats.org/drawingml/2006/main">
            <a:off x="533400" y="590550"/>
            <a:ext cx="11029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3300" b="1">
                <a:solidFill>
                  <a:srgbClr val="345D70"/>
                </a:solidFill>
                <a:latin typeface="Segoe UI"/>
                <a:ea typeface="Segoe UI"/>
                <a:cs typeface="Segoe UI"/>
              </a:defRPr>
            </a:defPPr>
            <a:lvl1pPr>
              <a:buNone/>
              <a:defRPr sz="3300" b="1">
                <a:solidFill>
                  <a:srgbClr val="345D70"/>
                </a:solidFill>
                <a:latin typeface="Segoe UI"/>
                <a:ea typeface="Segoe UI"/>
                <a:cs typeface="Segoe UI"/>
              </a:defRPr>
            </a:lvl1pPr>
            <a:lvl2pPr>
              <a:buNone/>
              <a:defRPr sz="3300" b="1">
                <a:solidFill>
                  <a:srgbClr val="345D70"/>
                </a:solidFill>
                <a:latin typeface="Segoe UI"/>
                <a:ea typeface="Segoe UI"/>
                <a:cs typeface="Segoe UI"/>
              </a:defRPr>
            </a:lvl2pPr>
            <a:lvl3pPr>
              <a:buNone/>
              <a:defRPr sz="3300" b="1">
                <a:solidFill>
                  <a:srgbClr val="345D70"/>
                </a:solidFill>
                <a:latin typeface="Segoe UI"/>
                <a:ea typeface="Segoe UI"/>
                <a:cs typeface="Segoe UI"/>
              </a:defRPr>
            </a:lvl3pPr>
            <a:lvl4pPr>
              <a:buNone/>
              <a:defRPr sz="3300" b="1">
                <a:solidFill>
                  <a:srgbClr val="345D70"/>
                </a:solidFill>
                <a:latin typeface="Segoe UI"/>
                <a:ea typeface="Segoe UI"/>
                <a:cs typeface="Segoe UI"/>
              </a:defRPr>
            </a:lvl4pPr>
            <a:lvl5pPr>
              <a:buNone/>
              <a:defRPr sz="3300" b="1">
                <a:solidFill>
                  <a:srgbClr val="345D70"/>
                </a:solidFill>
                <a:latin typeface="Segoe UI"/>
                <a:ea typeface="Segoe UI"/>
                <a:cs typeface="Segoe UI"/>
              </a:defRPr>
            </a:lvl5pPr>
            <a:lvl6pPr>
              <a:buNone/>
              <a:defRPr sz="3300" b="1">
                <a:solidFill>
                  <a:srgbClr val="345D70"/>
                </a:solidFill>
                <a:latin typeface="Segoe UI"/>
                <a:ea typeface="Segoe UI"/>
                <a:cs typeface="Segoe UI"/>
              </a:defRPr>
            </a:lvl6pPr>
            <a:lvl7pPr>
              <a:buNone/>
              <a:defRPr sz="3300" b="1">
                <a:solidFill>
                  <a:srgbClr val="345D70"/>
                </a:solidFill>
                <a:latin typeface="Segoe UI"/>
                <a:ea typeface="Segoe UI"/>
                <a:cs typeface="Segoe UI"/>
              </a:defRPr>
            </a:lvl7pPr>
            <a:lvl8pPr>
              <a:buNone/>
              <a:defRPr sz="3300" b="1">
                <a:solidFill>
                  <a:srgbClr val="345D70"/>
                </a:solidFill>
                <a:latin typeface="Segoe UI"/>
                <a:ea typeface="Segoe UI"/>
                <a:cs typeface="Segoe UI"/>
              </a:defRPr>
            </a:lvl8pPr>
            <a:lvl9pPr>
              <a:buNone/>
              <a:defRPr sz="3300" b="1">
                <a:solidFill>
                  <a:srgbClr val="345D70"/>
                </a:solidFill>
                <a:latin typeface="Segoe UI"/>
                <a:ea typeface="Segoe UI"/>
                <a:cs typeface="Segoe UI"/>
              </a:defRPr>
            </a:lvl9pPr>
          </a:lstStyle>
          <a:p xmlns:a="http://schemas.openxmlformats.org/drawingml/2006/main">
            <a:pPr>
              <a:buNone/>
              <a:defRPr sz="3300" b="1">
                <a:solidFill>
                  <a:srgbClr val="345D70"/>
                </a:solidFill>
                <a:latin typeface="Segoe UI"/>
                <a:ea typeface="Segoe UI"/>
                <a:cs typeface="Segoe UI"/>
              </a:defRPr>
            </a:pPr>
            <a:r>
              <a:rPr sz="3300" b="1">
                <a:solidFill>
                  <a:srgbClr val="345D70"/>
                </a:solidFill>
                <a:latin typeface="Segoe UI"/>
                <a:ea typeface="Segoe UI"/>
                <a:cs typeface="Segoe UI"/>
              </a:rPr>
              <a:t>Count and clear after close</a:t>
            </a:r>
          </a:p>
        </p:txBody>
      </p:sp>
      <p:sp>
        <p:nvSpPr>
          <p:cNvPr id="4" name="pupil-body">
            <a:extLst xmlns:a="http://schemas.openxmlformats.org/drawingml/2006/main">
              <a:ext uri="{FF2B5EF4-FFF2-40B4-BE49-F238E27FC236}">
                <a16:creationId xmlns:a16="http://schemas.microsoft.com/office/drawing/2014/main" id="{04298EB0-1C53-5AC0-B8FC-FBC3E1202542}"/>
              </a:ext>
            </a:extLst>
          </p:cNvPr>
          <p:cNvSpPr>
            <a:spLocks xmlns:a="http://schemas.openxmlformats.org/drawingml/2006/main" noGrp="1"/>
          </p:cNvSpPr>
          <p:nvPr/>
        </p:nvSpPr>
        <p:spPr>
          <a:xfrm xmlns:a="http://schemas.openxmlformats.org/drawingml/2006/main">
            <a:off x="533400" y="1466850"/>
            <a:ext cx="11049000" cy="452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2250" b="0">
                <a:solidFill>
                  <a:srgbClr val="192E3B"/>
                </a:solidFill>
                <a:latin typeface="Segoe UI"/>
                <a:ea typeface="Segoe UI"/>
                <a:cs typeface="Segoe UI"/>
              </a:defRPr>
            </a:defPPr>
            <a:lvl1pPr>
              <a:buNone/>
              <a:defRPr sz="2400" b="0">
                <a:solidFill>
                  <a:srgbClr val="192E3B"/>
                </a:solidFill>
                <a:latin typeface="Segoe UI"/>
                <a:ea typeface="Segoe UI"/>
                <a:cs typeface="Segoe UI"/>
              </a:defRPr>
            </a:lvl1pPr>
            <a:lvl2pPr>
              <a:buNone/>
              <a:defRPr sz="2400" b="0">
                <a:solidFill>
                  <a:srgbClr val="192E3B"/>
                </a:solidFill>
                <a:latin typeface="Segoe UI"/>
                <a:ea typeface="Segoe UI"/>
                <a:cs typeface="Segoe UI"/>
              </a:defRPr>
            </a:lvl2pPr>
            <a:lvl3pPr>
              <a:buNone/>
              <a:defRPr sz="2400" b="0">
                <a:solidFill>
                  <a:srgbClr val="192E3B"/>
                </a:solidFill>
                <a:latin typeface="Segoe UI"/>
                <a:ea typeface="Segoe UI"/>
                <a:cs typeface="Segoe UI"/>
              </a:defRPr>
            </a:lvl3pPr>
            <a:lvl4pPr>
              <a:buNone/>
              <a:defRPr sz="2400" b="0">
                <a:solidFill>
                  <a:srgbClr val="192E3B"/>
                </a:solidFill>
                <a:latin typeface="Segoe UI"/>
                <a:ea typeface="Segoe UI"/>
                <a:cs typeface="Segoe UI"/>
              </a:defRPr>
            </a:lvl4pPr>
            <a:lvl5pPr>
              <a:buNone/>
              <a:defRPr sz="2400" b="0">
                <a:solidFill>
                  <a:srgbClr val="192E3B"/>
                </a:solidFill>
                <a:latin typeface="Segoe UI"/>
                <a:ea typeface="Segoe UI"/>
                <a:cs typeface="Segoe UI"/>
              </a:defRPr>
            </a:lvl5pPr>
            <a:lvl6pPr>
              <a:buNone/>
              <a:defRPr sz="2400" b="0">
                <a:solidFill>
                  <a:srgbClr val="192E3B"/>
                </a:solidFill>
                <a:latin typeface="Segoe UI"/>
                <a:ea typeface="Segoe UI"/>
                <a:cs typeface="Segoe UI"/>
              </a:defRPr>
            </a:lvl6pPr>
            <a:lvl7pPr>
              <a:buNone/>
              <a:defRPr sz="2400" b="0">
                <a:solidFill>
                  <a:srgbClr val="192E3B"/>
                </a:solidFill>
                <a:latin typeface="Segoe UI"/>
                <a:ea typeface="Segoe UI"/>
                <a:cs typeface="Segoe UI"/>
              </a:defRPr>
            </a:lvl7pPr>
            <a:lvl8pPr>
              <a:buNone/>
              <a:defRPr sz="2400" b="0">
                <a:solidFill>
                  <a:srgbClr val="192E3B"/>
                </a:solidFill>
                <a:latin typeface="Segoe UI"/>
                <a:ea typeface="Segoe UI"/>
                <a:cs typeface="Segoe UI"/>
              </a:defRPr>
            </a:lvl8pPr>
            <a:lvl9pPr>
              <a:buNone/>
              <a:defRPr sz="2400" b="0">
                <a:solidFill>
                  <a:srgbClr val="192E3B"/>
                </a:solidFill>
                <a:latin typeface="Segoe UI"/>
                <a:ea typeface="Segoe UI"/>
                <a:cs typeface="Segoe UI"/>
              </a:defRPr>
            </a:lvl9pPr>
          </a:lstStyle>
          <a:p xmlns:a="http://schemas.openxmlformats.org/drawingml/2006/main">
            <a:pPr>
              <a:buNone/>
              <a:defRPr sz="2400" b="0">
                <a:solidFill>
                  <a:srgbClr val="192E3B"/>
                </a:solidFill>
                <a:latin typeface="Segoe UI"/>
                <a:ea typeface="Segoe UI"/>
                <a:cs typeface="Segoe UI"/>
              </a:defRPr>
            </a:pPr>
            <a:r>
              <a:rPr sz="2250" b="0">
                <a:solidFill>
                  <a:srgbClr val="192E3B"/>
                </a:solidFill>
                <a:latin typeface="Segoe UI"/>
                <a:ea typeface="Segoe UI"/>
                <a:cs typeface="Segoe UI"/>
              </a:rPr>
              <a:t>Adults secure and count the money.</a:t>
            </a:r>
          </a:p>
          <a:p xmlns:a="http://schemas.openxmlformats.org/drawingml/2006/main">
            <a:pPr>
              <a:buNone/>
              <a:defRPr sz="2400" b="0">
                <a:solidFill>
                  <a:srgbClr val="192E3B"/>
                </a:solidFill>
                <a:latin typeface="Segoe UI"/>
                <a:ea typeface="Segoe UI"/>
                <a:cs typeface="Segoe UI"/>
              </a:defRPr>
            </a:pPr>
            <a:r>
              <a:rPr sz="2250" b="0">
                <a:solidFill>
                  <a:srgbClr val="192E3B"/>
                </a:solidFill>
                <a:latin typeface="Segoe UI"/>
                <a:ea typeface="Segoe UI"/>
                <a:cs typeface="Segoe UI"/>
              </a:rPr>
              <a:t>Adults check the stock and sale notes.</a:t>
            </a:r>
          </a:p>
          <a:p xmlns:a="http://schemas.openxmlformats.org/drawingml/2006/main">
            <a:pPr>
              <a:buNone/>
              <a:defRPr sz="2400" b="0">
                <a:solidFill>
                  <a:srgbClr val="192E3B"/>
                </a:solidFill>
                <a:latin typeface="Segoe UI"/>
                <a:ea typeface="Segoe UI"/>
                <a:cs typeface="Segoe UI"/>
              </a:defRPr>
            </a:pPr>
            <a:r>
              <a:rPr sz="2250" b="0">
                <a:solidFill>
                  <a:srgbClr val="192E3B"/>
                </a:solidFill>
                <a:latin typeface="Segoe UI"/>
                <a:ea typeface="Segoe UI"/>
                <a:cs typeface="Segoe UI"/>
              </a:rPr>
              <a:t>Adults store or clear food safely.</a:t>
            </a:r>
          </a:p>
          <a:p xmlns:a="http://schemas.openxmlformats.org/drawingml/2006/main">
            <a:pPr>
              <a:buNone/>
              <a:defRPr sz="2400" b="0">
                <a:solidFill>
                  <a:srgbClr val="192E3B"/>
                </a:solidFill>
                <a:latin typeface="Segoe UI"/>
                <a:ea typeface="Segoe UI"/>
                <a:cs typeface="Segoe UI"/>
              </a:defRPr>
            </a:pPr>
            <a:r>
              <a:rPr sz="2250" b="0">
                <a:solidFill>
                  <a:srgbClr val="192E3B"/>
                </a:solidFill>
                <a:latin typeface="Segoe UI"/>
                <a:ea typeface="Segoe UI"/>
                <a:cs typeface="Segoe UI"/>
              </a:rPr>
              <a:t>Adults clean and close the space.</a:t>
            </a:r>
          </a:p>
          <a:p xmlns:a="http://schemas.openxmlformats.org/drawingml/2006/main">
            <a:pPr>
              <a:buNone/>
              <a:defRPr sz="2400" b="0">
                <a:solidFill>
                  <a:srgbClr val="192E3B"/>
                </a:solidFill>
                <a:latin typeface="Segoe UI"/>
                <a:ea typeface="Segoe UI"/>
                <a:cs typeface="Segoe UI"/>
              </a:defRPr>
            </a:pPr>
            <a:r>
              <a:rPr sz="2250" b="0">
                <a:solidFill>
                  <a:srgbClr val="192E3B"/>
                </a:solidFill>
                <a:latin typeface="Segoe UI"/>
                <a:ea typeface="Segoe UI"/>
                <a:cs typeface="Segoe UI"/>
              </a:rPr>
              <a:t>We check the figures in Lesson 11.</a:t>
            </a:r>
          </a:p>
        </p:txBody>
      </p:sp>
      <p:sp>
        <p:nvSpPr>
          <p:cNvPr id="5" name="credit">
            <a:extLst xmlns:a="http://schemas.openxmlformats.org/drawingml/2006/main">
              <a:ext uri="{FF2B5EF4-FFF2-40B4-BE49-F238E27FC236}">
                <a16:creationId xmlns:a16="http://schemas.microsoft.com/office/drawing/2014/main" id="{263E219F-E033-5181-AC2D-64C9B686DE6E}"/>
              </a:ext>
            </a:extLst>
          </p:cNvPr>
          <p:cNvSpPr>
            <a:spLocks xmlns:a="http://schemas.openxmlformats.org/drawingml/2006/main" noGrp="1"/>
          </p:cNvSpPr>
          <p:nvPr/>
        </p:nvSpPr>
        <p:spPr>
          <a:xfrm xmlns:a="http://schemas.openxmlformats.org/drawingml/2006/main">
            <a:off x="533400" y="6515100"/>
            <a:ext cx="1104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788" b="0">
                <a:solidFill>
                  <a:srgbClr val="566574"/>
                </a:solidFill>
                <a:latin typeface="Segoe UI"/>
                <a:ea typeface="Segoe UI"/>
                <a:cs typeface="Segoe UI"/>
              </a:defRPr>
            </a:defPPr>
            <a:lvl1pPr>
              <a:buNone/>
              <a:defRPr sz="788" b="0">
                <a:solidFill>
                  <a:srgbClr val="566574"/>
                </a:solidFill>
                <a:latin typeface="Segoe UI"/>
                <a:ea typeface="Segoe UI"/>
                <a:cs typeface="Segoe UI"/>
              </a:defRPr>
            </a:lvl1pPr>
            <a:lvl2pPr>
              <a:buNone/>
              <a:defRPr sz="788" b="0">
                <a:solidFill>
                  <a:srgbClr val="566574"/>
                </a:solidFill>
                <a:latin typeface="Segoe UI"/>
                <a:ea typeface="Segoe UI"/>
                <a:cs typeface="Segoe UI"/>
              </a:defRPr>
            </a:lvl2pPr>
            <a:lvl3pPr>
              <a:buNone/>
              <a:defRPr sz="788" b="0">
                <a:solidFill>
                  <a:srgbClr val="566574"/>
                </a:solidFill>
                <a:latin typeface="Segoe UI"/>
                <a:ea typeface="Segoe UI"/>
                <a:cs typeface="Segoe UI"/>
              </a:defRPr>
            </a:lvl3pPr>
            <a:lvl4pPr>
              <a:buNone/>
              <a:defRPr sz="788" b="0">
                <a:solidFill>
                  <a:srgbClr val="566574"/>
                </a:solidFill>
                <a:latin typeface="Segoe UI"/>
                <a:ea typeface="Segoe UI"/>
                <a:cs typeface="Segoe UI"/>
              </a:defRPr>
            </a:lvl4pPr>
            <a:lvl5pPr>
              <a:buNone/>
              <a:defRPr sz="788" b="0">
                <a:solidFill>
                  <a:srgbClr val="566574"/>
                </a:solidFill>
                <a:latin typeface="Segoe UI"/>
                <a:ea typeface="Segoe UI"/>
                <a:cs typeface="Segoe UI"/>
              </a:defRPr>
            </a:lvl5pPr>
            <a:lvl6pPr>
              <a:buNone/>
              <a:defRPr sz="788" b="0">
                <a:solidFill>
                  <a:srgbClr val="566574"/>
                </a:solidFill>
                <a:latin typeface="Segoe UI"/>
                <a:ea typeface="Segoe UI"/>
                <a:cs typeface="Segoe UI"/>
              </a:defRPr>
            </a:lvl6pPr>
            <a:lvl7pPr>
              <a:buNone/>
              <a:defRPr sz="788" b="0">
                <a:solidFill>
                  <a:srgbClr val="566574"/>
                </a:solidFill>
                <a:latin typeface="Segoe UI"/>
                <a:ea typeface="Segoe UI"/>
                <a:cs typeface="Segoe UI"/>
              </a:defRPr>
            </a:lvl7pPr>
            <a:lvl8pPr>
              <a:buNone/>
              <a:defRPr sz="788" b="0">
                <a:solidFill>
                  <a:srgbClr val="566574"/>
                </a:solidFill>
                <a:latin typeface="Segoe UI"/>
                <a:ea typeface="Segoe UI"/>
                <a:cs typeface="Segoe UI"/>
              </a:defRPr>
            </a:lvl8pPr>
            <a:lvl9pPr>
              <a:buNone/>
              <a:defRPr sz="788" b="0">
                <a:solidFill>
                  <a:srgbClr val="566574"/>
                </a:solidFill>
                <a:latin typeface="Segoe UI"/>
                <a:ea typeface="Segoe UI"/>
                <a:cs typeface="Segoe UI"/>
              </a:defRPr>
            </a:lvl9pPr>
          </a:lstStyle>
          <a:p xmlns:a="http://schemas.openxmlformats.org/drawingml/2006/main">
            <a:pPr>
              <a:buNone/>
              <a:defRPr sz="788" b="0">
                <a:solidFill>
                  <a:srgbClr val="566574"/>
                </a:solidFill>
                <a:latin typeface="Segoe UI"/>
                <a:ea typeface="Segoe UI"/>
                <a:cs typeface="Segoe UI"/>
              </a:defRPr>
            </a:pPr>
            <a:r>
              <a:rPr sz="788" b="0">
                <a:solidFill>
                  <a:srgbClr val="566574"/>
                </a:solidFill>
                <a:latin typeface="Segoe UI"/>
                <a:ea typeface="Segoe UI"/>
                <a:cs typeface="Segoe UI"/>
              </a:rPr>
              <a:t>Made by Matt · © Matt Roper · CC BY-NC-SA 4.0: free for classroom use, share and adapt with credit, no resale</a:t>
            </a:r>
          </a:p>
        </p:txBody>
      </p:sp>
      <p:sp>
        <p:nvSpPr>
          <p:cNvPr id="6" name="page-number">
            <a:extLst xmlns:a="http://schemas.openxmlformats.org/drawingml/2006/main">
              <a:ext uri="{FF2B5EF4-FFF2-40B4-BE49-F238E27FC236}">
                <a16:creationId xmlns:a16="http://schemas.microsoft.com/office/drawing/2014/main" id="{A3309893-762B-5DDA-BAAF-B6DC9ECBF152}"/>
              </a:ext>
            </a:extLst>
          </p:cNvPr>
          <p:cNvSpPr>
            <a:spLocks xmlns:a="http://schemas.openxmlformats.org/drawingml/2006/main" noGrp="1"/>
          </p:cNvSpPr>
          <p:nvPr/>
        </p:nvSpPr>
        <p:spPr>
          <a:xfrm xmlns:a="http://schemas.openxmlformats.org/drawingml/2006/main">
            <a:off x="11144250" y="62103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buNone/>
              <a:defRPr sz="1050" b="0">
                <a:solidFill>
                  <a:srgbClr val="566574"/>
                </a:solidFill>
                <a:latin typeface="Segoe UI"/>
                <a:ea typeface="Segoe UI"/>
                <a:cs typeface="Segoe UI"/>
              </a:defRPr>
            </a:lvl1pPr>
            <a:lvl2pPr>
              <a:buNone/>
              <a:defRPr sz="1050" b="0">
                <a:solidFill>
                  <a:srgbClr val="566574"/>
                </a:solidFill>
                <a:latin typeface="Segoe UI"/>
                <a:ea typeface="Segoe UI"/>
                <a:cs typeface="Segoe UI"/>
              </a:defRPr>
            </a:lvl2pPr>
            <a:lvl3pPr>
              <a:buNone/>
              <a:defRPr sz="1050" b="0">
                <a:solidFill>
                  <a:srgbClr val="566574"/>
                </a:solidFill>
                <a:latin typeface="Segoe UI"/>
                <a:ea typeface="Segoe UI"/>
                <a:cs typeface="Segoe UI"/>
              </a:defRPr>
            </a:lvl3pPr>
            <a:lvl4pPr>
              <a:buNone/>
              <a:defRPr sz="1050" b="0">
                <a:solidFill>
                  <a:srgbClr val="566574"/>
                </a:solidFill>
                <a:latin typeface="Segoe UI"/>
                <a:ea typeface="Segoe UI"/>
                <a:cs typeface="Segoe UI"/>
              </a:defRPr>
            </a:lvl4pPr>
            <a:lvl5pPr>
              <a:buNone/>
              <a:defRPr sz="1050" b="0">
                <a:solidFill>
                  <a:srgbClr val="566574"/>
                </a:solidFill>
                <a:latin typeface="Segoe UI"/>
                <a:ea typeface="Segoe UI"/>
                <a:cs typeface="Segoe UI"/>
              </a:defRPr>
            </a:lvl5pPr>
            <a:lvl6pPr>
              <a:buNone/>
              <a:defRPr sz="1050" b="0">
                <a:solidFill>
                  <a:srgbClr val="566574"/>
                </a:solidFill>
                <a:latin typeface="Segoe UI"/>
                <a:ea typeface="Segoe UI"/>
                <a:cs typeface="Segoe UI"/>
              </a:defRPr>
            </a:lvl6pPr>
            <a:lvl7pPr>
              <a:buNone/>
              <a:defRPr sz="1050" b="0">
                <a:solidFill>
                  <a:srgbClr val="566574"/>
                </a:solidFill>
                <a:latin typeface="Segoe UI"/>
                <a:ea typeface="Segoe UI"/>
                <a:cs typeface="Segoe UI"/>
              </a:defRPr>
            </a:lvl7pPr>
            <a:lvl8pPr>
              <a:buNone/>
              <a:defRPr sz="1050" b="0">
                <a:solidFill>
                  <a:srgbClr val="566574"/>
                </a:solidFill>
                <a:latin typeface="Segoe UI"/>
                <a:ea typeface="Segoe UI"/>
                <a:cs typeface="Segoe UI"/>
              </a:defRPr>
            </a:lvl8pPr>
            <a:lvl9pPr>
              <a:buNone/>
              <a:defRPr sz="1050" b="0">
                <a:solidFill>
                  <a:srgbClr val="566574"/>
                </a:solidFill>
                <a:latin typeface="Segoe UI"/>
                <a:ea typeface="Segoe UI"/>
                <a:cs typeface="Segoe UI"/>
              </a:defRPr>
            </a:lvl9pPr>
          </a:lstStyle>
          <a:p xmlns:a="http://schemas.openxmlformats.org/drawingml/2006/main">
            <a:pPr>
              <a:buNone/>
              <a:defRPr sz="1050" b="0">
                <a:solidFill>
                  <a:srgbClr val="566574"/>
                </a:solidFill>
                <a:latin typeface="Segoe UI"/>
                <a:ea typeface="Segoe UI"/>
                <a:cs typeface="Segoe UI"/>
              </a:defRPr>
            </a:pPr>
            <a:r>
              <a:rPr sz="1050" b="0">
                <a:solidFill>
                  <a:srgbClr val="566574"/>
                </a:solidFill>
                <a:latin typeface="Segoe UI"/>
                <a:ea typeface="Segoe UI"/>
                <a:cs typeface="Segoe UI"/>
              </a:rPr>
              <a:t>22</a:t>
            </a:r>
          </a:p>
        </p:txBody>
      </p:sp>
    </p:spTree>
    <p:extLst>
      <p:ext uri="{BB962C8B-B14F-4D97-AF65-F5344CB8AC3E}">
        <p14:creationId xmlns:p14="http://schemas.microsoft.com/office/powerpoint/2010/main" val="620333405"/>
      </p:ext>
    </p:extLst>
  </p:cSld>
</p:sld>
</file>

<file path=ppt/slides/slide2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0" name="lesson-code">
            <a:extLst xmlns:a="http://schemas.openxmlformats.org/drawingml/2006/main">
              <a:ext uri="{FF2B5EF4-FFF2-40B4-BE49-F238E27FC236}">
                <a16:creationId xmlns:a16="http://schemas.microsoft.com/office/drawing/2014/main" id="{EE4C5583-378B-5C12-B84D-FB81E1378CF5}"/>
              </a:ext>
            </a:extLst>
          </p:cNvPr>
          <p:cNvSpPr>
            <a:spLocks xmlns:a="http://schemas.openxmlformats.org/drawingml/2006/main" noGrp="1"/>
          </p:cNvSpPr>
          <p:nvPr/>
        </p:nvSpPr>
        <p:spPr>
          <a:xfrm xmlns:a="http://schemas.openxmlformats.org/drawingml/2006/main">
            <a:off x="533400" y="1905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buNone/>
              <a:defRPr sz="1200" b="0">
                <a:solidFill>
                  <a:srgbClr val="566574"/>
                </a:solidFill>
                <a:latin typeface="Segoe UI"/>
                <a:ea typeface="Segoe UI"/>
                <a:cs typeface="Segoe UI"/>
              </a:defRPr>
            </a:lvl1pPr>
            <a:lvl2pPr>
              <a:buNone/>
              <a:defRPr sz="1200" b="0">
                <a:solidFill>
                  <a:srgbClr val="566574"/>
                </a:solidFill>
                <a:latin typeface="Segoe UI"/>
                <a:ea typeface="Segoe UI"/>
                <a:cs typeface="Segoe UI"/>
              </a:defRPr>
            </a:lvl2pPr>
            <a:lvl3pPr>
              <a:buNone/>
              <a:defRPr sz="1200" b="0">
                <a:solidFill>
                  <a:srgbClr val="566574"/>
                </a:solidFill>
                <a:latin typeface="Segoe UI"/>
                <a:ea typeface="Segoe UI"/>
                <a:cs typeface="Segoe UI"/>
              </a:defRPr>
            </a:lvl3pPr>
            <a:lvl4pPr>
              <a:buNone/>
              <a:defRPr sz="1200" b="0">
                <a:solidFill>
                  <a:srgbClr val="566574"/>
                </a:solidFill>
                <a:latin typeface="Segoe UI"/>
                <a:ea typeface="Segoe UI"/>
                <a:cs typeface="Segoe UI"/>
              </a:defRPr>
            </a:lvl4pPr>
            <a:lvl5pPr>
              <a:buNone/>
              <a:defRPr sz="1200" b="0">
                <a:solidFill>
                  <a:srgbClr val="566574"/>
                </a:solidFill>
                <a:latin typeface="Segoe UI"/>
                <a:ea typeface="Segoe UI"/>
                <a:cs typeface="Segoe UI"/>
              </a:defRPr>
            </a:lvl5pPr>
            <a:lvl6pPr>
              <a:buNone/>
              <a:defRPr sz="1200" b="0">
                <a:solidFill>
                  <a:srgbClr val="566574"/>
                </a:solidFill>
                <a:latin typeface="Segoe UI"/>
                <a:ea typeface="Segoe UI"/>
                <a:cs typeface="Segoe UI"/>
              </a:defRPr>
            </a:lvl6pPr>
            <a:lvl7pPr>
              <a:buNone/>
              <a:defRPr sz="1200" b="0">
                <a:solidFill>
                  <a:srgbClr val="566574"/>
                </a:solidFill>
                <a:latin typeface="Segoe UI"/>
                <a:ea typeface="Segoe UI"/>
                <a:cs typeface="Segoe UI"/>
              </a:defRPr>
            </a:lvl7pPr>
            <a:lvl8pPr>
              <a:buNone/>
              <a:defRPr sz="1200" b="0">
                <a:solidFill>
                  <a:srgbClr val="566574"/>
                </a:solidFill>
                <a:latin typeface="Segoe UI"/>
                <a:ea typeface="Segoe UI"/>
                <a:cs typeface="Segoe UI"/>
              </a:defRPr>
            </a:lvl8pPr>
            <a:lvl9pPr>
              <a:buNone/>
              <a:defRPr sz="1200" b="0">
                <a:solidFill>
                  <a:srgbClr val="566574"/>
                </a:solidFill>
                <a:latin typeface="Segoe UI"/>
                <a:ea typeface="Segoe UI"/>
                <a:cs typeface="Segoe UI"/>
              </a:defRPr>
            </a:lvl9pPr>
          </a:lstStyle>
          <a:p xmlns:a="http://schemas.openxmlformats.org/drawingml/2006/main">
            <a:pPr>
              <a:buNone/>
              <a:defRPr sz="1200" b="0">
                <a:solidFill>
                  <a:srgbClr val="566574"/>
                </a:solidFill>
                <a:latin typeface="Segoe UI"/>
                <a:ea typeface="Segoe UI"/>
                <a:cs typeface="Segoe UI"/>
              </a:defRPr>
            </a:pPr>
            <a:r>
              <a:rPr sz="1200" b="0">
                <a:solidFill>
                  <a:srgbClr val="566574"/>
                </a:solidFill>
                <a:latin typeface="Segoe UI"/>
                <a:ea typeface="Segoe UI"/>
                <a:cs typeface="Segoe UI"/>
              </a:rPr>
              <a:t>COMM-GROW-A2-W05  ·  Lesson 10b</a:t>
            </a:r>
          </a:p>
        </p:txBody>
      </p:sp>
      <p:sp>
        <p:nvSpPr>
          <p:cNvPr id="2" name="label">
            <a:extLst xmlns:a="http://schemas.openxmlformats.org/drawingml/2006/main">
              <a:ext uri="{FF2B5EF4-FFF2-40B4-BE49-F238E27FC236}">
                <a16:creationId xmlns:a16="http://schemas.microsoft.com/office/drawing/2014/main" id="{EF219FEF-4FE9-584F-AAE6-960B19239181}"/>
              </a:ext>
            </a:extLst>
          </p:cNvPr>
          <p:cNvSpPr>
            <a:spLocks xmlns:a="http://schemas.openxmlformats.org/drawingml/2006/main" noGrp="1"/>
          </p:cNvSpPr>
          <p:nvPr/>
        </p:nvSpPr>
        <p:spPr>
          <a:xfrm xmlns:a="http://schemas.openxmlformats.org/drawingml/2006/main">
            <a:off x="7620000" y="190500"/>
            <a:ext cx="4048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buNone/>
              <a:defRPr sz="1050" b="0">
                <a:solidFill>
                  <a:srgbClr val="566574"/>
                </a:solidFill>
                <a:latin typeface="Segoe UI"/>
                <a:ea typeface="Segoe UI"/>
                <a:cs typeface="Segoe UI"/>
              </a:defRPr>
            </a:lvl1pPr>
            <a:lvl2pPr>
              <a:buNone/>
              <a:defRPr sz="1050" b="0">
                <a:solidFill>
                  <a:srgbClr val="566574"/>
                </a:solidFill>
                <a:latin typeface="Segoe UI"/>
                <a:ea typeface="Segoe UI"/>
                <a:cs typeface="Segoe UI"/>
              </a:defRPr>
            </a:lvl2pPr>
            <a:lvl3pPr>
              <a:buNone/>
              <a:defRPr sz="1050" b="0">
                <a:solidFill>
                  <a:srgbClr val="566574"/>
                </a:solidFill>
                <a:latin typeface="Segoe UI"/>
                <a:ea typeface="Segoe UI"/>
                <a:cs typeface="Segoe UI"/>
              </a:defRPr>
            </a:lvl3pPr>
            <a:lvl4pPr>
              <a:buNone/>
              <a:defRPr sz="1050" b="0">
                <a:solidFill>
                  <a:srgbClr val="566574"/>
                </a:solidFill>
                <a:latin typeface="Segoe UI"/>
                <a:ea typeface="Segoe UI"/>
                <a:cs typeface="Segoe UI"/>
              </a:defRPr>
            </a:lvl4pPr>
            <a:lvl5pPr>
              <a:buNone/>
              <a:defRPr sz="1050" b="0">
                <a:solidFill>
                  <a:srgbClr val="566574"/>
                </a:solidFill>
                <a:latin typeface="Segoe UI"/>
                <a:ea typeface="Segoe UI"/>
                <a:cs typeface="Segoe UI"/>
              </a:defRPr>
            </a:lvl5pPr>
            <a:lvl6pPr>
              <a:buNone/>
              <a:defRPr sz="1050" b="0">
                <a:solidFill>
                  <a:srgbClr val="566574"/>
                </a:solidFill>
                <a:latin typeface="Segoe UI"/>
                <a:ea typeface="Segoe UI"/>
                <a:cs typeface="Segoe UI"/>
              </a:defRPr>
            </a:lvl6pPr>
            <a:lvl7pPr>
              <a:buNone/>
              <a:defRPr sz="1050" b="0">
                <a:solidFill>
                  <a:srgbClr val="566574"/>
                </a:solidFill>
                <a:latin typeface="Segoe UI"/>
                <a:ea typeface="Segoe UI"/>
                <a:cs typeface="Segoe UI"/>
              </a:defRPr>
            </a:lvl7pPr>
            <a:lvl8pPr>
              <a:buNone/>
              <a:defRPr sz="1050" b="0">
                <a:solidFill>
                  <a:srgbClr val="566574"/>
                </a:solidFill>
                <a:latin typeface="Segoe UI"/>
                <a:ea typeface="Segoe UI"/>
                <a:cs typeface="Segoe UI"/>
              </a:defRPr>
            </a:lvl8pPr>
            <a:lvl9pPr>
              <a:buNone/>
              <a:defRPr sz="1050" b="0">
                <a:solidFill>
                  <a:srgbClr val="566574"/>
                </a:solidFill>
                <a:latin typeface="Segoe UI"/>
                <a:ea typeface="Segoe UI"/>
                <a:cs typeface="Segoe UI"/>
              </a:defRPr>
            </a:lvl9pPr>
          </a:lstStyle>
          <a:p xmlns:a="http://schemas.openxmlformats.org/drawingml/2006/main">
            <a:pPr>
              <a:buNone/>
              <a:defRPr sz="1050" b="0">
                <a:solidFill>
                  <a:srgbClr val="566574"/>
                </a:solidFill>
                <a:latin typeface="Segoe UI"/>
                <a:ea typeface="Segoe UI"/>
                <a:cs typeface="Segoe UI"/>
              </a:defRPr>
            </a:pPr>
            <a:r>
              <a:rPr sz="1200" b="0">
                <a:solidFill>
                  <a:srgbClr val="566574"/>
                </a:solidFill>
                <a:latin typeface="Segoe UI"/>
                <a:ea typeface="Segoe UI"/>
                <a:cs typeface="Segoe UI"/>
              </a:rPr>
              <a:t>Public edition · Year A</a:t>
            </a:r>
          </a:p>
        </p:txBody>
      </p:sp>
      <p:sp>
        <p:nvSpPr>
          <p:cNvPr id="3" name="stage-title">
            <a:extLst xmlns:a="http://schemas.openxmlformats.org/drawingml/2006/main">
              <a:ext uri="{FF2B5EF4-FFF2-40B4-BE49-F238E27FC236}">
                <a16:creationId xmlns:a16="http://schemas.microsoft.com/office/drawing/2014/main" id="{A81E5FA9-618A-538D-AD4B-0C7E46938089}"/>
              </a:ext>
            </a:extLst>
          </p:cNvPr>
          <p:cNvSpPr>
            <a:spLocks xmlns:a="http://schemas.openxmlformats.org/drawingml/2006/main" noGrp="1"/>
          </p:cNvSpPr>
          <p:nvPr/>
        </p:nvSpPr>
        <p:spPr>
          <a:xfrm xmlns:a="http://schemas.openxmlformats.org/drawingml/2006/main">
            <a:off x="533400" y="590550"/>
            <a:ext cx="11029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3300" b="1">
                <a:solidFill>
                  <a:srgbClr val="345D70"/>
                </a:solidFill>
                <a:latin typeface="Segoe UI"/>
                <a:ea typeface="Segoe UI"/>
                <a:cs typeface="Segoe UI"/>
              </a:defRPr>
            </a:defPPr>
            <a:lvl1pPr>
              <a:buNone/>
              <a:defRPr sz="3300" b="1">
                <a:solidFill>
                  <a:srgbClr val="345D70"/>
                </a:solidFill>
                <a:latin typeface="Segoe UI"/>
                <a:ea typeface="Segoe UI"/>
                <a:cs typeface="Segoe UI"/>
              </a:defRPr>
            </a:lvl1pPr>
            <a:lvl2pPr>
              <a:buNone/>
              <a:defRPr sz="3300" b="1">
                <a:solidFill>
                  <a:srgbClr val="345D70"/>
                </a:solidFill>
                <a:latin typeface="Segoe UI"/>
                <a:ea typeface="Segoe UI"/>
                <a:cs typeface="Segoe UI"/>
              </a:defRPr>
            </a:lvl2pPr>
            <a:lvl3pPr>
              <a:buNone/>
              <a:defRPr sz="3300" b="1">
                <a:solidFill>
                  <a:srgbClr val="345D70"/>
                </a:solidFill>
                <a:latin typeface="Segoe UI"/>
                <a:ea typeface="Segoe UI"/>
                <a:cs typeface="Segoe UI"/>
              </a:defRPr>
            </a:lvl3pPr>
            <a:lvl4pPr>
              <a:buNone/>
              <a:defRPr sz="3300" b="1">
                <a:solidFill>
                  <a:srgbClr val="345D70"/>
                </a:solidFill>
                <a:latin typeface="Segoe UI"/>
                <a:ea typeface="Segoe UI"/>
                <a:cs typeface="Segoe UI"/>
              </a:defRPr>
            </a:lvl4pPr>
            <a:lvl5pPr>
              <a:buNone/>
              <a:defRPr sz="3300" b="1">
                <a:solidFill>
                  <a:srgbClr val="345D70"/>
                </a:solidFill>
                <a:latin typeface="Segoe UI"/>
                <a:ea typeface="Segoe UI"/>
                <a:cs typeface="Segoe UI"/>
              </a:defRPr>
            </a:lvl5pPr>
            <a:lvl6pPr>
              <a:buNone/>
              <a:defRPr sz="3300" b="1">
                <a:solidFill>
                  <a:srgbClr val="345D70"/>
                </a:solidFill>
                <a:latin typeface="Segoe UI"/>
                <a:ea typeface="Segoe UI"/>
                <a:cs typeface="Segoe UI"/>
              </a:defRPr>
            </a:lvl6pPr>
            <a:lvl7pPr>
              <a:buNone/>
              <a:defRPr sz="3300" b="1">
                <a:solidFill>
                  <a:srgbClr val="345D70"/>
                </a:solidFill>
                <a:latin typeface="Segoe UI"/>
                <a:ea typeface="Segoe UI"/>
                <a:cs typeface="Segoe UI"/>
              </a:defRPr>
            </a:lvl7pPr>
            <a:lvl8pPr>
              <a:buNone/>
              <a:defRPr sz="3300" b="1">
                <a:solidFill>
                  <a:srgbClr val="345D70"/>
                </a:solidFill>
                <a:latin typeface="Segoe UI"/>
                <a:ea typeface="Segoe UI"/>
                <a:cs typeface="Segoe UI"/>
              </a:defRPr>
            </a:lvl8pPr>
            <a:lvl9pPr>
              <a:buNone/>
              <a:defRPr sz="3300" b="1">
                <a:solidFill>
                  <a:srgbClr val="345D70"/>
                </a:solidFill>
                <a:latin typeface="Segoe UI"/>
                <a:ea typeface="Segoe UI"/>
                <a:cs typeface="Segoe UI"/>
              </a:defRPr>
            </a:lvl9pPr>
          </a:lstStyle>
          <a:p xmlns:a="http://schemas.openxmlformats.org/drawingml/2006/main">
            <a:pPr>
              <a:buNone/>
              <a:defRPr sz="3300" b="1">
                <a:solidFill>
                  <a:srgbClr val="345D70"/>
                </a:solidFill>
                <a:latin typeface="Segoe UI"/>
                <a:ea typeface="Segoe UI"/>
                <a:cs typeface="Segoe UI"/>
              </a:defRPr>
            </a:pPr>
            <a:r>
              <a:rPr sz="3300" b="1">
                <a:solidFill>
                  <a:srgbClr val="345D70"/>
                </a:solidFill>
                <a:latin typeface="Segoe UI"/>
                <a:ea typeface="Segoe UI"/>
                <a:cs typeface="Segoe UI"/>
              </a:rPr>
              <a:t>Key vocabulary mat</a:t>
            </a:r>
          </a:p>
        </p:txBody>
      </p:sp>
      <p:pic>
        <p:nvPicPr>
          <p:cNvPr id="4" name="picture-cue-1">
            <a:extLst xmlns:a="http://schemas.openxmlformats.org/drawingml/2006/main">
              <a:ext uri="{FF2B5EF4-FFF2-40B4-BE49-F238E27FC236}">
                <a16:creationId xmlns:a16="http://schemas.microsoft.com/office/drawing/2014/main" id="{F49FBE0F-D2FF-486A-A3FE-5FD64376A9F7}"/>
              </a:ext>
            </a:extLst>
          </p:cNvPr>
          <p:cNvPicPr>
            <a:picLocks xmlns:a="http://schemas.openxmlformats.org/drawingml/2006/main" noChangeAspect="1"/>
          </p:cNvPicPr>
          <p:nvPr/>
        </p:nvPicPr>
        <p:blipFill>
          <a:blip xmlns:r="http://schemas.openxmlformats.org/officeDocument/2006/relationships" xmlns:a="http://schemas.openxmlformats.org/drawingml/2006/main" r:embed="R7aeafaad73624ef1"/>
          <a:stretch xmlns:a="http://schemas.openxmlformats.org/drawingml/2006/main"/>
        </p:blipFill>
        <p:spPr>
          <a:xfrm xmlns:a="http://schemas.openxmlformats.org/drawingml/2006/main">
            <a:off x="533400" y="1504950"/>
            <a:ext cx="457200" cy="457200"/>
          </a:xfrm>
          <a:prstGeom xmlns:a="http://schemas.openxmlformats.org/drawingml/2006/main" prst="rect">
            <a:avLst/>
          </a:prstGeom>
        </p:spPr>
      </p:pic>
      <p:sp>
        <p:nvSpPr>
          <p:cNvPr id="5" name="word-0">
            <a:extLst xmlns:a="http://schemas.openxmlformats.org/drawingml/2006/main">
              <a:ext uri="{FF2B5EF4-FFF2-40B4-BE49-F238E27FC236}">
                <a16:creationId xmlns:a16="http://schemas.microsoft.com/office/drawing/2014/main" id="{47876B5A-4A8A-5CC5-9362-98BB769A0048}"/>
              </a:ext>
            </a:extLst>
          </p:cNvPr>
          <p:cNvSpPr>
            <a:spLocks xmlns:a="http://schemas.openxmlformats.org/drawingml/2006/main" noGrp="1"/>
          </p:cNvSpPr>
          <p:nvPr/>
        </p:nvSpPr>
        <p:spPr>
          <a:xfrm xmlns:a="http://schemas.openxmlformats.org/drawingml/2006/main">
            <a:off x="1162050" y="1457325"/>
            <a:ext cx="4762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75" b="1">
                <a:solidFill>
                  <a:srgbClr val="345D70"/>
                </a:solidFill>
                <a:latin typeface="Segoe UI"/>
                <a:ea typeface="Segoe UI"/>
                <a:cs typeface="Segoe UI"/>
              </a:defRPr>
            </a:defPPr>
            <a:lvl1pPr>
              <a:buNone/>
              <a:defRPr sz="1875" b="1">
                <a:solidFill>
                  <a:srgbClr val="345D70"/>
                </a:solidFill>
                <a:latin typeface="Segoe UI"/>
                <a:ea typeface="Segoe UI"/>
                <a:cs typeface="Segoe UI"/>
              </a:defRPr>
            </a:lvl1pPr>
            <a:lvl2pPr>
              <a:buNone/>
              <a:defRPr sz="1875" b="1">
                <a:solidFill>
                  <a:srgbClr val="345D70"/>
                </a:solidFill>
                <a:latin typeface="Segoe UI"/>
                <a:ea typeface="Segoe UI"/>
                <a:cs typeface="Segoe UI"/>
              </a:defRPr>
            </a:lvl2pPr>
            <a:lvl3pPr>
              <a:buNone/>
              <a:defRPr sz="1875" b="1">
                <a:solidFill>
                  <a:srgbClr val="345D70"/>
                </a:solidFill>
                <a:latin typeface="Segoe UI"/>
                <a:ea typeface="Segoe UI"/>
                <a:cs typeface="Segoe UI"/>
              </a:defRPr>
            </a:lvl3pPr>
            <a:lvl4pPr>
              <a:buNone/>
              <a:defRPr sz="1875" b="1">
                <a:solidFill>
                  <a:srgbClr val="345D70"/>
                </a:solidFill>
                <a:latin typeface="Segoe UI"/>
                <a:ea typeface="Segoe UI"/>
                <a:cs typeface="Segoe UI"/>
              </a:defRPr>
            </a:lvl4pPr>
            <a:lvl5pPr>
              <a:buNone/>
              <a:defRPr sz="1875" b="1">
                <a:solidFill>
                  <a:srgbClr val="345D70"/>
                </a:solidFill>
                <a:latin typeface="Segoe UI"/>
                <a:ea typeface="Segoe UI"/>
                <a:cs typeface="Segoe UI"/>
              </a:defRPr>
            </a:lvl5pPr>
            <a:lvl6pPr>
              <a:buNone/>
              <a:defRPr sz="1875" b="1">
                <a:solidFill>
                  <a:srgbClr val="345D70"/>
                </a:solidFill>
                <a:latin typeface="Segoe UI"/>
                <a:ea typeface="Segoe UI"/>
                <a:cs typeface="Segoe UI"/>
              </a:defRPr>
            </a:lvl6pPr>
            <a:lvl7pPr>
              <a:buNone/>
              <a:defRPr sz="1875" b="1">
                <a:solidFill>
                  <a:srgbClr val="345D70"/>
                </a:solidFill>
                <a:latin typeface="Segoe UI"/>
                <a:ea typeface="Segoe UI"/>
                <a:cs typeface="Segoe UI"/>
              </a:defRPr>
            </a:lvl7pPr>
            <a:lvl8pPr>
              <a:buNone/>
              <a:defRPr sz="1875" b="1">
                <a:solidFill>
                  <a:srgbClr val="345D70"/>
                </a:solidFill>
                <a:latin typeface="Segoe UI"/>
                <a:ea typeface="Segoe UI"/>
                <a:cs typeface="Segoe UI"/>
              </a:defRPr>
            </a:lvl8pPr>
            <a:lvl9pPr>
              <a:buNone/>
              <a:defRPr sz="1875" b="1">
                <a:solidFill>
                  <a:srgbClr val="345D70"/>
                </a:solidFill>
                <a:latin typeface="Segoe UI"/>
                <a:ea typeface="Segoe UI"/>
                <a:cs typeface="Segoe UI"/>
              </a:defRPr>
            </a:lvl9pPr>
          </a:lstStyle>
          <a:p xmlns:a="http://schemas.openxmlformats.org/drawingml/2006/main">
            <a:pPr>
              <a:buNone/>
              <a:defRPr sz="1875" b="1">
                <a:solidFill>
                  <a:srgbClr val="345D70"/>
                </a:solidFill>
                <a:latin typeface="Segoe UI"/>
                <a:ea typeface="Segoe UI"/>
                <a:cs typeface="Segoe UI"/>
              </a:defRPr>
            </a:pPr>
            <a:r>
              <a:rPr sz="1875" b="1">
                <a:solidFill>
                  <a:srgbClr val="345D70"/>
                </a:solidFill>
                <a:latin typeface="Segoe UI"/>
                <a:ea typeface="Segoe UI"/>
                <a:cs typeface="Segoe UI"/>
              </a:rPr>
              <a:t>batch</a:t>
            </a:r>
          </a:p>
        </p:txBody>
      </p:sp>
      <p:sp>
        <p:nvSpPr>
          <p:cNvPr id="6" name="definition-0">
            <a:extLst xmlns:a="http://schemas.openxmlformats.org/drawingml/2006/main">
              <a:ext uri="{FF2B5EF4-FFF2-40B4-BE49-F238E27FC236}">
                <a16:creationId xmlns:a16="http://schemas.microsoft.com/office/drawing/2014/main" id="{A6E6BB7D-4BFC-51DC-891F-E28E67D5802B}"/>
              </a:ext>
            </a:extLst>
          </p:cNvPr>
          <p:cNvSpPr>
            <a:spLocks xmlns:a="http://schemas.openxmlformats.org/drawingml/2006/main" noGrp="1"/>
          </p:cNvSpPr>
          <p:nvPr/>
        </p:nvSpPr>
        <p:spPr>
          <a:xfrm xmlns:a="http://schemas.openxmlformats.org/drawingml/2006/main">
            <a:off x="1162050" y="1800225"/>
            <a:ext cx="4762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0">
                <a:solidFill>
                  <a:srgbClr val="192E3B"/>
                </a:solidFill>
                <a:latin typeface="Segoe UI"/>
                <a:ea typeface="Segoe UI"/>
                <a:cs typeface="Segoe UI"/>
              </a:defRPr>
            </a:defPPr>
            <a:lvl1pPr>
              <a:buNone/>
              <a:defRPr sz="1800" b="0">
                <a:solidFill>
                  <a:srgbClr val="192E3B"/>
                </a:solidFill>
                <a:latin typeface="Segoe UI"/>
                <a:ea typeface="Segoe UI"/>
                <a:cs typeface="Segoe UI"/>
              </a:defRPr>
            </a:lvl1pPr>
            <a:lvl2pPr>
              <a:buNone/>
              <a:defRPr sz="1800" b="0">
                <a:solidFill>
                  <a:srgbClr val="192E3B"/>
                </a:solidFill>
                <a:latin typeface="Segoe UI"/>
                <a:ea typeface="Segoe UI"/>
                <a:cs typeface="Segoe UI"/>
              </a:defRPr>
            </a:lvl2pPr>
            <a:lvl3pPr>
              <a:buNone/>
              <a:defRPr sz="1800" b="0">
                <a:solidFill>
                  <a:srgbClr val="192E3B"/>
                </a:solidFill>
                <a:latin typeface="Segoe UI"/>
                <a:ea typeface="Segoe UI"/>
                <a:cs typeface="Segoe UI"/>
              </a:defRPr>
            </a:lvl3pPr>
            <a:lvl4pPr>
              <a:buNone/>
              <a:defRPr sz="1800" b="0">
                <a:solidFill>
                  <a:srgbClr val="192E3B"/>
                </a:solidFill>
                <a:latin typeface="Segoe UI"/>
                <a:ea typeface="Segoe UI"/>
                <a:cs typeface="Segoe UI"/>
              </a:defRPr>
            </a:lvl4pPr>
            <a:lvl5pPr>
              <a:buNone/>
              <a:defRPr sz="1800" b="0">
                <a:solidFill>
                  <a:srgbClr val="192E3B"/>
                </a:solidFill>
                <a:latin typeface="Segoe UI"/>
                <a:ea typeface="Segoe UI"/>
                <a:cs typeface="Segoe UI"/>
              </a:defRPr>
            </a:lvl5pPr>
            <a:lvl6pPr>
              <a:buNone/>
              <a:defRPr sz="1800" b="0">
                <a:solidFill>
                  <a:srgbClr val="192E3B"/>
                </a:solidFill>
                <a:latin typeface="Segoe UI"/>
                <a:ea typeface="Segoe UI"/>
                <a:cs typeface="Segoe UI"/>
              </a:defRPr>
            </a:lvl6pPr>
            <a:lvl7pPr>
              <a:buNone/>
              <a:defRPr sz="1800" b="0">
                <a:solidFill>
                  <a:srgbClr val="192E3B"/>
                </a:solidFill>
                <a:latin typeface="Segoe UI"/>
                <a:ea typeface="Segoe UI"/>
                <a:cs typeface="Segoe UI"/>
              </a:defRPr>
            </a:lvl7pPr>
            <a:lvl8pPr>
              <a:buNone/>
              <a:defRPr sz="1800" b="0">
                <a:solidFill>
                  <a:srgbClr val="192E3B"/>
                </a:solidFill>
                <a:latin typeface="Segoe UI"/>
                <a:ea typeface="Segoe UI"/>
                <a:cs typeface="Segoe UI"/>
              </a:defRPr>
            </a:lvl8pPr>
            <a:lvl9pPr>
              <a:buNone/>
              <a:defRPr sz="1800" b="0">
                <a:solidFill>
                  <a:srgbClr val="192E3B"/>
                </a:solidFill>
                <a:latin typeface="Segoe UI"/>
                <a:ea typeface="Segoe UI"/>
                <a:cs typeface="Segoe UI"/>
              </a:defRPr>
            </a:lvl9pPr>
          </a:lstStyle>
          <a:p xmlns:a="http://schemas.openxmlformats.org/drawingml/2006/main">
            <a:pPr>
              <a:buNone/>
              <a:defRPr sz="1800" b="0">
                <a:solidFill>
                  <a:srgbClr val="192E3B"/>
                </a:solidFill>
                <a:latin typeface="Segoe UI"/>
                <a:ea typeface="Segoe UI"/>
                <a:cs typeface="Segoe UI"/>
              </a:defRPr>
            </a:pPr>
            <a:r>
              <a:rPr sz="1800" b="0">
                <a:solidFill>
                  <a:srgbClr val="192E3B"/>
                </a:solidFill>
                <a:latin typeface="Segoe UI"/>
                <a:ea typeface="Segoe UI"/>
                <a:cs typeface="Segoe UI"/>
              </a:rPr>
              <a:t>Food made in one go.</a:t>
            </a:r>
          </a:p>
        </p:txBody>
      </p:sp>
      <p:pic>
        <p:nvPicPr>
          <p:cNvPr id="7" name="picture-cue-2">
            <a:extLst xmlns:a="http://schemas.openxmlformats.org/drawingml/2006/main">
              <a:ext uri="{FF2B5EF4-FFF2-40B4-BE49-F238E27FC236}">
                <a16:creationId xmlns:a16="http://schemas.microsoft.com/office/drawing/2014/main" id="{B74B8CAF-606F-4C5E-A4FC-D795A2B9203C}"/>
              </a:ext>
            </a:extLst>
          </p:cNvPr>
          <p:cNvPicPr>
            <a:picLocks xmlns:a="http://schemas.openxmlformats.org/drawingml/2006/main" noChangeAspect="1"/>
          </p:cNvPicPr>
          <p:nvPr/>
        </p:nvPicPr>
        <p:blipFill>
          <a:blip xmlns:r="http://schemas.openxmlformats.org/officeDocument/2006/relationships" xmlns:a="http://schemas.openxmlformats.org/drawingml/2006/main" r:embed="R283604f467df490a"/>
          <a:stretch xmlns:a="http://schemas.openxmlformats.org/drawingml/2006/main"/>
        </p:blipFill>
        <p:spPr>
          <a:xfrm xmlns:a="http://schemas.openxmlformats.org/drawingml/2006/main">
            <a:off x="6248400" y="1504950"/>
            <a:ext cx="457200" cy="457200"/>
          </a:xfrm>
          <a:prstGeom xmlns:a="http://schemas.openxmlformats.org/drawingml/2006/main" prst="rect">
            <a:avLst/>
          </a:prstGeom>
        </p:spPr>
      </p:pic>
      <p:sp>
        <p:nvSpPr>
          <p:cNvPr id="8" name="word-1">
            <a:extLst xmlns:a="http://schemas.openxmlformats.org/drawingml/2006/main">
              <a:ext uri="{FF2B5EF4-FFF2-40B4-BE49-F238E27FC236}">
                <a16:creationId xmlns:a16="http://schemas.microsoft.com/office/drawing/2014/main" id="{121AE11F-83F3-5A68-B067-43121E5A4932}"/>
              </a:ext>
            </a:extLst>
          </p:cNvPr>
          <p:cNvSpPr>
            <a:spLocks xmlns:a="http://schemas.openxmlformats.org/drawingml/2006/main" noGrp="1"/>
          </p:cNvSpPr>
          <p:nvPr/>
        </p:nvSpPr>
        <p:spPr>
          <a:xfrm xmlns:a="http://schemas.openxmlformats.org/drawingml/2006/main">
            <a:off x="6877050" y="1457325"/>
            <a:ext cx="4762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75" b="1">
                <a:solidFill>
                  <a:srgbClr val="345D70"/>
                </a:solidFill>
                <a:latin typeface="Segoe UI"/>
                <a:ea typeface="Segoe UI"/>
                <a:cs typeface="Segoe UI"/>
              </a:defRPr>
            </a:defPPr>
            <a:lvl1pPr>
              <a:buNone/>
              <a:defRPr sz="1875" b="1">
                <a:solidFill>
                  <a:srgbClr val="345D70"/>
                </a:solidFill>
                <a:latin typeface="Segoe UI"/>
                <a:ea typeface="Segoe UI"/>
                <a:cs typeface="Segoe UI"/>
              </a:defRPr>
            </a:lvl1pPr>
            <a:lvl2pPr>
              <a:buNone/>
              <a:defRPr sz="1875" b="1">
                <a:solidFill>
                  <a:srgbClr val="345D70"/>
                </a:solidFill>
                <a:latin typeface="Segoe UI"/>
                <a:ea typeface="Segoe UI"/>
                <a:cs typeface="Segoe UI"/>
              </a:defRPr>
            </a:lvl2pPr>
            <a:lvl3pPr>
              <a:buNone/>
              <a:defRPr sz="1875" b="1">
                <a:solidFill>
                  <a:srgbClr val="345D70"/>
                </a:solidFill>
                <a:latin typeface="Segoe UI"/>
                <a:ea typeface="Segoe UI"/>
                <a:cs typeface="Segoe UI"/>
              </a:defRPr>
            </a:lvl3pPr>
            <a:lvl4pPr>
              <a:buNone/>
              <a:defRPr sz="1875" b="1">
                <a:solidFill>
                  <a:srgbClr val="345D70"/>
                </a:solidFill>
                <a:latin typeface="Segoe UI"/>
                <a:ea typeface="Segoe UI"/>
                <a:cs typeface="Segoe UI"/>
              </a:defRPr>
            </a:lvl4pPr>
            <a:lvl5pPr>
              <a:buNone/>
              <a:defRPr sz="1875" b="1">
                <a:solidFill>
                  <a:srgbClr val="345D70"/>
                </a:solidFill>
                <a:latin typeface="Segoe UI"/>
                <a:ea typeface="Segoe UI"/>
                <a:cs typeface="Segoe UI"/>
              </a:defRPr>
            </a:lvl5pPr>
            <a:lvl6pPr>
              <a:buNone/>
              <a:defRPr sz="1875" b="1">
                <a:solidFill>
                  <a:srgbClr val="345D70"/>
                </a:solidFill>
                <a:latin typeface="Segoe UI"/>
                <a:ea typeface="Segoe UI"/>
                <a:cs typeface="Segoe UI"/>
              </a:defRPr>
            </a:lvl6pPr>
            <a:lvl7pPr>
              <a:buNone/>
              <a:defRPr sz="1875" b="1">
                <a:solidFill>
                  <a:srgbClr val="345D70"/>
                </a:solidFill>
                <a:latin typeface="Segoe UI"/>
                <a:ea typeface="Segoe UI"/>
                <a:cs typeface="Segoe UI"/>
              </a:defRPr>
            </a:lvl7pPr>
            <a:lvl8pPr>
              <a:buNone/>
              <a:defRPr sz="1875" b="1">
                <a:solidFill>
                  <a:srgbClr val="345D70"/>
                </a:solidFill>
                <a:latin typeface="Segoe UI"/>
                <a:ea typeface="Segoe UI"/>
                <a:cs typeface="Segoe UI"/>
              </a:defRPr>
            </a:lvl8pPr>
            <a:lvl9pPr>
              <a:buNone/>
              <a:defRPr sz="1875" b="1">
                <a:solidFill>
                  <a:srgbClr val="345D70"/>
                </a:solidFill>
                <a:latin typeface="Segoe UI"/>
                <a:ea typeface="Segoe UI"/>
                <a:cs typeface="Segoe UI"/>
              </a:defRPr>
            </a:lvl9pPr>
          </a:lstStyle>
          <a:p xmlns:a="http://schemas.openxmlformats.org/drawingml/2006/main">
            <a:pPr>
              <a:buNone/>
              <a:defRPr sz="1875" b="1">
                <a:solidFill>
                  <a:srgbClr val="345D70"/>
                </a:solidFill>
                <a:latin typeface="Segoe UI"/>
                <a:ea typeface="Segoe UI"/>
                <a:cs typeface="Segoe UI"/>
              </a:defRPr>
            </a:pPr>
            <a:r>
              <a:rPr sz="1875" b="1">
                <a:solidFill>
                  <a:srgbClr val="345D70"/>
                </a:solidFill>
                <a:latin typeface="Segoe UI"/>
                <a:ea typeface="Segoe UI"/>
                <a:cs typeface="Segoe UI"/>
              </a:rPr>
              <a:t>portion</a:t>
            </a:r>
          </a:p>
        </p:txBody>
      </p:sp>
      <p:sp>
        <p:nvSpPr>
          <p:cNvPr id="9" name="definition-1">
            <a:extLst xmlns:a="http://schemas.openxmlformats.org/drawingml/2006/main">
              <a:ext uri="{FF2B5EF4-FFF2-40B4-BE49-F238E27FC236}">
                <a16:creationId xmlns:a16="http://schemas.microsoft.com/office/drawing/2014/main" id="{5B941884-F2B2-52CB-9E60-89DED501FAAF}"/>
              </a:ext>
            </a:extLst>
          </p:cNvPr>
          <p:cNvSpPr>
            <a:spLocks xmlns:a="http://schemas.openxmlformats.org/drawingml/2006/main" noGrp="1"/>
          </p:cNvSpPr>
          <p:nvPr/>
        </p:nvSpPr>
        <p:spPr>
          <a:xfrm xmlns:a="http://schemas.openxmlformats.org/drawingml/2006/main">
            <a:off x="6877050" y="1800225"/>
            <a:ext cx="4762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0">
                <a:solidFill>
                  <a:srgbClr val="192E3B"/>
                </a:solidFill>
                <a:latin typeface="Segoe UI"/>
                <a:ea typeface="Segoe UI"/>
                <a:cs typeface="Segoe UI"/>
              </a:defRPr>
            </a:defPPr>
            <a:lvl1pPr>
              <a:buNone/>
              <a:defRPr sz="1800" b="0">
                <a:solidFill>
                  <a:srgbClr val="192E3B"/>
                </a:solidFill>
                <a:latin typeface="Segoe UI"/>
                <a:ea typeface="Segoe UI"/>
                <a:cs typeface="Segoe UI"/>
              </a:defRPr>
            </a:lvl1pPr>
            <a:lvl2pPr>
              <a:buNone/>
              <a:defRPr sz="1800" b="0">
                <a:solidFill>
                  <a:srgbClr val="192E3B"/>
                </a:solidFill>
                <a:latin typeface="Segoe UI"/>
                <a:ea typeface="Segoe UI"/>
                <a:cs typeface="Segoe UI"/>
              </a:defRPr>
            </a:lvl2pPr>
            <a:lvl3pPr>
              <a:buNone/>
              <a:defRPr sz="1800" b="0">
                <a:solidFill>
                  <a:srgbClr val="192E3B"/>
                </a:solidFill>
                <a:latin typeface="Segoe UI"/>
                <a:ea typeface="Segoe UI"/>
                <a:cs typeface="Segoe UI"/>
              </a:defRPr>
            </a:lvl3pPr>
            <a:lvl4pPr>
              <a:buNone/>
              <a:defRPr sz="1800" b="0">
                <a:solidFill>
                  <a:srgbClr val="192E3B"/>
                </a:solidFill>
                <a:latin typeface="Segoe UI"/>
                <a:ea typeface="Segoe UI"/>
                <a:cs typeface="Segoe UI"/>
              </a:defRPr>
            </a:lvl4pPr>
            <a:lvl5pPr>
              <a:buNone/>
              <a:defRPr sz="1800" b="0">
                <a:solidFill>
                  <a:srgbClr val="192E3B"/>
                </a:solidFill>
                <a:latin typeface="Segoe UI"/>
                <a:ea typeface="Segoe UI"/>
                <a:cs typeface="Segoe UI"/>
              </a:defRPr>
            </a:lvl5pPr>
            <a:lvl6pPr>
              <a:buNone/>
              <a:defRPr sz="1800" b="0">
                <a:solidFill>
                  <a:srgbClr val="192E3B"/>
                </a:solidFill>
                <a:latin typeface="Segoe UI"/>
                <a:ea typeface="Segoe UI"/>
                <a:cs typeface="Segoe UI"/>
              </a:defRPr>
            </a:lvl6pPr>
            <a:lvl7pPr>
              <a:buNone/>
              <a:defRPr sz="1800" b="0">
                <a:solidFill>
                  <a:srgbClr val="192E3B"/>
                </a:solidFill>
                <a:latin typeface="Segoe UI"/>
                <a:ea typeface="Segoe UI"/>
                <a:cs typeface="Segoe UI"/>
              </a:defRPr>
            </a:lvl7pPr>
            <a:lvl8pPr>
              <a:buNone/>
              <a:defRPr sz="1800" b="0">
                <a:solidFill>
                  <a:srgbClr val="192E3B"/>
                </a:solidFill>
                <a:latin typeface="Segoe UI"/>
                <a:ea typeface="Segoe UI"/>
                <a:cs typeface="Segoe UI"/>
              </a:defRPr>
            </a:lvl8pPr>
            <a:lvl9pPr>
              <a:buNone/>
              <a:defRPr sz="1800" b="0">
                <a:solidFill>
                  <a:srgbClr val="192E3B"/>
                </a:solidFill>
                <a:latin typeface="Segoe UI"/>
                <a:ea typeface="Segoe UI"/>
                <a:cs typeface="Segoe UI"/>
              </a:defRPr>
            </a:lvl9pPr>
          </a:lstStyle>
          <a:p xmlns:a="http://schemas.openxmlformats.org/drawingml/2006/main">
            <a:pPr>
              <a:buNone/>
              <a:defRPr sz="1800" b="0">
                <a:solidFill>
                  <a:srgbClr val="192E3B"/>
                </a:solidFill>
                <a:latin typeface="Segoe UI"/>
                <a:ea typeface="Segoe UI"/>
                <a:cs typeface="Segoe UI"/>
              </a:defRPr>
            </a:pPr>
            <a:r>
              <a:rPr sz="1800" b="0">
                <a:solidFill>
                  <a:srgbClr val="192E3B"/>
                </a:solidFill>
                <a:latin typeface="Segoe UI"/>
                <a:ea typeface="Segoe UI"/>
                <a:cs typeface="Segoe UI"/>
              </a:rPr>
              <a:t>One piece to serve.</a:t>
            </a:r>
          </a:p>
        </p:txBody>
      </p:sp>
      <p:pic>
        <p:nvPicPr>
          <p:cNvPr id="10" name="picture-cue-3">
            <a:extLst xmlns:a="http://schemas.openxmlformats.org/drawingml/2006/main">
              <a:ext uri="{FF2B5EF4-FFF2-40B4-BE49-F238E27FC236}">
                <a16:creationId xmlns:a16="http://schemas.microsoft.com/office/drawing/2014/main" id="{C43CF05F-18FD-46A4-BE6E-E798EFF26D7E}"/>
              </a:ext>
            </a:extLst>
          </p:cNvPr>
          <p:cNvPicPr>
            <a:picLocks xmlns:a="http://schemas.openxmlformats.org/drawingml/2006/main" noChangeAspect="1"/>
          </p:cNvPicPr>
          <p:nvPr/>
        </p:nvPicPr>
        <p:blipFill>
          <a:blip xmlns:r="http://schemas.openxmlformats.org/officeDocument/2006/relationships" xmlns:a="http://schemas.openxmlformats.org/drawingml/2006/main" r:embed="Rcb4a3c27403b453c"/>
          <a:stretch xmlns:a="http://schemas.openxmlformats.org/drawingml/2006/main"/>
        </p:blipFill>
        <p:spPr>
          <a:xfrm xmlns:a="http://schemas.openxmlformats.org/drawingml/2006/main">
            <a:off x="533400" y="2647950"/>
            <a:ext cx="457200" cy="457200"/>
          </a:xfrm>
          <a:prstGeom xmlns:a="http://schemas.openxmlformats.org/drawingml/2006/main" prst="rect">
            <a:avLst/>
          </a:prstGeom>
        </p:spPr>
      </p:pic>
      <p:sp>
        <p:nvSpPr>
          <p:cNvPr id="11" name="word-2">
            <a:extLst xmlns:a="http://schemas.openxmlformats.org/drawingml/2006/main">
              <a:ext uri="{FF2B5EF4-FFF2-40B4-BE49-F238E27FC236}">
                <a16:creationId xmlns:a16="http://schemas.microsoft.com/office/drawing/2014/main" id="{2E046CC5-82EB-5A00-9049-5F85A3516E30}"/>
              </a:ext>
            </a:extLst>
          </p:cNvPr>
          <p:cNvSpPr>
            <a:spLocks xmlns:a="http://schemas.openxmlformats.org/drawingml/2006/main" noGrp="1"/>
          </p:cNvSpPr>
          <p:nvPr/>
        </p:nvSpPr>
        <p:spPr>
          <a:xfrm xmlns:a="http://schemas.openxmlformats.org/drawingml/2006/main">
            <a:off x="1162050" y="2600325"/>
            <a:ext cx="4762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75" b="1">
                <a:solidFill>
                  <a:srgbClr val="345D70"/>
                </a:solidFill>
                <a:latin typeface="Segoe UI"/>
                <a:ea typeface="Segoe UI"/>
                <a:cs typeface="Segoe UI"/>
              </a:defRPr>
            </a:defPPr>
            <a:lvl1pPr>
              <a:buNone/>
              <a:defRPr sz="1875" b="1">
                <a:solidFill>
                  <a:srgbClr val="345D70"/>
                </a:solidFill>
                <a:latin typeface="Segoe UI"/>
                <a:ea typeface="Segoe UI"/>
                <a:cs typeface="Segoe UI"/>
              </a:defRPr>
            </a:lvl1pPr>
            <a:lvl2pPr>
              <a:buNone/>
              <a:defRPr sz="1875" b="1">
                <a:solidFill>
                  <a:srgbClr val="345D70"/>
                </a:solidFill>
                <a:latin typeface="Segoe UI"/>
                <a:ea typeface="Segoe UI"/>
                <a:cs typeface="Segoe UI"/>
              </a:defRPr>
            </a:lvl2pPr>
            <a:lvl3pPr>
              <a:buNone/>
              <a:defRPr sz="1875" b="1">
                <a:solidFill>
                  <a:srgbClr val="345D70"/>
                </a:solidFill>
                <a:latin typeface="Segoe UI"/>
                <a:ea typeface="Segoe UI"/>
                <a:cs typeface="Segoe UI"/>
              </a:defRPr>
            </a:lvl3pPr>
            <a:lvl4pPr>
              <a:buNone/>
              <a:defRPr sz="1875" b="1">
                <a:solidFill>
                  <a:srgbClr val="345D70"/>
                </a:solidFill>
                <a:latin typeface="Segoe UI"/>
                <a:ea typeface="Segoe UI"/>
                <a:cs typeface="Segoe UI"/>
              </a:defRPr>
            </a:lvl4pPr>
            <a:lvl5pPr>
              <a:buNone/>
              <a:defRPr sz="1875" b="1">
                <a:solidFill>
                  <a:srgbClr val="345D70"/>
                </a:solidFill>
                <a:latin typeface="Segoe UI"/>
                <a:ea typeface="Segoe UI"/>
                <a:cs typeface="Segoe UI"/>
              </a:defRPr>
            </a:lvl5pPr>
            <a:lvl6pPr>
              <a:buNone/>
              <a:defRPr sz="1875" b="1">
                <a:solidFill>
                  <a:srgbClr val="345D70"/>
                </a:solidFill>
                <a:latin typeface="Segoe UI"/>
                <a:ea typeface="Segoe UI"/>
                <a:cs typeface="Segoe UI"/>
              </a:defRPr>
            </a:lvl6pPr>
            <a:lvl7pPr>
              <a:buNone/>
              <a:defRPr sz="1875" b="1">
                <a:solidFill>
                  <a:srgbClr val="345D70"/>
                </a:solidFill>
                <a:latin typeface="Segoe UI"/>
                <a:ea typeface="Segoe UI"/>
                <a:cs typeface="Segoe UI"/>
              </a:defRPr>
            </a:lvl7pPr>
            <a:lvl8pPr>
              <a:buNone/>
              <a:defRPr sz="1875" b="1">
                <a:solidFill>
                  <a:srgbClr val="345D70"/>
                </a:solidFill>
                <a:latin typeface="Segoe UI"/>
                <a:ea typeface="Segoe UI"/>
                <a:cs typeface="Segoe UI"/>
              </a:defRPr>
            </a:lvl8pPr>
            <a:lvl9pPr>
              <a:buNone/>
              <a:defRPr sz="1875" b="1">
                <a:solidFill>
                  <a:srgbClr val="345D70"/>
                </a:solidFill>
                <a:latin typeface="Segoe UI"/>
                <a:ea typeface="Segoe UI"/>
                <a:cs typeface="Segoe UI"/>
              </a:defRPr>
            </a:lvl9pPr>
          </a:lstStyle>
          <a:p xmlns:a="http://schemas.openxmlformats.org/drawingml/2006/main">
            <a:pPr>
              <a:buNone/>
              <a:defRPr sz="1875" b="1">
                <a:solidFill>
                  <a:srgbClr val="345D70"/>
                </a:solidFill>
                <a:latin typeface="Segoe UI"/>
                <a:ea typeface="Segoe UI"/>
                <a:cs typeface="Segoe UI"/>
              </a:defRPr>
            </a:pPr>
            <a:r>
              <a:rPr sz="1875" b="1">
                <a:solidFill>
                  <a:srgbClr val="345D70"/>
                </a:solidFill>
                <a:latin typeface="Segoe UI"/>
                <a:ea typeface="Segoe UI"/>
                <a:cs typeface="Segoe UI"/>
              </a:rPr>
              <a:t>label</a:t>
            </a:r>
          </a:p>
        </p:txBody>
      </p:sp>
      <p:sp>
        <p:nvSpPr>
          <p:cNvPr id="12" name="definition-2">
            <a:extLst xmlns:a="http://schemas.openxmlformats.org/drawingml/2006/main">
              <a:ext uri="{FF2B5EF4-FFF2-40B4-BE49-F238E27FC236}">
                <a16:creationId xmlns:a16="http://schemas.microsoft.com/office/drawing/2014/main" id="{5ACEF956-9917-5F13-97A1-23E983AC62DB}"/>
              </a:ext>
            </a:extLst>
          </p:cNvPr>
          <p:cNvSpPr>
            <a:spLocks xmlns:a="http://schemas.openxmlformats.org/drawingml/2006/main" noGrp="1"/>
          </p:cNvSpPr>
          <p:nvPr/>
        </p:nvSpPr>
        <p:spPr>
          <a:xfrm xmlns:a="http://schemas.openxmlformats.org/drawingml/2006/main">
            <a:off x="1162050" y="2943225"/>
            <a:ext cx="4762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0">
                <a:solidFill>
                  <a:srgbClr val="192E3B"/>
                </a:solidFill>
                <a:latin typeface="Segoe UI"/>
                <a:ea typeface="Segoe UI"/>
                <a:cs typeface="Segoe UI"/>
              </a:defRPr>
            </a:defPPr>
            <a:lvl1pPr>
              <a:buNone/>
              <a:defRPr sz="1800" b="0">
                <a:solidFill>
                  <a:srgbClr val="192E3B"/>
                </a:solidFill>
                <a:latin typeface="Segoe UI"/>
                <a:ea typeface="Segoe UI"/>
                <a:cs typeface="Segoe UI"/>
              </a:defRPr>
            </a:lvl1pPr>
            <a:lvl2pPr>
              <a:buNone/>
              <a:defRPr sz="1800" b="0">
                <a:solidFill>
                  <a:srgbClr val="192E3B"/>
                </a:solidFill>
                <a:latin typeface="Segoe UI"/>
                <a:ea typeface="Segoe UI"/>
                <a:cs typeface="Segoe UI"/>
              </a:defRPr>
            </a:lvl2pPr>
            <a:lvl3pPr>
              <a:buNone/>
              <a:defRPr sz="1800" b="0">
                <a:solidFill>
                  <a:srgbClr val="192E3B"/>
                </a:solidFill>
                <a:latin typeface="Segoe UI"/>
                <a:ea typeface="Segoe UI"/>
                <a:cs typeface="Segoe UI"/>
              </a:defRPr>
            </a:lvl3pPr>
            <a:lvl4pPr>
              <a:buNone/>
              <a:defRPr sz="1800" b="0">
                <a:solidFill>
                  <a:srgbClr val="192E3B"/>
                </a:solidFill>
                <a:latin typeface="Segoe UI"/>
                <a:ea typeface="Segoe UI"/>
                <a:cs typeface="Segoe UI"/>
              </a:defRPr>
            </a:lvl4pPr>
            <a:lvl5pPr>
              <a:buNone/>
              <a:defRPr sz="1800" b="0">
                <a:solidFill>
                  <a:srgbClr val="192E3B"/>
                </a:solidFill>
                <a:latin typeface="Segoe UI"/>
                <a:ea typeface="Segoe UI"/>
                <a:cs typeface="Segoe UI"/>
              </a:defRPr>
            </a:lvl5pPr>
            <a:lvl6pPr>
              <a:buNone/>
              <a:defRPr sz="1800" b="0">
                <a:solidFill>
                  <a:srgbClr val="192E3B"/>
                </a:solidFill>
                <a:latin typeface="Segoe UI"/>
                <a:ea typeface="Segoe UI"/>
                <a:cs typeface="Segoe UI"/>
              </a:defRPr>
            </a:lvl6pPr>
            <a:lvl7pPr>
              <a:buNone/>
              <a:defRPr sz="1800" b="0">
                <a:solidFill>
                  <a:srgbClr val="192E3B"/>
                </a:solidFill>
                <a:latin typeface="Segoe UI"/>
                <a:ea typeface="Segoe UI"/>
                <a:cs typeface="Segoe UI"/>
              </a:defRPr>
            </a:lvl7pPr>
            <a:lvl8pPr>
              <a:buNone/>
              <a:defRPr sz="1800" b="0">
                <a:solidFill>
                  <a:srgbClr val="192E3B"/>
                </a:solidFill>
                <a:latin typeface="Segoe UI"/>
                <a:ea typeface="Segoe UI"/>
                <a:cs typeface="Segoe UI"/>
              </a:defRPr>
            </a:lvl8pPr>
            <a:lvl9pPr>
              <a:buNone/>
              <a:defRPr sz="1800" b="0">
                <a:solidFill>
                  <a:srgbClr val="192E3B"/>
                </a:solidFill>
                <a:latin typeface="Segoe UI"/>
                <a:ea typeface="Segoe UI"/>
                <a:cs typeface="Segoe UI"/>
              </a:defRPr>
            </a:lvl9pPr>
          </a:lstStyle>
          <a:p xmlns:a="http://schemas.openxmlformats.org/drawingml/2006/main">
            <a:pPr>
              <a:buNone/>
              <a:defRPr sz="1800" b="0">
                <a:solidFill>
                  <a:srgbClr val="192E3B"/>
                </a:solidFill>
                <a:latin typeface="Segoe UI"/>
                <a:ea typeface="Segoe UI"/>
                <a:cs typeface="Segoe UI"/>
              </a:defRPr>
            </a:pPr>
            <a:r>
              <a:rPr sz="1800" b="0">
                <a:solidFill>
                  <a:srgbClr val="192E3B"/>
                </a:solidFill>
                <a:latin typeface="Segoe UI"/>
                <a:ea typeface="Segoe UI"/>
                <a:cs typeface="Segoe UI"/>
              </a:rPr>
              <a:t>Words on a pack that tell us about food.</a:t>
            </a:r>
          </a:p>
        </p:txBody>
      </p:sp>
      <p:pic>
        <p:nvPicPr>
          <p:cNvPr id="13" name="picture-cue-4">
            <a:extLst xmlns:a="http://schemas.openxmlformats.org/drawingml/2006/main">
              <a:ext uri="{FF2B5EF4-FFF2-40B4-BE49-F238E27FC236}">
                <a16:creationId xmlns:a16="http://schemas.microsoft.com/office/drawing/2014/main" id="{4F0DEAB5-584C-473F-8A83-D3CE7268D25E}"/>
              </a:ext>
            </a:extLst>
          </p:cNvPr>
          <p:cNvPicPr>
            <a:picLocks xmlns:a="http://schemas.openxmlformats.org/drawingml/2006/main" noChangeAspect="1"/>
          </p:cNvPicPr>
          <p:nvPr/>
        </p:nvPicPr>
        <p:blipFill>
          <a:blip xmlns:r="http://schemas.openxmlformats.org/officeDocument/2006/relationships" xmlns:a="http://schemas.openxmlformats.org/drawingml/2006/main" r:embed="R6084492113654f13"/>
          <a:stretch xmlns:a="http://schemas.openxmlformats.org/drawingml/2006/main"/>
        </p:blipFill>
        <p:spPr>
          <a:xfrm xmlns:a="http://schemas.openxmlformats.org/drawingml/2006/main">
            <a:off x="6248400" y="2647950"/>
            <a:ext cx="457200" cy="457200"/>
          </a:xfrm>
          <a:prstGeom xmlns:a="http://schemas.openxmlformats.org/drawingml/2006/main" prst="rect">
            <a:avLst/>
          </a:prstGeom>
        </p:spPr>
      </p:pic>
      <p:sp>
        <p:nvSpPr>
          <p:cNvPr id="14" name="word-3">
            <a:extLst xmlns:a="http://schemas.openxmlformats.org/drawingml/2006/main">
              <a:ext uri="{FF2B5EF4-FFF2-40B4-BE49-F238E27FC236}">
                <a16:creationId xmlns:a16="http://schemas.microsoft.com/office/drawing/2014/main" id="{FE596603-5BB9-5EC4-B2A5-DD87DD89CCC7}"/>
              </a:ext>
            </a:extLst>
          </p:cNvPr>
          <p:cNvSpPr>
            <a:spLocks xmlns:a="http://schemas.openxmlformats.org/drawingml/2006/main" noGrp="1"/>
          </p:cNvSpPr>
          <p:nvPr/>
        </p:nvSpPr>
        <p:spPr>
          <a:xfrm xmlns:a="http://schemas.openxmlformats.org/drawingml/2006/main">
            <a:off x="6877050" y="2600325"/>
            <a:ext cx="4762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75" b="1">
                <a:solidFill>
                  <a:srgbClr val="345D70"/>
                </a:solidFill>
                <a:latin typeface="Segoe UI"/>
                <a:ea typeface="Segoe UI"/>
                <a:cs typeface="Segoe UI"/>
              </a:defRPr>
            </a:defPPr>
            <a:lvl1pPr>
              <a:buNone/>
              <a:defRPr sz="1875" b="1">
                <a:solidFill>
                  <a:srgbClr val="345D70"/>
                </a:solidFill>
                <a:latin typeface="Segoe UI"/>
                <a:ea typeface="Segoe UI"/>
                <a:cs typeface="Segoe UI"/>
              </a:defRPr>
            </a:lvl1pPr>
            <a:lvl2pPr>
              <a:buNone/>
              <a:defRPr sz="1875" b="1">
                <a:solidFill>
                  <a:srgbClr val="345D70"/>
                </a:solidFill>
                <a:latin typeface="Segoe UI"/>
                <a:ea typeface="Segoe UI"/>
                <a:cs typeface="Segoe UI"/>
              </a:defRPr>
            </a:lvl2pPr>
            <a:lvl3pPr>
              <a:buNone/>
              <a:defRPr sz="1875" b="1">
                <a:solidFill>
                  <a:srgbClr val="345D70"/>
                </a:solidFill>
                <a:latin typeface="Segoe UI"/>
                <a:ea typeface="Segoe UI"/>
                <a:cs typeface="Segoe UI"/>
              </a:defRPr>
            </a:lvl3pPr>
            <a:lvl4pPr>
              <a:buNone/>
              <a:defRPr sz="1875" b="1">
                <a:solidFill>
                  <a:srgbClr val="345D70"/>
                </a:solidFill>
                <a:latin typeface="Segoe UI"/>
                <a:ea typeface="Segoe UI"/>
                <a:cs typeface="Segoe UI"/>
              </a:defRPr>
            </a:lvl4pPr>
            <a:lvl5pPr>
              <a:buNone/>
              <a:defRPr sz="1875" b="1">
                <a:solidFill>
                  <a:srgbClr val="345D70"/>
                </a:solidFill>
                <a:latin typeface="Segoe UI"/>
                <a:ea typeface="Segoe UI"/>
                <a:cs typeface="Segoe UI"/>
              </a:defRPr>
            </a:lvl5pPr>
            <a:lvl6pPr>
              <a:buNone/>
              <a:defRPr sz="1875" b="1">
                <a:solidFill>
                  <a:srgbClr val="345D70"/>
                </a:solidFill>
                <a:latin typeface="Segoe UI"/>
                <a:ea typeface="Segoe UI"/>
                <a:cs typeface="Segoe UI"/>
              </a:defRPr>
            </a:lvl6pPr>
            <a:lvl7pPr>
              <a:buNone/>
              <a:defRPr sz="1875" b="1">
                <a:solidFill>
                  <a:srgbClr val="345D70"/>
                </a:solidFill>
                <a:latin typeface="Segoe UI"/>
                <a:ea typeface="Segoe UI"/>
                <a:cs typeface="Segoe UI"/>
              </a:defRPr>
            </a:lvl7pPr>
            <a:lvl8pPr>
              <a:buNone/>
              <a:defRPr sz="1875" b="1">
                <a:solidFill>
                  <a:srgbClr val="345D70"/>
                </a:solidFill>
                <a:latin typeface="Segoe UI"/>
                <a:ea typeface="Segoe UI"/>
                <a:cs typeface="Segoe UI"/>
              </a:defRPr>
            </a:lvl8pPr>
            <a:lvl9pPr>
              <a:buNone/>
              <a:defRPr sz="1875" b="1">
                <a:solidFill>
                  <a:srgbClr val="345D70"/>
                </a:solidFill>
                <a:latin typeface="Segoe UI"/>
                <a:ea typeface="Segoe UI"/>
                <a:cs typeface="Segoe UI"/>
              </a:defRPr>
            </a:lvl9pPr>
          </a:lstStyle>
          <a:p xmlns:a="http://schemas.openxmlformats.org/drawingml/2006/main">
            <a:pPr>
              <a:buNone/>
              <a:defRPr sz="1875" b="1">
                <a:solidFill>
                  <a:srgbClr val="345D70"/>
                </a:solidFill>
                <a:latin typeface="Segoe UI"/>
                <a:ea typeface="Segoe UI"/>
                <a:cs typeface="Segoe UI"/>
              </a:defRPr>
            </a:pPr>
            <a:r>
              <a:rPr sz="1875" b="1">
                <a:solidFill>
                  <a:srgbClr val="345D70"/>
                </a:solidFill>
                <a:latin typeface="Segoe UI"/>
                <a:ea typeface="Segoe UI"/>
                <a:cs typeface="Segoe UI"/>
              </a:rPr>
              <a:t>allergen</a:t>
            </a:r>
          </a:p>
        </p:txBody>
      </p:sp>
      <p:sp>
        <p:nvSpPr>
          <p:cNvPr id="15" name="definition-3">
            <a:extLst xmlns:a="http://schemas.openxmlformats.org/drawingml/2006/main">
              <a:ext uri="{FF2B5EF4-FFF2-40B4-BE49-F238E27FC236}">
                <a16:creationId xmlns:a16="http://schemas.microsoft.com/office/drawing/2014/main" id="{5B494AC4-13DF-5077-8BF2-E05B4919B7DC}"/>
              </a:ext>
            </a:extLst>
          </p:cNvPr>
          <p:cNvSpPr>
            <a:spLocks xmlns:a="http://schemas.openxmlformats.org/drawingml/2006/main" noGrp="1"/>
          </p:cNvSpPr>
          <p:nvPr/>
        </p:nvSpPr>
        <p:spPr>
          <a:xfrm xmlns:a="http://schemas.openxmlformats.org/drawingml/2006/main">
            <a:off x="6877050" y="2943225"/>
            <a:ext cx="4762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0">
                <a:solidFill>
                  <a:srgbClr val="192E3B"/>
                </a:solidFill>
                <a:latin typeface="Segoe UI"/>
                <a:ea typeface="Segoe UI"/>
                <a:cs typeface="Segoe UI"/>
              </a:defRPr>
            </a:defPPr>
            <a:lvl1pPr>
              <a:buNone/>
              <a:defRPr sz="1800" b="0">
                <a:solidFill>
                  <a:srgbClr val="192E3B"/>
                </a:solidFill>
                <a:latin typeface="Segoe UI"/>
                <a:ea typeface="Segoe UI"/>
                <a:cs typeface="Segoe UI"/>
              </a:defRPr>
            </a:lvl1pPr>
            <a:lvl2pPr>
              <a:buNone/>
              <a:defRPr sz="1800" b="0">
                <a:solidFill>
                  <a:srgbClr val="192E3B"/>
                </a:solidFill>
                <a:latin typeface="Segoe UI"/>
                <a:ea typeface="Segoe UI"/>
                <a:cs typeface="Segoe UI"/>
              </a:defRPr>
            </a:lvl2pPr>
            <a:lvl3pPr>
              <a:buNone/>
              <a:defRPr sz="1800" b="0">
                <a:solidFill>
                  <a:srgbClr val="192E3B"/>
                </a:solidFill>
                <a:latin typeface="Segoe UI"/>
                <a:ea typeface="Segoe UI"/>
                <a:cs typeface="Segoe UI"/>
              </a:defRPr>
            </a:lvl3pPr>
            <a:lvl4pPr>
              <a:buNone/>
              <a:defRPr sz="1800" b="0">
                <a:solidFill>
                  <a:srgbClr val="192E3B"/>
                </a:solidFill>
                <a:latin typeface="Segoe UI"/>
                <a:ea typeface="Segoe UI"/>
                <a:cs typeface="Segoe UI"/>
              </a:defRPr>
            </a:lvl4pPr>
            <a:lvl5pPr>
              <a:buNone/>
              <a:defRPr sz="1800" b="0">
                <a:solidFill>
                  <a:srgbClr val="192E3B"/>
                </a:solidFill>
                <a:latin typeface="Segoe UI"/>
                <a:ea typeface="Segoe UI"/>
                <a:cs typeface="Segoe UI"/>
              </a:defRPr>
            </a:lvl5pPr>
            <a:lvl6pPr>
              <a:buNone/>
              <a:defRPr sz="1800" b="0">
                <a:solidFill>
                  <a:srgbClr val="192E3B"/>
                </a:solidFill>
                <a:latin typeface="Segoe UI"/>
                <a:ea typeface="Segoe UI"/>
                <a:cs typeface="Segoe UI"/>
              </a:defRPr>
            </a:lvl6pPr>
            <a:lvl7pPr>
              <a:buNone/>
              <a:defRPr sz="1800" b="0">
                <a:solidFill>
                  <a:srgbClr val="192E3B"/>
                </a:solidFill>
                <a:latin typeface="Segoe UI"/>
                <a:ea typeface="Segoe UI"/>
                <a:cs typeface="Segoe UI"/>
              </a:defRPr>
            </a:lvl7pPr>
            <a:lvl8pPr>
              <a:buNone/>
              <a:defRPr sz="1800" b="0">
                <a:solidFill>
                  <a:srgbClr val="192E3B"/>
                </a:solidFill>
                <a:latin typeface="Segoe UI"/>
                <a:ea typeface="Segoe UI"/>
                <a:cs typeface="Segoe UI"/>
              </a:defRPr>
            </a:lvl8pPr>
            <a:lvl9pPr>
              <a:buNone/>
              <a:defRPr sz="1800" b="0">
                <a:solidFill>
                  <a:srgbClr val="192E3B"/>
                </a:solidFill>
                <a:latin typeface="Segoe UI"/>
                <a:ea typeface="Segoe UI"/>
                <a:cs typeface="Segoe UI"/>
              </a:defRPr>
            </a:lvl9pPr>
          </a:lstStyle>
          <a:p xmlns:a="http://schemas.openxmlformats.org/drawingml/2006/main">
            <a:pPr>
              <a:buNone/>
              <a:defRPr sz="1800" b="0">
                <a:solidFill>
                  <a:srgbClr val="192E3B"/>
                </a:solidFill>
                <a:latin typeface="Segoe UI"/>
                <a:ea typeface="Segoe UI"/>
                <a:cs typeface="Segoe UI"/>
              </a:defRPr>
            </a:pPr>
            <a:r>
              <a:rPr sz="1800" b="0">
                <a:solidFill>
                  <a:srgbClr val="192E3B"/>
                </a:solidFill>
                <a:latin typeface="Segoe UI"/>
                <a:ea typeface="Segoe UI"/>
                <a:cs typeface="Segoe UI"/>
              </a:rPr>
              <a:t>A thing in food that can make some people very ill.</a:t>
            </a:r>
          </a:p>
        </p:txBody>
      </p:sp>
      <p:pic>
        <p:nvPicPr>
          <p:cNvPr id="16" name="picture-cue-5">
            <a:extLst xmlns:a="http://schemas.openxmlformats.org/drawingml/2006/main">
              <a:ext uri="{FF2B5EF4-FFF2-40B4-BE49-F238E27FC236}">
                <a16:creationId xmlns:a16="http://schemas.microsoft.com/office/drawing/2014/main" id="{C86C684B-431A-4A59-97F5-F4ACE0744D66}"/>
              </a:ext>
            </a:extLst>
          </p:cNvPr>
          <p:cNvPicPr>
            <a:picLocks xmlns:a="http://schemas.openxmlformats.org/drawingml/2006/main" noChangeAspect="1"/>
          </p:cNvPicPr>
          <p:nvPr/>
        </p:nvPicPr>
        <p:blipFill>
          <a:blip xmlns:r="http://schemas.openxmlformats.org/officeDocument/2006/relationships" xmlns:a="http://schemas.openxmlformats.org/drawingml/2006/main" r:embed="Rec3cce1922734304"/>
          <a:stretch xmlns:a="http://schemas.openxmlformats.org/drawingml/2006/main"/>
        </p:blipFill>
        <p:spPr>
          <a:xfrm xmlns:a="http://schemas.openxmlformats.org/drawingml/2006/main">
            <a:off x="533400" y="3790950"/>
            <a:ext cx="457200" cy="457200"/>
          </a:xfrm>
          <a:prstGeom xmlns:a="http://schemas.openxmlformats.org/drawingml/2006/main" prst="rect">
            <a:avLst/>
          </a:prstGeom>
        </p:spPr>
      </p:pic>
      <p:sp>
        <p:nvSpPr>
          <p:cNvPr id="17" name="word-4">
            <a:extLst xmlns:a="http://schemas.openxmlformats.org/drawingml/2006/main">
              <a:ext uri="{FF2B5EF4-FFF2-40B4-BE49-F238E27FC236}">
                <a16:creationId xmlns:a16="http://schemas.microsoft.com/office/drawing/2014/main" id="{1C17AE7A-5FC1-51F7-A731-4F6F7D8E010C}"/>
              </a:ext>
            </a:extLst>
          </p:cNvPr>
          <p:cNvSpPr>
            <a:spLocks xmlns:a="http://schemas.openxmlformats.org/drawingml/2006/main" noGrp="1"/>
          </p:cNvSpPr>
          <p:nvPr/>
        </p:nvSpPr>
        <p:spPr>
          <a:xfrm xmlns:a="http://schemas.openxmlformats.org/drawingml/2006/main">
            <a:off x="1162050" y="3743325"/>
            <a:ext cx="4762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75" b="1">
                <a:solidFill>
                  <a:srgbClr val="345D70"/>
                </a:solidFill>
                <a:latin typeface="Segoe UI"/>
                <a:ea typeface="Segoe UI"/>
                <a:cs typeface="Segoe UI"/>
              </a:defRPr>
            </a:defPPr>
            <a:lvl1pPr>
              <a:buNone/>
              <a:defRPr sz="1875" b="1">
                <a:solidFill>
                  <a:srgbClr val="345D70"/>
                </a:solidFill>
                <a:latin typeface="Segoe UI"/>
                <a:ea typeface="Segoe UI"/>
                <a:cs typeface="Segoe UI"/>
              </a:defRPr>
            </a:lvl1pPr>
            <a:lvl2pPr>
              <a:buNone/>
              <a:defRPr sz="1875" b="1">
                <a:solidFill>
                  <a:srgbClr val="345D70"/>
                </a:solidFill>
                <a:latin typeface="Segoe UI"/>
                <a:ea typeface="Segoe UI"/>
                <a:cs typeface="Segoe UI"/>
              </a:defRPr>
            </a:lvl2pPr>
            <a:lvl3pPr>
              <a:buNone/>
              <a:defRPr sz="1875" b="1">
                <a:solidFill>
                  <a:srgbClr val="345D70"/>
                </a:solidFill>
                <a:latin typeface="Segoe UI"/>
                <a:ea typeface="Segoe UI"/>
                <a:cs typeface="Segoe UI"/>
              </a:defRPr>
            </a:lvl3pPr>
            <a:lvl4pPr>
              <a:buNone/>
              <a:defRPr sz="1875" b="1">
                <a:solidFill>
                  <a:srgbClr val="345D70"/>
                </a:solidFill>
                <a:latin typeface="Segoe UI"/>
                <a:ea typeface="Segoe UI"/>
                <a:cs typeface="Segoe UI"/>
              </a:defRPr>
            </a:lvl4pPr>
            <a:lvl5pPr>
              <a:buNone/>
              <a:defRPr sz="1875" b="1">
                <a:solidFill>
                  <a:srgbClr val="345D70"/>
                </a:solidFill>
                <a:latin typeface="Segoe UI"/>
                <a:ea typeface="Segoe UI"/>
                <a:cs typeface="Segoe UI"/>
              </a:defRPr>
            </a:lvl5pPr>
            <a:lvl6pPr>
              <a:buNone/>
              <a:defRPr sz="1875" b="1">
                <a:solidFill>
                  <a:srgbClr val="345D70"/>
                </a:solidFill>
                <a:latin typeface="Segoe UI"/>
                <a:ea typeface="Segoe UI"/>
                <a:cs typeface="Segoe UI"/>
              </a:defRPr>
            </a:lvl6pPr>
            <a:lvl7pPr>
              <a:buNone/>
              <a:defRPr sz="1875" b="1">
                <a:solidFill>
                  <a:srgbClr val="345D70"/>
                </a:solidFill>
                <a:latin typeface="Segoe UI"/>
                <a:ea typeface="Segoe UI"/>
                <a:cs typeface="Segoe UI"/>
              </a:defRPr>
            </a:lvl7pPr>
            <a:lvl8pPr>
              <a:buNone/>
              <a:defRPr sz="1875" b="1">
                <a:solidFill>
                  <a:srgbClr val="345D70"/>
                </a:solidFill>
                <a:latin typeface="Segoe UI"/>
                <a:ea typeface="Segoe UI"/>
                <a:cs typeface="Segoe UI"/>
              </a:defRPr>
            </a:lvl8pPr>
            <a:lvl9pPr>
              <a:buNone/>
              <a:defRPr sz="1875" b="1">
                <a:solidFill>
                  <a:srgbClr val="345D70"/>
                </a:solidFill>
                <a:latin typeface="Segoe UI"/>
                <a:ea typeface="Segoe UI"/>
                <a:cs typeface="Segoe UI"/>
              </a:defRPr>
            </a:lvl9pPr>
          </a:lstStyle>
          <a:p xmlns:a="http://schemas.openxmlformats.org/drawingml/2006/main">
            <a:pPr>
              <a:buNone/>
              <a:defRPr sz="1875" b="1">
                <a:solidFill>
                  <a:srgbClr val="345D70"/>
                </a:solidFill>
                <a:latin typeface="Segoe UI"/>
                <a:ea typeface="Segoe UI"/>
                <a:cs typeface="Segoe UI"/>
              </a:defRPr>
            </a:pPr>
            <a:r>
              <a:rPr sz="1875" b="1">
                <a:solidFill>
                  <a:srgbClr val="345D70"/>
                </a:solidFill>
                <a:latin typeface="Segoe UI"/>
                <a:ea typeface="Segoe UI"/>
                <a:cs typeface="Segoe UI"/>
              </a:rPr>
              <a:t>stock</a:t>
            </a:r>
          </a:p>
        </p:txBody>
      </p:sp>
      <p:sp>
        <p:nvSpPr>
          <p:cNvPr id="18" name="definition-4">
            <a:extLst xmlns:a="http://schemas.openxmlformats.org/drawingml/2006/main">
              <a:ext uri="{FF2B5EF4-FFF2-40B4-BE49-F238E27FC236}">
                <a16:creationId xmlns:a16="http://schemas.microsoft.com/office/drawing/2014/main" id="{94CF48EC-1A85-5E62-9FCF-CFEDB9AE44B4}"/>
              </a:ext>
            </a:extLst>
          </p:cNvPr>
          <p:cNvSpPr>
            <a:spLocks xmlns:a="http://schemas.openxmlformats.org/drawingml/2006/main" noGrp="1"/>
          </p:cNvSpPr>
          <p:nvPr/>
        </p:nvSpPr>
        <p:spPr>
          <a:xfrm xmlns:a="http://schemas.openxmlformats.org/drawingml/2006/main">
            <a:off x="1162050" y="4086225"/>
            <a:ext cx="4762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0">
                <a:solidFill>
                  <a:srgbClr val="192E3B"/>
                </a:solidFill>
                <a:latin typeface="Segoe UI"/>
                <a:ea typeface="Segoe UI"/>
                <a:cs typeface="Segoe UI"/>
              </a:defRPr>
            </a:defPPr>
            <a:lvl1pPr>
              <a:buNone/>
              <a:defRPr sz="1800" b="0">
                <a:solidFill>
                  <a:srgbClr val="192E3B"/>
                </a:solidFill>
                <a:latin typeface="Segoe UI"/>
                <a:ea typeface="Segoe UI"/>
                <a:cs typeface="Segoe UI"/>
              </a:defRPr>
            </a:lvl1pPr>
            <a:lvl2pPr>
              <a:buNone/>
              <a:defRPr sz="1800" b="0">
                <a:solidFill>
                  <a:srgbClr val="192E3B"/>
                </a:solidFill>
                <a:latin typeface="Segoe UI"/>
                <a:ea typeface="Segoe UI"/>
                <a:cs typeface="Segoe UI"/>
              </a:defRPr>
            </a:lvl2pPr>
            <a:lvl3pPr>
              <a:buNone/>
              <a:defRPr sz="1800" b="0">
                <a:solidFill>
                  <a:srgbClr val="192E3B"/>
                </a:solidFill>
                <a:latin typeface="Segoe UI"/>
                <a:ea typeface="Segoe UI"/>
                <a:cs typeface="Segoe UI"/>
              </a:defRPr>
            </a:lvl3pPr>
            <a:lvl4pPr>
              <a:buNone/>
              <a:defRPr sz="1800" b="0">
                <a:solidFill>
                  <a:srgbClr val="192E3B"/>
                </a:solidFill>
                <a:latin typeface="Segoe UI"/>
                <a:ea typeface="Segoe UI"/>
                <a:cs typeface="Segoe UI"/>
              </a:defRPr>
            </a:lvl4pPr>
            <a:lvl5pPr>
              <a:buNone/>
              <a:defRPr sz="1800" b="0">
                <a:solidFill>
                  <a:srgbClr val="192E3B"/>
                </a:solidFill>
                <a:latin typeface="Segoe UI"/>
                <a:ea typeface="Segoe UI"/>
                <a:cs typeface="Segoe UI"/>
              </a:defRPr>
            </a:lvl5pPr>
            <a:lvl6pPr>
              <a:buNone/>
              <a:defRPr sz="1800" b="0">
                <a:solidFill>
                  <a:srgbClr val="192E3B"/>
                </a:solidFill>
                <a:latin typeface="Segoe UI"/>
                <a:ea typeface="Segoe UI"/>
                <a:cs typeface="Segoe UI"/>
              </a:defRPr>
            </a:lvl6pPr>
            <a:lvl7pPr>
              <a:buNone/>
              <a:defRPr sz="1800" b="0">
                <a:solidFill>
                  <a:srgbClr val="192E3B"/>
                </a:solidFill>
                <a:latin typeface="Segoe UI"/>
                <a:ea typeface="Segoe UI"/>
                <a:cs typeface="Segoe UI"/>
              </a:defRPr>
            </a:lvl7pPr>
            <a:lvl8pPr>
              <a:buNone/>
              <a:defRPr sz="1800" b="0">
                <a:solidFill>
                  <a:srgbClr val="192E3B"/>
                </a:solidFill>
                <a:latin typeface="Segoe UI"/>
                <a:ea typeface="Segoe UI"/>
                <a:cs typeface="Segoe UI"/>
              </a:defRPr>
            </a:lvl8pPr>
            <a:lvl9pPr>
              <a:buNone/>
              <a:defRPr sz="1800" b="0">
                <a:solidFill>
                  <a:srgbClr val="192E3B"/>
                </a:solidFill>
                <a:latin typeface="Segoe UI"/>
                <a:ea typeface="Segoe UI"/>
                <a:cs typeface="Segoe UI"/>
              </a:defRPr>
            </a:lvl9pPr>
          </a:lstStyle>
          <a:p xmlns:a="http://schemas.openxmlformats.org/drawingml/2006/main">
            <a:pPr>
              <a:buNone/>
              <a:defRPr sz="1800" b="0">
                <a:solidFill>
                  <a:srgbClr val="192E3B"/>
                </a:solidFill>
                <a:latin typeface="Segoe UI"/>
                <a:ea typeface="Segoe UI"/>
                <a:cs typeface="Segoe UI"/>
              </a:defRPr>
            </a:pPr>
            <a:r>
              <a:rPr sz="1800" b="0">
                <a:solidFill>
                  <a:srgbClr val="192E3B"/>
                </a:solidFill>
                <a:latin typeface="Segoe UI"/>
                <a:ea typeface="Segoe UI"/>
                <a:cs typeface="Segoe UI"/>
              </a:rPr>
              <a:t>Items we have for sale.</a:t>
            </a:r>
          </a:p>
        </p:txBody>
      </p:sp>
      <p:pic>
        <p:nvPicPr>
          <p:cNvPr id="19" name="picture-cue-6">
            <a:extLst xmlns:a="http://schemas.openxmlformats.org/drawingml/2006/main">
              <a:ext uri="{FF2B5EF4-FFF2-40B4-BE49-F238E27FC236}">
                <a16:creationId xmlns:a16="http://schemas.microsoft.com/office/drawing/2014/main" id="{39246884-30D7-4B06-B1FD-90275F146709}"/>
              </a:ext>
            </a:extLst>
          </p:cNvPr>
          <p:cNvPicPr>
            <a:picLocks xmlns:a="http://schemas.openxmlformats.org/drawingml/2006/main" noChangeAspect="1"/>
          </p:cNvPicPr>
          <p:nvPr/>
        </p:nvPicPr>
        <p:blipFill>
          <a:blip xmlns:r="http://schemas.openxmlformats.org/officeDocument/2006/relationships" xmlns:a="http://schemas.openxmlformats.org/drawingml/2006/main" r:embed="Rfb87fd834e1049f2"/>
          <a:stretch xmlns:a="http://schemas.openxmlformats.org/drawingml/2006/main"/>
        </p:blipFill>
        <p:spPr>
          <a:xfrm xmlns:a="http://schemas.openxmlformats.org/drawingml/2006/main">
            <a:off x="6248400" y="3790950"/>
            <a:ext cx="457200" cy="457200"/>
          </a:xfrm>
          <a:prstGeom xmlns:a="http://schemas.openxmlformats.org/drawingml/2006/main" prst="rect">
            <a:avLst/>
          </a:prstGeom>
        </p:spPr>
      </p:pic>
      <p:sp>
        <p:nvSpPr>
          <p:cNvPr id="20" name="word-5">
            <a:extLst xmlns:a="http://schemas.openxmlformats.org/drawingml/2006/main">
              <a:ext uri="{FF2B5EF4-FFF2-40B4-BE49-F238E27FC236}">
                <a16:creationId xmlns:a16="http://schemas.microsoft.com/office/drawing/2014/main" id="{DEF8CBCD-A21E-5F3D-BCDB-FDE95C157A74}"/>
              </a:ext>
            </a:extLst>
          </p:cNvPr>
          <p:cNvSpPr>
            <a:spLocks xmlns:a="http://schemas.openxmlformats.org/drawingml/2006/main" noGrp="1"/>
          </p:cNvSpPr>
          <p:nvPr/>
        </p:nvSpPr>
        <p:spPr>
          <a:xfrm xmlns:a="http://schemas.openxmlformats.org/drawingml/2006/main">
            <a:off x="6877050" y="3743325"/>
            <a:ext cx="4762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75" b="1">
                <a:solidFill>
                  <a:srgbClr val="345D70"/>
                </a:solidFill>
                <a:latin typeface="Segoe UI"/>
                <a:ea typeface="Segoe UI"/>
                <a:cs typeface="Segoe UI"/>
              </a:defRPr>
            </a:defPPr>
            <a:lvl1pPr>
              <a:buNone/>
              <a:defRPr sz="1875" b="1">
                <a:solidFill>
                  <a:srgbClr val="345D70"/>
                </a:solidFill>
                <a:latin typeface="Segoe UI"/>
                <a:ea typeface="Segoe UI"/>
                <a:cs typeface="Segoe UI"/>
              </a:defRPr>
            </a:lvl1pPr>
            <a:lvl2pPr>
              <a:buNone/>
              <a:defRPr sz="1875" b="1">
                <a:solidFill>
                  <a:srgbClr val="345D70"/>
                </a:solidFill>
                <a:latin typeface="Segoe UI"/>
                <a:ea typeface="Segoe UI"/>
                <a:cs typeface="Segoe UI"/>
              </a:defRPr>
            </a:lvl2pPr>
            <a:lvl3pPr>
              <a:buNone/>
              <a:defRPr sz="1875" b="1">
                <a:solidFill>
                  <a:srgbClr val="345D70"/>
                </a:solidFill>
                <a:latin typeface="Segoe UI"/>
                <a:ea typeface="Segoe UI"/>
                <a:cs typeface="Segoe UI"/>
              </a:defRPr>
            </a:lvl3pPr>
            <a:lvl4pPr>
              <a:buNone/>
              <a:defRPr sz="1875" b="1">
                <a:solidFill>
                  <a:srgbClr val="345D70"/>
                </a:solidFill>
                <a:latin typeface="Segoe UI"/>
                <a:ea typeface="Segoe UI"/>
                <a:cs typeface="Segoe UI"/>
              </a:defRPr>
            </a:lvl4pPr>
            <a:lvl5pPr>
              <a:buNone/>
              <a:defRPr sz="1875" b="1">
                <a:solidFill>
                  <a:srgbClr val="345D70"/>
                </a:solidFill>
                <a:latin typeface="Segoe UI"/>
                <a:ea typeface="Segoe UI"/>
                <a:cs typeface="Segoe UI"/>
              </a:defRPr>
            </a:lvl5pPr>
            <a:lvl6pPr>
              <a:buNone/>
              <a:defRPr sz="1875" b="1">
                <a:solidFill>
                  <a:srgbClr val="345D70"/>
                </a:solidFill>
                <a:latin typeface="Segoe UI"/>
                <a:ea typeface="Segoe UI"/>
                <a:cs typeface="Segoe UI"/>
              </a:defRPr>
            </a:lvl6pPr>
            <a:lvl7pPr>
              <a:buNone/>
              <a:defRPr sz="1875" b="1">
                <a:solidFill>
                  <a:srgbClr val="345D70"/>
                </a:solidFill>
                <a:latin typeface="Segoe UI"/>
                <a:ea typeface="Segoe UI"/>
                <a:cs typeface="Segoe UI"/>
              </a:defRPr>
            </a:lvl7pPr>
            <a:lvl8pPr>
              <a:buNone/>
              <a:defRPr sz="1875" b="1">
                <a:solidFill>
                  <a:srgbClr val="345D70"/>
                </a:solidFill>
                <a:latin typeface="Segoe UI"/>
                <a:ea typeface="Segoe UI"/>
                <a:cs typeface="Segoe UI"/>
              </a:defRPr>
            </a:lvl8pPr>
            <a:lvl9pPr>
              <a:buNone/>
              <a:defRPr sz="1875" b="1">
                <a:solidFill>
                  <a:srgbClr val="345D70"/>
                </a:solidFill>
                <a:latin typeface="Segoe UI"/>
                <a:ea typeface="Segoe UI"/>
                <a:cs typeface="Segoe UI"/>
              </a:defRPr>
            </a:lvl9pPr>
          </a:lstStyle>
          <a:p xmlns:a="http://schemas.openxmlformats.org/drawingml/2006/main">
            <a:pPr>
              <a:buNone/>
              <a:defRPr sz="1875" b="1">
                <a:solidFill>
                  <a:srgbClr val="345D70"/>
                </a:solidFill>
                <a:latin typeface="Segoe UI"/>
                <a:ea typeface="Segoe UI"/>
                <a:cs typeface="Segoe UI"/>
              </a:defRPr>
            </a:pPr>
            <a:r>
              <a:rPr sz="1875" b="1">
                <a:solidFill>
                  <a:srgbClr val="345D70"/>
                </a:solidFill>
                <a:latin typeface="Segoe UI"/>
                <a:ea typeface="Segoe UI"/>
                <a:cs typeface="Segoe UI"/>
              </a:rPr>
              <a:t>float</a:t>
            </a:r>
          </a:p>
        </p:txBody>
      </p:sp>
      <p:sp>
        <p:nvSpPr>
          <p:cNvPr id="21" name="definition-5">
            <a:extLst xmlns:a="http://schemas.openxmlformats.org/drawingml/2006/main">
              <a:ext uri="{FF2B5EF4-FFF2-40B4-BE49-F238E27FC236}">
                <a16:creationId xmlns:a16="http://schemas.microsoft.com/office/drawing/2014/main" id="{1494AD8A-2D23-556D-BC9A-54D271DFCB92}"/>
              </a:ext>
            </a:extLst>
          </p:cNvPr>
          <p:cNvSpPr>
            <a:spLocks xmlns:a="http://schemas.openxmlformats.org/drawingml/2006/main" noGrp="1"/>
          </p:cNvSpPr>
          <p:nvPr/>
        </p:nvSpPr>
        <p:spPr>
          <a:xfrm xmlns:a="http://schemas.openxmlformats.org/drawingml/2006/main">
            <a:off x="6877050" y="4086225"/>
            <a:ext cx="4762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0">
                <a:solidFill>
                  <a:srgbClr val="192E3B"/>
                </a:solidFill>
                <a:latin typeface="Segoe UI"/>
                <a:ea typeface="Segoe UI"/>
                <a:cs typeface="Segoe UI"/>
              </a:defRPr>
            </a:defPPr>
            <a:lvl1pPr>
              <a:buNone/>
              <a:defRPr sz="1800" b="0">
                <a:solidFill>
                  <a:srgbClr val="192E3B"/>
                </a:solidFill>
                <a:latin typeface="Segoe UI"/>
                <a:ea typeface="Segoe UI"/>
                <a:cs typeface="Segoe UI"/>
              </a:defRPr>
            </a:lvl1pPr>
            <a:lvl2pPr>
              <a:buNone/>
              <a:defRPr sz="1800" b="0">
                <a:solidFill>
                  <a:srgbClr val="192E3B"/>
                </a:solidFill>
                <a:latin typeface="Segoe UI"/>
                <a:ea typeface="Segoe UI"/>
                <a:cs typeface="Segoe UI"/>
              </a:defRPr>
            </a:lvl2pPr>
            <a:lvl3pPr>
              <a:buNone/>
              <a:defRPr sz="1800" b="0">
                <a:solidFill>
                  <a:srgbClr val="192E3B"/>
                </a:solidFill>
                <a:latin typeface="Segoe UI"/>
                <a:ea typeface="Segoe UI"/>
                <a:cs typeface="Segoe UI"/>
              </a:defRPr>
            </a:lvl3pPr>
            <a:lvl4pPr>
              <a:buNone/>
              <a:defRPr sz="1800" b="0">
                <a:solidFill>
                  <a:srgbClr val="192E3B"/>
                </a:solidFill>
                <a:latin typeface="Segoe UI"/>
                <a:ea typeface="Segoe UI"/>
                <a:cs typeface="Segoe UI"/>
              </a:defRPr>
            </a:lvl4pPr>
            <a:lvl5pPr>
              <a:buNone/>
              <a:defRPr sz="1800" b="0">
                <a:solidFill>
                  <a:srgbClr val="192E3B"/>
                </a:solidFill>
                <a:latin typeface="Segoe UI"/>
                <a:ea typeface="Segoe UI"/>
                <a:cs typeface="Segoe UI"/>
              </a:defRPr>
            </a:lvl5pPr>
            <a:lvl6pPr>
              <a:buNone/>
              <a:defRPr sz="1800" b="0">
                <a:solidFill>
                  <a:srgbClr val="192E3B"/>
                </a:solidFill>
                <a:latin typeface="Segoe UI"/>
                <a:ea typeface="Segoe UI"/>
                <a:cs typeface="Segoe UI"/>
              </a:defRPr>
            </a:lvl6pPr>
            <a:lvl7pPr>
              <a:buNone/>
              <a:defRPr sz="1800" b="0">
                <a:solidFill>
                  <a:srgbClr val="192E3B"/>
                </a:solidFill>
                <a:latin typeface="Segoe UI"/>
                <a:ea typeface="Segoe UI"/>
                <a:cs typeface="Segoe UI"/>
              </a:defRPr>
            </a:lvl7pPr>
            <a:lvl8pPr>
              <a:buNone/>
              <a:defRPr sz="1800" b="0">
                <a:solidFill>
                  <a:srgbClr val="192E3B"/>
                </a:solidFill>
                <a:latin typeface="Segoe UI"/>
                <a:ea typeface="Segoe UI"/>
                <a:cs typeface="Segoe UI"/>
              </a:defRPr>
            </a:lvl8pPr>
            <a:lvl9pPr>
              <a:buNone/>
              <a:defRPr sz="1800" b="0">
                <a:solidFill>
                  <a:srgbClr val="192E3B"/>
                </a:solidFill>
                <a:latin typeface="Segoe UI"/>
                <a:ea typeface="Segoe UI"/>
                <a:cs typeface="Segoe UI"/>
              </a:defRPr>
            </a:lvl9pPr>
          </a:lstStyle>
          <a:p xmlns:a="http://schemas.openxmlformats.org/drawingml/2006/main">
            <a:pPr>
              <a:buNone/>
              <a:defRPr sz="1800" b="0">
                <a:solidFill>
                  <a:srgbClr val="192E3B"/>
                </a:solidFill>
                <a:latin typeface="Segoe UI"/>
                <a:ea typeface="Segoe UI"/>
                <a:cs typeface="Segoe UI"/>
              </a:defRPr>
            </a:pPr>
            <a:r>
              <a:rPr sz="1800" b="0">
                <a:solidFill>
                  <a:srgbClr val="192E3B"/>
                </a:solidFill>
                <a:latin typeface="Segoe UI"/>
                <a:ea typeface="Segoe UI"/>
                <a:cs typeface="Segoe UI"/>
              </a:rPr>
              <a:t>Money we start with to give change.</a:t>
            </a:r>
          </a:p>
        </p:txBody>
      </p:sp>
      <p:pic>
        <p:nvPicPr>
          <p:cNvPr id="22" name="picture-cue-7">
            <a:extLst xmlns:a="http://schemas.openxmlformats.org/drawingml/2006/main">
              <a:ext uri="{FF2B5EF4-FFF2-40B4-BE49-F238E27FC236}">
                <a16:creationId xmlns:a16="http://schemas.microsoft.com/office/drawing/2014/main" id="{CDA61FDA-C3F6-4676-8308-1B2CC0FEAC55}"/>
              </a:ext>
            </a:extLst>
          </p:cNvPr>
          <p:cNvPicPr>
            <a:picLocks xmlns:a="http://schemas.openxmlformats.org/drawingml/2006/main" noChangeAspect="1"/>
          </p:cNvPicPr>
          <p:nvPr/>
        </p:nvPicPr>
        <p:blipFill>
          <a:blip xmlns:r="http://schemas.openxmlformats.org/officeDocument/2006/relationships" xmlns:a="http://schemas.openxmlformats.org/drawingml/2006/main" r:embed="R9078bee70a004ff5"/>
          <a:stretch xmlns:a="http://schemas.openxmlformats.org/drawingml/2006/main"/>
        </p:blipFill>
        <p:spPr>
          <a:xfrm xmlns:a="http://schemas.openxmlformats.org/drawingml/2006/main">
            <a:off x="533400" y="4933950"/>
            <a:ext cx="457200" cy="457200"/>
          </a:xfrm>
          <a:prstGeom xmlns:a="http://schemas.openxmlformats.org/drawingml/2006/main" prst="rect">
            <a:avLst/>
          </a:prstGeom>
        </p:spPr>
      </p:pic>
      <p:sp>
        <p:nvSpPr>
          <p:cNvPr id="23" name="word-6">
            <a:extLst xmlns:a="http://schemas.openxmlformats.org/drawingml/2006/main">
              <a:ext uri="{FF2B5EF4-FFF2-40B4-BE49-F238E27FC236}">
                <a16:creationId xmlns:a16="http://schemas.microsoft.com/office/drawing/2014/main" id="{98D66114-7621-5BF7-A1B1-779A7A88F9EA}"/>
              </a:ext>
            </a:extLst>
          </p:cNvPr>
          <p:cNvSpPr>
            <a:spLocks xmlns:a="http://schemas.openxmlformats.org/drawingml/2006/main" noGrp="1"/>
          </p:cNvSpPr>
          <p:nvPr/>
        </p:nvSpPr>
        <p:spPr>
          <a:xfrm xmlns:a="http://schemas.openxmlformats.org/drawingml/2006/main">
            <a:off x="1162050" y="4886325"/>
            <a:ext cx="4762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75" b="1">
                <a:solidFill>
                  <a:srgbClr val="345D70"/>
                </a:solidFill>
                <a:latin typeface="Segoe UI"/>
                <a:ea typeface="Segoe UI"/>
                <a:cs typeface="Segoe UI"/>
              </a:defRPr>
            </a:defPPr>
            <a:lvl1pPr>
              <a:buNone/>
              <a:defRPr sz="1875" b="1">
                <a:solidFill>
                  <a:srgbClr val="345D70"/>
                </a:solidFill>
                <a:latin typeface="Segoe UI"/>
                <a:ea typeface="Segoe UI"/>
                <a:cs typeface="Segoe UI"/>
              </a:defRPr>
            </a:lvl1pPr>
            <a:lvl2pPr>
              <a:buNone/>
              <a:defRPr sz="1875" b="1">
                <a:solidFill>
                  <a:srgbClr val="345D70"/>
                </a:solidFill>
                <a:latin typeface="Segoe UI"/>
                <a:ea typeface="Segoe UI"/>
                <a:cs typeface="Segoe UI"/>
              </a:defRPr>
            </a:lvl2pPr>
            <a:lvl3pPr>
              <a:buNone/>
              <a:defRPr sz="1875" b="1">
                <a:solidFill>
                  <a:srgbClr val="345D70"/>
                </a:solidFill>
                <a:latin typeface="Segoe UI"/>
                <a:ea typeface="Segoe UI"/>
                <a:cs typeface="Segoe UI"/>
              </a:defRPr>
            </a:lvl3pPr>
            <a:lvl4pPr>
              <a:buNone/>
              <a:defRPr sz="1875" b="1">
                <a:solidFill>
                  <a:srgbClr val="345D70"/>
                </a:solidFill>
                <a:latin typeface="Segoe UI"/>
                <a:ea typeface="Segoe UI"/>
                <a:cs typeface="Segoe UI"/>
              </a:defRPr>
            </a:lvl4pPr>
            <a:lvl5pPr>
              <a:buNone/>
              <a:defRPr sz="1875" b="1">
                <a:solidFill>
                  <a:srgbClr val="345D70"/>
                </a:solidFill>
                <a:latin typeface="Segoe UI"/>
                <a:ea typeface="Segoe UI"/>
                <a:cs typeface="Segoe UI"/>
              </a:defRPr>
            </a:lvl5pPr>
            <a:lvl6pPr>
              <a:buNone/>
              <a:defRPr sz="1875" b="1">
                <a:solidFill>
                  <a:srgbClr val="345D70"/>
                </a:solidFill>
                <a:latin typeface="Segoe UI"/>
                <a:ea typeface="Segoe UI"/>
                <a:cs typeface="Segoe UI"/>
              </a:defRPr>
            </a:lvl6pPr>
            <a:lvl7pPr>
              <a:buNone/>
              <a:defRPr sz="1875" b="1">
                <a:solidFill>
                  <a:srgbClr val="345D70"/>
                </a:solidFill>
                <a:latin typeface="Segoe UI"/>
                <a:ea typeface="Segoe UI"/>
                <a:cs typeface="Segoe UI"/>
              </a:defRPr>
            </a:lvl7pPr>
            <a:lvl8pPr>
              <a:buNone/>
              <a:defRPr sz="1875" b="1">
                <a:solidFill>
                  <a:srgbClr val="345D70"/>
                </a:solidFill>
                <a:latin typeface="Segoe UI"/>
                <a:ea typeface="Segoe UI"/>
                <a:cs typeface="Segoe UI"/>
              </a:defRPr>
            </a:lvl8pPr>
            <a:lvl9pPr>
              <a:buNone/>
              <a:defRPr sz="1875" b="1">
                <a:solidFill>
                  <a:srgbClr val="345D70"/>
                </a:solidFill>
                <a:latin typeface="Segoe UI"/>
                <a:ea typeface="Segoe UI"/>
                <a:cs typeface="Segoe UI"/>
              </a:defRPr>
            </a:lvl9pPr>
          </a:lstStyle>
          <a:p xmlns:a="http://schemas.openxmlformats.org/drawingml/2006/main">
            <a:pPr>
              <a:buNone/>
              <a:defRPr sz="1875" b="1">
                <a:solidFill>
                  <a:srgbClr val="345D70"/>
                </a:solidFill>
                <a:latin typeface="Segoe UI"/>
                <a:ea typeface="Segoe UI"/>
                <a:cs typeface="Segoe UI"/>
              </a:defRPr>
            </a:pPr>
            <a:r>
              <a:rPr sz="1875" b="1">
                <a:solidFill>
                  <a:srgbClr val="345D70"/>
                </a:solidFill>
                <a:latin typeface="Segoe UI"/>
                <a:ea typeface="Segoe UI"/>
                <a:cs typeface="Segoe UI"/>
              </a:rPr>
              <a:t>tally</a:t>
            </a:r>
          </a:p>
        </p:txBody>
      </p:sp>
      <p:sp>
        <p:nvSpPr>
          <p:cNvPr id="24" name="definition-6">
            <a:extLst xmlns:a="http://schemas.openxmlformats.org/drawingml/2006/main">
              <a:ext uri="{FF2B5EF4-FFF2-40B4-BE49-F238E27FC236}">
                <a16:creationId xmlns:a16="http://schemas.microsoft.com/office/drawing/2014/main" id="{F91C33A5-FBCD-5264-B50A-B48805D16DBE}"/>
              </a:ext>
            </a:extLst>
          </p:cNvPr>
          <p:cNvSpPr>
            <a:spLocks xmlns:a="http://schemas.openxmlformats.org/drawingml/2006/main" noGrp="1"/>
          </p:cNvSpPr>
          <p:nvPr/>
        </p:nvSpPr>
        <p:spPr>
          <a:xfrm xmlns:a="http://schemas.openxmlformats.org/drawingml/2006/main">
            <a:off x="1162050" y="5229225"/>
            <a:ext cx="4762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0">
                <a:solidFill>
                  <a:srgbClr val="192E3B"/>
                </a:solidFill>
                <a:latin typeface="Segoe UI"/>
                <a:ea typeface="Segoe UI"/>
                <a:cs typeface="Segoe UI"/>
              </a:defRPr>
            </a:defPPr>
            <a:lvl1pPr>
              <a:buNone/>
              <a:defRPr sz="1800" b="0">
                <a:solidFill>
                  <a:srgbClr val="192E3B"/>
                </a:solidFill>
                <a:latin typeface="Segoe UI"/>
                <a:ea typeface="Segoe UI"/>
                <a:cs typeface="Segoe UI"/>
              </a:defRPr>
            </a:lvl1pPr>
            <a:lvl2pPr>
              <a:buNone/>
              <a:defRPr sz="1800" b="0">
                <a:solidFill>
                  <a:srgbClr val="192E3B"/>
                </a:solidFill>
                <a:latin typeface="Segoe UI"/>
                <a:ea typeface="Segoe UI"/>
                <a:cs typeface="Segoe UI"/>
              </a:defRPr>
            </a:lvl2pPr>
            <a:lvl3pPr>
              <a:buNone/>
              <a:defRPr sz="1800" b="0">
                <a:solidFill>
                  <a:srgbClr val="192E3B"/>
                </a:solidFill>
                <a:latin typeface="Segoe UI"/>
                <a:ea typeface="Segoe UI"/>
                <a:cs typeface="Segoe UI"/>
              </a:defRPr>
            </a:lvl3pPr>
            <a:lvl4pPr>
              <a:buNone/>
              <a:defRPr sz="1800" b="0">
                <a:solidFill>
                  <a:srgbClr val="192E3B"/>
                </a:solidFill>
                <a:latin typeface="Segoe UI"/>
                <a:ea typeface="Segoe UI"/>
                <a:cs typeface="Segoe UI"/>
              </a:defRPr>
            </a:lvl4pPr>
            <a:lvl5pPr>
              <a:buNone/>
              <a:defRPr sz="1800" b="0">
                <a:solidFill>
                  <a:srgbClr val="192E3B"/>
                </a:solidFill>
                <a:latin typeface="Segoe UI"/>
                <a:ea typeface="Segoe UI"/>
                <a:cs typeface="Segoe UI"/>
              </a:defRPr>
            </a:lvl5pPr>
            <a:lvl6pPr>
              <a:buNone/>
              <a:defRPr sz="1800" b="0">
                <a:solidFill>
                  <a:srgbClr val="192E3B"/>
                </a:solidFill>
                <a:latin typeface="Segoe UI"/>
                <a:ea typeface="Segoe UI"/>
                <a:cs typeface="Segoe UI"/>
              </a:defRPr>
            </a:lvl6pPr>
            <a:lvl7pPr>
              <a:buNone/>
              <a:defRPr sz="1800" b="0">
                <a:solidFill>
                  <a:srgbClr val="192E3B"/>
                </a:solidFill>
                <a:latin typeface="Segoe UI"/>
                <a:ea typeface="Segoe UI"/>
                <a:cs typeface="Segoe UI"/>
              </a:defRPr>
            </a:lvl7pPr>
            <a:lvl8pPr>
              <a:buNone/>
              <a:defRPr sz="1800" b="0">
                <a:solidFill>
                  <a:srgbClr val="192E3B"/>
                </a:solidFill>
                <a:latin typeface="Segoe UI"/>
                <a:ea typeface="Segoe UI"/>
                <a:cs typeface="Segoe UI"/>
              </a:defRPr>
            </a:lvl8pPr>
            <a:lvl9pPr>
              <a:buNone/>
              <a:defRPr sz="1800" b="0">
                <a:solidFill>
                  <a:srgbClr val="192E3B"/>
                </a:solidFill>
                <a:latin typeface="Segoe UI"/>
                <a:ea typeface="Segoe UI"/>
                <a:cs typeface="Segoe UI"/>
              </a:defRPr>
            </a:lvl9pPr>
          </a:lstStyle>
          <a:p xmlns:a="http://schemas.openxmlformats.org/drawingml/2006/main">
            <a:pPr>
              <a:buNone/>
              <a:defRPr sz="1800" b="0">
                <a:solidFill>
                  <a:srgbClr val="192E3B"/>
                </a:solidFill>
                <a:latin typeface="Segoe UI"/>
                <a:ea typeface="Segoe UI"/>
                <a:cs typeface="Segoe UI"/>
              </a:defRPr>
            </a:pPr>
            <a:r>
              <a:rPr sz="1800" b="0">
                <a:solidFill>
                  <a:srgbClr val="192E3B"/>
                </a:solidFill>
                <a:latin typeface="Segoe UI"/>
                <a:ea typeface="Segoe UI"/>
                <a:cs typeface="Segoe UI"/>
              </a:rPr>
              <a:t>A mark we make to count a sale.</a:t>
            </a:r>
          </a:p>
        </p:txBody>
      </p:sp>
      <p:pic>
        <p:nvPicPr>
          <p:cNvPr id="25" name="picture-cue-8">
            <a:extLst xmlns:a="http://schemas.openxmlformats.org/drawingml/2006/main">
              <a:ext uri="{FF2B5EF4-FFF2-40B4-BE49-F238E27FC236}">
                <a16:creationId xmlns:a16="http://schemas.microsoft.com/office/drawing/2014/main" id="{67D9E121-EA8B-4D44-90B7-4150B63B01DF}"/>
              </a:ext>
            </a:extLst>
          </p:cNvPr>
          <p:cNvPicPr>
            <a:picLocks xmlns:a="http://schemas.openxmlformats.org/drawingml/2006/main" noChangeAspect="1"/>
          </p:cNvPicPr>
          <p:nvPr/>
        </p:nvPicPr>
        <p:blipFill>
          <a:blip xmlns:r="http://schemas.openxmlformats.org/officeDocument/2006/relationships" xmlns:a="http://schemas.openxmlformats.org/drawingml/2006/main" r:embed="R710426cefad24c31"/>
          <a:stretch xmlns:a="http://schemas.openxmlformats.org/drawingml/2006/main"/>
        </p:blipFill>
        <p:spPr>
          <a:xfrm xmlns:a="http://schemas.openxmlformats.org/drawingml/2006/main">
            <a:off x="6248400" y="4933950"/>
            <a:ext cx="457200" cy="457200"/>
          </a:xfrm>
          <a:prstGeom xmlns:a="http://schemas.openxmlformats.org/drawingml/2006/main" prst="rect">
            <a:avLst/>
          </a:prstGeom>
        </p:spPr>
      </p:pic>
      <p:sp>
        <p:nvSpPr>
          <p:cNvPr id="26" name="word-7">
            <a:extLst xmlns:a="http://schemas.openxmlformats.org/drawingml/2006/main">
              <a:ext uri="{FF2B5EF4-FFF2-40B4-BE49-F238E27FC236}">
                <a16:creationId xmlns:a16="http://schemas.microsoft.com/office/drawing/2014/main" id="{01E617E4-D352-51D5-B754-90580A900AE1}"/>
              </a:ext>
            </a:extLst>
          </p:cNvPr>
          <p:cNvSpPr>
            <a:spLocks xmlns:a="http://schemas.openxmlformats.org/drawingml/2006/main" noGrp="1"/>
          </p:cNvSpPr>
          <p:nvPr/>
        </p:nvSpPr>
        <p:spPr>
          <a:xfrm xmlns:a="http://schemas.openxmlformats.org/drawingml/2006/main">
            <a:off x="6877050" y="4886325"/>
            <a:ext cx="4762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75" b="1">
                <a:solidFill>
                  <a:srgbClr val="345D70"/>
                </a:solidFill>
                <a:latin typeface="Segoe UI"/>
                <a:ea typeface="Segoe UI"/>
                <a:cs typeface="Segoe UI"/>
              </a:defRPr>
            </a:defPPr>
            <a:lvl1pPr>
              <a:buNone/>
              <a:defRPr sz="1875" b="1">
                <a:solidFill>
                  <a:srgbClr val="345D70"/>
                </a:solidFill>
                <a:latin typeface="Segoe UI"/>
                <a:ea typeface="Segoe UI"/>
                <a:cs typeface="Segoe UI"/>
              </a:defRPr>
            </a:lvl1pPr>
            <a:lvl2pPr>
              <a:buNone/>
              <a:defRPr sz="1875" b="1">
                <a:solidFill>
                  <a:srgbClr val="345D70"/>
                </a:solidFill>
                <a:latin typeface="Segoe UI"/>
                <a:ea typeface="Segoe UI"/>
                <a:cs typeface="Segoe UI"/>
              </a:defRPr>
            </a:lvl2pPr>
            <a:lvl3pPr>
              <a:buNone/>
              <a:defRPr sz="1875" b="1">
                <a:solidFill>
                  <a:srgbClr val="345D70"/>
                </a:solidFill>
                <a:latin typeface="Segoe UI"/>
                <a:ea typeface="Segoe UI"/>
                <a:cs typeface="Segoe UI"/>
              </a:defRPr>
            </a:lvl3pPr>
            <a:lvl4pPr>
              <a:buNone/>
              <a:defRPr sz="1875" b="1">
                <a:solidFill>
                  <a:srgbClr val="345D70"/>
                </a:solidFill>
                <a:latin typeface="Segoe UI"/>
                <a:ea typeface="Segoe UI"/>
                <a:cs typeface="Segoe UI"/>
              </a:defRPr>
            </a:lvl4pPr>
            <a:lvl5pPr>
              <a:buNone/>
              <a:defRPr sz="1875" b="1">
                <a:solidFill>
                  <a:srgbClr val="345D70"/>
                </a:solidFill>
                <a:latin typeface="Segoe UI"/>
                <a:ea typeface="Segoe UI"/>
                <a:cs typeface="Segoe UI"/>
              </a:defRPr>
            </a:lvl5pPr>
            <a:lvl6pPr>
              <a:buNone/>
              <a:defRPr sz="1875" b="1">
                <a:solidFill>
                  <a:srgbClr val="345D70"/>
                </a:solidFill>
                <a:latin typeface="Segoe UI"/>
                <a:ea typeface="Segoe UI"/>
                <a:cs typeface="Segoe UI"/>
              </a:defRPr>
            </a:lvl6pPr>
            <a:lvl7pPr>
              <a:buNone/>
              <a:defRPr sz="1875" b="1">
                <a:solidFill>
                  <a:srgbClr val="345D70"/>
                </a:solidFill>
                <a:latin typeface="Segoe UI"/>
                <a:ea typeface="Segoe UI"/>
                <a:cs typeface="Segoe UI"/>
              </a:defRPr>
            </a:lvl7pPr>
            <a:lvl8pPr>
              <a:buNone/>
              <a:defRPr sz="1875" b="1">
                <a:solidFill>
                  <a:srgbClr val="345D70"/>
                </a:solidFill>
                <a:latin typeface="Segoe UI"/>
                <a:ea typeface="Segoe UI"/>
                <a:cs typeface="Segoe UI"/>
              </a:defRPr>
            </a:lvl8pPr>
            <a:lvl9pPr>
              <a:buNone/>
              <a:defRPr sz="1875" b="1">
                <a:solidFill>
                  <a:srgbClr val="345D70"/>
                </a:solidFill>
                <a:latin typeface="Segoe UI"/>
                <a:ea typeface="Segoe UI"/>
                <a:cs typeface="Segoe UI"/>
              </a:defRPr>
            </a:lvl9pPr>
          </a:lstStyle>
          <a:p xmlns:a="http://schemas.openxmlformats.org/drawingml/2006/main">
            <a:pPr>
              <a:buNone/>
              <a:defRPr sz="1875" b="1">
                <a:solidFill>
                  <a:srgbClr val="345D70"/>
                </a:solidFill>
                <a:latin typeface="Segoe UI"/>
                <a:ea typeface="Segoe UI"/>
                <a:cs typeface="Segoe UI"/>
              </a:defRPr>
            </a:pPr>
            <a:r>
              <a:rPr sz="1875" b="1">
                <a:solidFill>
                  <a:srgbClr val="345D70"/>
                </a:solidFill>
                <a:latin typeface="Segoe UI"/>
                <a:ea typeface="Segoe UI"/>
                <a:cs typeface="Segoe UI"/>
              </a:rPr>
              <a:t>restock</a:t>
            </a:r>
          </a:p>
        </p:txBody>
      </p:sp>
      <p:sp>
        <p:nvSpPr>
          <p:cNvPr id="27" name="definition-7">
            <a:extLst xmlns:a="http://schemas.openxmlformats.org/drawingml/2006/main">
              <a:ext uri="{FF2B5EF4-FFF2-40B4-BE49-F238E27FC236}">
                <a16:creationId xmlns:a16="http://schemas.microsoft.com/office/drawing/2014/main" id="{65ECBC07-CA8B-500E-8EC8-FF5FEBFD317D}"/>
              </a:ext>
            </a:extLst>
          </p:cNvPr>
          <p:cNvSpPr>
            <a:spLocks xmlns:a="http://schemas.openxmlformats.org/drawingml/2006/main" noGrp="1"/>
          </p:cNvSpPr>
          <p:nvPr/>
        </p:nvSpPr>
        <p:spPr>
          <a:xfrm xmlns:a="http://schemas.openxmlformats.org/drawingml/2006/main">
            <a:off x="6877050" y="5229225"/>
            <a:ext cx="4762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00" b="0">
                <a:solidFill>
                  <a:srgbClr val="192E3B"/>
                </a:solidFill>
                <a:latin typeface="Segoe UI"/>
                <a:ea typeface="Segoe UI"/>
                <a:cs typeface="Segoe UI"/>
              </a:defRPr>
            </a:defPPr>
            <a:lvl1pPr>
              <a:buNone/>
              <a:defRPr sz="1500" b="0">
                <a:solidFill>
                  <a:srgbClr val="192E3B"/>
                </a:solidFill>
                <a:latin typeface="Segoe UI"/>
                <a:ea typeface="Segoe UI"/>
                <a:cs typeface="Segoe UI"/>
              </a:defRPr>
            </a:lvl1pPr>
            <a:lvl2pPr>
              <a:buNone/>
              <a:defRPr sz="1500" b="0">
                <a:solidFill>
                  <a:srgbClr val="192E3B"/>
                </a:solidFill>
                <a:latin typeface="Segoe UI"/>
                <a:ea typeface="Segoe UI"/>
                <a:cs typeface="Segoe UI"/>
              </a:defRPr>
            </a:lvl2pPr>
            <a:lvl3pPr>
              <a:buNone/>
              <a:defRPr sz="1500" b="0">
                <a:solidFill>
                  <a:srgbClr val="192E3B"/>
                </a:solidFill>
                <a:latin typeface="Segoe UI"/>
                <a:ea typeface="Segoe UI"/>
                <a:cs typeface="Segoe UI"/>
              </a:defRPr>
            </a:lvl3pPr>
            <a:lvl4pPr>
              <a:buNone/>
              <a:defRPr sz="1500" b="0">
                <a:solidFill>
                  <a:srgbClr val="192E3B"/>
                </a:solidFill>
                <a:latin typeface="Segoe UI"/>
                <a:ea typeface="Segoe UI"/>
                <a:cs typeface="Segoe UI"/>
              </a:defRPr>
            </a:lvl4pPr>
            <a:lvl5pPr>
              <a:buNone/>
              <a:defRPr sz="1500" b="0">
                <a:solidFill>
                  <a:srgbClr val="192E3B"/>
                </a:solidFill>
                <a:latin typeface="Segoe UI"/>
                <a:ea typeface="Segoe UI"/>
                <a:cs typeface="Segoe UI"/>
              </a:defRPr>
            </a:lvl5pPr>
            <a:lvl6pPr>
              <a:buNone/>
              <a:defRPr sz="1500" b="0">
                <a:solidFill>
                  <a:srgbClr val="192E3B"/>
                </a:solidFill>
                <a:latin typeface="Segoe UI"/>
                <a:ea typeface="Segoe UI"/>
                <a:cs typeface="Segoe UI"/>
              </a:defRPr>
            </a:lvl6pPr>
            <a:lvl7pPr>
              <a:buNone/>
              <a:defRPr sz="1500" b="0">
                <a:solidFill>
                  <a:srgbClr val="192E3B"/>
                </a:solidFill>
                <a:latin typeface="Segoe UI"/>
                <a:ea typeface="Segoe UI"/>
                <a:cs typeface="Segoe UI"/>
              </a:defRPr>
            </a:lvl7pPr>
            <a:lvl8pPr>
              <a:buNone/>
              <a:defRPr sz="1500" b="0">
                <a:solidFill>
                  <a:srgbClr val="192E3B"/>
                </a:solidFill>
                <a:latin typeface="Segoe UI"/>
                <a:ea typeface="Segoe UI"/>
                <a:cs typeface="Segoe UI"/>
              </a:defRPr>
            </a:lvl8pPr>
            <a:lvl9pPr>
              <a:buNone/>
              <a:defRPr sz="1500" b="0">
                <a:solidFill>
                  <a:srgbClr val="192E3B"/>
                </a:solidFill>
                <a:latin typeface="Segoe UI"/>
                <a:ea typeface="Segoe UI"/>
                <a:cs typeface="Segoe UI"/>
              </a:defRPr>
            </a:lvl9pPr>
          </a:lstStyle>
          <a:p xmlns:a="http://schemas.openxmlformats.org/drawingml/2006/main">
            <a:pPr>
              <a:buNone/>
              <a:defRPr sz="1500" b="0">
                <a:solidFill>
                  <a:srgbClr val="192E3B"/>
                </a:solidFill>
                <a:latin typeface="Segoe UI"/>
                <a:ea typeface="Segoe UI"/>
                <a:cs typeface="Segoe UI"/>
              </a:defRPr>
            </a:pPr>
            <a:r>
              <a:rPr sz="1800" b="0">
                <a:solidFill>
                  <a:srgbClr val="192E3B"/>
                </a:solidFill>
                <a:latin typeface="Segoe UI"/>
                <a:ea typeface="Segoe UI"/>
                <a:cs typeface="Segoe UI"/>
              </a:rPr>
              <a:t>Put out more checked items.</a:t>
            </a:r>
          </a:p>
        </p:txBody>
      </p:sp>
      <p:sp>
        <p:nvSpPr>
          <p:cNvPr id="28" name="credit">
            <a:extLst xmlns:a="http://schemas.openxmlformats.org/drawingml/2006/main">
              <a:ext uri="{FF2B5EF4-FFF2-40B4-BE49-F238E27FC236}">
                <a16:creationId xmlns:a16="http://schemas.microsoft.com/office/drawing/2014/main" id="{E48C2F56-A36D-5A92-BA1C-FD35F0A8B0A4}"/>
              </a:ext>
            </a:extLst>
          </p:cNvPr>
          <p:cNvSpPr>
            <a:spLocks xmlns:a="http://schemas.openxmlformats.org/drawingml/2006/main" noGrp="1"/>
          </p:cNvSpPr>
          <p:nvPr/>
        </p:nvSpPr>
        <p:spPr>
          <a:xfrm xmlns:a="http://schemas.openxmlformats.org/drawingml/2006/main">
            <a:off x="533400" y="6515100"/>
            <a:ext cx="1104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788" b="0">
                <a:solidFill>
                  <a:srgbClr val="566574"/>
                </a:solidFill>
                <a:latin typeface="Segoe UI"/>
                <a:ea typeface="Segoe UI"/>
                <a:cs typeface="Segoe UI"/>
              </a:defRPr>
            </a:defPPr>
            <a:lvl1pPr>
              <a:buNone/>
              <a:defRPr sz="788" b="0">
                <a:solidFill>
                  <a:srgbClr val="566574"/>
                </a:solidFill>
                <a:latin typeface="Segoe UI"/>
                <a:ea typeface="Segoe UI"/>
                <a:cs typeface="Segoe UI"/>
              </a:defRPr>
            </a:lvl1pPr>
            <a:lvl2pPr>
              <a:buNone/>
              <a:defRPr sz="788" b="0">
                <a:solidFill>
                  <a:srgbClr val="566574"/>
                </a:solidFill>
                <a:latin typeface="Segoe UI"/>
                <a:ea typeface="Segoe UI"/>
                <a:cs typeface="Segoe UI"/>
              </a:defRPr>
            </a:lvl2pPr>
            <a:lvl3pPr>
              <a:buNone/>
              <a:defRPr sz="788" b="0">
                <a:solidFill>
                  <a:srgbClr val="566574"/>
                </a:solidFill>
                <a:latin typeface="Segoe UI"/>
                <a:ea typeface="Segoe UI"/>
                <a:cs typeface="Segoe UI"/>
              </a:defRPr>
            </a:lvl3pPr>
            <a:lvl4pPr>
              <a:buNone/>
              <a:defRPr sz="788" b="0">
                <a:solidFill>
                  <a:srgbClr val="566574"/>
                </a:solidFill>
                <a:latin typeface="Segoe UI"/>
                <a:ea typeface="Segoe UI"/>
                <a:cs typeface="Segoe UI"/>
              </a:defRPr>
            </a:lvl4pPr>
            <a:lvl5pPr>
              <a:buNone/>
              <a:defRPr sz="788" b="0">
                <a:solidFill>
                  <a:srgbClr val="566574"/>
                </a:solidFill>
                <a:latin typeface="Segoe UI"/>
                <a:ea typeface="Segoe UI"/>
                <a:cs typeface="Segoe UI"/>
              </a:defRPr>
            </a:lvl5pPr>
            <a:lvl6pPr>
              <a:buNone/>
              <a:defRPr sz="788" b="0">
                <a:solidFill>
                  <a:srgbClr val="566574"/>
                </a:solidFill>
                <a:latin typeface="Segoe UI"/>
                <a:ea typeface="Segoe UI"/>
                <a:cs typeface="Segoe UI"/>
              </a:defRPr>
            </a:lvl6pPr>
            <a:lvl7pPr>
              <a:buNone/>
              <a:defRPr sz="788" b="0">
                <a:solidFill>
                  <a:srgbClr val="566574"/>
                </a:solidFill>
                <a:latin typeface="Segoe UI"/>
                <a:ea typeface="Segoe UI"/>
                <a:cs typeface="Segoe UI"/>
              </a:defRPr>
            </a:lvl7pPr>
            <a:lvl8pPr>
              <a:buNone/>
              <a:defRPr sz="788" b="0">
                <a:solidFill>
                  <a:srgbClr val="566574"/>
                </a:solidFill>
                <a:latin typeface="Segoe UI"/>
                <a:ea typeface="Segoe UI"/>
                <a:cs typeface="Segoe UI"/>
              </a:defRPr>
            </a:lvl8pPr>
            <a:lvl9pPr>
              <a:buNone/>
              <a:defRPr sz="788" b="0">
                <a:solidFill>
                  <a:srgbClr val="566574"/>
                </a:solidFill>
                <a:latin typeface="Segoe UI"/>
                <a:ea typeface="Segoe UI"/>
                <a:cs typeface="Segoe UI"/>
              </a:defRPr>
            </a:lvl9pPr>
          </a:lstStyle>
          <a:p xmlns:a="http://schemas.openxmlformats.org/drawingml/2006/main">
            <a:pPr>
              <a:buNone/>
              <a:defRPr sz="788" b="0">
                <a:solidFill>
                  <a:srgbClr val="566574"/>
                </a:solidFill>
                <a:latin typeface="Segoe UI"/>
                <a:ea typeface="Segoe UI"/>
                <a:cs typeface="Segoe UI"/>
              </a:defRPr>
            </a:pPr>
            <a:r>
              <a:rPr sz="788" b="0">
                <a:solidFill>
                  <a:srgbClr val="566574"/>
                </a:solidFill>
                <a:latin typeface="Segoe UI"/>
                <a:ea typeface="Segoe UI"/>
                <a:cs typeface="Segoe UI"/>
              </a:rPr>
              <a:t>Made by Matt · © Matt Roper · CC BY-NC-SA 4.0: free for classroom use, share and adapt with credit, no resale</a:t>
            </a:r>
          </a:p>
        </p:txBody>
      </p:sp>
      <p:sp>
        <p:nvSpPr>
          <p:cNvPr id="29" name="page-number">
            <a:extLst xmlns:a="http://schemas.openxmlformats.org/drawingml/2006/main">
              <a:ext uri="{FF2B5EF4-FFF2-40B4-BE49-F238E27FC236}">
                <a16:creationId xmlns:a16="http://schemas.microsoft.com/office/drawing/2014/main" id="{BDE9E80C-FA5F-5587-8096-057F52C992CB}"/>
              </a:ext>
            </a:extLst>
          </p:cNvPr>
          <p:cNvSpPr>
            <a:spLocks xmlns:a="http://schemas.openxmlformats.org/drawingml/2006/main" noGrp="1"/>
          </p:cNvSpPr>
          <p:nvPr/>
        </p:nvSpPr>
        <p:spPr>
          <a:xfrm xmlns:a="http://schemas.openxmlformats.org/drawingml/2006/main">
            <a:off x="11144250" y="62103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buNone/>
              <a:defRPr sz="1050" b="0">
                <a:solidFill>
                  <a:srgbClr val="566574"/>
                </a:solidFill>
                <a:latin typeface="Segoe UI"/>
                <a:ea typeface="Segoe UI"/>
                <a:cs typeface="Segoe UI"/>
              </a:defRPr>
            </a:lvl1pPr>
            <a:lvl2pPr>
              <a:buNone/>
              <a:defRPr sz="1050" b="0">
                <a:solidFill>
                  <a:srgbClr val="566574"/>
                </a:solidFill>
                <a:latin typeface="Segoe UI"/>
                <a:ea typeface="Segoe UI"/>
                <a:cs typeface="Segoe UI"/>
              </a:defRPr>
            </a:lvl2pPr>
            <a:lvl3pPr>
              <a:buNone/>
              <a:defRPr sz="1050" b="0">
                <a:solidFill>
                  <a:srgbClr val="566574"/>
                </a:solidFill>
                <a:latin typeface="Segoe UI"/>
                <a:ea typeface="Segoe UI"/>
                <a:cs typeface="Segoe UI"/>
              </a:defRPr>
            </a:lvl3pPr>
            <a:lvl4pPr>
              <a:buNone/>
              <a:defRPr sz="1050" b="0">
                <a:solidFill>
                  <a:srgbClr val="566574"/>
                </a:solidFill>
                <a:latin typeface="Segoe UI"/>
                <a:ea typeface="Segoe UI"/>
                <a:cs typeface="Segoe UI"/>
              </a:defRPr>
            </a:lvl4pPr>
            <a:lvl5pPr>
              <a:buNone/>
              <a:defRPr sz="1050" b="0">
                <a:solidFill>
                  <a:srgbClr val="566574"/>
                </a:solidFill>
                <a:latin typeface="Segoe UI"/>
                <a:ea typeface="Segoe UI"/>
                <a:cs typeface="Segoe UI"/>
              </a:defRPr>
            </a:lvl5pPr>
            <a:lvl6pPr>
              <a:buNone/>
              <a:defRPr sz="1050" b="0">
                <a:solidFill>
                  <a:srgbClr val="566574"/>
                </a:solidFill>
                <a:latin typeface="Segoe UI"/>
                <a:ea typeface="Segoe UI"/>
                <a:cs typeface="Segoe UI"/>
              </a:defRPr>
            </a:lvl6pPr>
            <a:lvl7pPr>
              <a:buNone/>
              <a:defRPr sz="1050" b="0">
                <a:solidFill>
                  <a:srgbClr val="566574"/>
                </a:solidFill>
                <a:latin typeface="Segoe UI"/>
                <a:ea typeface="Segoe UI"/>
                <a:cs typeface="Segoe UI"/>
              </a:defRPr>
            </a:lvl7pPr>
            <a:lvl8pPr>
              <a:buNone/>
              <a:defRPr sz="1050" b="0">
                <a:solidFill>
                  <a:srgbClr val="566574"/>
                </a:solidFill>
                <a:latin typeface="Segoe UI"/>
                <a:ea typeface="Segoe UI"/>
                <a:cs typeface="Segoe UI"/>
              </a:defRPr>
            </a:lvl8pPr>
            <a:lvl9pPr>
              <a:buNone/>
              <a:defRPr sz="1050" b="0">
                <a:solidFill>
                  <a:srgbClr val="566574"/>
                </a:solidFill>
                <a:latin typeface="Segoe UI"/>
                <a:ea typeface="Segoe UI"/>
                <a:cs typeface="Segoe UI"/>
              </a:defRPr>
            </a:lvl9pPr>
          </a:lstStyle>
          <a:p xmlns:a="http://schemas.openxmlformats.org/drawingml/2006/main">
            <a:pPr>
              <a:buNone/>
              <a:defRPr sz="1050" b="0">
                <a:solidFill>
                  <a:srgbClr val="566574"/>
                </a:solidFill>
                <a:latin typeface="Segoe UI"/>
                <a:ea typeface="Segoe UI"/>
                <a:cs typeface="Segoe UI"/>
              </a:defRPr>
            </a:pPr>
            <a:r>
              <a:rPr sz="1050" b="0">
                <a:solidFill>
                  <a:srgbClr val="566574"/>
                </a:solidFill>
                <a:latin typeface="Segoe UI"/>
                <a:ea typeface="Segoe UI"/>
                <a:cs typeface="Segoe UI"/>
              </a:rPr>
              <a:t>23</a:t>
            </a:r>
          </a:p>
        </p:txBody>
      </p:sp>
    </p:spTree>
    <p:extLst>
      <p:ext uri="{BB962C8B-B14F-4D97-AF65-F5344CB8AC3E}">
        <p14:creationId xmlns:p14="http://schemas.microsoft.com/office/powerpoint/2010/main" val="1167410626"/>
      </p:ext>
    </p:extLst>
  </p:cSld>
</p:sld>
</file>

<file path=ppt/slides/slide24.xml><?xml version="1.0" encoding="utf-8"?>
<p:sld xmlns:p="http://schemas.openxmlformats.org/presentationml/2006/main" show="0">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lesson-code">
            <a:extLst xmlns:a="http://schemas.openxmlformats.org/drawingml/2006/main">
              <a:ext uri="{FF2B5EF4-FFF2-40B4-BE49-F238E27FC236}">
                <a16:creationId xmlns:a16="http://schemas.microsoft.com/office/drawing/2014/main" id="{53031D28-0A24-5A36-A09A-5A5B69889056}"/>
              </a:ext>
            </a:extLst>
          </p:cNvPr>
          <p:cNvSpPr>
            <a:spLocks xmlns:a="http://schemas.openxmlformats.org/drawingml/2006/main" noGrp="1"/>
          </p:cNvSpPr>
          <p:nvPr/>
        </p:nvSpPr>
        <p:spPr>
          <a:xfrm xmlns:a="http://schemas.openxmlformats.org/drawingml/2006/main">
            <a:off x="533400" y="190500"/>
            <a:ext cx="666750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buNone/>
              <a:defRPr sz="1200" b="0">
                <a:solidFill>
                  <a:srgbClr val="566574"/>
                </a:solidFill>
                <a:latin typeface="Segoe UI"/>
                <a:ea typeface="Segoe UI"/>
                <a:cs typeface="Segoe UI"/>
              </a:defRPr>
            </a:lvl1pPr>
            <a:lvl2pPr>
              <a:buNone/>
              <a:defRPr sz="1200" b="0">
                <a:solidFill>
                  <a:srgbClr val="566574"/>
                </a:solidFill>
                <a:latin typeface="Segoe UI"/>
                <a:ea typeface="Segoe UI"/>
                <a:cs typeface="Segoe UI"/>
              </a:defRPr>
            </a:lvl2pPr>
            <a:lvl3pPr>
              <a:buNone/>
              <a:defRPr sz="1200" b="0">
                <a:solidFill>
                  <a:srgbClr val="566574"/>
                </a:solidFill>
                <a:latin typeface="Segoe UI"/>
                <a:ea typeface="Segoe UI"/>
                <a:cs typeface="Segoe UI"/>
              </a:defRPr>
            </a:lvl3pPr>
            <a:lvl4pPr>
              <a:buNone/>
              <a:defRPr sz="1200" b="0">
                <a:solidFill>
                  <a:srgbClr val="566574"/>
                </a:solidFill>
                <a:latin typeface="Segoe UI"/>
                <a:ea typeface="Segoe UI"/>
                <a:cs typeface="Segoe UI"/>
              </a:defRPr>
            </a:lvl4pPr>
            <a:lvl5pPr>
              <a:buNone/>
              <a:defRPr sz="1200" b="0">
                <a:solidFill>
                  <a:srgbClr val="566574"/>
                </a:solidFill>
                <a:latin typeface="Segoe UI"/>
                <a:ea typeface="Segoe UI"/>
                <a:cs typeface="Segoe UI"/>
              </a:defRPr>
            </a:lvl5pPr>
            <a:lvl6pPr>
              <a:buNone/>
              <a:defRPr sz="1200" b="0">
                <a:solidFill>
                  <a:srgbClr val="566574"/>
                </a:solidFill>
                <a:latin typeface="Segoe UI"/>
                <a:ea typeface="Segoe UI"/>
                <a:cs typeface="Segoe UI"/>
              </a:defRPr>
            </a:lvl6pPr>
            <a:lvl7pPr>
              <a:buNone/>
              <a:defRPr sz="1200" b="0">
                <a:solidFill>
                  <a:srgbClr val="566574"/>
                </a:solidFill>
                <a:latin typeface="Segoe UI"/>
                <a:ea typeface="Segoe UI"/>
                <a:cs typeface="Segoe UI"/>
              </a:defRPr>
            </a:lvl7pPr>
            <a:lvl8pPr>
              <a:buNone/>
              <a:defRPr sz="1200" b="0">
                <a:solidFill>
                  <a:srgbClr val="566574"/>
                </a:solidFill>
                <a:latin typeface="Segoe UI"/>
                <a:ea typeface="Segoe UI"/>
                <a:cs typeface="Segoe UI"/>
              </a:defRPr>
            </a:lvl8pPr>
            <a:lvl9pPr>
              <a:buNone/>
              <a:defRPr sz="1200" b="0">
                <a:solidFill>
                  <a:srgbClr val="566574"/>
                </a:solidFill>
                <a:latin typeface="Segoe UI"/>
                <a:ea typeface="Segoe UI"/>
                <a:cs typeface="Segoe UI"/>
              </a:defRPr>
            </a:lvl9pPr>
          </a:lstStyle>
          <a:p xmlns:a="http://schemas.openxmlformats.org/drawingml/2006/main">
            <a:pPr>
              <a:buNone/>
              <a:defRPr sz="1200" b="0">
                <a:solidFill>
                  <a:srgbClr val="566574"/>
                </a:solidFill>
                <a:latin typeface="Segoe UI"/>
                <a:ea typeface="Segoe UI"/>
                <a:cs typeface="Segoe UI"/>
              </a:defRPr>
            </a:pPr>
            <a:r>
              <a:rPr sz="1200" b="0">
                <a:solidFill>
                  <a:srgbClr val="566574"/>
                </a:solidFill>
                <a:latin typeface="Segoe UI"/>
                <a:ea typeface="Segoe UI"/>
                <a:cs typeface="Segoe UI"/>
              </a:rPr>
              <a:t>COMM-GROW-A2-W05  ·  Lesson 10b</a:t>
            </a:r>
          </a:p>
        </p:txBody>
      </p:sp>
      <p:sp>
        <p:nvSpPr>
          <p:cNvPr id="2" name="label">
            <a:extLst xmlns:a="http://schemas.openxmlformats.org/drawingml/2006/main">
              <a:ext uri="{FF2B5EF4-FFF2-40B4-BE49-F238E27FC236}">
                <a16:creationId xmlns:a16="http://schemas.microsoft.com/office/drawing/2014/main" id="{16F9B44D-0EEB-541A-87AF-27C3C10AF4C0}"/>
              </a:ext>
            </a:extLst>
          </p:cNvPr>
          <p:cNvSpPr>
            <a:spLocks xmlns:a="http://schemas.openxmlformats.org/drawingml/2006/main" noGrp="1"/>
          </p:cNvSpPr>
          <p:nvPr/>
        </p:nvSpPr>
        <p:spPr>
          <a:xfrm xmlns:a="http://schemas.openxmlformats.org/drawingml/2006/main">
            <a:off x="7620000" y="190500"/>
            <a:ext cx="404812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200" b="0">
                <a:solidFill>
                  <a:srgbClr val="566574"/>
                </a:solidFill>
                <a:latin typeface="Segoe UI"/>
                <a:ea typeface="Segoe UI"/>
                <a:cs typeface="Segoe UI"/>
              </a:defRPr>
            </a:defPPr>
            <a:lvl1pPr>
              <a:buNone/>
              <a:defRPr sz="1050" b="0">
                <a:solidFill>
                  <a:srgbClr val="566574"/>
                </a:solidFill>
                <a:latin typeface="Segoe UI"/>
                <a:ea typeface="Segoe UI"/>
                <a:cs typeface="Segoe UI"/>
              </a:defRPr>
            </a:lvl1pPr>
            <a:lvl2pPr>
              <a:buNone/>
              <a:defRPr sz="1050" b="0">
                <a:solidFill>
                  <a:srgbClr val="566574"/>
                </a:solidFill>
                <a:latin typeface="Segoe UI"/>
                <a:ea typeface="Segoe UI"/>
                <a:cs typeface="Segoe UI"/>
              </a:defRPr>
            </a:lvl2pPr>
            <a:lvl3pPr>
              <a:buNone/>
              <a:defRPr sz="1050" b="0">
                <a:solidFill>
                  <a:srgbClr val="566574"/>
                </a:solidFill>
                <a:latin typeface="Segoe UI"/>
                <a:ea typeface="Segoe UI"/>
                <a:cs typeface="Segoe UI"/>
              </a:defRPr>
            </a:lvl3pPr>
            <a:lvl4pPr>
              <a:buNone/>
              <a:defRPr sz="1050" b="0">
                <a:solidFill>
                  <a:srgbClr val="566574"/>
                </a:solidFill>
                <a:latin typeface="Segoe UI"/>
                <a:ea typeface="Segoe UI"/>
                <a:cs typeface="Segoe UI"/>
              </a:defRPr>
            </a:lvl4pPr>
            <a:lvl5pPr>
              <a:buNone/>
              <a:defRPr sz="1050" b="0">
                <a:solidFill>
                  <a:srgbClr val="566574"/>
                </a:solidFill>
                <a:latin typeface="Segoe UI"/>
                <a:ea typeface="Segoe UI"/>
                <a:cs typeface="Segoe UI"/>
              </a:defRPr>
            </a:lvl5pPr>
            <a:lvl6pPr>
              <a:buNone/>
              <a:defRPr sz="1050" b="0">
                <a:solidFill>
                  <a:srgbClr val="566574"/>
                </a:solidFill>
                <a:latin typeface="Segoe UI"/>
                <a:ea typeface="Segoe UI"/>
                <a:cs typeface="Segoe UI"/>
              </a:defRPr>
            </a:lvl6pPr>
            <a:lvl7pPr>
              <a:buNone/>
              <a:defRPr sz="1050" b="0">
                <a:solidFill>
                  <a:srgbClr val="566574"/>
                </a:solidFill>
                <a:latin typeface="Segoe UI"/>
                <a:ea typeface="Segoe UI"/>
                <a:cs typeface="Segoe UI"/>
              </a:defRPr>
            </a:lvl7pPr>
            <a:lvl8pPr>
              <a:buNone/>
              <a:defRPr sz="1050" b="0">
                <a:solidFill>
                  <a:srgbClr val="566574"/>
                </a:solidFill>
                <a:latin typeface="Segoe UI"/>
                <a:ea typeface="Segoe UI"/>
                <a:cs typeface="Segoe UI"/>
              </a:defRPr>
            </a:lvl8pPr>
            <a:lvl9pPr>
              <a:buNone/>
              <a:defRPr sz="1050" b="0">
                <a:solidFill>
                  <a:srgbClr val="566574"/>
                </a:solidFill>
                <a:latin typeface="Segoe UI"/>
                <a:ea typeface="Segoe UI"/>
                <a:cs typeface="Segoe UI"/>
              </a:defRPr>
            </a:lvl9pPr>
          </a:lstStyle>
          <a:p xmlns:a="http://schemas.openxmlformats.org/drawingml/2006/main">
            <a:pPr>
              <a:buNone/>
              <a:defRPr sz="1050" b="0">
                <a:solidFill>
                  <a:srgbClr val="566574"/>
                </a:solidFill>
                <a:latin typeface="Segoe UI"/>
                <a:ea typeface="Segoe UI"/>
                <a:cs typeface="Segoe UI"/>
              </a:defRPr>
            </a:pPr>
            <a:r>
              <a:rPr sz="1200" b="0">
                <a:solidFill>
                  <a:srgbClr val="566574"/>
                </a:solidFill>
                <a:latin typeface="Segoe UI"/>
                <a:ea typeface="Segoe UI"/>
                <a:cs typeface="Segoe UI"/>
              </a:rPr>
              <a:t>Public edition · Year A</a:t>
            </a:r>
          </a:p>
        </p:txBody>
      </p:sp>
      <p:sp>
        <p:nvSpPr>
          <p:cNvPr id="3" name="stage-title">
            <a:extLst xmlns:a="http://schemas.openxmlformats.org/drawingml/2006/main">
              <a:ext uri="{FF2B5EF4-FFF2-40B4-BE49-F238E27FC236}">
                <a16:creationId xmlns:a16="http://schemas.microsoft.com/office/drawing/2014/main" id="{BF697381-AB33-561D-8E1D-6F0D2F5B8DBD}"/>
              </a:ext>
            </a:extLst>
          </p:cNvPr>
          <p:cNvSpPr>
            <a:spLocks xmlns:a="http://schemas.openxmlformats.org/drawingml/2006/main" noGrp="1"/>
          </p:cNvSpPr>
          <p:nvPr/>
        </p:nvSpPr>
        <p:spPr>
          <a:xfrm xmlns:a="http://schemas.openxmlformats.org/drawingml/2006/main">
            <a:off x="533400" y="590550"/>
            <a:ext cx="110299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3300" b="1">
                <a:solidFill>
                  <a:srgbClr val="345D70"/>
                </a:solidFill>
                <a:latin typeface="Segoe UI"/>
                <a:ea typeface="Segoe UI"/>
                <a:cs typeface="Segoe UI"/>
              </a:defRPr>
            </a:defPPr>
            <a:lvl1pPr>
              <a:buNone/>
              <a:defRPr sz="3300" b="1">
                <a:solidFill>
                  <a:srgbClr val="345D70"/>
                </a:solidFill>
                <a:latin typeface="Segoe UI"/>
                <a:ea typeface="Segoe UI"/>
                <a:cs typeface="Segoe UI"/>
              </a:defRPr>
            </a:lvl1pPr>
            <a:lvl2pPr>
              <a:buNone/>
              <a:defRPr sz="3300" b="1">
                <a:solidFill>
                  <a:srgbClr val="345D70"/>
                </a:solidFill>
                <a:latin typeface="Segoe UI"/>
                <a:ea typeface="Segoe UI"/>
                <a:cs typeface="Segoe UI"/>
              </a:defRPr>
            </a:lvl2pPr>
            <a:lvl3pPr>
              <a:buNone/>
              <a:defRPr sz="3300" b="1">
                <a:solidFill>
                  <a:srgbClr val="345D70"/>
                </a:solidFill>
                <a:latin typeface="Segoe UI"/>
                <a:ea typeface="Segoe UI"/>
                <a:cs typeface="Segoe UI"/>
              </a:defRPr>
            </a:lvl3pPr>
            <a:lvl4pPr>
              <a:buNone/>
              <a:defRPr sz="3300" b="1">
                <a:solidFill>
                  <a:srgbClr val="345D70"/>
                </a:solidFill>
                <a:latin typeface="Segoe UI"/>
                <a:ea typeface="Segoe UI"/>
                <a:cs typeface="Segoe UI"/>
              </a:defRPr>
            </a:lvl4pPr>
            <a:lvl5pPr>
              <a:buNone/>
              <a:defRPr sz="3300" b="1">
                <a:solidFill>
                  <a:srgbClr val="345D70"/>
                </a:solidFill>
                <a:latin typeface="Segoe UI"/>
                <a:ea typeface="Segoe UI"/>
                <a:cs typeface="Segoe UI"/>
              </a:defRPr>
            </a:lvl5pPr>
            <a:lvl6pPr>
              <a:buNone/>
              <a:defRPr sz="3300" b="1">
                <a:solidFill>
                  <a:srgbClr val="345D70"/>
                </a:solidFill>
                <a:latin typeface="Segoe UI"/>
                <a:ea typeface="Segoe UI"/>
                <a:cs typeface="Segoe UI"/>
              </a:defRPr>
            </a:lvl6pPr>
            <a:lvl7pPr>
              <a:buNone/>
              <a:defRPr sz="3300" b="1">
                <a:solidFill>
                  <a:srgbClr val="345D70"/>
                </a:solidFill>
                <a:latin typeface="Segoe UI"/>
                <a:ea typeface="Segoe UI"/>
                <a:cs typeface="Segoe UI"/>
              </a:defRPr>
            </a:lvl7pPr>
            <a:lvl8pPr>
              <a:buNone/>
              <a:defRPr sz="3300" b="1">
                <a:solidFill>
                  <a:srgbClr val="345D70"/>
                </a:solidFill>
                <a:latin typeface="Segoe UI"/>
                <a:ea typeface="Segoe UI"/>
                <a:cs typeface="Segoe UI"/>
              </a:defRPr>
            </a:lvl8pPr>
            <a:lvl9pPr>
              <a:buNone/>
              <a:defRPr sz="3300" b="1">
                <a:solidFill>
                  <a:srgbClr val="345D70"/>
                </a:solidFill>
                <a:latin typeface="Segoe UI"/>
                <a:ea typeface="Segoe UI"/>
                <a:cs typeface="Segoe UI"/>
              </a:defRPr>
            </a:lvl9pPr>
          </a:lstStyle>
          <a:p xmlns:a="http://schemas.openxmlformats.org/drawingml/2006/main">
            <a:pPr>
              <a:buNone/>
              <a:defRPr sz="3300" b="1">
                <a:solidFill>
                  <a:srgbClr val="345D70"/>
                </a:solidFill>
                <a:latin typeface="Segoe UI"/>
                <a:ea typeface="Segoe UI"/>
                <a:cs typeface="Segoe UI"/>
              </a:defRPr>
            </a:pPr>
            <a:r>
              <a:rPr sz="3300" b="1">
                <a:solidFill>
                  <a:srgbClr val="345D70"/>
                </a:solidFill>
                <a:latin typeface="Segoe UI"/>
                <a:ea typeface="Segoe UI"/>
                <a:cs typeface="Segoe UI"/>
              </a:rPr>
              <a:t>TA and staff brief</a:t>
            </a:r>
          </a:p>
        </p:txBody>
      </p:sp>
      <p:sp>
        <p:nvSpPr>
          <p:cNvPr id="4" name="staff-main">
            <a:extLst xmlns:a="http://schemas.openxmlformats.org/drawingml/2006/main">
              <a:ext uri="{FF2B5EF4-FFF2-40B4-BE49-F238E27FC236}">
                <a16:creationId xmlns:a16="http://schemas.microsoft.com/office/drawing/2014/main" id="{D2F5C1D2-7B68-54B7-9AF2-1CE714BD8661}"/>
              </a:ext>
            </a:extLst>
          </p:cNvPr>
          <p:cNvSpPr>
            <a:spLocks xmlns:a="http://schemas.openxmlformats.org/drawingml/2006/main" noGrp="1"/>
          </p:cNvSpPr>
          <p:nvPr/>
        </p:nvSpPr>
        <p:spPr>
          <a:xfrm xmlns:a="http://schemas.openxmlformats.org/drawingml/2006/main">
            <a:off x="533400" y="1457325"/>
            <a:ext cx="11049000" cy="2190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75" b="0">
                <a:solidFill>
                  <a:srgbClr val="192E3B"/>
                </a:solidFill>
                <a:latin typeface="Segoe UI"/>
                <a:ea typeface="Segoe UI"/>
                <a:cs typeface="Segoe UI"/>
              </a:defRPr>
            </a:defPPr>
            <a:lvl1pPr>
              <a:buNone/>
              <a:defRPr sz="1875" b="0">
                <a:solidFill>
                  <a:srgbClr val="192E3B"/>
                </a:solidFill>
                <a:latin typeface="Segoe UI"/>
                <a:ea typeface="Segoe UI"/>
                <a:cs typeface="Segoe UI"/>
              </a:defRPr>
            </a:lvl1pPr>
            <a:lvl2pPr>
              <a:buNone/>
              <a:defRPr sz="1875" b="0">
                <a:solidFill>
                  <a:srgbClr val="192E3B"/>
                </a:solidFill>
                <a:latin typeface="Segoe UI"/>
                <a:ea typeface="Segoe UI"/>
                <a:cs typeface="Segoe UI"/>
              </a:defRPr>
            </a:lvl2pPr>
            <a:lvl3pPr>
              <a:buNone/>
              <a:defRPr sz="1875" b="0">
                <a:solidFill>
                  <a:srgbClr val="192E3B"/>
                </a:solidFill>
                <a:latin typeface="Segoe UI"/>
                <a:ea typeface="Segoe UI"/>
                <a:cs typeface="Segoe UI"/>
              </a:defRPr>
            </a:lvl3pPr>
            <a:lvl4pPr>
              <a:buNone/>
              <a:defRPr sz="1875" b="0">
                <a:solidFill>
                  <a:srgbClr val="192E3B"/>
                </a:solidFill>
                <a:latin typeface="Segoe UI"/>
                <a:ea typeface="Segoe UI"/>
                <a:cs typeface="Segoe UI"/>
              </a:defRPr>
            </a:lvl4pPr>
            <a:lvl5pPr>
              <a:buNone/>
              <a:defRPr sz="1875" b="0">
                <a:solidFill>
                  <a:srgbClr val="192E3B"/>
                </a:solidFill>
                <a:latin typeface="Segoe UI"/>
                <a:ea typeface="Segoe UI"/>
                <a:cs typeface="Segoe UI"/>
              </a:defRPr>
            </a:lvl5pPr>
            <a:lvl6pPr>
              <a:buNone/>
              <a:defRPr sz="1875" b="0">
                <a:solidFill>
                  <a:srgbClr val="192E3B"/>
                </a:solidFill>
                <a:latin typeface="Segoe UI"/>
                <a:ea typeface="Segoe UI"/>
                <a:cs typeface="Segoe UI"/>
              </a:defRPr>
            </a:lvl6pPr>
            <a:lvl7pPr>
              <a:buNone/>
              <a:defRPr sz="1875" b="0">
                <a:solidFill>
                  <a:srgbClr val="192E3B"/>
                </a:solidFill>
                <a:latin typeface="Segoe UI"/>
                <a:ea typeface="Segoe UI"/>
                <a:cs typeface="Segoe UI"/>
              </a:defRPr>
            </a:lvl7pPr>
            <a:lvl8pPr>
              <a:buNone/>
              <a:defRPr sz="1875" b="0">
                <a:solidFill>
                  <a:srgbClr val="192E3B"/>
                </a:solidFill>
                <a:latin typeface="Segoe UI"/>
                <a:ea typeface="Segoe UI"/>
                <a:cs typeface="Segoe UI"/>
              </a:defRPr>
            </a:lvl8pPr>
            <a:lvl9pPr>
              <a:buNone/>
              <a:defRPr sz="1875" b="0">
                <a:solidFill>
                  <a:srgbClr val="192E3B"/>
                </a:solidFill>
                <a:latin typeface="Segoe UI"/>
                <a:ea typeface="Segoe UI"/>
                <a:cs typeface="Segoe UI"/>
              </a:defRPr>
            </a:lvl9pPr>
          </a:lstStyle>
          <a:p xmlns:a="http://schemas.openxmlformats.org/drawingml/2006/main">
            <a:pPr>
              <a:buNone/>
              <a:defRPr sz="1875" b="0">
                <a:solidFill>
                  <a:srgbClr val="192E3B"/>
                </a:solidFill>
                <a:latin typeface="Segoe UI"/>
                <a:ea typeface="Segoe UI"/>
                <a:cs typeface="Segoe UI"/>
              </a:defRPr>
            </a:pPr>
            <a:r>
              <a:rPr sz="1875" b="0">
                <a:solidFill>
                  <a:srgbClr val="192E3B"/>
                </a:solidFill>
                <a:latin typeface="Segoe UI"/>
                <a:ea typeface="Segoe UI"/>
                <a:cs typeface="Segoe UI"/>
              </a:rPr>
              <a:t>Keep food and money checks with adults.</a:t>
            </a:r>
          </a:p>
          <a:p xmlns:a="http://schemas.openxmlformats.org/drawingml/2006/main">
            <a:pPr>
              <a:buNone/>
              <a:defRPr sz="1875" b="0">
                <a:solidFill>
                  <a:srgbClr val="192E3B"/>
                </a:solidFill>
                <a:latin typeface="Segoe UI"/>
                <a:ea typeface="Segoe UI"/>
                <a:cs typeface="Segoe UI"/>
              </a:defRPr>
            </a:pPr>
            <a:r>
              <a:rPr sz="1875" b="0">
                <a:solidFill>
                  <a:srgbClr val="192E3B"/>
                </a:solidFill>
                <a:latin typeface="Segoe UI"/>
                <a:ea typeface="Segoe UI"/>
                <a:cs typeface="Segoe UI"/>
              </a:rPr>
              <a:t>Use role cues during the live sale.</a:t>
            </a:r>
          </a:p>
          <a:p xmlns:a="http://schemas.openxmlformats.org/drawingml/2006/main">
            <a:pPr>
              <a:buNone/>
              <a:defRPr sz="1875" b="0">
                <a:solidFill>
                  <a:srgbClr val="192E3B"/>
                </a:solidFill>
                <a:latin typeface="Segoe UI"/>
                <a:ea typeface="Segoe UI"/>
                <a:cs typeface="Segoe UI"/>
              </a:defRPr>
            </a:pPr>
            <a:r>
              <a:rPr sz="1875" b="0">
                <a:solidFill>
                  <a:srgbClr val="192E3B"/>
                </a:solidFill>
                <a:latin typeface="Segoe UI"/>
                <a:ea typeface="Segoe UI"/>
                <a:cs typeface="Segoe UI"/>
              </a:rPr>
              <a:t>Plan breaks and quiet roles.</a:t>
            </a:r>
          </a:p>
          <a:p xmlns:a="http://schemas.openxmlformats.org/drawingml/2006/main">
            <a:pPr>
              <a:buNone/>
              <a:defRPr sz="1875" b="0">
                <a:solidFill>
                  <a:srgbClr val="192E3B"/>
                </a:solidFill>
                <a:latin typeface="Segoe UI"/>
                <a:ea typeface="Segoe UI"/>
                <a:cs typeface="Segoe UI"/>
              </a:defRPr>
            </a:pPr>
            <a:r>
              <a:rPr sz="1875" b="0">
                <a:solidFill>
                  <a:srgbClr val="192E3B"/>
                </a:solidFill>
                <a:latin typeface="Segoe UI"/>
                <a:ea typeface="Segoe UI"/>
                <a:cs typeface="Segoe UI"/>
              </a:rPr>
              <a:t>Pupil voice: Space, Voice, Audience, Influence.</a:t>
            </a:r>
          </a:p>
          <a:p xmlns:a="http://schemas.openxmlformats.org/drawingml/2006/main">
            <a:pPr>
              <a:buNone/>
              <a:defRPr sz="1875" b="0">
                <a:solidFill>
                  <a:srgbClr val="192E3B"/>
                </a:solidFill>
                <a:latin typeface="Segoe UI"/>
                <a:ea typeface="Segoe UI"/>
                <a:cs typeface="Segoe UI"/>
              </a:defRPr>
            </a:pPr>
            <a:r>
              <a:rPr sz="1875" b="0">
                <a:solidFill>
                  <a:srgbClr val="192E3B"/>
                </a:solidFill>
                <a:latin typeface="Segoe UI"/>
                <a:ea typeface="Segoe UI"/>
                <a:cs typeface="Segoe UI"/>
              </a:rPr>
              <a:t>VF · WS · I · NS · E · R</a:t>
            </a:r>
          </a:p>
          <a:p xmlns:a="http://schemas.openxmlformats.org/drawingml/2006/main">
            <a:pPr>
              <a:buNone/>
              <a:defRPr sz="1875" b="0">
                <a:solidFill>
                  <a:srgbClr val="192E3B"/>
                </a:solidFill>
                <a:latin typeface="Segoe UI"/>
                <a:ea typeface="Segoe UI"/>
                <a:cs typeface="Segoe UI"/>
              </a:defRPr>
            </a:pPr>
            <a:r>
              <a:rPr sz="1875" b="0">
                <a:solidFill>
                  <a:srgbClr val="192E3B"/>
                </a:solidFill>
                <a:latin typeface="Segoe UI"/>
                <a:ea typeface="Segoe UI"/>
                <a:cs typeface="Segoe UI"/>
              </a:rPr>
              <a:t>Capture in the evidence record.</a:t>
            </a:r>
          </a:p>
        </p:txBody>
      </p:sp>
      <p:sp>
        <p:nvSpPr>
          <p:cNvPr id="5" name="cold-call-detail">
            <a:extLst xmlns:a="http://schemas.openxmlformats.org/drawingml/2006/main">
              <a:ext uri="{FF2B5EF4-FFF2-40B4-BE49-F238E27FC236}">
                <a16:creationId xmlns:a16="http://schemas.microsoft.com/office/drawing/2014/main" id="{2ABCE4A4-6A68-52A0-A4F3-5D4767BA1C9F}"/>
              </a:ext>
            </a:extLst>
          </p:cNvPr>
          <p:cNvSpPr>
            <a:spLocks xmlns:a="http://schemas.openxmlformats.org/drawingml/2006/main" noGrp="1"/>
          </p:cNvSpPr>
          <p:nvPr/>
        </p:nvSpPr>
        <p:spPr>
          <a:xfrm xmlns:a="http://schemas.openxmlformats.org/drawingml/2006/main">
            <a:off x="533400" y="4000500"/>
            <a:ext cx="11049000" cy="1952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875" b="0">
                <a:solidFill>
                  <a:srgbClr val="192E3B"/>
                </a:solidFill>
                <a:latin typeface="Segoe UI"/>
                <a:ea typeface="Segoe UI"/>
                <a:cs typeface="Segoe UI"/>
              </a:defRPr>
            </a:defPPr>
            <a:lvl1pPr>
              <a:buNone/>
              <a:defRPr sz="1725" b="0">
                <a:solidFill>
                  <a:srgbClr val="192E3B"/>
                </a:solidFill>
                <a:latin typeface="Segoe UI"/>
                <a:ea typeface="Segoe UI"/>
                <a:cs typeface="Segoe UI"/>
              </a:defRPr>
            </a:lvl1pPr>
            <a:lvl2pPr>
              <a:buNone/>
              <a:defRPr sz="1725" b="0">
                <a:solidFill>
                  <a:srgbClr val="192E3B"/>
                </a:solidFill>
                <a:latin typeface="Segoe UI"/>
                <a:ea typeface="Segoe UI"/>
                <a:cs typeface="Segoe UI"/>
              </a:defRPr>
            </a:lvl2pPr>
            <a:lvl3pPr>
              <a:buNone/>
              <a:defRPr sz="1725" b="0">
                <a:solidFill>
                  <a:srgbClr val="192E3B"/>
                </a:solidFill>
                <a:latin typeface="Segoe UI"/>
                <a:ea typeface="Segoe UI"/>
                <a:cs typeface="Segoe UI"/>
              </a:defRPr>
            </a:lvl3pPr>
            <a:lvl4pPr>
              <a:buNone/>
              <a:defRPr sz="1725" b="0">
                <a:solidFill>
                  <a:srgbClr val="192E3B"/>
                </a:solidFill>
                <a:latin typeface="Segoe UI"/>
                <a:ea typeface="Segoe UI"/>
                <a:cs typeface="Segoe UI"/>
              </a:defRPr>
            </a:lvl4pPr>
            <a:lvl5pPr>
              <a:buNone/>
              <a:defRPr sz="1725" b="0">
                <a:solidFill>
                  <a:srgbClr val="192E3B"/>
                </a:solidFill>
                <a:latin typeface="Segoe UI"/>
                <a:ea typeface="Segoe UI"/>
                <a:cs typeface="Segoe UI"/>
              </a:defRPr>
            </a:lvl5pPr>
            <a:lvl6pPr>
              <a:buNone/>
              <a:defRPr sz="1725" b="0">
                <a:solidFill>
                  <a:srgbClr val="192E3B"/>
                </a:solidFill>
                <a:latin typeface="Segoe UI"/>
                <a:ea typeface="Segoe UI"/>
                <a:cs typeface="Segoe UI"/>
              </a:defRPr>
            </a:lvl6pPr>
            <a:lvl7pPr>
              <a:buNone/>
              <a:defRPr sz="1725" b="0">
                <a:solidFill>
                  <a:srgbClr val="192E3B"/>
                </a:solidFill>
                <a:latin typeface="Segoe UI"/>
                <a:ea typeface="Segoe UI"/>
                <a:cs typeface="Segoe UI"/>
              </a:defRPr>
            </a:lvl7pPr>
            <a:lvl8pPr>
              <a:buNone/>
              <a:defRPr sz="1725" b="0">
                <a:solidFill>
                  <a:srgbClr val="192E3B"/>
                </a:solidFill>
                <a:latin typeface="Segoe UI"/>
                <a:ea typeface="Segoe UI"/>
                <a:cs typeface="Segoe UI"/>
              </a:defRPr>
            </a:lvl8pPr>
            <a:lvl9pPr>
              <a:buNone/>
              <a:defRPr sz="1725" b="0">
                <a:solidFill>
                  <a:srgbClr val="192E3B"/>
                </a:solidFill>
                <a:latin typeface="Segoe UI"/>
                <a:ea typeface="Segoe UI"/>
                <a:cs typeface="Segoe UI"/>
              </a:defRPr>
            </a:lvl9pPr>
          </a:lstStyle>
          <a:p xmlns:a="http://schemas.openxmlformats.org/drawingml/2006/main">
            <a:pPr>
              <a:buNone/>
              <a:defRPr sz="1725" b="0">
                <a:solidFill>
                  <a:srgbClr val="192E3B"/>
                </a:solidFill>
                <a:latin typeface="Segoe UI"/>
                <a:ea typeface="Segoe UI"/>
                <a:cs typeface="Segoe UI"/>
              </a:defRPr>
            </a:pPr>
            <a:r>
              <a:rPr sz="1875" b="0">
                <a:solidFill>
                  <a:srgbClr val="192E3B"/>
                </a:solidFill>
                <a:latin typeface="Segoe UI"/>
                <a:ea typeface="Segoe UI"/>
                <a:cs typeface="Segoe UI"/>
              </a:rPr>
              <a:t>1. Who checks food questions?</a:t>
            </a:r>
          </a:p>
          <a:p xmlns:a="http://schemas.openxmlformats.org/drawingml/2006/main">
            <a:pPr>
              <a:buNone/>
              <a:defRPr sz="1725" b="0">
                <a:solidFill>
                  <a:srgbClr val="192E3B"/>
                </a:solidFill>
                <a:latin typeface="Segoe UI"/>
                <a:ea typeface="Segoe UI"/>
                <a:cs typeface="Segoe UI"/>
              </a:defRPr>
            </a:pPr>
            <a:r>
              <a:rPr sz="1875" b="0">
                <a:solidFill>
                  <a:srgbClr val="192E3B"/>
                </a:solidFill>
                <a:latin typeface="Segoe UI"/>
                <a:ea typeface="Segoe UI"/>
                <a:cs typeface="Segoe UI"/>
              </a:rPr>
              <a:t>2. When can you mark a paid sale?</a:t>
            </a:r>
          </a:p>
          <a:p xmlns:a="http://schemas.openxmlformats.org/drawingml/2006/main">
            <a:pPr>
              <a:buNone/>
              <a:defRPr sz="1725" b="0">
                <a:solidFill>
                  <a:srgbClr val="192E3B"/>
                </a:solidFill>
                <a:latin typeface="Segoe UI"/>
                <a:ea typeface="Segoe UI"/>
                <a:cs typeface="Segoe UI"/>
              </a:defRPr>
            </a:pPr>
            <a:r>
              <a:rPr sz="1875" b="0">
                <a:solidFill>
                  <a:srgbClr val="192E3B"/>
                </a:solidFill>
                <a:latin typeface="Segoe UI"/>
                <a:ea typeface="Segoe UI"/>
                <a:cs typeface="Segoe UI"/>
              </a:rPr>
              <a:t>3. How did your own job help?</a:t>
            </a:r>
          </a:p>
        </p:txBody>
      </p:sp>
      <p:sp>
        <p:nvSpPr>
          <p:cNvPr id="6" name="credit">
            <a:extLst xmlns:a="http://schemas.openxmlformats.org/drawingml/2006/main">
              <a:ext uri="{FF2B5EF4-FFF2-40B4-BE49-F238E27FC236}">
                <a16:creationId xmlns:a16="http://schemas.microsoft.com/office/drawing/2014/main" id="{45638CD3-B6AE-588E-983B-CB94CB534053}"/>
              </a:ext>
            </a:extLst>
          </p:cNvPr>
          <p:cNvSpPr>
            <a:spLocks xmlns:a="http://schemas.openxmlformats.org/drawingml/2006/main" noGrp="1"/>
          </p:cNvSpPr>
          <p:nvPr/>
        </p:nvSpPr>
        <p:spPr>
          <a:xfrm xmlns:a="http://schemas.openxmlformats.org/drawingml/2006/main">
            <a:off x="533400" y="6515100"/>
            <a:ext cx="110490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788" b="0">
                <a:solidFill>
                  <a:srgbClr val="566574"/>
                </a:solidFill>
                <a:latin typeface="Segoe UI"/>
                <a:ea typeface="Segoe UI"/>
                <a:cs typeface="Segoe UI"/>
              </a:defRPr>
            </a:defPPr>
            <a:lvl1pPr>
              <a:buNone/>
              <a:defRPr sz="788" b="0">
                <a:solidFill>
                  <a:srgbClr val="566574"/>
                </a:solidFill>
                <a:latin typeface="Segoe UI"/>
                <a:ea typeface="Segoe UI"/>
                <a:cs typeface="Segoe UI"/>
              </a:defRPr>
            </a:lvl1pPr>
            <a:lvl2pPr>
              <a:buNone/>
              <a:defRPr sz="788" b="0">
                <a:solidFill>
                  <a:srgbClr val="566574"/>
                </a:solidFill>
                <a:latin typeface="Segoe UI"/>
                <a:ea typeface="Segoe UI"/>
                <a:cs typeface="Segoe UI"/>
              </a:defRPr>
            </a:lvl2pPr>
            <a:lvl3pPr>
              <a:buNone/>
              <a:defRPr sz="788" b="0">
                <a:solidFill>
                  <a:srgbClr val="566574"/>
                </a:solidFill>
                <a:latin typeface="Segoe UI"/>
                <a:ea typeface="Segoe UI"/>
                <a:cs typeface="Segoe UI"/>
              </a:defRPr>
            </a:lvl3pPr>
            <a:lvl4pPr>
              <a:buNone/>
              <a:defRPr sz="788" b="0">
                <a:solidFill>
                  <a:srgbClr val="566574"/>
                </a:solidFill>
                <a:latin typeface="Segoe UI"/>
                <a:ea typeface="Segoe UI"/>
                <a:cs typeface="Segoe UI"/>
              </a:defRPr>
            </a:lvl4pPr>
            <a:lvl5pPr>
              <a:buNone/>
              <a:defRPr sz="788" b="0">
                <a:solidFill>
                  <a:srgbClr val="566574"/>
                </a:solidFill>
                <a:latin typeface="Segoe UI"/>
                <a:ea typeface="Segoe UI"/>
                <a:cs typeface="Segoe UI"/>
              </a:defRPr>
            </a:lvl5pPr>
            <a:lvl6pPr>
              <a:buNone/>
              <a:defRPr sz="788" b="0">
                <a:solidFill>
                  <a:srgbClr val="566574"/>
                </a:solidFill>
                <a:latin typeface="Segoe UI"/>
                <a:ea typeface="Segoe UI"/>
                <a:cs typeface="Segoe UI"/>
              </a:defRPr>
            </a:lvl6pPr>
            <a:lvl7pPr>
              <a:buNone/>
              <a:defRPr sz="788" b="0">
                <a:solidFill>
                  <a:srgbClr val="566574"/>
                </a:solidFill>
                <a:latin typeface="Segoe UI"/>
                <a:ea typeface="Segoe UI"/>
                <a:cs typeface="Segoe UI"/>
              </a:defRPr>
            </a:lvl7pPr>
            <a:lvl8pPr>
              <a:buNone/>
              <a:defRPr sz="788" b="0">
                <a:solidFill>
                  <a:srgbClr val="566574"/>
                </a:solidFill>
                <a:latin typeface="Segoe UI"/>
                <a:ea typeface="Segoe UI"/>
                <a:cs typeface="Segoe UI"/>
              </a:defRPr>
            </a:lvl8pPr>
            <a:lvl9pPr>
              <a:buNone/>
              <a:defRPr sz="788" b="0">
                <a:solidFill>
                  <a:srgbClr val="566574"/>
                </a:solidFill>
                <a:latin typeface="Segoe UI"/>
                <a:ea typeface="Segoe UI"/>
                <a:cs typeface="Segoe UI"/>
              </a:defRPr>
            </a:lvl9pPr>
          </a:lstStyle>
          <a:p xmlns:a="http://schemas.openxmlformats.org/drawingml/2006/main">
            <a:pPr>
              <a:buNone/>
              <a:defRPr sz="788" b="0">
                <a:solidFill>
                  <a:srgbClr val="566574"/>
                </a:solidFill>
                <a:latin typeface="Segoe UI"/>
                <a:ea typeface="Segoe UI"/>
                <a:cs typeface="Segoe UI"/>
              </a:defRPr>
            </a:pPr>
            <a:r>
              <a:rPr sz="788" b="0">
                <a:solidFill>
                  <a:srgbClr val="566574"/>
                </a:solidFill>
                <a:latin typeface="Segoe UI"/>
                <a:ea typeface="Segoe UI"/>
                <a:cs typeface="Segoe UI"/>
              </a:rPr>
              <a:t>Made by Matt · © Matt Roper · CC BY-NC-SA 4.0: free for classroom use, share and adapt with credit, no resale</a:t>
            </a:r>
          </a:p>
        </p:txBody>
      </p:sp>
      <p:sp>
        <p:nvSpPr>
          <p:cNvPr id="7" name="page-number">
            <a:extLst xmlns:a="http://schemas.openxmlformats.org/drawingml/2006/main">
              <a:ext uri="{FF2B5EF4-FFF2-40B4-BE49-F238E27FC236}">
                <a16:creationId xmlns:a16="http://schemas.microsoft.com/office/drawing/2014/main" id="{75F28288-87E2-5116-AC37-B1B235D5DFCF}"/>
              </a:ext>
            </a:extLst>
          </p:cNvPr>
          <p:cNvSpPr>
            <a:spLocks xmlns:a="http://schemas.openxmlformats.org/drawingml/2006/main" noGrp="1"/>
          </p:cNvSpPr>
          <p:nvPr/>
        </p:nvSpPr>
        <p:spPr>
          <a:xfrm xmlns:a="http://schemas.openxmlformats.org/drawingml/2006/main">
            <a:off x="11144250" y="62103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anchor="t"/>
          <a:lstStyle xmlns:a="http://schemas.openxmlformats.org/drawingml/2006/main">
            <a:defPPr>
              <a:defRPr sz="1050" b="0">
                <a:solidFill>
                  <a:srgbClr val="566574"/>
                </a:solidFill>
                <a:latin typeface="Segoe UI"/>
                <a:ea typeface="Segoe UI"/>
                <a:cs typeface="Segoe UI"/>
              </a:defRPr>
            </a:defPPr>
            <a:lvl1pPr>
              <a:buNone/>
              <a:defRPr sz="1050" b="0">
                <a:solidFill>
                  <a:srgbClr val="566574"/>
                </a:solidFill>
                <a:latin typeface="Segoe UI"/>
                <a:ea typeface="Segoe UI"/>
                <a:cs typeface="Segoe UI"/>
              </a:defRPr>
            </a:lvl1pPr>
            <a:lvl2pPr>
              <a:buNone/>
              <a:defRPr sz="1050" b="0">
                <a:solidFill>
                  <a:srgbClr val="566574"/>
                </a:solidFill>
                <a:latin typeface="Segoe UI"/>
                <a:ea typeface="Segoe UI"/>
                <a:cs typeface="Segoe UI"/>
              </a:defRPr>
            </a:lvl2pPr>
            <a:lvl3pPr>
              <a:buNone/>
              <a:defRPr sz="1050" b="0">
                <a:solidFill>
                  <a:srgbClr val="566574"/>
                </a:solidFill>
                <a:latin typeface="Segoe UI"/>
                <a:ea typeface="Segoe UI"/>
                <a:cs typeface="Segoe UI"/>
              </a:defRPr>
            </a:lvl3pPr>
            <a:lvl4pPr>
              <a:buNone/>
              <a:defRPr sz="1050" b="0">
                <a:solidFill>
                  <a:srgbClr val="566574"/>
                </a:solidFill>
                <a:latin typeface="Segoe UI"/>
                <a:ea typeface="Segoe UI"/>
                <a:cs typeface="Segoe UI"/>
              </a:defRPr>
            </a:lvl4pPr>
            <a:lvl5pPr>
              <a:buNone/>
              <a:defRPr sz="1050" b="0">
                <a:solidFill>
                  <a:srgbClr val="566574"/>
                </a:solidFill>
                <a:latin typeface="Segoe UI"/>
                <a:ea typeface="Segoe UI"/>
                <a:cs typeface="Segoe UI"/>
              </a:defRPr>
            </a:lvl5pPr>
            <a:lvl6pPr>
              <a:buNone/>
              <a:defRPr sz="1050" b="0">
                <a:solidFill>
                  <a:srgbClr val="566574"/>
                </a:solidFill>
                <a:latin typeface="Segoe UI"/>
                <a:ea typeface="Segoe UI"/>
                <a:cs typeface="Segoe UI"/>
              </a:defRPr>
            </a:lvl6pPr>
            <a:lvl7pPr>
              <a:buNone/>
              <a:defRPr sz="1050" b="0">
                <a:solidFill>
                  <a:srgbClr val="566574"/>
                </a:solidFill>
                <a:latin typeface="Segoe UI"/>
                <a:ea typeface="Segoe UI"/>
                <a:cs typeface="Segoe UI"/>
              </a:defRPr>
            </a:lvl7pPr>
            <a:lvl8pPr>
              <a:buNone/>
              <a:defRPr sz="1050" b="0">
                <a:solidFill>
                  <a:srgbClr val="566574"/>
                </a:solidFill>
                <a:latin typeface="Segoe UI"/>
                <a:ea typeface="Segoe UI"/>
                <a:cs typeface="Segoe UI"/>
              </a:defRPr>
            </a:lvl8pPr>
            <a:lvl9pPr>
              <a:buNone/>
              <a:defRPr sz="1050" b="0">
                <a:solidFill>
                  <a:srgbClr val="566574"/>
                </a:solidFill>
                <a:latin typeface="Segoe UI"/>
                <a:ea typeface="Segoe UI"/>
                <a:cs typeface="Segoe UI"/>
              </a:defRPr>
            </a:lvl9pPr>
          </a:lstStyle>
          <a:p xmlns:a="http://schemas.openxmlformats.org/drawingml/2006/main">
            <a:pPr>
              <a:buNone/>
              <a:defRPr sz="1050" b="0">
                <a:solidFill>
                  <a:srgbClr val="566574"/>
                </a:solidFill>
                <a:latin typeface="Segoe UI"/>
                <a:ea typeface="Segoe UI"/>
                <a:cs typeface="Segoe UI"/>
              </a:defRPr>
            </a:pPr>
            <a:r>
              <a:rPr sz="1050" b="0">
                <a:solidFill>
                  <a:srgbClr val="566574"/>
                </a:solidFill>
                <a:latin typeface="Segoe UI"/>
                <a:ea typeface="Segoe UI"/>
                <a:cs typeface="Segoe UI"/>
              </a:rPr>
              <a:t>24</a:t>
            </a:r>
          </a:p>
        </p:txBody>
      </p:sp>
    </p:spTree>
    <p:extLst>
      <p:ext uri="{BB962C8B-B14F-4D97-AF65-F5344CB8AC3E}">
        <p14:creationId xmlns:p14="http://schemas.microsoft.com/office/powerpoint/2010/main" val="36238717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Lesson resource</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Lesson resource</dc:creator>
  <lastModifiedBy>Lesson resource</lastModifiedBy>
  <dc:title>Presentation</dc:title>
  <dcterms:created xsi:type="dcterms:W3CDTF">2026-10-25T10:33:33.7560000Z</dcterms:created>
  <dcterms:modified xsi:type="dcterms:W3CDTF">2026-10-25T10:33:33.7560000Z</dcterms:modified>
</coreProperties>
</file>