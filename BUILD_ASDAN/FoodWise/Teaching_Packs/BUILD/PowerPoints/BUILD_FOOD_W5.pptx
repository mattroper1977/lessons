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edbaeb0ab74598" /><Relationship Type="http://schemas.openxmlformats.org/officeDocument/2006/relationships/extended-properties" Target="/docProps/app.xml" Id="R38851d8dcec246e7" /><Relationship Type="http://schemas.openxmlformats.org/officeDocument/2006/relationships/officeDocument" Target="/ppt/presentation.xml" Id="Ra2634449d6b24eaa" /></Relationships>
</file>

<file path=ppt/presentation.xml><?xml version="1.0" encoding="utf-8"?>
<p:presentation xmlns:p="http://schemas.openxmlformats.org/presentationml/2006/main">
  <p:sldMasterIdLst>
    <p:sldMasterId xmlns:r="http://schemas.openxmlformats.org/officeDocument/2006/relationships" id="2147483648" r:id="R441b50c59de64f9f"/>
  </p:sldMasterIdLst>
  <p:notesMasterIdLst>
    <p:notesMasterId xmlns:r="http://schemas.openxmlformats.org/officeDocument/2006/relationships" r:id="R48ffd238216e4e5f"/>
  </p:notesMasterIdLst>
  <p:sldIdLst>
    <p:sldId xmlns:r="http://schemas.openxmlformats.org/officeDocument/2006/relationships" id="256" r:id="R8ecdacf2a4fb459a"/>
    <p:sldId xmlns:r="http://schemas.openxmlformats.org/officeDocument/2006/relationships" id="257" r:id="R76413d34122a41cb"/>
    <p:sldId xmlns:r="http://schemas.openxmlformats.org/officeDocument/2006/relationships" id="258" r:id="Rf8ab7a97a9b14b3a"/>
    <p:sldId xmlns:r="http://schemas.openxmlformats.org/officeDocument/2006/relationships" id="259" r:id="R3536705afbbe4b47"/>
    <p:sldId xmlns:r="http://schemas.openxmlformats.org/officeDocument/2006/relationships" id="260" r:id="Rcd14688d8e6a4bca"/>
    <p:sldId xmlns:r="http://schemas.openxmlformats.org/officeDocument/2006/relationships" id="261" r:id="R59d1aa782c3e4945"/>
    <p:sldId xmlns:r="http://schemas.openxmlformats.org/officeDocument/2006/relationships" id="262" r:id="R1d2527e3615546d8"/>
    <p:sldId xmlns:r="http://schemas.openxmlformats.org/officeDocument/2006/relationships" id="263" r:id="Ra309b9dee944414e"/>
    <p:sldId xmlns:r="http://schemas.openxmlformats.org/officeDocument/2006/relationships" id="264" r:id="R6ab558d7b9fe4066"/>
    <p:sldId xmlns:r="http://schemas.openxmlformats.org/officeDocument/2006/relationships" id="265" r:id="R65dba384d5a5499a"/>
    <p:sldId xmlns:r="http://schemas.openxmlformats.org/officeDocument/2006/relationships" id="266" r:id="R103dd8084c80479f"/>
    <p:sldId xmlns:r="http://schemas.openxmlformats.org/officeDocument/2006/relationships" id="267" r:id="R9ccd909ae1144a26"/>
    <p:sldId xmlns:r="http://schemas.openxmlformats.org/officeDocument/2006/relationships" id="268" r:id="R570df68f184644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94931532824e6a" /><Relationship Type="http://schemas.openxmlformats.org/officeDocument/2006/relationships/slideMaster" Target="/ppt/slideMasters/slideMaster1.xml" Id="R441b50c59de64f9f" /><Relationship Type="http://schemas.openxmlformats.org/officeDocument/2006/relationships/notesMaster" Target="/ppt/notesMasters/notesMaster1.xml" Id="R48ffd238216e4e5f" /><Relationship Type="http://schemas.openxmlformats.org/officeDocument/2006/relationships/presProps" Target="/ppt/presProps.xml" Id="Rb5ea3dac288844ec" /><Relationship Type="http://schemas.openxmlformats.org/officeDocument/2006/relationships/tableStyles" Target="/ppt/tableStyles.xml" Id="R0bc487697d1f40c1" /><Relationship Type="http://schemas.openxmlformats.org/officeDocument/2006/relationships/slide" Target="/ppt/slides/slide1.xml" Id="R8ecdacf2a4fb459a" /><Relationship Type="http://schemas.openxmlformats.org/officeDocument/2006/relationships/slide" Target="/ppt/slides/slide2.xml" Id="R76413d34122a41cb" /><Relationship Type="http://schemas.openxmlformats.org/officeDocument/2006/relationships/slide" Target="/ppt/slides/slide3.xml" Id="Rf8ab7a97a9b14b3a" /><Relationship Type="http://schemas.openxmlformats.org/officeDocument/2006/relationships/slide" Target="/ppt/slides/slide4.xml" Id="R3536705afbbe4b47" /><Relationship Type="http://schemas.openxmlformats.org/officeDocument/2006/relationships/slide" Target="/ppt/slides/slide5.xml" Id="Rcd14688d8e6a4bca" /><Relationship Type="http://schemas.openxmlformats.org/officeDocument/2006/relationships/slide" Target="/ppt/slides/slide6.xml" Id="R59d1aa782c3e4945" /><Relationship Type="http://schemas.openxmlformats.org/officeDocument/2006/relationships/slide" Target="/ppt/slides/slide7.xml" Id="R1d2527e3615546d8" /><Relationship Type="http://schemas.openxmlformats.org/officeDocument/2006/relationships/slide" Target="/ppt/slides/slide8.xml" Id="Ra309b9dee944414e" /><Relationship Type="http://schemas.openxmlformats.org/officeDocument/2006/relationships/slide" Target="/ppt/slides/slide9.xml" Id="R6ab558d7b9fe4066" /><Relationship Type="http://schemas.openxmlformats.org/officeDocument/2006/relationships/slide" Target="/ppt/slides/slide10.xml" Id="R65dba384d5a5499a" /><Relationship Type="http://schemas.openxmlformats.org/officeDocument/2006/relationships/slide" Target="/ppt/slides/slide11.xml" Id="R103dd8084c80479f" /><Relationship Type="http://schemas.openxmlformats.org/officeDocument/2006/relationships/slide" Target="/ppt/slides/slide12.xml" Id="R9ccd909ae1144a26" /><Relationship Type="http://schemas.openxmlformats.org/officeDocument/2006/relationships/slide" Target="/ppt/slides/slide13.xml" Id="R570df68f184644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6a034889fc4c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c5e831cadc4044" /><Relationship Type="http://schemas.openxmlformats.org/officeDocument/2006/relationships/notesMaster" Target="/ppt/notesMasters/notesMaster1.xml" Id="R343a4047855b48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ef714409924737" /><Relationship Type="http://schemas.openxmlformats.org/officeDocument/2006/relationships/notesMaster" Target="/ppt/notesMasters/notesMaster1.xml" Id="R7f572aecdb7a46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713a7696394742" /><Relationship Type="http://schemas.openxmlformats.org/officeDocument/2006/relationships/notesMaster" Target="/ppt/notesMasters/notesMaster1.xml" Id="R7af5f5d540fa4f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289a30671b4fa1" /><Relationship Type="http://schemas.openxmlformats.org/officeDocument/2006/relationships/notesMaster" Target="/ppt/notesMasters/notesMaster1.xml" Id="Ra08d451be2c74b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1b2089766d4e51" /><Relationship Type="http://schemas.openxmlformats.org/officeDocument/2006/relationships/notesMaster" Target="/ppt/notesMasters/notesMaster1.xml" Id="R4ea473dc618848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8324487b424c90" /><Relationship Type="http://schemas.openxmlformats.org/officeDocument/2006/relationships/notesMaster" Target="/ppt/notesMasters/notesMaster1.xml" Id="R2ec8ca57682d4f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e57f9d9c984ab3" /><Relationship Type="http://schemas.openxmlformats.org/officeDocument/2006/relationships/notesMaster" Target="/ppt/notesMasters/notesMaster1.xml" Id="Ra958bf90fd424e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a0b252d95442bc" /><Relationship Type="http://schemas.openxmlformats.org/officeDocument/2006/relationships/notesMaster" Target="/ppt/notesMasters/notesMaster1.xml" Id="Rfbc7603cd0394d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5069844bf84124" /><Relationship Type="http://schemas.openxmlformats.org/officeDocument/2006/relationships/notesMaster" Target="/ppt/notesMasters/notesMaster1.xml" Id="R7e4213eabf6d47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846b3a2e814fe7" /><Relationship Type="http://schemas.openxmlformats.org/officeDocument/2006/relationships/notesMaster" Target="/ppt/notesMasters/notesMaster1.xml" Id="R8cb3a91719f640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79d35fafc34b8f" /><Relationship Type="http://schemas.openxmlformats.org/officeDocument/2006/relationships/notesMaster" Target="/ppt/notesMasters/notesMaster1.xml" Id="R32324ba14c304b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d63e1efebe440b" /><Relationship Type="http://schemas.openxmlformats.org/officeDocument/2006/relationships/notesMaster" Target="/ppt/notesMasters/notesMaster1.xml" Id="Rffa95bd9a08e46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a5a13c6544451d" /><Relationship Type="http://schemas.openxmlformats.org/officeDocument/2006/relationships/notesMaster" Target="/ppt/notesMasters/notesMaster1.xml" Id="R5986f7f4f18f4a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Adapted from uploaded W2 and log. Replaces colour/food moralising and a missing blender recipe with a full cold method. Enriches existing BUILD module lesson 5 with uploaded week 2 preparation and week 3 read–do–check sequencing.</a:t>
            </a:r>
          </a:p>
          <a:p xmlns:a="http://schemas.openxmlformats.org/drawingml/2006/main">
            <a:r>
              <a:t/>
            </a:r>
          </a:p>
          <a:p xmlns:a="http://schemas.openxmlformats.org/drawingml/2006/main">
            <a:r>
              <a:t>Pupil prompt: What should happen before any food is opened?</a:t>
            </a:r>
          </a:p>
          <a:p xmlns:a="http://schemas.openxmlformats.org/drawingml/2006/main">
            <a:r>
              <a:t/>
            </a:r>
          </a:p>
          <a:p xmlns:a="http://schemas.openxmlformats.org/drawingml/2006/main">
            <a:r>
              <a:t>Teacher answer / acceptable response: Adult checks the actual labels and agreed plans; team completes the hygiene routine.</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Use food-group terms neutrally; avoid comparison of pupils’ eating or family food.</a:t>
            </a:r>
          </a:p>
          <a:p xmlns:a="http://schemas.openxmlformats.org/drawingml/2006/main">
            <a:r>
              <a:t/>
            </a:r>
          </a:p>
          <a:p xmlns:a="http://schemas.openxmlformats.org/drawingml/2006/main">
            <a:r>
              <a:t>Pupil prompt: Does bright colour prove food is safe or suitable?</a:t>
            </a:r>
          </a:p>
          <a:p xmlns:a="http://schemas.openxmlformats.org/drawingml/2006/main">
            <a:r>
              <a:t/>
            </a:r>
          </a:p>
          <a:p xmlns:a="http://schemas.openxmlformats.org/drawingml/2006/main">
            <a:r>
              <a:t>Teacher answer / acceptable response: No. Check ingredients, storage and the agreed plan.</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Use food-group terms neutrally; avoid comparison of pupils’ eating or family food.</a:t>
            </a:r>
          </a:p>
          <a:p xmlns:a="http://schemas.openxmlformats.org/drawingml/2006/main">
            <a:r>
              <a:t/>
            </a:r>
          </a:p>
          <a:p xmlns:a="http://schemas.openxmlformats.org/drawingml/2006/main">
            <a:r>
              <a:t>Pupil prompt: Does bright colour prove food is safe or suitable?</a:t>
            </a:r>
          </a:p>
          <a:p xmlns:a="http://schemas.openxmlformats.org/drawingml/2006/main">
            <a:r>
              <a:t/>
            </a:r>
          </a:p>
          <a:p xmlns:a="http://schemas.openxmlformats.org/drawingml/2006/main">
            <a:r>
              <a:t>Teacher answer / acceptable response: No. Check ingredients, storage and the agreed plan.</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MILK and SOYA are examples of allergens; a substitution is not automatically suitable.</a:t>
            </a:r>
          </a:p>
          <a:p xmlns:a="http://schemas.openxmlformats.org/drawingml/2006/main">
            <a:r>
              <a:t/>
            </a:r>
          </a:p>
          <a:p xmlns:a="http://schemas.openxmlformats.org/drawingml/2006/main">
            <a:r>
              <a:t>Pupil prompt: What must happen before using the substitute?</a:t>
            </a:r>
          </a:p>
          <a:p xmlns:a="http://schemas.openxmlformats.org/drawingml/2006/main">
            <a:r>
              <a:t/>
            </a:r>
          </a:p>
          <a:p xmlns:a="http://schemas.openxmlformats.org/drawingml/2006/main">
            <a:r>
              <a:t>Teacher answer / acceptable response: Stop; the adult checks the full new label and the person’s agreed plan.</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Adult opens and drains tins in advance. Amounts are for a practice portion, not personal intake advice.</a:t>
            </a:r>
          </a:p>
          <a:p xmlns:a="http://schemas.openxmlformats.org/drawingml/2006/main">
            <a:r>
              <a:t/>
            </a:r>
          </a:p>
          <a:p xmlns:a="http://schemas.openxmlformats.org/drawingml/2006/main">
            <a:r>
              <a:t>Pupil prompt: Which unit measures the water?</a:t>
            </a:r>
          </a:p>
          <a:p xmlns:a="http://schemas.openxmlformats.org/drawingml/2006/main">
            <a:r>
              <a:t/>
            </a:r>
          </a:p>
          <a:p xmlns:a="http://schemas.openxmlformats.org/drawingml/2006/main">
            <a:r>
              <a:t>Teacher answer / acceptable response: Millilitres, written ml.</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Demonstrate one correct and one misread jug position without asking pupils to lift a jug to face height.</a:t>
            </a:r>
          </a:p>
          <a:p xmlns:a="http://schemas.openxmlformats.org/drawingml/2006/main">
            <a:r>
              <a:t/>
            </a:r>
          </a:p>
          <a:p xmlns:a="http://schemas.openxmlformats.org/drawingml/2006/main">
            <a:r>
              <a:t>Pupil prompt: Why do we zero the scales with the dish on them?</a:t>
            </a:r>
          </a:p>
          <a:p xmlns:a="http://schemas.openxmlformats.org/drawingml/2006/main">
            <a:r>
              <a:t/>
            </a:r>
          </a:p>
          <a:p xmlns:a="http://schemas.openxmlformats.org/drawingml/2006/main">
            <a:r>
              <a:t>Teacher answer / acceptable response: So we measure the ingredient, not the dish.</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Allow 14 minutes with pre-drained fruit. No shared tasting spoons, skewers or blender.</a:t>
            </a:r>
          </a:p>
          <a:p xmlns:a="http://schemas.openxmlformats.org/drawingml/2006/main">
            <a:r>
              <a:t/>
            </a:r>
          </a:p>
          <a:p xmlns:a="http://schemas.openxmlformats.org/drawingml/2006/main">
            <a:r>
              <a:t>Pupil prompt: What can a checker say that helps?</a:t>
            </a:r>
          </a:p>
          <a:p xmlns:a="http://schemas.openxmlformats.org/drawingml/2006/main">
            <a:r>
              <a:t/>
            </a:r>
          </a:p>
          <a:p xmlns:a="http://schemas.openxmlformats.org/drawingml/2006/main">
            <a:r>
              <a:t>Teacher answer / acceptable response: “The recipe says 50 g. Let’s check the display before moving on.”</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Allow 14 minutes with pre-drained fruit. No shared tasting spoons, skewers or blender.</a:t>
            </a:r>
          </a:p>
          <a:p xmlns:a="http://schemas.openxmlformats.org/drawingml/2006/main">
            <a:r>
              <a:t/>
            </a:r>
          </a:p>
          <a:p xmlns:a="http://schemas.openxmlformats.org/drawingml/2006/main">
            <a:r>
              <a:t>Pupil prompt: What can a checker say that helps?</a:t>
            </a:r>
          </a:p>
          <a:p xmlns:a="http://schemas.openxmlformats.org/drawingml/2006/main">
            <a:r>
              <a:t/>
            </a:r>
          </a:p>
          <a:p xmlns:a="http://schemas.openxmlformats.org/drawingml/2006/main">
            <a:r>
              <a:t>Teacher answer / acceptable response: “The recipe says 50 g. Let’s check the display before moving on.”</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Never make eating, trying a new food or describing personal preferences a success condition.</a:t>
            </a:r>
          </a:p>
          <a:p xmlns:a="http://schemas.openxmlformats.org/drawingml/2006/main">
            <a:r>
              <a:t/>
            </a:r>
          </a:p>
          <a:p xmlns:a="http://schemas.openxmlformats.org/drawingml/2006/main">
            <a:r>
              <a:t>Pupil prompt: What could you improve without tasting?</a:t>
            </a:r>
          </a:p>
          <a:p xmlns:a="http://schemas.openxmlformats.org/drawingml/2006/main">
            <a:r>
              <a:t/>
            </a:r>
          </a:p>
          <a:p xmlns:a="http://schemas.openxmlformats.org/drawingml/2006/main">
            <a:r>
              <a:t>Teacher answer / acceptable response: Measure more accurately, keep oatcake separate, check steps or arrange the portion securely.</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Never make eating, trying a new food or describing personal preferences a success condition.</a:t>
            </a:r>
          </a:p>
          <a:p xmlns:a="http://schemas.openxmlformats.org/drawingml/2006/main">
            <a:r>
              <a:t/>
            </a:r>
          </a:p>
          <a:p xmlns:a="http://schemas.openxmlformats.org/drawingml/2006/main">
            <a:r>
              <a:t>Pupil prompt: What could you improve without tasting?</a:t>
            </a:r>
          </a:p>
          <a:p xmlns:a="http://schemas.openxmlformats.org/drawingml/2006/main">
            <a:r>
              <a:t/>
            </a:r>
          </a:p>
          <a:p xmlns:a="http://schemas.openxmlformats.org/drawingml/2006/main">
            <a:r>
              <a:t>Teacher answer / acceptable response: Measure more accurately, keep oatcake separate, check steps or arrange the portion securely.</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Protect reset time even when practical work is incomplete.</a:t>
            </a:r>
          </a:p>
          <a:p xmlns:a="http://schemas.openxmlformats.org/drawingml/2006/main">
            <a:r>
              <a:t/>
            </a:r>
          </a:p>
          <a:p xmlns:a="http://schemas.openxmlformats.org/drawingml/2006/main">
            <a:r>
              <a:t>Pupil prompt: How did your job help the next step?</a:t>
            </a:r>
          </a:p>
          <a:p xmlns:a="http://schemas.openxmlformats.org/drawingml/2006/main">
            <a:r>
              <a:t/>
            </a:r>
          </a:p>
          <a:p xmlns:a="http://schemas.openxmlformats.org/drawingml/2006/main">
            <a:r>
              <a:t>Teacher answer / acceptable response: For example: reading the amount helped the maker weigh the correct ingredient.</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BUILD_FOOD_W5 | Prepare a snack and drink</a:t>
            </a:r>
          </a:p>
          <a:p xmlns:a="http://schemas.openxmlformats.org/drawingml/2006/main">
            <a:r>
              <a:t>Use a complete cold recipe to wash, measure, assemble and reset safely.</a:t>
            </a:r>
          </a:p>
          <a:p xmlns:a="http://schemas.openxmlformats.org/drawingml/2006/main">
            <a:r>
              <a:t/>
            </a:r>
          </a:p>
          <a:p xmlns:a="http://schemas.openxmlformats.org/drawingml/2006/main">
            <a:r>
              <a:t>Accept pointing to the jug/scales and ingredient card.</a:t>
            </a:r>
          </a:p>
          <a:p xmlns:a="http://schemas.openxmlformats.org/drawingml/2006/main">
            <a:r>
              <a:t/>
            </a:r>
          </a:p>
          <a:p xmlns:a="http://schemas.openxmlformats.org/drawingml/2006/main">
            <a:r>
              <a:t>Pupil prompt: What would you do if the food label were missing?</a:t>
            </a:r>
          </a:p>
          <a:p xmlns:a="http://schemas.openxmlformats.org/drawingml/2006/main">
            <a:r>
              <a:t/>
            </a:r>
          </a:p>
          <a:p xmlns:a="http://schemas.openxmlformats.org/drawingml/2006/main">
            <a:r>
              <a:t>Teacher answer / acceptable response: Stop and ask the adult; do not guess or taste to check.</a:t>
            </a:r>
          </a:p>
          <a:p xmlns:a="http://schemas.openxmlformats.org/drawingml/2006/main">
            <a:r>
              <a:t/>
            </a:r>
          </a:p>
          <a:p xmlns:a="http://schemas.openxmlformats.org/drawingml/2006/main">
            <a:r>
              <a:t>Support: BUILD core: adult-prepared fruit and pre-portioned bowls if needed, one large method card at a time, a choice of two amounts and reader/maker/checker roles. Accept directing a partner; keep practical observation distinct from simulation.</a:t>
            </a:r>
          </a:p>
          <a:p xmlns:a="http://schemas.openxmlformats.org/drawingml/2006/main">
            <a:r>
              <a:t/>
            </a:r>
          </a:p>
          <a:p xmlns:a="http://schemas.openxmlformats.org/drawingml/2006/main">
            <a:r>
              <a:t>Stretch: Calculate the fruit and yoghurt amounts for two equal practice pots; explain how the checker can prevent an error without taking over.</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Roles, readiness and recall.</a:t>
            </a:r>
          </a:p>
          <a:p xmlns:a="http://schemas.openxmlformats.org/drawingml/2006/main">
            <a:r>
              <a:t>5 min: Ingredients, label scenario and amounts.</a:t>
            </a:r>
          </a:p>
          <a:p xmlns:a="http://schemas.openxmlformats.org/drawingml/2006/main">
            <a:r>
              <a:t>7 min: Model routine and measuring.</a:t>
            </a:r>
          </a:p>
          <a:p xmlns:a="http://schemas.openxmlformats.org/drawingml/2006/main">
            <a:r>
              <a:t>14 min: Supported practical using the full recipe.</a:t>
            </a:r>
          </a:p>
          <a:p xmlns:a="http://schemas.openxmlformats.org/drawingml/2006/main">
            <a:r>
              <a:t>4 min: Observe, record and explain one skill.</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DT_Aut1_W2_FoodWise_Healthy_Snack_and_Drink.pptx</a:t>
            </a:r>
          </a:p>
          <a:p xmlns:a="http://schemas.openxmlformats.org/drawingml/2006/main">
            <a:r>
              <a:t>Uploaded teaching source: DT_Aut1_W2_Log_I_Made_This.docx</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37b7682a6749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6f12c51e4e4077" /><Relationship Type="http://schemas.openxmlformats.org/officeDocument/2006/relationships/slideLayout" Target="/ppt/slideLayouts/slideLayout1.xml" Id="R12c40bd55d9042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c40bd55d9042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212d0c9ebc4d78" /><Relationship Type="http://schemas.openxmlformats.org/officeDocument/2006/relationships/image" Target="/ppt/media/image.jpeg" Id="R45b1a8c663be4db0" /><Relationship Type="http://schemas.openxmlformats.org/officeDocument/2006/relationships/notesSlide" Target="/ppt/notesSlides/notesSlide1.xml" Id="R64094a9fb4af49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ce1da200c042a6" /><Relationship Type="http://schemas.openxmlformats.org/officeDocument/2006/relationships/image" Target="/ppt/media/image.jpeg" Id="Rd397f6998edc4b63" /><Relationship Type="http://schemas.openxmlformats.org/officeDocument/2006/relationships/notesSlide" Target="/ppt/notesSlides/notesSlide2.xml" Id="Rd433d48a494f44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6e882b9e294eb6" /><Relationship Type="http://schemas.openxmlformats.org/officeDocument/2006/relationships/image" Target="/ppt/media/image.jpeg" Id="R67d6a500f71a4d89" /><Relationship Type="http://schemas.openxmlformats.org/officeDocument/2006/relationships/notesSlide" Target="/ppt/notesSlides/notesSlide3.xml" Id="R8d5a5f0dce744f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3787a90a634231" /><Relationship Type="http://schemas.openxmlformats.org/officeDocument/2006/relationships/image" Target="/ppt/media/image.jpeg" Id="R81e1c2412da94622" /><Relationship Type="http://schemas.openxmlformats.org/officeDocument/2006/relationships/notesSlide" Target="/ppt/notesSlides/notesSlide4.xml" Id="R735a9f2909714e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971232409040ec" /><Relationship Type="http://schemas.openxmlformats.org/officeDocument/2006/relationships/image" Target="/ppt/media/image.jpeg" Id="R7e77e37a33514c36" /><Relationship Type="http://schemas.openxmlformats.org/officeDocument/2006/relationships/notesSlide" Target="/ppt/notesSlides/notesSlide5.xml" Id="Rc061ecebfc4242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0934e7911744cf" /><Relationship Type="http://schemas.openxmlformats.org/officeDocument/2006/relationships/image" Target="/ppt/media/image.jpeg" Id="Rd93848d0f51e4cd9" /><Relationship Type="http://schemas.openxmlformats.org/officeDocument/2006/relationships/notesSlide" Target="/ppt/notesSlides/notesSlide6.xml" Id="R70eba25581cb4f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f996a0b3f24afa" /><Relationship Type="http://schemas.openxmlformats.org/officeDocument/2006/relationships/image" Target="/ppt/media/image.jpeg" Id="Re038c104f46c4c71" /><Relationship Type="http://schemas.openxmlformats.org/officeDocument/2006/relationships/notesSlide" Target="/ppt/notesSlides/notesSlide7.xml" Id="R7f7e0c02670a4a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a140fa9fef4375" /><Relationship Type="http://schemas.openxmlformats.org/officeDocument/2006/relationships/image" Target="/ppt/media/image.jpeg" Id="R7ebea714a1884117" /><Relationship Type="http://schemas.openxmlformats.org/officeDocument/2006/relationships/notesSlide" Target="/ppt/notesSlides/notesSlide8.xml" Id="R05139828b95146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85e51544af42e7" /><Relationship Type="http://schemas.openxmlformats.org/officeDocument/2006/relationships/image" Target="/ppt/media/image.jpeg" Id="Rb2a48e9cf2bd4597" /><Relationship Type="http://schemas.openxmlformats.org/officeDocument/2006/relationships/notesSlide" Target="/ppt/notesSlides/notesSlide9.xml" Id="R9b0251f378fc46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8fe7d79cee42a0" /><Relationship Type="http://schemas.openxmlformats.org/officeDocument/2006/relationships/image" Target="/ppt/media/image.jpeg" Id="R5147971342a5404b" /><Relationship Type="http://schemas.openxmlformats.org/officeDocument/2006/relationships/notesSlide" Target="/ppt/notesSlides/notesSlide10.xml" Id="R239b7199a1ea47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1b9dfeb4c94bca" /><Relationship Type="http://schemas.openxmlformats.org/officeDocument/2006/relationships/image" Target="/ppt/media/image.jpeg" Id="Re4efd83eaeea48bb" /><Relationship Type="http://schemas.openxmlformats.org/officeDocument/2006/relationships/notesSlide" Target="/ppt/notesSlides/notesSlide11.xml" Id="R59f17eefaaf244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afde0489bd9403d" /><Relationship Type="http://schemas.openxmlformats.org/officeDocument/2006/relationships/image" Target="/ppt/media/image.jpeg" Id="R803fa1e9a1cb4053" /><Relationship Type="http://schemas.openxmlformats.org/officeDocument/2006/relationships/notesSlide" Target="/ppt/notesSlides/notesSlide12.xml" Id="Rdb8ac20baa854b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e018a6262734a38" /><Relationship Type="http://schemas.openxmlformats.org/officeDocument/2006/relationships/image" Target="/ppt/media/image.jpeg" Id="R08a61ff755ba4957" /><Relationship Type="http://schemas.openxmlformats.org/officeDocument/2006/relationships/notesSlide" Target="/ppt/notesSlides/notesSlide13.xml" Id="Rce047b06d6254a2e"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5b1a8c663be4db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Prepare a snack and drink</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Our make: fruit pot, oatcake and measured water.</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making, reading, checking or recording. Tasting is optional.</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should happen before any food is opened?</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397f6998edc4b6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ASSEMBLE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PORTION</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Put prepared parts together.</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amount served for one person or task.</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7d6a500f71a4d8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Know what is in it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Fruit: banana and mandarin.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Oatcake: a starchy food. Yoghurt: dairy or an approved alternative.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This snack is one example. A single snack does not have to include every food group.</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1e1c2412da9462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Know what is in it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Does bright colour prove food is safe or suitable?</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e77e37a33514c3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before you swap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recipe uses plain yoghurt. A substitute pot says “contains SOYA”.</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pupil says, “It is a different yoghurt, so it must be fine.”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must happen before using the substitute?</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93848d0f51e4cd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Our amounts for one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About 50 g banana, 50 g drained mandarin, 50 g yoghurt and 1 oatcake.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Measure 150 ml drinking water in a jug.</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full ingredient, tool and method card is on your table.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unit measures the water?</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038c104f46c4c7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Watch the measuring</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Put the empty dish on the scales and press zero. Add the first ingredient.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Zero again before adding the next ingredient.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the water mark with the jug level and your eyes beside the mark.</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Why do we zero the scales with the dish on them?</a:t>
            </a:r>
          </a:p>
        </p:txBody>
      </p:sp>
    </p:spTree>
    <p:extLst>
      <p:ext uri="{BB962C8B-B14F-4D97-AF65-F5344CB8AC3E}">
        <p14:creationId xmlns:p14="http://schemas.microsoft.com/office/powerpoint/2010/main" val="1732344281"/>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ebea714a188411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make,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one recipe step, do it, check it, then tick: prepare fruit, weigh, assemble and pour.</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Stop at each step for your partner’s check. Keep the oatcake separate.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Return chilled ingredients promptly; use clean serving tools.</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2a48e9cf2bd459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make, check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can a checker say that helps?</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147971342a5404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Look at the evidence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one correct amount and one safe action.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Compare the finished components with the recipe, using sight or the process record.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You may observe, describe or taste after adult approval.</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4efd83eaeea48b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Look at the evidence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could you improve without tasting?</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03fa1e9a1cb405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Record and reset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Record: what I measured, the unit and the tool.</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the job you did for the team.</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Clear waste, clean equipment, account for tools and wash hands.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How did your job help the next step?</a:t>
            </a:r>
          </a:p>
        </p:txBody>
      </p:sp>
    </p:spTree>
    <p:extLst>
      <p:ext uri="{BB962C8B-B14F-4D97-AF65-F5344CB8AC3E}">
        <p14:creationId xmlns:p14="http://schemas.microsoft.com/office/powerpoint/2010/main" val="1732344281"/>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8a61ff755ba495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One amount, one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Finish: “I measured ___ using ___.”</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would you do if the food label were missing?</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2026-09-07T12:32:05.3850000Z</dcterms:created>
  <dcterms:modified xsi:type="dcterms:W3CDTF">2026-09-07T12:32:05.3850000Z</dcterms:modified>
</coreProperties>
</file>