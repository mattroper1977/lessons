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24fd4c29fe4ea5" /><Relationship Type="http://schemas.openxmlformats.org/officeDocument/2006/relationships/extended-properties" Target="/docProps/app.xml" Id="R4aaecccf5ef54d9d" /><Relationship Type="http://schemas.openxmlformats.org/officeDocument/2006/relationships/officeDocument" Target="/ppt/presentation.xml" Id="Rfe43b2b512d348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c0e29042084cb2"/>
  </p:sldMasterIdLst>
  <p:notesMasterIdLst>
    <p:notesMasterId xmlns:r="http://schemas.openxmlformats.org/officeDocument/2006/relationships" r:id="Re15ded2a103d4c9f"/>
  </p:notesMasterIdLst>
  <p:sldIdLst>
    <p:sldId xmlns:r="http://schemas.openxmlformats.org/officeDocument/2006/relationships" id="256" r:id="R5fa75ab5497d4e62"/>
    <p:sldId xmlns:r="http://schemas.openxmlformats.org/officeDocument/2006/relationships" id="257" r:id="Rd08fdfa5abf94677"/>
    <p:sldId xmlns:r="http://schemas.openxmlformats.org/officeDocument/2006/relationships" id="258" r:id="R306c79b5adc746c1"/>
    <p:sldId xmlns:r="http://schemas.openxmlformats.org/officeDocument/2006/relationships" id="259" r:id="R90302070ebe14fe0"/>
    <p:sldId xmlns:r="http://schemas.openxmlformats.org/officeDocument/2006/relationships" id="260" r:id="R155026547dc84c1a"/>
    <p:sldId xmlns:r="http://schemas.openxmlformats.org/officeDocument/2006/relationships" id="261" r:id="R4a1d4b2c4c6c4df4"/>
    <p:sldId xmlns:r="http://schemas.openxmlformats.org/officeDocument/2006/relationships" id="262" r:id="Rbd84275864404799"/>
    <p:sldId xmlns:r="http://schemas.openxmlformats.org/officeDocument/2006/relationships" id="263" r:id="R929ddecf189043db"/>
    <p:sldId xmlns:r="http://schemas.openxmlformats.org/officeDocument/2006/relationships" id="264" r:id="R1c69efc70a51476d"/>
    <p:sldId xmlns:r="http://schemas.openxmlformats.org/officeDocument/2006/relationships" id="265" r:id="Rc0d45b8c210641fb"/>
    <p:sldId xmlns:r="http://schemas.openxmlformats.org/officeDocument/2006/relationships" id="266" r:id="R4f7a8751e4294119"/>
    <p:sldId xmlns:r="http://schemas.openxmlformats.org/officeDocument/2006/relationships" id="267" r:id="Re84474a8e09542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b39f1631bd4ccb" /><Relationship Type="http://schemas.openxmlformats.org/officeDocument/2006/relationships/slideMaster" Target="/ppt/slideMasters/slideMaster1.xml" Id="R8ec0e29042084cb2" /><Relationship Type="http://schemas.openxmlformats.org/officeDocument/2006/relationships/notesMaster" Target="/ppt/notesMasters/notesMaster1.xml" Id="Re15ded2a103d4c9f" /><Relationship Type="http://schemas.openxmlformats.org/officeDocument/2006/relationships/presProps" Target="/ppt/presProps.xml" Id="Re3f200ef6c794df5" /><Relationship Type="http://schemas.openxmlformats.org/officeDocument/2006/relationships/tableStyles" Target="/ppt/tableStyles.xml" Id="R5b7e7bfc366d43fd" /><Relationship Type="http://schemas.openxmlformats.org/officeDocument/2006/relationships/slide" Target="/ppt/slides/slide1.xml" Id="R5fa75ab5497d4e62" /><Relationship Type="http://schemas.openxmlformats.org/officeDocument/2006/relationships/slide" Target="/ppt/slides/slide2.xml" Id="Rd08fdfa5abf94677" /><Relationship Type="http://schemas.openxmlformats.org/officeDocument/2006/relationships/slide" Target="/ppt/slides/slide3.xml" Id="R306c79b5adc746c1" /><Relationship Type="http://schemas.openxmlformats.org/officeDocument/2006/relationships/slide" Target="/ppt/slides/slide4.xml" Id="R90302070ebe14fe0" /><Relationship Type="http://schemas.openxmlformats.org/officeDocument/2006/relationships/slide" Target="/ppt/slides/slide5.xml" Id="R155026547dc84c1a" /><Relationship Type="http://schemas.openxmlformats.org/officeDocument/2006/relationships/slide" Target="/ppt/slides/slide6.xml" Id="R4a1d4b2c4c6c4df4" /><Relationship Type="http://schemas.openxmlformats.org/officeDocument/2006/relationships/slide" Target="/ppt/slides/slide7.xml" Id="Rbd84275864404799" /><Relationship Type="http://schemas.openxmlformats.org/officeDocument/2006/relationships/slide" Target="/ppt/slides/slide8.xml" Id="R929ddecf189043db" /><Relationship Type="http://schemas.openxmlformats.org/officeDocument/2006/relationships/slide" Target="/ppt/slides/slide9.xml" Id="R1c69efc70a51476d" /><Relationship Type="http://schemas.openxmlformats.org/officeDocument/2006/relationships/slide" Target="/ppt/slides/slide10.xml" Id="Rc0d45b8c210641fb" /><Relationship Type="http://schemas.openxmlformats.org/officeDocument/2006/relationships/slide" Target="/ppt/slides/slide11.xml" Id="R4f7a8751e4294119" /><Relationship Type="http://schemas.openxmlformats.org/officeDocument/2006/relationships/slide" Target="/ppt/slides/slide12.xml" Id="Re84474a8e09542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eb208039d44f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bcc0e82fa74c51" /><Relationship Type="http://schemas.openxmlformats.org/officeDocument/2006/relationships/notesMaster" Target="/ppt/notesMasters/notesMaster1.xml" Id="Rf576854695534f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1fbc35659e4a63" /><Relationship Type="http://schemas.openxmlformats.org/officeDocument/2006/relationships/notesMaster" Target="/ppt/notesMasters/notesMaster1.xml" Id="R400e05e9cfe748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be3a8da06c4143" /><Relationship Type="http://schemas.openxmlformats.org/officeDocument/2006/relationships/notesMaster" Target="/ppt/notesMasters/notesMaster1.xml" Id="Ra6757963ef8f42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df609b620d447a" /><Relationship Type="http://schemas.openxmlformats.org/officeDocument/2006/relationships/notesMaster" Target="/ppt/notesMasters/notesMaster1.xml" Id="Rf244eedac51b49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40447435484daa" /><Relationship Type="http://schemas.openxmlformats.org/officeDocument/2006/relationships/notesMaster" Target="/ppt/notesMasters/notesMaster1.xml" Id="R0a28c95d794841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15061fbc474846" /><Relationship Type="http://schemas.openxmlformats.org/officeDocument/2006/relationships/notesMaster" Target="/ppt/notesMasters/notesMaster1.xml" Id="R863766c3861145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3ed026ed5e4e12" /><Relationship Type="http://schemas.openxmlformats.org/officeDocument/2006/relationships/notesMaster" Target="/ppt/notesMasters/notesMaster1.xml" Id="R23acccf69ddf47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9d8163ecb1462f" /><Relationship Type="http://schemas.openxmlformats.org/officeDocument/2006/relationships/notesMaster" Target="/ppt/notesMasters/notesMaster1.xml" Id="Rc4df9c1c97e147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9927ac9f4a455d" /><Relationship Type="http://schemas.openxmlformats.org/officeDocument/2006/relationships/notesMaster" Target="/ppt/notesMasters/notesMaster1.xml" Id="R81448948ea214c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e5e41f3d0d452b" /><Relationship Type="http://schemas.openxmlformats.org/officeDocument/2006/relationships/notesMaster" Target="/ppt/notesMasters/notesMaster1.xml" Id="Re23fb98d165c40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72823a398d483f" /><Relationship Type="http://schemas.openxmlformats.org/officeDocument/2006/relationships/notesMaster" Target="/ppt/notesMasters/notesMaster1.xml" Id="R43df34f6a8e040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551fe5b61a4e2c" /><Relationship Type="http://schemas.openxmlformats.org/officeDocument/2006/relationships/notesMaster" Target="/ppt/notesMasters/notesMaster1.xml" Id="Rc5bcc73bef0640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Title and big question: 0 minutes.</a:t>
            </a:r>
          </a:p>
          <a:p xmlns:a="http://schemas.openxmlformats.org/drawingml/2006/main">
            <a:r>
              <a:t>Teacher: Read the big question and approved careers line as a statement, not an invitation to personal disclosure.</a:t>
            </a:r>
          </a:p>
          <a:p xmlns:a="http://schemas.openxmlformats.org/drawingml/2006/main">
            <a:r>
              <a:t>Routes: Supported: use two caring-action choices, then make a support map with two supplied role cards and reading or scribing support. Independent: match three caring actions and build the fictional support map, giving one reason from a card. Aspire: explain why a helpful action respects choice and add a second help route if the first adult is unavailable.</a:t>
            </a:r>
          </a:p>
          <a:p xmlns:a="http://schemas.openxmlformats.org/drawingml/2006/main">
            <a:r>
              <a:t>Evidence: A caring-action match and a fictional support map, with the learner’s explanation and support recorded.</a:t>
            </a:r>
          </a:p>
          <a:p xmlns:a="http://schemas.openxmlformats.org/drawingml/2006/main">
            <a:r>
              <a:t>Careers: This helps me recognise respectful support from people I learn or work with.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Arrival and regulation: 3 minutes.</a:t>
            </a:r>
          </a:p>
          <a:p xmlns:a="http://schemas.openxmlformats.org/drawingml/2006/main">
            <a:r>
              <a:t>Teacher: Read the fictional-case boundary. Offer a pass, quiet response and usual aid without asking why.</a:t>
            </a:r>
          </a:p>
          <a:p xmlns:a="http://schemas.openxmlformats.org/drawingml/2006/main">
            <a:r>
              <a:t>Routes: Supported: use two caring-action choices, then make a support map with two supplied role cards and reading or scribing support. Independent: match three caring actions and build the fictional support map, giving one reason from a card. Aspire: explain why a helpful action respects choice and add a second help route if the first adult is unavailable.</a:t>
            </a:r>
          </a:p>
          <a:p xmlns:a="http://schemas.openxmlformats.org/drawingml/2006/main">
            <a:r>
              <a:t>Evidence: A caring-action match and a fictional support map, with the learner’s explanation and support recorded.</a:t>
            </a:r>
          </a:p>
          <a:p xmlns:a="http://schemas.openxmlformats.org/drawingml/2006/main">
            <a:r>
              <a:t>Careers: This helps me recognise respectful support from people I learn or work with.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Starter: 3 minutes.</a:t>
            </a:r>
          </a:p>
          <a:p xmlns:a="http://schemas.openxmlformats.org/drawingml/2006/main">
            <a:r>
              <a:t>Teacher: Read the four fictional family cards on Support Cards page 1 and the pictured story. Ask which stated acts show care. Families can look different. Do not invite comparisons with learners’ own families or infer care from a person’s appearance.</a:t>
            </a:r>
          </a:p>
          <a:p xmlns:a="http://schemas.openxmlformats.org/drawingml/2006/main">
            <a:r>
              <a:t>Routes: Supported: use two caring-action choices, then make a support map with two supplied role cards and reading or scribing support. Independent: match three caring actions and build the fictional support map, giving one reason from a card. Aspire: explain why a helpful action respects choice and add a second help route if the first adult is unavailable.</a:t>
            </a:r>
          </a:p>
          <a:p xmlns:a="http://schemas.openxmlformats.org/drawingml/2006/main">
            <a:r>
              <a:t>Evidence: A caring-action match and a fictional support map, with the learner’s explanation and support recorded.</a:t>
            </a:r>
          </a:p>
          <a:p xmlns:a="http://schemas.openxmlformats.org/drawingml/2006/main">
            <a:r>
              <a:t>Careers: This helps me recognise respectful support from people I learn or work with.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Today: 0 minutes.</a:t>
            </a:r>
          </a:p>
          <a:p xmlns:a="http://schemas.openxmlformats.org/drawingml/2006/main">
            <a:r>
              <a:t>Teacher: Read the accessible objective and checks. Keep the exact approved objective in the Planner.</a:t>
            </a:r>
          </a:p>
          <a:p xmlns:a="http://schemas.openxmlformats.org/drawingml/2006/main">
            <a:r>
              <a:t>Routes: Supported: use two caring-action choices, then make a support map with two supplied role cards and reading or scribing support. Independent: match three caring actions and build the fictional support map, giving one reason from a card. Aspire: explain why a helpful action respects choice and add a second help route if the first adult is unavailable.</a:t>
            </a:r>
          </a:p>
          <a:p xmlns:a="http://schemas.openxmlformats.org/drawingml/2006/main">
            <a:r>
              <a:t>Evidence: A caring-action match and a fictional support map, with the learner’s explanation and support recorded.</a:t>
            </a:r>
          </a:p>
          <a:p xmlns:a="http://schemas.openxmlformats.org/drawingml/2006/main">
            <a:r>
              <a:t>Careers: This helps me recognise respectful support from people I learn or work with.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I Do: 5 minutes.</a:t>
            </a:r>
          </a:p>
          <a:p xmlns:a="http://schemas.openxmlformats.org/drawingml/2006/main">
            <a:r>
              <a:t>Teacher: Model only the fictional case using a separate set. The adult model is not learner evidence.</a:t>
            </a:r>
          </a:p>
          <a:p xmlns:a="http://schemas.openxmlformats.org/drawingml/2006/main">
            <a:r>
              <a:t>Routes: Supported: use two caring-action choices, then make a support map with two supplied role cards and reading or scribing support. Independent: match three caring actions and build the fictional support map, giving one reason from a card. Aspire: explain why a helpful action respects choice and add a second help route if the first adult is unavailable.</a:t>
            </a:r>
          </a:p>
          <a:p xmlns:a="http://schemas.openxmlformats.org/drawingml/2006/main">
            <a:r>
              <a:t>Evidence: A caring-action match and a fictional support map, with the learner’s explanation and support recorded.</a:t>
            </a:r>
          </a:p>
          <a:p xmlns:a="http://schemas.openxmlformats.org/drawingml/2006/main">
            <a:r>
              <a:t>Careers: This helps me recognise respectful support from people I learn or work with.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We Do: 5 minutes.</a:t>
            </a:r>
          </a:p>
          <a:p xmlns:a="http://schemas.openxmlformats.org/drawingml/2006/main">
            <a:r>
              <a:t>Teacher: A is supported by the caring action. B is unkind. C removes choice rather than checking what help is wanted. An adult’s role alone does not prove that an action is caring. Reteach with the card about waiting while a person speaks; ask what that action allows.</a:t>
            </a:r>
          </a:p>
          <a:p xmlns:a="http://schemas.openxmlformats.org/drawingml/2006/main">
            <a:r>
              <a:t>Routes: Supported: use two caring-action choices, then make a support map with two supplied role cards and reading or scribing support. Independent: match three caring actions and build the fictional support map, giving one reason from a card. Aspire: explain why a helpful action respects choice and add a second help route if the first adult is unavailable.</a:t>
            </a:r>
          </a:p>
          <a:p xmlns:a="http://schemas.openxmlformats.org/drawingml/2006/main">
            <a:r>
              <a:t>Evidence: A caring-action match and a fictional support map, with the learner’s explanation and support recorded.</a:t>
            </a:r>
          </a:p>
          <a:p xmlns:a="http://schemas.openxmlformats.org/drawingml/2006/main">
            <a:r>
              <a:t>Careers: This helps me recognise respectful support from people I learn or work with.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You Do practice: 12 minutes.</a:t>
            </a:r>
          </a:p>
          <a:p xmlns:a="http://schemas.openxmlformats.org/drawingml/2006/main">
            <a:r>
              <a:t>Teacher: Use four minutes to match caring actions to fictional situations. Use five minutes to make a support map for the supplied young person using the tutor and support-adult cards. Use three minutes to explain one caring action and consider the next help route if the first adult is busy. Preserve the first response and any prompted change.</a:t>
            </a:r>
          </a:p>
          <a:p xmlns:a="http://schemas.openxmlformats.org/drawingml/2006/main">
            <a:r>
              <a:t>Routes: Supported: use two caring-action choices, then make a support map with two supplied role cards and reading or scribing support. Independent: match three caring actions and build the fictional support map, giving one reason from a card. Aspire: explain why a helpful action respects choice and add a second help route if the first adult is unavailable.</a:t>
            </a:r>
          </a:p>
          <a:p xmlns:a="http://schemas.openxmlformats.org/drawingml/2006/main">
            <a:r>
              <a:t>Evidence: A caring-action match and a fictional support map, with the learner’s explanation and support recorded.</a:t>
            </a:r>
          </a:p>
          <a:p xmlns:a="http://schemas.openxmlformats.org/drawingml/2006/main">
            <a:r>
              <a:t>Careers: This helps me recognise respectful support from people I learn or work with.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You Do evidence: 6 minutes.</a:t>
            </a:r>
          </a:p>
          <a:p xmlns:a="http://schemas.openxmlformats.org/drawingml/2006/main">
            <a:r>
              <a:t>Teacher: Record the actual case response, explanation and support. Do not infer understanding from a group answer.</a:t>
            </a:r>
          </a:p>
          <a:p xmlns:a="http://schemas.openxmlformats.org/drawingml/2006/main">
            <a:r>
              <a:t>Routes: Supported: use two caring-action choices, then make a support map with two supplied role cards and reading or scribing support. Independent: match three caring actions and build the fictional support map, giving one reason from a card. Aspire: explain why a helpful action respects choice and add a second help route if the first adult is unavailable.</a:t>
            </a:r>
          </a:p>
          <a:p xmlns:a="http://schemas.openxmlformats.org/drawingml/2006/main">
            <a:r>
              <a:t>Evidence: A caring-action match and a fictional support map, with the learner’s explanation and support recorded.</a:t>
            </a:r>
          </a:p>
          <a:p xmlns:a="http://schemas.openxmlformats.org/drawingml/2006/main">
            <a:r>
              <a:t>Careers: This helps me recognise respectful support from people I learn or work with.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Tidy and evidence check: 4 minutes.</a:t>
            </a:r>
          </a:p>
          <a:p xmlns:a="http://schemas.openxmlformats.org/drawingml/2006/main">
            <a:r>
              <a:t>Teacher: Check the case references and learner ID. Keep prompts and changed responses distinct.</a:t>
            </a:r>
          </a:p>
          <a:p xmlns:a="http://schemas.openxmlformats.org/drawingml/2006/main">
            <a:r>
              <a:t>Routes: Supported: use two caring-action choices, then make a support map with two supplied role cards and reading or scribing support. Independent: match three caring actions and build the fictional support map, giving one reason from a card. Aspire: explain why a helpful action respects choice and add a second help route if the first adult is unavailable.</a:t>
            </a:r>
          </a:p>
          <a:p xmlns:a="http://schemas.openxmlformats.org/drawingml/2006/main">
            <a:r>
              <a:t>Evidence: A caring-action match and a fictional support map, with the learner’s explanation and support recorded.</a:t>
            </a:r>
          </a:p>
          <a:p xmlns:a="http://schemas.openxmlformats.org/drawingml/2006/main">
            <a:r>
              <a:t>Careers: This helps me recognise respectful support from people I learn or work with.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Exit ticket: 2 minutes.</a:t>
            </a:r>
          </a:p>
          <a:p xmlns:a="http://schemas.openxmlformats.org/drawingml/2006/main">
            <a:r>
              <a:t>Teacher: Use the three questions about the fictional young person. Agree a next teaching step.</a:t>
            </a:r>
          </a:p>
          <a:p xmlns:a="http://schemas.openxmlformats.org/drawingml/2006/main">
            <a:r>
              <a:t>Routes: Supported: use two caring-action choices, then make a support map with two supplied role cards and reading or scribing support. Independent: match three caring actions and build the fictional support map, giving one reason from a card. Aspire: explain why a helpful action respects choice and add a second help route if the first adult is unavailable.</a:t>
            </a:r>
          </a:p>
          <a:p xmlns:a="http://schemas.openxmlformats.org/drawingml/2006/main">
            <a:r>
              <a:t>Evidence: A caring-action match and a fictional support map, with the learner’s explanation and support recorded.</a:t>
            </a:r>
          </a:p>
          <a:p xmlns:a="http://schemas.openxmlformats.org/drawingml/2006/main">
            <a:r>
              <a:t>Careers: This helps me recognise respectful support from people I learn or work with.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Vocabulary: 0 minutes.</a:t>
            </a:r>
          </a:p>
          <a:p xmlns:a="http://schemas.openxmlformats.org/drawingml/2006/main">
            <a:r>
              <a:t>Teacher: Explain each word through the supplied fictional story. No personal examples or body checks.</a:t>
            </a:r>
          </a:p>
          <a:p xmlns:a="http://schemas.openxmlformats.org/drawingml/2006/main">
            <a:r>
              <a:t>Routes: Supported: use two caring-action choices, then make a support map with two supplied role cards and reading or scribing support. Independent: match three caring actions and build the fictional support map, giving one reason from a card. Aspire: explain why a helpful action respects choice and add a second help route if the first adult is unavailable.</a:t>
            </a:r>
          </a:p>
          <a:p xmlns:a="http://schemas.openxmlformats.org/drawingml/2006/main">
            <a:r>
              <a:t>Evidence: A caring-action match and a fictional support map, with the learner’s explanation and support recorded.</a:t>
            </a:r>
          </a:p>
          <a:p xmlns:a="http://schemas.openxmlformats.org/drawingml/2006/main">
            <a:r>
              <a:t>Careers: This helps me recognise respectful support from people I learn or work with.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Staff brief: 0 minutes.</a:t>
            </a:r>
          </a:p>
          <a:p xmlns:a="http://schemas.openxmlformats.org/drawingml/2006/main">
            <a:r>
              <a:t>Teacher: Every teaching prompt concerns a fictional young person. Never ask learners about their own bodies, families or experiences, or use a real person as the case. Read fictional cards without inviting comparison with home. No touching, body checking, forced eye contact, acting out distress or personal role-play. Allow a pass, quiet response or pause. If a learner raises a personal concern, follow the setting’s safeguarding procedure; do not turn the disclosure into lesson evidence. Staff use the setting’s agreed support arrangements.</a:t>
            </a:r>
          </a:p>
          <a:p xmlns:a="http://schemas.openxmlformats.org/drawingml/2006/main">
            <a:r>
              <a:t>Routes: Supported: use two caring-action choices, then make a support map with two supplied role cards and reading or scribing support. Independent: match three caring actions and build the fictional support map, giving one reason from a card. Aspire: explain why a helpful action respects choice and add a second help route if the first adult is unavailable.</a:t>
            </a:r>
          </a:p>
          <a:p xmlns:a="http://schemas.openxmlformats.org/drawingml/2006/main">
            <a:r>
              <a:t>Evidence: A caring-action match and a fictional support map, with the learner’s explanation and support recorded.</a:t>
            </a:r>
          </a:p>
          <a:p xmlns:a="http://schemas.openxmlformats.org/drawingml/2006/main">
            <a:r>
              <a:t>Careers: This helps me recognise respectful support from people I learn or work with.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Fictional illustration supports the story; appearance is not proof of a feeling or a safe relationship.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de0f6273b45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690a0dae64f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4f267e51043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0a64477d844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f2fbb03d843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35f7afc9c40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c53fa9ec354eb1" /><Relationship Type="http://schemas.openxmlformats.org/officeDocument/2006/relationships/slideLayout" Target="/ppt/slideLayouts/slideLayout1.xml" Id="R02b520c6994e4f6a" /><Relationship Type="http://schemas.openxmlformats.org/officeDocument/2006/relationships/slideLayout" Target="/ppt/slideLayouts/slideLayout2.xml" Id="R53575b778ba242c4" /><Relationship Type="http://schemas.openxmlformats.org/officeDocument/2006/relationships/slideLayout" Target="/ppt/slideLayouts/slideLayout3.xml" Id="R51634b3a9ff54e82" /><Relationship Type="http://schemas.openxmlformats.org/officeDocument/2006/relationships/slideLayout" Target="/ppt/slideLayouts/slideLayout4.xml" Id="Ra3bf4eefe9bb4b50" /><Relationship Type="http://schemas.openxmlformats.org/officeDocument/2006/relationships/slideLayout" Target="/ppt/slideLayouts/slideLayout5.xml" Id="Rce4d0b33fac94e83" /><Relationship Type="http://schemas.openxmlformats.org/officeDocument/2006/relationships/slideLayout" Target="/ppt/slideLayouts/slideLayout6.xml" Id="R16d8621564cc47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b520c6994e4f6a"/>
    <p:sldLayoutId xmlns:r="http://schemas.openxmlformats.org/officeDocument/2006/relationships" id="2147483650" r:id="R53575b778ba242c4"/>
    <p:sldLayoutId xmlns:r="http://schemas.openxmlformats.org/officeDocument/2006/relationships" id="2147483651" r:id="R51634b3a9ff54e82"/>
    <p:sldLayoutId xmlns:r="http://schemas.openxmlformats.org/officeDocument/2006/relationships" id="2147483652" r:id="Ra3bf4eefe9bb4b50"/>
    <p:sldLayoutId xmlns:r="http://schemas.openxmlformats.org/officeDocument/2006/relationships" id="2147483653" r:id="Rce4d0b33fac94e83"/>
    <p:sldLayoutId xmlns:r="http://schemas.openxmlformats.org/officeDocument/2006/relationships" id="2147483654" r:id="R16d8621564cc47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21282b1fd48ee" /><Relationship Type="http://schemas.openxmlformats.org/officeDocument/2006/relationships/notesSlide" Target="/ppt/notesSlides/notesSlide1.xml" Id="Rccef27c8c13747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35f0fa78ce4aec" /><Relationship Type="http://schemas.openxmlformats.org/officeDocument/2006/relationships/notesSlide" Target="/ppt/notesSlides/notesSlide2.xml" Id="R63765cb106044b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1ab5f04c1448a5" /><Relationship Type="http://schemas.openxmlformats.org/officeDocument/2006/relationships/image" Target="/ppt/media/image.jpeg" Id="R5103ce6fdd1645bf" /><Relationship Type="http://schemas.openxmlformats.org/officeDocument/2006/relationships/notesSlide" Target="/ppt/notesSlides/notesSlide3.xml" Id="Rc5c0c4c8cd274b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773291b484812" /><Relationship Type="http://schemas.openxmlformats.org/officeDocument/2006/relationships/notesSlide" Target="/ppt/notesSlides/notesSlide4.xml" Id="R032ddfb2a2bf4e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0072c87e64bb6" /><Relationship Type="http://schemas.openxmlformats.org/officeDocument/2006/relationships/notesSlide" Target="/ppt/notesSlides/notesSlide5.xml" Id="R3914c170eab745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2ec33d6153421b" /><Relationship Type="http://schemas.openxmlformats.org/officeDocument/2006/relationships/notesSlide" Target="/ppt/notesSlides/notesSlide6.xml" Id="R2c4f8210d03b4a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44d4ad589540c2" /><Relationship Type="http://schemas.openxmlformats.org/officeDocument/2006/relationships/notesSlide" Target="/ppt/notesSlides/notesSlide7.xml" Id="R8f07126cb12b40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cfd502b40d427d" /><Relationship Type="http://schemas.openxmlformats.org/officeDocument/2006/relationships/notesSlide" Target="/ppt/notesSlides/notesSlide8.xml" Id="R6d8e3d90588448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9f0abd9054f04" /><Relationship Type="http://schemas.openxmlformats.org/officeDocument/2006/relationships/notesSlide" Target="/ppt/notesSlides/notesSlide9.xml" Id="R08d412eacecc46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098cae88f4667" /><Relationship Type="http://schemas.openxmlformats.org/officeDocument/2006/relationships/notesSlide" Target="/ppt/notesSlides/notesSlide10.xml" Id="R5a0cbc88d7bd4c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8b17d7cfd4c77" /><Relationship Type="http://schemas.openxmlformats.org/officeDocument/2006/relationships/notesSlide" Target="/ppt/notesSlides/notesSlide11.xml" Id="R78a2ab7764f44d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492962214423a" /><Relationship Type="http://schemas.openxmlformats.org/officeDocument/2006/relationships/notesSlide" Target="/ppt/notesSlides/notesSlide12.xml" Id="R57977cd6b52149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TITLE AND BIG QUESTION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 / 12</a:t>
            </a:r>
          </a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People who care</a:t>
            </a:r>
          </a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Year A · Week 1 · 2–6 November 2026 · 40 minutes</a:t>
            </a:r>
          </a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RSHE-BUILD-A2-W01</a:t>
            </a:r>
          </a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needs help. Who could help? What could they do?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helps me recognise respectful support from people I learn or work with.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Term theme: Identity &amp; Belonging</a:t>
            </a:r>
          </a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ARRIVAL AND REGULATION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2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calm start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RSHE-BUILD-A2-W01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These stories are all made up.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No one needs to share a real story.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ask for a pause.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use an aid.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pass on a question.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Each person can have time.</a:t>
            </a:r>
          </a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3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young person’s story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RSHE-BUILD-A2-W01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DE168-9ABD-4B77-A5F0-8463FA866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3ce6fdd1645bf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young person has a worry.</a:t>
            </a:r>
          </a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adult gives them time to talk.</a:t>
            </a:r>
          </a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does the adult do to help?</a:t>
            </a:r>
          </a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act shows care?</a:t>
            </a:r>
          </a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RSHE-BUILD-A2-W01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Spot a caring act that helps a young person.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Match a caring act to a need.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Show who could help the young person.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Give a reason from the story.</a:t>
            </a:r>
          </a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5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helpful response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RSHE-BUILD-A2-W01</a:t>
            </a:r>
          </a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needs help with a task.</a:t>
            </a:r>
          </a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tutor listens to their question.</a:t>
            </a:r>
          </a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tutor shows one small step.</a:t>
            </a:r>
          </a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act can show care.</a:t>
            </a:r>
          </a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young person can ask once more.</a:t>
            </a:r>
          </a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tutor checks what help is wanted.</a:t>
            </a:r>
          </a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The story gives the facts. Look for the act of care.</a:t>
            </a:r>
          </a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6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choice for the young person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RSHE-BUILD-A2-W01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asks for help. Which act shows care?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 Listen and ask what help is needed.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B  Laugh at the young person.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  Make the choice for them each time.</a:t>
            </a:r>
          </a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PRACTICE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7 / 12  ·  12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story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RSHE-BUILD-A2-W01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task is about the made-up young person.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Supported: match one act. Make a map.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Independent: match three. Make a map.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Aspire: add a second way to get help.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makes the chosen act caring?</a:t>
            </a:r>
          </a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EVIDENCE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8 / 12  ·  6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story record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RSHE-BUILD-A2-W01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one care match for the young person.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map of who could help.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reason from the story.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adult notes the help used.</a:t>
            </a:r>
          </a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TIDY AND EVIDENCE CHECK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9 / 12  ·  4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Tidy and check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RSHE-BUILD-A2-W01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work about the made-up person.</a:t>
            </a:r>
          </a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each story and its response together.</a:t>
            </a:r>
          </a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adult notes the help and any change.</a:t>
            </a:r>
          </a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next step could help the person?</a:t>
            </a:r>
          </a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10 / 12  ·  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Exit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RSHE-BUILD-A2-W01</a:t>
            </a:r>
          </a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act shows care for the young person?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Who could help with the task?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could happen if that adult is busy?</a:t>
            </a:r>
          </a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RSHE-BUILD-A2-W01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Care: Help keep a person safe and well.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Family: People linked by care or birth.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Listen: Hear what a person has to say.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Choice: An option a person can pick.</a:t>
            </a:r>
          </a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Trust: Feel able to ask a person for help.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Support: Help a person with a need.</a:t>
            </a:r>
          </a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Respect: Treat a person with care.</a:t>
            </a:r>
          </a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RSHE-BUILD-A2-W01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Read the planner and support route.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only fictional young people and settings.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Scribe exact words; record help.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each learner’s own evidence.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Week 7 is the assessing lesson.</a:t>
            </a:r>
          </a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lastModifiedBy/>
  <dc:title>People who care</dc:title>
  <dcterms:created xsi:type="dcterms:W3CDTF">2026-10-26T09:56:28.9360000Z</dcterms:created>
  <dcterms:modified xsi:type="dcterms:W3CDTF">2026-10-26T09:56:28.9360000Z</dcterms:modified>
</coreProperties>
</file>