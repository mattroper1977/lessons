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xml version='1.0' encoding='UTF-8' standalone='yes'?>
<Relationships xmlns="http://schemas.openxmlformats.org/package/2006/relationships"><Relationship Type="http://schemas.openxmlformats.org/package/2006/relationships/metadata/core-properties" Target="/docProps/core.xml" Id="Re305c0507f22443e"/><Relationship Type="http://schemas.openxmlformats.org/officeDocument/2006/relationships/extended-properties" Target="/docProps/app.xml" Id="R8901f1f2463b4ab9"/><Relationship Type="http://schemas.openxmlformats.org/officeDocument/2006/relationships/officeDocument" Target="/ppt/presentation.xml" Id="Re441e240978543eb"/></Relationships>
</file>

<file path=ppt/presentation.xml><?xml version="1.0" encoding="utf-8"?>
<p:presentation xmlns:p="http://schemas.openxmlformats.org/presentationml/2006/main">
  <p:sldMasterIdLst>
    <p:sldMasterId xmlns:r="http://schemas.openxmlformats.org/officeDocument/2006/relationships" id="2147483648" r:id="Re4f8f4f3fbec4346"/>
  </p:sldMasterIdLst>
  <p:notesMasterIdLst>
    <p:notesMasterId xmlns:r="http://schemas.openxmlformats.org/officeDocument/2006/relationships" r:id="Ra0203b6163f24f2e"/>
  </p:notesMasterIdLst>
  <p:sldIdLst>
    <p:sldId xmlns:r="http://schemas.openxmlformats.org/officeDocument/2006/relationships" id="256" r:id="Ra05eaa0cf23144d1"/>
    <p:sldId xmlns:r="http://schemas.openxmlformats.org/officeDocument/2006/relationships" id="257" r:id="Rba87616d5ed742e6"/>
    <p:sldId xmlns:r="http://schemas.openxmlformats.org/officeDocument/2006/relationships" id="258" r:id="R8357dbdb29344f63"/>
    <p:sldId xmlns:r="http://schemas.openxmlformats.org/officeDocument/2006/relationships" id="259" r:id="Rdf36336cea964bf8"/>
    <p:sldId xmlns:r="http://schemas.openxmlformats.org/officeDocument/2006/relationships" id="260" r:id="R7b1082ef53e54cbc"/>
    <p:sldId xmlns:r="http://schemas.openxmlformats.org/officeDocument/2006/relationships" id="261" r:id="R929e9fe247444527"/>
    <p:sldId xmlns:r="http://schemas.openxmlformats.org/officeDocument/2006/relationships" id="262" r:id="R503dfc23fbee479e"/>
    <p:sldId xmlns:r="http://schemas.openxmlformats.org/officeDocument/2006/relationships" id="263" r:id="R496cf164837e4751"/>
    <p:sldId xmlns:r="http://schemas.openxmlformats.org/officeDocument/2006/relationships" id="264" r:id="Rd9bd3b2ca99e4b2f"/>
    <p:sldId xmlns:r="http://schemas.openxmlformats.org/officeDocument/2006/relationships" id="265" r:id="R02032b5644ce40b1"/>
    <p:sldId xmlns:r="http://schemas.openxmlformats.org/officeDocument/2006/relationships" id="266" r:id="R47cd5dbe17ab4208"/>
    <p:sldId xmlns:r="http://schemas.openxmlformats.org/officeDocument/2006/relationships" id="267" r:id="R783c120ec65d46c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Type="http://schemas.openxmlformats.org/officeDocument/2006/relationships/theme" Target="/ppt/theme/theme1.xml" Id="R7df0bcd86c004669"/><Relationship Type="http://schemas.openxmlformats.org/officeDocument/2006/relationships/slideMaster" Target="/ppt/slideMasters/slideMaster1.xml" Id="Re4f8f4f3fbec4346"/><Relationship Type="http://schemas.openxmlformats.org/officeDocument/2006/relationships/notesMaster" Target="/ppt/notesMasters/notesMaster1.xml" Id="Ra0203b6163f24f2e"/><Relationship Type="http://schemas.openxmlformats.org/officeDocument/2006/relationships/presProps" Target="/ppt/presProps.xml" Id="Rabf3259a5a904142"/><Relationship Type="http://schemas.openxmlformats.org/officeDocument/2006/relationships/tableStyles" Target="/ppt/tableStyles.xml" Id="R03f60c2490334ed1"/><Relationship Type="http://schemas.openxmlformats.org/officeDocument/2006/relationships/slide" Target="/ppt/slides/slide1.xml" Id="Ra05eaa0cf23144d1"/><Relationship Type="http://schemas.openxmlformats.org/officeDocument/2006/relationships/slide" Target="/ppt/slides/slide2.xml" Id="Rba87616d5ed742e6"/><Relationship Type="http://schemas.openxmlformats.org/officeDocument/2006/relationships/slide" Target="/ppt/slides/slide3.xml" Id="R8357dbdb29344f63"/><Relationship Type="http://schemas.openxmlformats.org/officeDocument/2006/relationships/slide" Target="/ppt/slides/slide4.xml" Id="Rdf36336cea964bf8"/><Relationship Type="http://schemas.openxmlformats.org/officeDocument/2006/relationships/slide" Target="/ppt/slides/slide5.xml" Id="R7b1082ef53e54cbc"/><Relationship Type="http://schemas.openxmlformats.org/officeDocument/2006/relationships/slide" Target="/ppt/slides/slide6.xml" Id="R929e9fe247444527"/><Relationship Type="http://schemas.openxmlformats.org/officeDocument/2006/relationships/slide" Target="/ppt/slides/slide7.xml" Id="R503dfc23fbee479e"/><Relationship Type="http://schemas.openxmlformats.org/officeDocument/2006/relationships/slide" Target="/ppt/slides/slide8.xml" Id="R496cf164837e4751"/><Relationship Type="http://schemas.openxmlformats.org/officeDocument/2006/relationships/slide" Target="/ppt/slides/slide9.xml" Id="Rd9bd3b2ca99e4b2f"/><Relationship Type="http://schemas.openxmlformats.org/officeDocument/2006/relationships/slide" Target="/ppt/slides/slide10.xml" Id="R02032b5644ce40b1"/><Relationship Type="http://schemas.openxmlformats.org/officeDocument/2006/relationships/slide" Target="/ppt/slides/slide11.xml" Id="R47cd5dbe17ab4208"/><Relationship Type="http://schemas.openxmlformats.org/officeDocument/2006/relationships/slide" Target="/ppt/slides/slide12.xml" Id="R783c120ec65d46c1"/></Relationships>
</file>

<file path=ppt/notesMasters/_rels/notesMaster1.xml.rels><?xml version='1.0' encoding='UTF-8' standalone='yes'?>
<Relationships xmlns="http://schemas.openxmlformats.org/package/2006/relationships"><Relationship Type="http://schemas.openxmlformats.org/officeDocument/2006/relationships/theme" Target="/ppt/notesMasters/theme/theme3.xml" Id="R4175c5bb51c74895"/></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Type="http://schemas.openxmlformats.org/officeDocument/2006/relationships/slide" Target="/ppt/slides/slide1.xml" Id="R7ea0e980b0ff4a47"/><Relationship Type="http://schemas.openxmlformats.org/officeDocument/2006/relationships/notesMaster" Target="/ppt/notesMasters/notesMaster1.xml" Id="R7141da08889b4f81"/></Relationships>
</file>

<file path=ppt/notesSlides/_rels/notesSlide2.xml.rels><?xml version='1.0' encoding='UTF-8' standalone='yes'?>
<Relationships xmlns="http://schemas.openxmlformats.org/package/2006/relationships"><Relationship Type="http://schemas.openxmlformats.org/officeDocument/2006/relationships/slide" Target="/ppt/slides/slide2.xml" Id="R53bf4eec17ee4049"/><Relationship Type="http://schemas.openxmlformats.org/officeDocument/2006/relationships/notesMaster" Target="/ppt/notesMasters/notesMaster1.xml" Id="R2956daf86c484b54"/></Relationships>
</file>

<file path=ppt/notesSlides/_rels/notesSlide3.xml.rels><?xml version='1.0' encoding='UTF-8' standalone='yes'?>
<Relationships xmlns="http://schemas.openxmlformats.org/package/2006/relationships"><Relationship Type="http://schemas.openxmlformats.org/officeDocument/2006/relationships/slide" Target="/ppt/slides/slide3.xml" Id="R4ca642f27a324196"/><Relationship Type="http://schemas.openxmlformats.org/officeDocument/2006/relationships/notesMaster" Target="/ppt/notesMasters/notesMaster1.xml" Id="Rf4c88687948e490b"/></Relationships>
</file>

<file path=ppt/notesSlides/_rels/notesSlide4.xml.rels><?xml version='1.0' encoding='UTF-8' standalone='yes'?>
<Relationships xmlns="http://schemas.openxmlformats.org/package/2006/relationships"><Relationship Type="http://schemas.openxmlformats.org/officeDocument/2006/relationships/slide" Target="/ppt/slides/slide4.xml" Id="R10783aa7fdff447e"/><Relationship Type="http://schemas.openxmlformats.org/officeDocument/2006/relationships/notesMaster" Target="/ppt/notesMasters/notesMaster1.xml" Id="R4a3013c56386465c"/></Relationships>
</file>

<file path=ppt/notesSlides/_rels/notesSlide5.xml.rels><?xml version='1.0' encoding='UTF-8' standalone='yes'?>
<Relationships xmlns="http://schemas.openxmlformats.org/package/2006/relationships"><Relationship Type="http://schemas.openxmlformats.org/officeDocument/2006/relationships/slide" Target="/ppt/slides/slide5.xml" Id="Rd11318d003014d37"/><Relationship Type="http://schemas.openxmlformats.org/officeDocument/2006/relationships/notesMaster" Target="/ppt/notesMasters/notesMaster1.xml" Id="R422d1ac906e346c6"/></Relationships>
</file>

<file path=ppt/notesSlides/_rels/notesSlide6.xml.rels><?xml version='1.0' encoding='UTF-8' standalone='yes'?>
<Relationships xmlns="http://schemas.openxmlformats.org/package/2006/relationships"><Relationship Type="http://schemas.openxmlformats.org/officeDocument/2006/relationships/slide" Target="/ppt/slides/slide6.xml" Id="Rbda6e1ac7b2c46ae"/><Relationship Type="http://schemas.openxmlformats.org/officeDocument/2006/relationships/notesMaster" Target="/ppt/notesMasters/notesMaster1.xml" Id="R5d5a4106594a41f6"/></Relationships>
</file>

<file path=ppt/notesSlides/_rels/notesSlide7.xml.rels><?xml version='1.0' encoding='UTF-8' standalone='yes'?>
<Relationships xmlns="http://schemas.openxmlformats.org/package/2006/relationships"><Relationship Type="http://schemas.openxmlformats.org/officeDocument/2006/relationships/slide" Target="/ppt/slides/slide7.xml" Id="R61e278c11d4942bd"/><Relationship Type="http://schemas.openxmlformats.org/officeDocument/2006/relationships/notesMaster" Target="/ppt/notesMasters/notesMaster1.xml" Id="Rff57bec505ca4681"/></Relationships>
</file>

<file path=ppt/notesSlides/_rels/notesSlide8.xml.rels><?xml version='1.0' encoding='UTF-8' standalone='yes'?>
<Relationships xmlns="http://schemas.openxmlformats.org/package/2006/relationships"><Relationship Type="http://schemas.openxmlformats.org/officeDocument/2006/relationships/slide" Target="/ppt/slides/slide8.xml" Id="R546824e1ab2d41ad"/><Relationship Type="http://schemas.openxmlformats.org/officeDocument/2006/relationships/notesMaster" Target="/ppt/notesMasters/notesMaster1.xml" Id="Re0ac2bfd14634eea"/></Relationships>
</file>

<file path=ppt/notesSlides/_rels/notesSlide9.xml.rels><?xml version='1.0' encoding='UTF-8' standalone='yes'?>
<Relationships xmlns="http://schemas.openxmlformats.org/package/2006/relationships"><Relationship Type="http://schemas.openxmlformats.org/officeDocument/2006/relationships/slide" Target="/ppt/slides/slide9.xml" Id="R747d76a1667841c0"/><Relationship Type="http://schemas.openxmlformats.org/officeDocument/2006/relationships/notesMaster" Target="/ppt/notesMasters/notesMaster1.xml" Id="R088518efb5454581"/></Relationships>
</file>

<file path=ppt/notesSlides/_rels/notesSlide10.xml.rels><?xml version='1.0' encoding='UTF-8' standalone='yes'?>
<Relationships xmlns="http://schemas.openxmlformats.org/package/2006/relationships"><Relationship Type="http://schemas.openxmlformats.org/officeDocument/2006/relationships/slide" Target="/ppt/slides/slide10.xml" Id="R25f3810c59694757"/><Relationship Type="http://schemas.openxmlformats.org/officeDocument/2006/relationships/notesMaster" Target="/ppt/notesMasters/notesMaster1.xml" Id="R38f4a62e950549cf"/></Relationships>
</file>

<file path=ppt/notesSlides/_rels/notesSlide11.xml.rels><?xml version='1.0' encoding='UTF-8' standalone='yes'?>
<Relationships xmlns="http://schemas.openxmlformats.org/package/2006/relationships"><Relationship Type="http://schemas.openxmlformats.org/officeDocument/2006/relationships/slide" Target="/ppt/slides/slide11.xml" Id="Rd801055198264b66"/><Relationship Type="http://schemas.openxmlformats.org/officeDocument/2006/relationships/notesMaster" Target="/ppt/notesMasters/notesMaster1.xml" Id="Redf2aef2aa1140f6"/></Relationships>
</file>

<file path=ppt/notesSlides/_rels/notesSlide12.xml.rels><?xml version='1.0' encoding='UTF-8' standalone='yes'?>
<Relationships xmlns="http://schemas.openxmlformats.org/package/2006/relationships"><Relationship Type="http://schemas.openxmlformats.org/officeDocument/2006/relationships/slide" Target="/ppt/slides/slide12.xml" Id="R1854201ff25642f9"/><Relationship Type="http://schemas.openxmlformats.org/officeDocument/2006/relationships/notesMaster" Target="/ppt/notesMasters/notesMaster1.xml" Id="R45543259506c45a5"/></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RSHE-BUILD-A2-W06 · Year A · Week beginning 7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Title and big question: 0 minutes.</a:t>
            </a:r>
          </a:p>
          <a:p xmlns:a="http://schemas.openxmlformats.org/drawingml/2006/main">
            <a:r>
              <a:t>Teacher: Read the question and careers statement without asking for a personal example.</a:t>
            </a:r>
          </a:p>
          <a:p xmlns:a="http://schemas.openxmlformats.org/drawingml/2006/main">
            <a:r>
              <a:t>First and then: First choose a helper. Then show the request and next step.</a:t>
            </a:r>
          </a:p>
          <a:p xmlns:a="http://schemas.openxmlformats.org/drawingml/2006/main">
            <a:r>
              <a:t>Routes: Supported: choose two adult-role cards from the fictional setting, select a request for A, and choose another adult for B or C. Read aloud and record each prompt. Independent: build the route, compose a clear request about A, and explain the next step when the first adult is away or has not helped. Aspire: retain the route, request and follow-up choice. Adapt the request to an aid and explain the difference between an everyday follow-up and urgent help for F.</a:t>
            </a:r>
          </a:p>
          <a:p xmlns:a="http://schemas.openxmlformats.org/drawingml/2006/main">
            <a:r>
              <a:t>Evidence: A fictional help-route map, a help request and a follow-up choice, with prompts recorded.</a:t>
            </a:r>
          </a:p>
          <a:p xmlns:a="http://schemas.openxmlformats.org/drawingml/2006/main">
            <a:r>
              <a:t>Careers: This helps me raise a concern and find support in learning or work.</a:t>
            </a:r>
          </a:p>
          <a:p xmlns:a="http://schemas.openxmlformats.org/drawingml/2006/main">
            <a:r>
              <a:t>Source: owner_orders/BUILD_RSHE_Autumn2_YearA_outline; revision approved-2026-10-26.</a:t>
            </a:r>
          </a:p>
          <a:p xmlns:a="http://schemas.openxmlformats.org/drawingml/2006/main">
            <a:r>
              <a:t>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RSHE-BUILD-A2-W06 · Year A · Week beginning 7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Arrival and regulation: 3 minutes.</a:t>
            </a:r>
          </a:p>
          <a:p xmlns:a="http://schemas.openxmlformats.org/drawingml/2006/main">
            <a:r>
              <a:t>Teacher: Offer a pause, pass, time or an aid. Use only fictional cases.</a:t>
            </a:r>
          </a:p>
          <a:p xmlns:a="http://schemas.openxmlformats.org/drawingml/2006/main">
            <a:r>
              <a:t>First and then: First choose a helper. Then show the request and next step.</a:t>
            </a:r>
          </a:p>
          <a:p xmlns:a="http://schemas.openxmlformats.org/drawingml/2006/main">
            <a:r>
              <a:t>Routes: Supported: choose two adult-role cards from the fictional setting, select a request for A, and choose another adult for B or C. Read aloud and record each prompt. Independent: build the route, compose a clear request about A, and explain the next step when the first adult is away or has not helped. Aspire: retain the route, request and follow-up choice. Adapt the request to an aid and explain the difference between an everyday follow-up and urgent help for F.</a:t>
            </a:r>
          </a:p>
          <a:p xmlns:a="http://schemas.openxmlformats.org/drawingml/2006/main">
            <a:r>
              <a:t>Evidence: A fictional help-route map, a help request and a follow-up choice, with prompts recorded.</a:t>
            </a:r>
          </a:p>
          <a:p xmlns:a="http://schemas.openxmlformats.org/drawingml/2006/main">
            <a:r>
              <a:t>Careers: This helps me raise a concern and find support in learning or work.</a:t>
            </a:r>
          </a:p>
          <a:p xmlns:a="http://schemas.openxmlformats.org/drawingml/2006/main">
            <a:r>
              <a:t>Source: owner_orders/BUILD_RSHE_Autumn2_YearA_outline; revision approved-2026-10-26.</a:t>
            </a:r>
          </a:p>
          <a:p xmlns:a="http://schemas.openxmlformats.org/drawingml/2006/main">
            <a:r>
              <a:t>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RSHE-BUILD-A2-W06 · Year A · Week beginning 7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Starter: 3 minutes.</a:t>
            </a:r>
          </a:p>
          <a:p xmlns:a="http://schemas.openxmlformats.org/drawingml/2006/main">
            <a:r>
              <a:t>Teacher: Read the caption. The story supplies the facts; do not infer trust or permission from a face.</a:t>
            </a:r>
          </a:p>
          <a:p xmlns:a="http://schemas.openxmlformats.org/drawingml/2006/main">
            <a:r>
              <a:t>First and then: First choose a helper. Then show the request and next step.</a:t>
            </a:r>
          </a:p>
          <a:p xmlns:a="http://schemas.openxmlformats.org/drawingml/2006/main">
            <a:r>
              <a:t>Routes: Supported: choose two adult-role cards from the fictional setting, select a request for A, and choose another adult for B or C. Read aloud and record each prompt. Independent: build the route, compose a clear request about A, and explain the next step when the first adult is away or has not helped. Aspire: retain the route, request and follow-up choice. Adapt the request to an aid and explain the difference between an everyday follow-up and urgent help for F.</a:t>
            </a:r>
          </a:p>
          <a:p xmlns:a="http://schemas.openxmlformats.org/drawingml/2006/main">
            <a:r>
              <a:t>Evidence: A fictional help-route map, a help request and a follow-up choice, with prompts recorded.</a:t>
            </a:r>
          </a:p>
          <a:p xmlns:a="http://schemas.openxmlformats.org/drawingml/2006/main">
            <a:r>
              <a:t>Careers: This helps me raise a concern and find support in learning or work.</a:t>
            </a:r>
          </a:p>
          <a:p xmlns:a="http://schemas.openxmlformats.org/drawingml/2006/main">
            <a:r>
              <a:t>Source: owner_orders/BUILD_RSHE_Autumn2_YearA_outline; revision approved-2026-10-26.</a:t>
            </a:r>
          </a:p>
          <a:p xmlns:a="http://schemas.openxmlformats.org/drawingml/2006/main">
            <a:r>
              <a:t>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a:p xmlns:a="http://schemas.openxmlformats.org/drawingml/2006/main">
            <a:r>
              <a:t>Visual: A fictional unnamed young person talks with an adult across a table. The written case defines the helping role. The image does not prove that a person is safe or that a worry has been resolved.</a:t>
            </a:r>
          </a:p>
          <a:p xmlns:a="http://schemas.openxmlformats.org/drawingml/2006/main">
            <a:r>
              <a:t>Asset: ../../assets/a_request_for_help.jpg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RSHE-BUILD-A2-W06 · Year A · Week beginning 7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Today: 0 minutes.</a:t>
            </a:r>
          </a:p>
          <a:p xmlns:a="http://schemas.openxmlformats.org/drawingml/2006/main">
            <a:r>
              <a:t>Teacher: Read the objective and three success checks.</a:t>
            </a:r>
          </a:p>
          <a:p xmlns:a="http://schemas.openxmlformats.org/drawingml/2006/main">
            <a:r>
              <a:t>First and then: First choose a helper. Then show the request and next step.</a:t>
            </a:r>
          </a:p>
          <a:p xmlns:a="http://schemas.openxmlformats.org/drawingml/2006/main">
            <a:r>
              <a:t>Routes: Supported: choose two adult-role cards from the fictional setting, select a request for A, and choose another adult for B or C. Read aloud and record each prompt. Independent: build the route, compose a clear request about A, and explain the next step when the first adult is away or has not helped. Aspire: retain the route, request and follow-up choice. Adapt the request to an aid and explain the difference between an everyday follow-up and urgent help for F.</a:t>
            </a:r>
          </a:p>
          <a:p xmlns:a="http://schemas.openxmlformats.org/drawingml/2006/main">
            <a:r>
              <a:t>Evidence: A fictional help-route map, a help request and a follow-up choice, with prompts recorded.</a:t>
            </a:r>
          </a:p>
          <a:p xmlns:a="http://schemas.openxmlformats.org/drawingml/2006/main">
            <a:r>
              <a:t>Careers: This helps me raise a concern and find support in learning or work.</a:t>
            </a:r>
          </a:p>
          <a:p xmlns:a="http://schemas.openxmlformats.org/drawingml/2006/main">
            <a:r>
              <a:t>Source: owner_orders/BUILD_RSHE_Autumn2_YearA_outline; revision approved-2026-10-26.</a:t>
            </a:r>
          </a:p>
          <a:p xmlns:a="http://schemas.openxmlformats.org/drawingml/2006/main">
            <a:r>
              <a:t>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RSHE-BUILD-A2-W06 · Year A · Week beginning 7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I Do: 5 minutes.</a:t>
            </a:r>
          </a:p>
          <a:p xmlns:a="http://schemas.openxmlformats.org/drawingml/2006/main">
            <a:r>
              <a:t>Teacher: Model on a separate adult set. Keep a map or ordered record showing two generic helping-adult roles in the fictional setting. Keep the request about A, including the worry and help sought, in the learner’s chosen mode. Record a follow-up choice for B or C and all prompts. Record what is still missing. A list of adults without a request or follow-up does not meet the full evidence line.</a:t>
            </a:r>
          </a:p>
          <a:p xmlns:a="http://schemas.openxmlformats.org/drawingml/2006/main">
            <a:r>
              <a:t>First and then: First choose a helper. Then show the request and next step.</a:t>
            </a:r>
          </a:p>
          <a:p xmlns:a="http://schemas.openxmlformats.org/drawingml/2006/main">
            <a:r>
              <a:t>Routes: Supported: choose two adult-role cards from the fictional setting, select a request for A, and choose another adult for B or C. Read aloud and record each prompt. Independent: build the route, compose a clear request about A, and explain the next step when the first adult is away or has not helped. Aspire: retain the route, request and follow-up choice. Adapt the request to an aid and explain the difference between an everyday follow-up and urgent help for F.</a:t>
            </a:r>
          </a:p>
          <a:p xmlns:a="http://schemas.openxmlformats.org/drawingml/2006/main">
            <a:r>
              <a:t>Evidence: A fictional help-route map, a help request and a follow-up choice, with prompts recorded.</a:t>
            </a:r>
          </a:p>
          <a:p xmlns:a="http://schemas.openxmlformats.org/drawingml/2006/main">
            <a:r>
              <a:t>Careers: This helps me raise a concern and find support in learning or work.</a:t>
            </a:r>
          </a:p>
          <a:p xmlns:a="http://schemas.openxmlformats.org/drawingml/2006/main">
            <a:r>
              <a:t>Source: owner_orders/BUILD_RSHE_Autumn2_YearA_outline; revision approved-2026-10-26.</a:t>
            </a:r>
          </a:p>
          <a:p xmlns:a="http://schemas.openxmlformats.org/drawingml/2006/main">
            <a:r>
              <a:t>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RSHE-BUILD-A2-W06 · Year A · Week beginning 7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We Do: 5 minutes.</a:t>
            </a:r>
          </a:p>
          <a:p xmlns:a="http://schemas.openxmlformats.org/drawingml/2006/main">
            <a:r>
              <a:t>Teacher: C uses the second adult route. The person can use speech, a note, signs or an aid; polished words and eye contact are not conditions for help. If the first adult is unavailable, does not listen or the worry remains unresolved, tell another trusted adult. Reteach with the two role cards. If danger is immediate, seek urgent help now and follow the emergency response procedure.</a:t>
            </a:r>
          </a:p>
          <a:p xmlns:a="http://schemas.openxmlformats.org/drawingml/2006/main">
            <a:r>
              <a:t>First and then: First choose a helper. Then show the request and next step.</a:t>
            </a:r>
          </a:p>
          <a:p xmlns:a="http://schemas.openxmlformats.org/drawingml/2006/main">
            <a:r>
              <a:t>Routes: Supported: choose two adult-role cards from the fictional setting, select a request for A, and choose another adult for B or C. Read aloud and record each prompt. Independent: build the route, compose a clear request about A, and explain the next step when the first adult is away or has not helped. Aspire: retain the route, request and follow-up choice. Adapt the request to an aid and explain the difference between an everyday follow-up and urgent help for F.</a:t>
            </a:r>
          </a:p>
          <a:p xmlns:a="http://schemas.openxmlformats.org/drawingml/2006/main">
            <a:r>
              <a:t>Evidence: A fictional help-route map, a help request and a follow-up choice, with prompts recorded.</a:t>
            </a:r>
          </a:p>
          <a:p xmlns:a="http://schemas.openxmlformats.org/drawingml/2006/main">
            <a:r>
              <a:t>Careers: This helps me raise a concern and find support in learning or work.</a:t>
            </a:r>
          </a:p>
          <a:p xmlns:a="http://schemas.openxmlformats.org/drawingml/2006/main">
            <a:r>
              <a:t>Source: owner_orders/BUILD_RSHE_Autumn2_YearA_outline; revision approved-2026-10-26.</a:t>
            </a:r>
          </a:p>
          <a:p xmlns:a="http://schemas.openxmlformats.org/drawingml/2006/main">
            <a:r>
              <a:t>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RSHE-BUILD-A2-W06 · Year A · Week beginning 7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You Do practice: 12 minutes.</a:t>
            </a:r>
          </a:p>
          <a:p xmlns:a="http://schemas.openxmlformats.org/drawingml/2006/main">
            <a:r>
              <a:t>Teacher: Use four minutes to make a help route for A: choose a tutor and a duty adult as the second route. Use five minutes to form or select a request that identifies the hidden work and asks for help. Use three minutes to draw B or C and select the next adult. D offers a non-speaking route. All responses remain about the fictional young person.</a:t>
            </a:r>
          </a:p>
          <a:p xmlns:a="http://schemas.openxmlformats.org/drawingml/2006/main">
            <a:r>
              <a:t>First and then: First choose a helper. Then show the request and next step.</a:t>
            </a:r>
          </a:p>
          <a:p xmlns:a="http://schemas.openxmlformats.org/drawingml/2006/main">
            <a:r>
              <a:t>Routes: Supported: choose two adult-role cards from the fictional setting, select a request for A, and choose another adult for B or C. Read aloud and record each prompt. Independent: build the route, compose a clear request about A, and explain the next step when the first adult is away or has not helped. Aspire: retain the route, request and follow-up choice. Adapt the request to an aid and explain the difference between an everyday follow-up and urgent help for F.</a:t>
            </a:r>
          </a:p>
          <a:p xmlns:a="http://schemas.openxmlformats.org/drawingml/2006/main">
            <a:r>
              <a:t>Evidence: A fictional help-route map, a help request and a follow-up choice, with prompts recorded.</a:t>
            </a:r>
          </a:p>
          <a:p xmlns:a="http://schemas.openxmlformats.org/drawingml/2006/main">
            <a:r>
              <a:t>Careers: This helps me raise a concern and find support in learning or work.</a:t>
            </a:r>
          </a:p>
          <a:p xmlns:a="http://schemas.openxmlformats.org/drawingml/2006/main">
            <a:r>
              <a:t>Source: owner_orders/BUILD_RSHE_Autumn2_YearA_outline; revision approved-2026-10-26.</a:t>
            </a:r>
          </a:p>
          <a:p xmlns:a="http://schemas.openxmlformats.org/drawingml/2006/main">
            <a:r>
              <a:t>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RSHE-BUILD-A2-W06 · Year A · Week beginning 7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You Do evidence: 6 minutes.</a:t>
            </a:r>
          </a:p>
          <a:p xmlns:a="http://schemas.openxmlformats.org/drawingml/2006/main">
            <a:r>
              <a:t>Teacher: Keep a map or ordered record showing two generic helping-adult roles in the fictional setting. Keep the request about A, including the worry and help sought, in the learner’s chosen mode. Record a follow-up choice for B or C and all prompts. Record what is still missing. A list of adults without a request or follow-up does not meet the full evidence line.</a:t>
            </a:r>
          </a:p>
          <a:p xmlns:a="http://schemas.openxmlformats.org/drawingml/2006/main">
            <a:r>
              <a:t>First and then: First choose a helper. Then show the request and next step.</a:t>
            </a:r>
          </a:p>
          <a:p xmlns:a="http://schemas.openxmlformats.org/drawingml/2006/main">
            <a:r>
              <a:t>Routes: Supported: choose two adult-role cards from the fictional setting, select a request for A, and choose another adult for B or C. Read aloud and record each prompt. Independent: build the route, compose a clear request about A, and explain the next step when the first adult is away or has not helped. Aspire: retain the route, request and follow-up choice. Adapt the request to an aid and explain the difference between an everyday follow-up and urgent help for F.</a:t>
            </a:r>
          </a:p>
          <a:p xmlns:a="http://schemas.openxmlformats.org/drawingml/2006/main">
            <a:r>
              <a:t>Evidence: A fictional help-route map, a help request and a follow-up choice, with prompts recorded.</a:t>
            </a:r>
          </a:p>
          <a:p xmlns:a="http://schemas.openxmlformats.org/drawingml/2006/main">
            <a:r>
              <a:t>Careers: This helps me raise a concern and find support in learning or work.</a:t>
            </a:r>
          </a:p>
          <a:p xmlns:a="http://schemas.openxmlformats.org/drawingml/2006/main">
            <a:r>
              <a:t>Source: owner_orders/BUILD_RSHE_Autumn2_YearA_outline; revision approved-2026-10-26.</a:t>
            </a:r>
          </a:p>
          <a:p xmlns:a="http://schemas.openxmlformats.org/drawingml/2006/main">
            <a:r>
              <a:t>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RSHE-BUILD-A2-W06 · Year A · Week beginning 7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Tidy and evidence check: 4 minutes.</a:t>
            </a:r>
          </a:p>
          <a:p xmlns:a="http://schemas.openxmlformats.org/drawingml/2006/main">
            <a:r>
              <a:t>Teacher: Check the case reference, actual responses and support. Do not fill gaps with the model.</a:t>
            </a:r>
          </a:p>
          <a:p xmlns:a="http://schemas.openxmlformats.org/drawingml/2006/main">
            <a:r>
              <a:t>First and then: First choose a helper. Then show the request and next step.</a:t>
            </a:r>
          </a:p>
          <a:p xmlns:a="http://schemas.openxmlformats.org/drawingml/2006/main">
            <a:r>
              <a:t>Routes: Supported: choose two adult-role cards from the fictional setting, select a request for A, and choose another adult for B or C. Read aloud and record each prompt. Independent: build the route, compose a clear request about A, and explain the next step when the first adult is away or has not helped. Aspire: retain the route, request and follow-up choice. Adapt the request to an aid and explain the difference between an everyday follow-up and urgent help for F.</a:t>
            </a:r>
          </a:p>
          <a:p xmlns:a="http://schemas.openxmlformats.org/drawingml/2006/main">
            <a:r>
              <a:t>Evidence: A fictional help-route map, a help request and a follow-up choice, with prompts recorded.</a:t>
            </a:r>
          </a:p>
          <a:p xmlns:a="http://schemas.openxmlformats.org/drawingml/2006/main">
            <a:r>
              <a:t>Careers: This helps me raise a concern and find support in learning or work.</a:t>
            </a:r>
          </a:p>
          <a:p xmlns:a="http://schemas.openxmlformats.org/drawingml/2006/main">
            <a:r>
              <a:t>Source: owner_orders/BUILD_RSHE_Autumn2_YearA_outline; revision approved-2026-10-26.</a:t>
            </a:r>
          </a:p>
          <a:p xmlns:a="http://schemas.openxmlformats.org/drawingml/2006/main">
            <a:r>
              <a:t>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RSHE-BUILD-A2-W06 · Year A · Week beginning 7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Exit ticket: 2 minutes.</a:t>
            </a:r>
          </a:p>
          <a:p xmlns:a="http://schemas.openxmlformats.org/drawingml/2006/main">
            <a:r>
              <a:t>Teacher: Accept speech, point, drawing, writing or an aid. Keep the response about the fictional person.</a:t>
            </a:r>
          </a:p>
          <a:p xmlns:a="http://schemas.openxmlformats.org/drawingml/2006/main">
            <a:r>
              <a:t>First and then: First choose a helper. Then show the request and next step.</a:t>
            </a:r>
          </a:p>
          <a:p xmlns:a="http://schemas.openxmlformats.org/drawingml/2006/main">
            <a:r>
              <a:t>Routes: Supported: choose two adult-role cards from the fictional setting, select a request for A, and choose another adult for B or C. Read aloud and record each prompt. Independent: build the route, compose a clear request about A, and explain the next step when the first adult is away or has not helped. Aspire: retain the route, request and follow-up choice. Adapt the request to an aid and explain the difference between an everyday follow-up and urgent help for F.</a:t>
            </a:r>
          </a:p>
          <a:p xmlns:a="http://schemas.openxmlformats.org/drawingml/2006/main">
            <a:r>
              <a:t>Evidence: A fictional help-route map, a help request and a follow-up choice, with prompts recorded.</a:t>
            </a:r>
          </a:p>
          <a:p xmlns:a="http://schemas.openxmlformats.org/drawingml/2006/main">
            <a:r>
              <a:t>Careers: This helps me raise a concern and find support in learning or work.</a:t>
            </a:r>
          </a:p>
          <a:p xmlns:a="http://schemas.openxmlformats.org/drawingml/2006/main">
            <a:r>
              <a:t>Source: owner_orders/BUILD_RSHE_Autumn2_YearA_outline; revision approved-2026-10-26.</a:t>
            </a:r>
          </a:p>
          <a:p xmlns:a="http://schemas.openxmlformats.org/drawingml/2006/main">
            <a:r>
              <a:t>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RSHE-BUILD-A2-W06 · Year A · Week beginning 7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Vocabulary: 0 minutes.</a:t>
            </a:r>
          </a:p>
          <a:p xmlns:a="http://schemas.openxmlformats.org/drawingml/2006/main">
            <a:r>
              <a:t>Teacher: Keep the word mat available. Explain each word in the story.</a:t>
            </a:r>
          </a:p>
          <a:p xmlns:a="http://schemas.openxmlformats.org/drawingml/2006/main">
            <a:r>
              <a:t>First and then: First choose a helper. Then show the request and next step.</a:t>
            </a:r>
          </a:p>
          <a:p xmlns:a="http://schemas.openxmlformats.org/drawingml/2006/main">
            <a:r>
              <a:t>Routes: Supported: choose two adult-role cards from the fictional setting, select a request for A, and choose another adult for B or C. Read aloud and record each prompt. Independent: build the route, compose a clear request about A, and explain the next step when the first adult is away or has not helped. Aspire: retain the route, request and follow-up choice. Adapt the request to an aid and explain the difference between an everyday follow-up and urgent help for F.</a:t>
            </a:r>
          </a:p>
          <a:p xmlns:a="http://schemas.openxmlformats.org/drawingml/2006/main">
            <a:r>
              <a:t>Evidence: A fictional help-route map, a help request and a follow-up choice, with prompts recorded.</a:t>
            </a:r>
          </a:p>
          <a:p xmlns:a="http://schemas.openxmlformats.org/drawingml/2006/main">
            <a:r>
              <a:t>Careers: This helps me raise a concern and find support in learning or work.</a:t>
            </a:r>
          </a:p>
          <a:p xmlns:a="http://schemas.openxmlformats.org/drawingml/2006/main">
            <a:r>
              <a:t>Source: owner_orders/BUILD_RSHE_Autumn2_YearA_outline; revision approved-2026-10-26.</a:t>
            </a:r>
          </a:p>
          <a:p xmlns:a="http://schemas.openxmlformats.org/drawingml/2006/main">
            <a:r>
              <a:t>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RSHE-BUILD-A2-W06 · Year A · Week beginning 7 December 2026</a:t>
            </a:r>
          </a:p>
          <a:p xmlns:a="http://schemas.openxmlformats.org/drawingml/2006/main">
            <a:r>
              <a:t>Term theme: Identity &amp; Belonging</a:t>
            </a:r>
          </a:p>
          <a:p xmlns:a="http://schemas.openxmlformats.org/drawingml/2006/main">
            <a:r>
              <a:t>Thread tags: SMSC S/M/So (C: none); British Values IL/MR (D/RL/T: none).</a:t>
            </a:r>
          </a:p>
          <a:p xmlns:a="http://schemas.openxmlformats.org/drawingml/2006/main">
            <a:r>
              <a:t>Staff brief: 0 minutes.</a:t>
            </a:r>
          </a:p>
          <a:p xmlns:a="http://schemas.openxmlformats.org/drawingml/2006/main">
            <a:r>
              <a:t>Teacher: 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a:p xmlns:a="http://schemas.openxmlformats.org/drawingml/2006/main">
            <a:r>
              <a:t>First and then: First choose a helper. Then show the request and next step.</a:t>
            </a:r>
          </a:p>
          <a:p xmlns:a="http://schemas.openxmlformats.org/drawingml/2006/main">
            <a:r>
              <a:t>Routes: Supported: choose two adult-role cards from the fictional setting, select a request for A, and choose another adult for B or C. Read aloud and record each prompt. Independent: build the route, compose a clear request about A, and explain the next step when the first adult is away or has not helped. Aspire: retain the route, request and follow-up choice. Adapt the request to an aid and explain the difference between an everyday follow-up and urgent help for F.</a:t>
            </a:r>
          </a:p>
          <a:p xmlns:a="http://schemas.openxmlformats.org/drawingml/2006/main">
            <a:r>
              <a:t>Evidence: A fictional help-route map, a help request and a follow-up choice, with prompts recorded.</a:t>
            </a:r>
          </a:p>
          <a:p xmlns:a="http://schemas.openxmlformats.org/drawingml/2006/main">
            <a:r>
              <a:t>Careers: This helps me raise a concern and find support in learning or work.</a:t>
            </a:r>
          </a:p>
          <a:p xmlns:a="http://schemas.openxmlformats.org/drawingml/2006/main">
            <a:r>
              <a:t>Source: owner_orders/BUILD_RSHE_Autumn2_YearA_outline; revision approved-2026-10-26.</a:t>
            </a:r>
          </a:p>
          <a:p xmlns:a="http://schemas.openxmlformats.org/drawingml/2006/main">
            <a:r>
              <a:t>All teaching prompts concern fictional young people. Never ask about a learner’s own body, family or experiences. No touching, personal role-play or real-life comparisons are required. An adult may narrate both fictional parts while the learner chooses or explains a response. Respect a pass, pause or use of an aid without asking why. If a real concern arises, listen calmly and follow the setting’s safeguarding procedure promptly. Do not promise secrecy or use a disclosure as lesson evidence. Safety is the adult’s responsibility; a child is never to blame for another person’s harmful act.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Type="http://schemas.openxmlformats.org/officeDocument/2006/relationships/slideMaster" Target="/ppt/slideMasters/slideMaster1.xml" Id="Rb6bd7f1e18ad4f2c"/></Relationships>
</file>

<file path=ppt/slideLayouts/_rels/slideLayout2.xml.rels><?xml version='1.0' encoding='UTF-8' standalone='yes'?>
<Relationships xmlns="http://schemas.openxmlformats.org/package/2006/relationships"><Relationship Type="http://schemas.openxmlformats.org/officeDocument/2006/relationships/slideMaster" Target="/ppt/slideMasters/slideMaster1.xml" Id="Rb9c1d2dd9b224b3c"/></Relationships>
</file>

<file path=ppt/slideLayouts/_rels/slideLayout3.xml.rels><?xml version='1.0' encoding='UTF-8' standalone='yes'?>
<Relationships xmlns="http://schemas.openxmlformats.org/package/2006/relationships"><Relationship Type="http://schemas.openxmlformats.org/officeDocument/2006/relationships/slideMaster" Target="/ppt/slideMasters/slideMaster1.xml" Id="Rbae343f0a8b84e1c"/></Relationships>
</file>

<file path=ppt/slideLayouts/_rels/slideLayout4.xml.rels><?xml version='1.0' encoding='UTF-8' standalone='yes'?>
<Relationships xmlns="http://schemas.openxmlformats.org/package/2006/relationships"><Relationship Type="http://schemas.openxmlformats.org/officeDocument/2006/relationships/slideMaster" Target="/ppt/slideMasters/slideMaster1.xml" Id="R057992e8c5cd4956"/></Relationships>
</file>

<file path=ppt/slideLayouts/_rels/slideLayout5.xml.rels><?xml version='1.0' encoding='UTF-8' standalone='yes'?>
<Relationships xmlns="http://schemas.openxmlformats.org/package/2006/relationships"><Relationship Type="http://schemas.openxmlformats.org/officeDocument/2006/relationships/slideMaster" Target="/ppt/slideMasters/slideMaster1.xml" Id="R8ceddedb11bf436d"/></Relationships>
</file>

<file path=ppt/slideLayouts/_rels/slideLayout6.xml.rels><?xml version='1.0' encoding='UTF-8' standalone='yes'?>
<Relationships xmlns="http://schemas.openxmlformats.org/package/2006/relationships"><Relationship Type="http://schemas.openxmlformats.org/officeDocument/2006/relationships/slideMaster" Target="/ppt/slideMasters/slideMaster1.xml" Id="R99d110bfc3794c44"/></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97F803-DEEC-43CA-A5E2-5BC22B8B986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Arial"/>
                <a:ea typeface="Arial"/>
                <a:cs typeface="Arial"/>
              </a:defRPr>
            </a:defPPr>
            <a:lvl1pPr marL="0" indent="0" algn="ctr">
              <a:lnSpc>
                <a:spcPct val="110000"/>
              </a:lnSpc>
              <a:spcBef>
                <a:spcPts val="0"/>
              </a:spcBef>
              <a:spcAft>
                <a:spcPts val="0"/>
              </a:spcAft>
              <a:buNone/>
              <a:defRPr sz="4800" b="1">
                <a:solidFill>
                  <a:schemeClr val="tx1"/>
                </a:solidFill>
                <a:latin typeface="Arial"/>
                <a:ea typeface="Arial"/>
                <a:cs typeface="Arial"/>
              </a:defRPr>
            </a:lvl1pPr>
            <a:lvl2pPr marL="0" indent="0" algn="ctr">
              <a:lnSpc>
                <a:spcPct val="110000"/>
              </a:lnSpc>
              <a:spcBef>
                <a:spcPts val="0"/>
              </a:spcBef>
              <a:spcAft>
                <a:spcPts val="0"/>
              </a:spcAft>
              <a:buNone/>
              <a:defRPr sz="4800" b="1">
                <a:solidFill>
                  <a:schemeClr val="tx1"/>
                </a:solidFill>
                <a:latin typeface="Arial"/>
                <a:ea typeface="Arial"/>
                <a:cs typeface="Arial"/>
              </a:defRPr>
            </a:lvl2pPr>
            <a:lvl3pPr marL="0" indent="0" algn="ctr">
              <a:lnSpc>
                <a:spcPct val="110000"/>
              </a:lnSpc>
              <a:spcBef>
                <a:spcPts val="0"/>
              </a:spcBef>
              <a:spcAft>
                <a:spcPts val="0"/>
              </a:spcAft>
              <a:buNone/>
              <a:defRPr sz="4800" b="1">
                <a:solidFill>
                  <a:schemeClr val="tx1"/>
                </a:solidFill>
                <a:latin typeface="Arial"/>
                <a:ea typeface="Arial"/>
                <a:cs typeface="Arial"/>
              </a:defRPr>
            </a:lvl3pPr>
            <a:lvl4pPr marL="0" indent="0" algn="ctr">
              <a:lnSpc>
                <a:spcPct val="110000"/>
              </a:lnSpc>
              <a:spcBef>
                <a:spcPts val="0"/>
              </a:spcBef>
              <a:spcAft>
                <a:spcPts val="0"/>
              </a:spcAft>
              <a:buNone/>
              <a:defRPr sz="4800" b="1">
                <a:solidFill>
                  <a:schemeClr val="tx1"/>
                </a:solidFill>
                <a:latin typeface="Arial"/>
                <a:ea typeface="Arial"/>
                <a:cs typeface="Arial"/>
              </a:defRPr>
            </a:lvl4pPr>
            <a:lvl5pPr marL="0" indent="0" algn="ctr">
              <a:lnSpc>
                <a:spcPct val="110000"/>
              </a:lnSpc>
              <a:spcBef>
                <a:spcPts val="0"/>
              </a:spcBef>
              <a:spcAft>
                <a:spcPts val="0"/>
              </a:spcAft>
              <a:buNone/>
              <a:defRPr sz="4800" b="1">
                <a:solidFill>
                  <a:schemeClr val="tx1"/>
                </a:solidFill>
                <a:latin typeface="Arial"/>
                <a:ea typeface="Arial"/>
                <a:cs typeface="Arial"/>
              </a:defRPr>
            </a:lvl5pPr>
            <a:lvl6pPr marL="0" indent="0" algn="ctr">
              <a:lnSpc>
                <a:spcPct val="110000"/>
              </a:lnSpc>
              <a:spcBef>
                <a:spcPts val="0"/>
              </a:spcBef>
              <a:spcAft>
                <a:spcPts val="0"/>
              </a:spcAft>
              <a:buNone/>
              <a:defRPr sz="4800" b="1">
                <a:solidFill>
                  <a:schemeClr val="tx1"/>
                </a:solidFill>
                <a:latin typeface="Arial"/>
                <a:ea typeface="Arial"/>
                <a:cs typeface="Arial"/>
              </a:defRPr>
            </a:lvl6pPr>
            <a:lvl7pPr marL="0" indent="0" algn="ctr">
              <a:lnSpc>
                <a:spcPct val="110000"/>
              </a:lnSpc>
              <a:spcBef>
                <a:spcPts val="0"/>
              </a:spcBef>
              <a:spcAft>
                <a:spcPts val="0"/>
              </a:spcAft>
              <a:buNone/>
              <a:defRPr sz="4800" b="1">
                <a:solidFill>
                  <a:schemeClr val="tx1"/>
                </a:solidFill>
                <a:latin typeface="Arial"/>
                <a:ea typeface="Arial"/>
                <a:cs typeface="Arial"/>
              </a:defRPr>
            </a:lvl7pPr>
            <a:lvl8pPr marL="0" indent="0" algn="ctr">
              <a:lnSpc>
                <a:spcPct val="110000"/>
              </a:lnSpc>
              <a:spcBef>
                <a:spcPts val="0"/>
              </a:spcBef>
              <a:spcAft>
                <a:spcPts val="0"/>
              </a:spcAft>
              <a:buNone/>
              <a:defRPr sz="4800" b="1">
                <a:solidFill>
                  <a:schemeClr val="tx1"/>
                </a:solidFill>
                <a:latin typeface="Arial"/>
                <a:ea typeface="Arial"/>
                <a:cs typeface="Arial"/>
              </a:defRPr>
            </a:lvl8pPr>
            <a:lvl9pPr marL="0" indent="0" algn="ctr">
              <a:lnSpc>
                <a:spcPct val="110000"/>
              </a:lnSpc>
              <a:spcBef>
                <a:spcPts val="0"/>
              </a:spcBef>
              <a:spcAft>
                <a:spcPts val="0"/>
              </a:spcAft>
              <a:buNone/>
              <a:defRPr sz="4800" b="1">
                <a:solidFill>
                  <a:schemeClr val="tx1"/>
                </a:solidFill>
                <a:latin typeface="Arial"/>
                <a:ea typeface="Arial"/>
                <a:cs typeface="Arial"/>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F6CE16B-3214-426C-9E08-EEDDFC8B694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Arial"/>
                <a:ea typeface="Arial"/>
                <a:cs typeface="Arial"/>
              </a:defRPr>
            </a:defPPr>
            <a:lvl1pPr marL="0" indent="0" algn="ctr">
              <a:lnSpc>
                <a:spcPct val="110000"/>
              </a:lnSpc>
              <a:spcBef>
                <a:spcPts val="0"/>
              </a:spcBef>
              <a:spcAft>
                <a:spcPts val="0"/>
              </a:spcAft>
              <a:buNone/>
              <a:defRPr sz="2100" b="0">
                <a:solidFill>
                  <a:schemeClr val="tx1"/>
                </a:solidFill>
                <a:latin typeface="Arial"/>
                <a:ea typeface="Arial"/>
                <a:cs typeface="Arial"/>
              </a:defRPr>
            </a:lvl1pPr>
            <a:lvl2pPr marL="0" indent="0" algn="ctr">
              <a:lnSpc>
                <a:spcPct val="110000"/>
              </a:lnSpc>
              <a:spcBef>
                <a:spcPts val="0"/>
              </a:spcBef>
              <a:spcAft>
                <a:spcPts val="0"/>
              </a:spcAft>
              <a:buNone/>
              <a:defRPr sz="2100" b="0">
                <a:solidFill>
                  <a:schemeClr val="tx1"/>
                </a:solidFill>
                <a:latin typeface="Arial"/>
                <a:ea typeface="Arial"/>
                <a:cs typeface="Arial"/>
              </a:defRPr>
            </a:lvl2pPr>
            <a:lvl3pPr marL="0" indent="0" algn="ctr">
              <a:lnSpc>
                <a:spcPct val="110000"/>
              </a:lnSpc>
              <a:spcBef>
                <a:spcPts val="0"/>
              </a:spcBef>
              <a:spcAft>
                <a:spcPts val="0"/>
              </a:spcAft>
              <a:buNone/>
              <a:defRPr sz="2100" b="0">
                <a:solidFill>
                  <a:schemeClr val="tx1"/>
                </a:solidFill>
                <a:latin typeface="Arial"/>
                <a:ea typeface="Arial"/>
                <a:cs typeface="Arial"/>
              </a:defRPr>
            </a:lvl3pPr>
            <a:lvl4pPr marL="0" indent="0" algn="ctr">
              <a:lnSpc>
                <a:spcPct val="110000"/>
              </a:lnSpc>
              <a:spcBef>
                <a:spcPts val="0"/>
              </a:spcBef>
              <a:spcAft>
                <a:spcPts val="0"/>
              </a:spcAft>
              <a:buNone/>
              <a:defRPr sz="2100" b="0">
                <a:solidFill>
                  <a:schemeClr val="tx1"/>
                </a:solidFill>
                <a:latin typeface="Arial"/>
                <a:ea typeface="Arial"/>
                <a:cs typeface="Arial"/>
              </a:defRPr>
            </a:lvl4pPr>
            <a:lvl5pPr marL="0" indent="0" algn="ctr">
              <a:lnSpc>
                <a:spcPct val="110000"/>
              </a:lnSpc>
              <a:spcBef>
                <a:spcPts val="0"/>
              </a:spcBef>
              <a:spcAft>
                <a:spcPts val="0"/>
              </a:spcAft>
              <a:buNone/>
              <a:defRPr sz="2100" b="0">
                <a:solidFill>
                  <a:schemeClr val="tx1"/>
                </a:solidFill>
                <a:latin typeface="Arial"/>
                <a:ea typeface="Arial"/>
                <a:cs typeface="Arial"/>
              </a:defRPr>
            </a:lvl5pPr>
            <a:lvl6pPr marL="0" indent="0" algn="ctr">
              <a:lnSpc>
                <a:spcPct val="110000"/>
              </a:lnSpc>
              <a:spcBef>
                <a:spcPts val="0"/>
              </a:spcBef>
              <a:spcAft>
                <a:spcPts val="0"/>
              </a:spcAft>
              <a:buNone/>
              <a:defRPr sz="2100" b="0">
                <a:solidFill>
                  <a:schemeClr val="tx1"/>
                </a:solidFill>
                <a:latin typeface="Arial"/>
                <a:ea typeface="Arial"/>
                <a:cs typeface="Arial"/>
              </a:defRPr>
            </a:lvl6pPr>
            <a:lvl7pPr marL="0" indent="0" algn="ctr">
              <a:lnSpc>
                <a:spcPct val="110000"/>
              </a:lnSpc>
              <a:spcBef>
                <a:spcPts val="0"/>
              </a:spcBef>
              <a:spcAft>
                <a:spcPts val="0"/>
              </a:spcAft>
              <a:buNone/>
              <a:defRPr sz="2100" b="0">
                <a:solidFill>
                  <a:schemeClr val="tx1"/>
                </a:solidFill>
                <a:latin typeface="Arial"/>
                <a:ea typeface="Arial"/>
                <a:cs typeface="Arial"/>
              </a:defRPr>
            </a:lvl7pPr>
            <a:lvl8pPr marL="0" indent="0" algn="ctr">
              <a:lnSpc>
                <a:spcPct val="110000"/>
              </a:lnSpc>
              <a:spcBef>
                <a:spcPts val="0"/>
              </a:spcBef>
              <a:spcAft>
                <a:spcPts val="0"/>
              </a:spcAft>
              <a:buNone/>
              <a:defRPr sz="2100" b="0">
                <a:solidFill>
                  <a:schemeClr val="tx1"/>
                </a:solidFill>
                <a:latin typeface="Arial"/>
                <a:ea typeface="Arial"/>
                <a:cs typeface="Arial"/>
              </a:defRPr>
            </a:lvl8pPr>
            <a:lvl9pPr marL="0" indent="0" algn="ctr">
              <a:lnSpc>
                <a:spcPct val="110000"/>
              </a:lnSpc>
              <a:spcBef>
                <a:spcPts val="0"/>
              </a:spcBef>
              <a:spcAft>
                <a:spcPts val="0"/>
              </a:spcAft>
              <a:buNone/>
              <a:defRPr sz="2100" b="0">
                <a:solidFill>
                  <a:schemeClr val="tx1"/>
                </a:solidFill>
                <a:latin typeface="Arial"/>
                <a:ea typeface="Arial"/>
                <a:cs typeface="Arial"/>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21A1369-C2BF-482F-AFB7-6600F6B209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Arial"/>
                <a:ea typeface="Arial"/>
                <a:cs typeface="Arial"/>
              </a:defRPr>
            </a:defPPr>
            <a:lvl1pPr marL="0" indent="0" algn="ctr">
              <a:lnSpc>
                <a:spcPct val="110000"/>
              </a:lnSpc>
              <a:spcBef>
                <a:spcPts val="0"/>
              </a:spcBef>
              <a:spcAft>
                <a:spcPts val="0"/>
              </a:spcAft>
              <a:buNone/>
              <a:defRPr sz="4200" b="1">
                <a:solidFill>
                  <a:schemeClr val="tx1"/>
                </a:solidFill>
                <a:latin typeface="Arial"/>
                <a:ea typeface="Arial"/>
                <a:cs typeface="Arial"/>
              </a:defRPr>
            </a:lvl1pPr>
            <a:lvl2pPr marL="0" indent="0" algn="ctr">
              <a:lnSpc>
                <a:spcPct val="110000"/>
              </a:lnSpc>
              <a:spcBef>
                <a:spcPts val="0"/>
              </a:spcBef>
              <a:spcAft>
                <a:spcPts val="0"/>
              </a:spcAft>
              <a:buNone/>
              <a:defRPr sz="4200" b="1">
                <a:solidFill>
                  <a:schemeClr val="tx1"/>
                </a:solidFill>
                <a:latin typeface="Arial"/>
                <a:ea typeface="Arial"/>
                <a:cs typeface="Arial"/>
              </a:defRPr>
            </a:lvl2pPr>
            <a:lvl3pPr marL="0" indent="0" algn="ctr">
              <a:lnSpc>
                <a:spcPct val="110000"/>
              </a:lnSpc>
              <a:spcBef>
                <a:spcPts val="0"/>
              </a:spcBef>
              <a:spcAft>
                <a:spcPts val="0"/>
              </a:spcAft>
              <a:buNone/>
              <a:defRPr sz="4200" b="1">
                <a:solidFill>
                  <a:schemeClr val="tx1"/>
                </a:solidFill>
                <a:latin typeface="Arial"/>
                <a:ea typeface="Arial"/>
                <a:cs typeface="Arial"/>
              </a:defRPr>
            </a:lvl3pPr>
            <a:lvl4pPr marL="0" indent="0" algn="ctr">
              <a:lnSpc>
                <a:spcPct val="110000"/>
              </a:lnSpc>
              <a:spcBef>
                <a:spcPts val="0"/>
              </a:spcBef>
              <a:spcAft>
                <a:spcPts val="0"/>
              </a:spcAft>
              <a:buNone/>
              <a:defRPr sz="4200" b="1">
                <a:solidFill>
                  <a:schemeClr val="tx1"/>
                </a:solidFill>
                <a:latin typeface="Arial"/>
                <a:ea typeface="Arial"/>
                <a:cs typeface="Arial"/>
              </a:defRPr>
            </a:lvl4pPr>
            <a:lvl5pPr marL="0" indent="0" algn="ctr">
              <a:lnSpc>
                <a:spcPct val="110000"/>
              </a:lnSpc>
              <a:spcBef>
                <a:spcPts val="0"/>
              </a:spcBef>
              <a:spcAft>
                <a:spcPts val="0"/>
              </a:spcAft>
              <a:buNone/>
              <a:defRPr sz="4200" b="1">
                <a:solidFill>
                  <a:schemeClr val="tx1"/>
                </a:solidFill>
                <a:latin typeface="Arial"/>
                <a:ea typeface="Arial"/>
                <a:cs typeface="Arial"/>
              </a:defRPr>
            </a:lvl5pPr>
            <a:lvl6pPr marL="0" indent="0" algn="ctr">
              <a:lnSpc>
                <a:spcPct val="110000"/>
              </a:lnSpc>
              <a:spcBef>
                <a:spcPts val="0"/>
              </a:spcBef>
              <a:spcAft>
                <a:spcPts val="0"/>
              </a:spcAft>
              <a:buNone/>
              <a:defRPr sz="4200" b="1">
                <a:solidFill>
                  <a:schemeClr val="tx1"/>
                </a:solidFill>
                <a:latin typeface="Arial"/>
                <a:ea typeface="Arial"/>
                <a:cs typeface="Arial"/>
              </a:defRPr>
            </a:lvl6pPr>
            <a:lvl7pPr marL="0" indent="0" algn="ctr">
              <a:lnSpc>
                <a:spcPct val="110000"/>
              </a:lnSpc>
              <a:spcBef>
                <a:spcPts val="0"/>
              </a:spcBef>
              <a:spcAft>
                <a:spcPts val="0"/>
              </a:spcAft>
              <a:buNone/>
              <a:defRPr sz="4200" b="1">
                <a:solidFill>
                  <a:schemeClr val="tx1"/>
                </a:solidFill>
                <a:latin typeface="Arial"/>
                <a:ea typeface="Arial"/>
                <a:cs typeface="Arial"/>
              </a:defRPr>
            </a:lvl7pPr>
            <a:lvl8pPr marL="0" indent="0" algn="ctr">
              <a:lnSpc>
                <a:spcPct val="110000"/>
              </a:lnSpc>
              <a:spcBef>
                <a:spcPts val="0"/>
              </a:spcBef>
              <a:spcAft>
                <a:spcPts val="0"/>
              </a:spcAft>
              <a:buNone/>
              <a:defRPr sz="4200" b="1">
                <a:solidFill>
                  <a:schemeClr val="tx1"/>
                </a:solidFill>
                <a:latin typeface="Arial"/>
                <a:ea typeface="Arial"/>
                <a:cs typeface="Arial"/>
              </a:defRPr>
            </a:lvl8pPr>
            <a:lvl9pPr marL="0" indent="0" algn="ctr">
              <a:lnSpc>
                <a:spcPct val="110000"/>
              </a:lnSpc>
              <a:spcBef>
                <a:spcPts val="0"/>
              </a:spcBef>
              <a:spcAft>
                <a:spcPts val="0"/>
              </a:spcAft>
              <a:buNone/>
              <a:defRPr sz="4200" b="1">
                <a:solidFill>
                  <a:schemeClr val="tx1"/>
                </a:solidFill>
                <a:latin typeface="Arial"/>
                <a:ea typeface="Arial"/>
                <a:cs typeface="Arial"/>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53B8F1F-0C21-4D89-9AA0-7FC120957C0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40A3C49-7B2D-4FF2-BFD5-2E8F3F3FD65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D19B6FF-36F5-4292-9FAB-D404CD0E301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F0CC938-0B77-488A-B095-995EDA0A301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832CFE4-C8A9-4518-9235-758C4667C16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Arial"/>
                <a:ea typeface="Arial"/>
                <a:cs typeface="Arial"/>
              </a:defRPr>
            </a:defPPr>
            <a:lvl1pPr marL="228600" indent="-228600" algn="l">
              <a:lnSpc>
                <a:spcPct val="110000"/>
              </a:lnSpc>
              <a:spcBef>
                <a:spcPts val="0"/>
              </a:spcBef>
              <a:spcAft>
                <a:spcPts val="1200"/>
              </a:spcAft>
              <a:buChar char="•"/>
              <a:defRPr sz="2100" b="0">
                <a:solidFill>
                  <a:schemeClr val="tx1"/>
                </a:solidFill>
                <a:latin typeface="Arial"/>
                <a:ea typeface="Arial"/>
                <a:cs typeface="Arial"/>
              </a:defRPr>
            </a:lvl1pPr>
            <a:lvl2pPr marL="533400" indent="-228600" algn="l">
              <a:lnSpc>
                <a:spcPct val="110000"/>
              </a:lnSpc>
              <a:spcBef>
                <a:spcPts val="0"/>
              </a:spcBef>
              <a:spcAft>
                <a:spcPts val="1200"/>
              </a:spcAft>
              <a:buChar char="•"/>
              <a:defRPr sz="2100" b="0">
                <a:solidFill>
                  <a:schemeClr val="tx1"/>
                </a:solidFill>
                <a:latin typeface="Arial"/>
                <a:ea typeface="Arial"/>
                <a:cs typeface="Arial"/>
              </a:defRPr>
            </a:lvl2pPr>
            <a:lvl3pPr marL="838200" indent="-228600" algn="l">
              <a:lnSpc>
                <a:spcPct val="110000"/>
              </a:lnSpc>
              <a:spcBef>
                <a:spcPts val="0"/>
              </a:spcBef>
              <a:spcAft>
                <a:spcPts val="1200"/>
              </a:spcAft>
              <a:buChar char="•"/>
              <a:defRPr sz="2100" b="0">
                <a:solidFill>
                  <a:schemeClr val="tx1"/>
                </a:solidFill>
                <a:latin typeface="Arial"/>
                <a:ea typeface="Arial"/>
                <a:cs typeface="Arial"/>
              </a:defRPr>
            </a:lvl3pPr>
            <a:lvl4pPr marL="1143000" indent="-228600" algn="l">
              <a:lnSpc>
                <a:spcPct val="110000"/>
              </a:lnSpc>
              <a:spcBef>
                <a:spcPts val="0"/>
              </a:spcBef>
              <a:spcAft>
                <a:spcPts val="1200"/>
              </a:spcAft>
              <a:buChar char="•"/>
              <a:defRPr sz="2100" b="0">
                <a:solidFill>
                  <a:schemeClr val="tx1"/>
                </a:solidFill>
                <a:latin typeface="Arial"/>
                <a:ea typeface="Arial"/>
                <a:cs typeface="Arial"/>
              </a:defRPr>
            </a:lvl4pPr>
            <a:lvl5pPr marL="1447800" indent="-228600" algn="l">
              <a:lnSpc>
                <a:spcPct val="110000"/>
              </a:lnSpc>
              <a:spcBef>
                <a:spcPts val="0"/>
              </a:spcBef>
              <a:spcAft>
                <a:spcPts val="1200"/>
              </a:spcAft>
              <a:buChar char="•"/>
              <a:defRPr sz="2100" b="0">
                <a:solidFill>
                  <a:schemeClr val="tx1"/>
                </a:solidFill>
                <a:latin typeface="Arial"/>
                <a:ea typeface="Arial"/>
                <a:cs typeface="Arial"/>
              </a:defRPr>
            </a:lvl5pPr>
            <a:lvl6pPr marL="1752600" indent="-228600" algn="l">
              <a:lnSpc>
                <a:spcPct val="110000"/>
              </a:lnSpc>
              <a:spcBef>
                <a:spcPts val="0"/>
              </a:spcBef>
              <a:spcAft>
                <a:spcPts val="1200"/>
              </a:spcAft>
              <a:buChar char="•"/>
              <a:defRPr sz="2100" b="0">
                <a:solidFill>
                  <a:schemeClr val="tx1"/>
                </a:solidFill>
                <a:latin typeface="Arial"/>
                <a:ea typeface="Arial"/>
                <a:cs typeface="Arial"/>
              </a:defRPr>
            </a:lvl6pPr>
            <a:lvl7pPr marL="2057400" indent="-228600" algn="l">
              <a:lnSpc>
                <a:spcPct val="110000"/>
              </a:lnSpc>
              <a:spcBef>
                <a:spcPts val="0"/>
              </a:spcBef>
              <a:spcAft>
                <a:spcPts val="1200"/>
              </a:spcAft>
              <a:buChar char="•"/>
              <a:defRPr sz="2100" b="0">
                <a:solidFill>
                  <a:schemeClr val="tx1"/>
                </a:solidFill>
                <a:latin typeface="Arial"/>
                <a:ea typeface="Arial"/>
                <a:cs typeface="Arial"/>
              </a:defRPr>
            </a:lvl7pPr>
            <a:lvl8pPr marL="2362200" indent="-228600" algn="l">
              <a:lnSpc>
                <a:spcPct val="110000"/>
              </a:lnSpc>
              <a:spcBef>
                <a:spcPts val="0"/>
              </a:spcBef>
              <a:spcAft>
                <a:spcPts val="1200"/>
              </a:spcAft>
              <a:buChar char="•"/>
              <a:defRPr sz="2100" b="0">
                <a:solidFill>
                  <a:schemeClr val="tx1"/>
                </a:solidFill>
                <a:latin typeface="Arial"/>
                <a:ea typeface="Arial"/>
                <a:cs typeface="Arial"/>
              </a:defRPr>
            </a:lvl8pPr>
            <a:lvl9pPr marL="2667000" indent="-228600" algn="l">
              <a:lnSpc>
                <a:spcPct val="110000"/>
              </a:lnSpc>
              <a:spcBef>
                <a:spcPts val="0"/>
              </a:spcBef>
              <a:spcAft>
                <a:spcPts val="1200"/>
              </a:spcAft>
              <a:buChar char="•"/>
              <a:defRPr sz="2100" b="0">
                <a:solidFill>
                  <a:schemeClr val="tx1"/>
                </a:solidFill>
                <a:latin typeface="Arial"/>
                <a:ea typeface="Arial"/>
                <a:cs typeface="Arial"/>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456DCB1-8188-4B3A-9144-B492CA0B55A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Arial"/>
                <a:ea typeface="Arial"/>
                <a:cs typeface="Arial"/>
              </a:defRPr>
            </a:defPPr>
            <a:lvl1pPr marL="0" indent="0" algn="l">
              <a:lnSpc>
                <a:spcPct val="110000"/>
              </a:lnSpc>
              <a:spcBef>
                <a:spcPts val="0"/>
              </a:spcBef>
              <a:spcAft>
                <a:spcPts val="0"/>
              </a:spcAft>
              <a:buNone/>
              <a:defRPr sz="3300" b="1">
                <a:solidFill>
                  <a:schemeClr val="tx1"/>
                </a:solidFill>
                <a:latin typeface="Arial"/>
                <a:ea typeface="Arial"/>
                <a:cs typeface="Arial"/>
              </a:defRPr>
            </a:lvl1pPr>
            <a:lvl2pPr marL="0" indent="0" algn="l">
              <a:lnSpc>
                <a:spcPct val="110000"/>
              </a:lnSpc>
              <a:spcBef>
                <a:spcPts val="0"/>
              </a:spcBef>
              <a:spcAft>
                <a:spcPts val="0"/>
              </a:spcAft>
              <a:buNone/>
              <a:defRPr sz="3300" b="1">
                <a:solidFill>
                  <a:schemeClr val="tx1"/>
                </a:solidFill>
                <a:latin typeface="Arial"/>
                <a:ea typeface="Arial"/>
                <a:cs typeface="Arial"/>
              </a:defRPr>
            </a:lvl2pPr>
            <a:lvl3pPr marL="0" indent="0" algn="l">
              <a:lnSpc>
                <a:spcPct val="110000"/>
              </a:lnSpc>
              <a:spcBef>
                <a:spcPts val="0"/>
              </a:spcBef>
              <a:spcAft>
                <a:spcPts val="0"/>
              </a:spcAft>
              <a:buNone/>
              <a:defRPr sz="3300" b="1">
                <a:solidFill>
                  <a:schemeClr val="tx1"/>
                </a:solidFill>
                <a:latin typeface="Arial"/>
                <a:ea typeface="Arial"/>
                <a:cs typeface="Arial"/>
              </a:defRPr>
            </a:lvl3pPr>
            <a:lvl4pPr marL="0" indent="0" algn="l">
              <a:lnSpc>
                <a:spcPct val="110000"/>
              </a:lnSpc>
              <a:spcBef>
                <a:spcPts val="0"/>
              </a:spcBef>
              <a:spcAft>
                <a:spcPts val="0"/>
              </a:spcAft>
              <a:buNone/>
              <a:defRPr sz="3300" b="1">
                <a:solidFill>
                  <a:schemeClr val="tx1"/>
                </a:solidFill>
                <a:latin typeface="Arial"/>
                <a:ea typeface="Arial"/>
                <a:cs typeface="Arial"/>
              </a:defRPr>
            </a:lvl4pPr>
            <a:lvl5pPr marL="0" indent="0" algn="l">
              <a:lnSpc>
                <a:spcPct val="110000"/>
              </a:lnSpc>
              <a:spcBef>
                <a:spcPts val="0"/>
              </a:spcBef>
              <a:spcAft>
                <a:spcPts val="0"/>
              </a:spcAft>
              <a:buNone/>
              <a:defRPr sz="3300" b="1">
                <a:solidFill>
                  <a:schemeClr val="tx1"/>
                </a:solidFill>
                <a:latin typeface="Arial"/>
                <a:ea typeface="Arial"/>
                <a:cs typeface="Arial"/>
              </a:defRPr>
            </a:lvl5pPr>
            <a:lvl6pPr marL="0" indent="0" algn="l">
              <a:lnSpc>
                <a:spcPct val="110000"/>
              </a:lnSpc>
              <a:spcBef>
                <a:spcPts val="0"/>
              </a:spcBef>
              <a:spcAft>
                <a:spcPts val="0"/>
              </a:spcAft>
              <a:buNone/>
              <a:defRPr sz="3300" b="1">
                <a:solidFill>
                  <a:schemeClr val="tx1"/>
                </a:solidFill>
                <a:latin typeface="Arial"/>
                <a:ea typeface="Arial"/>
                <a:cs typeface="Arial"/>
              </a:defRPr>
            </a:lvl6pPr>
            <a:lvl7pPr marL="0" indent="0" algn="l">
              <a:lnSpc>
                <a:spcPct val="110000"/>
              </a:lnSpc>
              <a:spcBef>
                <a:spcPts val="0"/>
              </a:spcBef>
              <a:spcAft>
                <a:spcPts val="0"/>
              </a:spcAft>
              <a:buNone/>
              <a:defRPr sz="3300" b="1">
                <a:solidFill>
                  <a:schemeClr val="tx1"/>
                </a:solidFill>
                <a:latin typeface="Arial"/>
                <a:ea typeface="Arial"/>
                <a:cs typeface="Arial"/>
              </a:defRPr>
            </a:lvl7pPr>
            <a:lvl8pPr marL="0" indent="0" algn="l">
              <a:lnSpc>
                <a:spcPct val="110000"/>
              </a:lnSpc>
              <a:spcBef>
                <a:spcPts val="0"/>
              </a:spcBef>
              <a:spcAft>
                <a:spcPts val="0"/>
              </a:spcAft>
              <a:buNone/>
              <a:defRPr sz="3300" b="1">
                <a:solidFill>
                  <a:schemeClr val="tx1"/>
                </a:solidFill>
                <a:latin typeface="Arial"/>
                <a:ea typeface="Arial"/>
                <a:cs typeface="Arial"/>
              </a:defRPr>
            </a:lvl8pPr>
            <a:lvl9pPr marL="0" indent="0" algn="l">
              <a:lnSpc>
                <a:spcPct val="110000"/>
              </a:lnSpc>
              <a:spcBef>
                <a:spcPts val="0"/>
              </a:spcBef>
              <a:spcAft>
                <a:spcPts val="0"/>
              </a:spcAft>
              <a:buNone/>
              <a:defRPr sz="3300" b="1">
                <a:solidFill>
                  <a:schemeClr val="tx1"/>
                </a:solidFill>
                <a:latin typeface="Arial"/>
                <a:ea typeface="Arial"/>
                <a:cs typeface="Arial"/>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323B529-5BDC-4D03-A6E7-0375064ADE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Arial"/>
                <a:ea typeface="Arial"/>
                <a:cs typeface="Arial"/>
              </a:defRPr>
            </a:defPPr>
            <a:lvl1pPr marL="228600" indent="-228600" algn="l">
              <a:lnSpc>
                <a:spcPct val="110000"/>
              </a:lnSpc>
              <a:spcBef>
                <a:spcPts val="0"/>
              </a:spcBef>
              <a:spcAft>
                <a:spcPts val="1200"/>
              </a:spcAft>
              <a:buChar char="•"/>
              <a:defRPr sz="2250" b="0">
                <a:solidFill>
                  <a:schemeClr val="tx1"/>
                </a:solidFill>
                <a:latin typeface="Arial"/>
                <a:ea typeface="Arial"/>
                <a:cs typeface="Arial"/>
              </a:defRPr>
            </a:lvl1pPr>
            <a:lvl2pPr marL="533400" indent="-228600" algn="l">
              <a:lnSpc>
                <a:spcPct val="110000"/>
              </a:lnSpc>
              <a:spcBef>
                <a:spcPts val="0"/>
              </a:spcBef>
              <a:spcAft>
                <a:spcPts val="1200"/>
              </a:spcAft>
              <a:buChar char="•"/>
              <a:defRPr sz="2250" b="0">
                <a:solidFill>
                  <a:schemeClr val="tx1"/>
                </a:solidFill>
                <a:latin typeface="Arial"/>
                <a:ea typeface="Arial"/>
                <a:cs typeface="Arial"/>
              </a:defRPr>
            </a:lvl2pPr>
            <a:lvl3pPr marL="838200" indent="-228600" algn="l">
              <a:lnSpc>
                <a:spcPct val="110000"/>
              </a:lnSpc>
              <a:spcBef>
                <a:spcPts val="0"/>
              </a:spcBef>
              <a:spcAft>
                <a:spcPts val="1200"/>
              </a:spcAft>
              <a:buChar char="•"/>
              <a:defRPr sz="2250" b="0">
                <a:solidFill>
                  <a:schemeClr val="tx1"/>
                </a:solidFill>
                <a:latin typeface="Arial"/>
                <a:ea typeface="Arial"/>
                <a:cs typeface="Arial"/>
              </a:defRPr>
            </a:lvl3pPr>
            <a:lvl4pPr marL="1143000" indent="-228600" algn="l">
              <a:lnSpc>
                <a:spcPct val="110000"/>
              </a:lnSpc>
              <a:spcBef>
                <a:spcPts val="0"/>
              </a:spcBef>
              <a:spcAft>
                <a:spcPts val="1200"/>
              </a:spcAft>
              <a:buChar char="•"/>
              <a:defRPr sz="2250" b="0">
                <a:solidFill>
                  <a:schemeClr val="tx1"/>
                </a:solidFill>
                <a:latin typeface="Arial"/>
                <a:ea typeface="Arial"/>
                <a:cs typeface="Arial"/>
              </a:defRPr>
            </a:lvl4pPr>
            <a:lvl5pPr marL="1447800" indent="-228600" algn="l">
              <a:lnSpc>
                <a:spcPct val="110000"/>
              </a:lnSpc>
              <a:spcBef>
                <a:spcPts val="0"/>
              </a:spcBef>
              <a:spcAft>
                <a:spcPts val="1200"/>
              </a:spcAft>
              <a:buChar char="•"/>
              <a:defRPr sz="2250" b="0">
                <a:solidFill>
                  <a:schemeClr val="tx1"/>
                </a:solidFill>
                <a:latin typeface="Arial"/>
                <a:ea typeface="Arial"/>
                <a:cs typeface="Arial"/>
              </a:defRPr>
            </a:lvl5pPr>
            <a:lvl6pPr marL="1752600" indent="-228600" algn="l">
              <a:lnSpc>
                <a:spcPct val="110000"/>
              </a:lnSpc>
              <a:spcBef>
                <a:spcPts val="0"/>
              </a:spcBef>
              <a:spcAft>
                <a:spcPts val="1200"/>
              </a:spcAft>
              <a:buChar char="•"/>
              <a:defRPr sz="2250" b="0">
                <a:solidFill>
                  <a:schemeClr val="tx1"/>
                </a:solidFill>
                <a:latin typeface="Arial"/>
                <a:ea typeface="Arial"/>
                <a:cs typeface="Arial"/>
              </a:defRPr>
            </a:lvl6pPr>
            <a:lvl7pPr marL="2057400" indent="-228600" algn="l">
              <a:lnSpc>
                <a:spcPct val="110000"/>
              </a:lnSpc>
              <a:spcBef>
                <a:spcPts val="0"/>
              </a:spcBef>
              <a:spcAft>
                <a:spcPts val="1200"/>
              </a:spcAft>
              <a:buChar char="•"/>
              <a:defRPr sz="2250" b="0">
                <a:solidFill>
                  <a:schemeClr val="tx1"/>
                </a:solidFill>
                <a:latin typeface="Arial"/>
                <a:ea typeface="Arial"/>
                <a:cs typeface="Arial"/>
              </a:defRPr>
            </a:lvl7pPr>
            <a:lvl8pPr marL="2362200" indent="-228600" algn="l">
              <a:lnSpc>
                <a:spcPct val="110000"/>
              </a:lnSpc>
              <a:spcBef>
                <a:spcPts val="0"/>
              </a:spcBef>
              <a:spcAft>
                <a:spcPts val="1200"/>
              </a:spcAft>
              <a:buChar char="•"/>
              <a:defRPr sz="2250" b="0">
                <a:solidFill>
                  <a:schemeClr val="tx1"/>
                </a:solidFill>
                <a:latin typeface="Arial"/>
                <a:ea typeface="Arial"/>
                <a:cs typeface="Arial"/>
              </a:defRPr>
            </a:lvl8pPr>
            <a:lvl9pPr marL="2667000" indent="-228600" algn="l">
              <a:lnSpc>
                <a:spcPct val="110000"/>
              </a:lnSpc>
              <a:spcBef>
                <a:spcPts val="0"/>
              </a:spcBef>
              <a:spcAft>
                <a:spcPts val="1200"/>
              </a:spcAft>
              <a:buChar char="•"/>
              <a:defRPr sz="2250" b="0">
                <a:solidFill>
                  <a:schemeClr val="tx1"/>
                </a:solidFill>
                <a:latin typeface="Arial"/>
                <a:ea typeface="Arial"/>
                <a:cs typeface="Arial"/>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Type="http://schemas.openxmlformats.org/officeDocument/2006/relationships/theme" Target="/ppt/slideMasters/theme/theme2.xml" Id="R0ea060fcdf3c4729"/><Relationship Type="http://schemas.openxmlformats.org/officeDocument/2006/relationships/slideLayout" Target="/ppt/slideLayouts/slideLayout1.xml" Id="R37e1f9151826440f"/><Relationship Type="http://schemas.openxmlformats.org/officeDocument/2006/relationships/slideLayout" Target="/ppt/slideLayouts/slideLayout2.xml" Id="R93fcae6995214b06"/><Relationship Type="http://schemas.openxmlformats.org/officeDocument/2006/relationships/slideLayout" Target="/ppt/slideLayouts/slideLayout3.xml" Id="Ra6c8b01d06164387"/><Relationship Type="http://schemas.openxmlformats.org/officeDocument/2006/relationships/slideLayout" Target="/ppt/slideLayouts/slideLayout4.xml" Id="Rbfd1404bea0243bf"/><Relationship Type="http://schemas.openxmlformats.org/officeDocument/2006/relationships/slideLayout" Target="/ppt/slideLayouts/slideLayout5.xml" Id="R31e37c698caf4446"/><Relationship Type="http://schemas.openxmlformats.org/officeDocument/2006/relationships/slideLayout" Target="/ppt/slideLayouts/slideLayout6.xml" Id="R02179fe317b446ca"/></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7e1f9151826440f"/>
    <p:sldLayoutId xmlns:r="http://schemas.openxmlformats.org/officeDocument/2006/relationships" id="2147483650" r:id="R93fcae6995214b06"/>
    <p:sldLayoutId xmlns:r="http://schemas.openxmlformats.org/officeDocument/2006/relationships" id="2147483651" r:id="Ra6c8b01d06164387"/>
    <p:sldLayoutId xmlns:r="http://schemas.openxmlformats.org/officeDocument/2006/relationships" id="2147483652" r:id="Rbfd1404bea0243bf"/>
    <p:sldLayoutId xmlns:r="http://schemas.openxmlformats.org/officeDocument/2006/relationships" id="2147483653" r:id="R31e37c698caf4446"/>
    <p:sldLayoutId xmlns:r="http://schemas.openxmlformats.org/officeDocument/2006/relationships" id="2147483654" r:id="R02179fe317b446ca"/>
  </p:sldLayoutIdLst>
  <p:txStyles>
    <p:titleStyle>
      <a:lvl1pPr xmlns:a="http://schemas.openxmlformats.org/drawingml/2006/main" algn="l">
        <a:lnSpc>
          <a:spcPct val="90000"/>
        </a:lnSpc>
        <a:spcBef>
          <a:spcPts val="0"/>
        </a:spcBef>
        <a:buNone/>
        <a:defRPr sz="4400">
          <a:solidFill>
            <a:schemeClr val="tx1"/>
          </a:solidFill>
          <a:latin typeface="Arial"/>
          <a:ea typeface="Arial"/>
          <a:cs typeface="Arial"/>
        </a:defRPr>
      </a:lvl1pPr>
    </p:titleStyle>
    <p:bodyStyle>
      <a:lvl1pPr xmlns:a="http://schemas.openxmlformats.org/drawingml/2006/main" marL="228600" indent="-228600" algn="l">
        <a:lnSpc>
          <a:spcPct val="90000"/>
        </a:lnSpc>
        <a:spcBef>
          <a:spcPts val="1000"/>
        </a:spcBef>
        <a:buChar char="•"/>
        <a:defRPr sz="2800">
          <a:solidFill>
            <a:schemeClr val="tx1"/>
          </a:solidFill>
          <a:latin typeface="Arial"/>
          <a:ea typeface="Arial"/>
          <a:cs typeface="Arial"/>
        </a:defRPr>
      </a:lvl1pPr>
      <a:lvl2pPr xmlns:a="http://schemas.openxmlformats.org/drawingml/2006/main" marL="685800" indent="-228600" algn="l">
        <a:lnSpc>
          <a:spcPct val="90000"/>
        </a:lnSpc>
        <a:spcBef>
          <a:spcPts val="500"/>
        </a:spcBef>
        <a:buChar char="•"/>
        <a:defRPr sz="2400">
          <a:solidFill>
            <a:schemeClr val="tx1"/>
          </a:solidFill>
          <a:latin typeface="Arial"/>
          <a:ea typeface="Arial"/>
          <a:cs typeface="Arial"/>
        </a:defRPr>
      </a:lvl2pPr>
      <a:lvl3pPr xmlns:a="http://schemas.openxmlformats.org/drawingml/2006/main" marL="1143000" indent="-228600" algn="l">
        <a:lnSpc>
          <a:spcPct val="90000"/>
        </a:lnSpc>
        <a:spcBef>
          <a:spcPts val="500"/>
        </a:spcBef>
        <a:buChar char="•"/>
        <a:defRPr sz="2000">
          <a:solidFill>
            <a:schemeClr val="tx1"/>
          </a:solidFill>
          <a:latin typeface="Arial"/>
          <a:ea typeface="Arial"/>
          <a:cs typeface="Arial"/>
        </a:defRPr>
      </a:lvl3pPr>
      <a:lvl4pPr xmlns:a="http://schemas.openxmlformats.org/drawingml/2006/main" marL="1600200" indent="-228600" algn="l">
        <a:lnSpc>
          <a:spcPct val="90000"/>
        </a:lnSpc>
        <a:spcBef>
          <a:spcPts val="500"/>
        </a:spcBef>
        <a:buChar char="•"/>
        <a:defRPr sz="1800">
          <a:solidFill>
            <a:schemeClr val="tx1"/>
          </a:solidFill>
          <a:latin typeface="Arial"/>
          <a:ea typeface="Arial"/>
          <a:cs typeface="Arial"/>
        </a:defRPr>
      </a:lvl4pPr>
      <a:lvl5pPr xmlns:a="http://schemas.openxmlformats.org/drawingml/2006/main" marL="2057400" indent="-228600" algn="l">
        <a:lnSpc>
          <a:spcPct val="90000"/>
        </a:lnSpc>
        <a:spcBef>
          <a:spcPts val="500"/>
        </a:spcBef>
        <a:buChar char="•"/>
        <a:defRPr sz="1800">
          <a:solidFill>
            <a:schemeClr val="tx1"/>
          </a:solidFill>
          <a:latin typeface="Arial"/>
          <a:ea typeface="Arial"/>
          <a:cs typeface="Arial"/>
        </a:defRPr>
      </a:lvl5pPr>
      <a:lvl6pPr xmlns:a="http://schemas.openxmlformats.org/drawingml/2006/main" marL="2514600" indent="-228600" algn="l">
        <a:lnSpc>
          <a:spcPct val="90000"/>
        </a:lnSpc>
        <a:spcBef>
          <a:spcPts val="500"/>
        </a:spcBef>
        <a:buChar char="•"/>
        <a:defRPr sz="1800">
          <a:solidFill>
            <a:schemeClr val="tx1"/>
          </a:solidFill>
          <a:latin typeface="Arial"/>
          <a:ea typeface="Arial"/>
          <a:cs typeface="Arial"/>
        </a:defRPr>
      </a:lvl6pPr>
      <a:lvl7pPr xmlns:a="http://schemas.openxmlformats.org/drawingml/2006/main" marL="2971800" indent="-228600" algn="l">
        <a:lnSpc>
          <a:spcPct val="90000"/>
        </a:lnSpc>
        <a:spcBef>
          <a:spcPts val="500"/>
        </a:spcBef>
        <a:buChar char="•"/>
        <a:defRPr sz="1800">
          <a:solidFill>
            <a:schemeClr val="tx1"/>
          </a:solidFill>
          <a:latin typeface="Arial"/>
          <a:ea typeface="Arial"/>
          <a:cs typeface="Arial"/>
        </a:defRPr>
      </a:lvl7pPr>
      <a:lvl8pPr xmlns:a="http://schemas.openxmlformats.org/drawingml/2006/main" marL="3429000" indent="-228600" algn="l">
        <a:lnSpc>
          <a:spcPct val="90000"/>
        </a:lnSpc>
        <a:spcBef>
          <a:spcPts val="500"/>
        </a:spcBef>
        <a:buChar char="•"/>
        <a:defRPr sz="1800">
          <a:solidFill>
            <a:schemeClr val="tx1"/>
          </a:solidFill>
          <a:latin typeface="Arial"/>
          <a:ea typeface="Arial"/>
          <a:cs typeface="Arial"/>
        </a:defRPr>
      </a:lvl8pPr>
      <a:lvl9pPr xmlns:a="http://schemas.openxmlformats.org/drawingml/2006/main" marL="3886200" indent="-228600" algn="l">
        <a:lnSpc>
          <a:spcPct val="90000"/>
        </a:lnSpc>
        <a:spcBef>
          <a:spcPts val="500"/>
        </a:spcBef>
        <a:buChar char="•"/>
        <a:defRPr sz="1800">
          <a:solidFill>
            <a:schemeClr val="tx1"/>
          </a:solidFill>
          <a:latin typeface="Arial"/>
          <a:ea typeface="Arial"/>
          <a:cs typeface="Arial"/>
        </a:defRPr>
      </a:lvl9pPr>
    </p:bodyStyle>
    <p:otherStyle>
      <a:lvl1pPr xmlns:a="http://schemas.openxmlformats.org/drawingml/2006/main" marL="0" algn="l">
        <a:buNone/>
        <a:defRPr sz="1800">
          <a:solidFill>
            <a:schemeClr val="tx1"/>
          </a:solidFill>
          <a:latin typeface="Arial"/>
          <a:ea typeface="Arial"/>
          <a:cs typeface="Arial"/>
        </a:defRPr>
      </a:lvl1pPr>
      <a:lvl2pPr xmlns:a="http://schemas.openxmlformats.org/drawingml/2006/main" marL="457200" algn="l">
        <a:buNone/>
        <a:defRPr sz="1800">
          <a:solidFill>
            <a:schemeClr val="tx1"/>
          </a:solidFill>
          <a:latin typeface="Arial"/>
          <a:ea typeface="Arial"/>
          <a:cs typeface="Arial"/>
        </a:defRPr>
      </a:lvl2pPr>
      <a:lvl3pPr xmlns:a="http://schemas.openxmlformats.org/drawingml/2006/main" marL="914400" algn="l">
        <a:buNone/>
        <a:defRPr sz="1800">
          <a:solidFill>
            <a:schemeClr val="tx1"/>
          </a:solidFill>
          <a:latin typeface="Arial"/>
          <a:ea typeface="Arial"/>
          <a:cs typeface="Arial"/>
        </a:defRPr>
      </a:lvl3pPr>
      <a:lvl4pPr xmlns:a="http://schemas.openxmlformats.org/drawingml/2006/main" marL="1371600" algn="l">
        <a:buNone/>
        <a:defRPr sz="1800">
          <a:solidFill>
            <a:schemeClr val="tx1"/>
          </a:solidFill>
          <a:latin typeface="Arial"/>
          <a:ea typeface="Arial"/>
          <a:cs typeface="Arial"/>
        </a:defRPr>
      </a:lvl4pPr>
      <a:lvl5pPr xmlns:a="http://schemas.openxmlformats.org/drawingml/2006/main" marL="1828800" algn="l">
        <a:buNone/>
        <a:defRPr sz="1800">
          <a:solidFill>
            <a:schemeClr val="tx1"/>
          </a:solidFill>
          <a:latin typeface="Arial"/>
          <a:ea typeface="Arial"/>
          <a:cs typeface="Arial"/>
        </a:defRPr>
      </a:lvl5pPr>
      <a:lvl6pPr xmlns:a="http://schemas.openxmlformats.org/drawingml/2006/main" marL="2286000" algn="l">
        <a:buNone/>
        <a:defRPr sz="1800">
          <a:solidFill>
            <a:schemeClr val="tx1"/>
          </a:solidFill>
          <a:latin typeface="Arial"/>
          <a:ea typeface="Arial"/>
          <a:cs typeface="Arial"/>
        </a:defRPr>
      </a:lvl6pPr>
      <a:lvl7pPr xmlns:a="http://schemas.openxmlformats.org/drawingml/2006/main" marL="2743200" algn="l">
        <a:buNone/>
        <a:defRPr sz="1800">
          <a:solidFill>
            <a:schemeClr val="tx1"/>
          </a:solidFill>
          <a:latin typeface="Arial"/>
          <a:ea typeface="Arial"/>
          <a:cs typeface="Arial"/>
        </a:defRPr>
      </a:lvl7pPr>
      <a:lvl8pPr xmlns:a="http://schemas.openxmlformats.org/drawingml/2006/main" marL="3200400" algn="l">
        <a:buNone/>
        <a:defRPr sz="1800">
          <a:solidFill>
            <a:schemeClr val="tx1"/>
          </a:solidFill>
          <a:latin typeface="Arial"/>
          <a:ea typeface="Arial"/>
          <a:cs typeface="Arial"/>
        </a:defRPr>
      </a:lvl8pPr>
      <a:lvl9pPr xmlns:a="http://schemas.openxmlformats.org/drawingml/2006/main" marL="3657600" algn="l">
        <a:buNone/>
        <a:defRPr sz="1800">
          <a:solidFill>
            <a:schemeClr val="tx1"/>
          </a:solidFill>
          <a:latin typeface="Arial"/>
          <a:ea typeface="Arial"/>
          <a:cs typeface="Arial"/>
        </a:defRPr>
      </a:lvl9pPr>
    </p:otherStyle>
  </p:txStyles>
</p:sldMaster>
</file>

<file path=ppt/slideMasters/theme/theme2.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Type="http://schemas.openxmlformats.org/officeDocument/2006/relationships/slideLayout" Target="/ppt/slideLayouts/slideLayout6.xml" Id="R43c08b398f1f43db"/><Relationship Type="http://schemas.openxmlformats.org/officeDocument/2006/relationships/notesSlide" Target="/ppt/notesSlides/notesSlide1.xml" Id="R2ab4c44366cb4905"/></Relationships>
</file>

<file path=ppt/slides/_rels/slide2.xml.rels><?xml version='1.0' encoding='UTF-8' standalone='yes'?>
<Relationships xmlns="http://schemas.openxmlformats.org/package/2006/relationships"><Relationship Type="http://schemas.openxmlformats.org/officeDocument/2006/relationships/slideLayout" Target="/ppt/slideLayouts/slideLayout6.xml" Id="R1a9b705497e14aa7"/><Relationship Type="http://schemas.openxmlformats.org/officeDocument/2006/relationships/notesSlide" Target="/ppt/notesSlides/notesSlide2.xml" Id="R04261bcba76d43e5"/></Relationships>
</file>

<file path=ppt/slides/_rels/slide3.xml.rels><?xml version='1.0' encoding='UTF-8' standalone='yes'?>
<Relationships xmlns="http://schemas.openxmlformats.org/package/2006/relationships"><Relationship Type="http://schemas.openxmlformats.org/officeDocument/2006/relationships/slideLayout" Target="/ppt/slideLayouts/slideLayout6.xml" Id="Rf2ec8111d7744d86"/><Relationship Type="http://schemas.openxmlformats.org/officeDocument/2006/relationships/image" Target="/ppt/media/image.jpeg" Id="Rf413ad057b0a424a"/><Relationship Type="http://schemas.openxmlformats.org/officeDocument/2006/relationships/notesSlide" Target="/ppt/notesSlides/notesSlide3.xml" Id="R69f3a096c6b943e9"/></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148455969af44807"/><Relationship Type="http://schemas.openxmlformats.org/officeDocument/2006/relationships/notesSlide" Target="/ppt/notesSlides/notesSlide4.xml" Id="R3da11ec716be48f7"/></Relationships>
</file>

<file path=ppt/slides/_rels/slide5.xml.rels><?xml version='1.0' encoding='UTF-8' standalone='yes'?>
<Relationships xmlns="http://schemas.openxmlformats.org/package/2006/relationships"><Relationship Type="http://schemas.openxmlformats.org/officeDocument/2006/relationships/slideLayout" Target="/ppt/slideLayouts/slideLayout6.xml" Id="R8b4cdb64f75d4dbf"/><Relationship Type="http://schemas.openxmlformats.org/officeDocument/2006/relationships/notesSlide" Target="/ppt/notesSlides/notesSlide5.xml" Id="R12d6f124629543b7"/></Relationships>
</file>

<file path=ppt/slides/_rels/slide6.xml.rels><?xml version='1.0' encoding='UTF-8' standalone='yes'?>
<Relationships xmlns="http://schemas.openxmlformats.org/package/2006/relationships"><Relationship Type="http://schemas.openxmlformats.org/officeDocument/2006/relationships/slideLayout" Target="/ppt/slideLayouts/slideLayout6.xml" Id="Rdd013fb6454c44e2"/><Relationship Type="http://schemas.openxmlformats.org/officeDocument/2006/relationships/notesSlide" Target="/ppt/notesSlides/notesSlide6.xml" Id="R46a416a95f30451a"/></Relationships>
</file>

<file path=ppt/slides/_rels/slide7.xml.rels><?xml version='1.0' encoding='UTF-8' standalone='yes'?>
<Relationships xmlns="http://schemas.openxmlformats.org/package/2006/relationships"><Relationship Type="http://schemas.openxmlformats.org/officeDocument/2006/relationships/slideLayout" Target="/ppt/slideLayouts/slideLayout6.xml" Id="R7568c08198264b72"/><Relationship Type="http://schemas.openxmlformats.org/officeDocument/2006/relationships/notesSlide" Target="/ppt/notesSlides/notesSlide7.xml" Id="R33fe89604ad24547"/></Relationships>
</file>

<file path=ppt/slides/_rels/slide8.xml.rels><?xml version='1.0' encoding='UTF-8' standalone='yes'?>
<Relationships xmlns="http://schemas.openxmlformats.org/package/2006/relationships"><Relationship Type="http://schemas.openxmlformats.org/officeDocument/2006/relationships/slideLayout" Target="/ppt/slideLayouts/slideLayout6.xml" Id="R3fedb504cf2d4297"/><Relationship Type="http://schemas.openxmlformats.org/officeDocument/2006/relationships/notesSlide" Target="/ppt/notesSlides/notesSlide8.xml" Id="R03e734e397f14313"/></Relationships>
</file>

<file path=ppt/slides/_rels/slide9.xml.rels><?xml version='1.0' encoding='UTF-8' standalone='yes'?>
<Relationships xmlns="http://schemas.openxmlformats.org/package/2006/relationships"><Relationship Type="http://schemas.openxmlformats.org/officeDocument/2006/relationships/slideLayout" Target="/ppt/slideLayouts/slideLayout6.xml" Id="Rad651e1ffb894da0"/><Relationship Type="http://schemas.openxmlformats.org/officeDocument/2006/relationships/notesSlide" Target="/ppt/notesSlides/notesSlide9.xml" Id="R3fbc2024440048d9"/></Relationships>
</file>

<file path=ppt/slides/_rels/slide10.xml.rels><?xml version='1.0' encoding='UTF-8' standalone='yes'?>
<Relationships xmlns="http://schemas.openxmlformats.org/package/2006/relationships"><Relationship Type="http://schemas.openxmlformats.org/officeDocument/2006/relationships/slideLayout" Target="/ppt/slideLayouts/slideLayout6.xml" Id="R33c6f0732b6e41a7"/><Relationship Type="http://schemas.openxmlformats.org/officeDocument/2006/relationships/notesSlide" Target="/ppt/notesSlides/notesSlide10.xml" Id="Re3f58e04c00242bf"/></Relationships>
</file>

<file path=ppt/slides/_rels/slide11.xml.rels><?xml version='1.0' encoding='UTF-8' standalone='yes'?>
<Relationships xmlns="http://schemas.openxmlformats.org/package/2006/relationships"><Relationship Type="http://schemas.openxmlformats.org/officeDocument/2006/relationships/slideLayout" Target="/ppt/slideLayouts/slideLayout6.xml" Id="Reec989fc6f8842ab"/><Relationship Type="http://schemas.openxmlformats.org/officeDocument/2006/relationships/notesSlide" Target="/ppt/notesSlides/notesSlide11.xml" Id="Rafada4b0e96a4dfc"/></Relationships>
</file>

<file path=ppt/slides/_rels/slide12.xml.rels><?xml version='1.0' encoding='UTF-8' standalone='yes'?>
<Relationships xmlns="http://schemas.openxmlformats.org/package/2006/relationships"><Relationship Type="http://schemas.openxmlformats.org/officeDocument/2006/relationships/slideLayout" Target="/ppt/slideLayouts/slideLayout6.xml" Id="R4f5a5b7ef0bd40c0"/><Relationship Type="http://schemas.openxmlformats.org/officeDocument/2006/relationships/notesSlide" Target="/ppt/notesSlides/notesSlide12.xml" Id="Rcaed0dca33994aa3"/></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side-rule">
            <a:extLst xmlns:a="http://schemas.openxmlformats.org/drawingml/2006/main">
              <a:ext uri="{FF2B5EF4-FFF2-40B4-BE49-F238E27FC236}">
                <a16:creationId xmlns:a16="http://schemas.microsoft.com/office/drawing/2014/main" id="{21FA00E8-6C9D-4555-9239-D720E2F96FB8}"/>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800A5EBA-9C7A-4929-AF50-65DE54E734CC}"/>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TITLE AND BIG QUESTION</a:t>
            </a:r>
          </a:p>
        </p:txBody>
      </p:sp>
      <p:sp>
        <p:nvSpPr>
          <p:cNvPr id="3" name="slide-number-time">
            <a:extLst xmlns:a="http://schemas.openxmlformats.org/drawingml/2006/main">
              <a:ext uri="{FF2B5EF4-FFF2-40B4-BE49-F238E27FC236}">
                <a16:creationId xmlns:a16="http://schemas.microsoft.com/office/drawing/2014/main" id="{B5553090-10DF-4876-B620-4580F7D74DE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 / 12</a:t>
            </a:r>
          </a:p>
        </p:txBody>
      </p:sp>
      <p:sp>
        <p:nvSpPr>
          <p:cNvPr id="4" name="lesson-title">
            <a:extLst xmlns:a="http://schemas.openxmlformats.org/drawingml/2006/main">
              <a:ext uri="{FF2B5EF4-FFF2-40B4-BE49-F238E27FC236}">
                <a16:creationId xmlns:a16="http://schemas.microsoft.com/office/drawing/2014/main" id="{95CCE6A2-A359-43CF-A30F-F808B5954B3D}"/>
              </a:ext>
            </a:extLst>
          </p:cNvPr>
          <p:cNvSpPr>
            <a:spLocks xmlns:a="http://schemas.openxmlformats.org/drawingml/2006/main" noGrp="1"/>
          </p:cNvSpPr>
          <p:nvPr/>
        </p:nvSpPr>
        <p:spPr>
          <a:xfrm xmlns:a="http://schemas.openxmlformats.org/drawingml/2006/main">
            <a:off x="609600" y="1238250"/>
            <a:ext cx="10906125"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17384A"/>
                </a:solidFill>
                <a:latin typeface="Arial"/>
                <a:ea typeface="Arial"/>
                <a:cs typeface="Arial"/>
              </a:defRPr>
            </a:defPPr>
            <a:lvl1pPr algn="l">
              <a:buNone/>
              <a:defRPr sz="4200" b="1">
                <a:solidFill>
                  <a:srgbClr val="17384A"/>
                </a:solidFill>
                <a:latin typeface="Arial"/>
                <a:ea typeface="Arial"/>
                <a:cs typeface="Arial"/>
              </a:defRPr>
            </a:lvl1pPr>
            <a:lvl2pPr algn="l">
              <a:buNone/>
              <a:defRPr sz="4200" b="1">
                <a:solidFill>
                  <a:srgbClr val="17384A"/>
                </a:solidFill>
                <a:latin typeface="Arial"/>
                <a:ea typeface="Arial"/>
                <a:cs typeface="Arial"/>
              </a:defRPr>
            </a:lvl2pPr>
            <a:lvl3pPr algn="l">
              <a:buNone/>
              <a:defRPr sz="4200" b="1">
                <a:solidFill>
                  <a:srgbClr val="17384A"/>
                </a:solidFill>
                <a:latin typeface="Arial"/>
                <a:ea typeface="Arial"/>
                <a:cs typeface="Arial"/>
              </a:defRPr>
            </a:lvl3pPr>
            <a:lvl4pPr algn="l">
              <a:buNone/>
              <a:defRPr sz="4200" b="1">
                <a:solidFill>
                  <a:srgbClr val="17384A"/>
                </a:solidFill>
                <a:latin typeface="Arial"/>
                <a:ea typeface="Arial"/>
                <a:cs typeface="Arial"/>
              </a:defRPr>
            </a:lvl4pPr>
            <a:lvl5pPr algn="l">
              <a:buNone/>
              <a:defRPr sz="4200" b="1">
                <a:solidFill>
                  <a:srgbClr val="17384A"/>
                </a:solidFill>
                <a:latin typeface="Arial"/>
                <a:ea typeface="Arial"/>
                <a:cs typeface="Arial"/>
              </a:defRPr>
            </a:lvl5pPr>
            <a:lvl6pPr algn="l">
              <a:buNone/>
              <a:defRPr sz="4200" b="1">
                <a:solidFill>
                  <a:srgbClr val="17384A"/>
                </a:solidFill>
                <a:latin typeface="Arial"/>
                <a:ea typeface="Arial"/>
                <a:cs typeface="Arial"/>
              </a:defRPr>
            </a:lvl6pPr>
            <a:lvl7pPr algn="l">
              <a:buNone/>
              <a:defRPr sz="4200" b="1">
                <a:solidFill>
                  <a:srgbClr val="17384A"/>
                </a:solidFill>
                <a:latin typeface="Arial"/>
                <a:ea typeface="Arial"/>
                <a:cs typeface="Arial"/>
              </a:defRPr>
            </a:lvl7pPr>
            <a:lvl8pPr algn="l">
              <a:buNone/>
              <a:defRPr sz="4200" b="1">
                <a:solidFill>
                  <a:srgbClr val="17384A"/>
                </a:solidFill>
                <a:latin typeface="Arial"/>
                <a:ea typeface="Arial"/>
                <a:cs typeface="Arial"/>
              </a:defRPr>
            </a:lvl8pPr>
            <a:lvl9pPr algn="l">
              <a:buNone/>
              <a:defRPr sz="4200" b="1">
                <a:solidFill>
                  <a:srgbClr val="17384A"/>
                </a:solidFill>
                <a:latin typeface="Arial"/>
                <a:ea typeface="Arial"/>
                <a:cs typeface="Arial"/>
              </a:defRPr>
            </a:lvl9pPr>
          </a:lstStyle>
          <a:p xmlns:a="http://schemas.openxmlformats.org/drawingml/2006/main">
            <a:pPr algn="l">
              <a:buNone/>
              <a:defRPr sz="4200" b="1">
                <a:solidFill>
                  <a:srgbClr val="17384A"/>
                </a:solidFill>
                <a:latin typeface="Arial"/>
                <a:ea typeface="Arial"/>
                <a:cs typeface="Arial"/>
              </a:defRPr>
            </a:pPr>
            <a:r>
              <a:rPr sz="4200" b="1">
                <a:solidFill>
                  <a:srgbClr val="17384A"/>
                </a:solidFill>
                <a:latin typeface="Arial"/>
                <a:ea typeface="Arial"/>
                <a:cs typeface="Arial"/>
              </a:rPr>
              <a:t>Ask for help and keep telling</a:t>
            </a:r>
          </a:p>
        </p:txBody>
      </p:sp>
      <p:sp>
        <p:nvSpPr>
          <p:cNvPr id="5" name="lesson-subtitle">
            <a:extLst xmlns:a="http://schemas.openxmlformats.org/drawingml/2006/main">
              <a:ext uri="{FF2B5EF4-FFF2-40B4-BE49-F238E27FC236}">
                <a16:creationId xmlns:a16="http://schemas.microsoft.com/office/drawing/2014/main" id="{27188317-831F-4A26-ABD0-28EBF336460B}"/>
              </a:ext>
            </a:extLst>
          </p:cNvPr>
          <p:cNvSpPr>
            <a:spLocks xmlns:a="http://schemas.openxmlformats.org/drawingml/2006/main" noGrp="1"/>
          </p:cNvSpPr>
          <p:nvPr/>
        </p:nvSpPr>
        <p:spPr>
          <a:xfrm xmlns:a="http://schemas.openxmlformats.org/drawingml/2006/main">
            <a:off x="609600" y="2905125"/>
            <a:ext cx="107156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46B68"/>
                </a:solidFill>
                <a:latin typeface="Arial"/>
                <a:ea typeface="Arial"/>
                <a:cs typeface="Arial"/>
              </a:defRPr>
            </a:defPPr>
            <a:lvl1pPr algn="l">
              <a:buNone/>
              <a:defRPr sz="2250" b="0">
                <a:solidFill>
                  <a:srgbClr val="146B68"/>
                </a:solidFill>
                <a:latin typeface="Arial"/>
                <a:ea typeface="Arial"/>
                <a:cs typeface="Arial"/>
              </a:defRPr>
            </a:lvl1pPr>
            <a:lvl2pPr algn="l">
              <a:buNone/>
              <a:defRPr sz="2250" b="0">
                <a:solidFill>
                  <a:srgbClr val="146B68"/>
                </a:solidFill>
                <a:latin typeface="Arial"/>
                <a:ea typeface="Arial"/>
                <a:cs typeface="Arial"/>
              </a:defRPr>
            </a:lvl2pPr>
            <a:lvl3pPr algn="l">
              <a:buNone/>
              <a:defRPr sz="2250" b="0">
                <a:solidFill>
                  <a:srgbClr val="146B68"/>
                </a:solidFill>
                <a:latin typeface="Arial"/>
                <a:ea typeface="Arial"/>
                <a:cs typeface="Arial"/>
              </a:defRPr>
            </a:lvl3pPr>
            <a:lvl4pPr algn="l">
              <a:buNone/>
              <a:defRPr sz="2250" b="0">
                <a:solidFill>
                  <a:srgbClr val="146B68"/>
                </a:solidFill>
                <a:latin typeface="Arial"/>
                <a:ea typeface="Arial"/>
                <a:cs typeface="Arial"/>
              </a:defRPr>
            </a:lvl4pPr>
            <a:lvl5pPr algn="l">
              <a:buNone/>
              <a:defRPr sz="2250" b="0">
                <a:solidFill>
                  <a:srgbClr val="146B68"/>
                </a:solidFill>
                <a:latin typeface="Arial"/>
                <a:ea typeface="Arial"/>
                <a:cs typeface="Arial"/>
              </a:defRPr>
            </a:lvl5pPr>
            <a:lvl6pPr algn="l">
              <a:buNone/>
              <a:defRPr sz="2250" b="0">
                <a:solidFill>
                  <a:srgbClr val="146B68"/>
                </a:solidFill>
                <a:latin typeface="Arial"/>
                <a:ea typeface="Arial"/>
                <a:cs typeface="Arial"/>
              </a:defRPr>
            </a:lvl6pPr>
            <a:lvl7pPr algn="l">
              <a:buNone/>
              <a:defRPr sz="2250" b="0">
                <a:solidFill>
                  <a:srgbClr val="146B68"/>
                </a:solidFill>
                <a:latin typeface="Arial"/>
                <a:ea typeface="Arial"/>
                <a:cs typeface="Arial"/>
              </a:defRPr>
            </a:lvl7pPr>
            <a:lvl8pPr algn="l">
              <a:buNone/>
              <a:defRPr sz="2250" b="0">
                <a:solidFill>
                  <a:srgbClr val="146B68"/>
                </a:solidFill>
                <a:latin typeface="Arial"/>
                <a:ea typeface="Arial"/>
                <a:cs typeface="Arial"/>
              </a:defRPr>
            </a:lvl8pPr>
            <a:lvl9pPr algn="l">
              <a:buNone/>
              <a:defRPr sz="2250" b="0">
                <a:solidFill>
                  <a:srgbClr val="146B68"/>
                </a:solidFill>
                <a:latin typeface="Arial"/>
                <a:ea typeface="Arial"/>
                <a:cs typeface="Arial"/>
              </a:defRPr>
            </a:lvl9pPr>
          </a:lstStyle>
          <a:p xmlns:a="http://schemas.openxmlformats.org/drawingml/2006/main">
            <a:pPr algn="l">
              <a:buNone/>
              <a:defRPr sz="2250" b="0">
                <a:solidFill>
                  <a:srgbClr val="146B68"/>
                </a:solidFill>
                <a:latin typeface="Arial"/>
                <a:ea typeface="Arial"/>
                <a:cs typeface="Arial"/>
              </a:defRPr>
            </a:pPr>
            <a:r>
              <a:rPr sz="2250" b="0">
                <a:solidFill>
                  <a:srgbClr val="146B68"/>
                </a:solidFill>
                <a:latin typeface="Arial"/>
                <a:ea typeface="Arial"/>
                <a:cs typeface="Arial"/>
              </a:rPr>
              <a:t>Year A · Week 6 · 7–11 December 2026 · 40 minutes</a:t>
            </a:r>
          </a:p>
        </p:txBody>
      </p:sp>
      <p:sp>
        <p:nvSpPr>
          <p:cNvPr id="8" name="printed-id">
            <a:extLst xmlns:a="http://schemas.openxmlformats.org/drawingml/2006/main">
              <a:ext uri="{FF2B5EF4-FFF2-40B4-BE49-F238E27FC236}">
                <a16:creationId xmlns:a16="http://schemas.microsoft.com/office/drawing/2014/main" id="{D1DE9CD0-0274-4F6F-865F-DD0F553DDF8E}"/>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RSHE-BUILD-A2-W06</a:t>
            </a:r>
          </a:p>
        </p:txBody>
      </p:sp>
      <p:sp>
        <p:nvSpPr>
          <p:cNvPr id="9" name="edition-label">
            <a:extLst xmlns:a="http://schemas.openxmlformats.org/drawingml/2006/main">
              <a:ext uri="{FF2B5EF4-FFF2-40B4-BE49-F238E27FC236}">
                <a16:creationId xmlns:a16="http://schemas.microsoft.com/office/drawing/2014/main" id="{9DB788D1-307B-450E-8E75-3DE957BCA329}"/>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0" name="licence-credit">
            <a:extLst xmlns:a="http://schemas.openxmlformats.org/drawingml/2006/main">
              <a:ext uri="{FF2B5EF4-FFF2-40B4-BE49-F238E27FC236}">
                <a16:creationId xmlns:a16="http://schemas.microsoft.com/office/drawing/2014/main" id="{CFFACCED-9803-4150-B478-B2D5E21D8DE7}"/>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2" name="body-0">
            <a:extLst xmlns:a="http://schemas.openxmlformats.org/drawingml/2006/main">
              <a:ext uri="{FF2B5EF4-FFF2-40B4-BE49-F238E27FC236}">
                <a16:creationId xmlns:a16="http://schemas.microsoft.com/office/drawing/2014/main" id="{4179850A-9B57-4A81-B9D3-E88349FC8B24}"/>
              </a:ext>
            </a:extLst>
          </p:cNvPr>
          <p:cNvSpPr>
            <a:spLocks xmlns:a="http://schemas.openxmlformats.org/drawingml/2006/main" noGrp="1"/>
          </p:cNvSpPr>
          <p:nvPr/>
        </p:nvSpPr>
        <p:spPr>
          <a:xfrm xmlns:a="http://schemas.openxmlformats.org/drawingml/2006/main">
            <a:off x="609600" y="3505200"/>
            <a:ext cx="109728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teen needs help. The first adult is away. Who else could help? What could the teen say?</a:t>
            </a:r>
          </a:p>
        </p:txBody>
      </p:sp>
      <p:sp>
        <p:nvSpPr>
          <p:cNvPr id="13" name="body-1">
            <a:extLst xmlns:a="http://schemas.openxmlformats.org/drawingml/2006/main">
              <a:ext uri="{FF2B5EF4-FFF2-40B4-BE49-F238E27FC236}">
                <a16:creationId xmlns:a16="http://schemas.microsoft.com/office/drawing/2014/main" id="{B3B79DBF-9AF8-427F-9EF2-D9D9BA7081D1}"/>
              </a:ext>
            </a:extLst>
          </p:cNvPr>
          <p:cNvSpPr>
            <a:spLocks xmlns:a="http://schemas.openxmlformats.org/drawingml/2006/main" noGrp="1"/>
          </p:cNvSpPr>
          <p:nvPr/>
        </p:nvSpPr>
        <p:spPr>
          <a:xfrm xmlns:a="http://schemas.openxmlformats.org/drawingml/2006/main">
            <a:off x="609600" y="4572000"/>
            <a:ext cx="10972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This helps me raise a concern and find support in learning or work.</a:t>
            </a:r>
          </a:p>
        </p:txBody>
      </p:sp>
      <p:sp>
        <p:nvSpPr>
          <p:cNvPr id="14" name="body-2">
            <a:extLst xmlns:a="http://schemas.openxmlformats.org/drawingml/2006/main">
              <a:ext uri="{FF2B5EF4-FFF2-40B4-BE49-F238E27FC236}">
                <a16:creationId xmlns:a16="http://schemas.microsoft.com/office/drawing/2014/main" id="{6137EF2D-887A-4596-9565-C03031165296}"/>
              </a:ext>
            </a:extLst>
          </p:cNvPr>
          <p:cNvSpPr>
            <a:spLocks xmlns:a="http://schemas.openxmlformats.org/drawingml/2006/main" noGrp="1"/>
          </p:cNvSpPr>
          <p:nvPr/>
        </p:nvSpPr>
        <p:spPr>
          <a:xfrm xmlns:a="http://schemas.openxmlformats.org/drawingml/2006/main">
            <a:off x="609600" y="53721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Term theme: Identity &amp; Belonging</a:t>
            </a:r>
          </a:p>
        </p:txBody>
      </p:sp>
    </p:spTree>
    <p:extLst>
      <p:ext uri="{BB962C8B-B14F-4D97-AF65-F5344CB8AC3E}">
        <p14:creationId xmlns:p14="http://schemas.microsoft.com/office/powerpoint/2010/main" val="2088950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4FD94499-3EA1-421F-BBBF-AAAEC9FCB9F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38B1A31-272E-4B53-A986-999EB0AE8AE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ARRIVAL AND REGULATION</a:t>
            </a:r>
          </a:p>
        </p:txBody>
      </p:sp>
      <p:sp>
        <p:nvSpPr>
          <p:cNvPr id="3" name="slide-number-time">
            <a:extLst xmlns:a="http://schemas.openxmlformats.org/drawingml/2006/main">
              <a:ext uri="{FF2B5EF4-FFF2-40B4-BE49-F238E27FC236}">
                <a16:creationId xmlns:a16="http://schemas.microsoft.com/office/drawing/2014/main" id="{D71FC1CA-AC2B-48A1-B1E2-5C96A8A8B754}"/>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2 / 12  ·  3 min</a:t>
            </a:r>
          </a:p>
        </p:txBody>
      </p:sp>
      <p:sp>
        <p:nvSpPr>
          <p:cNvPr id="4" name="slide-title">
            <a:extLst xmlns:a="http://schemas.openxmlformats.org/drawingml/2006/main">
              <a:ext uri="{FF2B5EF4-FFF2-40B4-BE49-F238E27FC236}">
                <a16:creationId xmlns:a16="http://schemas.microsoft.com/office/drawing/2014/main" id="{4FF2732D-8D8A-4A14-B7EC-4427BF844FB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calm start</a:t>
            </a:r>
          </a:p>
        </p:txBody>
      </p:sp>
      <p:sp>
        <p:nvSpPr>
          <p:cNvPr id="5" name="heading-rule">
            <a:extLst xmlns:a="http://schemas.openxmlformats.org/drawingml/2006/main">
              <a:ext uri="{FF2B5EF4-FFF2-40B4-BE49-F238E27FC236}">
                <a16:creationId xmlns:a16="http://schemas.microsoft.com/office/drawing/2014/main" id="{39B5AC7B-925A-427E-B6D5-FF7155BB2EE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95424F63-FAC6-49BB-A26B-FF4C752FA21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RSHE-BUILD-A2-W06</a:t>
            </a:r>
          </a:p>
        </p:txBody>
      </p:sp>
      <p:sp>
        <p:nvSpPr>
          <p:cNvPr id="12" name="edition-label">
            <a:extLst xmlns:a="http://schemas.openxmlformats.org/drawingml/2006/main">
              <a:ext uri="{FF2B5EF4-FFF2-40B4-BE49-F238E27FC236}">
                <a16:creationId xmlns:a16="http://schemas.microsoft.com/office/drawing/2014/main" id="{2CC72B9C-1296-4C4A-886A-5E292D7620CA}"/>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E89A079-9FE1-4E2E-A35B-157CE58B947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5EC01B38-2E63-4243-9769-79C2B925393E}"/>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These stories are all made up.</a:t>
            </a:r>
          </a:p>
        </p:txBody>
      </p:sp>
      <p:sp>
        <p:nvSpPr>
          <p:cNvPr id="16" name="body-1">
            <a:extLst xmlns:a="http://schemas.openxmlformats.org/drawingml/2006/main">
              <a:ext uri="{FF2B5EF4-FFF2-40B4-BE49-F238E27FC236}">
                <a16:creationId xmlns:a16="http://schemas.microsoft.com/office/drawing/2014/main" id="{F28DA917-CB7A-4C83-99B1-B17867E53C84}"/>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No one needs to share a real story.</a:t>
            </a:r>
          </a:p>
        </p:txBody>
      </p:sp>
      <p:sp>
        <p:nvSpPr>
          <p:cNvPr id="17" name="body-2">
            <a:extLst xmlns:a="http://schemas.openxmlformats.org/drawingml/2006/main">
              <a:ext uri="{FF2B5EF4-FFF2-40B4-BE49-F238E27FC236}">
                <a16:creationId xmlns:a16="http://schemas.microsoft.com/office/drawing/2014/main" id="{7B45F856-07DA-4CDC-9EDC-8416662C59FC}"/>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 young person can ask for a pause.</a:t>
            </a:r>
          </a:p>
        </p:txBody>
      </p:sp>
      <p:sp>
        <p:nvSpPr>
          <p:cNvPr id="18" name="body-3">
            <a:extLst xmlns:a="http://schemas.openxmlformats.org/drawingml/2006/main">
              <a:ext uri="{FF2B5EF4-FFF2-40B4-BE49-F238E27FC236}">
                <a16:creationId xmlns:a16="http://schemas.microsoft.com/office/drawing/2014/main" id="{B8616F4F-E875-4A93-9A52-ADD9BB19CF1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 young person can use an aid.</a:t>
            </a:r>
          </a:p>
        </p:txBody>
      </p:sp>
      <p:sp>
        <p:nvSpPr>
          <p:cNvPr id="19" name="body-4">
            <a:extLst xmlns:a="http://schemas.openxmlformats.org/drawingml/2006/main">
              <a:ext uri="{FF2B5EF4-FFF2-40B4-BE49-F238E27FC236}">
                <a16:creationId xmlns:a16="http://schemas.microsoft.com/office/drawing/2014/main" id="{CD67554F-3D83-433B-84B1-03812733B190}"/>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 young person can pass on a question.</a:t>
            </a:r>
          </a:p>
        </p:txBody>
      </p:sp>
      <p:sp>
        <p:nvSpPr>
          <p:cNvPr id="20" name="body-5">
            <a:extLst xmlns:a="http://schemas.openxmlformats.org/drawingml/2006/main">
              <a:ext uri="{FF2B5EF4-FFF2-40B4-BE49-F238E27FC236}">
                <a16:creationId xmlns:a16="http://schemas.microsoft.com/office/drawing/2014/main" id="{60C96764-4A82-4924-8CFD-49EE15FAA4D7}"/>
              </a:ext>
            </a:extLst>
          </p:cNvPr>
          <p:cNvSpPr>
            <a:spLocks xmlns:a="http://schemas.openxmlformats.org/drawingml/2006/main" noGrp="1"/>
          </p:cNvSpPr>
          <p:nvPr/>
        </p:nvSpPr>
        <p:spPr>
          <a:xfrm xmlns:a="http://schemas.openxmlformats.org/drawingml/2006/main">
            <a:off x="609600" y="3911918"/>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Each person can have time.</a:t>
            </a:r>
          </a:p>
        </p:txBody>
      </p:sp>
    </p:spTree>
    <p:extLst>
      <p:ext uri="{BB962C8B-B14F-4D97-AF65-F5344CB8AC3E}">
        <p14:creationId xmlns:p14="http://schemas.microsoft.com/office/powerpoint/2010/main" val="13691881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2CA9BFC-91D6-4E1F-A868-FA6417B8D8D0}"/>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184B3EE-1B83-4D3F-A35F-80E82823E3D4}"/>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STARTER</a:t>
            </a:r>
          </a:p>
        </p:txBody>
      </p:sp>
      <p:sp>
        <p:nvSpPr>
          <p:cNvPr id="3" name="slide-number-time">
            <a:extLst xmlns:a="http://schemas.openxmlformats.org/drawingml/2006/main">
              <a:ext uri="{FF2B5EF4-FFF2-40B4-BE49-F238E27FC236}">
                <a16:creationId xmlns:a16="http://schemas.microsoft.com/office/drawing/2014/main" id="{897C6A8C-70A1-47AD-A2FE-4C00764616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3 / 12  ·  3 min</a:t>
            </a:r>
          </a:p>
        </p:txBody>
      </p:sp>
      <p:sp>
        <p:nvSpPr>
          <p:cNvPr id="4" name="slide-title">
            <a:extLst xmlns:a="http://schemas.openxmlformats.org/drawingml/2006/main">
              <a:ext uri="{FF2B5EF4-FFF2-40B4-BE49-F238E27FC236}">
                <a16:creationId xmlns:a16="http://schemas.microsoft.com/office/drawing/2014/main" id="{31C5F347-218C-4DE9-8526-D8AC97478EA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The young person’s story</a:t>
            </a:r>
          </a:p>
        </p:txBody>
      </p:sp>
      <p:sp>
        <p:nvSpPr>
          <p:cNvPr id="5" name="heading-rule">
            <a:extLst xmlns:a="http://schemas.openxmlformats.org/drawingml/2006/main">
              <a:ext uri="{FF2B5EF4-FFF2-40B4-BE49-F238E27FC236}">
                <a16:creationId xmlns:a16="http://schemas.microsoft.com/office/drawing/2014/main" id="{564A5958-580E-4CAC-B2D5-2942577B85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331A60C7-DF6A-4D09-8443-EAE28857AAD5}"/>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RSHE-BUILD-A2-W06</a:t>
            </a:r>
          </a:p>
        </p:txBody>
      </p:sp>
      <p:sp>
        <p:nvSpPr>
          <p:cNvPr id="15" name="edition-label">
            <a:extLst xmlns:a="http://schemas.openxmlformats.org/drawingml/2006/main">
              <a:ext uri="{FF2B5EF4-FFF2-40B4-BE49-F238E27FC236}">
                <a16:creationId xmlns:a16="http://schemas.microsoft.com/office/drawing/2014/main" id="{E9C4646B-A2DB-47CD-9B88-8366B5301301}"/>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C34D29D3-4466-4904-88F0-BAEAD505EE38}"/>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pic>
        <p:nvPicPr>
          <p:cNvPr id="18" name="">
            <a:extLst xmlns:a="http://schemas.openxmlformats.org/drawingml/2006/main">
              <a:ext uri="{FF2B5EF4-FFF2-40B4-BE49-F238E27FC236}">
                <a16:creationId xmlns:a16="http://schemas.microsoft.com/office/drawing/2014/main" id="{709A2D8C-95FD-40BC-9562-76C65985562A}"/>
              </a:ext>
            </a:extLst>
          </p:cNvPr>
          <p:cNvPicPr>
            <a:picLocks xmlns:a="http://schemas.openxmlformats.org/drawingml/2006/main" noChangeAspect="1"/>
          </p:cNvPicPr>
          <p:nvPr/>
        </p:nvPicPr>
        <p:blipFill>
          <a:blip xmlns:r="http://schemas.openxmlformats.org/officeDocument/2006/relationships" xmlns:a="http://schemas.openxmlformats.org/drawingml/2006/main" r:embed="Rf413ad057b0a424a"/>
          <a:srcRect xmlns:a="http://schemas.openxmlformats.org/drawingml/2006/main" l="0" t="0" r="0" b="0"/>
          <a:stretch xmlns:a="http://schemas.openxmlformats.org/drawingml/2006/main"/>
        </p:blipFill>
        <p:spPr>
          <a:xfrm xmlns:a="http://schemas.openxmlformats.org/drawingml/2006/main">
            <a:off x="962025" y="1638300"/>
            <a:ext cx="5638800" cy="4229100"/>
          </a:xfrm>
          <a:prstGeom xmlns:a="http://schemas.openxmlformats.org/drawingml/2006/main" prst="rect">
            <a:avLst/>
          </a:prstGeom>
        </p:spPr>
      </p:pic>
      <p:sp>
        <p:nvSpPr>
          <p:cNvPr id="19" name="body-0">
            <a:extLst xmlns:a="http://schemas.openxmlformats.org/drawingml/2006/main">
              <a:ext uri="{FF2B5EF4-FFF2-40B4-BE49-F238E27FC236}">
                <a16:creationId xmlns:a16="http://schemas.microsoft.com/office/drawing/2014/main" id="{57DE7B14-03C6-44A4-ADEF-A389F9D699EE}"/>
              </a:ext>
            </a:extLst>
          </p:cNvPr>
          <p:cNvSpPr>
            <a:spLocks xmlns:a="http://schemas.openxmlformats.org/drawingml/2006/main" noGrp="1"/>
          </p:cNvSpPr>
          <p:nvPr/>
        </p:nvSpPr>
        <p:spPr>
          <a:xfrm xmlns:a="http://schemas.openxmlformats.org/drawingml/2006/main">
            <a:off x="7381875" y="1714500"/>
            <a:ext cx="42005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 young person has a worry in the story.</a:t>
            </a:r>
          </a:p>
        </p:txBody>
      </p:sp>
      <p:sp>
        <p:nvSpPr>
          <p:cNvPr id="20" name="body-1">
            <a:extLst xmlns:a="http://schemas.openxmlformats.org/drawingml/2006/main">
              <a:ext uri="{FF2B5EF4-FFF2-40B4-BE49-F238E27FC236}">
                <a16:creationId xmlns:a16="http://schemas.microsoft.com/office/drawing/2014/main" id="{6C49FD1E-082C-46ED-BD65-5869357FEFFF}"/>
              </a:ext>
            </a:extLst>
          </p:cNvPr>
          <p:cNvSpPr>
            <a:spLocks xmlns:a="http://schemas.openxmlformats.org/drawingml/2006/main" noGrp="1"/>
          </p:cNvSpPr>
          <p:nvPr/>
        </p:nvSpPr>
        <p:spPr>
          <a:xfrm xmlns:a="http://schemas.openxmlformats.org/drawingml/2006/main">
            <a:off x="7381875" y="2571750"/>
            <a:ext cx="42005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They ask an adult they trust for help.</a:t>
            </a:r>
          </a:p>
        </p:txBody>
      </p:sp>
      <p:sp>
        <p:nvSpPr>
          <p:cNvPr id="21" name="body-2">
            <a:extLst xmlns:a="http://schemas.openxmlformats.org/drawingml/2006/main">
              <a:ext uri="{FF2B5EF4-FFF2-40B4-BE49-F238E27FC236}">
                <a16:creationId xmlns:a16="http://schemas.microsoft.com/office/drawing/2014/main" id="{7BE34822-C512-4BD5-AF44-30090BF31A92}"/>
              </a:ext>
            </a:extLst>
          </p:cNvPr>
          <p:cNvSpPr>
            <a:spLocks xmlns:a="http://schemas.openxmlformats.org/drawingml/2006/main" noGrp="1"/>
          </p:cNvSpPr>
          <p:nvPr/>
        </p:nvSpPr>
        <p:spPr>
          <a:xfrm xmlns:a="http://schemas.openxmlformats.org/drawingml/2006/main">
            <a:off x="7381875" y="3429000"/>
            <a:ext cx="42005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What could the adult do to help?</a:t>
            </a:r>
          </a:p>
        </p:txBody>
      </p:sp>
      <p:sp>
        <p:nvSpPr>
          <p:cNvPr id="22" name="body-3">
            <a:extLst xmlns:a="http://schemas.openxmlformats.org/drawingml/2006/main">
              <a:ext uri="{FF2B5EF4-FFF2-40B4-BE49-F238E27FC236}">
                <a16:creationId xmlns:a16="http://schemas.microsoft.com/office/drawing/2014/main" id="{C2000FD8-BBA3-4430-B7E7-17C5B6E48BBE}"/>
              </a:ext>
            </a:extLst>
          </p:cNvPr>
          <p:cNvSpPr>
            <a:spLocks xmlns:a="http://schemas.openxmlformats.org/drawingml/2006/main" noGrp="1"/>
          </p:cNvSpPr>
          <p:nvPr/>
        </p:nvSpPr>
        <p:spPr>
          <a:xfrm xmlns:a="http://schemas.openxmlformats.org/drawingml/2006/main">
            <a:off x="7381875" y="4286250"/>
            <a:ext cx="42005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adult can listen and act on the worry.</a:t>
            </a:r>
          </a:p>
        </p:txBody>
      </p:sp>
    </p:spTree>
    <p:extLst>
      <p:ext uri="{BB962C8B-B14F-4D97-AF65-F5344CB8AC3E}">
        <p14:creationId xmlns:p14="http://schemas.microsoft.com/office/powerpoint/2010/main" val="188504005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50AFFD45-DDE8-4E13-AB19-AB490C4DC449}"/>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F695C907-FAF0-40C0-94DA-EDA6AF2AFFBB}"/>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TODAY</a:t>
            </a:r>
          </a:p>
        </p:txBody>
      </p:sp>
      <p:sp>
        <p:nvSpPr>
          <p:cNvPr id="3" name="slide-number-time">
            <a:extLst xmlns:a="http://schemas.openxmlformats.org/drawingml/2006/main">
              <a:ext uri="{FF2B5EF4-FFF2-40B4-BE49-F238E27FC236}">
                <a16:creationId xmlns:a16="http://schemas.microsoft.com/office/drawing/2014/main" id="{B24D514A-FB80-4477-B77A-6CBF40FE34F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4 / 12</a:t>
            </a:r>
          </a:p>
        </p:txBody>
      </p:sp>
      <p:sp>
        <p:nvSpPr>
          <p:cNvPr id="4" name="slide-title">
            <a:extLst xmlns:a="http://schemas.openxmlformats.org/drawingml/2006/main">
              <a:ext uri="{FF2B5EF4-FFF2-40B4-BE49-F238E27FC236}">
                <a16:creationId xmlns:a16="http://schemas.microsoft.com/office/drawing/2014/main" id="{AC662DEC-F343-4B80-A316-EA02E40AB20A}"/>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Today</a:t>
            </a:r>
          </a:p>
        </p:txBody>
      </p:sp>
      <p:sp>
        <p:nvSpPr>
          <p:cNvPr id="5" name="heading-rule">
            <a:extLst xmlns:a="http://schemas.openxmlformats.org/drawingml/2006/main">
              <a:ext uri="{FF2B5EF4-FFF2-40B4-BE49-F238E27FC236}">
                <a16:creationId xmlns:a16="http://schemas.microsoft.com/office/drawing/2014/main" id="{0AF1810E-209D-49EB-A790-135B09335F7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66F008D0-268A-4ECE-A855-21B57ADC8F18}"/>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RSHE-BUILD-A2-W06</a:t>
            </a:r>
          </a:p>
        </p:txBody>
      </p:sp>
      <p:sp>
        <p:nvSpPr>
          <p:cNvPr id="11" name="edition-label">
            <a:extLst xmlns:a="http://schemas.openxmlformats.org/drawingml/2006/main">
              <a:ext uri="{FF2B5EF4-FFF2-40B4-BE49-F238E27FC236}">
                <a16:creationId xmlns:a16="http://schemas.microsoft.com/office/drawing/2014/main" id="{788CFB30-7CBE-4014-B032-8DC2ACFD8008}"/>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EA904A03-002E-4189-A0F8-88FF05C4DD2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5CA1100B-3C12-4D22-8B3A-5D390927669E}"/>
              </a:ext>
            </a:extLst>
          </p:cNvPr>
          <p:cNvSpPr>
            <a:spLocks xmlns:a="http://schemas.openxmlformats.org/drawingml/2006/main" noGrp="1"/>
          </p:cNvSpPr>
          <p:nvPr/>
        </p:nvSpPr>
        <p:spPr>
          <a:xfrm xmlns:a="http://schemas.openxmlformats.org/drawingml/2006/main">
            <a:off x="609600" y="1676400"/>
            <a:ext cx="10972800" cy="74485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who could help a teen. Share the worry and choose a next step.</a:t>
            </a:r>
          </a:p>
        </p:txBody>
      </p:sp>
      <p:sp>
        <p:nvSpPr>
          <p:cNvPr id="15" name="body-1">
            <a:extLst xmlns:a="http://schemas.openxmlformats.org/drawingml/2006/main">
              <a:ext uri="{FF2B5EF4-FFF2-40B4-BE49-F238E27FC236}">
                <a16:creationId xmlns:a16="http://schemas.microsoft.com/office/drawing/2014/main" id="{44CA7D53-579D-445D-8E02-81F7AEA5022B}"/>
              </a:ext>
            </a:extLst>
          </p:cNvPr>
          <p:cNvSpPr>
            <a:spLocks xmlns:a="http://schemas.openxmlformats.org/drawingml/2006/main" noGrp="1"/>
          </p:cNvSpPr>
          <p:nvPr/>
        </p:nvSpPr>
        <p:spPr>
          <a:xfrm xmlns:a="http://schemas.openxmlformats.org/drawingml/2006/main">
            <a:off x="609600" y="254508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two adults in the story.</a:t>
            </a:r>
          </a:p>
        </p:txBody>
      </p:sp>
      <p:sp>
        <p:nvSpPr>
          <p:cNvPr id="16" name="body-2">
            <a:extLst xmlns:a="http://schemas.openxmlformats.org/drawingml/2006/main">
              <a:ext uri="{FF2B5EF4-FFF2-40B4-BE49-F238E27FC236}">
                <a16:creationId xmlns:a16="http://schemas.microsoft.com/office/drawing/2014/main" id="{1113C604-9484-434B-9EF8-CE13B7D2E0F0}"/>
              </a:ext>
            </a:extLst>
          </p:cNvPr>
          <p:cNvSpPr>
            <a:spLocks xmlns:a="http://schemas.openxmlformats.org/drawingml/2006/main" noGrp="1"/>
          </p:cNvSpPr>
          <p:nvPr/>
        </p:nvSpPr>
        <p:spPr>
          <a:xfrm xmlns:a="http://schemas.openxmlformats.org/drawingml/2006/main">
            <a:off x="609600" y="306514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Show how the teen could ask for help.</a:t>
            </a:r>
          </a:p>
        </p:txBody>
      </p:sp>
      <p:sp>
        <p:nvSpPr>
          <p:cNvPr id="17" name="body-3">
            <a:extLst xmlns:a="http://schemas.openxmlformats.org/drawingml/2006/main">
              <a:ext uri="{FF2B5EF4-FFF2-40B4-BE49-F238E27FC236}">
                <a16:creationId xmlns:a16="http://schemas.microsoft.com/office/drawing/2014/main" id="{FC9F5832-1797-4743-9AE3-CA75FD494CDE}"/>
              </a:ext>
            </a:extLst>
          </p:cNvPr>
          <p:cNvSpPr>
            <a:spLocks xmlns:a="http://schemas.openxmlformats.org/drawingml/2006/main" noGrp="1"/>
          </p:cNvSpPr>
          <p:nvPr/>
        </p:nvSpPr>
        <p:spPr>
          <a:xfrm xmlns:a="http://schemas.openxmlformats.org/drawingml/2006/main">
            <a:off x="609600" y="358521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Choose what to do if help has not come.</a:t>
            </a:r>
          </a:p>
        </p:txBody>
      </p:sp>
    </p:spTree>
    <p:extLst>
      <p:ext uri="{BB962C8B-B14F-4D97-AF65-F5344CB8AC3E}">
        <p14:creationId xmlns:p14="http://schemas.microsoft.com/office/powerpoint/2010/main" val="92800055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side-rule">
            <a:extLst xmlns:a="http://schemas.openxmlformats.org/drawingml/2006/main">
              <a:ext uri="{FF2B5EF4-FFF2-40B4-BE49-F238E27FC236}">
                <a16:creationId xmlns:a16="http://schemas.microsoft.com/office/drawing/2014/main" id="{097687FC-1C0B-47D1-B37A-D2F6A8DD65A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EB332C-2485-4323-A5CE-5069692938C9}"/>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I DO</a:t>
            </a:r>
          </a:p>
        </p:txBody>
      </p:sp>
      <p:sp>
        <p:nvSpPr>
          <p:cNvPr id="3" name="slide-number-time">
            <a:extLst xmlns:a="http://schemas.openxmlformats.org/drawingml/2006/main">
              <a:ext uri="{FF2B5EF4-FFF2-40B4-BE49-F238E27FC236}">
                <a16:creationId xmlns:a16="http://schemas.microsoft.com/office/drawing/2014/main" id="{F99A3BF5-5E64-4EB6-9FBC-4AA41BF50F0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5 / 12  ·  5 min</a:t>
            </a:r>
          </a:p>
        </p:txBody>
      </p:sp>
      <p:sp>
        <p:nvSpPr>
          <p:cNvPr id="4" name="slide-title">
            <a:extLst xmlns:a="http://schemas.openxmlformats.org/drawingml/2006/main">
              <a:ext uri="{FF2B5EF4-FFF2-40B4-BE49-F238E27FC236}">
                <a16:creationId xmlns:a16="http://schemas.microsoft.com/office/drawing/2014/main" id="{1183019A-C132-4E6A-B158-7B8FDB025494}"/>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helpful response</a:t>
            </a:r>
          </a:p>
        </p:txBody>
      </p:sp>
      <p:sp>
        <p:nvSpPr>
          <p:cNvPr id="5" name="heading-rule">
            <a:extLst xmlns:a="http://schemas.openxmlformats.org/drawingml/2006/main">
              <a:ext uri="{FF2B5EF4-FFF2-40B4-BE49-F238E27FC236}">
                <a16:creationId xmlns:a16="http://schemas.microsoft.com/office/drawing/2014/main" id="{D292F269-A0C9-4A49-A3BF-57410DADE0EC}"/>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20" name="printed-id">
            <a:extLst xmlns:a="http://schemas.openxmlformats.org/drawingml/2006/main">
              <a:ext uri="{FF2B5EF4-FFF2-40B4-BE49-F238E27FC236}">
                <a16:creationId xmlns:a16="http://schemas.microsoft.com/office/drawing/2014/main" id="{C5B7F60E-A73C-489D-BD0E-0061649220CC}"/>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RSHE-BUILD-A2-W06</a:t>
            </a:r>
          </a:p>
        </p:txBody>
      </p:sp>
      <p:sp>
        <p:nvSpPr>
          <p:cNvPr id="21" name="edition-label">
            <a:extLst xmlns:a="http://schemas.openxmlformats.org/drawingml/2006/main">
              <a:ext uri="{FF2B5EF4-FFF2-40B4-BE49-F238E27FC236}">
                <a16:creationId xmlns:a16="http://schemas.microsoft.com/office/drawing/2014/main" id="{84C3B745-B6CB-42D8-BB95-E58551E7CEB7}"/>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22" name="licence-credit">
            <a:extLst xmlns:a="http://schemas.openxmlformats.org/drawingml/2006/main">
              <a:ext uri="{FF2B5EF4-FFF2-40B4-BE49-F238E27FC236}">
                <a16:creationId xmlns:a16="http://schemas.microsoft.com/office/drawing/2014/main" id="{851A0815-45F4-4C47-AE5E-BEE6F0B0CA9D}"/>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24" name="body-0">
            <a:extLst xmlns:a="http://schemas.openxmlformats.org/drawingml/2006/main">
              <a:ext uri="{FF2B5EF4-FFF2-40B4-BE49-F238E27FC236}">
                <a16:creationId xmlns:a16="http://schemas.microsoft.com/office/drawing/2014/main" id="{F23E615D-633F-4AEC-85FC-97572F0B3E53}"/>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peer keeps hiding a young person’s work.</a:t>
            </a:r>
          </a:p>
        </p:txBody>
      </p:sp>
      <p:sp>
        <p:nvSpPr>
          <p:cNvPr id="25" name="body-1">
            <a:extLst xmlns:a="http://schemas.openxmlformats.org/drawingml/2006/main">
              <a:ext uri="{FF2B5EF4-FFF2-40B4-BE49-F238E27FC236}">
                <a16:creationId xmlns:a16="http://schemas.microsoft.com/office/drawing/2014/main" id="{9FE963E1-470E-447B-8A4E-BE5AEE8E9EA6}"/>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young person could tell the tutor.</a:t>
            </a:r>
          </a:p>
        </p:txBody>
      </p:sp>
      <p:sp>
        <p:nvSpPr>
          <p:cNvPr id="26" name="body-2">
            <a:extLst xmlns:a="http://schemas.openxmlformats.org/drawingml/2006/main">
              <a:ext uri="{FF2B5EF4-FFF2-40B4-BE49-F238E27FC236}">
                <a16:creationId xmlns:a16="http://schemas.microsoft.com/office/drawing/2014/main" id="{B51B5736-01AE-4595-93E5-5529AD4EAD6E}"/>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request could say: the teen needs help.</a:t>
            </a:r>
          </a:p>
        </p:txBody>
      </p:sp>
      <p:sp>
        <p:nvSpPr>
          <p:cNvPr id="27" name="body-3">
            <a:extLst xmlns:a="http://schemas.openxmlformats.org/drawingml/2006/main">
              <a:ext uri="{FF2B5EF4-FFF2-40B4-BE49-F238E27FC236}">
                <a16:creationId xmlns:a16="http://schemas.microsoft.com/office/drawing/2014/main" id="{E04D50D9-8148-4E80-8B08-F30F8F17746D}"/>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peer keeps hiding the teen’s work.</a:t>
            </a:r>
          </a:p>
        </p:txBody>
      </p:sp>
      <p:sp>
        <p:nvSpPr>
          <p:cNvPr id="28" name="body-4">
            <a:extLst xmlns:a="http://schemas.openxmlformats.org/drawingml/2006/main">
              <a:ext uri="{FF2B5EF4-FFF2-40B4-BE49-F238E27FC236}">
                <a16:creationId xmlns:a16="http://schemas.microsoft.com/office/drawing/2014/main" id="{20BB9364-E18A-45E5-BE54-5B9C6D4D9A5E}"/>
              </a:ext>
            </a:extLst>
          </p:cNvPr>
          <p:cNvSpPr>
            <a:spLocks xmlns:a="http://schemas.openxmlformats.org/drawingml/2006/main" noGrp="1"/>
          </p:cNvSpPr>
          <p:nvPr/>
        </p:nvSpPr>
        <p:spPr>
          <a:xfrm xmlns:a="http://schemas.openxmlformats.org/drawingml/2006/main">
            <a:off x="609600" y="375666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Could the adult help stop this?</a:t>
            </a:r>
          </a:p>
        </p:txBody>
      </p:sp>
      <p:sp>
        <p:nvSpPr>
          <p:cNvPr id="29" name="body-5">
            <a:extLst xmlns:a="http://schemas.openxmlformats.org/drawingml/2006/main">
              <a:ext uri="{FF2B5EF4-FFF2-40B4-BE49-F238E27FC236}">
                <a16:creationId xmlns:a16="http://schemas.microsoft.com/office/drawing/2014/main" id="{11C7B658-634C-4EEA-9854-0DDACA4BD16F}"/>
              </a:ext>
            </a:extLst>
          </p:cNvPr>
          <p:cNvSpPr>
            <a:spLocks xmlns:a="http://schemas.openxmlformats.org/drawingml/2006/main" noGrp="1"/>
          </p:cNvSpPr>
          <p:nvPr/>
        </p:nvSpPr>
        <p:spPr>
          <a:xfrm xmlns:a="http://schemas.openxmlformats.org/drawingml/2006/main">
            <a:off x="609600" y="427672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If help has not come, tell another trusted adult.</a:t>
            </a:r>
          </a:p>
        </p:txBody>
      </p:sp>
      <p:sp>
        <p:nvSpPr>
          <p:cNvPr id="30" name="diagram-caption">
            <a:extLst xmlns:a="http://schemas.openxmlformats.org/drawingml/2006/main">
              <a:ext uri="{FF2B5EF4-FFF2-40B4-BE49-F238E27FC236}">
                <a16:creationId xmlns:a16="http://schemas.microsoft.com/office/drawing/2014/main" id="{FC71C855-EBF2-403A-A84C-6E763A685DA1}"/>
              </a:ext>
            </a:extLst>
          </p:cNvPr>
          <p:cNvSpPr>
            <a:spLocks xmlns:a="http://schemas.openxmlformats.org/drawingml/2006/main" noGrp="1"/>
          </p:cNvSpPr>
          <p:nvPr/>
        </p:nvSpPr>
        <p:spPr>
          <a:xfrm xmlns:a="http://schemas.openxmlformats.org/drawingml/2006/main">
            <a:off x="609600" y="5372100"/>
            <a:ext cx="109728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46B68"/>
                </a:solidFill>
                <a:latin typeface="Arial"/>
                <a:ea typeface="Arial"/>
                <a:cs typeface="Arial"/>
              </a:defRPr>
            </a:defPPr>
            <a:lvl1pPr algn="l">
              <a:buNone/>
              <a:defRPr sz="2025" b="0">
                <a:solidFill>
                  <a:srgbClr val="146B68"/>
                </a:solidFill>
                <a:latin typeface="Arial"/>
                <a:ea typeface="Arial"/>
                <a:cs typeface="Arial"/>
              </a:defRPr>
            </a:lvl1pPr>
            <a:lvl2pPr algn="l">
              <a:buNone/>
              <a:defRPr sz="2025" b="0">
                <a:solidFill>
                  <a:srgbClr val="146B68"/>
                </a:solidFill>
                <a:latin typeface="Arial"/>
                <a:ea typeface="Arial"/>
                <a:cs typeface="Arial"/>
              </a:defRPr>
            </a:lvl2pPr>
            <a:lvl3pPr algn="l">
              <a:buNone/>
              <a:defRPr sz="2025" b="0">
                <a:solidFill>
                  <a:srgbClr val="146B68"/>
                </a:solidFill>
                <a:latin typeface="Arial"/>
                <a:ea typeface="Arial"/>
                <a:cs typeface="Arial"/>
              </a:defRPr>
            </a:lvl3pPr>
            <a:lvl4pPr algn="l">
              <a:buNone/>
              <a:defRPr sz="2025" b="0">
                <a:solidFill>
                  <a:srgbClr val="146B68"/>
                </a:solidFill>
                <a:latin typeface="Arial"/>
                <a:ea typeface="Arial"/>
                <a:cs typeface="Arial"/>
              </a:defRPr>
            </a:lvl4pPr>
            <a:lvl5pPr algn="l">
              <a:buNone/>
              <a:defRPr sz="2025" b="0">
                <a:solidFill>
                  <a:srgbClr val="146B68"/>
                </a:solidFill>
                <a:latin typeface="Arial"/>
                <a:ea typeface="Arial"/>
                <a:cs typeface="Arial"/>
              </a:defRPr>
            </a:lvl5pPr>
            <a:lvl6pPr algn="l">
              <a:buNone/>
              <a:defRPr sz="2025" b="0">
                <a:solidFill>
                  <a:srgbClr val="146B68"/>
                </a:solidFill>
                <a:latin typeface="Arial"/>
                <a:ea typeface="Arial"/>
                <a:cs typeface="Arial"/>
              </a:defRPr>
            </a:lvl6pPr>
            <a:lvl7pPr algn="l">
              <a:buNone/>
              <a:defRPr sz="2025" b="0">
                <a:solidFill>
                  <a:srgbClr val="146B68"/>
                </a:solidFill>
                <a:latin typeface="Arial"/>
                <a:ea typeface="Arial"/>
                <a:cs typeface="Arial"/>
              </a:defRPr>
            </a:lvl7pPr>
            <a:lvl8pPr algn="l">
              <a:buNone/>
              <a:defRPr sz="2025" b="0">
                <a:solidFill>
                  <a:srgbClr val="146B68"/>
                </a:solidFill>
                <a:latin typeface="Arial"/>
                <a:ea typeface="Arial"/>
                <a:cs typeface="Arial"/>
              </a:defRPr>
            </a:lvl8pPr>
            <a:lvl9pPr algn="l">
              <a:buNone/>
              <a:defRPr sz="2025" b="0">
                <a:solidFill>
                  <a:srgbClr val="146B68"/>
                </a:solidFill>
                <a:latin typeface="Arial"/>
                <a:ea typeface="Arial"/>
                <a:cs typeface="Arial"/>
              </a:defRPr>
            </a:lvl9pPr>
          </a:lstStyle>
          <a:p xmlns:a="http://schemas.openxmlformats.org/drawingml/2006/main">
            <a:pPr algn="l">
              <a:buNone/>
              <a:defRPr sz="2025" b="0">
                <a:solidFill>
                  <a:srgbClr val="146B68"/>
                </a:solidFill>
                <a:latin typeface="Arial"/>
                <a:ea typeface="Arial"/>
                <a:cs typeface="Arial"/>
              </a:defRPr>
            </a:pPr>
            <a:r>
              <a:rPr sz="2025" b="0">
                <a:solidFill>
                  <a:srgbClr val="146B68"/>
                </a:solidFill>
                <a:latin typeface="Arial"/>
                <a:ea typeface="Arial"/>
                <a:cs typeface="Arial"/>
              </a:rPr>
              <a:t>First choose a helper. Then show the request and next step.</a:t>
            </a:r>
          </a:p>
        </p:txBody>
      </p:sp>
    </p:spTree>
    <p:extLst>
      <p:ext uri="{BB962C8B-B14F-4D97-AF65-F5344CB8AC3E}">
        <p14:creationId xmlns:p14="http://schemas.microsoft.com/office/powerpoint/2010/main" val="173344774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side-rule">
            <a:extLst xmlns:a="http://schemas.openxmlformats.org/drawingml/2006/main">
              <a:ext uri="{FF2B5EF4-FFF2-40B4-BE49-F238E27FC236}">
                <a16:creationId xmlns:a16="http://schemas.microsoft.com/office/drawing/2014/main" id="{7C3C7B59-169A-4D85-8D42-4261DA4D875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62A3137D-D971-4680-86CB-8E5867DC8EFF}"/>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WE DO</a:t>
            </a:r>
          </a:p>
        </p:txBody>
      </p:sp>
      <p:sp>
        <p:nvSpPr>
          <p:cNvPr id="3" name="slide-number-time">
            <a:extLst xmlns:a="http://schemas.openxmlformats.org/drawingml/2006/main">
              <a:ext uri="{FF2B5EF4-FFF2-40B4-BE49-F238E27FC236}">
                <a16:creationId xmlns:a16="http://schemas.microsoft.com/office/drawing/2014/main" id="{C6C2E05D-C255-4FC3-A178-7C3A3ADF0B73}"/>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6 / 12  ·  5 min</a:t>
            </a:r>
          </a:p>
        </p:txBody>
      </p:sp>
      <p:sp>
        <p:nvSpPr>
          <p:cNvPr id="4" name="slide-title">
            <a:extLst xmlns:a="http://schemas.openxmlformats.org/drawingml/2006/main">
              <a:ext uri="{FF2B5EF4-FFF2-40B4-BE49-F238E27FC236}">
                <a16:creationId xmlns:a16="http://schemas.microsoft.com/office/drawing/2014/main" id="{D811F47D-1684-41AA-908F-4905BB64C2D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A choice for the young person</a:t>
            </a:r>
          </a:p>
        </p:txBody>
      </p:sp>
      <p:sp>
        <p:nvSpPr>
          <p:cNvPr id="5" name="heading-rule">
            <a:extLst xmlns:a="http://schemas.openxmlformats.org/drawingml/2006/main">
              <a:ext uri="{FF2B5EF4-FFF2-40B4-BE49-F238E27FC236}">
                <a16:creationId xmlns:a16="http://schemas.microsoft.com/office/drawing/2014/main" id="{B1A3538F-988B-4A37-9593-681FEF7FC7E8}"/>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0" name="printed-id">
            <a:extLst xmlns:a="http://schemas.openxmlformats.org/drawingml/2006/main">
              <a:ext uri="{FF2B5EF4-FFF2-40B4-BE49-F238E27FC236}">
                <a16:creationId xmlns:a16="http://schemas.microsoft.com/office/drawing/2014/main" id="{E929F48F-CB8A-43F6-9EBB-1D3B70608B34}"/>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RSHE-BUILD-A2-W06</a:t>
            </a:r>
          </a:p>
        </p:txBody>
      </p:sp>
      <p:sp>
        <p:nvSpPr>
          <p:cNvPr id="11" name="edition-label">
            <a:extLst xmlns:a="http://schemas.openxmlformats.org/drawingml/2006/main">
              <a:ext uri="{FF2B5EF4-FFF2-40B4-BE49-F238E27FC236}">
                <a16:creationId xmlns:a16="http://schemas.microsoft.com/office/drawing/2014/main" id="{F8FC46E8-C419-4543-AFE8-4A3AE199E800}"/>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2" name="licence-credit">
            <a:extLst xmlns:a="http://schemas.openxmlformats.org/drawingml/2006/main">
              <a:ext uri="{FF2B5EF4-FFF2-40B4-BE49-F238E27FC236}">
                <a16:creationId xmlns:a16="http://schemas.microsoft.com/office/drawing/2014/main" id="{C1BD0028-6BB2-4DF9-979D-E866AEED941B}"/>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4" name="body-0">
            <a:extLst xmlns:a="http://schemas.openxmlformats.org/drawingml/2006/main">
              <a:ext uri="{FF2B5EF4-FFF2-40B4-BE49-F238E27FC236}">
                <a16:creationId xmlns:a16="http://schemas.microsoft.com/office/drawing/2014/main" id="{6ECDBC84-CBD5-41C6-A1E7-78CBB780EC71}"/>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tutor is away. What could the teen do?</a:t>
            </a:r>
          </a:p>
        </p:txBody>
      </p:sp>
      <p:sp>
        <p:nvSpPr>
          <p:cNvPr id="15" name="body-1">
            <a:extLst xmlns:a="http://schemas.openxmlformats.org/drawingml/2006/main">
              <a:ext uri="{FF2B5EF4-FFF2-40B4-BE49-F238E27FC236}">
                <a16:creationId xmlns:a16="http://schemas.microsoft.com/office/drawing/2014/main" id="{6A50435D-4FA5-4A21-A00A-9024D5A620DD}"/>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A  Stop trying to get help.</a:t>
            </a:r>
          </a:p>
        </p:txBody>
      </p:sp>
      <p:sp>
        <p:nvSpPr>
          <p:cNvPr id="16" name="body-2">
            <a:extLst xmlns:a="http://schemas.openxmlformats.org/drawingml/2006/main">
              <a:ext uri="{FF2B5EF4-FFF2-40B4-BE49-F238E27FC236}">
                <a16:creationId xmlns:a16="http://schemas.microsoft.com/office/drawing/2014/main" id="{2D40E9ED-0AAC-4ABF-91A4-B29F929BEAA5}"/>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B  Keep the worry secret.</a:t>
            </a:r>
          </a:p>
        </p:txBody>
      </p:sp>
      <p:sp>
        <p:nvSpPr>
          <p:cNvPr id="17" name="body-3">
            <a:extLst xmlns:a="http://schemas.openxmlformats.org/drawingml/2006/main">
              <a:ext uri="{FF2B5EF4-FFF2-40B4-BE49-F238E27FC236}">
                <a16:creationId xmlns:a16="http://schemas.microsoft.com/office/drawing/2014/main" id="{15760A3D-C8CB-444C-97BB-DD974FBE7880}"/>
              </a:ext>
            </a:extLst>
          </p:cNvPr>
          <p:cNvSpPr>
            <a:spLocks xmlns:a="http://schemas.openxmlformats.org/drawingml/2006/main" noGrp="1"/>
          </p:cNvSpPr>
          <p:nvPr/>
        </p:nvSpPr>
        <p:spPr>
          <a:xfrm xmlns:a="http://schemas.openxmlformats.org/drawingml/2006/main">
            <a:off x="609600" y="323659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C  Tell the duty adult about the worry.</a:t>
            </a:r>
          </a:p>
        </p:txBody>
      </p:sp>
    </p:spTree>
    <p:extLst>
      <p:ext uri="{BB962C8B-B14F-4D97-AF65-F5344CB8AC3E}">
        <p14:creationId xmlns:p14="http://schemas.microsoft.com/office/powerpoint/2010/main" val="197717229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D8E5E2AB-ADA1-4838-ACF0-FFEF5BB56E12}"/>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C18FBDEC-1AF3-4715-AA09-479266E2E3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PRACTICE</a:t>
            </a:r>
          </a:p>
        </p:txBody>
      </p:sp>
      <p:sp>
        <p:nvSpPr>
          <p:cNvPr id="3" name="slide-number-time">
            <a:extLst xmlns:a="http://schemas.openxmlformats.org/drawingml/2006/main">
              <a:ext uri="{FF2B5EF4-FFF2-40B4-BE49-F238E27FC236}">
                <a16:creationId xmlns:a16="http://schemas.microsoft.com/office/drawing/2014/main" id="{E419A0B8-80B8-4D04-AA00-03054673B720}"/>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7 / 12  ·  12 min</a:t>
            </a:r>
          </a:p>
        </p:txBody>
      </p:sp>
      <p:sp>
        <p:nvSpPr>
          <p:cNvPr id="4" name="slide-title">
            <a:extLst xmlns:a="http://schemas.openxmlformats.org/drawingml/2006/main">
              <a:ext uri="{FF2B5EF4-FFF2-40B4-BE49-F238E27FC236}">
                <a16:creationId xmlns:a16="http://schemas.microsoft.com/office/drawing/2014/main" id="{B7103CDA-DC45-49C7-8199-AFE03A2C4AD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The story task</a:t>
            </a:r>
          </a:p>
        </p:txBody>
      </p:sp>
      <p:sp>
        <p:nvSpPr>
          <p:cNvPr id="5" name="heading-rule">
            <a:extLst xmlns:a="http://schemas.openxmlformats.org/drawingml/2006/main">
              <a:ext uri="{FF2B5EF4-FFF2-40B4-BE49-F238E27FC236}">
                <a16:creationId xmlns:a16="http://schemas.microsoft.com/office/drawing/2014/main" id="{AE716716-2304-4E68-B71C-7212C01D83C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78B1FBD6-B0E3-4DBA-AE92-B3E0AB199D82}"/>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RSHE-BUILD-A2-W06</a:t>
            </a:r>
          </a:p>
        </p:txBody>
      </p:sp>
      <p:sp>
        <p:nvSpPr>
          <p:cNvPr id="12" name="edition-label">
            <a:extLst xmlns:a="http://schemas.openxmlformats.org/drawingml/2006/main">
              <a:ext uri="{FF2B5EF4-FFF2-40B4-BE49-F238E27FC236}">
                <a16:creationId xmlns:a16="http://schemas.microsoft.com/office/drawing/2014/main" id="{464D54B0-7F69-47C0-8884-FB04772F8A7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1042A2BA-D71F-4608-81F1-56527613E055}"/>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D56143C9-633B-49FB-8C6A-CF18E2F3A1D5}"/>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route is for a made-up young person.</a:t>
            </a:r>
          </a:p>
        </p:txBody>
      </p:sp>
      <p:sp>
        <p:nvSpPr>
          <p:cNvPr id="16" name="body-1">
            <a:extLst xmlns:a="http://schemas.openxmlformats.org/drawingml/2006/main">
              <a:ext uri="{FF2B5EF4-FFF2-40B4-BE49-F238E27FC236}">
                <a16:creationId xmlns:a16="http://schemas.microsoft.com/office/drawing/2014/main" id="{B6D490E7-1C72-4E1B-9DFF-6A51D7CD83AC}"/>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Supported: choose role and request cards.</a:t>
            </a:r>
          </a:p>
        </p:txBody>
      </p:sp>
      <p:sp>
        <p:nvSpPr>
          <p:cNvPr id="17" name="body-2">
            <a:extLst xmlns:a="http://schemas.openxmlformats.org/drawingml/2006/main">
              <a:ext uri="{FF2B5EF4-FFF2-40B4-BE49-F238E27FC236}">
                <a16:creationId xmlns:a16="http://schemas.microsoft.com/office/drawing/2014/main" id="{08901007-A68D-49A8-B527-C521B404D0E8}"/>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Independent: make the route and request.</a:t>
            </a:r>
          </a:p>
        </p:txBody>
      </p:sp>
      <p:sp>
        <p:nvSpPr>
          <p:cNvPr id="18" name="body-3">
            <a:extLst xmlns:a="http://schemas.openxmlformats.org/drawingml/2006/main">
              <a:ext uri="{FF2B5EF4-FFF2-40B4-BE49-F238E27FC236}">
                <a16:creationId xmlns:a16="http://schemas.microsoft.com/office/drawing/2014/main" id="{3EA2B60A-E54D-4F8D-BC00-957C59C26DE0}"/>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Aspire: show a way to ask with an aid.</a:t>
            </a:r>
          </a:p>
        </p:txBody>
      </p:sp>
      <p:sp>
        <p:nvSpPr>
          <p:cNvPr id="19" name="body-4">
            <a:extLst xmlns:a="http://schemas.openxmlformats.org/drawingml/2006/main">
              <a:ext uri="{FF2B5EF4-FFF2-40B4-BE49-F238E27FC236}">
                <a16:creationId xmlns:a16="http://schemas.microsoft.com/office/drawing/2014/main" id="{4583C6A7-E83D-4290-B65B-7B823E667CBC}"/>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Each route keeps a choice if help has not come.</a:t>
            </a:r>
          </a:p>
        </p:txBody>
      </p:sp>
    </p:spTree>
    <p:extLst>
      <p:ext uri="{BB962C8B-B14F-4D97-AF65-F5344CB8AC3E}">
        <p14:creationId xmlns:p14="http://schemas.microsoft.com/office/powerpoint/2010/main" val="16249497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66C44A98-3D93-4F51-B71E-69741D9BC753}"/>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BB347D01-AF7A-441C-95AA-D9DDC8E7E67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YOU DO EVIDENCE</a:t>
            </a:r>
          </a:p>
        </p:txBody>
      </p:sp>
      <p:sp>
        <p:nvSpPr>
          <p:cNvPr id="3" name="slide-number-time">
            <a:extLst xmlns:a="http://schemas.openxmlformats.org/drawingml/2006/main">
              <a:ext uri="{FF2B5EF4-FFF2-40B4-BE49-F238E27FC236}">
                <a16:creationId xmlns:a16="http://schemas.microsoft.com/office/drawing/2014/main" id="{0E908289-E77F-4BCE-B478-BFBAF859EEEF}"/>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8 / 12  ·  6 min</a:t>
            </a:r>
          </a:p>
        </p:txBody>
      </p:sp>
      <p:sp>
        <p:nvSpPr>
          <p:cNvPr id="4" name="slide-title">
            <a:extLst xmlns:a="http://schemas.openxmlformats.org/drawingml/2006/main">
              <a:ext uri="{FF2B5EF4-FFF2-40B4-BE49-F238E27FC236}">
                <a16:creationId xmlns:a16="http://schemas.microsoft.com/office/drawing/2014/main" id="{F44AEF26-FD38-4E07-B155-D8216D2DD38C}"/>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The story record</a:t>
            </a:r>
          </a:p>
        </p:txBody>
      </p:sp>
      <p:sp>
        <p:nvSpPr>
          <p:cNvPr id="5" name="heading-rule">
            <a:extLst xmlns:a="http://schemas.openxmlformats.org/drawingml/2006/main">
              <a:ext uri="{FF2B5EF4-FFF2-40B4-BE49-F238E27FC236}">
                <a16:creationId xmlns:a16="http://schemas.microsoft.com/office/drawing/2014/main" id="{65EC05C6-1DDD-4ED7-9416-85B2792CABF3}"/>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86E837DB-874D-4D98-95F1-0A5EB40AFEE7}"/>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RSHE-BUILD-A2-W06</a:t>
            </a:r>
          </a:p>
        </p:txBody>
      </p:sp>
      <p:sp>
        <p:nvSpPr>
          <p:cNvPr id="13" name="edition-label">
            <a:extLst xmlns:a="http://schemas.openxmlformats.org/drawingml/2006/main">
              <a:ext uri="{FF2B5EF4-FFF2-40B4-BE49-F238E27FC236}">
                <a16:creationId xmlns:a16="http://schemas.microsoft.com/office/drawing/2014/main" id="{BB784062-68CA-4716-9541-FCC2624ADBF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56B640B8-BB08-416A-913B-30884D348613}"/>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39255F30-454A-4B62-B463-8ED37A47597C}"/>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two adult roles in the route.</a:t>
            </a:r>
          </a:p>
        </p:txBody>
      </p:sp>
      <p:sp>
        <p:nvSpPr>
          <p:cNvPr id="17" name="body-1">
            <a:extLst xmlns:a="http://schemas.openxmlformats.org/drawingml/2006/main">
              <a:ext uri="{FF2B5EF4-FFF2-40B4-BE49-F238E27FC236}">
                <a16:creationId xmlns:a16="http://schemas.microsoft.com/office/drawing/2014/main" id="{B400D461-D55C-4F45-8F48-1294C146E800}"/>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the help request for the teen.</a:t>
            </a:r>
          </a:p>
        </p:txBody>
      </p:sp>
      <p:sp>
        <p:nvSpPr>
          <p:cNvPr id="18" name="body-2">
            <a:extLst xmlns:a="http://schemas.openxmlformats.org/drawingml/2006/main">
              <a:ext uri="{FF2B5EF4-FFF2-40B4-BE49-F238E27FC236}">
                <a16:creationId xmlns:a16="http://schemas.microsoft.com/office/drawing/2014/main" id="{8D8AABD9-7E6F-4862-B495-E49E9D6827DA}"/>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Show what to do if the first route does not help.</a:t>
            </a:r>
          </a:p>
        </p:txBody>
      </p:sp>
      <p:sp>
        <p:nvSpPr>
          <p:cNvPr id="19" name="body-3">
            <a:extLst xmlns:a="http://schemas.openxmlformats.org/drawingml/2006/main">
              <a:ext uri="{FF2B5EF4-FFF2-40B4-BE49-F238E27FC236}">
                <a16:creationId xmlns:a16="http://schemas.microsoft.com/office/drawing/2014/main" id="{BE650D55-78CE-4B6C-B594-BF1451CAB65A}"/>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The adult notes the help and any change.</a:t>
            </a:r>
          </a:p>
        </p:txBody>
      </p:sp>
    </p:spTree>
    <p:extLst>
      <p:ext uri="{BB962C8B-B14F-4D97-AF65-F5344CB8AC3E}">
        <p14:creationId xmlns:p14="http://schemas.microsoft.com/office/powerpoint/2010/main" val="672675193"/>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side-rule">
            <a:extLst xmlns:a="http://schemas.openxmlformats.org/drawingml/2006/main">
              <a:ext uri="{FF2B5EF4-FFF2-40B4-BE49-F238E27FC236}">
                <a16:creationId xmlns:a16="http://schemas.microsoft.com/office/drawing/2014/main" id="{6D99B899-E3BF-49C2-AF68-6D6CF114418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539133E1-A8EA-4557-ABD0-F0F049DC8CF7}"/>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TIDY AND EVIDENCE CHECK</a:t>
            </a:r>
          </a:p>
        </p:txBody>
      </p:sp>
      <p:sp>
        <p:nvSpPr>
          <p:cNvPr id="3" name="slide-number-time">
            <a:extLst xmlns:a="http://schemas.openxmlformats.org/drawingml/2006/main">
              <a:ext uri="{FF2B5EF4-FFF2-40B4-BE49-F238E27FC236}">
                <a16:creationId xmlns:a16="http://schemas.microsoft.com/office/drawing/2014/main" id="{D74A83CD-4D73-4E4A-B78C-D8D074F8EC58}"/>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9 / 12  ·  4 min</a:t>
            </a:r>
          </a:p>
        </p:txBody>
      </p:sp>
      <p:sp>
        <p:nvSpPr>
          <p:cNvPr id="4" name="slide-title">
            <a:extLst xmlns:a="http://schemas.openxmlformats.org/drawingml/2006/main">
              <a:ext uri="{FF2B5EF4-FFF2-40B4-BE49-F238E27FC236}">
                <a16:creationId xmlns:a16="http://schemas.microsoft.com/office/drawing/2014/main" id="{35FC91DF-147B-4BBB-8617-27DEAEDBA17E}"/>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Tidy and check</a:t>
            </a:r>
          </a:p>
        </p:txBody>
      </p:sp>
      <p:sp>
        <p:nvSpPr>
          <p:cNvPr id="5" name="heading-rule">
            <a:extLst xmlns:a="http://schemas.openxmlformats.org/drawingml/2006/main">
              <a:ext uri="{FF2B5EF4-FFF2-40B4-BE49-F238E27FC236}">
                <a16:creationId xmlns:a16="http://schemas.microsoft.com/office/drawing/2014/main" id="{5D051C0A-7299-461B-B2A0-C9E66A73DDB0}"/>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4" name="printed-id">
            <a:extLst xmlns:a="http://schemas.openxmlformats.org/drawingml/2006/main">
              <a:ext uri="{FF2B5EF4-FFF2-40B4-BE49-F238E27FC236}">
                <a16:creationId xmlns:a16="http://schemas.microsoft.com/office/drawing/2014/main" id="{FCC4FAC5-3A9D-4290-89BD-E0E63D688C2F}"/>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RSHE-BUILD-A2-W06</a:t>
            </a:r>
          </a:p>
        </p:txBody>
      </p:sp>
      <p:sp>
        <p:nvSpPr>
          <p:cNvPr id="15" name="edition-label">
            <a:extLst xmlns:a="http://schemas.openxmlformats.org/drawingml/2006/main">
              <a:ext uri="{FF2B5EF4-FFF2-40B4-BE49-F238E27FC236}">
                <a16:creationId xmlns:a16="http://schemas.microsoft.com/office/drawing/2014/main" id="{D9053BBE-8E7B-41BA-A413-FA20D299185B}"/>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6" name="licence-credit">
            <a:extLst xmlns:a="http://schemas.openxmlformats.org/drawingml/2006/main">
              <a:ext uri="{FF2B5EF4-FFF2-40B4-BE49-F238E27FC236}">
                <a16:creationId xmlns:a16="http://schemas.microsoft.com/office/drawing/2014/main" id="{0FA6775F-4A85-43BE-A6BA-4F00B61D6129}"/>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8" name="step-number-0">
            <a:extLst xmlns:a="http://schemas.openxmlformats.org/drawingml/2006/main">
              <a:ext uri="{FF2B5EF4-FFF2-40B4-BE49-F238E27FC236}">
                <a16:creationId xmlns:a16="http://schemas.microsoft.com/office/drawing/2014/main" id="{087B79DB-B13D-4C00-8AD4-C621817E4ADF}"/>
              </a:ext>
            </a:extLst>
          </p:cNvPr>
          <p:cNvSpPr>
            <a:spLocks xmlns:a="http://schemas.openxmlformats.org/drawingml/2006/main" noGrp="1"/>
          </p:cNvSpPr>
          <p:nvPr/>
        </p:nvSpPr>
        <p:spPr>
          <a:xfrm xmlns:a="http://schemas.openxmlformats.org/drawingml/2006/main">
            <a:off x="609600" y="167640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1</a:t>
            </a:r>
          </a:p>
        </p:txBody>
      </p:sp>
      <p:sp>
        <p:nvSpPr>
          <p:cNvPr id="19" name="body-0">
            <a:extLst xmlns:a="http://schemas.openxmlformats.org/drawingml/2006/main">
              <a:ext uri="{FF2B5EF4-FFF2-40B4-BE49-F238E27FC236}">
                <a16:creationId xmlns:a16="http://schemas.microsoft.com/office/drawing/2014/main" id="{EFF555BC-8EEA-48FD-8C9B-0D66683B0A36}"/>
              </a:ext>
            </a:extLst>
          </p:cNvPr>
          <p:cNvSpPr>
            <a:spLocks xmlns:a="http://schemas.openxmlformats.org/drawingml/2006/main" noGrp="1"/>
          </p:cNvSpPr>
          <p:nvPr/>
        </p:nvSpPr>
        <p:spPr>
          <a:xfrm xmlns:a="http://schemas.openxmlformats.org/drawingml/2006/main">
            <a:off x="1200150" y="167640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the work about the made-up person.</a:t>
            </a:r>
          </a:p>
        </p:txBody>
      </p:sp>
      <p:sp>
        <p:nvSpPr>
          <p:cNvPr id="20" name="step-number-1">
            <a:extLst xmlns:a="http://schemas.openxmlformats.org/drawingml/2006/main">
              <a:ext uri="{FF2B5EF4-FFF2-40B4-BE49-F238E27FC236}">
                <a16:creationId xmlns:a16="http://schemas.microsoft.com/office/drawing/2014/main" id="{C413AB4A-46AA-4E82-B169-6983E9E0B43B}"/>
              </a:ext>
            </a:extLst>
          </p:cNvPr>
          <p:cNvSpPr>
            <a:spLocks xmlns:a="http://schemas.openxmlformats.org/drawingml/2006/main" noGrp="1"/>
          </p:cNvSpPr>
          <p:nvPr/>
        </p:nvSpPr>
        <p:spPr>
          <a:xfrm xmlns:a="http://schemas.openxmlformats.org/drawingml/2006/main">
            <a:off x="609600" y="219646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2</a:t>
            </a:r>
          </a:p>
        </p:txBody>
      </p:sp>
      <p:sp>
        <p:nvSpPr>
          <p:cNvPr id="21" name="body-1">
            <a:extLst xmlns:a="http://schemas.openxmlformats.org/drawingml/2006/main">
              <a:ext uri="{FF2B5EF4-FFF2-40B4-BE49-F238E27FC236}">
                <a16:creationId xmlns:a16="http://schemas.microsoft.com/office/drawing/2014/main" id="{7C8BF745-D880-47F7-B45F-9EF87BFBF3DB}"/>
              </a:ext>
            </a:extLst>
          </p:cNvPr>
          <p:cNvSpPr>
            <a:spLocks xmlns:a="http://schemas.openxmlformats.org/drawingml/2006/main" noGrp="1"/>
          </p:cNvSpPr>
          <p:nvPr/>
        </p:nvSpPr>
        <p:spPr>
          <a:xfrm xmlns:a="http://schemas.openxmlformats.org/drawingml/2006/main">
            <a:off x="1200150" y="219646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Keep each story and its response together.</a:t>
            </a:r>
          </a:p>
        </p:txBody>
      </p:sp>
      <p:sp>
        <p:nvSpPr>
          <p:cNvPr id="22" name="step-number-2">
            <a:extLst xmlns:a="http://schemas.openxmlformats.org/drawingml/2006/main">
              <a:ext uri="{FF2B5EF4-FFF2-40B4-BE49-F238E27FC236}">
                <a16:creationId xmlns:a16="http://schemas.microsoft.com/office/drawing/2014/main" id="{8ACC7B68-7ACB-459D-9247-0B3147F1F0D9}"/>
              </a:ext>
            </a:extLst>
          </p:cNvPr>
          <p:cNvSpPr>
            <a:spLocks xmlns:a="http://schemas.openxmlformats.org/drawingml/2006/main" noGrp="1"/>
          </p:cNvSpPr>
          <p:nvPr/>
        </p:nvSpPr>
        <p:spPr>
          <a:xfrm xmlns:a="http://schemas.openxmlformats.org/drawingml/2006/main">
            <a:off x="609600" y="2716530"/>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3</a:t>
            </a:r>
          </a:p>
        </p:txBody>
      </p:sp>
      <p:sp>
        <p:nvSpPr>
          <p:cNvPr id="23" name="body-2">
            <a:extLst xmlns:a="http://schemas.openxmlformats.org/drawingml/2006/main">
              <a:ext uri="{FF2B5EF4-FFF2-40B4-BE49-F238E27FC236}">
                <a16:creationId xmlns:a16="http://schemas.microsoft.com/office/drawing/2014/main" id="{31AFDBC3-92F9-4C91-941F-C1B505420F6C}"/>
              </a:ext>
            </a:extLst>
          </p:cNvPr>
          <p:cNvSpPr>
            <a:spLocks xmlns:a="http://schemas.openxmlformats.org/drawingml/2006/main" noGrp="1"/>
          </p:cNvSpPr>
          <p:nvPr/>
        </p:nvSpPr>
        <p:spPr>
          <a:xfrm xmlns:a="http://schemas.openxmlformats.org/drawingml/2006/main">
            <a:off x="1200150" y="2716530"/>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The adult notes the help and any change.</a:t>
            </a:r>
          </a:p>
        </p:txBody>
      </p:sp>
      <p:sp>
        <p:nvSpPr>
          <p:cNvPr id="24" name="step-number-3">
            <a:extLst xmlns:a="http://schemas.openxmlformats.org/drawingml/2006/main">
              <a:ext uri="{FF2B5EF4-FFF2-40B4-BE49-F238E27FC236}">
                <a16:creationId xmlns:a16="http://schemas.microsoft.com/office/drawing/2014/main" id="{21BDBCB0-4ED5-4F35-ADB5-9F2511A34D83}"/>
              </a:ext>
            </a:extLst>
          </p:cNvPr>
          <p:cNvSpPr>
            <a:spLocks xmlns:a="http://schemas.openxmlformats.org/drawingml/2006/main" noGrp="1"/>
          </p:cNvSpPr>
          <p:nvPr/>
        </p:nvSpPr>
        <p:spPr>
          <a:xfrm xmlns:a="http://schemas.openxmlformats.org/drawingml/2006/main">
            <a:off x="609600" y="3236595"/>
            <a:ext cx="438150" cy="34861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176A6A"/>
                </a:solidFill>
                <a:latin typeface="Arial"/>
                <a:ea typeface="Arial"/>
                <a:cs typeface="Arial"/>
              </a:defRPr>
            </a:defPPr>
            <a:lvl1pPr algn="l">
              <a:buNone/>
              <a:defRPr sz="2475" b="1">
                <a:solidFill>
                  <a:srgbClr val="176A6A"/>
                </a:solidFill>
                <a:latin typeface="Arial"/>
                <a:ea typeface="Arial"/>
                <a:cs typeface="Arial"/>
              </a:defRPr>
            </a:lvl1pPr>
            <a:lvl2pPr algn="l">
              <a:buNone/>
              <a:defRPr sz="2475" b="1">
                <a:solidFill>
                  <a:srgbClr val="176A6A"/>
                </a:solidFill>
                <a:latin typeface="Arial"/>
                <a:ea typeface="Arial"/>
                <a:cs typeface="Arial"/>
              </a:defRPr>
            </a:lvl2pPr>
            <a:lvl3pPr algn="l">
              <a:buNone/>
              <a:defRPr sz="2475" b="1">
                <a:solidFill>
                  <a:srgbClr val="176A6A"/>
                </a:solidFill>
                <a:latin typeface="Arial"/>
                <a:ea typeface="Arial"/>
                <a:cs typeface="Arial"/>
              </a:defRPr>
            </a:lvl3pPr>
            <a:lvl4pPr algn="l">
              <a:buNone/>
              <a:defRPr sz="2475" b="1">
                <a:solidFill>
                  <a:srgbClr val="176A6A"/>
                </a:solidFill>
                <a:latin typeface="Arial"/>
                <a:ea typeface="Arial"/>
                <a:cs typeface="Arial"/>
              </a:defRPr>
            </a:lvl4pPr>
            <a:lvl5pPr algn="l">
              <a:buNone/>
              <a:defRPr sz="2475" b="1">
                <a:solidFill>
                  <a:srgbClr val="176A6A"/>
                </a:solidFill>
                <a:latin typeface="Arial"/>
                <a:ea typeface="Arial"/>
                <a:cs typeface="Arial"/>
              </a:defRPr>
            </a:lvl5pPr>
            <a:lvl6pPr algn="l">
              <a:buNone/>
              <a:defRPr sz="2475" b="1">
                <a:solidFill>
                  <a:srgbClr val="176A6A"/>
                </a:solidFill>
                <a:latin typeface="Arial"/>
                <a:ea typeface="Arial"/>
                <a:cs typeface="Arial"/>
              </a:defRPr>
            </a:lvl6pPr>
            <a:lvl7pPr algn="l">
              <a:buNone/>
              <a:defRPr sz="2475" b="1">
                <a:solidFill>
                  <a:srgbClr val="176A6A"/>
                </a:solidFill>
                <a:latin typeface="Arial"/>
                <a:ea typeface="Arial"/>
                <a:cs typeface="Arial"/>
              </a:defRPr>
            </a:lvl7pPr>
            <a:lvl8pPr algn="l">
              <a:buNone/>
              <a:defRPr sz="2475" b="1">
                <a:solidFill>
                  <a:srgbClr val="176A6A"/>
                </a:solidFill>
                <a:latin typeface="Arial"/>
                <a:ea typeface="Arial"/>
                <a:cs typeface="Arial"/>
              </a:defRPr>
            </a:lvl8pPr>
            <a:lvl9pPr algn="l">
              <a:buNone/>
              <a:defRPr sz="2475" b="1">
                <a:solidFill>
                  <a:srgbClr val="176A6A"/>
                </a:solidFill>
                <a:latin typeface="Arial"/>
                <a:ea typeface="Arial"/>
                <a:cs typeface="Arial"/>
              </a:defRPr>
            </a:lvl9pPr>
          </a:lstStyle>
          <a:p xmlns:a="http://schemas.openxmlformats.org/drawingml/2006/main">
            <a:pPr algn="l">
              <a:buNone/>
              <a:defRPr sz="2475" b="1">
                <a:solidFill>
                  <a:srgbClr val="176A6A"/>
                </a:solidFill>
                <a:latin typeface="Arial"/>
                <a:ea typeface="Arial"/>
                <a:cs typeface="Arial"/>
              </a:defRPr>
            </a:pPr>
            <a:r>
              <a:rPr sz="2475" b="1">
                <a:solidFill>
                  <a:srgbClr val="176A6A"/>
                </a:solidFill>
                <a:latin typeface="Arial"/>
                <a:ea typeface="Arial"/>
                <a:cs typeface="Arial"/>
              </a:rPr>
              <a:t>4</a:t>
            </a:r>
          </a:p>
        </p:txBody>
      </p:sp>
      <p:sp>
        <p:nvSpPr>
          <p:cNvPr id="25" name="body-3">
            <a:extLst xmlns:a="http://schemas.openxmlformats.org/drawingml/2006/main">
              <a:ext uri="{FF2B5EF4-FFF2-40B4-BE49-F238E27FC236}">
                <a16:creationId xmlns:a16="http://schemas.microsoft.com/office/drawing/2014/main" id="{11DBDF86-9217-4206-908E-A4E9A9C073B9}"/>
              </a:ext>
            </a:extLst>
          </p:cNvPr>
          <p:cNvSpPr>
            <a:spLocks xmlns:a="http://schemas.openxmlformats.org/drawingml/2006/main" noGrp="1"/>
          </p:cNvSpPr>
          <p:nvPr/>
        </p:nvSpPr>
        <p:spPr>
          <a:xfrm xmlns:a="http://schemas.openxmlformats.org/drawingml/2006/main">
            <a:off x="1200150" y="3236595"/>
            <a:ext cx="1038225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Which next step could help the person?</a:t>
            </a:r>
          </a:p>
        </p:txBody>
      </p:sp>
    </p:spTree>
    <p:extLst>
      <p:ext uri="{BB962C8B-B14F-4D97-AF65-F5344CB8AC3E}">
        <p14:creationId xmlns:p14="http://schemas.microsoft.com/office/powerpoint/2010/main" val="65731375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ide-rule">
            <a:extLst xmlns:a="http://schemas.openxmlformats.org/drawingml/2006/main">
              <a:ext uri="{FF2B5EF4-FFF2-40B4-BE49-F238E27FC236}">
                <a16:creationId xmlns:a16="http://schemas.microsoft.com/office/drawing/2014/main" id="{59C9C49A-1ECE-4C68-AA48-8F45006DD9DF}"/>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E9D7B1B8-710A-4637-AD51-BB394286BE5D}"/>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EXIT TICKET</a:t>
            </a:r>
          </a:p>
        </p:txBody>
      </p:sp>
      <p:sp>
        <p:nvSpPr>
          <p:cNvPr id="3" name="slide-number-time">
            <a:extLst xmlns:a="http://schemas.openxmlformats.org/drawingml/2006/main">
              <a:ext uri="{FF2B5EF4-FFF2-40B4-BE49-F238E27FC236}">
                <a16:creationId xmlns:a16="http://schemas.microsoft.com/office/drawing/2014/main" id="{66109A82-556F-4CF9-B5DC-048C49CC5455}"/>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10 / 12  ·  2 min</a:t>
            </a:r>
          </a:p>
        </p:txBody>
      </p:sp>
      <p:sp>
        <p:nvSpPr>
          <p:cNvPr id="4" name="slide-title">
            <a:extLst xmlns:a="http://schemas.openxmlformats.org/drawingml/2006/main">
              <a:ext uri="{FF2B5EF4-FFF2-40B4-BE49-F238E27FC236}">
                <a16:creationId xmlns:a16="http://schemas.microsoft.com/office/drawing/2014/main" id="{64E39EA1-F3DB-4E05-BB09-794112D7B4A7}"/>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Exit task</a:t>
            </a:r>
          </a:p>
        </p:txBody>
      </p:sp>
      <p:sp>
        <p:nvSpPr>
          <p:cNvPr id="5" name="heading-rule">
            <a:extLst xmlns:a="http://schemas.openxmlformats.org/drawingml/2006/main">
              <a:ext uri="{FF2B5EF4-FFF2-40B4-BE49-F238E27FC236}">
                <a16:creationId xmlns:a16="http://schemas.microsoft.com/office/drawing/2014/main" id="{0A4497D4-A50A-4696-9DCC-0A2E8DE99BE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9" name="printed-id">
            <a:extLst xmlns:a="http://schemas.openxmlformats.org/drawingml/2006/main">
              <a:ext uri="{FF2B5EF4-FFF2-40B4-BE49-F238E27FC236}">
                <a16:creationId xmlns:a16="http://schemas.microsoft.com/office/drawing/2014/main" id="{932148A5-B336-4611-A94A-0D8133BB92F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RSHE-BUILD-A2-W06</a:t>
            </a:r>
          </a:p>
        </p:txBody>
      </p:sp>
      <p:sp>
        <p:nvSpPr>
          <p:cNvPr id="10" name="edition-label">
            <a:extLst xmlns:a="http://schemas.openxmlformats.org/drawingml/2006/main">
              <a:ext uri="{FF2B5EF4-FFF2-40B4-BE49-F238E27FC236}">
                <a16:creationId xmlns:a16="http://schemas.microsoft.com/office/drawing/2014/main" id="{5BDFC492-DAA3-45FD-974E-5934DD86EACE}"/>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1" name="licence-credit">
            <a:extLst xmlns:a="http://schemas.openxmlformats.org/drawingml/2006/main">
              <a:ext uri="{FF2B5EF4-FFF2-40B4-BE49-F238E27FC236}">
                <a16:creationId xmlns:a16="http://schemas.microsoft.com/office/drawing/2014/main" id="{684DD80D-ABF7-4E04-914D-90124C59383E}"/>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3" name="body-0">
            <a:extLst xmlns:a="http://schemas.openxmlformats.org/drawingml/2006/main">
              <a:ext uri="{FF2B5EF4-FFF2-40B4-BE49-F238E27FC236}">
                <a16:creationId xmlns:a16="http://schemas.microsoft.com/office/drawing/2014/main" id="{65D257E5-CECE-41DE-9AB8-111EC1B098FF}"/>
              </a:ext>
            </a:extLst>
          </p:cNvPr>
          <p:cNvSpPr>
            <a:spLocks xmlns:a="http://schemas.openxmlformats.org/drawingml/2006/main" noGrp="1"/>
          </p:cNvSpPr>
          <p:nvPr/>
        </p:nvSpPr>
        <p:spPr>
          <a:xfrm xmlns:a="http://schemas.openxmlformats.org/drawingml/2006/main">
            <a:off x="609600" y="167640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Who else could help if the tutor is away?</a:t>
            </a:r>
          </a:p>
        </p:txBody>
      </p:sp>
      <p:sp>
        <p:nvSpPr>
          <p:cNvPr id="14" name="body-1">
            <a:extLst xmlns:a="http://schemas.openxmlformats.org/drawingml/2006/main">
              <a:ext uri="{FF2B5EF4-FFF2-40B4-BE49-F238E27FC236}">
                <a16:creationId xmlns:a16="http://schemas.microsoft.com/office/drawing/2014/main" id="{6F4C84B4-AD02-4D06-85D4-17AEF7372EE5}"/>
              </a:ext>
            </a:extLst>
          </p:cNvPr>
          <p:cNvSpPr>
            <a:spLocks xmlns:a="http://schemas.openxmlformats.org/drawingml/2006/main" noGrp="1"/>
          </p:cNvSpPr>
          <p:nvPr/>
        </p:nvSpPr>
        <p:spPr>
          <a:xfrm xmlns:a="http://schemas.openxmlformats.org/drawingml/2006/main">
            <a:off x="609600" y="2196465"/>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How could the teen ask without speech?</a:t>
            </a:r>
          </a:p>
        </p:txBody>
      </p:sp>
      <p:sp>
        <p:nvSpPr>
          <p:cNvPr id="15" name="body-2">
            <a:extLst xmlns:a="http://schemas.openxmlformats.org/drawingml/2006/main">
              <a:ext uri="{FF2B5EF4-FFF2-40B4-BE49-F238E27FC236}">
                <a16:creationId xmlns:a16="http://schemas.microsoft.com/office/drawing/2014/main" id="{B480E7FE-B5BC-4A66-80F3-704BD1D4F1B3}"/>
              </a:ext>
            </a:extLst>
          </p:cNvPr>
          <p:cNvSpPr>
            <a:spLocks xmlns:a="http://schemas.openxmlformats.org/drawingml/2006/main" noGrp="1"/>
          </p:cNvSpPr>
          <p:nvPr/>
        </p:nvSpPr>
        <p:spPr>
          <a:xfrm xmlns:a="http://schemas.openxmlformats.org/drawingml/2006/main">
            <a:off x="609600" y="2716530"/>
            <a:ext cx="10972800" cy="39624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17384A"/>
                </a:solidFill>
                <a:latin typeface="Arial"/>
                <a:ea typeface="Arial"/>
                <a:cs typeface="Arial"/>
              </a:defRPr>
            </a:defPPr>
            <a:lvl1pPr algn="l">
              <a:buNone/>
              <a:defRPr sz="2250" b="0">
                <a:solidFill>
                  <a:srgbClr val="17384A"/>
                </a:solidFill>
                <a:latin typeface="Arial"/>
                <a:ea typeface="Arial"/>
                <a:cs typeface="Arial"/>
              </a:defRPr>
            </a:lvl1pPr>
            <a:lvl2pPr algn="l">
              <a:buNone/>
              <a:defRPr sz="2250" b="0">
                <a:solidFill>
                  <a:srgbClr val="17384A"/>
                </a:solidFill>
                <a:latin typeface="Arial"/>
                <a:ea typeface="Arial"/>
                <a:cs typeface="Arial"/>
              </a:defRPr>
            </a:lvl2pPr>
            <a:lvl3pPr algn="l">
              <a:buNone/>
              <a:defRPr sz="2250" b="0">
                <a:solidFill>
                  <a:srgbClr val="17384A"/>
                </a:solidFill>
                <a:latin typeface="Arial"/>
                <a:ea typeface="Arial"/>
                <a:cs typeface="Arial"/>
              </a:defRPr>
            </a:lvl3pPr>
            <a:lvl4pPr algn="l">
              <a:buNone/>
              <a:defRPr sz="2250" b="0">
                <a:solidFill>
                  <a:srgbClr val="17384A"/>
                </a:solidFill>
                <a:latin typeface="Arial"/>
                <a:ea typeface="Arial"/>
                <a:cs typeface="Arial"/>
              </a:defRPr>
            </a:lvl4pPr>
            <a:lvl5pPr algn="l">
              <a:buNone/>
              <a:defRPr sz="2250" b="0">
                <a:solidFill>
                  <a:srgbClr val="17384A"/>
                </a:solidFill>
                <a:latin typeface="Arial"/>
                <a:ea typeface="Arial"/>
                <a:cs typeface="Arial"/>
              </a:defRPr>
            </a:lvl5pPr>
            <a:lvl6pPr algn="l">
              <a:buNone/>
              <a:defRPr sz="2250" b="0">
                <a:solidFill>
                  <a:srgbClr val="17384A"/>
                </a:solidFill>
                <a:latin typeface="Arial"/>
                <a:ea typeface="Arial"/>
                <a:cs typeface="Arial"/>
              </a:defRPr>
            </a:lvl6pPr>
            <a:lvl7pPr algn="l">
              <a:buNone/>
              <a:defRPr sz="2250" b="0">
                <a:solidFill>
                  <a:srgbClr val="17384A"/>
                </a:solidFill>
                <a:latin typeface="Arial"/>
                <a:ea typeface="Arial"/>
                <a:cs typeface="Arial"/>
              </a:defRPr>
            </a:lvl7pPr>
            <a:lvl8pPr algn="l">
              <a:buNone/>
              <a:defRPr sz="2250" b="0">
                <a:solidFill>
                  <a:srgbClr val="17384A"/>
                </a:solidFill>
                <a:latin typeface="Arial"/>
                <a:ea typeface="Arial"/>
                <a:cs typeface="Arial"/>
              </a:defRPr>
            </a:lvl8pPr>
            <a:lvl9pPr algn="l">
              <a:buNone/>
              <a:defRPr sz="2250" b="0">
                <a:solidFill>
                  <a:srgbClr val="17384A"/>
                </a:solidFill>
                <a:latin typeface="Arial"/>
                <a:ea typeface="Arial"/>
                <a:cs typeface="Arial"/>
              </a:defRPr>
            </a:lvl9pPr>
          </a:lstStyle>
          <a:p xmlns:a="http://schemas.openxmlformats.org/drawingml/2006/main">
            <a:pPr algn="l">
              <a:buNone/>
              <a:defRPr sz="2250" b="0">
                <a:solidFill>
                  <a:srgbClr val="17384A"/>
                </a:solidFill>
                <a:latin typeface="Arial"/>
                <a:ea typeface="Arial"/>
                <a:cs typeface="Arial"/>
              </a:defRPr>
            </a:pPr>
            <a:r>
              <a:rPr sz="2250" b="0">
                <a:solidFill>
                  <a:srgbClr val="17384A"/>
                </a:solidFill>
                <a:latin typeface="Arial"/>
                <a:ea typeface="Arial"/>
                <a:cs typeface="Arial"/>
              </a:rPr>
              <a:t>What if the teen needs help right now?</a:t>
            </a:r>
          </a:p>
        </p:txBody>
      </p:sp>
    </p:spTree>
    <p:extLst>
      <p:ext uri="{BB962C8B-B14F-4D97-AF65-F5344CB8AC3E}">
        <p14:creationId xmlns:p14="http://schemas.microsoft.com/office/powerpoint/2010/main" val="21604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side-rule">
            <a:extLst xmlns:a="http://schemas.openxmlformats.org/drawingml/2006/main">
              <a:ext uri="{FF2B5EF4-FFF2-40B4-BE49-F238E27FC236}">
                <a16:creationId xmlns:a16="http://schemas.microsoft.com/office/drawing/2014/main" id="{D7E27DC8-5780-4C6F-967F-69F5095E01FE}"/>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10CD50A6-479A-42E3-9889-EC0655F086C0}"/>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VOCABULARY</a:t>
            </a:r>
          </a:p>
        </p:txBody>
      </p:sp>
      <p:sp>
        <p:nvSpPr>
          <p:cNvPr id="3" name="slide-number-time">
            <a:extLst xmlns:a="http://schemas.openxmlformats.org/drawingml/2006/main">
              <a:ext uri="{FF2B5EF4-FFF2-40B4-BE49-F238E27FC236}">
                <a16:creationId xmlns:a16="http://schemas.microsoft.com/office/drawing/2014/main" id="{71513864-1F44-47A2-8AB0-36023EBE7FDC}"/>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11 / 12</a:t>
            </a:r>
          </a:p>
        </p:txBody>
      </p:sp>
      <p:sp>
        <p:nvSpPr>
          <p:cNvPr id="4" name="slide-title">
            <a:extLst xmlns:a="http://schemas.openxmlformats.org/drawingml/2006/main">
              <a:ext uri="{FF2B5EF4-FFF2-40B4-BE49-F238E27FC236}">
                <a16:creationId xmlns:a16="http://schemas.microsoft.com/office/drawing/2014/main" id="{60AC37AA-F3B2-4D83-838F-55D3F1781463}"/>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Words that help</a:t>
            </a:r>
          </a:p>
        </p:txBody>
      </p:sp>
      <p:sp>
        <p:nvSpPr>
          <p:cNvPr id="5" name="heading-rule">
            <a:extLst xmlns:a="http://schemas.openxmlformats.org/drawingml/2006/main">
              <a:ext uri="{FF2B5EF4-FFF2-40B4-BE49-F238E27FC236}">
                <a16:creationId xmlns:a16="http://schemas.microsoft.com/office/drawing/2014/main" id="{A88D4494-77DD-42F8-A953-8F665FD2C3F1}"/>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2" name="printed-id">
            <a:extLst xmlns:a="http://schemas.openxmlformats.org/drawingml/2006/main">
              <a:ext uri="{FF2B5EF4-FFF2-40B4-BE49-F238E27FC236}">
                <a16:creationId xmlns:a16="http://schemas.microsoft.com/office/drawing/2014/main" id="{A55B9542-E345-4C7A-A0EC-BB2D0E57999A}"/>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RSHE-BUILD-A2-W06</a:t>
            </a:r>
          </a:p>
        </p:txBody>
      </p:sp>
      <p:sp>
        <p:nvSpPr>
          <p:cNvPr id="13" name="edition-label">
            <a:extLst xmlns:a="http://schemas.openxmlformats.org/drawingml/2006/main">
              <a:ext uri="{FF2B5EF4-FFF2-40B4-BE49-F238E27FC236}">
                <a16:creationId xmlns:a16="http://schemas.microsoft.com/office/drawing/2014/main" id="{79C90A18-ACEE-4E26-A658-19337AA53014}"/>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4" name="licence-credit">
            <a:extLst xmlns:a="http://schemas.openxmlformats.org/drawingml/2006/main">
              <a:ext uri="{FF2B5EF4-FFF2-40B4-BE49-F238E27FC236}">
                <a16:creationId xmlns:a16="http://schemas.microsoft.com/office/drawing/2014/main" id="{B8C65DA7-B3D3-4863-BFEB-F8AC4C662AAF}"/>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6" name="body-0">
            <a:extLst xmlns:a="http://schemas.openxmlformats.org/drawingml/2006/main">
              <a:ext uri="{FF2B5EF4-FFF2-40B4-BE49-F238E27FC236}">
                <a16:creationId xmlns:a16="http://schemas.microsoft.com/office/drawing/2014/main" id="{AD5ECC91-FF83-473B-A80F-A2DCEA5EA4F5}"/>
              </a:ext>
            </a:extLst>
          </p:cNvPr>
          <p:cNvSpPr>
            <a:spLocks xmlns:a="http://schemas.openxmlformats.org/drawingml/2006/main" noGrp="1"/>
          </p:cNvSpPr>
          <p:nvPr/>
        </p:nvSpPr>
        <p:spPr>
          <a:xfrm xmlns:a="http://schemas.openxmlformats.org/drawingml/2006/main">
            <a:off x="609600" y="1714500"/>
            <a:ext cx="5219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Worry: Something that feels wrong or unsafe.</a:t>
            </a:r>
          </a:p>
        </p:txBody>
      </p:sp>
      <p:sp>
        <p:nvSpPr>
          <p:cNvPr id="17" name="body-1">
            <a:extLst xmlns:a="http://schemas.openxmlformats.org/drawingml/2006/main">
              <a:ext uri="{FF2B5EF4-FFF2-40B4-BE49-F238E27FC236}">
                <a16:creationId xmlns:a16="http://schemas.microsoft.com/office/drawing/2014/main" id="{88C68CAC-CA38-4207-B855-B297B6EF22BE}"/>
              </a:ext>
            </a:extLst>
          </p:cNvPr>
          <p:cNvSpPr>
            <a:spLocks xmlns:a="http://schemas.openxmlformats.org/drawingml/2006/main" noGrp="1"/>
          </p:cNvSpPr>
          <p:nvPr/>
        </p:nvSpPr>
        <p:spPr>
          <a:xfrm xmlns:a="http://schemas.openxmlformats.org/drawingml/2006/main">
            <a:off x="609600" y="2762250"/>
            <a:ext cx="5219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Trusted adult: An adult a person trusts to listen and help.</a:t>
            </a:r>
          </a:p>
        </p:txBody>
      </p:sp>
      <p:sp>
        <p:nvSpPr>
          <p:cNvPr id="18" name="body-2">
            <a:extLst xmlns:a="http://schemas.openxmlformats.org/drawingml/2006/main">
              <a:ext uri="{FF2B5EF4-FFF2-40B4-BE49-F238E27FC236}">
                <a16:creationId xmlns:a16="http://schemas.microsoft.com/office/drawing/2014/main" id="{98BB6F30-A928-488D-96C8-5767784E31A6}"/>
              </a:ext>
            </a:extLst>
          </p:cNvPr>
          <p:cNvSpPr>
            <a:spLocks xmlns:a="http://schemas.openxmlformats.org/drawingml/2006/main" noGrp="1"/>
          </p:cNvSpPr>
          <p:nvPr/>
        </p:nvSpPr>
        <p:spPr>
          <a:xfrm xmlns:a="http://schemas.openxmlformats.org/drawingml/2006/main">
            <a:off x="609600" y="3810000"/>
            <a:ext cx="5219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Request: An act of asking for help or a thing.</a:t>
            </a:r>
          </a:p>
        </p:txBody>
      </p:sp>
      <p:sp>
        <p:nvSpPr>
          <p:cNvPr id="19" name="body-3">
            <a:extLst xmlns:a="http://schemas.openxmlformats.org/drawingml/2006/main">
              <a:ext uri="{FF2B5EF4-FFF2-40B4-BE49-F238E27FC236}">
                <a16:creationId xmlns:a16="http://schemas.microsoft.com/office/drawing/2014/main" id="{C20DEC5F-CD4B-4158-AF0D-E60254BF4CDF}"/>
              </a:ext>
            </a:extLst>
          </p:cNvPr>
          <p:cNvSpPr>
            <a:spLocks xmlns:a="http://schemas.openxmlformats.org/drawingml/2006/main" noGrp="1"/>
          </p:cNvSpPr>
          <p:nvPr/>
        </p:nvSpPr>
        <p:spPr>
          <a:xfrm xmlns:a="http://schemas.openxmlformats.org/drawingml/2006/main">
            <a:off x="609600" y="4857750"/>
            <a:ext cx="5219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Route: A way to get help.</a:t>
            </a:r>
          </a:p>
        </p:txBody>
      </p:sp>
      <p:sp>
        <p:nvSpPr>
          <p:cNvPr id="20" name="body-0">
            <a:extLst xmlns:a="http://schemas.openxmlformats.org/drawingml/2006/main">
              <a:ext uri="{FF2B5EF4-FFF2-40B4-BE49-F238E27FC236}">
                <a16:creationId xmlns:a16="http://schemas.microsoft.com/office/drawing/2014/main" id="{E1D697A6-2187-411F-9F04-95AEDEFD8F1F}"/>
              </a:ext>
            </a:extLst>
          </p:cNvPr>
          <p:cNvSpPr>
            <a:spLocks xmlns:a="http://schemas.openxmlformats.org/drawingml/2006/main" noGrp="1"/>
          </p:cNvSpPr>
          <p:nvPr/>
        </p:nvSpPr>
        <p:spPr>
          <a:xfrm xmlns:a="http://schemas.openxmlformats.org/drawingml/2006/main">
            <a:off x="6362700" y="1714500"/>
            <a:ext cx="5219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Reply: An answer in words, signs or an aid.</a:t>
            </a:r>
          </a:p>
        </p:txBody>
      </p:sp>
      <p:sp>
        <p:nvSpPr>
          <p:cNvPr id="21" name="body-1">
            <a:extLst xmlns:a="http://schemas.openxmlformats.org/drawingml/2006/main">
              <a:ext uri="{FF2B5EF4-FFF2-40B4-BE49-F238E27FC236}">
                <a16:creationId xmlns:a16="http://schemas.microsoft.com/office/drawing/2014/main" id="{CBDB7742-827E-4DF1-ADBF-52ACD82E81C1}"/>
              </a:ext>
            </a:extLst>
          </p:cNvPr>
          <p:cNvSpPr>
            <a:spLocks xmlns:a="http://schemas.openxmlformats.org/drawingml/2006/main" noGrp="1"/>
          </p:cNvSpPr>
          <p:nvPr/>
        </p:nvSpPr>
        <p:spPr>
          <a:xfrm xmlns:a="http://schemas.openxmlformats.org/drawingml/2006/main">
            <a:off x="6362700" y="2762250"/>
            <a:ext cx="5219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Urgent: Needing help now.</a:t>
            </a:r>
          </a:p>
        </p:txBody>
      </p:sp>
      <p:sp>
        <p:nvSpPr>
          <p:cNvPr id="22" name="body-2">
            <a:extLst xmlns:a="http://schemas.openxmlformats.org/drawingml/2006/main">
              <a:ext uri="{FF2B5EF4-FFF2-40B4-BE49-F238E27FC236}">
                <a16:creationId xmlns:a16="http://schemas.microsoft.com/office/drawing/2014/main" id="{6E4AC5B5-5DB5-4AFD-A540-86B7945174BF}"/>
              </a:ext>
            </a:extLst>
          </p:cNvPr>
          <p:cNvSpPr>
            <a:spLocks xmlns:a="http://schemas.openxmlformats.org/drawingml/2006/main" noGrp="1"/>
          </p:cNvSpPr>
          <p:nvPr/>
        </p:nvSpPr>
        <p:spPr>
          <a:xfrm xmlns:a="http://schemas.openxmlformats.org/drawingml/2006/main">
            <a:off x="6362700" y="3810000"/>
            <a:ext cx="52197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Follow-up: A next step when help is still needed.</a:t>
            </a:r>
          </a:p>
        </p:txBody>
      </p:sp>
    </p:spTree>
    <p:extLst>
      <p:ext uri="{BB962C8B-B14F-4D97-AF65-F5344CB8AC3E}">
        <p14:creationId xmlns:p14="http://schemas.microsoft.com/office/powerpoint/2010/main" val="1724659072"/>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side-rule">
            <a:extLst xmlns:a="http://schemas.openxmlformats.org/drawingml/2006/main">
              <a:ext uri="{FF2B5EF4-FFF2-40B4-BE49-F238E27FC236}">
                <a16:creationId xmlns:a16="http://schemas.microsoft.com/office/drawing/2014/main" id="{506853DF-EDE9-47DE-B379-5CA30FE0143A}"/>
              </a:ext>
            </a:extLst>
          </p:cNvPr>
          <p:cNvSpPr>
            <a:spLocks xmlns:a="http://schemas.openxmlformats.org/drawingml/2006/main" noGrp="1"/>
          </p:cNvSpPr>
          <p:nvPr/>
        </p:nvSpPr>
        <p:spPr>
          <a:xfrm xmlns:a="http://schemas.openxmlformats.org/drawingml/2006/main">
            <a:off x="0" y="0"/>
            <a:ext cx="133350" cy="6858000"/>
          </a:xfrm>
          <a:prstGeom xmlns:a="http://schemas.openxmlformats.org/drawingml/2006/main" prst="rect">
            <a:avLst/>
          </a:prstGeom>
          <a:solidFill xmlns:a="http://schemas.openxmlformats.org/drawingml/2006/main">
            <a:srgbClr val="146B68"/>
          </a:solidFill>
          <a:ln xmlns:a="http://schemas.openxmlformats.org/drawingml/2006/main" w="0">
            <a:noFill/>
            <a:prstDash val="solid"/>
          </a:ln>
        </p:spPr>
      </p:sp>
      <p:sp>
        <p:nvSpPr>
          <p:cNvPr id="2" name="stage-label">
            <a:extLst xmlns:a="http://schemas.openxmlformats.org/drawingml/2006/main">
              <a:ext uri="{FF2B5EF4-FFF2-40B4-BE49-F238E27FC236}">
                <a16:creationId xmlns:a16="http://schemas.microsoft.com/office/drawing/2014/main" id="{9C5D01BA-4C5C-4CC7-8930-4470E839FBBE}"/>
              </a:ext>
            </a:extLst>
          </p:cNvPr>
          <p:cNvSpPr>
            <a:spLocks xmlns:a="http://schemas.openxmlformats.org/drawingml/2006/main" noGrp="1"/>
          </p:cNvSpPr>
          <p:nvPr/>
        </p:nvSpPr>
        <p:spPr>
          <a:xfrm xmlns:a="http://schemas.openxmlformats.org/drawingml/2006/main">
            <a:off x="609600" y="285750"/>
            <a:ext cx="8096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146B68"/>
                </a:solidFill>
                <a:latin typeface="Arial"/>
                <a:ea typeface="Arial"/>
                <a:cs typeface="Arial"/>
              </a:defRPr>
            </a:defPPr>
            <a:lvl1pPr algn="l">
              <a:buNone/>
              <a:defRPr sz="1275" b="1">
                <a:solidFill>
                  <a:srgbClr val="146B68"/>
                </a:solidFill>
                <a:latin typeface="Arial"/>
                <a:ea typeface="Arial"/>
                <a:cs typeface="Arial"/>
              </a:defRPr>
            </a:lvl1pPr>
            <a:lvl2pPr algn="l">
              <a:buNone/>
              <a:defRPr sz="1275" b="1">
                <a:solidFill>
                  <a:srgbClr val="146B68"/>
                </a:solidFill>
                <a:latin typeface="Arial"/>
                <a:ea typeface="Arial"/>
                <a:cs typeface="Arial"/>
              </a:defRPr>
            </a:lvl2pPr>
            <a:lvl3pPr algn="l">
              <a:buNone/>
              <a:defRPr sz="1275" b="1">
                <a:solidFill>
                  <a:srgbClr val="146B68"/>
                </a:solidFill>
                <a:latin typeface="Arial"/>
                <a:ea typeface="Arial"/>
                <a:cs typeface="Arial"/>
              </a:defRPr>
            </a:lvl3pPr>
            <a:lvl4pPr algn="l">
              <a:buNone/>
              <a:defRPr sz="1275" b="1">
                <a:solidFill>
                  <a:srgbClr val="146B68"/>
                </a:solidFill>
                <a:latin typeface="Arial"/>
                <a:ea typeface="Arial"/>
                <a:cs typeface="Arial"/>
              </a:defRPr>
            </a:lvl4pPr>
            <a:lvl5pPr algn="l">
              <a:buNone/>
              <a:defRPr sz="1275" b="1">
                <a:solidFill>
                  <a:srgbClr val="146B68"/>
                </a:solidFill>
                <a:latin typeface="Arial"/>
                <a:ea typeface="Arial"/>
                <a:cs typeface="Arial"/>
              </a:defRPr>
            </a:lvl5pPr>
            <a:lvl6pPr algn="l">
              <a:buNone/>
              <a:defRPr sz="1275" b="1">
                <a:solidFill>
                  <a:srgbClr val="146B68"/>
                </a:solidFill>
                <a:latin typeface="Arial"/>
                <a:ea typeface="Arial"/>
                <a:cs typeface="Arial"/>
              </a:defRPr>
            </a:lvl6pPr>
            <a:lvl7pPr algn="l">
              <a:buNone/>
              <a:defRPr sz="1275" b="1">
                <a:solidFill>
                  <a:srgbClr val="146B68"/>
                </a:solidFill>
                <a:latin typeface="Arial"/>
                <a:ea typeface="Arial"/>
                <a:cs typeface="Arial"/>
              </a:defRPr>
            </a:lvl7pPr>
            <a:lvl8pPr algn="l">
              <a:buNone/>
              <a:defRPr sz="1275" b="1">
                <a:solidFill>
                  <a:srgbClr val="146B68"/>
                </a:solidFill>
                <a:latin typeface="Arial"/>
                <a:ea typeface="Arial"/>
                <a:cs typeface="Arial"/>
              </a:defRPr>
            </a:lvl8pPr>
            <a:lvl9pPr algn="l">
              <a:buNone/>
              <a:defRPr sz="1275" b="1">
                <a:solidFill>
                  <a:srgbClr val="146B68"/>
                </a:solidFill>
                <a:latin typeface="Arial"/>
                <a:ea typeface="Arial"/>
                <a:cs typeface="Arial"/>
              </a:defRPr>
            </a:lvl9pPr>
          </a:lstStyle>
          <a:p xmlns:a="http://schemas.openxmlformats.org/drawingml/2006/main">
            <a:pPr algn="l">
              <a:buNone/>
              <a:defRPr sz="1275" b="1">
                <a:solidFill>
                  <a:srgbClr val="146B68"/>
                </a:solidFill>
                <a:latin typeface="Arial"/>
                <a:ea typeface="Arial"/>
                <a:cs typeface="Arial"/>
              </a:defRPr>
            </a:pPr>
            <a:r>
              <a:rPr sz="1275" b="1">
                <a:solidFill>
                  <a:srgbClr val="146B68"/>
                </a:solidFill>
                <a:latin typeface="Arial"/>
                <a:ea typeface="Arial"/>
                <a:cs typeface="Arial"/>
              </a:rPr>
              <a:t>STAFF BRIEF</a:t>
            </a:r>
          </a:p>
        </p:txBody>
      </p:sp>
      <p:sp>
        <p:nvSpPr>
          <p:cNvPr id="3" name="slide-number-time">
            <a:extLst xmlns:a="http://schemas.openxmlformats.org/drawingml/2006/main">
              <a:ext uri="{FF2B5EF4-FFF2-40B4-BE49-F238E27FC236}">
                <a16:creationId xmlns:a16="http://schemas.microsoft.com/office/drawing/2014/main" id="{6935380F-44D1-4452-83AA-C691894F81ED}"/>
              </a:ext>
            </a:extLst>
          </p:cNvPr>
          <p:cNvSpPr>
            <a:spLocks xmlns:a="http://schemas.openxmlformats.org/drawingml/2006/main" noGrp="1"/>
          </p:cNvSpPr>
          <p:nvPr/>
        </p:nvSpPr>
        <p:spPr>
          <a:xfrm xmlns:a="http://schemas.openxmlformats.org/drawingml/2006/main">
            <a:off x="9048750" y="285750"/>
            <a:ext cx="2533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586C77"/>
                </a:solidFill>
                <a:latin typeface="Arial"/>
                <a:ea typeface="Arial"/>
                <a:cs typeface="Arial"/>
              </a:defRPr>
            </a:defPPr>
            <a:lvl1pPr algn="r">
              <a:buNone/>
              <a:defRPr sz="1275" b="0">
                <a:solidFill>
                  <a:srgbClr val="586C77"/>
                </a:solidFill>
                <a:latin typeface="Arial"/>
                <a:ea typeface="Arial"/>
                <a:cs typeface="Arial"/>
              </a:defRPr>
            </a:lvl1pPr>
            <a:lvl2pPr algn="r">
              <a:buNone/>
              <a:defRPr sz="1275" b="0">
                <a:solidFill>
                  <a:srgbClr val="586C77"/>
                </a:solidFill>
                <a:latin typeface="Arial"/>
                <a:ea typeface="Arial"/>
                <a:cs typeface="Arial"/>
              </a:defRPr>
            </a:lvl2pPr>
            <a:lvl3pPr algn="r">
              <a:buNone/>
              <a:defRPr sz="1275" b="0">
                <a:solidFill>
                  <a:srgbClr val="586C77"/>
                </a:solidFill>
                <a:latin typeface="Arial"/>
                <a:ea typeface="Arial"/>
                <a:cs typeface="Arial"/>
              </a:defRPr>
            </a:lvl3pPr>
            <a:lvl4pPr algn="r">
              <a:buNone/>
              <a:defRPr sz="1275" b="0">
                <a:solidFill>
                  <a:srgbClr val="586C77"/>
                </a:solidFill>
                <a:latin typeface="Arial"/>
                <a:ea typeface="Arial"/>
                <a:cs typeface="Arial"/>
              </a:defRPr>
            </a:lvl4pPr>
            <a:lvl5pPr algn="r">
              <a:buNone/>
              <a:defRPr sz="1275" b="0">
                <a:solidFill>
                  <a:srgbClr val="586C77"/>
                </a:solidFill>
                <a:latin typeface="Arial"/>
                <a:ea typeface="Arial"/>
                <a:cs typeface="Arial"/>
              </a:defRPr>
            </a:lvl5pPr>
            <a:lvl6pPr algn="r">
              <a:buNone/>
              <a:defRPr sz="1275" b="0">
                <a:solidFill>
                  <a:srgbClr val="586C77"/>
                </a:solidFill>
                <a:latin typeface="Arial"/>
                <a:ea typeface="Arial"/>
                <a:cs typeface="Arial"/>
              </a:defRPr>
            </a:lvl6pPr>
            <a:lvl7pPr algn="r">
              <a:buNone/>
              <a:defRPr sz="1275" b="0">
                <a:solidFill>
                  <a:srgbClr val="586C77"/>
                </a:solidFill>
                <a:latin typeface="Arial"/>
                <a:ea typeface="Arial"/>
                <a:cs typeface="Arial"/>
              </a:defRPr>
            </a:lvl7pPr>
            <a:lvl8pPr algn="r">
              <a:buNone/>
              <a:defRPr sz="1275" b="0">
                <a:solidFill>
                  <a:srgbClr val="586C77"/>
                </a:solidFill>
                <a:latin typeface="Arial"/>
                <a:ea typeface="Arial"/>
                <a:cs typeface="Arial"/>
              </a:defRPr>
            </a:lvl8pPr>
            <a:lvl9pPr algn="r">
              <a:buNone/>
              <a:defRPr sz="1275" b="0">
                <a:solidFill>
                  <a:srgbClr val="586C77"/>
                </a:solidFill>
                <a:latin typeface="Arial"/>
                <a:ea typeface="Arial"/>
                <a:cs typeface="Arial"/>
              </a:defRPr>
            </a:lvl9pPr>
          </a:lstStyle>
          <a:p xmlns:a="http://schemas.openxmlformats.org/drawingml/2006/main">
            <a:pPr algn="r">
              <a:buNone/>
              <a:defRPr sz="1275" b="0">
                <a:solidFill>
                  <a:srgbClr val="586C77"/>
                </a:solidFill>
                <a:latin typeface="Arial"/>
                <a:ea typeface="Arial"/>
                <a:cs typeface="Arial"/>
              </a:defRPr>
            </a:pPr>
            <a:r>
              <a:rPr sz="1275" b="0">
                <a:solidFill>
                  <a:srgbClr val="586C77"/>
                </a:solidFill>
                <a:latin typeface="Arial"/>
                <a:ea typeface="Arial"/>
                <a:cs typeface="Arial"/>
              </a:rPr>
              <a:t>12 / 12</a:t>
            </a:r>
          </a:p>
        </p:txBody>
      </p:sp>
      <p:sp>
        <p:nvSpPr>
          <p:cNvPr id="4" name="slide-title">
            <a:extLst xmlns:a="http://schemas.openxmlformats.org/drawingml/2006/main">
              <a:ext uri="{FF2B5EF4-FFF2-40B4-BE49-F238E27FC236}">
                <a16:creationId xmlns:a16="http://schemas.microsoft.com/office/drawing/2014/main" id="{9509DD9B-423A-4951-96E4-2F49524E35F0}"/>
              </a:ext>
            </a:extLst>
          </p:cNvPr>
          <p:cNvSpPr>
            <a:spLocks xmlns:a="http://schemas.openxmlformats.org/drawingml/2006/main" noGrp="1"/>
          </p:cNvSpPr>
          <p:nvPr/>
        </p:nvSpPr>
        <p:spPr>
          <a:xfrm xmlns:a="http://schemas.openxmlformats.org/drawingml/2006/main">
            <a:off x="609600" y="723900"/>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17384A"/>
                </a:solidFill>
                <a:latin typeface="Arial"/>
                <a:ea typeface="Arial"/>
                <a:cs typeface="Arial"/>
              </a:defRPr>
            </a:defPPr>
            <a:lvl1pPr algn="l">
              <a:buNone/>
              <a:defRPr sz="3225" b="1">
                <a:solidFill>
                  <a:srgbClr val="17384A"/>
                </a:solidFill>
                <a:latin typeface="Arial"/>
                <a:ea typeface="Arial"/>
                <a:cs typeface="Arial"/>
              </a:defRPr>
            </a:lvl1pPr>
            <a:lvl2pPr algn="l">
              <a:buNone/>
              <a:defRPr sz="3225" b="1">
                <a:solidFill>
                  <a:srgbClr val="17384A"/>
                </a:solidFill>
                <a:latin typeface="Arial"/>
                <a:ea typeface="Arial"/>
                <a:cs typeface="Arial"/>
              </a:defRPr>
            </a:lvl2pPr>
            <a:lvl3pPr algn="l">
              <a:buNone/>
              <a:defRPr sz="3225" b="1">
                <a:solidFill>
                  <a:srgbClr val="17384A"/>
                </a:solidFill>
                <a:latin typeface="Arial"/>
                <a:ea typeface="Arial"/>
                <a:cs typeface="Arial"/>
              </a:defRPr>
            </a:lvl3pPr>
            <a:lvl4pPr algn="l">
              <a:buNone/>
              <a:defRPr sz="3225" b="1">
                <a:solidFill>
                  <a:srgbClr val="17384A"/>
                </a:solidFill>
                <a:latin typeface="Arial"/>
                <a:ea typeface="Arial"/>
                <a:cs typeface="Arial"/>
              </a:defRPr>
            </a:lvl4pPr>
            <a:lvl5pPr algn="l">
              <a:buNone/>
              <a:defRPr sz="3225" b="1">
                <a:solidFill>
                  <a:srgbClr val="17384A"/>
                </a:solidFill>
                <a:latin typeface="Arial"/>
                <a:ea typeface="Arial"/>
                <a:cs typeface="Arial"/>
              </a:defRPr>
            </a:lvl5pPr>
            <a:lvl6pPr algn="l">
              <a:buNone/>
              <a:defRPr sz="3225" b="1">
                <a:solidFill>
                  <a:srgbClr val="17384A"/>
                </a:solidFill>
                <a:latin typeface="Arial"/>
                <a:ea typeface="Arial"/>
                <a:cs typeface="Arial"/>
              </a:defRPr>
            </a:lvl6pPr>
            <a:lvl7pPr algn="l">
              <a:buNone/>
              <a:defRPr sz="3225" b="1">
                <a:solidFill>
                  <a:srgbClr val="17384A"/>
                </a:solidFill>
                <a:latin typeface="Arial"/>
                <a:ea typeface="Arial"/>
                <a:cs typeface="Arial"/>
              </a:defRPr>
            </a:lvl7pPr>
            <a:lvl8pPr algn="l">
              <a:buNone/>
              <a:defRPr sz="3225" b="1">
                <a:solidFill>
                  <a:srgbClr val="17384A"/>
                </a:solidFill>
                <a:latin typeface="Arial"/>
                <a:ea typeface="Arial"/>
                <a:cs typeface="Arial"/>
              </a:defRPr>
            </a:lvl8pPr>
            <a:lvl9pPr algn="l">
              <a:buNone/>
              <a:defRPr sz="3225" b="1">
                <a:solidFill>
                  <a:srgbClr val="17384A"/>
                </a:solidFill>
                <a:latin typeface="Arial"/>
                <a:ea typeface="Arial"/>
                <a:cs typeface="Arial"/>
              </a:defRPr>
            </a:lvl9pPr>
          </a:lstStyle>
          <a:p xmlns:a="http://schemas.openxmlformats.org/drawingml/2006/main">
            <a:pPr algn="l">
              <a:buNone/>
              <a:defRPr sz="3225" b="1">
                <a:solidFill>
                  <a:srgbClr val="17384A"/>
                </a:solidFill>
                <a:latin typeface="Arial"/>
                <a:ea typeface="Arial"/>
                <a:cs typeface="Arial"/>
              </a:defRPr>
            </a:pPr>
            <a:r>
              <a:rPr sz="3225" b="1">
                <a:solidFill>
                  <a:srgbClr val="17384A"/>
                </a:solidFill>
                <a:latin typeface="Arial"/>
                <a:ea typeface="Arial"/>
                <a:cs typeface="Arial"/>
              </a:rPr>
              <a:t>Staff brief</a:t>
            </a:r>
          </a:p>
        </p:txBody>
      </p:sp>
      <p:sp>
        <p:nvSpPr>
          <p:cNvPr id="5" name="heading-rule">
            <a:extLst xmlns:a="http://schemas.openxmlformats.org/drawingml/2006/main">
              <a:ext uri="{FF2B5EF4-FFF2-40B4-BE49-F238E27FC236}">
                <a16:creationId xmlns:a16="http://schemas.microsoft.com/office/drawing/2014/main" id="{CD306737-F981-46D9-9315-54D5AE4B79B9}"/>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D7E0E4"/>
          </a:solidFill>
          <a:ln xmlns:a="http://schemas.openxmlformats.org/drawingml/2006/main" w="0">
            <a:noFill/>
            <a:prstDash val="solid"/>
          </a:ln>
        </p:spPr>
      </p:sp>
      <p:sp>
        <p:nvSpPr>
          <p:cNvPr id="11" name="printed-id">
            <a:extLst xmlns:a="http://schemas.openxmlformats.org/drawingml/2006/main">
              <a:ext uri="{FF2B5EF4-FFF2-40B4-BE49-F238E27FC236}">
                <a16:creationId xmlns:a16="http://schemas.microsoft.com/office/drawing/2014/main" id="{515AEF30-6294-44DB-81F6-F3CB66FDC9B3}"/>
              </a:ext>
            </a:extLst>
          </p:cNvPr>
          <p:cNvSpPr>
            <a:spLocks xmlns:a="http://schemas.openxmlformats.org/drawingml/2006/main" noGrp="1"/>
          </p:cNvSpPr>
          <p:nvPr/>
        </p:nvSpPr>
        <p:spPr>
          <a:xfrm xmlns:a="http://schemas.openxmlformats.org/drawingml/2006/main">
            <a:off x="609600" y="6153150"/>
            <a:ext cx="7143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146B68"/>
                </a:solidFill>
                <a:latin typeface="Arial"/>
                <a:ea typeface="Arial"/>
                <a:cs typeface="Arial"/>
              </a:defRPr>
            </a:defPPr>
            <a:lvl1pPr algn="l">
              <a:buNone/>
              <a:defRPr sz="1200" b="1">
                <a:solidFill>
                  <a:srgbClr val="146B68"/>
                </a:solidFill>
                <a:latin typeface="Arial"/>
                <a:ea typeface="Arial"/>
                <a:cs typeface="Arial"/>
              </a:defRPr>
            </a:lvl1pPr>
            <a:lvl2pPr algn="l">
              <a:buNone/>
              <a:defRPr sz="1200" b="1">
                <a:solidFill>
                  <a:srgbClr val="146B68"/>
                </a:solidFill>
                <a:latin typeface="Arial"/>
                <a:ea typeface="Arial"/>
                <a:cs typeface="Arial"/>
              </a:defRPr>
            </a:lvl2pPr>
            <a:lvl3pPr algn="l">
              <a:buNone/>
              <a:defRPr sz="1200" b="1">
                <a:solidFill>
                  <a:srgbClr val="146B68"/>
                </a:solidFill>
                <a:latin typeface="Arial"/>
                <a:ea typeface="Arial"/>
                <a:cs typeface="Arial"/>
              </a:defRPr>
            </a:lvl3pPr>
            <a:lvl4pPr algn="l">
              <a:buNone/>
              <a:defRPr sz="1200" b="1">
                <a:solidFill>
                  <a:srgbClr val="146B68"/>
                </a:solidFill>
                <a:latin typeface="Arial"/>
                <a:ea typeface="Arial"/>
                <a:cs typeface="Arial"/>
              </a:defRPr>
            </a:lvl4pPr>
            <a:lvl5pPr algn="l">
              <a:buNone/>
              <a:defRPr sz="1200" b="1">
                <a:solidFill>
                  <a:srgbClr val="146B68"/>
                </a:solidFill>
                <a:latin typeface="Arial"/>
                <a:ea typeface="Arial"/>
                <a:cs typeface="Arial"/>
              </a:defRPr>
            </a:lvl5pPr>
            <a:lvl6pPr algn="l">
              <a:buNone/>
              <a:defRPr sz="1200" b="1">
                <a:solidFill>
                  <a:srgbClr val="146B68"/>
                </a:solidFill>
                <a:latin typeface="Arial"/>
                <a:ea typeface="Arial"/>
                <a:cs typeface="Arial"/>
              </a:defRPr>
            </a:lvl6pPr>
            <a:lvl7pPr algn="l">
              <a:buNone/>
              <a:defRPr sz="1200" b="1">
                <a:solidFill>
                  <a:srgbClr val="146B68"/>
                </a:solidFill>
                <a:latin typeface="Arial"/>
                <a:ea typeface="Arial"/>
                <a:cs typeface="Arial"/>
              </a:defRPr>
            </a:lvl7pPr>
            <a:lvl8pPr algn="l">
              <a:buNone/>
              <a:defRPr sz="1200" b="1">
                <a:solidFill>
                  <a:srgbClr val="146B68"/>
                </a:solidFill>
                <a:latin typeface="Arial"/>
                <a:ea typeface="Arial"/>
                <a:cs typeface="Arial"/>
              </a:defRPr>
            </a:lvl8pPr>
            <a:lvl9pPr algn="l">
              <a:buNone/>
              <a:defRPr sz="1200" b="1">
                <a:solidFill>
                  <a:srgbClr val="146B68"/>
                </a:solidFill>
                <a:latin typeface="Arial"/>
                <a:ea typeface="Arial"/>
                <a:cs typeface="Arial"/>
              </a:defRPr>
            </a:lvl9pPr>
          </a:lstStyle>
          <a:p xmlns:a="http://schemas.openxmlformats.org/drawingml/2006/main">
            <a:pPr algn="l">
              <a:buNone/>
              <a:defRPr sz="1200" b="1">
                <a:solidFill>
                  <a:srgbClr val="146B68"/>
                </a:solidFill>
                <a:latin typeface="Arial"/>
                <a:ea typeface="Arial"/>
                <a:cs typeface="Arial"/>
              </a:defRPr>
            </a:pPr>
            <a:r>
              <a:rPr sz="1200" b="1">
                <a:solidFill>
                  <a:srgbClr val="146B68"/>
                </a:solidFill>
                <a:latin typeface="Arial"/>
                <a:ea typeface="Arial"/>
                <a:cs typeface="Arial"/>
              </a:rPr>
              <a:t>RSHE-BUILD-A2-W06</a:t>
            </a:r>
          </a:p>
        </p:txBody>
      </p:sp>
      <p:sp>
        <p:nvSpPr>
          <p:cNvPr id="12" name="edition-label">
            <a:extLst xmlns:a="http://schemas.openxmlformats.org/drawingml/2006/main">
              <a:ext uri="{FF2B5EF4-FFF2-40B4-BE49-F238E27FC236}">
                <a16:creationId xmlns:a16="http://schemas.microsoft.com/office/drawing/2014/main" id="{9F510AFB-D341-4DF2-B29D-CEE167391426}"/>
              </a:ext>
            </a:extLst>
          </p:cNvPr>
          <p:cNvSpPr>
            <a:spLocks xmlns:a="http://schemas.openxmlformats.org/drawingml/2006/main" noGrp="1"/>
          </p:cNvSpPr>
          <p:nvPr/>
        </p:nvSpPr>
        <p:spPr>
          <a:xfrm xmlns:a="http://schemas.openxmlformats.org/drawingml/2006/main">
            <a:off x="8572500" y="6153150"/>
            <a:ext cx="30099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C77"/>
                </a:solidFill>
                <a:latin typeface="Arial"/>
                <a:ea typeface="Arial"/>
                <a:cs typeface="Arial"/>
              </a:defRPr>
            </a:defPPr>
            <a:lvl1pPr algn="r">
              <a:buNone/>
              <a:defRPr sz="1200" b="0">
                <a:solidFill>
                  <a:srgbClr val="586C77"/>
                </a:solidFill>
                <a:latin typeface="Arial"/>
                <a:ea typeface="Arial"/>
                <a:cs typeface="Arial"/>
              </a:defRPr>
            </a:lvl1pPr>
            <a:lvl2pPr algn="r">
              <a:buNone/>
              <a:defRPr sz="1200" b="0">
                <a:solidFill>
                  <a:srgbClr val="586C77"/>
                </a:solidFill>
                <a:latin typeface="Arial"/>
                <a:ea typeface="Arial"/>
                <a:cs typeface="Arial"/>
              </a:defRPr>
            </a:lvl2pPr>
            <a:lvl3pPr algn="r">
              <a:buNone/>
              <a:defRPr sz="1200" b="0">
                <a:solidFill>
                  <a:srgbClr val="586C77"/>
                </a:solidFill>
                <a:latin typeface="Arial"/>
                <a:ea typeface="Arial"/>
                <a:cs typeface="Arial"/>
              </a:defRPr>
            </a:lvl3pPr>
            <a:lvl4pPr algn="r">
              <a:buNone/>
              <a:defRPr sz="1200" b="0">
                <a:solidFill>
                  <a:srgbClr val="586C77"/>
                </a:solidFill>
                <a:latin typeface="Arial"/>
                <a:ea typeface="Arial"/>
                <a:cs typeface="Arial"/>
              </a:defRPr>
            </a:lvl4pPr>
            <a:lvl5pPr algn="r">
              <a:buNone/>
              <a:defRPr sz="1200" b="0">
                <a:solidFill>
                  <a:srgbClr val="586C77"/>
                </a:solidFill>
                <a:latin typeface="Arial"/>
                <a:ea typeface="Arial"/>
                <a:cs typeface="Arial"/>
              </a:defRPr>
            </a:lvl5pPr>
            <a:lvl6pPr algn="r">
              <a:buNone/>
              <a:defRPr sz="1200" b="0">
                <a:solidFill>
                  <a:srgbClr val="586C77"/>
                </a:solidFill>
                <a:latin typeface="Arial"/>
                <a:ea typeface="Arial"/>
                <a:cs typeface="Arial"/>
              </a:defRPr>
            </a:lvl6pPr>
            <a:lvl7pPr algn="r">
              <a:buNone/>
              <a:defRPr sz="1200" b="0">
                <a:solidFill>
                  <a:srgbClr val="586C77"/>
                </a:solidFill>
                <a:latin typeface="Arial"/>
                <a:ea typeface="Arial"/>
                <a:cs typeface="Arial"/>
              </a:defRPr>
            </a:lvl7pPr>
            <a:lvl8pPr algn="r">
              <a:buNone/>
              <a:defRPr sz="1200" b="0">
                <a:solidFill>
                  <a:srgbClr val="586C77"/>
                </a:solidFill>
                <a:latin typeface="Arial"/>
                <a:ea typeface="Arial"/>
                <a:cs typeface="Arial"/>
              </a:defRPr>
            </a:lvl8pPr>
            <a:lvl9pPr algn="r">
              <a:buNone/>
              <a:defRPr sz="1200" b="0">
                <a:solidFill>
                  <a:srgbClr val="586C77"/>
                </a:solidFill>
                <a:latin typeface="Arial"/>
                <a:ea typeface="Arial"/>
                <a:cs typeface="Arial"/>
              </a:defRPr>
            </a:lvl9pPr>
          </a:lstStyle>
          <a:p xmlns:a="http://schemas.openxmlformats.org/drawingml/2006/main">
            <a:pPr algn="r">
              <a:buNone/>
              <a:defRPr sz="1200" b="0">
                <a:solidFill>
                  <a:srgbClr val="586C77"/>
                </a:solidFill>
                <a:latin typeface="Arial"/>
                <a:ea typeface="Arial"/>
                <a:cs typeface="Arial"/>
              </a:defRPr>
            </a:pPr>
            <a:r>
              <a:rPr sz="1200" b="0">
                <a:solidFill>
                  <a:srgbClr val="586C77"/>
                </a:solidFill>
                <a:latin typeface="Arial"/>
                <a:ea typeface="Arial"/>
                <a:cs typeface="Arial"/>
              </a:rPr>
              <a:t>Public edition</a:t>
            </a:r>
          </a:p>
        </p:txBody>
      </p:sp>
      <p:sp>
        <p:nvSpPr>
          <p:cNvPr id="13" name="licence-credit">
            <a:extLst xmlns:a="http://schemas.openxmlformats.org/drawingml/2006/main">
              <a:ext uri="{FF2B5EF4-FFF2-40B4-BE49-F238E27FC236}">
                <a16:creationId xmlns:a16="http://schemas.microsoft.com/office/drawing/2014/main" id="{594BF42D-B6E5-41F7-A227-2AD8399D7E42}"/>
              </a:ext>
            </a:extLst>
          </p:cNvPr>
          <p:cNvSpPr>
            <a:spLocks xmlns:a="http://schemas.openxmlformats.org/drawingml/2006/main" noGrp="1"/>
          </p:cNvSpPr>
          <p:nvPr/>
        </p:nvSpPr>
        <p:spPr>
          <a:xfrm xmlns:a="http://schemas.openxmlformats.org/drawingml/2006/main">
            <a:off x="609600" y="6543675"/>
            <a:ext cx="109728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586C77"/>
                </a:solidFill>
                <a:latin typeface="Arial"/>
                <a:ea typeface="Arial"/>
                <a:cs typeface="Arial"/>
              </a:defRPr>
            </a:defPPr>
            <a:lvl1pPr algn="l">
              <a:buNone/>
              <a:defRPr sz="863" b="0">
                <a:solidFill>
                  <a:srgbClr val="586C77"/>
                </a:solidFill>
                <a:latin typeface="Arial"/>
                <a:ea typeface="Arial"/>
                <a:cs typeface="Arial"/>
              </a:defRPr>
            </a:lvl1pPr>
            <a:lvl2pPr algn="l">
              <a:buNone/>
              <a:defRPr sz="863" b="0">
                <a:solidFill>
                  <a:srgbClr val="586C77"/>
                </a:solidFill>
                <a:latin typeface="Arial"/>
                <a:ea typeface="Arial"/>
                <a:cs typeface="Arial"/>
              </a:defRPr>
            </a:lvl2pPr>
            <a:lvl3pPr algn="l">
              <a:buNone/>
              <a:defRPr sz="863" b="0">
                <a:solidFill>
                  <a:srgbClr val="586C77"/>
                </a:solidFill>
                <a:latin typeface="Arial"/>
                <a:ea typeface="Arial"/>
                <a:cs typeface="Arial"/>
              </a:defRPr>
            </a:lvl3pPr>
            <a:lvl4pPr algn="l">
              <a:buNone/>
              <a:defRPr sz="863" b="0">
                <a:solidFill>
                  <a:srgbClr val="586C77"/>
                </a:solidFill>
                <a:latin typeface="Arial"/>
                <a:ea typeface="Arial"/>
                <a:cs typeface="Arial"/>
              </a:defRPr>
            </a:lvl4pPr>
            <a:lvl5pPr algn="l">
              <a:buNone/>
              <a:defRPr sz="863" b="0">
                <a:solidFill>
                  <a:srgbClr val="586C77"/>
                </a:solidFill>
                <a:latin typeface="Arial"/>
                <a:ea typeface="Arial"/>
                <a:cs typeface="Arial"/>
              </a:defRPr>
            </a:lvl5pPr>
            <a:lvl6pPr algn="l">
              <a:buNone/>
              <a:defRPr sz="863" b="0">
                <a:solidFill>
                  <a:srgbClr val="586C77"/>
                </a:solidFill>
                <a:latin typeface="Arial"/>
                <a:ea typeface="Arial"/>
                <a:cs typeface="Arial"/>
              </a:defRPr>
            </a:lvl6pPr>
            <a:lvl7pPr algn="l">
              <a:buNone/>
              <a:defRPr sz="863" b="0">
                <a:solidFill>
                  <a:srgbClr val="586C77"/>
                </a:solidFill>
                <a:latin typeface="Arial"/>
                <a:ea typeface="Arial"/>
                <a:cs typeface="Arial"/>
              </a:defRPr>
            </a:lvl7pPr>
            <a:lvl8pPr algn="l">
              <a:buNone/>
              <a:defRPr sz="863" b="0">
                <a:solidFill>
                  <a:srgbClr val="586C77"/>
                </a:solidFill>
                <a:latin typeface="Arial"/>
                <a:ea typeface="Arial"/>
                <a:cs typeface="Arial"/>
              </a:defRPr>
            </a:lvl8pPr>
            <a:lvl9pPr algn="l">
              <a:buNone/>
              <a:defRPr sz="863" b="0">
                <a:solidFill>
                  <a:srgbClr val="586C77"/>
                </a:solidFill>
                <a:latin typeface="Arial"/>
                <a:ea typeface="Arial"/>
                <a:cs typeface="Arial"/>
              </a:defRPr>
            </a:lvl9pPr>
          </a:lstStyle>
          <a:p xmlns:a="http://schemas.openxmlformats.org/drawingml/2006/main">
            <a:pPr algn="l">
              <a:buNone/>
              <a:defRPr sz="863" b="0">
                <a:solidFill>
                  <a:srgbClr val="586C77"/>
                </a:solidFill>
                <a:latin typeface="Arial"/>
                <a:ea typeface="Arial"/>
                <a:cs typeface="Arial"/>
              </a:defRPr>
            </a:pPr>
            <a:r>
              <a:rPr sz="863" b="0">
                <a:solidFill>
                  <a:srgbClr val="586C77"/>
                </a:solidFill>
                <a:latin typeface="Arial"/>
                <a:ea typeface="Arial"/>
                <a:cs typeface="Arial"/>
              </a:rPr>
              <a:t>Lesson resource · CC BY-NC-SA 4.0: free for classroom use, share and adapt with credit, no resale</a:t>
            </a:r>
          </a:p>
        </p:txBody>
      </p:sp>
      <p:sp>
        <p:nvSpPr>
          <p:cNvPr id="15" name="body-0">
            <a:extLst xmlns:a="http://schemas.openxmlformats.org/drawingml/2006/main">
              <a:ext uri="{FF2B5EF4-FFF2-40B4-BE49-F238E27FC236}">
                <a16:creationId xmlns:a16="http://schemas.microsoft.com/office/drawing/2014/main" id="{61E01433-5B72-41AB-B4BB-59FA79C627F3}"/>
              </a:ext>
            </a:extLst>
          </p:cNvPr>
          <p:cNvSpPr>
            <a:spLocks xmlns:a="http://schemas.openxmlformats.org/drawingml/2006/main" noGrp="1"/>
          </p:cNvSpPr>
          <p:nvPr/>
        </p:nvSpPr>
        <p:spPr>
          <a:xfrm xmlns:a="http://schemas.openxmlformats.org/drawingml/2006/main">
            <a:off x="609600" y="1676400"/>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Read the planner and support route.</a:t>
            </a:r>
          </a:p>
        </p:txBody>
      </p:sp>
      <p:sp>
        <p:nvSpPr>
          <p:cNvPr id="16" name="body-1">
            <a:extLst xmlns:a="http://schemas.openxmlformats.org/drawingml/2006/main">
              <a:ext uri="{FF2B5EF4-FFF2-40B4-BE49-F238E27FC236}">
                <a16:creationId xmlns:a16="http://schemas.microsoft.com/office/drawing/2014/main" id="{365D8A69-7368-41E6-901B-C63D119685CE}"/>
              </a:ext>
            </a:extLst>
          </p:cNvPr>
          <p:cNvSpPr>
            <a:spLocks xmlns:a="http://schemas.openxmlformats.org/drawingml/2006/main" noGrp="1"/>
          </p:cNvSpPr>
          <p:nvPr/>
        </p:nvSpPr>
        <p:spPr>
          <a:xfrm xmlns:a="http://schemas.openxmlformats.org/drawingml/2006/main">
            <a:off x="609600" y="212350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Use only fictional young people and settings.</a:t>
            </a:r>
          </a:p>
        </p:txBody>
      </p:sp>
      <p:sp>
        <p:nvSpPr>
          <p:cNvPr id="17" name="body-2">
            <a:extLst xmlns:a="http://schemas.openxmlformats.org/drawingml/2006/main">
              <a:ext uri="{FF2B5EF4-FFF2-40B4-BE49-F238E27FC236}">
                <a16:creationId xmlns:a16="http://schemas.microsoft.com/office/drawing/2014/main" id="{FE40F02C-1AC4-41E6-88B9-54CB5E2D1172}"/>
              </a:ext>
            </a:extLst>
          </p:cNvPr>
          <p:cNvSpPr>
            <a:spLocks xmlns:a="http://schemas.openxmlformats.org/drawingml/2006/main" noGrp="1"/>
          </p:cNvSpPr>
          <p:nvPr/>
        </p:nvSpPr>
        <p:spPr>
          <a:xfrm xmlns:a="http://schemas.openxmlformats.org/drawingml/2006/main">
            <a:off x="609600" y="2570607"/>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Scribe exact words; record help.</a:t>
            </a:r>
          </a:p>
        </p:txBody>
      </p:sp>
      <p:sp>
        <p:nvSpPr>
          <p:cNvPr id="18" name="body-3">
            <a:extLst xmlns:a="http://schemas.openxmlformats.org/drawingml/2006/main">
              <a:ext uri="{FF2B5EF4-FFF2-40B4-BE49-F238E27FC236}">
                <a16:creationId xmlns:a16="http://schemas.microsoft.com/office/drawing/2014/main" id="{09F7BA08-B0D3-407F-B420-DAE0E9FF12B8}"/>
              </a:ext>
            </a:extLst>
          </p:cNvPr>
          <p:cNvSpPr>
            <a:spLocks xmlns:a="http://schemas.openxmlformats.org/drawingml/2006/main" noGrp="1"/>
          </p:cNvSpPr>
          <p:nvPr/>
        </p:nvSpPr>
        <p:spPr>
          <a:xfrm xmlns:a="http://schemas.openxmlformats.org/drawingml/2006/main">
            <a:off x="609600" y="3017711"/>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Keep each learner’s own evidence.</a:t>
            </a:r>
          </a:p>
        </p:txBody>
      </p:sp>
      <p:sp>
        <p:nvSpPr>
          <p:cNvPr id="19" name="body-4">
            <a:extLst xmlns:a="http://schemas.openxmlformats.org/drawingml/2006/main">
              <a:ext uri="{FF2B5EF4-FFF2-40B4-BE49-F238E27FC236}">
                <a16:creationId xmlns:a16="http://schemas.microsoft.com/office/drawing/2014/main" id="{80AE7E45-3807-4F32-B830-F0825E0A9BB3}"/>
              </a:ext>
            </a:extLst>
          </p:cNvPr>
          <p:cNvSpPr>
            <a:spLocks xmlns:a="http://schemas.openxmlformats.org/drawingml/2006/main" noGrp="1"/>
          </p:cNvSpPr>
          <p:nvPr/>
        </p:nvSpPr>
        <p:spPr>
          <a:xfrm xmlns:a="http://schemas.openxmlformats.org/drawingml/2006/main">
            <a:off x="609600" y="3464814"/>
            <a:ext cx="10972800" cy="36137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7384A"/>
                </a:solidFill>
                <a:latin typeface="Arial"/>
                <a:ea typeface="Arial"/>
                <a:cs typeface="Arial"/>
              </a:defRPr>
            </a:defPPr>
            <a:lvl1pPr algn="l">
              <a:buNone/>
              <a:defRPr sz="2025" b="0">
                <a:solidFill>
                  <a:srgbClr val="17384A"/>
                </a:solidFill>
                <a:latin typeface="Arial"/>
                <a:ea typeface="Arial"/>
                <a:cs typeface="Arial"/>
              </a:defRPr>
            </a:lvl1pPr>
            <a:lvl2pPr algn="l">
              <a:buNone/>
              <a:defRPr sz="2025" b="0">
                <a:solidFill>
                  <a:srgbClr val="17384A"/>
                </a:solidFill>
                <a:latin typeface="Arial"/>
                <a:ea typeface="Arial"/>
                <a:cs typeface="Arial"/>
              </a:defRPr>
            </a:lvl2pPr>
            <a:lvl3pPr algn="l">
              <a:buNone/>
              <a:defRPr sz="2025" b="0">
                <a:solidFill>
                  <a:srgbClr val="17384A"/>
                </a:solidFill>
                <a:latin typeface="Arial"/>
                <a:ea typeface="Arial"/>
                <a:cs typeface="Arial"/>
              </a:defRPr>
            </a:lvl3pPr>
            <a:lvl4pPr algn="l">
              <a:buNone/>
              <a:defRPr sz="2025" b="0">
                <a:solidFill>
                  <a:srgbClr val="17384A"/>
                </a:solidFill>
                <a:latin typeface="Arial"/>
                <a:ea typeface="Arial"/>
                <a:cs typeface="Arial"/>
              </a:defRPr>
            </a:lvl4pPr>
            <a:lvl5pPr algn="l">
              <a:buNone/>
              <a:defRPr sz="2025" b="0">
                <a:solidFill>
                  <a:srgbClr val="17384A"/>
                </a:solidFill>
                <a:latin typeface="Arial"/>
                <a:ea typeface="Arial"/>
                <a:cs typeface="Arial"/>
              </a:defRPr>
            </a:lvl5pPr>
            <a:lvl6pPr algn="l">
              <a:buNone/>
              <a:defRPr sz="2025" b="0">
                <a:solidFill>
                  <a:srgbClr val="17384A"/>
                </a:solidFill>
                <a:latin typeface="Arial"/>
                <a:ea typeface="Arial"/>
                <a:cs typeface="Arial"/>
              </a:defRPr>
            </a:lvl6pPr>
            <a:lvl7pPr algn="l">
              <a:buNone/>
              <a:defRPr sz="2025" b="0">
                <a:solidFill>
                  <a:srgbClr val="17384A"/>
                </a:solidFill>
                <a:latin typeface="Arial"/>
                <a:ea typeface="Arial"/>
                <a:cs typeface="Arial"/>
              </a:defRPr>
            </a:lvl7pPr>
            <a:lvl8pPr algn="l">
              <a:buNone/>
              <a:defRPr sz="2025" b="0">
                <a:solidFill>
                  <a:srgbClr val="17384A"/>
                </a:solidFill>
                <a:latin typeface="Arial"/>
                <a:ea typeface="Arial"/>
                <a:cs typeface="Arial"/>
              </a:defRPr>
            </a:lvl8pPr>
            <a:lvl9pPr algn="l">
              <a:buNone/>
              <a:defRPr sz="2025" b="0">
                <a:solidFill>
                  <a:srgbClr val="17384A"/>
                </a:solidFill>
                <a:latin typeface="Arial"/>
                <a:ea typeface="Arial"/>
                <a:cs typeface="Arial"/>
              </a:defRPr>
            </a:lvl9pPr>
          </a:lstStyle>
          <a:p xmlns:a="http://schemas.openxmlformats.org/drawingml/2006/main">
            <a:pPr algn="l">
              <a:buNone/>
              <a:defRPr sz="2025" b="0">
                <a:solidFill>
                  <a:srgbClr val="17384A"/>
                </a:solidFill>
                <a:latin typeface="Arial"/>
                <a:ea typeface="Arial"/>
                <a:cs typeface="Arial"/>
              </a:defRPr>
            </a:pPr>
            <a:r>
              <a:rPr sz="2025" b="0">
                <a:solidFill>
                  <a:srgbClr val="17384A"/>
                </a:solidFill>
                <a:latin typeface="Arial"/>
                <a:ea typeface="Arial"/>
                <a:cs typeface="Arial"/>
              </a:rPr>
              <a:t>Week 7 is the assessing lesson.</a:t>
            </a:r>
          </a:p>
        </p:txBody>
      </p:sp>
    </p:spTree>
    <p:extLst>
      <p:ext uri="{BB962C8B-B14F-4D97-AF65-F5344CB8AC3E}">
        <p14:creationId xmlns:p14="http://schemas.microsoft.com/office/powerpoint/2010/main" val="1752919071"/>
      </p:ext>
    </p:extLst>
  </p:cSld>
</p:sld>
</file>

<file path=ppt/theme/theme1.xml><?xml version="1.0" encoding="utf-8"?>
<a:theme xmlns:a="http://schemas.openxmlformats.org/drawingml/2006/main" name="Lesson theme">
  <a:themeElements>
    <a:clrScheme name="Lesson them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rial"/>
        <a:ea typeface="Arial"/>
        <a:cs typeface="Arial"/>
      </a:majorFont>
      <a:minorFont>
        <a:latin typeface="Arial"/>
        <a:ea typeface="Arial"/>
        <a:cs typeface="Arial"/>
      </a:minorFont>
    </a:fontScheme>
    <a:fmtScheme name="Lesson them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Lesson resource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Presentation</dc:title>
  <dcterms:created xsi:type="dcterms:W3CDTF">2026-10-27T21:41:17.6760000Z</dcterms:created>
  <dcterms:modified xsi:type="dcterms:W3CDTF">2026-10-27T21:41:17.6760000Z</dcterms:modified>
</coreProperties>
</file>