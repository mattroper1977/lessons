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75b251a294665" /><Relationship Type="http://schemas.openxmlformats.org/officeDocument/2006/relationships/extended-properties" Target="/docProps/app.xml" Id="Rc7250448667946fe" /><Relationship Type="http://schemas.openxmlformats.org/officeDocument/2006/relationships/officeDocument" Target="/ppt/presentation.xml" Id="R9a640ac6876349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93ffe43374b63"/>
  </p:sldMasterIdLst>
  <p:notesMasterIdLst>
    <p:notesMasterId xmlns:r="http://schemas.openxmlformats.org/officeDocument/2006/relationships" r:id="R8bc31fedf8de4e80"/>
  </p:notesMasterIdLst>
  <p:sldIdLst>
    <p:sldId xmlns:r="http://schemas.openxmlformats.org/officeDocument/2006/relationships" id="256" r:id="Rf421a8e0efe54f16"/>
    <p:sldId xmlns:r="http://schemas.openxmlformats.org/officeDocument/2006/relationships" id="257" r:id="R7213f3cd9c234fcb"/>
    <p:sldId xmlns:r="http://schemas.openxmlformats.org/officeDocument/2006/relationships" id="258" r:id="Re8f87d36f2d14058"/>
    <p:sldId xmlns:r="http://schemas.openxmlformats.org/officeDocument/2006/relationships" id="259" r:id="Rab00fd5d0fb74918"/>
    <p:sldId xmlns:r="http://schemas.openxmlformats.org/officeDocument/2006/relationships" id="260" r:id="R31aa1ae4805c4b24"/>
    <p:sldId xmlns:r="http://schemas.openxmlformats.org/officeDocument/2006/relationships" id="261" r:id="Re44bf276b63b4d0d"/>
    <p:sldId xmlns:r="http://schemas.openxmlformats.org/officeDocument/2006/relationships" id="262" r:id="Rae188d61e34d4fdb"/>
    <p:sldId xmlns:r="http://schemas.openxmlformats.org/officeDocument/2006/relationships" id="263" r:id="Ra98960030df14e8d"/>
    <p:sldId xmlns:r="http://schemas.openxmlformats.org/officeDocument/2006/relationships" id="264" r:id="Rfac09a755f55464b"/>
    <p:sldId xmlns:r="http://schemas.openxmlformats.org/officeDocument/2006/relationships" id="265" r:id="Rfc3dc55519504a99"/>
    <p:sldId xmlns:r="http://schemas.openxmlformats.org/officeDocument/2006/relationships" id="266" r:id="R66b29877eab941c9"/>
    <p:sldId xmlns:r="http://schemas.openxmlformats.org/officeDocument/2006/relationships" id="267" r:id="R8bbb603d72b24e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d75603a794bc5" /><Relationship Type="http://schemas.openxmlformats.org/officeDocument/2006/relationships/slideMaster" Target="/ppt/slideMasters/slideMaster1.xml" Id="Rcce93ffe43374b63" /><Relationship Type="http://schemas.openxmlformats.org/officeDocument/2006/relationships/notesMaster" Target="/ppt/notesMasters/notesMaster1.xml" Id="R8bc31fedf8de4e80" /><Relationship Type="http://schemas.openxmlformats.org/officeDocument/2006/relationships/presProps" Target="/ppt/presProps.xml" Id="R6e8612a2c7f84bcc" /><Relationship Type="http://schemas.openxmlformats.org/officeDocument/2006/relationships/tableStyles" Target="/ppt/tableStyles.xml" Id="R8c62efd1f54349a4" /><Relationship Type="http://schemas.openxmlformats.org/officeDocument/2006/relationships/slide" Target="/ppt/slides/slide1.xml" Id="Rf421a8e0efe54f16" /><Relationship Type="http://schemas.openxmlformats.org/officeDocument/2006/relationships/slide" Target="/ppt/slides/slide2.xml" Id="R7213f3cd9c234fcb" /><Relationship Type="http://schemas.openxmlformats.org/officeDocument/2006/relationships/slide" Target="/ppt/slides/slide3.xml" Id="Re8f87d36f2d14058" /><Relationship Type="http://schemas.openxmlformats.org/officeDocument/2006/relationships/slide" Target="/ppt/slides/slide4.xml" Id="Rab00fd5d0fb74918" /><Relationship Type="http://schemas.openxmlformats.org/officeDocument/2006/relationships/slide" Target="/ppt/slides/slide5.xml" Id="R31aa1ae4805c4b24" /><Relationship Type="http://schemas.openxmlformats.org/officeDocument/2006/relationships/slide" Target="/ppt/slides/slide6.xml" Id="Re44bf276b63b4d0d" /><Relationship Type="http://schemas.openxmlformats.org/officeDocument/2006/relationships/slide" Target="/ppt/slides/slide7.xml" Id="Rae188d61e34d4fdb" /><Relationship Type="http://schemas.openxmlformats.org/officeDocument/2006/relationships/slide" Target="/ppt/slides/slide8.xml" Id="Ra98960030df14e8d" /><Relationship Type="http://schemas.openxmlformats.org/officeDocument/2006/relationships/slide" Target="/ppt/slides/slide9.xml" Id="Rfac09a755f55464b" /><Relationship Type="http://schemas.openxmlformats.org/officeDocument/2006/relationships/slide" Target="/ppt/slides/slide10.xml" Id="Rfc3dc55519504a99" /><Relationship Type="http://schemas.openxmlformats.org/officeDocument/2006/relationships/slide" Target="/ppt/slides/slide11.xml" Id="R66b29877eab941c9" /><Relationship Type="http://schemas.openxmlformats.org/officeDocument/2006/relationships/slide" Target="/ppt/slides/slide12.xml" Id="R8bbb603d72b24e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b72cdd1d3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f0565793443c2" /><Relationship Type="http://schemas.openxmlformats.org/officeDocument/2006/relationships/notesMaster" Target="/ppt/notesMasters/notesMaster1.xml" Id="Rbb85cf622cc3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b426a055c4a3b" /><Relationship Type="http://schemas.openxmlformats.org/officeDocument/2006/relationships/notesMaster" Target="/ppt/notesMasters/notesMaster1.xml" Id="Rf0de18849ac2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f0560395049ca" /><Relationship Type="http://schemas.openxmlformats.org/officeDocument/2006/relationships/notesMaster" Target="/ppt/notesMasters/notesMaster1.xml" Id="R4a0bccde6899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37aa962304d39" /><Relationship Type="http://schemas.openxmlformats.org/officeDocument/2006/relationships/notesMaster" Target="/ppt/notesMasters/notesMaster1.xml" Id="R100a6f2f33dd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bfb1fbf7c4e9f" /><Relationship Type="http://schemas.openxmlformats.org/officeDocument/2006/relationships/notesMaster" Target="/ppt/notesMasters/notesMaster1.xml" Id="Rf0c6c87abfe54b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e0b96a482b4c09" /><Relationship Type="http://schemas.openxmlformats.org/officeDocument/2006/relationships/notesMaster" Target="/ppt/notesMasters/notesMaster1.xml" Id="R5de385d25d6141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74db2331424d1a" /><Relationship Type="http://schemas.openxmlformats.org/officeDocument/2006/relationships/notesMaster" Target="/ppt/notesMasters/notesMaster1.xml" Id="Rd341d88b416c4c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71dd787a84ea4" /><Relationship Type="http://schemas.openxmlformats.org/officeDocument/2006/relationships/notesMaster" Target="/ppt/notesMasters/notesMaster1.xml" Id="R555b074638f748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aba274009a47b8" /><Relationship Type="http://schemas.openxmlformats.org/officeDocument/2006/relationships/notesMaster" Target="/ppt/notesMasters/notesMaster1.xml" Id="Rbf15b09e776f4a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4a77124f8f4558" /><Relationship Type="http://schemas.openxmlformats.org/officeDocument/2006/relationships/notesMaster" Target="/ppt/notesMasters/notesMaster1.xml" Id="R059a32d5a29245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44663a1e134962" /><Relationship Type="http://schemas.openxmlformats.org/officeDocument/2006/relationships/notesMaster" Target="/ppt/notesMasters/notesMaster1.xml" Id="R9571be421f8e43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87f6fbd4234d7f" /><Relationship Type="http://schemas.openxmlformats.org/officeDocument/2006/relationships/notesMaster" Target="/ppt/notesMasters/notesMaster1.xml" Id="R4abb3b4583f8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approved careers line as a statement, not an invitation to personal disclosure.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Read the fictional-case boundary. Offer a pass, quiet response and usual aid without asking why.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story before interpreting the image. Ask about the stated action or clue, never the learner’s own life.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accessible objective and checks. Keep the exact approved objective in the Planner.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only the fictional case using a separate set. The adult model is not learner evidence.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 is a helpful response to the stated difficulty. B ignores the request for support. C treats an appearance as proof. Tension, a warm face or a fast heartbeat can have different meanings. Do not diagnose or ask learners to check their own bodies. Reteach with the uncertain-instruction card: a question or step-by-step help can fit.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read two fictional stories and select feeling words and stated clues. Use five minutes to choose a helpful response for each, including a pause or help action. Use three minutes to give reasons and consider another plausible feeling or help route. All routes retain two separate story responses. A different reasonable feeling is accepted when linked to the story.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Record the actual case response, explanation and support. Do not infer understanding from a group answer.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the case references and learner ID. Keep prompts and changed responses distinct.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Use the three questions about the fictional young person. Agree a next teaching step.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Explain each word through the supplied fictional story. No personal examples or body checks.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Every teaching prompt concerns a fictional young person. Never ask learners about their own bodies, families or experiences, or use a real person as the case. Read fictional cards without inviting comparison with home. No touching, body checking, forced eye contact, acting out distress or personal role-play. Allow a pass, quiet response or pause. If a learner raises a personal concern, follow the setting’s safeguarding procedure; do not turn the disclosure into lesson evidence. Staff use the setting’s agreed support arrangements.</a:t>
            </a:r>
          </a:p>
          <a:p xmlns:a="http://schemas.openxmlformats.org/drawingml/2006/main">
            <a:r>
              <a:t>Routes: Supported: work through two stories with two feeling and action choices at a time; read or scribe as needed. Independent: record two story responses, each with a possible feeling, a stated clue and a reason for a helpful response. Aspire: explain a second plausible response or why a clue cannot prove a feeling; add a further help step.</a:t>
            </a:r>
          </a:p>
          <a:p xmlns:a="http://schemas.openxmlformats.org/drawingml/2006/main">
            <a:r>
              <a:t>Evidence: Two scenario responses and a selected help or pause action, with reasoning and prompts recorded.</a:t>
            </a:r>
          </a:p>
          <a:p xmlns:a="http://schemas.openxmlformats.org/drawingml/2006/main">
            <a:r>
              <a:t>Careers: This helps me notice when I need a pause or support during a task.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286ad79a64a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3e1ce89754b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793c6071a4b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38cc2ed3245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399d7e3aa42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8776c985647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0124e5dfcc4b62" /><Relationship Type="http://schemas.openxmlformats.org/officeDocument/2006/relationships/slideLayout" Target="/ppt/slideLayouts/slideLayout1.xml" Id="R61a8c404b6eb4978" /><Relationship Type="http://schemas.openxmlformats.org/officeDocument/2006/relationships/slideLayout" Target="/ppt/slideLayouts/slideLayout2.xml" Id="R5fe318d0620e4907" /><Relationship Type="http://schemas.openxmlformats.org/officeDocument/2006/relationships/slideLayout" Target="/ppt/slideLayouts/slideLayout3.xml" Id="R0c8300728db14398" /><Relationship Type="http://schemas.openxmlformats.org/officeDocument/2006/relationships/slideLayout" Target="/ppt/slideLayouts/slideLayout4.xml" Id="R7aba4836e00c44ac" /><Relationship Type="http://schemas.openxmlformats.org/officeDocument/2006/relationships/slideLayout" Target="/ppt/slideLayouts/slideLayout5.xml" Id="R01ae35ba00b74f6f" /><Relationship Type="http://schemas.openxmlformats.org/officeDocument/2006/relationships/slideLayout" Target="/ppt/slideLayouts/slideLayout6.xml" Id="Rbd51c50ff68e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8c404b6eb4978"/>
    <p:sldLayoutId xmlns:r="http://schemas.openxmlformats.org/officeDocument/2006/relationships" id="2147483650" r:id="R5fe318d0620e4907"/>
    <p:sldLayoutId xmlns:r="http://schemas.openxmlformats.org/officeDocument/2006/relationships" id="2147483651" r:id="R0c8300728db14398"/>
    <p:sldLayoutId xmlns:r="http://schemas.openxmlformats.org/officeDocument/2006/relationships" id="2147483652" r:id="R7aba4836e00c44ac"/>
    <p:sldLayoutId xmlns:r="http://schemas.openxmlformats.org/officeDocument/2006/relationships" id="2147483653" r:id="R01ae35ba00b74f6f"/>
    <p:sldLayoutId xmlns:r="http://schemas.openxmlformats.org/officeDocument/2006/relationships" id="2147483654" r:id="Rbd51c50ff68e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e13df56644036" /><Relationship Type="http://schemas.openxmlformats.org/officeDocument/2006/relationships/notesSlide" Target="/ppt/notesSlides/notesSlide1.xml" Id="R91bac58aa9d2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2e6230d224ff1" /><Relationship Type="http://schemas.openxmlformats.org/officeDocument/2006/relationships/notesSlide" Target="/ppt/notesSlides/notesSlide2.xml" Id="Rd197433b985e4a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92353a925453a" /><Relationship Type="http://schemas.openxmlformats.org/officeDocument/2006/relationships/image" Target="/ppt/media/image.jpeg" Id="R5100a234fb054958" /><Relationship Type="http://schemas.openxmlformats.org/officeDocument/2006/relationships/notesSlide" Target="/ppt/notesSlides/notesSlide3.xml" Id="R6937a4fe4a4f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2da4a7a684243" /><Relationship Type="http://schemas.openxmlformats.org/officeDocument/2006/relationships/notesSlide" Target="/ppt/notesSlides/notesSlide4.xml" Id="R07e08c9dca754d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ee09ebca64621" /><Relationship Type="http://schemas.openxmlformats.org/officeDocument/2006/relationships/notesSlide" Target="/ppt/notesSlides/notesSlide5.xml" Id="R1bad11df49d24c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cd051ecc54039" /><Relationship Type="http://schemas.openxmlformats.org/officeDocument/2006/relationships/notesSlide" Target="/ppt/notesSlides/notesSlide6.xml" Id="R20e0422ac6bd41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ec0376ecd4e5b" /><Relationship Type="http://schemas.openxmlformats.org/officeDocument/2006/relationships/notesSlide" Target="/ppt/notesSlides/notesSlide7.xml" Id="R476843dae90549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a879654f24713" /><Relationship Type="http://schemas.openxmlformats.org/officeDocument/2006/relationships/notesSlide" Target="/ppt/notesSlides/notesSlide8.xml" Id="R8ebe51d8ba9b42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3530926354ba6" /><Relationship Type="http://schemas.openxmlformats.org/officeDocument/2006/relationships/notesSlide" Target="/ppt/notesSlides/notesSlide9.xml" Id="Rf6eeca4987fa4f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53a02dfef4636" /><Relationship Type="http://schemas.openxmlformats.org/officeDocument/2006/relationships/notesSlide" Target="/ppt/notesSlides/notesSlide10.xml" Id="Rf33af4086e6945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7e2a9db5e4a66" /><Relationship Type="http://schemas.openxmlformats.org/officeDocument/2006/relationships/notesSlide" Target="/ppt/notesSlides/notesSlide11.xml" Id="R76c7527ace124e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bab63b0fb45d1" /><Relationship Type="http://schemas.openxmlformats.org/officeDocument/2006/relationships/notesSlide" Target="/ppt/notesSlides/notesSlide12.xml" Id="Re54b6a40b91943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Feelings and body clues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2 · 9–13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could help a young person who feels tense?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notice when I need a pause or support during a task.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stories are all made up.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one needs to share a real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ask for a pause.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an aid.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pass on a question.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person can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person’s story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E2C0D-FE4C-4879-A84D-59EC9F3C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0a234fb054958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is a made-up young person.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says their hands feel tight.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task feels hard to start.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could the person do next?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Spot how a young person may feel. Choose a helpful act.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a clue to a made-up story.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help or a pause for the person.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a reason from the story.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helpful response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says the task feels hard.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Their hands feel tight in this story.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may feel tense or unsure.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could ask for a short pause.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Then an adult could show one step.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clue does not prove how all people feel.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Use the story. A picture cannot prove a feeling.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choice for the young person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says the task feels too much.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Pause and ask a trusted adult for help.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Keep going with no help at all.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Guess their feeling from their face alone.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task is about the made-up young person.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use two choices for each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use two stories.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give one more feeling.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Could the person pause, ask or get help?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record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a response for each of two stories.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the clue stated in each story.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a help or pause choice.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reason and any change.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about the made-up person.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story and its response together.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next step could help the person?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clue is stated in the story?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could help the young person?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Could the clue have more than one meaning?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Feeling: How a person feels at a time.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Clue: A sign that may help explain something.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Calm: At ease or settled.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Tense: Not at ease; tight or on edge.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Pause: Stop for a short time.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Comfort: A sense of ease or feeling settled.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Help: Support with a need or task.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young people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Feelings and body clues</dc:title>
  <dcterms:created xsi:type="dcterms:W3CDTF">2026-10-26T09:51:11.8700000Z</dcterms:created>
  <dcterms:modified xsi:type="dcterms:W3CDTF">2026-10-26T09:51:11.8700000Z</dcterms:modified>
</coreProperties>
</file>