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d85eb52e917c403e"/><Relationship Type="http://schemas.openxmlformats.org/officeDocument/2006/relationships/extended-properties" Target="/docProps/app.xml" Id="R981df44a8e8546c3"/><Relationship Type="http://schemas.openxmlformats.org/officeDocument/2006/relationships/officeDocument" Target="/ppt/presentation.xml" Id="Ra4a027583466422d"/></Relationships>
</file>

<file path=ppt/presentation.xml><?xml version="1.0" encoding="utf-8"?>
<p:presentation xmlns:p="http://schemas.openxmlformats.org/presentationml/2006/main">
  <p:sldMasterIdLst>
    <p:sldMasterId xmlns:r="http://schemas.openxmlformats.org/officeDocument/2006/relationships" id="2147483648" r:id="R513b7f44f78e4884"/>
  </p:sldMasterIdLst>
  <p:notesMasterIdLst>
    <p:notesMasterId xmlns:r="http://schemas.openxmlformats.org/officeDocument/2006/relationships" r:id="R1ef8f8957a074069"/>
  </p:notesMasterIdLst>
  <p:sldIdLst>
    <p:sldId xmlns:r="http://schemas.openxmlformats.org/officeDocument/2006/relationships" id="256" r:id="R6c52440fb52b4730"/>
    <p:sldId xmlns:r="http://schemas.openxmlformats.org/officeDocument/2006/relationships" id="257" r:id="R51b2bea6f95e4854"/>
    <p:sldId xmlns:r="http://schemas.openxmlformats.org/officeDocument/2006/relationships" id="258" r:id="R11179fd899d94d37"/>
    <p:sldId xmlns:r="http://schemas.openxmlformats.org/officeDocument/2006/relationships" id="259" r:id="R5a4a7a452f324d50"/>
    <p:sldId xmlns:r="http://schemas.openxmlformats.org/officeDocument/2006/relationships" id="260" r:id="R4d26a9873b1b4110"/>
    <p:sldId xmlns:r="http://schemas.openxmlformats.org/officeDocument/2006/relationships" id="261" r:id="R1b0d7af9d6974d89"/>
    <p:sldId xmlns:r="http://schemas.openxmlformats.org/officeDocument/2006/relationships" id="262" r:id="Rb5017f29b3d749d0"/>
    <p:sldId xmlns:r="http://schemas.openxmlformats.org/officeDocument/2006/relationships" id="263" r:id="R7cdb7c309da1411e"/>
    <p:sldId xmlns:r="http://schemas.openxmlformats.org/officeDocument/2006/relationships" id="264" r:id="R337441d9164940dd"/>
    <p:sldId xmlns:r="http://schemas.openxmlformats.org/officeDocument/2006/relationships" id="265" r:id="R06f291814ce54ddf"/>
    <p:sldId xmlns:r="http://schemas.openxmlformats.org/officeDocument/2006/relationships" id="266" r:id="R75671180707c45c5"/>
    <p:sldId xmlns:r="http://schemas.openxmlformats.org/officeDocument/2006/relationships" id="267" r:id="Ref579a91b29345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bd18ad5f5abc44a1"/><Relationship Type="http://schemas.openxmlformats.org/officeDocument/2006/relationships/slideMaster" Target="/ppt/slideMasters/slideMaster1.xml" Id="R513b7f44f78e4884"/><Relationship Type="http://schemas.openxmlformats.org/officeDocument/2006/relationships/notesMaster" Target="/ppt/notesMasters/notesMaster1.xml" Id="R1ef8f8957a074069"/><Relationship Type="http://schemas.openxmlformats.org/officeDocument/2006/relationships/presProps" Target="/ppt/presProps.xml" Id="Rb9b51db246df4260"/><Relationship Type="http://schemas.openxmlformats.org/officeDocument/2006/relationships/tableStyles" Target="/ppt/tableStyles.xml" Id="Rcb4f030822994f98"/><Relationship Type="http://schemas.openxmlformats.org/officeDocument/2006/relationships/slide" Target="/ppt/slides/slide1.xml" Id="R6c52440fb52b4730"/><Relationship Type="http://schemas.openxmlformats.org/officeDocument/2006/relationships/slide" Target="/ppt/slides/slide2.xml" Id="R51b2bea6f95e4854"/><Relationship Type="http://schemas.openxmlformats.org/officeDocument/2006/relationships/slide" Target="/ppt/slides/slide3.xml" Id="R11179fd899d94d37"/><Relationship Type="http://schemas.openxmlformats.org/officeDocument/2006/relationships/slide" Target="/ppt/slides/slide4.xml" Id="R5a4a7a452f324d50"/><Relationship Type="http://schemas.openxmlformats.org/officeDocument/2006/relationships/slide" Target="/ppt/slides/slide5.xml" Id="R4d26a9873b1b4110"/><Relationship Type="http://schemas.openxmlformats.org/officeDocument/2006/relationships/slide" Target="/ppt/slides/slide6.xml" Id="R1b0d7af9d6974d89"/><Relationship Type="http://schemas.openxmlformats.org/officeDocument/2006/relationships/slide" Target="/ppt/slides/slide7.xml" Id="Rb5017f29b3d749d0"/><Relationship Type="http://schemas.openxmlformats.org/officeDocument/2006/relationships/slide" Target="/ppt/slides/slide8.xml" Id="R7cdb7c309da1411e"/><Relationship Type="http://schemas.openxmlformats.org/officeDocument/2006/relationships/slide" Target="/ppt/slides/slide9.xml" Id="R337441d9164940dd"/><Relationship Type="http://schemas.openxmlformats.org/officeDocument/2006/relationships/slide" Target="/ppt/slides/slide10.xml" Id="R06f291814ce54ddf"/><Relationship Type="http://schemas.openxmlformats.org/officeDocument/2006/relationships/slide" Target="/ppt/slides/slide11.xml" Id="R75671180707c45c5"/><Relationship Type="http://schemas.openxmlformats.org/officeDocument/2006/relationships/slide" Target="/ppt/slides/slide12.xml" Id="Ref579a91b29345b6"/></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d0cfd36d9c1a41fc"/></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217f9e5f00c42eb"/><Relationship Type="http://schemas.openxmlformats.org/officeDocument/2006/relationships/notesMaster" Target="/ppt/notesMasters/notesMaster1.xml" Id="Rb5656d0c6c6b43f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a5f9520cc7534b90"/><Relationship Type="http://schemas.openxmlformats.org/officeDocument/2006/relationships/notesMaster" Target="/ppt/notesMasters/notesMaster1.xml" Id="Rbfe0f5d9c9064e08"/></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16ec9257403d418a"/><Relationship Type="http://schemas.openxmlformats.org/officeDocument/2006/relationships/notesMaster" Target="/ppt/notesMasters/notesMaster1.xml" Id="R9b954230d6fd4cd2"/></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4f89ac63f4094139"/><Relationship Type="http://schemas.openxmlformats.org/officeDocument/2006/relationships/notesMaster" Target="/ppt/notesMasters/notesMaster1.xml" Id="R0ee668ba0fa14b8f"/></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65c86a9b5064640"/><Relationship Type="http://schemas.openxmlformats.org/officeDocument/2006/relationships/notesMaster" Target="/ppt/notesMasters/notesMaster1.xml" Id="Rffc5b7fe63dc47eb"/></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8cb1d9bfcb2e4d1c"/><Relationship Type="http://schemas.openxmlformats.org/officeDocument/2006/relationships/notesMaster" Target="/ppt/notesMasters/notesMaster1.xml" Id="Rede505f78a7a4028"/></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02788a6beddc42e5"/><Relationship Type="http://schemas.openxmlformats.org/officeDocument/2006/relationships/notesMaster" Target="/ppt/notesMasters/notesMaster1.xml" Id="R3b3f33381c5a4317"/></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2e8491e0f04c476a"/><Relationship Type="http://schemas.openxmlformats.org/officeDocument/2006/relationships/notesMaster" Target="/ppt/notesMasters/notesMaster1.xml" Id="R1ef1e85117d741e4"/></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5cbf84be06d54711"/><Relationship Type="http://schemas.openxmlformats.org/officeDocument/2006/relationships/notesMaster" Target="/ppt/notesMasters/notesMaster1.xml" Id="R9062672422b44831"/></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12be0aff19924e81"/><Relationship Type="http://schemas.openxmlformats.org/officeDocument/2006/relationships/notesMaster" Target="/ppt/notesMasters/notesMaster1.xml" Id="R731339a252394a4f"/></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7932a8c8e5264159"/><Relationship Type="http://schemas.openxmlformats.org/officeDocument/2006/relationships/notesMaster" Target="/ppt/notesMasters/notesMaster1.xml" Id="Rcf3e23d6e495454a"/></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16c6a1f1f7847c7"/><Relationship Type="http://schemas.openxmlformats.org/officeDocument/2006/relationships/notesMaster" Target="/ppt/notesMasters/notesMaster1.xml" Id="R525a9ec3f60248c7"/></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CAREERS-BUILD-A2-W04 · Year A · Week beginning 23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Title and big question: 0 minutes.</a:t>
            </a:r>
          </a:p>
          <a:p xmlns:a="http://schemas.openxmlformats.org/drawingml/2006/main">
            <a:r>
              <a:t>Teacher: Read the big question and careers line before the timed sequence.</a:t>
            </a:r>
          </a:p>
          <a:p xmlns:a="http://schemas.openxmlformats.org/drawingml/2006/main">
            <a:r>
              <a:t>Routes: Supported: choose between a relevant and an unrelated question for card A, receive the reply, then place the circle in the correct tray. Independent: ask for the missing detail on cards A and B, show what each reply means and act on it. Aspire: use card C, identify more than one missing detail and ask follow-up questions before packing the requested set.</a:t>
            </a:r>
          </a:p>
          <a:p xmlns:a="http://schemas.openxmlformats.org/drawingml/2006/main">
            <a:r>
              <a:t>Evidence: The learner’s question, the reply understood and the action taken, with support recorded.</a:t>
            </a:r>
          </a:p>
          <a:p xmlns:a="http://schemas.openxmlformats.org/drawingml/2006/main">
            <a:r>
              <a:t>Careers: This helps me get the information I need to do a job.</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CAREERS-BUILD-A2-W04 · Year A · Week beginning 23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Arrival and regulation: 3 minutes.</a:t>
            </a:r>
          </a:p>
          <a:p xmlns:a="http://schemas.openxmlformats.org/drawingml/2006/main">
            <a:r>
              <a:t>Teacher: Offer a calm seat, usual communication aid and help choice. No personal disclosure is required.</a:t>
            </a:r>
          </a:p>
          <a:p xmlns:a="http://schemas.openxmlformats.org/drawingml/2006/main">
            <a:r>
              <a:t>Routes: Supported: choose between a relevant and an unrelated question for card A, receive the reply, then place the circle in the correct tray. Independent: ask for the missing detail on cards A and B, show what each reply means and act on it. Aspire: use card C, identify more than one missing detail and ask follow-up questions before packing the requested set.</a:t>
            </a:r>
          </a:p>
          <a:p xmlns:a="http://schemas.openxmlformats.org/drawingml/2006/main">
            <a:r>
              <a:t>Evidence: The learner’s question, the reply understood and the action taken, with support recorded.</a:t>
            </a:r>
          </a:p>
          <a:p xmlns:a="http://schemas.openxmlformats.org/drawingml/2006/main">
            <a:r>
              <a:t>Careers: This helps me get the information I need to do a job.</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CAREERS-BUILD-A2-W04 · Year A · Week beginning 23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Starter: 3 minutes.</a:t>
            </a:r>
          </a:p>
          <a:p xmlns:a="http://schemas.openxmlformats.org/drawingml/2006/main">
            <a:r>
              <a:t>Teacher: Read the fictional task. Ask about the step or missing detail. Accept pointing, speech or an aid.</a:t>
            </a:r>
          </a:p>
          <a:p xmlns:a="http://schemas.openxmlformats.org/drawingml/2006/main">
            <a:r>
              <a:t>Routes: Supported: choose between a relevant and an unrelated question for card A, receive the reply, then place the circle in the correct tray. Independent: ask for the missing detail on cards A and B, show what each reply means and act on it. Aspire: use card C, identify more than one missing detail and ask follow-up questions before packing the requested set.</a:t>
            </a:r>
          </a:p>
          <a:p xmlns:a="http://schemas.openxmlformats.org/drawingml/2006/main">
            <a:r>
              <a:t>Evidence: The learner’s question, the reply understood and the action taken, with support recorded.</a:t>
            </a:r>
          </a:p>
          <a:p xmlns:a="http://schemas.openxmlformats.org/drawingml/2006/main">
            <a:r>
              <a:t>Careers: This helps me get the information I need to do a job.</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CAREERS-BUILD-A2-W04 · Year A · Week beginning 23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Today: 0 minutes.</a:t>
            </a:r>
          </a:p>
          <a:p xmlns:a="http://schemas.openxmlformats.org/drawingml/2006/main">
            <a:r>
              <a:t>Teacher: Read the approved objective and three success checks. Explain any new word with a concrete action.</a:t>
            </a:r>
          </a:p>
          <a:p xmlns:a="http://schemas.openxmlformats.org/drawingml/2006/main">
            <a:r>
              <a:t>Routes: Supported: choose between a relevant and an unrelated question for card A, receive the reply, then place the circle in the correct tray. Independent: ask for the missing detail on cards A and B, show what each reply means and act on it. Aspire: use card C, identify more than one missing detail and ask follow-up questions before packing the requested set.</a:t>
            </a:r>
          </a:p>
          <a:p xmlns:a="http://schemas.openxmlformats.org/drawingml/2006/main">
            <a:r>
              <a:t>Evidence: The learner’s question, the reply understood and the action taken, with support recorded.</a:t>
            </a:r>
          </a:p>
          <a:p xmlns:a="http://schemas.openxmlformats.org/drawingml/2006/main">
            <a:r>
              <a:t>Careers: This helps me get the information I need to do a job.</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CAREERS-BUILD-A2-W04 · Year A · Week beginning 23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I Do: 5 minutes.</a:t>
            </a:r>
          </a:p>
          <a:p xmlns:a="http://schemas.openxmlformats.org/drawingml/2006/main">
            <a:r>
              <a:t>Teacher: Model the six lines with a separate set. Week 3: show the two packing steps and check. Week 4: model a question, reply and action. Do not record an adult model as learner evidence.</a:t>
            </a:r>
          </a:p>
          <a:p xmlns:a="http://schemas.openxmlformats.org/drawingml/2006/main">
            <a:r>
              <a:t>Routes: Supported: choose between a relevant and an unrelated question for card A, receive the reply, then place the circle in the correct tray. Independent: ask for the missing detail on cards A and B, show what each reply means and act on it. Aspire: use card C, identify more than one missing detail and ask follow-up questions before packing the requested set.</a:t>
            </a:r>
          </a:p>
          <a:p xmlns:a="http://schemas.openxmlformats.org/drawingml/2006/main">
            <a:r>
              <a:t>Evidence: The learner’s question, the reply understood and the action taken, with support recorded.</a:t>
            </a:r>
          </a:p>
          <a:p xmlns:a="http://schemas.openxmlformats.org/drawingml/2006/main">
            <a:r>
              <a:t>Careers: This helps me get the information I need to do a job.</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CAREERS-BUILD-A2-W04 · Year A · Week beginning 23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We Do: 5 minutes.</a:t>
            </a:r>
          </a:p>
          <a:p xmlns:a="http://schemas.openxmlformats.org/drawingml/2006/main">
            <a:r>
              <a:t>Teacher: A asks for the missing detail. B is unrelated; C proposes guessing. Accept another clear form such as Where should the circle go? A selected question or communication aid can meet the question target. The adult supplies the stated reply only after the learner has asked or selected the question. Then check understanding through pointing, restatement or action.</a:t>
            </a:r>
          </a:p>
          <a:p xmlns:a="http://schemas.openxmlformats.org/drawingml/2006/main">
            <a:r>
              <a:t>Routes: Supported: choose between a relevant and an unrelated question for card A, receive the reply, then place the circle in the correct tray. Independent: ask for the missing detail on cards A and B, show what each reply means and act on it. Aspire: use card C, identify more than one missing detail and ask follow-up questions before packing the requested set.</a:t>
            </a:r>
          </a:p>
          <a:p xmlns:a="http://schemas.openxmlformats.org/drawingml/2006/main">
            <a:r>
              <a:t>Evidence: The learner’s question, the reply understood and the action taken, with support recorded.</a:t>
            </a:r>
          </a:p>
          <a:p xmlns:a="http://schemas.openxmlformats.org/drawingml/2006/main">
            <a:r>
              <a:t>Careers: This helps me get the information I need to do a job.</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CAREERS-BUILD-A2-W04 · Year A · Week beginning 23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practice: 12 minutes.</a:t>
            </a:r>
          </a:p>
          <a:p xmlns:a="http://schemas.openxmlformats.org/drawingml/2006/main">
            <a:r>
              <a:t>Teacher: Use three minutes to spot the missing detail on a job card. Use six minutes for the learner to ask, hear or read the fixed adult reply, show understanding and carry out the action. Use three minutes to record the chain and try a further card or question. Every route captures at least one complete question, reply, understanding and action chain. Reset the tray mats between cards.</a:t>
            </a:r>
          </a:p>
          <a:p xmlns:a="http://schemas.openxmlformats.org/drawingml/2006/main">
            <a:r>
              <a:t>Routes: Supported: choose between a relevant and an unrelated question for card A, receive the reply, then place the circle in the correct tray. Independent: ask for the missing detail on cards A and B, show what each reply means and act on it. Aspire: use card C, identify more than one missing detail and ask follow-up questions before packing the requested set.</a:t>
            </a:r>
          </a:p>
          <a:p xmlns:a="http://schemas.openxmlformats.org/drawingml/2006/main">
            <a:r>
              <a:t>Evidence: The learner’s question, the reply understood and the action taken, with support recorded.</a:t>
            </a:r>
          </a:p>
          <a:p xmlns:a="http://schemas.openxmlformats.org/drawingml/2006/main">
            <a:r>
              <a:t>Careers: This helps me get the information I need to do a job.</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CAREERS-BUILD-A2-W04 · Year A · Week beginning 23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evidence: 6 minutes.</a:t>
            </a:r>
          </a:p>
          <a:p xmlns:a="http://schemas.openxmlformats.org/drawingml/2006/main">
            <a:r>
              <a:t>Teacher: Capture each learner’s actual sequence or question, reply and action as applicable. Record prompts and changed responses separately. Do not infer learning from a group answer.</a:t>
            </a:r>
          </a:p>
          <a:p xmlns:a="http://schemas.openxmlformats.org/drawingml/2006/main">
            <a:r>
              <a:t>Routes: Supported: choose between a relevant and an unrelated question for card A, receive the reply, then place the circle in the correct tray. Independent: ask for the missing detail on cards A and B, show what each reply means and act on it. Aspire: use card C, identify more than one missing detail and ask follow-up questions before packing the requested set.</a:t>
            </a:r>
          </a:p>
          <a:p xmlns:a="http://schemas.openxmlformats.org/drawingml/2006/main">
            <a:r>
              <a:t>Evidence: The learner’s question, the reply understood and the action taken, with support recorded.</a:t>
            </a:r>
          </a:p>
          <a:p xmlns:a="http://schemas.openxmlformats.org/drawingml/2006/main">
            <a:r>
              <a:t>Careers: This helps me get the information I need to do a job.</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CAREERS-BUILD-A2-W04 · Year A · Week beginning 23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Tidy and evidence check: 4 minutes.</a:t>
            </a:r>
          </a:p>
          <a:p xmlns:a="http://schemas.openxmlformats.org/drawingml/2006/main">
            <a:r>
              <a:t>Teacher: Check learner IDs, actual work references and support. Store the evidence only when it exists; leave gaps visible.</a:t>
            </a:r>
          </a:p>
          <a:p xmlns:a="http://schemas.openxmlformats.org/drawingml/2006/main">
            <a:r>
              <a:t>Routes: Supported: choose between a relevant and an unrelated question for card A, receive the reply, then place the circle in the correct tray. Independent: ask for the missing detail on cards A and B, show what each reply means and act on it. Aspire: use card C, identify more than one missing detail and ask follow-up questions before packing the requested set.</a:t>
            </a:r>
          </a:p>
          <a:p xmlns:a="http://schemas.openxmlformats.org/drawingml/2006/main">
            <a:r>
              <a:t>Evidence: The learner’s question, the reply understood and the action taken, with support recorded.</a:t>
            </a:r>
          </a:p>
          <a:p xmlns:a="http://schemas.openxmlformats.org/drawingml/2006/main">
            <a:r>
              <a:t>Careers: This helps me get the information I need to do a job.</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CAREERS-BUILD-A2-W04 · Year A · Week beginning 23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Exit ticket: 2 minutes.</a:t>
            </a:r>
          </a:p>
          <a:p xmlns:a="http://schemas.openxmlformats.org/drawingml/2006/main">
            <a:r>
              <a:t>Teacher: Take an individual exit response. Agree one next teaching step, without requiring public speaking.</a:t>
            </a:r>
          </a:p>
          <a:p xmlns:a="http://schemas.openxmlformats.org/drawingml/2006/main">
            <a:r>
              <a:t>Routes: Supported: choose between a relevant and an unrelated question for card A, receive the reply, then place the circle in the correct tray. Independent: ask for the missing detail on cards A and B, show what each reply means and act on it. Aspire: use card C, identify more than one missing detail and ask follow-up questions before packing the requested set.</a:t>
            </a:r>
          </a:p>
          <a:p xmlns:a="http://schemas.openxmlformats.org/drawingml/2006/main">
            <a:r>
              <a:t>Evidence: The learner’s question, the reply understood and the action taken, with support recorded.</a:t>
            </a:r>
          </a:p>
          <a:p xmlns:a="http://schemas.openxmlformats.org/drawingml/2006/main">
            <a:r>
              <a:t>Careers: This helps me get the information I need to do a job.</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CAREERS-BUILD-A2-W04 · Year A · Week beginning 23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Vocabulary: 0 minutes.</a:t>
            </a:r>
          </a:p>
          <a:p xmlns:a="http://schemas.openxmlformats.org/drawingml/2006/main">
            <a:r>
              <a:t>Teacher: Read and show each word with an action or concrete example. Keep the mat available.</a:t>
            </a:r>
          </a:p>
          <a:p xmlns:a="http://schemas.openxmlformats.org/drawingml/2006/main">
            <a:r>
              <a:t>Routes: Supported: choose between a relevant and an unrelated question for card A, receive the reply, then place the circle in the correct tray. Independent: ask for the missing detail on cards A and B, show what each reply means and act on it. Aspire: use card C, identify more than one missing detail and ask follow-up questions before packing the requested set.</a:t>
            </a:r>
          </a:p>
          <a:p xmlns:a="http://schemas.openxmlformats.org/drawingml/2006/main">
            <a:r>
              <a:t>Evidence: The learner’s question, the reply understood and the action taken, with support recorded.</a:t>
            </a:r>
          </a:p>
          <a:p xmlns:a="http://schemas.openxmlformats.org/drawingml/2006/main">
            <a:r>
              <a:t>Careers: This helps me get the information I need to do a job.</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CAREERS-BUILD-A2-W04 · Year A · Week beginning 23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Staff brief: 0 minutes.</a:t>
            </a:r>
          </a:p>
          <a:p xmlns:a="http://schemas.openxmlformats.org/drawingml/2006/main">
            <a:r>
              <a:t>Teacher: All worker profiles, job roles, employers and settings are fictional. Use only large paper cards and the supplied tray mats on a clear table. Adults prepare any cutting. No lifting, machinery, sharp tools or real workplace task is needed. Do not ask about body, family or private experiences. No names are required. Respect a pause or quiet response, with no forced partner work or public performance. A learner can query an unclear or unsafe instruction. Follow the setting’s safeguarding route if a concern is raised.</a:t>
            </a:r>
          </a:p>
          <a:p xmlns:a="http://schemas.openxmlformats.org/drawingml/2006/main">
            <a:r>
              <a:t>Routes: Supported: choose between a relevant and an unrelated question for card A, receive the reply, then place the circle in the correct tray. Independent: ask for the missing detail on cards A and B, show what each reply means and act on it. Aspire: use card C, identify more than one missing detail and ask follow-up questions before packing the requested set.</a:t>
            </a:r>
          </a:p>
          <a:p xmlns:a="http://schemas.openxmlformats.org/drawingml/2006/main">
            <a:r>
              <a:t>Evidence: The learner’s question, the reply understood and the action taken, with support recorded.</a:t>
            </a:r>
          </a:p>
          <a:p xmlns:a="http://schemas.openxmlformats.org/drawingml/2006/main">
            <a:r>
              <a:t>Careers: This helps me get the information I need to do a job.</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994bd780b52c4f39"/></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b62c9152adb84111"/></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e62a3b780ce24550"/></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adf76cd8a56546f1"/></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b94211ce8d354a94"/></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71e368bb7e014e03"/></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6991e6310bad4b48"/><Relationship Type="http://schemas.openxmlformats.org/officeDocument/2006/relationships/slideLayout" Target="/ppt/slideLayouts/slideLayout1.xml" Id="R13be777d23b04d77"/><Relationship Type="http://schemas.openxmlformats.org/officeDocument/2006/relationships/slideLayout" Target="/ppt/slideLayouts/slideLayout2.xml" Id="R18b131e814964590"/><Relationship Type="http://schemas.openxmlformats.org/officeDocument/2006/relationships/slideLayout" Target="/ppt/slideLayouts/slideLayout3.xml" Id="Ra2f14ace63b545fc"/><Relationship Type="http://schemas.openxmlformats.org/officeDocument/2006/relationships/slideLayout" Target="/ppt/slideLayouts/slideLayout4.xml" Id="R6f474f76fbfe469e"/><Relationship Type="http://schemas.openxmlformats.org/officeDocument/2006/relationships/slideLayout" Target="/ppt/slideLayouts/slideLayout5.xml" Id="R3dfd624cff3a436a"/><Relationship Type="http://schemas.openxmlformats.org/officeDocument/2006/relationships/slideLayout" Target="/ppt/slideLayouts/slideLayout6.xml" Id="R7296e07d5a534038"/></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be777d23b04d77"/>
    <p:sldLayoutId xmlns:r="http://schemas.openxmlformats.org/officeDocument/2006/relationships" id="2147483650" r:id="R18b131e814964590"/>
    <p:sldLayoutId xmlns:r="http://schemas.openxmlformats.org/officeDocument/2006/relationships" id="2147483651" r:id="Ra2f14ace63b545fc"/>
    <p:sldLayoutId xmlns:r="http://schemas.openxmlformats.org/officeDocument/2006/relationships" id="2147483652" r:id="R6f474f76fbfe469e"/>
    <p:sldLayoutId xmlns:r="http://schemas.openxmlformats.org/officeDocument/2006/relationships" id="2147483653" r:id="R3dfd624cff3a436a"/>
    <p:sldLayoutId xmlns:r="http://schemas.openxmlformats.org/officeDocument/2006/relationships" id="2147483654" r:id="R7296e07d5a534038"/>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ab4b1927b8b34ea8"/><Relationship Type="http://schemas.openxmlformats.org/officeDocument/2006/relationships/notesSlide" Target="/ppt/notesSlides/notesSlide1.xml" Id="R2f7b76443a7d4735"/></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ec76d9a9c9c64ec5"/><Relationship Type="http://schemas.openxmlformats.org/officeDocument/2006/relationships/notesSlide" Target="/ppt/notesSlides/notesSlide2.xml" Id="Rbb462bf5a6384c85"/></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d8bdc2d9c49d439a"/><Relationship Type="http://schemas.openxmlformats.org/officeDocument/2006/relationships/image" Target="/ppt/media/image.jpeg" Id="R59b4416c80984da2"/><Relationship Type="http://schemas.openxmlformats.org/officeDocument/2006/relationships/notesSlide" Target="/ppt/notesSlides/notesSlide3.xml" Id="Re5a2708bbff542a0"/></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176a72dcd5484f37"/><Relationship Type="http://schemas.openxmlformats.org/officeDocument/2006/relationships/notesSlide" Target="/ppt/notesSlides/notesSlide4.xml" Id="Ra8f1ed243c874fc5"/></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9f3246f214824708"/><Relationship Type="http://schemas.openxmlformats.org/officeDocument/2006/relationships/notesSlide" Target="/ppt/notesSlides/notesSlide5.xml" Id="Rf33d032a0df1401c"/></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0c2a1e5b27394e3d"/><Relationship Type="http://schemas.openxmlformats.org/officeDocument/2006/relationships/notesSlide" Target="/ppt/notesSlides/notesSlide6.xml" Id="Ra7e1d48814c74d5a"/></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5deb95fdf90f4954"/><Relationship Type="http://schemas.openxmlformats.org/officeDocument/2006/relationships/notesSlide" Target="/ppt/notesSlides/notesSlide7.xml" Id="R4f3a6889b6e54108"/></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1d29b77a03ba4bbd"/><Relationship Type="http://schemas.openxmlformats.org/officeDocument/2006/relationships/notesSlide" Target="/ppt/notesSlides/notesSlide8.xml" Id="R827534f4165a423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057d3d6207014a1e"/><Relationship Type="http://schemas.openxmlformats.org/officeDocument/2006/relationships/notesSlide" Target="/ppt/notesSlides/notesSlide9.xml" Id="R4932895beb9740c7"/></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7d74b324572f414d"/><Relationship Type="http://schemas.openxmlformats.org/officeDocument/2006/relationships/notesSlide" Target="/ppt/notesSlides/notesSlide10.xml" Id="Rdf7bd7c5124544a9"/></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2851ad98c7ea4149"/><Relationship Type="http://schemas.openxmlformats.org/officeDocument/2006/relationships/notesSlide" Target="/ppt/notesSlides/notesSlide11.xml" Id="R6175cb9ac1344786"/></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97bad633229e4c27"/><Relationship Type="http://schemas.openxmlformats.org/officeDocument/2006/relationships/notesSlide" Target="/ppt/notesSlides/notesSlide12.xml" Id="Rfc4a278e406c4ed3"/></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Ask when unsure</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Week 4 · 23–27 November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CAREERS-BUILD-A2-W04</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work step is not clear. What could the worker ask?</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get the information I need to do a job.</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3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CAREERS-BUILD-A2-W04</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calm place to sit.</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a short pause if needed.</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work space clear.</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help with the words.</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a point, a word or your aid.</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Let each person have time.</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STARTER</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3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missing fact</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CAREERS-BUILD-A2-W04</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pic>
        <p:nvPicPr>
          <p:cNvPr id="18" name="">
            <a:extLst xmlns:a="http://schemas.openxmlformats.org/drawingml/2006/main">
              <a:ext uri="{FF2B5EF4-FFF2-40B4-BE49-F238E27FC236}">
                <a16:creationId xmlns:a16="http://schemas.microsoft.com/office/drawing/2014/main" id="{6F435F43-69B1-4DDC-8AEE-A571E8C5BD35}"/>
              </a:ext>
            </a:extLst>
          </p:cNvPr>
          <p:cNvPicPr>
            <a:picLocks xmlns:a="http://schemas.openxmlformats.org/drawingml/2006/main" noChangeAspect="1"/>
          </p:cNvPicPr>
          <p:nvPr/>
        </p:nvPicPr>
        <p:blipFill>
          <a:blip xmlns:r="http://schemas.openxmlformats.org/officeDocument/2006/relationships" xmlns:a="http://schemas.openxmlformats.org/drawingml/2006/main" r:embed="R59b4416c80984da2"/>
          <a:stretch xmlns:a="http://schemas.openxmlformats.org/drawingml/2006/main"/>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 worker has one circle card.</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There are two trays on the table.</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job card does not say which tray.</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What could the worker ask?</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CAREERS-BUILD-A2-W04</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Ask a clear question when a work step is not clear.</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Spot a missing fact in a job card.</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Ask a question and show the reply.</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Use the reply to take the next step.</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Watch the model</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CAREERS-BUILD-A2-W04</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job card says: put the circle in a tray.</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One fact is missing: which tray?</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worker asks: which tray should be used?</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adult replies: use tray 2.</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worker points to tray 2 to check.</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Then the worker puts the circle in tray 2.</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Ask for the missing fact. Check the reply. Then act.</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Which question helps</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CAREERS-BUILD-A2-W04</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job card does not say which tray. Which question helps?</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Which tray should be used?</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B  What colour is the wall?</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  Should the worker just guess?</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Try the task</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CAREERS-BUILD-A2-W04</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the help needed for this task.</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Supported: choose a question for card A.</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Independent: try cards A and B.</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Aspire: ask again if a fact is still missing.</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the reply, then take the next step.</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work</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CAREERS-BUILD-A2-W04</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job card and the question asked.</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reply that was given.</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what the reply meant.</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action and the help used.</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CAREERS-BUILD-A2-W04</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Check the code on both sheets.</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the work and note the help.</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Put the cards away with care.</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Tell the adult the next step.</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task</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CAREERS-BUILD-A2-W04</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fact was missing from the job card?</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Which question helped the worker?</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next step followed the reply?</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CAREERS-BUILD-A2-W04</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Use a question to find something out.</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Clear: Easy to grasp or understand.</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Detail: One small fact about the task.</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Reply: An answer to a question.</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Pause: Stop for a short time.</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Guess: Choose without the needed fact.</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Step: One part of a task.</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CAREERS-BUILD-A2-W04</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planner and support route.</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only fictional roles and settings.</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Scribe exact words; record help.</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each learner’s own evidence.</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Week 7 is the assessing lesson.</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
  <dc:title>Ask when unsure</dc:title>
  <dcterms:created xsi:type="dcterms:W3CDTF">2026-10-26T11:18:35.6520000Z</dcterms:created>
  <dcterms:modified xsi:type="dcterms:W3CDTF">2026-10-26T11:18:35.6520000Z</dcterms:modified>
</coreProperties>
</file>