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5a95d1e73f4018" /><Relationship Type="http://schemas.openxmlformats.org/officeDocument/2006/relationships/extended-properties" Target="/docProps/app.xml" Id="Rbca4f0c56d3c4ab1" /><Relationship Type="http://schemas.openxmlformats.org/officeDocument/2006/relationships/officeDocument" Target="/ppt/presentation.xml" Id="R837496a6534e4e16" /></Relationships>
</file>

<file path=ppt/presentation.xml><?xml version="1.0" encoding="utf-8"?>
<p:presentation xmlns:p="http://schemas.openxmlformats.org/presentationml/2006/main">
  <p:sldMasterIdLst>
    <p:sldMasterId xmlns:r="http://schemas.openxmlformats.org/officeDocument/2006/relationships" id="2147483648" r:id="R508913f1ca2b4253"/>
  </p:sldMasterIdLst>
  <p:notesMasterIdLst>
    <p:notesMasterId xmlns:r="http://schemas.openxmlformats.org/officeDocument/2006/relationships" r:id="R404c72c5301646b9"/>
  </p:notesMasterIdLst>
  <p:sldIdLst>
    <p:sldId xmlns:r="http://schemas.openxmlformats.org/officeDocument/2006/relationships" id="256" r:id="Ra2298a3f57204d73"/>
    <p:sldId xmlns:r="http://schemas.openxmlformats.org/officeDocument/2006/relationships" id="257" r:id="R8b6fd8948dc64ef4"/>
    <p:sldId xmlns:r="http://schemas.openxmlformats.org/officeDocument/2006/relationships" id="258" r:id="Rffd84c07beb24e94"/>
    <p:sldId xmlns:r="http://schemas.openxmlformats.org/officeDocument/2006/relationships" id="259" r:id="Rafb3333250ef460a"/>
    <p:sldId xmlns:r="http://schemas.openxmlformats.org/officeDocument/2006/relationships" id="260" r:id="R896c8283a3d14f83"/>
    <p:sldId xmlns:r="http://schemas.openxmlformats.org/officeDocument/2006/relationships" id="261" r:id="Rcfa0759ec6754a4f"/>
    <p:sldId xmlns:r="http://schemas.openxmlformats.org/officeDocument/2006/relationships" id="262" r:id="R81f5dbd9e118465f"/>
    <p:sldId xmlns:r="http://schemas.openxmlformats.org/officeDocument/2006/relationships" id="263" r:id="R924c69a2e6fe4653"/>
    <p:sldId xmlns:r="http://schemas.openxmlformats.org/officeDocument/2006/relationships" id="264" r:id="Rdadc42af2e2b418b"/>
    <p:sldId xmlns:r="http://schemas.openxmlformats.org/officeDocument/2006/relationships" id="265" r:id="Rafbe4c9accab4bd2"/>
    <p:sldId xmlns:r="http://schemas.openxmlformats.org/officeDocument/2006/relationships" id="266" r:id="R16bf68e97f7d4d24"/>
    <p:sldId xmlns:r="http://schemas.openxmlformats.org/officeDocument/2006/relationships" id="267" r:id="R7282782368a44d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82eea906054353" /><Relationship Type="http://schemas.openxmlformats.org/officeDocument/2006/relationships/slideMaster" Target="/ppt/slideMasters/slideMaster1.xml" Id="R508913f1ca2b4253" /><Relationship Type="http://schemas.openxmlformats.org/officeDocument/2006/relationships/notesMaster" Target="/ppt/notesMasters/notesMaster1.xml" Id="R404c72c5301646b9" /><Relationship Type="http://schemas.openxmlformats.org/officeDocument/2006/relationships/presProps" Target="/ppt/presProps.xml" Id="R67bf42e8c02d4d92" /><Relationship Type="http://schemas.openxmlformats.org/officeDocument/2006/relationships/tableStyles" Target="/ppt/tableStyles.xml" Id="Rbad84bfa1f654dd0" /><Relationship Type="http://schemas.openxmlformats.org/officeDocument/2006/relationships/slide" Target="/ppt/slides/slide1.xml" Id="Ra2298a3f57204d73" /><Relationship Type="http://schemas.openxmlformats.org/officeDocument/2006/relationships/slide" Target="/ppt/slides/slide2.xml" Id="R8b6fd8948dc64ef4" /><Relationship Type="http://schemas.openxmlformats.org/officeDocument/2006/relationships/slide" Target="/ppt/slides/slide3.xml" Id="Rffd84c07beb24e94" /><Relationship Type="http://schemas.openxmlformats.org/officeDocument/2006/relationships/slide" Target="/ppt/slides/slide4.xml" Id="Rafb3333250ef460a" /><Relationship Type="http://schemas.openxmlformats.org/officeDocument/2006/relationships/slide" Target="/ppt/slides/slide5.xml" Id="R896c8283a3d14f83" /><Relationship Type="http://schemas.openxmlformats.org/officeDocument/2006/relationships/slide" Target="/ppt/slides/slide6.xml" Id="Rcfa0759ec6754a4f" /><Relationship Type="http://schemas.openxmlformats.org/officeDocument/2006/relationships/slide" Target="/ppt/slides/slide7.xml" Id="R81f5dbd9e118465f" /><Relationship Type="http://schemas.openxmlformats.org/officeDocument/2006/relationships/slide" Target="/ppt/slides/slide8.xml" Id="R924c69a2e6fe4653" /><Relationship Type="http://schemas.openxmlformats.org/officeDocument/2006/relationships/slide" Target="/ppt/slides/slide9.xml" Id="Rdadc42af2e2b418b" /><Relationship Type="http://schemas.openxmlformats.org/officeDocument/2006/relationships/slide" Target="/ppt/slides/slide10.xml" Id="Rafbe4c9accab4bd2" /><Relationship Type="http://schemas.openxmlformats.org/officeDocument/2006/relationships/slide" Target="/ppt/slides/slide11.xml" Id="R16bf68e97f7d4d24" /><Relationship Type="http://schemas.openxmlformats.org/officeDocument/2006/relationships/slide" Target="/ppt/slides/slide12.xml" Id="R7282782368a44d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aeebf0d4ea42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0fb3305dd3434f" /><Relationship Type="http://schemas.openxmlformats.org/officeDocument/2006/relationships/notesMaster" Target="/ppt/notesMasters/notesMaster1.xml" Id="R180e9596702940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4b126050e84148" /><Relationship Type="http://schemas.openxmlformats.org/officeDocument/2006/relationships/notesMaster" Target="/ppt/notesMasters/notesMaster1.xml" Id="Rd65beec4053040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b0f913ee59426f" /><Relationship Type="http://schemas.openxmlformats.org/officeDocument/2006/relationships/notesMaster" Target="/ppt/notesMasters/notesMaster1.xml" Id="R28dcc33ed5a846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2a70d286694c48" /><Relationship Type="http://schemas.openxmlformats.org/officeDocument/2006/relationships/notesMaster" Target="/ppt/notesMasters/notesMaster1.xml" Id="R6f2900ade05347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689ebc30014293" /><Relationship Type="http://schemas.openxmlformats.org/officeDocument/2006/relationships/notesMaster" Target="/ppt/notesMasters/notesMaster1.xml" Id="R0c54ccbb0da544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a423d67f3349dc" /><Relationship Type="http://schemas.openxmlformats.org/officeDocument/2006/relationships/notesMaster" Target="/ppt/notesMasters/notesMaster1.xml" Id="R471df185a8a94a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5129b2a6d64a34" /><Relationship Type="http://schemas.openxmlformats.org/officeDocument/2006/relationships/notesMaster" Target="/ppt/notesMasters/notesMaster1.xml" Id="R130da4185de44e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3b4820e5a34692" /><Relationship Type="http://schemas.openxmlformats.org/officeDocument/2006/relationships/notesMaster" Target="/ppt/notesMasters/notesMaster1.xml" Id="R5d27297ca1f044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b9506c68b04356" /><Relationship Type="http://schemas.openxmlformats.org/officeDocument/2006/relationships/notesMaster" Target="/ppt/notesMasters/notesMaster1.xml" Id="R9fe620d2a2344b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7e3e0ca7104003" /><Relationship Type="http://schemas.openxmlformats.org/officeDocument/2006/relationships/notesMaster" Target="/ppt/notesMasters/notesMaster1.xml" Id="Rabb349424c754a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e07c44a9924172" /><Relationship Type="http://schemas.openxmlformats.org/officeDocument/2006/relationships/notesMaster" Target="/ppt/notesMasters/notesMaster1.xml" Id="R80ab53deb7cb4f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9d54cb9b0e4568" /><Relationship Type="http://schemas.openxmlformats.org/officeDocument/2006/relationships/notesMaster" Target="/ppt/notesMasters/notesMaster1.xml" Id="Rde0fe3e5706144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big question and careers line. This is formative; Week 7 assesses.</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response mode and pause. Avoid pressure to speak publicly.</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Read the labelled model diagram. It is an authored teaching model, not learner evidence.</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approved objective in the planner and these short success checks.</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Use only the fictional model on Support Cards page 2. The model worker sorted three circles and two squares into the right groups; an adult observed the action. The skill is sorting by shape. This could help the stock helper sort paper cards. A next step is to count each group and record the totals. This model teaches the link and must not be filed as a learner’s work.</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A supports the claim: actual work and a precise observation show the skill and its link to the role. B is an unsupported claim; C is someone else’s work. Ask the learner to point to the part of their selected work that supports the skill. If it does not support that skill, revise the claim or choose a different example. Do not infer a skill from a job picture alone.</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Use four minutes to look at actual earlier work and choose an example. Use five minutes to link the observed skill to a task on one fictional role card and practise the explanation to an adult. Use three minutes to choose a next step. If the example is missing, record the gap and a plan to recover it. A brief new task may be recorded as new work, never as recovered earlier evidence. Routes: Review up to two pieces of the learner’s actual earlier work with an adult. Choose one, select a skill and fictional role card, and use a sentence stem to explain the link. Record prompts. Choose actual earlier work, identify one skill it shows and explain how that skill could help a task on a fictional role card. Choose a specific next step. Compare two possible examples, explain which supports the claim more clearly, and name a limit or further evidence needed. Choose a next step that addresses that gap.</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Keep a specific work reference and date, what the example actually shows, one skill, the chosen fictional role and task, the learner’s explanation of the link, and one next step. Record support and the adult’s reply. Mark missing, unclear or unverified evidence explicitly. A role match is a teaching judgement, not proof of job readiness or qualification completion.</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Check learner identifiers and work references before tidying. Do not bank blank forms.</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Record an individual response. Use the question to identify a next teaching step.</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Keep the vocabulary available. Read aloud or use usual communication aid.</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CAREERS-BUILD-A2-W06 · Year A · Week beginning 7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Read the Planner and Staff Answers. Prepare each learner’s actual work or specific observation records from Weeks 1–5, including Week 5 if available. Keep adult models in a separate folder marked MODEL. Print the two evidence pages and three support pages for each learner. Do not invent missing work or use another learner’s work. If earlier work is absent, prepare a recovery task using the earlier lesson’s resources; record today’s date and any support. The missing earlier record remains marked missing.</a:t>
            </a:r>
          </a:p>
          <a:p xmlns:a="http://schemas.openxmlformats.org/drawingml/2006/main">
            <a:r>
              <a:t>Evidence: A skill-and-evidence card, a job-role match and a next step; missing work remains clearly marked.</a:t>
            </a:r>
          </a:p>
          <a:p xmlns:a="http://schemas.openxmlformats.org/drawingml/2006/main">
            <a:r>
              <a:t>Where this leads: This helps me explain what I can do and what I want to learn.</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44e7a484b74b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b3a07612ac4c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b535944bbe47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e97b91fe3742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4e5d78841743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f6a36ac8634f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033b7276884fe8" /><Relationship Type="http://schemas.openxmlformats.org/officeDocument/2006/relationships/slideLayout" Target="/ppt/slideLayouts/slideLayout1.xml" Id="Rc211dba9cf84486e" /><Relationship Type="http://schemas.openxmlformats.org/officeDocument/2006/relationships/slideLayout" Target="/ppt/slideLayouts/slideLayout2.xml" Id="Rc7c924e6b745428f" /><Relationship Type="http://schemas.openxmlformats.org/officeDocument/2006/relationships/slideLayout" Target="/ppt/slideLayouts/slideLayout3.xml" Id="R9061413ca1df4ebe" /><Relationship Type="http://schemas.openxmlformats.org/officeDocument/2006/relationships/slideLayout" Target="/ppt/slideLayouts/slideLayout4.xml" Id="R2dc18d1d02b748ee" /><Relationship Type="http://schemas.openxmlformats.org/officeDocument/2006/relationships/slideLayout" Target="/ppt/slideLayouts/slideLayout5.xml" Id="R5fed1c76913f48e9" /><Relationship Type="http://schemas.openxmlformats.org/officeDocument/2006/relationships/slideLayout" Target="/ppt/slideLayouts/slideLayout6.xml" Id="R21536190f78143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11dba9cf84486e"/>
    <p:sldLayoutId xmlns:r="http://schemas.openxmlformats.org/officeDocument/2006/relationships" id="2147483650" r:id="Rc7c924e6b745428f"/>
    <p:sldLayoutId xmlns:r="http://schemas.openxmlformats.org/officeDocument/2006/relationships" id="2147483651" r:id="R9061413ca1df4ebe"/>
    <p:sldLayoutId xmlns:r="http://schemas.openxmlformats.org/officeDocument/2006/relationships" id="2147483652" r:id="R2dc18d1d02b748ee"/>
    <p:sldLayoutId xmlns:r="http://schemas.openxmlformats.org/officeDocument/2006/relationships" id="2147483653" r:id="R5fed1c76913f48e9"/>
    <p:sldLayoutId xmlns:r="http://schemas.openxmlformats.org/officeDocument/2006/relationships" id="2147483654" r:id="R21536190f781436d"/>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0d4cdc1e23544aa" /><Relationship Type="http://schemas.openxmlformats.org/officeDocument/2006/relationships/notesSlide" Target="/ppt/notesSlides/notesSlide1.xml" Id="R70c8d18ea3d749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3cc716c0594888" /><Relationship Type="http://schemas.openxmlformats.org/officeDocument/2006/relationships/notesSlide" Target="/ppt/notesSlides/notesSlide2.xml" Id="Rf320ac0fa8d842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01f4556c0c414b" /><Relationship Type="http://schemas.openxmlformats.org/officeDocument/2006/relationships/image" Target="/ppt/media/image.png" Id="R9cf1263c3db949cb" /><Relationship Type="http://schemas.openxmlformats.org/officeDocument/2006/relationships/notesSlide" Target="/ppt/notesSlides/notesSlide3.xml" Id="Raa6e7a09419b44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f987038a374a67" /><Relationship Type="http://schemas.openxmlformats.org/officeDocument/2006/relationships/notesSlide" Target="/ppt/notesSlides/notesSlide4.xml" Id="R26fb32dd577249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12f74e97c04a9c" /><Relationship Type="http://schemas.openxmlformats.org/officeDocument/2006/relationships/notesSlide" Target="/ppt/notesSlides/notesSlide5.xml" Id="R9b907c5ebac84e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23a07a29ec4edd" /><Relationship Type="http://schemas.openxmlformats.org/officeDocument/2006/relationships/notesSlide" Target="/ppt/notesSlides/notesSlide6.xml" Id="Rd4064969497e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4b4cafd2114241" /><Relationship Type="http://schemas.openxmlformats.org/officeDocument/2006/relationships/notesSlide" Target="/ppt/notesSlides/notesSlide7.xml" Id="R05740a9352c94b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b77f934364d4964" /><Relationship Type="http://schemas.openxmlformats.org/officeDocument/2006/relationships/notesSlide" Target="/ppt/notesSlides/notesSlide8.xml" Id="R4dbb4b01932947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0a7c9e5cde4349" /><Relationship Type="http://schemas.openxmlformats.org/officeDocument/2006/relationships/notesSlide" Target="/ppt/notesSlides/notesSlide9.xml" Id="R57e0497b561e4d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18291f7eff49f7" /><Relationship Type="http://schemas.openxmlformats.org/officeDocument/2006/relationships/notesSlide" Target="/ppt/notesSlides/notesSlide10.xml" Id="R2a5f1f87a4da4f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1bde15cb054b70" /><Relationship Type="http://schemas.openxmlformats.org/officeDocument/2006/relationships/notesSlide" Target="/ppt/notesSlides/notesSlide11.xml" Id="Rdbd70c0c6afe4c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5cdb33ad19d46dd" /><Relationship Type="http://schemas.openxmlformats.org/officeDocument/2006/relationships/notesSlide" Target="/ppt/notesSlides/notesSlide12.xml" Id="Rca66443f144340c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Show a skill</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6 · 7–11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worker says they can do a task. What work could show this?</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explain what I can do and what I want to learn.</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8196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sit.</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help with the words.</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point, a word or your aid.</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5105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Let each person have time.</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Work can show a skill</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652BD30F-19FC-4E75-9D46-150505403796}"/>
              </a:ext>
            </a:extLst>
          </p:cNvPr>
          <p:cNvPicPr>
            <a:picLocks xmlns:a="http://schemas.openxmlformats.org/drawingml/2006/main" noChangeAspect="1"/>
          </p:cNvPicPr>
          <p:nvPr/>
        </p:nvPicPr>
        <p:blipFill>
          <a:blip xmlns:r="http://schemas.openxmlformats.org/officeDocument/2006/relationships" xmlns:a="http://schemas.openxmlformats.org/drawingml/2006/main" r:embed="R9cf1263c3db949cb"/>
          <a:srcRect xmlns:a="http://schemas.openxmlformats.org/drawingml/2006/main" l="0" t="0" r="0" b="0"/>
          <a:stretch xmlns:a="http://schemas.openxmlformats.org/drawingml/2006/main">
            <a:fillRect l="0" t="0" r="0" b="0"/>
          </a:stretch>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This is a made-up worker’s model.</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57175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record shows cards sorted by shape.</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342900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Which skill does that work show?</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428625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Which job task could use that skill?</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work that shows a skill. Link it to a job.</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one piece of actual work.</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the skill and a job it could help.</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one clear next step.</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model shows three circles and two squares.</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2574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They are in two shape groups.</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8384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skill is to sort by shape.</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41947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could help a stock helper sort cards.</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40005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next step is to count each group.</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5815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model is not a learner’s own work.</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Choose work. Show the skill. Link a task. Choose a next step.</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claim has proof</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worker says they can sort by shape. What helps show it?</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Their own work and a clear record of the task.</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A claim with no work to check.</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Work done by someone else.</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one piece of actual work.</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choose and link it with help.</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explain the skill and job link.</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compare two pieces and name a gap.</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If work is missing, mark the gap and plan a next step.</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 and skill</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code and date.</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Name the skill that the work shows.</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Link it to a task on a job card.</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one next step. Keep any gap clear.</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code on both sheets.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work and note the help.</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the cards away with care.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Tell the adult the next step.</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work shows the skill?</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could it help with a job task?</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is one next step?</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Skill: Something a person can do.</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Work: A task or a record of what was done.</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Evidence: Work that helps show a claim is true.</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4438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Role: One part of the work.</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Match: Link two things for a clear reason.</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Gap: Work or a fact that is still missing.</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step: One thing to try or learn next.</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CAREERS-BUILD-A2-W06</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only fictional roles and settings.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Scribe exact words; record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Week 7 is the assessing lesson.</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Show a skill</dc:title>
  <dcterms:created xsi:type="dcterms:W3CDTF">2026-10-26T13:46:24.9110000Z</dcterms:created>
  <dcterms:modified xsi:type="dcterms:W3CDTF">2026-10-26T13:46:24.9110000Z</dcterms:modified>
</coreProperties>
</file>