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c7d78c168e4a0b" /><Relationship Type="http://schemas.openxmlformats.org/officeDocument/2006/relationships/extended-properties" Target="/docProps/app.xml" Id="Rab0690fb0a31424a" /><Relationship Type="http://schemas.openxmlformats.org/officeDocument/2006/relationships/officeDocument" Target="/ppt/presentation.xml" Id="R00a3b9eb9f5f41cb" /></Relationships>
</file>

<file path=ppt/presentation.xml><?xml version="1.0" encoding="utf-8"?>
<p:presentation xmlns:p="http://schemas.openxmlformats.org/presentationml/2006/main">
  <p:sldMasterIdLst>
    <p:sldMasterId xmlns:r="http://schemas.openxmlformats.org/officeDocument/2006/relationships" id="2147483648" r:id="Rb640c80224304dec"/>
  </p:sldMasterIdLst>
  <p:notesMasterIdLst>
    <p:notesMasterId xmlns:r="http://schemas.openxmlformats.org/officeDocument/2006/relationships" r:id="Ree05a53e4e024123"/>
  </p:notesMasterIdLst>
  <p:sldIdLst>
    <p:sldId xmlns:r="http://schemas.openxmlformats.org/officeDocument/2006/relationships" id="256" r:id="Rabe86705155d4458"/>
    <p:sldId xmlns:r="http://schemas.openxmlformats.org/officeDocument/2006/relationships" id="257" r:id="Re3a90bdcfd5a4756"/>
    <p:sldId xmlns:r="http://schemas.openxmlformats.org/officeDocument/2006/relationships" id="258" r:id="Ra813822b6f614fd5"/>
    <p:sldId xmlns:r="http://schemas.openxmlformats.org/officeDocument/2006/relationships" id="259" r:id="R42436f8f682c4579"/>
    <p:sldId xmlns:r="http://schemas.openxmlformats.org/officeDocument/2006/relationships" id="260" r:id="Rdaaaaecabc604483"/>
    <p:sldId xmlns:r="http://schemas.openxmlformats.org/officeDocument/2006/relationships" id="261" r:id="R47982163707c42ec"/>
    <p:sldId xmlns:r="http://schemas.openxmlformats.org/officeDocument/2006/relationships" id="262" r:id="R04e10ee8c2644452"/>
    <p:sldId xmlns:r="http://schemas.openxmlformats.org/officeDocument/2006/relationships" id="263" r:id="Re6bf74c321674451"/>
    <p:sldId xmlns:r="http://schemas.openxmlformats.org/officeDocument/2006/relationships" id="264" r:id="Red746b902954467d"/>
    <p:sldId xmlns:r="http://schemas.openxmlformats.org/officeDocument/2006/relationships" id="265" r:id="R163eed28f9f74593"/>
    <p:sldId xmlns:r="http://schemas.openxmlformats.org/officeDocument/2006/relationships" id="266" r:id="R0f8346b099134be8"/>
    <p:sldId xmlns:r="http://schemas.openxmlformats.org/officeDocument/2006/relationships" id="267" r:id="R1a0f42331f9a4f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b2f75acb74492d" /><Relationship Type="http://schemas.openxmlformats.org/officeDocument/2006/relationships/slideMaster" Target="/ppt/slideMasters/slideMaster1.xml" Id="Rb640c80224304dec" /><Relationship Type="http://schemas.openxmlformats.org/officeDocument/2006/relationships/notesMaster" Target="/ppt/notesMasters/notesMaster1.xml" Id="Ree05a53e4e024123" /><Relationship Type="http://schemas.openxmlformats.org/officeDocument/2006/relationships/presProps" Target="/ppt/presProps.xml" Id="R4c4e3b23593c4501" /><Relationship Type="http://schemas.openxmlformats.org/officeDocument/2006/relationships/tableStyles" Target="/ppt/tableStyles.xml" Id="Rf8ec9600f5964062" /><Relationship Type="http://schemas.openxmlformats.org/officeDocument/2006/relationships/slide" Target="/ppt/slides/slide1.xml" Id="Rabe86705155d4458" /><Relationship Type="http://schemas.openxmlformats.org/officeDocument/2006/relationships/slide" Target="/ppt/slides/slide2.xml" Id="Re3a90bdcfd5a4756" /><Relationship Type="http://schemas.openxmlformats.org/officeDocument/2006/relationships/slide" Target="/ppt/slides/slide3.xml" Id="Ra813822b6f614fd5" /><Relationship Type="http://schemas.openxmlformats.org/officeDocument/2006/relationships/slide" Target="/ppt/slides/slide4.xml" Id="R42436f8f682c4579" /><Relationship Type="http://schemas.openxmlformats.org/officeDocument/2006/relationships/slide" Target="/ppt/slides/slide5.xml" Id="Rdaaaaecabc604483" /><Relationship Type="http://schemas.openxmlformats.org/officeDocument/2006/relationships/slide" Target="/ppt/slides/slide6.xml" Id="R47982163707c42ec" /><Relationship Type="http://schemas.openxmlformats.org/officeDocument/2006/relationships/slide" Target="/ppt/slides/slide7.xml" Id="R04e10ee8c2644452" /><Relationship Type="http://schemas.openxmlformats.org/officeDocument/2006/relationships/slide" Target="/ppt/slides/slide8.xml" Id="Re6bf74c321674451" /><Relationship Type="http://schemas.openxmlformats.org/officeDocument/2006/relationships/slide" Target="/ppt/slides/slide9.xml" Id="Red746b902954467d" /><Relationship Type="http://schemas.openxmlformats.org/officeDocument/2006/relationships/slide" Target="/ppt/slides/slide10.xml" Id="R163eed28f9f74593" /><Relationship Type="http://schemas.openxmlformats.org/officeDocument/2006/relationships/slide" Target="/ppt/slides/slide11.xml" Id="R0f8346b099134be8" /><Relationship Type="http://schemas.openxmlformats.org/officeDocument/2006/relationships/slide" Target="/ppt/slides/slide12.xml" Id="R1a0f42331f9a4f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010c66e0ab40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01308739d84b9c" /><Relationship Type="http://schemas.openxmlformats.org/officeDocument/2006/relationships/notesMaster" Target="/ppt/notesMasters/notesMaster1.xml" Id="R8c8c481043f347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00422cb928428a" /><Relationship Type="http://schemas.openxmlformats.org/officeDocument/2006/relationships/notesMaster" Target="/ppt/notesMasters/notesMaster1.xml" Id="R7f4b37ca9dd347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75ec687c3b4acb" /><Relationship Type="http://schemas.openxmlformats.org/officeDocument/2006/relationships/notesMaster" Target="/ppt/notesMasters/notesMaster1.xml" Id="Rc4f88afd7eea49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50f0d0a2ce416c" /><Relationship Type="http://schemas.openxmlformats.org/officeDocument/2006/relationships/notesMaster" Target="/ppt/notesMasters/notesMaster1.xml" Id="R35163a49875c42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6f5799b43e47d2" /><Relationship Type="http://schemas.openxmlformats.org/officeDocument/2006/relationships/notesMaster" Target="/ppt/notesMasters/notesMaster1.xml" Id="R958502556ad246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efd41694544e0b" /><Relationship Type="http://schemas.openxmlformats.org/officeDocument/2006/relationships/notesMaster" Target="/ppt/notesMasters/notesMaster1.xml" Id="Re38134df6c0447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974867ccf445ed" /><Relationship Type="http://schemas.openxmlformats.org/officeDocument/2006/relationships/notesMaster" Target="/ppt/notesMasters/notesMaster1.xml" Id="R19a4c5ce367f43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89d02ad4a34b4d" /><Relationship Type="http://schemas.openxmlformats.org/officeDocument/2006/relationships/notesMaster" Target="/ppt/notesMasters/notesMaster1.xml" Id="R2c90b3f87e7048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231d79f3b84b75" /><Relationship Type="http://schemas.openxmlformats.org/officeDocument/2006/relationships/notesMaster" Target="/ppt/notesMasters/notesMaster1.xml" Id="R725c76a6e75f48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f461edc48d4739" /><Relationship Type="http://schemas.openxmlformats.org/officeDocument/2006/relationships/notesMaster" Target="/ppt/notesMasters/notesMaster1.xml" Id="R76558927856b4f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eaa1b7433443f4" /><Relationship Type="http://schemas.openxmlformats.org/officeDocument/2006/relationships/notesMaster" Target="/ppt/notesMasters/notesMaster1.xml" Id="R9f1afbf34afc4e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93ae8d6b36468f" /><Relationship Type="http://schemas.openxmlformats.org/officeDocument/2006/relationships/notesMaster" Target="/ppt/notesMasters/notesMaster1.xml" Id="R9c78a59d4e2347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big question and careers line. This is formative; Week 7 assesses.</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response mode and pause. Avoid pressure to speak publicly.</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Read the labelled model diagram. It is an authored teaching model, not learner evidence.</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approved objective in the planner and these short success checks.</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The fictional sorter groups three circles and two squares. They say, “The cards are sorted by shape. Please count each group.” The counter counts each group and says, “Three circles and two squares. Please check the task card.” The checker compares both shape and number with the task card. The team needs three circles and two squares, all sorted by shape. Each worker can explain how their part helps the next person.</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A is the useful handover: it states what is done and what the next person needs to do. B leaves the next worker to guess; C takes over their role. If uncertain, show the role cards again and model a handover with a separate set. A clear point to the completed group and next role card can communicate the same message.</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two minutes to choose and agree roles. Use six minutes for the sort → count → check chain and clear handovers. Use four minutes to review each contribution and, if useful, retry after a specific prompt. The sorter groups the cards by shape; the counter reports each total; the checker compares the work with the task card. Keep the first attempt separate from any repair. An adult can take the other roles. Routes: Choose between two role cards with help. Carry out the agreed role, use a handover stem and point or say how it helped. Record each prompt. Agree a role, complete it and pass the work on with a clear message. Explain one way the contribution helped the team. Complete the agreed role, then inspect a separate mock set with one square missing. Explain what the next worker needs to know and suggest a clear repair.</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For each learner, record the agreed role, their actual action and accuracy, the handover words or gesture, the recipient’s response and the learner’s explanation of how that action helped. Keep prompts and changes separate. A finished team set does not prove every person contributed. Observe each learner’s own role as it happens.</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Check learner identifiers and work references before tidying. Do not bank blank forms.</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Record an individual response. Use the question to identify a next teaching step.</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Keep the vocabulary available. Read aloud or use usual communication aid.</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CAREERS-BUILD-A2-W05 · Year A · Week beginning 30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Read the Planner and Staff Answers. For each team, print Support Cards pages 1–3. Adults cut the five large shape cards on page 2: three circles and two squares. Keep the sorting mat on page 3 whole. Use a separate set for the adult model. Each learner needs both evidence pages. Agree sort, count and check roles before starting; record who does each role. Use teams of two or three. An adult fills any unchosen role. For four learners, use two pairs with adult support. A learner may work with an adult instead of peers. Everyone completes a role; no learner is assessed only as an observer.</a:t>
            </a:r>
          </a:p>
          <a:p xmlns:a="http://schemas.openxmlformats.org/drawingml/2006/main">
            <a:r>
              <a:t>Evidence: An individual role record, observed contribution and a short learner reflection.</a:t>
            </a:r>
          </a:p>
          <a:p xmlns:a="http://schemas.openxmlformats.org/drawingml/2006/main">
            <a:r>
              <a:t>Where this leads: This helps me understand responsibility and working with others.</a:t>
            </a:r>
          </a:p>
          <a:p xmlns:a="http://schemas.openxmlformats.org/drawingml/2006/main">
            <a:r>
              <a:t>Source: owner_orders/BUILD_Careers_Autumn2_YearA_outline, revision approved-2026-10-26. Tasks authored first-issue-2026-10-26.</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3ee30094a943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0e54245f8549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1aae1cfd7c42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0a4fb130244e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58a74aef5584e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5b32f751c94e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e18b8a56ba4aca" /><Relationship Type="http://schemas.openxmlformats.org/officeDocument/2006/relationships/slideLayout" Target="/ppt/slideLayouts/slideLayout1.xml" Id="Re6ba5378a2aa4a09" /><Relationship Type="http://schemas.openxmlformats.org/officeDocument/2006/relationships/slideLayout" Target="/ppt/slideLayouts/slideLayout2.xml" Id="Rec609206e5014a83" /><Relationship Type="http://schemas.openxmlformats.org/officeDocument/2006/relationships/slideLayout" Target="/ppt/slideLayouts/slideLayout3.xml" Id="Rdfa6fea2f25744f9" /><Relationship Type="http://schemas.openxmlformats.org/officeDocument/2006/relationships/slideLayout" Target="/ppt/slideLayouts/slideLayout4.xml" Id="R1ae706931e0142bf" /><Relationship Type="http://schemas.openxmlformats.org/officeDocument/2006/relationships/slideLayout" Target="/ppt/slideLayouts/slideLayout5.xml" Id="R810a0bcbd7f04773" /><Relationship Type="http://schemas.openxmlformats.org/officeDocument/2006/relationships/slideLayout" Target="/ppt/slideLayouts/slideLayout6.xml" Id="R154963c1a0414c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ba5378a2aa4a09"/>
    <p:sldLayoutId xmlns:r="http://schemas.openxmlformats.org/officeDocument/2006/relationships" id="2147483650" r:id="Rec609206e5014a83"/>
    <p:sldLayoutId xmlns:r="http://schemas.openxmlformats.org/officeDocument/2006/relationships" id="2147483651" r:id="Rdfa6fea2f25744f9"/>
    <p:sldLayoutId xmlns:r="http://schemas.openxmlformats.org/officeDocument/2006/relationships" id="2147483652" r:id="R1ae706931e0142bf"/>
    <p:sldLayoutId xmlns:r="http://schemas.openxmlformats.org/officeDocument/2006/relationships" id="2147483653" r:id="R810a0bcbd7f04773"/>
    <p:sldLayoutId xmlns:r="http://schemas.openxmlformats.org/officeDocument/2006/relationships" id="2147483654" r:id="R154963c1a0414c37"/>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c54b5dc5bd4b8a" /><Relationship Type="http://schemas.openxmlformats.org/officeDocument/2006/relationships/notesSlide" Target="/ppt/notesSlides/notesSlide1.xml" Id="R57b897e26c02473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b55d8625be54fc2" /><Relationship Type="http://schemas.openxmlformats.org/officeDocument/2006/relationships/notesSlide" Target="/ppt/notesSlides/notesSlide2.xml" Id="R23fdef42dda346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2ed1a3fae949ae" /><Relationship Type="http://schemas.openxmlformats.org/officeDocument/2006/relationships/image" Target="/ppt/media/image.png" Id="Rb5fd409522d84fb8" /><Relationship Type="http://schemas.openxmlformats.org/officeDocument/2006/relationships/notesSlide" Target="/ppt/notesSlides/notesSlide3.xml" Id="R335d21622e5747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4119bff5a644be" /><Relationship Type="http://schemas.openxmlformats.org/officeDocument/2006/relationships/notesSlide" Target="/ppt/notesSlides/notesSlide4.xml" Id="Re371ac26887d40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5e4e01ac31d43ae" /><Relationship Type="http://schemas.openxmlformats.org/officeDocument/2006/relationships/notesSlide" Target="/ppt/notesSlides/notesSlide5.xml" Id="R070774879d65442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52141b044c4295" /><Relationship Type="http://schemas.openxmlformats.org/officeDocument/2006/relationships/notesSlide" Target="/ppt/notesSlides/notesSlide6.xml" Id="R50197f6e2f2743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4ce4ae35679482a" /><Relationship Type="http://schemas.openxmlformats.org/officeDocument/2006/relationships/notesSlide" Target="/ppt/notesSlides/notesSlide7.xml" Id="R1616a779fe8543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80108d775e84fea" /><Relationship Type="http://schemas.openxmlformats.org/officeDocument/2006/relationships/notesSlide" Target="/ppt/notesSlides/notesSlide8.xml" Id="R642fe1112a7d4f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6cdd17056b94072" /><Relationship Type="http://schemas.openxmlformats.org/officeDocument/2006/relationships/notesSlide" Target="/ppt/notesSlides/notesSlide9.xml" Id="R54a8c65b7b8749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5863690294f474f" /><Relationship Type="http://schemas.openxmlformats.org/officeDocument/2006/relationships/notesSlide" Target="/ppt/notesSlides/notesSlide10.xml" Id="Rdfae9aa1d3a342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0faec572119432a" /><Relationship Type="http://schemas.openxmlformats.org/officeDocument/2006/relationships/notesSlide" Target="/ppt/notesSlides/notesSlide11.xml" Id="R38d55bd2877f4ed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c3bd44aab2482a" /><Relationship Type="http://schemas.openxmlformats.org/officeDocument/2006/relationships/notesSlide" Target="/ppt/notesSlides/notesSlide12.xml" Id="R8cf14ef1f7934fc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My part in a team</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5 · 30 November–4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team has five cards. One sorts. One counts. One checks. How does each role help?</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4386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understand responsibility and working with others.</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16255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with the words.</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point, a word or your aid.</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5105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each person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One task three roles</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AE9FE6BB-33E0-48BA-BA1B-3009D0A775C2}"/>
              </a:ext>
            </a:extLst>
          </p:cNvPr>
          <p:cNvPicPr>
            <a:picLocks xmlns:a="http://schemas.openxmlformats.org/drawingml/2006/main" noChangeAspect="1"/>
          </p:cNvPicPr>
          <p:nvPr/>
        </p:nvPicPr>
        <p:blipFill>
          <a:blip xmlns:r="http://schemas.openxmlformats.org/officeDocument/2006/relationships" xmlns:a="http://schemas.openxmlformats.org/drawingml/2006/main" r:embed="Rb5fd409522d84fb8"/>
          <a:srcRect xmlns:a="http://schemas.openxmlformats.org/drawingml/2006/main" l="0" t="0" r="0" b="0"/>
          <a:stretch xmlns:a="http://schemas.openxmlformats.org/drawingml/2006/main">
            <a:fillRect l="0" t="0" r="0" b="0"/>
          </a:stretch>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This team must sort five cards.</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57175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One worker sorts the shapes.</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342900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One counts. One checks.</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4286250"/>
            <a:ext cx="42005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How does each role help?</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Do an agreed role. Show how it helps the team.</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and agree one role.</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Do that part and pass the work on.</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how that part helps the team.</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sorter puts each shape in a group.</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2574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They say: the shapes are sorted. Please count.</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8384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counter finds three circles and two squares.</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41947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They say: please check these totals.</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40005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checker uses the task card.</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5815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Each worker helps the next person.</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Sort. Pass on. Count. Pass on. Check.</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handover helps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sorter has done their part. What helps next?</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The shapes are sorted. Please count each group.</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Say nothing and leave the work.</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Take over the next worker’s role.</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and agree a role.</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do the role with a prompt or stem.</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do the role and pass the work on.</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spot a gap in a new mock set.</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how that role helped the team.</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part</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role that was agreed.</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what was done and passed on.</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how that helped the next worker.</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help used and any change.</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code on both sheets.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work and note the help.</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the cards away with care.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the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was the agreed role?</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did that part help the team?</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could make the next try clearer?</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Role: One part of the work.</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Team: People who work on a shared task.</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Sort: Put things into groups.</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4438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Count: Find how many there are.</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to see if the work is right.</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Pass on: Give work and a clear note to the next person.</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Help: Make a task easier to do.</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CAREERS-BUILD-A2-W05</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only fictional roles and settings.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Scribe exact words; record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My part in a team</dc:title>
  <dcterms:created xsi:type="dcterms:W3CDTF">2026-10-26T13:50:43.7440000Z</dcterms:created>
  <dcterms:modified xsi:type="dcterms:W3CDTF">2026-10-26T13:50:43.7440000Z</dcterms:modified>
</coreProperties>
</file>