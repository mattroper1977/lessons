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d06e5a54814575" /><Relationship Type="http://schemas.openxmlformats.org/officeDocument/2006/relationships/extended-properties" Target="/docProps/app.xml" Id="R4ed1e71c8c5745b4" /><Relationship Type="http://schemas.openxmlformats.org/officeDocument/2006/relationships/officeDocument" Target="/ppt/presentation.xml" Id="R5efcc0549dfb4c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e7812b93404b57"/>
  </p:sldMasterIdLst>
  <p:notesMasterIdLst>
    <p:notesMasterId xmlns:r="http://schemas.openxmlformats.org/officeDocument/2006/relationships" r:id="R2efb3d44b3194448"/>
  </p:notesMasterIdLst>
  <p:sldIdLst>
    <p:sldId xmlns:r="http://schemas.openxmlformats.org/officeDocument/2006/relationships" id="256" r:id="R806a8bb7f1ba4675"/>
    <p:sldId xmlns:r="http://schemas.openxmlformats.org/officeDocument/2006/relationships" id="257" r:id="R0a9b0170f61d4c94"/>
    <p:sldId xmlns:r="http://schemas.openxmlformats.org/officeDocument/2006/relationships" id="258" r:id="Rc8f17c25daad45a6"/>
    <p:sldId xmlns:r="http://schemas.openxmlformats.org/officeDocument/2006/relationships" id="259" r:id="R3e2e1c136f604efc"/>
    <p:sldId xmlns:r="http://schemas.openxmlformats.org/officeDocument/2006/relationships" id="260" r:id="Rd7adebd8e8ac4d97"/>
    <p:sldId xmlns:r="http://schemas.openxmlformats.org/officeDocument/2006/relationships" id="261" r:id="Ra678cbc086814747"/>
    <p:sldId xmlns:r="http://schemas.openxmlformats.org/officeDocument/2006/relationships" id="262" r:id="R156f32e67d3a41ea"/>
    <p:sldId xmlns:r="http://schemas.openxmlformats.org/officeDocument/2006/relationships" id="263" r:id="R5b532335dca54556"/>
    <p:sldId xmlns:r="http://schemas.openxmlformats.org/officeDocument/2006/relationships" id="264" r:id="R327e19e9a36a4fe5"/>
    <p:sldId xmlns:r="http://schemas.openxmlformats.org/officeDocument/2006/relationships" id="265" r:id="Rc45be27bbc8e4eae"/>
    <p:sldId xmlns:r="http://schemas.openxmlformats.org/officeDocument/2006/relationships" id="266" r:id="Rab89e59b62e0481e"/>
    <p:sldId xmlns:r="http://schemas.openxmlformats.org/officeDocument/2006/relationships" id="267" r:id="R881aa9d11bcb4f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4236d52364abd" /><Relationship Type="http://schemas.openxmlformats.org/officeDocument/2006/relationships/slideMaster" Target="/ppt/slideMasters/slideMaster1.xml" Id="Rdbe7812b93404b57" /><Relationship Type="http://schemas.openxmlformats.org/officeDocument/2006/relationships/notesMaster" Target="/ppt/notesMasters/notesMaster1.xml" Id="R2efb3d44b3194448" /><Relationship Type="http://schemas.openxmlformats.org/officeDocument/2006/relationships/presProps" Target="/ppt/presProps.xml" Id="Rfe02c7ee3c8849a3" /><Relationship Type="http://schemas.openxmlformats.org/officeDocument/2006/relationships/tableStyles" Target="/ppt/tableStyles.xml" Id="Rf823acfcfb7f40fd" /><Relationship Type="http://schemas.openxmlformats.org/officeDocument/2006/relationships/slide" Target="/ppt/slides/slide1.xml" Id="R806a8bb7f1ba4675" /><Relationship Type="http://schemas.openxmlformats.org/officeDocument/2006/relationships/slide" Target="/ppt/slides/slide2.xml" Id="R0a9b0170f61d4c94" /><Relationship Type="http://schemas.openxmlformats.org/officeDocument/2006/relationships/slide" Target="/ppt/slides/slide3.xml" Id="Rc8f17c25daad45a6" /><Relationship Type="http://schemas.openxmlformats.org/officeDocument/2006/relationships/slide" Target="/ppt/slides/slide4.xml" Id="R3e2e1c136f604efc" /><Relationship Type="http://schemas.openxmlformats.org/officeDocument/2006/relationships/slide" Target="/ppt/slides/slide5.xml" Id="Rd7adebd8e8ac4d97" /><Relationship Type="http://schemas.openxmlformats.org/officeDocument/2006/relationships/slide" Target="/ppt/slides/slide6.xml" Id="Ra678cbc086814747" /><Relationship Type="http://schemas.openxmlformats.org/officeDocument/2006/relationships/slide" Target="/ppt/slides/slide7.xml" Id="R156f32e67d3a41ea" /><Relationship Type="http://schemas.openxmlformats.org/officeDocument/2006/relationships/slide" Target="/ppt/slides/slide8.xml" Id="R5b532335dca54556" /><Relationship Type="http://schemas.openxmlformats.org/officeDocument/2006/relationships/slide" Target="/ppt/slides/slide9.xml" Id="R327e19e9a36a4fe5" /><Relationship Type="http://schemas.openxmlformats.org/officeDocument/2006/relationships/slide" Target="/ppt/slides/slide10.xml" Id="Rc45be27bbc8e4eae" /><Relationship Type="http://schemas.openxmlformats.org/officeDocument/2006/relationships/slide" Target="/ppt/slides/slide11.xml" Id="Rab89e59b62e0481e" /><Relationship Type="http://schemas.openxmlformats.org/officeDocument/2006/relationships/slide" Target="/ppt/slides/slide12.xml" Id="R881aa9d11bcb4f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a73929642340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a893bc25a5421b" /><Relationship Type="http://schemas.openxmlformats.org/officeDocument/2006/relationships/notesMaster" Target="/ppt/notesMasters/notesMaster1.xml" Id="R69933bb07fcc47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9b1164d3e84d80" /><Relationship Type="http://schemas.openxmlformats.org/officeDocument/2006/relationships/notesMaster" Target="/ppt/notesMasters/notesMaster1.xml" Id="R67ed888bbb8e4e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f50d137a1b46f3" /><Relationship Type="http://schemas.openxmlformats.org/officeDocument/2006/relationships/notesMaster" Target="/ppt/notesMasters/notesMaster1.xml" Id="Rb8ddf60a48534e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4b3821a7e4e08" /><Relationship Type="http://schemas.openxmlformats.org/officeDocument/2006/relationships/notesMaster" Target="/ppt/notesMasters/notesMaster1.xml" Id="R524181e5f9ff49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eddbe7f844af1" /><Relationship Type="http://schemas.openxmlformats.org/officeDocument/2006/relationships/notesMaster" Target="/ppt/notesMasters/notesMaster1.xml" Id="Rb8c03d62678844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fecc9b7a0444e0" /><Relationship Type="http://schemas.openxmlformats.org/officeDocument/2006/relationships/notesMaster" Target="/ppt/notesMasters/notesMaster1.xml" Id="R7fac112d2fd940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710e1a5ea14596" /><Relationship Type="http://schemas.openxmlformats.org/officeDocument/2006/relationships/notesMaster" Target="/ppt/notesMasters/notesMaster1.xml" Id="R3b92fc3668864b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85c811b1b34ffc" /><Relationship Type="http://schemas.openxmlformats.org/officeDocument/2006/relationships/notesMaster" Target="/ppt/notesMasters/notesMaster1.xml" Id="R758b6b3592f149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307d0e514643cb" /><Relationship Type="http://schemas.openxmlformats.org/officeDocument/2006/relationships/notesMaster" Target="/ppt/notesMasters/notesMaster1.xml" Id="Rc1f6e25da40746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9d84671c4e466f" /><Relationship Type="http://schemas.openxmlformats.org/officeDocument/2006/relationships/notesMaster" Target="/ppt/notesMasters/notesMaster1.xml" Id="Rbee1e5a7588a40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c1c4ec625c461f" /><Relationship Type="http://schemas.openxmlformats.org/officeDocument/2006/relationships/notesMaster" Target="/ppt/notesMasters/notesMaster1.xml" Id="R825eef29e0eb45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677ef65d5d438b" /><Relationship Type="http://schemas.openxmlformats.org/officeDocument/2006/relationships/notesMaster" Target="/ppt/notesMasters/notesMaster1.xml" Id="Rff9c45446e6546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Title and big question: 0 minutes.</a:t>
            </a:r>
          </a:p>
          <a:p xmlns:a="http://schemas.openxmlformats.org/drawingml/2006/main">
            <a:r>
              <a:t>Teacher: Read the big question and careers line before the timed sequence.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Arrival and regulation: 3 minutes.</a:t>
            </a:r>
          </a:p>
          <a:p xmlns:a="http://schemas.openxmlformats.org/drawingml/2006/main">
            <a:r>
              <a:t>Teacher: Offer a calm seat, usual communication aid and help choice. No personal disclosure is required.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Starter: 3 minutes.</a:t>
            </a:r>
          </a:p>
          <a:p xmlns:a="http://schemas.openxmlformats.org/drawingml/2006/main">
            <a:r>
              <a:t>Teacher: Read the fictional role captions. Ask about the action, not the worker’s appearance. Accept pointing, speech or an aid.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Today: 0 minutes.</a:t>
            </a:r>
          </a:p>
          <a:p xmlns:a="http://schemas.openxmlformats.org/drawingml/2006/main">
            <a:r>
              <a:t>Teacher: Read the approved objective and three success checks. Explain any new word with a concrete action.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I Do: 5 minutes.</a:t>
            </a:r>
          </a:p>
          <a:p xmlns:a="http://schemas.openxmlformats.org/drawingml/2006/main">
            <a:r>
              <a:t>Teacher: Model the six lines, using a separate token set or task card. Identify the stated fact that supports the match. Do not record the adult model as learner evidence.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We Do: 5 minutes.</a:t>
            </a:r>
          </a:p>
          <a:p xmlns:a="http://schemas.openxmlformats.org/drawingml/2006/main">
            <a:r>
              <a:t>Teacher: A: checking is supported by the stated action. Speed, neatness or confidence alone is not the target. Recheck using the helper card: ask which action shows helping. Accept another skill only when the learner links it to a stated action.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You Do practice: 12 minutes.</a:t>
            </a:r>
          </a:p>
          <a:p xmlns:a="http://schemas.openxmlformats.org/drawingml/2006/main">
            <a:r>
              <a:t>Teacher: Use four minutes to match worker cards to sort, check or help. Use five minutes for an individual shape sort: supported route uses three tokens; independent route uses all six. Use three minutes to check sets and identify one skill actually shown. Give one specific prompt and preserve the first result and changed response. A card match alone does not prove the practical skill.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You Do evidence: 6 minutes.</a:t>
            </a:r>
          </a:p>
          <a:p xmlns:a="http://schemas.openxmlformats.org/drawingml/2006/main">
            <a:r>
              <a:t>Teacher: Capture each learner’s actual match, reason and practical action as applicable. Record prompts and changed responses separately. Do not infer learning from a group answer.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Tidy and evidence check: 4 minutes.</a:t>
            </a:r>
          </a:p>
          <a:p xmlns:a="http://schemas.openxmlformats.org/drawingml/2006/main">
            <a:r>
              <a:t>Teacher: Check learner IDs, actual work references and support. Store the evidence only when it exists; leave gaps visible.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Exit ticket: 2 minutes.</a:t>
            </a:r>
          </a:p>
          <a:p xmlns:a="http://schemas.openxmlformats.org/drawingml/2006/main">
            <a:r>
              <a:t>Teacher: Take an individual exit response. Agree one next teaching step, without requiring public speaking.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Vocabulary: 0 minutes.</a:t>
            </a:r>
          </a:p>
          <a:p xmlns:a="http://schemas.openxmlformats.org/drawingml/2006/main">
            <a:r>
              <a:t>Teacher: Read and show each word with an action or concrete example. Keep the mat available.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CAREERS-BUILD-A2-W01 · Year A · Week beginning 2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Staff brief: 0 minutes.</a:t>
            </a:r>
          </a:p>
          <a:p xmlns:a="http://schemas.openxmlformats.org/drawingml/2006/main">
            <a:r>
              <a:t>Teacher: All worker profiles, job roles, employers and settings are fictional. Use only the supplied classroom tasks; no real employers, applications or personal contact details. No names are required. Do not ask about family, body or private experiences. Respect a choice to pause or respond privately. No forced pair work or public performance. Follow the setting’s safeguarding route if a concern is raised.</a:t>
            </a:r>
          </a:p>
          <a:p xmlns:a="http://schemas.openxmlformats.org/drawingml/2006/main">
            <a:r>
              <a:t>Routes: Supported: choose from two skill cards, then sort three tokens with a model available. Independent: match three worker cards, sort six tokens and check both sets. Aspire: explain a second skill, or show how checking improves the first sort.</a:t>
            </a:r>
          </a:p>
          <a:p xmlns:a="http://schemas.openxmlformats.org/drawingml/2006/main">
            <a:r>
              <a:t>Evidence: A strength-to-task match and an individual observation of the practical task, including support used.</a:t>
            </a:r>
          </a:p>
          <a:p xmlns:a="http://schemas.openxmlformats.org/drawingml/2006/main">
            <a:r>
              <a:t>Careers: This helps me see how a skill can be useful at work.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dd7ad65ed49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9d6bc103d40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8e2f5455049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0472cf4f34c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7c957f68042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ce8f1597e48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1fce15a85e4508" /><Relationship Type="http://schemas.openxmlformats.org/officeDocument/2006/relationships/slideLayout" Target="/ppt/slideLayouts/slideLayout1.xml" Id="Rf9f4820f5c414106" /><Relationship Type="http://schemas.openxmlformats.org/officeDocument/2006/relationships/slideLayout" Target="/ppt/slideLayouts/slideLayout2.xml" Id="R7b8fcd587ea4422b" /><Relationship Type="http://schemas.openxmlformats.org/officeDocument/2006/relationships/slideLayout" Target="/ppt/slideLayouts/slideLayout3.xml" Id="R7224a1c50b764415" /><Relationship Type="http://schemas.openxmlformats.org/officeDocument/2006/relationships/slideLayout" Target="/ppt/slideLayouts/slideLayout4.xml" Id="R7068659501444a5b" /><Relationship Type="http://schemas.openxmlformats.org/officeDocument/2006/relationships/slideLayout" Target="/ppt/slideLayouts/slideLayout5.xml" Id="R4915f1fcd53144d1" /><Relationship Type="http://schemas.openxmlformats.org/officeDocument/2006/relationships/slideLayout" Target="/ppt/slideLayouts/slideLayout6.xml" Id="Rf03d17e7a44d42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4820f5c414106"/>
    <p:sldLayoutId xmlns:r="http://schemas.openxmlformats.org/officeDocument/2006/relationships" id="2147483650" r:id="R7b8fcd587ea4422b"/>
    <p:sldLayoutId xmlns:r="http://schemas.openxmlformats.org/officeDocument/2006/relationships" id="2147483651" r:id="R7224a1c50b764415"/>
    <p:sldLayoutId xmlns:r="http://schemas.openxmlformats.org/officeDocument/2006/relationships" id="2147483652" r:id="R7068659501444a5b"/>
    <p:sldLayoutId xmlns:r="http://schemas.openxmlformats.org/officeDocument/2006/relationships" id="2147483653" r:id="R4915f1fcd53144d1"/>
    <p:sldLayoutId xmlns:r="http://schemas.openxmlformats.org/officeDocument/2006/relationships" id="2147483654" r:id="Rf03d17e7a44d42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6fc95d9154d47" /><Relationship Type="http://schemas.openxmlformats.org/officeDocument/2006/relationships/notesSlide" Target="/ppt/notesSlides/notesSlide1.xml" Id="Ra26f2863ad514b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bd3b8a7f34c8b" /><Relationship Type="http://schemas.openxmlformats.org/officeDocument/2006/relationships/notesSlide" Target="/ppt/notesSlides/notesSlide2.xml" Id="R4581d8ca017945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174405d3f45dd" /><Relationship Type="http://schemas.openxmlformats.org/officeDocument/2006/relationships/image" Target="/ppt/media/image.jpeg" Id="R15a60e021b254d22" /><Relationship Type="http://schemas.openxmlformats.org/officeDocument/2006/relationships/notesSlide" Target="/ppt/notesSlides/notesSlide3.xml" Id="Rec47dab3ffae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6a626e118420f" /><Relationship Type="http://schemas.openxmlformats.org/officeDocument/2006/relationships/notesSlide" Target="/ppt/notesSlides/notesSlide4.xml" Id="R1fd4cbed1ee648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8190c4d314d37" /><Relationship Type="http://schemas.openxmlformats.org/officeDocument/2006/relationships/notesSlide" Target="/ppt/notesSlides/notesSlide5.xml" Id="R0ba889873da34f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893e71019428b" /><Relationship Type="http://schemas.openxmlformats.org/officeDocument/2006/relationships/notesSlide" Target="/ppt/notesSlides/notesSlide6.xml" Id="R2493b3c65f6b45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108ff8863461b" /><Relationship Type="http://schemas.openxmlformats.org/officeDocument/2006/relationships/notesSlide" Target="/ppt/notesSlides/notesSlide7.xml" Id="R167538796e6949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ad857a8364416" /><Relationship Type="http://schemas.openxmlformats.org/officeDocument/2006/relationships/notesSlide" Target="/ppt/notesSlides/notesSlide8.xml" Id="R429bfad383564a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71ba435f44e63" /><Relationship Type="http://schemas.openxmlformats.org/officeDocument/2006/relationships/notesSlide" Target="/ppt/notesSlides/notesSlide9.xml" Id="R941ba443d5d444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c70d50f104b3c" /><Relationship Type="http://schemas.openxmlformats.org/officeDocument/2006/relationships/notesSlide" Target="/ppt/notesSlides/notesSlide10.xml" Id="Re8419321f9df45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a1e4e3797e4547" /><Relationship Type="http://schemas.openxmlformats.org/officeDocument/2006/relationships/notesSlide" Target="/ppt/notesSlides/notesSlide11.xml" Id="Rc82fbb8daadc44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efb884ca441a6" /><Relationship Type="http://schemas.openxmlformats.org/officeDocument/2006/relationships/notesSlide" Target="/ppt/notesSlides/notesSlide12.xml" Id="Rd7a412de3ac544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TITLE AND BIG QUESTION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Things I can do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Year A · Week 1 · 2–6 November 2026 · 40 minutes</a:t>
            </a:r>
          </a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How can a skill help with a job?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helps me see how a skill can be useful at work.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Term theme: Identity &amp; Belonging</a:t>
            </a:r>
          </a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calm start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a calm place to sit.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Ask for a short pause if needed.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space clear.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Ask for help with the words.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a point, a word or your aid.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Let each person have time.</a:t>
            </a:r>
          </a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Look at the workers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636E0-C449-4639-B877-F5969AFA9E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60e021b254d2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Look at each worker.</a:t>
            </a:r>
          </a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task can you see?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one checks a list?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 to a task.</a:t>
            </a:r>
          </a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Identify one strength and link it to a work task.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match a skill to a task.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sort and check the cards.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show one skill I used.</a:t>
            </a:r>
          </a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made-up worker sorts tins.</a:t>
            </a:r>
          </a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tins go in neat rows.</a:t>
            </a:r>
          </a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Sorting is a useful skill.</a:t>
            </a:r>
          </a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Now watch me sort these cards.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put like shapes in a set.</a:t>
            </a:r>
          </a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check each set to make sure.</a:t>
            </a:r>
          </a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Look at the task. Name the skill. Show it.</a:t>
            </a:r>
          </a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task fits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worker checks boxes on a list. Which skill fits?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 Check.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  Run fast.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  Sing.</a:t>
            </a:r>
          </a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Try the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the help you need.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match one. Sort three.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match three. Sort six.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show a second skill.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Check the sets. Show a skill you used.</a:t>
            </a:r>
          </a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My work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match you made.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the sets you made.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 to a skill used in the task.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first try and the change.</a:t>
            </a:r>
          </a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check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Check the code on both sheets.</a:t>
            </a:r>
          </a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and note the help.</a:t>
            </a:r>
          </a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Put the cards away with care.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Tell the adult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skill did the task show?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How could it help at work?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is the next step?</a:t>
            </a:r>
          </a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Skill: Something you can do.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Strength: A skill you do well.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Task: A piece of work.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Sort: Put things in sets.</a:t>
            </a:r>
          </a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Check: Look to see if it is right.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Help: Give a hand with a task.</a:t>
            </a:r>
          </a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Job: Work a person does.</a:t>
            </a:r>
          </a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CAREERS-BUILD-A2-W01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Read the planner and support route.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only fictional roles and settings.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Scribe exact words; record help.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learner’s own evidence.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Week 7 is the assessing lesson.</a:t>
            </a:r>
          </a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Things I can do</dc:title>
  <dcterms:created xsi:type="dcterms:W3CDTF">2026-10-26T00:21:24.3130000Z</dcterms:created>
  <dcterms:modified xsi:type="dcterms:W3CDTF">2026-10-26T00:21:24.3130000Z</dcterms:modified>
</coreProperties>
</file>