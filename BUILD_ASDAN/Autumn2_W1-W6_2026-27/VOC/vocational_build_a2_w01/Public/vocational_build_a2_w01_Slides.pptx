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c6432cd13a945ba"/><Relationship Type="http://schemas.openxmlformats.org/officeDocument/2006/relationships/extended-properties" Target="/docProps/app.xml" Id="Ra92431eb7a824ae5"/><Relationship Type="http://schemas.openxmlformats.org/officeDocument/2006/relationships/officeDocument" Target="/ppt/presentation.xml" Id="R1406dc39de11483d"/></Relationships>
</file>

<file path=ppt/presentation.xml><?xml version="1.0" encoding="utf-8"?>
<p:presentation xmlns:p="http://schemas.openxmlformats.org/presentationml/2006/main">
  <p:sldMasterIdLst>
    <p:sldMasterId xmlns:r="http://schemas.openxmlformats.org/officeDocument/2006/relationships" id="2147483648" r:id="R18a343aca3ce4505"/>
  </p:sldMasterIdLst>
  <p:notesMasterIdLst>
    <p:notesMasterId xmlns:r="http://schemas.openxmlformats.org/officeDocument/2006/relationships" r:id="R36efd323190e438a"/>
  </p:notesMasterIdLst>
  <p:sldIdLst>
    <p:sldId xmlns:r="http://schemas.openxmlformats.org/officeDocument/2006/relationships" id="256" r:id="Rcc369630745a4494"/>
    <p:sldId xmlns:r="http://schemas.openxmlformats.org/officeDocument/2006/relationships" id="257" r:id="R6f995f6963da4a9f"/>
    <p:sldId xmlns:r="http://schemas.openxmlformats.org/officeDocument/2006/relationships" id="258" r:id="Refc0e696ec5c4fa8"/>
    <p:sldId xmlns:r="http://schemas.openxmlformats.org/officeDocument/2006/relationships" id="259" r:id="Rd5dd4aeed57a4133"/>
    <p:sldId xmlns:r="http://schemas.openxmlformats.org/officeDocument/2006/relationships" id="260" r:id="R29f75d11fb5f4173"/>
    <p:sldId xmlns:r="http://schemas.openxmlformats.org/officeDocument/2006/relationships" id="261" r:id="Rf37836e5b044400c"/>
    <p:sldId xmlns:r="http://schemas.openxmlformats.org/officeDocument/2006/relationships" id="262" r:id="R3559e038acd144d1"/>
    <p:sldId xmlns:r="http://schemas.openxmlformats.org/officeDocument/2006/relationships" id="263" r:id="R180f3d778fe64c22"/>
    <p:sldId xmlns:r="http://schemas.openxmlformats.org/officeDocument/2006/relationships" id="264" r:id="R661dfee084c64a74"/>
    <p:sldId xmlns:r="http://schemas.openxmlformats.org/officeDocument/2006/relationships" id="265" r:id="R2deb12215af44de8"/>
    <p:sldId xmlns:r="http://schemas.openxmlformats.org/officeDocument/2006/relationships" id="266" r:id="R7897c4dfb0cc4bb6"/>
    <p:sldId xmlns:r="http://schemas.openxmlformats.org/officeDocument/2006/relationships" id="267" r:id="R3a6b29ac3f3a41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1797f6d60b814186"/><Relationship Type="http://schemas.openxmlformats.org/officeDocument/2006/relationships/slideMaster" Target="/ppt/slideMasters/slideMaster1.xml" Id="R18a343aca3ce4505"/><Relationship Type="http://schemas.openxmlformats.org/officeDocument/2006/relationships/notesMaster" Target="/ppt/notesMasters/notesMaster1.xml" Id="R36efd323190e438a"/><Relationship Type="http://schemas.openxmlformats.org/officeDocument/2006/relationships/presProps" Target="/ppt/presProps.xml" Id="R5865f915528849ea"/><Relationship Type="http://schemas.openxmlformats.org/officeDocument/2006/relationships/tableStyles" Target="/ppt/tableStyles.xml" Id="Rfc3a8c3578944dd3"/><Relationship Type="http://schemas.openxmlformats.org/officeDocument/2006/relationships/slide" Target="/ppt/slides/slide1.xml" Id="Rcc369630745a4494"/><Relationship Type="http://schemas.openxmlformats.org/officeDocument/2006/relationships/slide" Target="/ppt/slides/slide2.xml" Id="R6f995f6963da4a9f"/><Relationship Type="http://schemas.openxmlformats.org/officeDocument/2006/relationships/slide" Target="/ppt/slides/slide3.xml" Id="Refc0e696ec5c4fa8"/><Relationship Type="http://schemas.openxmlformats.org/officeDocument/2006/relationships/slide" Target="/ppt/slides/slide4.xml" Id="Rd5dd4aeed57a4133"/><Relationship Type="http://schemas.openxmlformats.org/officeDocument/2006/relationships/slide" Target="/ppt/slides/slide5.xml" Id="R29f75d11fb5f4173"/><Relationship Type="http://schemas.openxmlformats.org/officeDocument/2006/relationships/slide" Target="/ppt/slides/slide6.xml" Id="Rf37836e5b044400c"/><Relationship Type="http://schemas.openxmlformats.org/officeDocument/2006/relationships/slide" Target="/ppt/slides/slide7.xml" Id="R3559e038acd144d1"/><Relationship Type="http://schemas.openxmlformats.org/officeDocument/2006/relationships/slide" Target="/ppt/slides/slide8.xml" Id="R180f3d778fe64c22"/><Relationship Type="http://schemas.openxmlformats.org/officeDocument/2006/relationships/slide" Target="/ppt/slides/slide9.xml" Id="R661dfee084c64a74"/><Relationship Type="http://schemas.openxmlformats.org/officeDocument/2006/relationships/slide" Target="/ppt/slides/slide10.xml" Id="R2deb12215af44de8"/><Relationship Type="http://schemas.openxmlformats.org/officeDocument/2006/relationships/slide" Target="/ppt/slides/slide11.xml" Id="R7897c4dfb0cc4bb6"/><Relationship Type="http://schemas.openxmlformats.org/officeDocument/2006/relationships/slide" Target="/ppt/slides/slide12.xml" Id="R3a6b29ac3f3a415f"/></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98e519904d00474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560b506b2d744e93"/><Relationship Type="http://schemas.openxmlformats.org/officeDocument/2006/relationships/notesMaster" Target="/ppt/notesMasters/notesMaster1.xml" Id="R34f4830f03bd408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220f75043c464ae5"/><Relationship Type="http://schemas.openxmlformats.org/officeDocument/2006/relationships/notesMaster" Target="/ppt/notesMasters/notesMaster1.xml" Id="R2381cc7135574db6"/></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7dfc31a1643e4987"/><Relationship Type="http://schemas.openxmlformats.org/officeDocument/2006/relationships/notesMaster" Target="/ppt/notesMasters/notesMaster1.xml" Id="R8b8e4568400b4ab5"/></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3e234ea723304061"/><Relationship Type="http://schemas.openxmlformats.org/officeDocument/2006/relationships/notesMaster" Target="/ppt/notesMasters/notesMaster1.xml" Id="R7354faf475e24c0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d69f363aaf54dac"/><Relationship Type="http://schemas.openxmlformats.org/officeDocument/2006/relationships/notesMaster" Target="/ppt/notesMasters/notesMaster1.xml" Id="R7c6eabece14442d6"/></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61b07e380b444000"/><Relationship Type="http://schemas.openxmlformats.org/officeDocument/2006/relationships/notesMaster" Target="/ppt/notesMasters/notesMaster1.xml" Id="Rcd26f26288e349ec"/></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0057bf4f4ddb4a88"/><Relationship Type="http://schemas.openxmlformats.org/officeDocument/2006/relationships/notesMaster" Target="/ppt/notesMasters/notesMaster1.xml" Id="Rdd4c9507a38245d5"/></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b0542127d4c41bb"/><Relationship Type="http://schemas.openxmlformats.org/officeDocument/2006/relationships/notesMaster" Target="/ppt/notesMasters/notesMaster1.xml" Id="Rfbc05f4073b74858"/></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31ba2022c474001"/><Relationship Type="http://schemas.openxmlformats.org/officeDocument/2006/relationships/notesMaster" Target="/ppt/notesMasters/notesMaster1.xml" Id="R73e87918930f490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e3f6f3156c994eff"/><Relationship Type="http://schemas.openxmlformats.org/officeDocument/2006/relationships/notesMaster" Target="/ppt/notesMasters/notesMaster1.xml" Id="R88361772cb514db6"/></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46c44f27549e4039"/><Relationship Type="http://schemas.openxmlformats.org/officeDocument/2006/relationships/notesMaster" Target="/ppt/notesMasters/notesMaster1.xml" Id="R249e72513aba433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5babf55bfb8e4aa9"/><Relationship Type="http://schemas.openxmlformats.org/officeDocument/2006/relationships/notesMaster" Target="/ppt/notesMasters/notesMaster1.xml" Id="Rc4dbc58b826742fd"/></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Read the objective, question, theme and careers line.</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a pause, chosen response mode and usual aid. Record any access help.</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Starter: 3 minutes.</a:t>
            </a:r>
          </a:p>
          <a:p xmlns:a="http://schemas.openxmlformats.org/drawingml/2006/main">
            <a:r>
              <a:t>Teacher: Use Support Cards page 1 to distinguish food, drink and equipment. Accept pointing or sorting. Do not use real food.</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objective and three success checks. These are formative teaching tasks.</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 Do: 5 minutes.</a:t>
            </a:r>
          </a:p>
          <a:p xmlns:a="http://schemas.openxmlformats.org/drawingml/2006/main">
            <a:r>
              <a:t>Teacher: Use a separate adult set. Model pear, water, plate and cup, then the four planned snack steps. The learner may choose different suitable food; there is no single mandatory snack. A snack need not include every food group. Balance is considered across usual meals and snacks, not by counting all groups in one snack.</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We Do: 5 minutes.</a:t>
            </a:r>
          </a:p>
          <a:p xmlns:a="http://schemas.openxmlformats.org/drawingml/2006/main">
            <a:r>
              <a:t>Teacher: Show the empty kit box on the adult plan. Ask: “Is the plan ready, or do we need to add the kit?” Expected: add the kit, such as a plate and cup. If unsure, model one kit choice, then recheck with a different food card. Record the prompt; do not count the model as the learner’s own plan.</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practice: 12 minutes.</a:t>
            </a:r>
          </a:p>
          <a:p xmlns:a="http://schemas.openxmlformats.org/drawingml/2006/main">
            <a:r>
              <a:t>Teacher: Use Support Cards pages 1–2. The four planned snack steps are: check food with an adult; wash hands and get clean kit; get the snack ready with an adult; clear up and wash hands. The learner plans a later snack; they do not prepare it today. Modelled adult work stays separate.</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evidence: 6 minutes.</a:t>
            </a:r>
          </a:p>
          <a:p xmlns:a="http://schemas.openxmlformats.org/drawingml/2006/main">
            <a:r>
              <a:t>Teacher: Keep the actual individual plan and reason. Record any adult reading, narrowed choices, prompts, scribing or model. Accept a suitable alternative not printed on the cards. Do not pre-tick success.</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Tidy and evidence check: 4 minutes.</a:t>
            </a:r>
          </a:p>
          <a:p xmlns:a="http://schemas.openxmlformats.org/drawingml/2006/main">
            <a:r>
              <a:t>Teacher: Give one specific next-step prompt, such as “Check the kit for your food.” Keep the first plan unchanged and the new response on page 2. Bank the actual plan.</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Ask for one check and one next step. A point, sign, drawing, speech or aid is valid.</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Keep the word mat available and explain words in the task.</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VOCATIONAL-BUILD-A2-W01 · Year A · Friday 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 Use VF · WS · I · NS+ (Yellow Box) · // self-edit · ? read back · R responded · E evidence. R requires Voice, Audience, a specific NS+ prompt and the learner response in their own colour. E is used only when actual work is banked. Keep the first try and any later change separate.</a:t>
            </a:r>
          </a:p>
          <a:p xmlns:a="http://schemas.openxmlformats.org/drawingml/2006/main">
            <a:r>
              <a:t>First and then: First choose food and drink. Then list the kit and check the plan.</a:t>
            </a:r>
          </a:p>
          <a:p xmlns:a="http://schemas.openxmlformats.org/drawingml/2006/main">
            <a:r>
              <a:t>Routes: Supported: Offer two suitable food cards and two kit cards at a time. Read the words, allow pointing or an aid and scribe exact choices. Use first/then. Record each prompt and supplied choice. Independent: Choose food, drink and kit; order four steps; give a reason and identify an adult check. Review the completed plan and record help used. Aspire: Complete the same plan, then suggest a suitable change if an item is not available. Explain why the new plan still works. No extra food preparation is required.</a:t>
            </a:r>
          </a:p>
          <a:p xmlns:a="http://schemas.openxmlformats.org/drawingml/2006/main">
            <a:r>
              <a:t>Evidence: An individual snack plan showing food, drink, a reason, equipment, ordered steps and an adult check; actual response mode, support and a next step are recorded.</a:t>
            </a:r>
          </a:p>
          <a:p xmlns:a="http://schemas.openxmlformats.org/drawingml/2006/main">
            <a:r>
              <a:t>Careers: This helps me plan a task and check what I need.</a:t>
            </a:r>
          </a:p>
          <a:p xmlns:a="http://schemas.openxmlformats.org/drawingml/2006/main">
            <a:r>
              <a:t>Source: scheme_references/BUILD_SOW.xlsx; BUILD Weekly - Autumn, C137; owner-confirmed strand and Friday slot.</a:t>
            </a:r>
          </a:p>
          <a:p xmlns:a="http://schemas.openxmlformats.org/drawingml/2006/main">
            <a:r>
              <a:t>This is a planning lesson with paper cards; no food is prepared or eaten. Do not ask learners to disclose allergies, medical needs, weight or home food access. Before any later food activity, staff must check individual allergy, dietary, texture and swallowing needs through the setting’s private procedures. Offer suitable equivalent choices. Never label a person or a family’s food choices as good or bad.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3aa5bad71e0c4a66"/></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9fd8f6fed721423b"/></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42630ef078a2423f"/></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2835a040f34d4b31"/></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f0fa01f7a542456f"/></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78d111d37e93438c"/></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6b9fa87b0424101"/><Relationship Type="http://schemas.openxmlformats.org/officeDocument/2006/relationships/slideLayout" Target="/ppt/slideLayouts/slideLayout1.xml" Id="Ra33a8de5074e4b25"/><Relationship Type="http://schemas.openxmlformats.org/officeDocument/2006/relationships/slideLayout" Target="/ppt/slideLayouts/slideLayout2.xml" Id="Rc860149ff58c44f1"/><Relationship Type="http://schemas.openxmlformats.org/officeDocument/2006/relationships/slideLayout" Target="/ppt/slideLayouts/slideLayout3.xml" Id="R024aabfdfd7d45e3"/><Relationship Type="http://schemas.openxmlformats.org/officeDocument/2006/relationships/slideLayout" Target="/ppt/slideLayouts/slideLayout4.xml" Id="R2f5dc27d51fb4640"/><Relationship Type="http://schemas.openxmlformats.org/officeDocument/2006/relationships/slideLayout" Target="/ppt/slideLayouts/slideLayout5.xml" Id="R6653e740ffbf444d"/><Relationship Type="http://schemas.openxmlformats.org/officeDocument/2006/relationships/slideLayout" Target="/ppt/slideLayouts/slideLayout6.xml" Id="R373dda2575654a6f"/></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3a8de5074e4b25"/>
    <p:sldLayoutId xmlns:r="http://schemas.openxmlformats.org/officeDocument/2006/relationships" id="2147483650" r:id="Rc860149ff58c44f1"/>
    <p:sldLayoutId xmlns:r="http://schemas.openxmlformats.org/officeDocument/2006/relationships" id="2147483651" r:id="R024aabfdfd7d45e3"/>
    <p:sldLayoutId xmlns:r="http://schemas.openxmlformats.org/officeDocument/2006/relationships" id="2147483652" r:id="R2f5dc27d51fb4640"/>
    <p:sldLayoutId xmlns:r="http://schemas.openxmlformats.org/officeDocument/2006/relationships" id="2147483653" r:id="R6653e740ffbf444d"/>
    <p:sldLayoutId xmlns:r="http://schemas.openxmlformats.org/officeDocument/2006/relationships" id="2147483654" r:id="R373dda2575654a6f"/>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0f1b04508adc4c83"/><Relationship Type="http://schemas.openxmlformats.org/officeDocument/2006/relationships/notesSlide" Target="/ppt/notesSlides/notesSlide1.xml" Id="R0899afa435db4350"/></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0f2cb9896adf461a"/><Relationship Type="http://schemas.openxmlformats.org/officeDocument/2006/relationships/notesSlide" Target="/ppt/notesSlides/notesSlide2.xml" Id="R5fa88fec23a54b3f"/></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17490c9fdfd841f5"/><Relationship Type="http://schemas.openxmlformats.org/officeDocument/2006/relationships/notesSlide" Target="/ppt/notesSlides/notesSlide3.xml" Id="R9454c760dc184f23"/></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a64e6141668b433d"/><Relationship Type="http://schemas.openxmlformats.org/officeDocument/2006/relationships/notesSlide" Target="/ppt/notesSlides/notesSlide4.xml" Id="R0464a87b4fbf4a9d"/></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db58b3f83fc74d94"/><Relationship Type="http://schemas.openxmlformats.org/officeDocument/2006/relationships/notesSlide" Target="/ppt/notesSlides/notesSlide5.xml" Id="R43c838c6174e4d2d"/></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0cfc899ff0a499d"/><Relationship Type="http://schemas.openxmlformats.org/officeDocument/2006/relationships/notesSlide" Target="/ppt/notesSlides/notesSlide6.xml" Id="R04f5145c02df4f34"/></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a8cbf2839d349d7"/><Relationship Type="http://schemas.openxmlformats.org/officeDocument/2006/relationships/notesSlide" Target="/ppt/notesSlides/notesSlide7.xml" Id="R154beebdd3f54ae6"/></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19d831e8d07b4fa6"/><Relationship Type="http://schemas.openxmlformats.org/officeDocument/2006/relationships/notesSlide" Target="/ppt/notesSlides/notesSlide8.xml" Id="Ra4a38b291aa94acf"/></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a7f6713bc23d48a0"/><Relationship Type="http://schemas.openxmlformats.org/officeDocument/2006/relationships/notesSlide" Target="/ppt/notesSlides/notesSlide9.xml" Id="R7e7255dc5eae4843"/></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c04dc5063d314448"/><Relationship Type="http://schemas.openxmlformats.org/officeDocument/2006/relationships/notesSlide" Target="/ppt/notesSlides/notesSlide10.xml" Id="R5a411acb2f2a4ac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ab3e804dad814f07"/><Relationship Type="http://schemas.openxmlformats.org/officeDocument/2006/relationships/notesSlide" Target="/ppt/notesSlides/notesSlide11.xml" Id="R3459c30bbc7a4a7f"/></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b7656dc2a79547bb"/><Relationship Type="http://schemas.openxmlformats.org/officeDocument/2006/relationships/notesSlide" Target="/ppt/notesSlides/notesSlide12.xml" Id="Ra58d74a74fc94920"/></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Plan a healthy snack</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Friday 6 November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do I need to plan a snack?</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6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plan a task and check what I need.</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52578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sit.</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say, draw, write or use an aid.</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Give each person time.</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 use food cards today.</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No food is made or eaten.</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Look at the plan</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609600" y="17335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 snack plan has food, a drink and kit.</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609600" y="25908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Look at the food and kit cards.</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609600" y="3448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Which card is food? Which is kit?</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609600" y="43053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say or use an aid.</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Plan a simple healthy snack.</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a snack and a drink.</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the kit and put the steps in order.</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one check to make with an adult.</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is my paper plan. No food is used.</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choose a pear and a drink of water.</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Fruit can be part of a healthy snack.</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need a plate and a cup.</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First check food, wash hands and get clean kit.</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Then get the snack ready with an adult and clear up.</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choose food and drink. Then list the kit and check the plan.</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Is the plan ready?</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adult plan has food and a drink.</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kit box is blank.</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Is the plan ready?</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one thing to add to the kit box.</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Try the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food and a drink from the cards.</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the kit you would need.</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Put the four snack steps in order.</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Give one reason for your food choice.</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an adult to check the plan.</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your own plan on page 1.</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the food, drink, kit and steps.</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On page 2, show a reason and one check.</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adult notes your words, choice and help.</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Hear one point of feedback.</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page 2 for a change or new reply.</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first plan and the help used.</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the cards back and store the work.</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one check your plan needs.</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one thing you can plan next time.</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Point, say, draw, write or use an aid.</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Snack: A small amount of food between meals.</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Plan: What I will do and what I need.</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Fruit: A food such as an apple or a pear.</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Kit: The things I need for a task.</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Step: One part of a task.</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Look again to see what is needed.</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Help: Support with a task.</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VOCATIONAL-BUILD-A2-W01</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Friday 6 November 2026; 40 minutes; formative.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paper cards only; no food preparation or tasting.</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individual needs private; check before later food use.</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Record choices, prompts, gaps and feedback response.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Week 7 is the assessing lesson.</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2026-10-27T23:14:31.2640000Z</dcterms:created>
  <dcterms:modified xsi:type="dcterms:W3CDTF">2026-10-27T23:14:31.2640000Z</dcterms:modified>
</coreProperties>
</file>