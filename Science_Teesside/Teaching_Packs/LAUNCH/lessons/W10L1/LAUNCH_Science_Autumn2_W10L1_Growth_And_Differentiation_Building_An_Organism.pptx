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c3acbfe98644fa" /><Relationship Type="http://schemas.openxmlformats.org/officeDocument/2006/relationships/extended-properties" Target="/docProps/app.xml" Id="R8fef1bb7862d4b5e" /><Relationship Type="http://schemas.openxmlformats.org/officeDocument/2006/relationships/officeDocument" Target="/ppt/presentation.xml" Id="R5f581c9c7cd64e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5df4828404c08"/>
  </p:sldMasterIdLst>
  <p:notesMasterIdLst>
    <p:notesMasterId xmlns:r="http://schemas.openxmlformats.org/officeDocument/2006/relationships" r:id="Rd662bbc897334565"/>
  </p:notesMasterIdLst>
  <p:sldIdLst>
    <p:sldId xmlns:r="http://schemas.openxmlformats.org/officeDocument/2006/relationships" id="256" r:id="Rf9cc2df1b83b4137"/>
    <p:sldId xmlns:r="http://schemas.openxmlformats.org/officeDocument/2006/relationships" id="257" r:id="R87274370c92542e6"/>
    <p:sldId xmlns:r="http://schemas.openxmlformats.org/officeDocument/2006/relationships" id="258" r:id="Re213a6aae9e7460b"/>
    <p:sldId xmlns:r="http://schemas.openxmlformats.org/officeDocument/2006/relationships" id="259" r:id="R8c2de6d2a29346e8"/>
    <p:sldId xmlns:r="http://schemas.openxmlformats.org/officeDocument/2006/relationships" id="260" r:id="Rdb680ec33fe047e0"/>
    <p:sldId xmlns:r="http://schemas.openxmlformats.org/officeDocument/2006/relationships" id="261" r:id="Rfa367c2ffbed40e2"/>
    <p:sldId xmlns:r="http://schemas.openxmlformats.org/officeDocument/2006/relationships" id="262" r:id="R4c80fc755f9d4bc2"/>
    <p:sldId xmlns:r="http://schemas.openxmlformats.org/officeDocument/2006/relationships" id="263" r:id="R6568ad3fcd484250"/>
    <p:sldId xmlns:r="http://schemas.openxmlformats.org/officeDocument/2006/relationships" id="264" r:id="Rb4a0c9fe5c3f478d"/>
    <p:sldId xmlns:r="http://schemas.openxmlformats.org/officeDocument/2006/relationships" id="265" r:id="R8704f6baf9cd4013"/>
    <p:sldId xmlns:r="http://schemas.openxmlformats.org/officeDocument/2006/relationships" id="266" r:id="R1106ccca0fc64b07"/>
    <p:sldId xmlns:r="http://schemas.openxmlformats.org/officeDocument/2006/relationships" id="267" r:id="R4808556d855341a2"/>
    <p:sldId xmlns:r="http://schemas.openxmlformats.org/officeDocument/2006/relationships" id="268" r:id="R46c27d6d519e4180"/>
    <p:sldId xmlns:r="http://schemas.openxmlformats.org/officeDocument/2006/relationships" id="269" r:id="Ra74fcde56c364333"/>
    <p:sldId xmlns:r="http://schemas.openxmlformats.org/officeDocument/2006/relationships" id="270" r:id="Rf8a320aac6824c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31c806b70465c" /><Relationship Type="http://schemas.openxmlformats.org/officeDocument/2006/relationships/slideMaster" Target="/ppt/slideMasters/slideMaster1.xml" Id="Rcb05df4828404c08" /><Relationship Type="http://schemas.openxmlformats.org/officeDocument/2006/relationships/notesMaster" Target="/ppt/notesMasters/notesMaster1.xml" Id="Rd662bbc897334565" /><Relationship Type="http://schemas.openxmlformats.org/officeDocument/2006/relationships/presProps" Target="/ppt/presProps.xml" Id="R41462d0743454b29" /><Relationship Type="http://schemas.openxmlformats.org/officeDocument/2006/relationships/tableStyles" Target="/ppt/tableStyles.xml" Id="Rc21641b5d38d443d" /><Relationship Type="http://schemas.openxmlformats.org/officeDocument/2006/relationships/slide" Target="/ppt/slides/slide1.xml" Id="Rf9cc2df1b83b4137" /><Relationship Type="http://schemas.openxmlformats.org/officeDocument/2006/relationships/slide" Target="/ppt/slides/slide2.xml" Id="R87274370c92542e6" /><Relationship Type="http://schemas.openxmlformats.org/officeDocument/2006/relationships/slide" Target="/ppt/slides/slide3.xml" Id="Re213a6aae9e7460b" /><Relationship Type="http://schemas.openxmlformats.org/officeDocument/2006/relationships/slide" Target="/ppt/slides/slide4.xml" Id="R8c2de6d2a29346e8" /><Relationship Type="http://schemas.openxmlformats.org/officeDocument/2006/relationships/slide" Target="/ppt/slides/slide5.xml" Id="Rdb680ec33fe047e0" /><Relationship Type="http://schemas.openxmlformats.org/officeDocument/2006/relationships/slide" Target="/ppt/slides/slide6.xml" Id="Rfa367c2ffbed40e2" /><Relationship Type="http://schemas.openxmlformats.org/officeDocument/2006/relationships/slide" Target="/ppt/slides/slide7.xml" Id="R4c80fc755f9d4bc2" /><Relationship Type="http://schemas.openxmlformats.org/officeDocument/2006/relationships/slide" Target="/ppt/slides/slide8.xml" Id="R6568ad3fcd484250" /><Relationship Type="http://schemas.openxmlformats.org/officeDocument/2006/relationships/slide" Target="/ppt/slides/slide9.xml" Id="Rb4a0c9fe5c3f478d" /><Relationship Type="http://schemas.openxmlformats.org/officeDocument/2006/relationships/slide" Target="/ppt/slides/slide10.xml" Id="R8704f6baf9cd4013" /><Relationship Type="http://schemas.openxmlformats.org/officeDocument/2006/relationships/slide" Target="/ppt/slides/slide11.xml" Id="R1106ccca0fc64b07" /><Relationship Type="http://schemas.openxmlformats.org/officeDocument/2006/relationships/slide" Target="/ppt/slides/slide12.xml" Id="R4808556d855341a2" /><Relationship Type="http://schemas.openxmlformats.org/officeDocument/2006/relationships/slide" Target="/ppt/slides/slide13.xml" Id="R46c27d6d519e4180" /><Relationship Type="http://schemas.openxmlformats.org/officeDocument/2006/relationships/slide" Target="/ppt/slides/slide14.xml" Id="Ra74fcde56c364333" /><Relationship Type="http://schemas.openxmlformats.org/officeDocument/2006/relationships/slide" Target="/ppt/slides/slide15.xml" Id="Rf8a320aac682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4b95f20af6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3a511ad5934e44" /><Relationship Type="http://schemas.openxmlformats.org/officeDocument/2006/relationships/notesMaster" Target="/ppt/notesMasters/notesMaster1.xml" Id="R247ab513e13c4b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268d8de5f548d4" /><Relationship Type="http://schemas.openxmlformats.org/officeDocument/2006/relationships/notesMaster" Target="/ppt/notesMasters/notesMaster1.xml" Id="Raa566835581845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029fabc23b41ed" /><Relationship Type="http://schemas.openxmlformats.org/officeDocument/2006/relationships/notesMaster" Target="/ppt/notesMasters/notesMaster1.xml" Id="R51c7ad84d66343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beb62dee1e44fa" /><Relationship Type="http://schemas.openxmlformats.org/officeDocument/2006/relationships/notesMaster" Target="/ppt/notesMasters/notesMaster1.xml" Id="R557ad578615b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8f0561649f495c" /><Relationship Type="http://schemas.openxmlformats.org/officeDocument/2006/relationships/notesMaster" Target="/ppt/notesMasters/notesMaster1.xml" Id="Rba972e2f48a44b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a7bc5bbdb4414c" /><Relationship Type="http://schemas.openxmlformats.org/officeDocument/2006/relationships/notesMaster" Target="/ppt/notesMasters/notesMaster1.xml" Id="R2daa9fda77dd44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f4fe6a31234f80" /><Relationship Type="http://schemas.openxmlformats.org/officeDocument/2006/relationships/notesMaster" Target="/ppt/notesMasters/notesMaster1.xml" Id="Rdbfa466eb0ce4c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aba3823c8c4d0d" /><Relationship Type="http://schemas.openxmlformats.org/officeDocument/2006/relationships/notesMaster" Target="/ppt/notesMasters/notesMaster1.xml" Id="R64978782702e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78f0ca36644d11" /><Relationship Type="http://schemas.openxmlformats.org/officeDocument/2006/relationships/notesMaster" Target="/ppt/notesMasters/notesMaster1.xml" Id="Rf1543a5372e948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cf8091a45e4ab4" /><Relationship Type="http://schemas.openxmlformats.org/officeDocument/2006/relationships/notesMaster" Target="/ppt/notesMasters/notesMaster1.xml" Id="R25a60a9c795648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23ae3262004856" /><Relationship Type="http://schemas.openxmlformats.org/officeDocument/2006/relationships/notesMaster" Target="/ppt/notesMasters/notesMaster1.xml" Id="Rad4da92535d649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3b4527809f440b" /><Relationship Type="http://schemas.openxmlformats.org/officeDocument/2006/relationships/notesMaster" Target="/ppt/notesMasters/notesMaster1.xml" Id="R556bc0d0e4e846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6251d169b54ac2" /><Relationship Type="http://schemas.openxmlformats.org/officeDocument/2006/relationships/notesMaster" Target="/ppt/notesMasters/notesMaster1.xml" Id="R2f81f2eace8d46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23483932ab42ad" /><Relationship Type="http://schemas.openxmlformats.org/officeDocument/2006/relationships/notesMaster" Target="/ppt/notesMasters/notesMaster1.xml" Id="R5b105366f61c44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1d1bc26d3748bd" /><Relationship Type="http://schemas.openxmlformats.org/officeDocument/2006/relationships/notesMaster" Target="/ppt/notesMasters/notesMaster1.xml" Id="R3bfbeeeed55342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10 · Introduce</a:t>
            </a:r>
          </a:p>
          <a:p xmlns:a="http://schemas.openxmlformats.org/drawingml/2006/main">
            <a:r>
              <a:t>Learning objective: I can describe how animals and plants grow and explain how differentiation produces cells specialised for particular functions.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Describe animal growth using cell division followed by growth and differentiation.</a:t>
            </a:r>
          </a:p>
          <a:p xmlns:a="http://schemas.openxmlformats.org/drawingml/2006/main">
            <a:r>
              <a:t>Describe plant growth using cell division, cell elongation and differentiation in growth regions.</a:t>
            </a:r>
          </a:p>
          <a:p xmlns:a="http://schemas.openxmlformats.org/drawingml/2006/main">
            <a:r>
              <a:t>Explain differentiation as a change in gene activity and cell structure that supports a specialised function.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10 · Introduce</a:t>
            </a:r>
          </a:p>
          <a:p xmlns:a="http://schemas.openxmlformats.org/drawingml/2006/main">
            <a:r>
              <a:t>Learning objective: I can describe how animals and plants grow and explain how differentiation produces cells specialised for particular functions.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Describe animal growth using cell division followed by growth and differentiation.</a:t>
            </a:r>
          </a:p>
          <a:p xmlns:a="http://schemas.openxmlformats.org/drawingml/2006/main">
            <a:r>
              <a:t>Describe plant growth using cell division, cell elongation and differentiation in growth regions.</a:t>
            </a:r>
          </a:p>
          <a:p xmlns:a="http://schemas.openxmlformats.org/drawingml/2006/main">
            <a:r>
              <a:t>Explain differentiation as a change in gene activity and cell structure that supports a specialised function.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W9: mitosis produces two genetically identical daughter cells and supports growth and repair.</a:t>
            </a:r>
          </a:p>
          <a:p xmlns:a="http://schemas.openxmlformats.org/drawingml/2006/main">
            <a:r>
              <a:t>W9: chromosome number is maintained through mitosis; growth does not require each body cell to gain extra chromosomes.</a:t>
            </a:r>
          </a:p>
          <a:p xmlns:a="http://schemas.openxmlformats.org/drawingml/2006/main">
            <a:r>
              <a:t>Topic 1: specialised cells have structures related to their functions.</a:t>
            </a:r>
          </a:p>
          <a:p xmlns:a="http://schemas.openxmlformats.org/drawingml/2006/main">
            <a:r>
              <a:t>Lead-in: growth can involve more cells, larger cells and changes in what cells do.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one role of mitosis in a multicellular organism.</a:t>
            </a:r>
          </a:p>
          <a:p xmlns:a="http://schemas.openxmlformats.org/drawingml/2006/main">
            <a:r>
              <a:t>Distinguish an increase in cell number from an increase in cell size.</a:t>
            </a:r>
          </a:p>
          <a:p xmlns:a="http://schemas.openxmlformats.org/drawingml/2006/main">
            <a:r>
              <a:t>Recall one specialised cell and one structural adaptation.</a:t>
            </a:r>
          </a:p>
          <a:p xmlns:a="http://schemas.openxmlformats.org/drawingml/2006/main">
            <a:r>
              <a:t>Lead-in: predict why a root needs both new cells and elongated cells.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Mitosis in a growth region increases cell number.</a:t>
            </a:r>
          </a:p>
          <a:p xmlns:a="http://schemas.openxmlformats.org/drawingml/2006/main">
            <a:r>
              <a:t>More cells, same genetic information.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Some plant cells then elongate.</a:t>
            </a:r>
          </a:p>
          <a:p xmlns:a="http://schemas.openxmlformats.org/drawingml/2006/main">
            <a:r>
              <a:t>Growth is number AND size.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Differentiation gives cells structures suited to functions.</a:t>
            </a:r>
          </a:p>
          <a:p xmlns:a="http://schemas.openxmlformats.org/drawingml/2006/main">
            <a:r>
              <a:t>A root hair cell and a xylem cell carry the same genes but express different ones.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Every root cell simply swells, and no new cells are produced.</a:t>
            </a:r>
          </a:p>
          <a:p xmlns:a="http://schemas.openxmlformats.org/drawingml/2006/main">
            <a:r>
              <a:t>Cells divide near the tip; some new cells elongate and differentiate as the root grows.</a:t>
            </a:r>
          </a:p>
          <a:p xmlns:a="http://schemas.openxmlformats.org/drawingml/2006/main">
            <a:r>
              <a:t>Each root cell gains more chromosomes, so the whole root lengthens.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Mitosis in a growth region increases cell number.</a:t>
            </a:r>
          </a:p>
          <a:p xmlns:a="http://schemas.openxmlformats.org/drawingml/2006/main">
            <a:r>
              <a:t>More cells, same genetic information.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Some plant cells then elongate.</a:t>
            </a:r>
          </a:p>
          <a:p xmlns:a="http://schemas.openxmlformats.org/drawingml/2006/main">
            <a:r>
              <a:t>Growth is number AND size.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Differentiation gives cells structures suited to functions.</a:t>
            </a:r>
          </a:p>
          <a:p xmlns:a="http://schemas.openxmlformats.org/drawingml/2006/main">
            <a:r>
              <a:t>A root hair cell and a xylem cell carry the same genes but express different ones.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Every root cell simply swells, and no new cells are produced.</a:t>
            </a:r>
          </a:p>
          <a:p xmlns:a="http://schemas.openxmlformats.org/drawingml/2006/main">
            <a:r>
              <a:t>Cells divide near the tip; some new cells elongate and differentiate as the root grows.</a:t>
            </a:r>
          </a:p>
          <a:p xmlns:a="http://schemas.openxmlformats.org/drawingml/2006/main">
            <a:r>
              <a:t>Each root cell gains more chromosomes, so the whole root lengthens.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GROWTH increase in size or cell number a permanent increase in the size and dry mass of an organism, often involving an increase in cell number</a:t>
            </a:r>
          </a:p>
          <a:p xmlns:a="http://schemas.openxmlformats.org/drawingml/2006/main">
            <a:r>
              <a:t>ELONGATION cells become longer an increase in the length of a cell, important in plant growth</a:t>
            </a:r>
          </a:p>
          <a:p xmlns:a="http://schemas.openxmlformats.org/drawingml/2006/main">
            <a:r>
              <a:t>DIFFERENTIATION cells become specialised the process by which a cell changes to become specialised for a particular function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chain process → cellular change → organ effect. For data, DESCRIBE the measured pattern before using cellular knowledge to EXPLAIN it.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Build an animal-growth chain: mitosis increases cell number; daughter cells grow; some differentiate into specialised tissue cells.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a plant-growth chain: mitosis in meristem regions increases cell number; cells can elongate and then differentiate.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genetic information and function separate: most body cells retain the same genetic information, while different genes are switched on and used in different specialised cells.</a:t>
            </a:r>
          </a:p>
          <a:p xmlns:a="http://schemas.openxmlformats.org/drawingml/2006/main">
            <a:r>
              <a:t>Growth chain + % change calculator</a:t>
            </a:r>
          </a:p>
          <a:p xmlns:a="http://schemas.openxmlformats.org/drawingml/2006/main">
            <a:r>
              <a:t>Press the three growth processes in order, then work a percentage change.</a:t>
            </a:r>
          </a:p>
          <a:p xmlns:a="http://schemas.openxmlformats.org/drawingml/2006/main">
            <a:r>
              <a:t>cells elongate (plants)</a:t>
            </a:r>
          </a:p>
          <a:p xmlns:a="http://schemas.openxmlformats.org/drawingml/2006/main">
            <a:r>
              <a:t>cells differentiate</a:t>
            </a:r>
          </a:p>
          <a:p xmlns:a="http://schemas.openxmlformats.org/drawingml/2006/main">
            <a:r>
              <a:t>mitosis makes more cells</a:t>
            </a:r>
          </a:p>
          <a:p xmlns:a="http://schemas.openxmlformats.org/drawingml/2006/main">
            <a:r>
              <a:t>Order: —</a:t>
            </a:r>
          </a:p>
          <a:p xmlns:a="http://schemas.openxmlformats.org/drawingml/2006/main">
            <a:r>
              <a:t>Seedling height: day 1 = 20 mm, day 8 = 45 mm. Percentage change = (final − initial) ÷ initial × 100.</a:t>
            </a:r>
          </a:p>
          <a:p xmlns:a="http://schemas.openxmlformats.org/drawingml/2006/main">
            <a:r>
              <a:t>125%</a:t>
            </a:r>
          </a:p>
          <a:p xmlns:a="http://schemas.openxmlformats.org/drawingml/2006/main">
            <a:r>
              <a:t>225%</a:t>
            </a:r>
          </a:p>
          <a:p xmlns:a="http://schemas.openxmlformats.org/drawingml/2006/main">
            <a:r>
              <a:t>55.6%</a:t>
            </a:r>
          </a:p>
          <a:p xmlns:a="http://schemas.openxmlformats.org/drawingml/2006/main">
            <a:r>
              <a:t>Which is right? Check the denominator.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GROWTH increase in size or cell number a permanent increase in the size and dry mass of an organism, often involving an increase in cell number</a:t>
            </a:r>
          </a:p>
          <a:p xmlns:a="http://schemas.openxmlformats.org/drawingml/2006/main">
            <a:r>
              <a:t>ELONGATION cells become longer an increase in the length of a cell, important in plant growth</a:t>
            </a:r>
          </a:p>
          <a:p xmlns:a="http://schemas.openxmlformats.org/drawingml/2006/main">
            <a:r>
              <a:t>DIFFERENTIATION cells become specialised the process by which a cell changes to become specialised for a particular function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chain process → cellular change → organ effect. For data, DESCRIBE the measured pattern before using cellular knowledge to EXPLAIN it.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Build an animal-growth chain: mitosis increases cell number; daughter cells grow; some differentiate into specialised tissue cells.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a plant-growth chain: mitosis in meristem regions increases cell number; cells can elongate and then differentiate.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genetic information and function separate: most body cells retain the same genetic information, while different genes are switched on and used in different specialised cells.</a:t>
            </a:r>
          </a:p>
          <a:p xmlns:a="http://schemas.openxmlformats.org/drawingml/2006/main">
            <a:r>
              <a:t>Growth chain + % change calculator</a:t>
            </a:r>
          </a:p>
          <a:p xmlns:a="http://schemas.openxmlformats.org/drawingml/2006/main">
            <a:r>
              <a:t>Press the three growth processes in order, then work a percentage change.</a:t>
            </a:r>
          </a:p>
          <a:p xmlns:a="http://schemas.openxmlformats.org/drawingml/2006/main">
            <a:r>
              <a:t>cells elongate (plants)</a:t>
            </a:r>
          </a:p>
          <a:p xmlns:a="http://schemas.openxmlformats.org/drawingml/2006/main">
            <a:r>
              <a:t>cells differentiate</a:t>
            </a:r>
          </a:p>
          <a:p xmlns:a="http://schemas.openxmlformats.org/drawingml/2006/main">
            <a:r>
              <a:t>mitosis makes more cells</a:t>
            </a:r>
          </a:p>
          <a:p xmlns:a="http://schemas.openxmlformats.org/drawingml/2006/main">
            <a:r>
              <a:t>Order: —</a:t>
            </a:r>
          </a:p>
          <a:p xmlns:a="http://schemas.openxmlformats.org/drawingml/2006/main">
            <a:r>
              <a:t>Seedling height: day 1 = 20 mm, day 8 = 45 mm. Percentage change = (final − initial) ÷ initial × 100.</a:t>
            </a:r>
          </a:p>
          <a:p xmlns:a="http://schemas.openxmlformats.org/drawingml/2006/main">
            <a:r>
              <a:t>125%</a:t>
            </a:r>
          </a:p>
          <a:p xmlns:a="http://schemas.openxmlformats.org/drawingml/2006/main">
            <a:r>
              <a:t>225%</a:t>
            </a:r>
          </a:p>
          <a:p xmlns:a="http://schemas.openxmlformats.org/drawingml/2006/main">
            <a:r>
              <a:t>55.6%</a:t>
            </a:r>
          </a:p>
          <a:p xmlns:a="http://schemas.openxmlformats.org/drawingml/2006/main">
            <a:r>
              <a:t>Which is right? Check the denominator.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Only animals use mitosis; plants grow only by cells stretching.</a:t>
            </a:r>
          </a:p>
          <a:p xmlns:a="http://schemas.openxmlformats.org/drawingml/2006/main">
            <a:r>
              <a:t>Both use cell division and differentiation; cell elongation is a particularly important part of plant growth.</a:t>
            </a:r>
          </a:p>
          <a:p xmlns:a="http://schemas.openxmlformats.org/drawingml/2006/main">
            <a:r>
              <a:t>Both grow because every body cell increases its chromosome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Read a fictional growth record by naming the variables, units and time interval before describing the trend.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Calculate change as final value minus initial value, and percentage change as change divided by initial value multiplied by 100.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Explain cautiously: organism-level data show a growth pattern but do not directly measure mitosis, elongation or differentiation inside tissues.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chain process → cellular change → organ effect. For data, DESCRIBE the measured pattern before using cellular knowledge to EXPLAIN it.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Read a fictional growth record by naming the variables, units and time interval before describing the trend.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Calculate change as final value minus initial value, and percentage change as change divided by initial value multiplied by 100.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Explain cautiously: organism-level data show a growth pattern but do not directly measure mitosis, elongation or differentiation inside tissues.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chain process → cellular change → organ effect. For data, DESCRIBE the measured pattern before using cellular knowledge to EXPLAIN it.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observation to cell division, cell elongation or differentiation, then build one complete animal or plant explanation.</a:t>
            </a:r>
          </a:p>
          <a:p xmlns:a="http://schemas.openxmlformats.org/drawingml/2006/main">
            <a:r>
              <a:t>Read one tissue observation. Commit it to the cellular process best supported by the evidence. Repair any claim that adds evidence the observation does not contain. Freeze a chain linking process, structural change and organism growth.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More cells near root tip A labelled image sequence shows one cell giving rise to two cells in the meristem region.</a:t>
            </a:r>
          </a:p>
          <a:p xmlns:a="http://schemas.openxmlformats.org/drawingml/2006/main">
            <a:r>
              <a:t>Skin repair cells Cell counts beside a small wound increase over several days.</a:t>
            </a:r>
          </a:p>
          <a:p xmlns:a="http://schemas.openxmlformats.org/drawingml/2006/main">
            <a:r>
              <a:t>Longer root-zone cells Mean cell length rises from 40 µm to 120 µm beyond the dividing region.</a:t>
            </a:r>
          </a:p>
          <a:p xmlns:a="http://schemas.openxmlformats.org/drawingml/2006/main">
            <a:r>
              <a:t>Shoot cells extend Marked cells below a shoot tip become longer while remaining in the same tissue row.</a:t>
            </a:r>
          </a:p>
          <a:p xmlns:a="http://schemas.openxmlformats.org/drawingml/2006/main">
            <a:r>
              <a:t>Xylem structures form Some new plant cells develop thickened walls and a hollow transport pathway.</a:t>
            </a:r>
          </a:p>
          <a:p xmlns:a="http://schemas.openxmlformats.org/drawingml/2006/main">
            <a:r>
              <a:t>Neurone structures form Some animal cells develop long extensions and specialised connections.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CELL DIVISION</a:t>
            </a:r>
          </a:p>
          <a:p xmlns:a="http://schemas.openxmlformats.org/drawingml/2006/main">
            <a:r>
              <a:t>CELL ELONGATION</a:t>
            </a:r>
          </a:p>
          <a:p xmlns:a="http://schemas.openxmlformats.org/drawingml/2006/main">
            <a:r>
              <a:t>DIFFERENTIATION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Model glitch: specialised cells must have different DNA because they look and work differently.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different structures always require different genetic information.</a:t>
            </a:r>
          </a:p>
          <a:p xmlns:a="http://schemas.openxmlformats.org/drawingml/2006/main">
            <a:r>
              <a:t>Repair it: most specialised cells retain the same genetic information but switch on and use different genes.</a:t>
            </a:r>
          </a:p>
          <a:p xmlns:a="http://schemas.openxmlformats.org/drawingml/2006/main">
            <a:r>
              <a:t>Repair it: differentiation happens without genes or proteins being involved.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observation to cell division, cell elongation or differentiation, then build one complete animal or plant explanation.</a:t>
            </a:r>
          </a:p>
          <a:p xmlns:a="http://schemas.openxmlformats.org/drawingml/2006/main">
            <a:r>
              <a:t>Read one tissue observation. Commit it to the cellular process best supported by the evidence. Repair any claim that adds evidence the observation does not contain. Freeze a chain linking process, structural change and organism growth.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More cells near root tip A labelled image sequence shows one cell giving rise to two cells in the meristem region.</a:t>
            </a:r>
          </a:p>
          <a:p xmlns:a="http://schemas.openxmlformats.org/drawingml/2006/main">
            <a:r>
              <a:t>Skin repair cells Cell counts beside a small wound increase over several days.</a:t>
            </a:r>
          </a:p>
          <a:p xmlns:a="http://schemas.openxmlformats.org/drawingml/2006/main">
            <a:r>
              <a:t>Longer root-zone cells Mean cell length rises from 40 µm to 120 µm beyond the dividing region.</a:t>
            </a:r>
          </a:p>
          <a:p xmlns:a="http://schemas.openxmlformats.org/drawingml/2006/main">
            <a:r>
              <a:t>Shoot cells extend Marked cells below a shoot tip become longer while remaining in the same tissue row.</a:t>
            </a:r>
          </a:p>
          <a:p xmlns:a="http://schemas.openxmlformats.org/drawingml/2006/main">
            <a:r>
              <a:t>Xylem structures form Some new plant cells develop thickened walls and a hollow transport pathway.</a:t>
            </a:r>
          </a:p>
          <a:p xmlns:a="http://schemas.openxmlformats.org/drawingml/2006/main">
            <a:r>
              <a:t>Neurone structures form Some animal cells develop long extensions and specialised connections.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CELL DIVISION</a:t>
            </a:r>
          </a:p>
          <a:p xmlns:a="http://schemas.openxmlformats.org/drawingml/2006/main">
            <a:r>
              <a:t>CELL ELONGATION</a:t>
            </a:r>
          </a:p>
          <a:p xmlns:a="http://schemas.openxmlformats.org/drawingml/2006/main">
            <a:r>
              <a:t>DIFFERENTIATION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Model glitch: specialised cells must have different DNA because they look and work differently.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different structures always require different genetic information.</a:t>
            </a:r>
          </a:p>
          <a:p xmlns:a="http://schemas.openxmlformats.org/drawingml/2006/main">
            <a:r>
              <a:t>Repair it: most specialised cells retain the same genetic information but switch on and use different genes.</a:t>
            </a:r>
          </a:p>
          <a:p xmlns:a="http://schemas.openxmlformats.org/drawingml/2006/main">
            <a:r>
              <a:t>Repair it: differentiation happens without genes or proteins being involved.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Process cards, fictional/anonymised growth table, calculator, comparison frame and optional root-zone or tissue images.</a:t>
            </a:r>
          </a:p>
          <a:p xmlns:a="http://schemas.openxmlformats.org/drawingml/2006/main">
            <a:r>
              <a:t>Same outcome: I can describe how animals and plants grow and explain how differentiation produces cells specialised for particular functions.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Sort the process cards and enter supplied data locally to calculate change. Do not upload personal measurements or use the output as health advice.</a:t>
            </a:r>
          </a:p>
          <a:p xmlns:a="http://schemas.openxmlformats.org/drawingml/2006/main">
            <a:r>
              <a:t>Same evidence: A two-column animal/plant growth model, one shown calculation, a data description and an explanation that distinguishes direct evidence from cellular inference.</a:t>
            </a:r>
          </a:p>
          <a:p xmlns:a="http://schemas.openxmlformats.org/drawingml/2006/main">
            <a:r>
              <a:t>Equipment / setup Process cards, fictional/anonymised growth table, calculator, comparison frame and optional root-zone or tissue images.</a:t>
            </a:r>
          </a:p>
          <a:p xmlns:a="http://schemas.openxmlformats.org/drawingml/2006/main">
            <a:r>
              <a:t>Safety / sensory No biological material is required. Use only fictional or anonymised growth records; do not ask pupils to disclose, compare or diagnose personal height, mass, puberty or health information.</a:t>
            </a:r>
          </a:p>
          <a:p xmlns:a="http://schemas.openxmlformats.org/drawingml/2006/main">
            <a:r>
              <a:t>Offline parity Sort the process cards and enter supplied data locally to calculate change. Do not upload personal measurements or use the output as health advice.</a:t>
            </a:r>
          </a:p>
          <a:p xmlns:a="http://schemas.openxmlformats.org/drawingml/2006/main">
            <a:r>
              <a:t>No-equipment/access route: Use tactile process symbols, enlarged tables, calculator support and exact pupil-directed scribing. Preserve the same comparison, calculation and explanation.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animal and plant growth, calculate percentage change from a supplied dataset and explain one trend using cell processes.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COMPARE = similarity plus difference; show equation, substitution and unit for the calculation.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Process cards, fictional/anonymised growth table, calculator, comparison frame and optional root-zone or tissue images.</a:t>
            </a:r>
          </a:p>
          <a:p xmlns:a="http://schemas.openxmlformats.org/drawingml/2006/main">
            <a:r>
              <a:t>Same outcome: I can describe how animals and plants grow and explain how differentiation produces cells specialised for particular functions.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Sort the process cards and enter supplied data locally to calculate change. Do not upload personal measurements or use the output as health advice.</a:t>
            </a:r>
          </a:p>
          <a:p xmlns:a="http://schemas.openxmlformats.org/drawingml/2006/main">
            <a:r>
              <a:t>Same evidence: A two-column animal/plant growth model, one shown calculation, a data description and an explanation that distinguishes direct evidence from cellular inference.</a:t>
            </a:r>
          </a:p>
          <a:p xmlns:a="http://schemas.openxmlformats.org/drawingml/2006/main">
            <a:r>
              <a:t>Equipment / setup Process cards, fictional/anonymised growth table, calculator, comparison frame and optional root-zone or tissue images.</a:t>
            </a:r>
          </a:p>
          <a:p xmlns:a="http://schemas.openxmlformats.org/drawingml/2006/main">
            <a:r>
              <a:t>Safety / sensory No biological material is required. Use only fictional or anonymised growth records; do not ask pupils to disclose, compare or diagnose personal height, mass, puberty or health information.</a:t>
            </a:r>
          </a:p>
          <a:p xmlns:a="http://schemas.openxmlformats.org/drawingml/2006/main">
            <a:r>
              <a:t>Offline parity Sort the process cards and enter supplied data locally to calculate change. Do not upload personal measurements or use the output as health advice.</a:t>
            </a:r>
          </a:p>
          <a:p xmlns:a="http://schemas.openxmlformats.org/drawingml/2006/main">
            <a:r>
              <a:t>No-equipment/access route: Use tactile process symbols, enlarged tables, calculator support and exact pupil-directed scribing. Preserve the same comparison, calculation and explanation.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animal and plant growth, calculate percentage change from a supplied dataset and explain one trend using cell processes.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COMPARE = similarity plus difference; show equation, substitution and unit for the calculation.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SCI_L_W10L1_Growth_And_Differentiation_Introduce.html.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Block and arrow models separate processes that overlap in living tissues. They omit signalling, nutrition, hormones and cell death, and a growth curve cannot show individual cells dividing or differentiating.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Compare animal and plant growth using one similarity and one difference.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SCI_L_W10L1_Growth_And_Differentiation_Introduce.html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3effa10f540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01f14624c5422b" /><Relationship Type="http://schemas.openxmlformats.org/officeDocument/2006/relationships/slideLayout" Target="/ppt/slideLayouts/slideLayout1.xml" Id="R49898bbc816246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98bbc816246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efead90b42d6" /><Relationship Type="http://schemas.openxmlformats.org/officeDocument/2006/relationships/hyperlink" Target="SCI_L_W10L1_Growth_And_Differentiation_Introduce.html" TargetMode="External" Id="Rf639bab9d8db44db" /><Relationship Type="http://schemas.openxmlformats.org/officeDocument/2006/relationships/notesSlide" Target="/ppt/notesSlides/notesSlide1.xml" Id="R6f7f0260810b41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e1be412d345a0" /><Relationship Type="http://schemas.openxmlformats.org/officeDocument/2006/relationships/notesSlide" Target="/ppt/notesSlides/notesSlide2.xml" Id="R191ab760394249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42c18fc184b1a" /><Relationship Type="http://schemas.openxmlformats.org/officeDocument/2006/relationships/notesSlide" Target="/ppt/notesSlides/notesSlide3.xml" Id="Rbf9386ada6724b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92596bda7428d" /><Relationship Type="http://schemas.openxmlformats.org/officeDocument/2006/relationships/notesSlide" Target="/ppt/notesSlides/notesSlide4.xml" Id="Ra2cacf26e19b44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143d070404240" /><Relationship Type="http://schemas.openxmlformats.org/officeDocument/2006/relationships/image" Target="/ppt/media/image.png" Id="R3cda9610745a48d0" /><Relationship Type="http://schemas.openxmlformats.org/officeDocument/2006/relationships/image" Target="/ppt/media/image2.png" Id="Rf1ad7731a4a24769" /><Relationship Type="http://schemas.openxmlformats.org/officeDocument/2006/relationships/image" Target="/ppt/media/image3.png" Id="Rf0a025d7e4c7412f" /><Relationship Type="http://schemas.openxmlformats.org/officeDocument/2006/relationships/notesSlide" Target="/ppt/notesSlides/notesSlide5.xml" Id="R61e4eeaab8d948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20c8797774e50" /><Relationship Type="http://schemas.openxmlformats.org/officeDocument/2006/relationships/notesSlide" Target="/ppt/notesSlides/notesSlide6.xml" Id="R224296b5055545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9c858bbfd4d79" /><Relationship Type="http://schemas.openxmlformats.org/officeDocument/2006/relationships/notesSlide" Target="/ppt/notesSlides/notesSlide7.xml" Id="R3f518c2a5ff640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d6bbadbd041d8" /><Relationship Type="http://schemas.openxmlformats.org/officeDocument/2006/relationships/notesSlide" Target="/ppt/notesSlides/notesSlide8.xml" Id="Reaaf61ece34b45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10b9111714079" /><Relationship Type="http://schemas.openxmlformats.org/officeDocument/2006/relationships/notesSlide" Target="/ppt/notesSlides/notesSlide9.xml" Id="R9da46b4e380544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b21003df1441e" /><Relationship Type="http://schemas.openxmlformats.org/officeDocument/2006/relationships/notesSlide" Target="/ppt/notesSlides/notesSlide10.xml" Id="R9e1c4aa4564c48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2c36ab6674652" /><Relationship Type="http://schemas.openxmlformats.org/officeDocument/2006/relationships/notesSlide" Target="/ppt/notesSlides/notesSlide11.xml" Id="R302aed21f33945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296b6e6f04132" /><Relationship Type="http://schemas.openxmlformats.org/officeDocument/2006/relationships/notesSlide" Target="/ppt/notesSlides/notesSlide12.xml" Id="Red6401caba9145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13db103b34e83" /><Relationship Type="http://schemas.openxmlformats.org/officeDocument/2006/relationships/notesSlide" Target="/ppt/notesSlides/notesSlide13.xml" Id="R8e83e649f80349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4669a98fe47e6" /><Relationship Type="http://schemas.openxmlformats.org/officeDocument/2006/relationships/notesSlide" Target="/ppt/notesSlides/notesSlide14.xml" Id="R83fb369d69d045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92e8fcb1e40b2" /><Relationship Type="http://schemas.openxmlformats.org/officeDocument/2006/relationships/notesSlide" Target="/ppt/notesSlides/notesSlide15.xml" Id="Ref136e3741bd40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254F838-C0D5-47F7-A837-E50B11A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35310C8-B75D-4028-9A61-095317F1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A5FADDC-EE75-4550-ABA0-1BAC3A36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6B379B-698B-4BB0-BF6E-09E0D7C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Growth and Differentiation: Building an Organism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F141B7A-2BCD-4AD0-BD9E-90337A50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7BF5AE3-6EF7-452B-9DEC-033D0D9B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describe how animals and plants grow and explain how differentiation produces cells specialised for particular functions.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4E9E4A05-1033-486A-89D3-6900C263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59B9D74C-EBD9-462C-B8CF-87114C0B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DIVISION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60C59E5E-0D64-43F9-B548-DCE5391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more cells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EB053DFE-C58E-4C03-B8EB-9EA319DF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30B81D90-7830-476C-8A37-C77C0A4C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ELONGATION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62582ACF-B374-4AE9-8570-EA5CA5CD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plant cell length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A64E3263-63BB-4C47-BA2B-5FE82EAF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59D68EDE-53DB-471F-9964-FC50D3BE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DDBB530D-ECEC-4319-A1D5-2524C92C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specialised function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75AF0A39-41CF-4ABA-BBD0-02BB77D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f639bab9d8db44db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6060AD04-451C-4D87-BC42-20674A24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637BF36E-8FA1-472B-A772-2DC45448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505942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A694D69-C573-4C68-BF45-F213043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17A6023-4CF7-4ECB-B6D5-8E27DCD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5F46AB0-3DA2-41AD-9FE7-206A8CD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F5C46E-9F58-4A94-B155-66C06F2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941AD6D-B83C-4B52-952E-3BE3B84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E99F881-DA25-47C1-8CEC-C0F32938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animal growth using cell division followed by growth and differentiation.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F6DBEC6-5C88-41AA-A0DD-1530520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plant growth using cell division, cell elongation and differentiation in growth regions.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AF68441-907D-4C26-B165-B9C656E2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differentiation as a change in gene activity and cell structure that supports a specialised function.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2C28776-8850-42F0-B12A-BCD34827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4D8033A-72D1-42A7-8ACF-1BBD83EB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633733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812BE4F-4BAD-4D16-A75D-251EC2C2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078917A-A132-49F9-B0AB-BFAE7E65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501E04A-772D-4F45-B855-75C1FEC1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648F02-ABC4-49E7-94C6-4714E101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96CA012-5A3A-4666-B6D3-C051665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0B056B1-7748-4CE5-8B1D-35283E2A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role of mitosis in a multicellular organism.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46D5DBF-BA98-4408-95FE-271487D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Distinguish an increase in cell number from an increase in cell size.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4CF35D7-721B-4C83-9B86-57C9E8BE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Recall one specialised cell and one structural adaptation.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D4602F5-42F9-4582-A0E1-FD1AF189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predict why a root needs both new cells and elongated cells.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DC98867-FDC3-446C-B85B-705F70D8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E885325-54D7-49DF-A295-7A799CE3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1613071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125C8D-E22C-4D03-95F3-A45A767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FB8712D-C3D2-4010-ABE3-5CFDED7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3B0F870-C4F4-431C-8019-E6F08520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C2B703-EC4E-4945-928C-F6BA715C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young root becomes longer. Which explanation is the most complete starting model?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7E52D39-3A32-4F1D-B166-29B9A176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21CEE60-50C4-4213-8B7D-1BBA8694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D80274C-5C74-4F68-A9C9-88F3DBB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Every root cell simply swells, and no new cells are produced.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32A28C0-BAAC-48AA-93D6-88932749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Cells divide near the tip; some new cells elongate and differentiate as the root grows.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A2F0D8B-D2E0-49E1-87CB-A835D63A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Each root cell gains more chromosomes, so the whole root lengthens.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267D931-4A31-4966-814B-1E7BED94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8B744A9-EC41-4322-BEB3-886A4CF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71602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C8EF812-A386-4088-AE09-9FF2C8C3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7DEAD7B-3871-42A3-8DD2-2C21ACDD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DF7FC04-2C37-457A-9DDC-5B81E871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6425ED-51AC-415B-B7C3-D3B222B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CFB61C2-EA39-4393-B4BA-1DD5618D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a9610745a48d0"/>
          <a:stretch xmlns:a="http://schemas.openxmlformats.org/drawingml/2006/main"/>
        </p:blipFill>
        <p:spPr>
          <a:xfrm xmlns:a="http://schemas.openxmlformats.org/drawingml/2006/main">
            <a:off x="800100" y="3194172"/>
            <a:ext cx="3378200" cy="974481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C6B8DFAB-8AA8-429C-B908-2038F5D8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Mitosis increases cell number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7731a4a24769"/>
          <a:stretch xmlns:a="http://schemas.openxmlformats.org/drawingml/2006/main"/>
        </p:blipFill>
        <p:spPr>
          <a:xfrm xmlns:a="http://schemas.openxmlformats.org/drawingml/2006/main">
            <a:off x="4406900" y="3194172"/>
            <a:ext cx="3378200" cy="974481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2C4BBD0B-BD24-43C5-966A-B82459DB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Plant cell elongation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025d7e4c7412f"/>
          <a:stretch xmlns:a="http://schemas.openxmlformats.org/drawingml/2006/main"/>
        </p:blipFill>
        <p:spPr>
          <a:xfrm xmlns:a="http://schemas.openxmlformats.org/drawingml/2006/main">
            <a:off x="8013700" y="3194172"/>
            <a:ext cx="3378200" cy="974481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08CA4C43-3817-4508-9CAE-6E93A3F6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Differentiated cells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BF63107A-8F12-499A-8604-DF0CE388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572FB823-D7F2-4AA2-ABD4-F2EE9626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51238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AEFF00BE-52A4-4960-8055-761346A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641A012-4953-4ABA-ADC0-5432EEBE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2E6102C-3091-4CBE-9FC3-BAED93D5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BA3BEE-8999-4025-9C97-AB7A79A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E82C1FD-7D4F-4F97-AFF6-A8A22F92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5C991BC-4A3A-4B1E-81B6-F31D2426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growth — increase in size or cell number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D31EA3C-A5EE-4A1C-BD15-31A28672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elongation — cells become longer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EA02557-5A0B-400A-BD87-E149AF0D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differentiation — cells become specialised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FD935D2-9A96-49DD-9DEB-C9B7FC21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AE2FD9D-AEBC-46EB-9497-1F58811F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734879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5DDB242-6F61-4C1E-BFBE-4597C2C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BDC8989-6C49-410D-9DD7-A651013C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9C249FC-6961-4B75-A6EB-050A6D4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E84AF3-4E5C-4B62-ABFA-EBAB47DC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EB96B8B-B9F0-4052-AE0B-B1DD20AD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15376D2-DF41-432B-BAA6-5D8E7D9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Build an animal-growth chain: mitosis increases cell number; daughter cells grow; some differentiate into specialised tissue cells.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45E6835-C759-4567-A668-A9BB57AC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Build a plant-growth chain: mitosis in meristem regions increases cell number; cells can elongate and then differentiate.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6590F05-142B-470C-8A46-96C4EE18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genetic information and function separate: most body cells retain the same genetic information, while different genes are switched on and used in different specialised cells.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99564FC-AB89-4358-9693-6BAE3A5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B9C4EC6-8857-4F8D-B2A7-D3CD0EDA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53744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C11AB29-C4D5-4B61-B548-DE89C8A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DDC81D4-F7C1-4C24-8635-4E6C9D0C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3B68908-1F8C-4558-A1FF-D771329E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C80BF5-C709-4582-9EEE-D92B56D6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statement correctly compares animal and plant growth?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81B9F86-134D-4728-B394-CE6D8CA3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F614A05-5002-48F5-BE15-92EADEE5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Only animals use mitosis; plants grow only by cells stretching.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18903DB-923F-4B8F-81BC-0C63E7DF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Both use cell division and differentiation; cell elongation is a particularly important part of plant growth.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46E8B96-3CF3-484F-ADD1-FF5C1E47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Both grow because every body cell increases its chromosome number.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2E53A33-3599-4622-89B6-695F9110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319C678-E8EB-46C1-BF11-1137DC86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DFC80A3-960A-4861-86BF-6C5B3FB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917653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EF9B7AA-2AF7-4289-BEC1-E1C3BA1D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BEC92CC-069C-4369-8747-61F98E02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475B033-5EA2-4A24-89C7-DF6E9001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F35711-F2C9-4A0D-A3BD-3CBEE30F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DCCB5BD-1774-416F-B257-CF3F11C3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0B77D41-18CE-4E7D-A3F7-70911F4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a fictional growth record by naming the variables, units and time interval before describing the trend.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F3534AC-65E8-44E1-8D26-C812ED37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change as final value minus initial value, and percentage change as change divided by initial value multiplied by 100.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0126832-03FA-4079-83E6-1CF9120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cautiously: organism-level data show a growth pattern but do not directly measure mitosis, elongation or differentiation inside tissues.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0F202ED-D472-4E2C-88D5-D76FDB43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0F3554A-198A-4816-999A-F75F9E6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591287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A23D41C-C929-4A18-B61A-3DE8747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7DDE8F6-F611-4D84-B324-A82F9C4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EED2A7-793D-4EE7-8550-21EF680A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B7F20C-384C-4B6D-A97B-8C009F9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B2D154-6EB5-4868-8CEA-EE6B69FA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956CC0A-8ED5-476D-A205-F5D940E7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Model glitch: specialised cells must have different DNA because they look and work differently.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B830D5C-CBAE-4ABC-96EC-5C29BF14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different structures always require different genetic information.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B799B0A-0AED-4739-BE6D-46773A15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most specialised cells retain the same genetic information but switch on and use different genes.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6B87AD1-69DE-4755-BF0B-15BC3FF6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differentiation happens without genes or proteins being involved.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3CD142C-4BCF-4E86-BB57-2B6AFF98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C3BB965-193C-4E79-A3E5-95E622BB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784326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7C20E6E0-1F59-484F-97C9-15E20DB9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D31BC0F-961E-4006-B721-9FE99594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CD9E0A1-ECD0-443D-9D05-BB8BF291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4DCCE3-A122-472D-BF8E-32923C7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Growth-process routing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45F5465-D1AD-43D1-94BE-BD625786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FC92AC8-9DE1-4E5F-8247-6635695B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observation to cell division, cell elongation or differentiation, then build one complete animal or plant explanation.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573417E-1B10-4CA3-949D-11F0AE0C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one tissue observation.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E7B73D4-DA7B-4D7A-806E-4400B8D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the cellular process best supported by the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2FC87D5-0837-47E5-8112-427B8384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any claim that adds evidence the observation does not contain.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1F9A408-D468-4B8A-8671-BA61E9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a chain linking process, structural change and organism growth.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ED8A04E-4BC5-46E4-90CA-0CC4FAA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DA23BCC0-4951-4676-BC07-2BE9C3C3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22239D97-FB57-42EB-9034-B98D5B7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495415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3692269-CF9B-4FAE-997B-FD7E0D04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5FA8654-F3E4-47C6-930A-D660AD12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1C5EE6C-8409-48A5-8721-C6DE0C9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F25625-81E7-47FC-9200-8CBBE619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19A9C79-7E41-4394-8932-1C2751C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CDF5127-98E5-48F6-9739-3249D7EA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CELL DIVISION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07C083C-8319-4021-8AB5-89E76118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CELL ELONGATION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F7A0464-68B1-4141-AF73-00FD78B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DIFFERENTIATION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7492CF2-F9AB-4254-9DF3-9F5411D4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one routed observation to explain growth without claiming that chromosome number or every cellular process increased.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3C2A5FCD-32A6-4361-8C44-EF7DE369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A5A5135-8C07-469C-AD0F-91BF943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85225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A65DCA6-A523-4D25-BF1A-CCB8AD2E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E7A6939-0CB9-4F68-8EFB-60056D27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0574B0F-EFE1-4C8F-8BAB-C7EE429A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B2862C-3074-48F5-AFCA-5D5781DA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DABC254-4B21-4DAA-8EBA-580FB76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9A472A5-6582-4E44-904D-F6C6CFA8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Create and apply a comparison model of animal and plant growth, including one growth-data calculation and one evidence-bounded explanation.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C040A87-3272-4C6F-992A-751FE42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two-column animal/plant growth model, one shown calculation, a data description and an explanation that distinguishes direct evidence from cellular inference.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1D98FD4-F521-41D6-A462-EF182CE9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E4B514F-1BA7-4286-9891-CB747610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739091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9A6D6B4-0B76-40BD-ACE6-20CCB655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DD1A8CC-1D63-4E86-AAE1-D108B51B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76BA1CA-E2D0-4003-BD02-05F7844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426E73-5F16-4D39-8161-3EA21CA4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B51F87C-2D94-4D2A-9157-8D0E594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913FE87-5BB7-45DE-A6ED-F9535B33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an animal-versus-plant process table, calculate one simple change and use a because sentence to explain one observation.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EFD7004-BB3D-4DEF-B1AC-5D33D1F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Compare animal and plant growth, calculate percentage change from a supplied dataset and explain one trend using cell processes.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8157077-0A87-423F-98CF-B26EA0B6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how far organism-level growth data support claims about division, elongation and differentiation, then propose one additional measurement.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8B8A63A-E510-4283-AD4E-0DA39A7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D34B80C-0ADA-493A-933A-3DCA3A1E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222761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2C187F3-AF9F-4B1F-BC6B-2A038BDA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FABD98F-C4A6-442F-9A31-D19FD99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36BE548-44F2-48A3-8629-6B47C7F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35321F-152E-4E1E-B1FC-07CF1F47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DD975B1-9FC5-400D-B119-F2BBBF2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DA4D3CF-B6BC-4705-8483-795A37E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 animal and plant growth using one similarity and one difference.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987A1D0-D0D0-4558-BBDF-305FC16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B74F1FA-5BC4-4673-8399-82C88169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AE95AB8-070B-478C-82F3-9DAD2D4D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72141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2026-09-08T08:54:12.4250000Z</dcterms:created>
  <dcterms:modified xsi:type="dcterms:W3CDTF">2026-09-08T08:54:12.4250000Z</dcterms:modified>
</coreProperties>
</file>