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689bf4b2f444f0" /><Relationship Type="http://schemas.openxmlformats.org/officeDocument/2006/relationships/extended-properties" Target="/docProps/app.xml" Id="Re0ad64ccc6144a5e" /><Relationship Type="http://schemas.openxmlformats.org/officeDocument/2006/relationships/officeDocument" Target="/ppt/presentation.xml" Id="Rc23f81e12af340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dad1371c034ac3"/>
  </p:sldMasterIdLst>
  <p:notesMasterIdLst>
    <p:notesMasterId xmlns:r="http://schemas.openxmlformats.org/officeDocument/2006/relationships" r:id="Rf689e0e3a7774c88"/>
  </p:notesMasterIdLst>
  <p:sldIdLst>
    <p:sldId xmlns:r="http://schemas.openxmlformats.org/officeDocument/2006/relationships" id="256" r:id="R5493ae9b2d404187"/>
    <p:sldId xmlns:r="http://schemas.openxmlformats.org/officeDocument/2006/relationships" id="257" r:id="Rd07627197058482a"/>
    <p:sldId xmlns:r="http://schemas.openxmlformats.org/officeDocument/2006/relationships" id="258" r:id="Rc0cd3aaba7b142a3"/>
    <p:sldId xmlns:r="http://schemas.openxmlformats.org/officeDocument/2006/relationships" id="259" r:id="Rea686073198f46c8"/>
    <p:sldId xmlns:r="http://schemas.openxmlformats.org/officeDocument/2006/relationships" id="260" r:id="Reafbb844229841fb"/>
    <p:sldId xmlns:r="http://schemas.openxmlformats.org/officeDocument/2006/relationships" id="261" r:id="Rb4b67e85b2e24db8"/>
    <p:sldId xmlns:r="http://schemas.openxmlformats.org/officeDocument/2006/relationships" id="262" r:id="Rdd4334447d7841d6"/>
    <p:sldId xmlns:r="http://schemas.openxmlformats.org/officeDocument/2006/relationships" id="263" r:id="R1f5cd6b72f314000"/>
    <p:sldId xmlns:r="http://schemas.openxmlformats.org/officeDocument/2006/relationships" id="264" r:id="Rac0200e7a52047d9"/>
    <p:sldId xmlns:r="http://schemas.openxmlformats.org/officeDocument/2006/relationships" id="265" r:id="Rcf2810fd5c954776"/>
    <p:sldId xmlns:r="http://schemas.openxmlformats.org/officeDocument/2006/relationships" id="266" r:id="Rb1428e9341c841cc"/>
    <p:sldId xmlns:r="http://schemas.openxmlformats.org/officeDocument/2006/relationships" id="267" r:id="R4ab4aa54c5cf40bc"/>
    <p:sldId xmlns:r="http://schemas.openxmlformats.org/officeDocument/2006/relationships" id="268" r:id="R797b2f4d3e3d4128"/>
    <p:sldId xmlns:r="http://schemas.openxmlformats.org/officeDocument/2006/relationships" id="269" r:id="R1fc947f70a834d48"/>
    <p:sldId xmlns:r="http://schemas.openxmlformats.org/officeDocument/2006/relationships" id="270" r:id="Rbc4ebab5b7f940da"/>
    <p:sldId xmlns:r="http://schemas.openxmlformats.org/officeDocument/2006/relationships" id="271" r:id="R4747b47d597940f4"/>
    <p:sldId xmlns:r="http://schemas.openxmlformats.org/officeDocument/2006/relationships" id="272" r:id="Rd9f7a61a60b44b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0e1cb968844f3a" /><Relationship Type="http://schemas.openxmlformats.org/officeDocument/2006/relationships/slideMaster" Target="/ppt/slideMasters/slideMaster1.xml" Id="Reedad1371c034ac3" /><Relationship Type="http://schemas.openxmlformats.org/officeDocument/2006/relationships/notesMaster" Target="/ppt/notesMasters/notesMaster1.xml" Id="Rf689e0e3a7774c88" /><Relationship Type="http://schemas.openxmlformats.org/officeDocument/2006/relationships/presProps" Target="/ppt/presProps.xml" Id="Re75e84b648124442" /><Relationship Type="http://schemas.openxmlformats.org/officeDocument/2006/relationships/tableStyles" Target="/ppt/tableStyles.xml" Id="R8e6e91cbef74430b" /><Relationship Type="http://schemas.openxmlformats.org/officeDocument/2006/relationships/slide" Target="/ppt/slides/slide1.xml" Id="R5493ae9b2d404187" /><Relationship Type="http://schemas.openxmlformats.org/officeDocument/2006/relationships/slide" Target="/ppt/slides/slide2.xml" Id="Rd07627197058482a" /><Relationship Type="http://schemas.openxmlformats.org/officeDocument/2006/relationships/slide" Target="/ppt/slides/slide3.xml" Id="Rc0cd3aaba7b142a3" /><Relationship Type="http://schemas.openxmlformats.org/officeDocument/2006/relationships/slide" Target="/ppt/slides/slide4.xml" Id="Rea686073198f46c8" /><Relationship Type="http://schemas.openxmlformats.org/officeDocument/2006/relationships/slide" Target="/ppt/slides/slide5.xml" Id="Reafbb844229841fb" /><Relationship Type="http://schemas.openxmlformats.org/officeDocument/2006/relationships/slide" Target="/ppt/slides/slide6.xml" Id="Rb4b67e85b2e24db8" /><Relationship Type="http://schemas.openxmlformats.org/officeDocument/2006/relationships/slide" Target="/ppt/slides/slide7.xml" Id="Rdd4334447d7841d6" /><Relationship Type="http://schemas.openxmlformats.org/officeDocument/2006/relationships/slide" Target="/ppt/slides/slide8.xml" Id="R1f5cd6b72f314000" /><Relationship Type="http://schemas.openxmlformats.org/officeDocument/2006/relationships/slide" Target="/ppt/slides/slide9.xml" Id="Rac0200e7a52047d9" /><Relationship Type="http://schemas.openxmlformats.org/officeDocument/2006/relationships/slide" Target="/ppt/slides/slide10.xml" Id="Rcf2810fd5c954776" /><Relationship Type="http://schemas.openxmlformats.org/officeDocument/2006/relationships/slide" Target="/ppt/slides/slide11.xml" Id="Rb1428e9341c841cc" /><Relationship Type="http://schemas.openxmlformats.org/officeDocument/2006/relationships/slide" Target="/ppt/slides/slide12.xml" Id="R4ab4aa54c5cf40bc" /><Relationship Type="http://schemas.openxmlformats.org/officeDocument/2006/relationships/slide" Target="/ppt/slides/slide13.xml" Id="R797b2f4d3e3d4128" /><Relationship Type="http://schemas.openxmlformats.org/officeDocument/2006/relationships/slide" Target="/ppt/slides/slide14.xml" Id="R1fc947f70a834d48" /><Relationship Type="http://schemas.openxmlformats.org/officeDocument/2006/relationships/slide" Target="/ppt/slides/slide15.xml" Id="Rbc4ebab5b7f940da" /><Relationship Type="http://schemas.openxmlformats.org/officeDocument/2006/relationships/slide" Target="/ppt/slides/slide16.xml" Id="R4747b47d597940f4" /><Relationship Type="http://schemas.openxmlformats.org/officeDocument/2006/relationships/slide" Target="/ppt/slides/slide17.xml" Id="Rd9f7a61a60b44b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c019b9476945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ec27ebf5ec440a" /><Relationship Type="http://schemas.openxmlformats.org/officeDocument/2006/relationships/notesMaster" Target="/ppt/notesMasters/notesMaster1.xml" Id="R21189a32c8db49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acfc1d753f4453" /><Relationship Type="http://schemas.openxmlformats.org/officeDocument/2006/relationships/notesMaster" Target="/ppt/notesMasters/notesMaster1.xml" Id="Re9869e33995f43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d1c517d7c446f9" /><Relationship Type="http://schemas.openxmlformats.org/officeDocument/2006/relationships/notesMaster" Target="/ppt/notesMasters/notesMaster1.xml" Id="R928e342f3cfe45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7e524bcfa94d21" /><Relationship Type="http://schemas.openxmlformats.org/officeDocument/2006/relationships/notesMaster" Target="/ppt/notesMasters/notesMaster1.xml" Id="R42674bc073e946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796a63f12e449d" /><Relationship Type="http://schemas.openxmlformats.org/officeDocument/2006/relationships/notesMaster" Target="/ppt/notesMasters/notesMaster1.xml" Id="R56b59fb00b1c47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786aaa4fa74ae2" /><Relationship Type="http://schemas.openxmlformats.org/officeDocument/2006/relationships/notesMaster" Target="/ppt/notesMasters/notesMaster1.xml" Id="Rec20b87b722947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7e209e39fa46c2" /><Relationship Type="http://schemas.openxmlformats.org/officeDocument/2006/relationships/notesMaster" Target="/ppt/notesMasters/notesMaster1.xml" Id="R86d5ac86ebf743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38876d4ac14b75" /><Relationship Type="http://schemas.openxmlformats.org/officeDocument/2006/relationships/notesMaster" Target="/ppt/notesMasters/notesMaster1.xml" Id="R435f07ca93df4e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dd140f3cd941d1" /><Relationship Type="http://schemas.openxmlformats.org/officeDocument/2006/relationships/notesMaster" Target="/ppt/notesMasters/notesMaster1.xml" Id="Rae84e90e4bd440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529aae882c4f86" /><Relationship Type="http://schemas.openxmlformats.org/officeDocument/2006/relationships/notesMaster" Target="/ppt/notesMasters/notesMaster1.xml" Id="Rcd8792739e7041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9e318cd00147b5" /><Relationship Type="http://schemas.openxmlformats.org/officeDocument/2006/relationships/notesMaster" Target="/ppt/notesMasters/notesMaster1.xml" Id="R5250b932004448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d362f714ad4f75" /><Relationship Type="http://schemas.openxmlformats.org/officeDocument/2006/relationships/notesMaster" Target="/ppt/notesMasters/notesMaster1.xml" Id="R517b3470d81147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3aba93047c41e1" /><Relationship Type="http://schemas.openxmlformats.org/officeDocument/2006/relationships/notesMaster" Target="/ppt/notesMasters/notesMaster1.xml" Id="Rfa4a1b5a9bd644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3a287e46374526" /><Relationship Type="http://schemas.openxmlformats.org/officeDocument/2006/relationships/notesMaster" Target="/ppt/notesMasters/notesMaster1.xml" Id="R427f81465fd340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4f97e84e324fb3" /><Relationship Type="http://schemas.openxmlformats.org/officeDocument/2006/relationships/notesMaster" Target="/ppt/notesMasters/notesMaster1.xml" Id="Ref05990ffce847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57019f34934ccd" /><Relationship Type="http://schemas.openxmlformats.org/officeDocument/2006/relationships/notesMaster" Target="/ppt/notesMasters/notesMaster1.xml" Id="Rb1e4e35a8fb24c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e380cdea8f44cff" /><Relationship Type="http://schemas.openxmlformats.org/officeDocument/2006/relationships/notesMaster" Target="/ppt/notesMasters/notesMaster1.xml" Id="R75ee0912574e43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12 · Explore</a:t>
            </a:r>
          </a:p>
          <a:p xmlns:a="http://schemas.openxmlformats.org/drawingml/2006/main">
            <a:r>
              <a:t>Learning objective: I can construct a complementary DNA section and describe the strengths and limitations of the model.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state that DNA has two strands coiled into a double helix.</a:t>
            </a:r>
          </a:p>
          <a:p xmlns:a="http://schemas.openxmlformats.org/drawingml/2006/main">
            <a:r>
              <a:t>I can apply A-T and C-G complementary base pairing.</a:t>
            </a:r>
          </a:p>
          <a:p xmlns:a="http://schemas.openxmlformats.org/drawingml/2006/main">
            <a:r>
              <a:t>I can identify at least one model strength and limitation.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12 · Explore</a:t>
            </a:r>
          </a:p>
          <a:p xmlns:a="http://schemas.openxmlformats.org/drawingml/2006/main">
            <a:r>
              <a:t>Learning objective: I can construct a complementary DNA section and describe the strengths and limitations of the model.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state that DNA has two strands coiled into a double helix.</a:t>
            </a:r>
          </a:p>
          <a:p xmlns:a="http://schemas.openxmlformats.org/drawingml/2006/main">
            <a:r>
              <a:t>I can apply A-T and C-G complementary base pairing.</a:t>
            </a:r>
          </a:p>
          <a:p xmlns:a="http://schemas.openxmlformats.org/drawingml/2006/main">
            <a:r>
              <a:t>I can identify at least one model strength and limitation.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W12L1: a gene is a section of DNA.</a:t>
            </a:r>
          </a:p>
          <a:p xmlns:a="http://schemas.openxmlformats.org/drawingml/2006/main">
            <a:r>
              <a:t>W12L1: chromosomes contain long DNA molecules.</a:t>
            </a:r>
          </a:p>
          <a:p xmlns:a="http://schemas.openxmlformats.org/drawingml/2006/main">
            <a:r>
              <a:t>W8: copied genetic information is separated during mitosis.</a:t>
            </a:r>
          </a:p>
          <a:p xmlns:a="http://schemas.openxmlformats.org/drawingml/2006/main">
            <a:r>
              <a:t>Lead-in: if one DNA strand reads A-C-G-T, what pattern might constrain the other?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Describe the chromosome-DNA-gene relationship.</a:t>
            </a:r>
          </a:p>
          <a:p xmlns:a="http://schemas.openxmlformats.org/drawingml/2006/main">
            <a:r>
              <a:t>Define genome.</a:t>
            </a:r>
          </a:p>
          <a:p xmlns:a="http://schemas.openxmlformats.org/drawingml/2006/main">
            <a:r>
              <a:t>State one limit of the hierarchy model.</a:t>
            </a:r>
          </a:p>
          <a:p xmlns:a="http://schemas.openxmlformats.org/drawingml/2006/main">
            <a:r>
              <a:t>Lead-in: predict the partner for base C.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A pairs with T</a:t>
            </a:r>
          </a:p>
          <a:p xmlns:a="http://schemas.openxmlformats.org/drawingml/2006/main">
            <a:r>
              <a:t>Adenine always faces thymine.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 pairs with G</a:t>
            </a:r>
          </a:p>
          <a:p xmlns:a="http://schemas.openxmlformats.org/drawingml/2006/main">
            <a:r>
              <a:t>Cytosine always faces guanine.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Two paired strands coil into a double helix</a:t>
            </a:r>
          </a:p>
          <a:p xmlns:a="http://schemas.openxmlformats.org/drawingml/2006/main">
            <a:r>
              <a:t>The model shows pairing and shape. Colours and sizes are invented.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T-G-C-A</a:t>
            </a:r>
          </a:p>
          <a:p xmlns:a="http://schemas.openxmlformats.org/drawingml/2006/main">
            <a:r>
              <a:t>A-C-G-T</a:t>
            </a:r>
          </a:p>
          <a:p xmlns:a="http://schemas.openxmlformats.org/drawingml/2006/main">
            <a:r>
              <a:t>A-A-A-A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A pairs with T</a:t>
            </a:r>
          </a:p>
          <a:p xmlns:a="http://schemas.openxmlformats.org/drawingml/2006/main">
            <a:r>
              <a:t>Adenine always faces thymine.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 pairs with G</a:t>
            </a:r>
          </a:p>
          <a:p xmlns:a="http://schemas.openxmlformats.org/drawingml/2006/main">
            <a:r>
              <a:t>Cytosine always faces guanine.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Two paired strands coil into a double helix</a:t>
            </a:r>
          </a:p>
          <a:p xmlns:a="http://schemas.openxmlformats.org/drawingml/2006/main">
            <a:r>
              <a:t>The model shows pairing and shape. Colours and sizes are invented.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T-G-C-A</a:t>
            </a:r>
          </a:p>
          <a:p xmlns:a="http://schemas.openxmlformats.org/drawingml/2006/main">
            <a:r>
              <a:t>A-C-G-T</a:t>
            </a:r>
          </a:p>
          <a:p xmlns:a="http://schemas.openxmlformats.org/drawingml/2006/main">
            <a:r>
              <a:t>A-A-A-A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A pairs with T</a:t>
            </a:r>
          </a:p>
          <a:p xmlns:a="http://schemas.openxmlformats.org/drawingml/2006/main">
            <a:r>
              <a:t>Adenine always faces thymine.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 pairs with G</a:t>
            </a:r>
          </a:p>
          <a:p xmlns:a="http://schemas.openxmlformats.org/drawingml/2006/main">
            <a:r>
              <a:t>Cytosine always faces guanine.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Two paired strands coil into a double helix</a:t>
            </a:r>
          </a:p>
          <a:p xmlns:a="http://schemas.openxmlformats.org/drawingml/2006/main">
            <a:r>
              <a:t>The model shows pairing and shape. Colours and sizes are invented.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T-G-C-A</a:t>
            </a:r>
          </a:p>
          <a:p xmlns:a="http://schemas.openxmlformats.org/drawingml/2006/main">
            <a:r>
              <a:t>A-C-G-T</a:t>
            </a:r>
          </a:p>
          <a:p xmlns:a="http://schemas.openxmlformats.org/drawingml/2006/main">
            <a:r>
              <a:t>A-A-A-A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NUCLEOTIDE one DNA building unit a sugar, phosphate group and one base</a:t>
            </a:r>
          </a:p>
          <a:p xmlns:a="http://schemas.openxmlformats.org/drawingml/2006/main">
            <a:r>
              <a:t>COMPLEMENTARY fits by a pairing rule matching by the fixed base pairs A-T and C-G</a:t>
            </a:r>
          </a:p>
          <a:p xmlns:a="http://schemas.openxmlformats.org/drawingml/2006/main">
            <a:r>
              <a:t>DOUBLE HELIX two-strand twist the coiled shape formed by DNA's two strands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manipulable ladder makes complementary pairing and two-strand structure visible and checkable.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DNA is a polymer of nucleotides. Each nucleotide contains a sugar, a phosphate group and one base; nucleotides join to form each sugar-phosphate backbone.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Build the second strand using complementary base pairs: adenine (A) pairs with thymine (T), and cytosine (C) with guanine (G); weak hydrogen bonds join each pair between the strands.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Twist the paired ladder gently to represent the double helix while keeping the base order visible.</a:t>
            </a:r>
          </a:p>
          <a:p xmlns:a="http://schemas.openxmlformats.org/drawingml/2006/main">
            <a:r>
              <a:t>Build the second strand</a:t>
            </a:r>
          </a:p>
          <a:p xmlns:a="http://schemas.openxmlformats.org/drawingml/2006/main">
            <a:r>
              <a:t>Strand 1 reads A T G C C A . Press the complementary base for each position.</a:t>
            </a:r>
          </a:p>
          <a:p xmlns:a="http://schemas.openxmlformats.org/drawingml/2006/main">
            <a:r>
              <a:t>1 · A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2 · T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3 · G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4 · C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5 · C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6 · A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Strand 2: _ _ _ _ _ _</a:t>
            </a:r>
          </a:p>
          <a:p xmlns:a="http://schemas.openxmlformats.org/drawingml/2006/main">
            <a:r>
              <a:t>Limit of the model: real bases are not coloured blocks, and the helix is far longer — this section is six of about three billion pairs.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NUCLEOTIDE one DNA building unit a sugar, phosphate group and one base</a:t>
            </a:r>
          </a:p>
          <a:p xmlns:a="http://schemas.openxmlformats.org/drawingml/2006/main">
            <a:r>
              <a:t>COMPLEMENTARY fits by a pairing rule matching by the fixed base pairs A-T and C-G</a:t>
            </a:r>
          </a:p>
          <a:p xmlns:a="http://schemas.openxmlformats.org/drawingml/2006/main">
            <a:r>
              <a:t>DOUBLE HELIX two-strand twist the coiled shape formed by DNA's two strands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manipulable ladder makes complementary pairing and two-strand structure visible and checkable.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DNA is a polymer of nucleotides. Each nucleotide contains a sugar, a phosphate group and one base; nucleotides join to form each sugar-phosphate backbone.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Build the second strand using complementary base pairs: adenine (A) pairs with thymine (T), and cytosine (C) with guanine (G); weak hydrogen bonds join each pair between the strands.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Twist the paired ladder gently to represent the double helix while keeping the base order visible.</a:t>
            </a:r>
          </a:p>
          <a:p xmlns:a="http://schemas.openxmlformats.org/drawingml/2006/main">
            <a:r>
              <a:t>Build the second strand</a:t>
            </a:r>
          </a:p>
          <a:p xmlns:a="http://schemas.openxmlformats.org/drawingml/2006/main">
            <a:r>
              <a:t>Strand 1 reads A T G C C A . Press the complementary base for each position.</a:t>
            </a:r>
          </a:p>
          <a:p xmlns:a="http://schemas.openxmlformats.org/drawingml/2006/main">
            <a:r>
              <a:t>1 · A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2 · T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3 · G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4 · C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5 · C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6 · A pairs with…</a:t>
            </a:r>
          </a:p>
          <a:p xmlns:a="http://schemas.openxmlformats.org/drawingml/2006/main">
            <a:r>
              <a:t>A</a:t>
            </a:r>
          </a:p>
          <a:p xmlns:a="http://schemas.openxmlformats.org/drawingml/2006/main">
            <a:r>
              <a:t>T</a:t>
            </a:r>
          </a:p>
          <a:p xmlns:a="http://schemas.openxmlformats.org/drawingml/2006/main">
            <a:r>
              <a:t>C</a:t>
            </a:r>
          </a:p>
          <a:p xmlns:a="http://schemas.openxmlformats.org/drawingml/2006/main">
            <a:r>
              <a:t>G</a:t>
            </a:r>
          </a:p>
          <a:p xmlns:a="http://schemas.openxmlformats.org/drawingml/2006/main">
            <a:r>
              <a:t>Strand 2: _ _ _ _ _ _</a:t>
            </a:r>
          </a:p>
          <a:p xmlns:a="http://schemas.openxmlformats.org/drawingml/2006/main">
            <a:r>
              <a:t>Limit of the model: real bases are not coloured blocks, and the helix is far longer — this section is six of about three billion pairs.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C-T-A-G</a:t>
            </a:r>
          </a:p>
          <a:p xmlns:a="http://schemas.openxmlformats.org/drawingml/2006/main">
            <a:r>
              <a:t>G-A-T-C</a:t>
            </a:r>
          </a:p>
          <a:p xmlns:a="http://schemas.openxmlformats.org/drawingml/2006/main">
            <a:r>
              <a:t>A-C-T-G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Strength: the ladder shows two strands, base order and complementary pairing clearly.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Limit: colours, distances and component sizes are invented; a classroom twist is not the molecule's true scale or movement.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 gene is a particular sequence along DNA; do not add Higher-tier transcription or translation stages to this Foundation lesson.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manipulable ladder makes complementary pairing and two-strand structure visible and checkable.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Strength: the ladder shows two strands, base order and complementary pairing clearly.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Limit: colours, distances and component sizes are invented; a classroom twist is not the molecule's true scale or movement.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 gene is a particular sequence along DNA; do not add Higher-tier transcription or translation stages to this Foundation lesson.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manipulable ladder makes complementary pairing and two-strand structure visible and checkable.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We do 2: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Match each base to its complementary partner, freeze the sequence, then critique one feature of the model.</a:t>
            </a:r>
          </a:p>
          <a:p xmlns:a="http://schemas.openxmlformats.org/drawingml/2006/main">
            <a:r>
              <a:t>READ PAIR CHECK TWIST CRITIQUE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Adenine Base A needs its complementary partner.</a:t>
            </a:r>
          </a:p>
          <a:p xmlns:a="http://schemas.openxmlformats.org/drawingml/2006/main">
            <a:r>
              <a:t>Cytosine Base C needs its complementary partner.</a:t>
            </a:r>
          </a:p>
          <a:p xmlns:a="http://schemas.openxmlformats.org/drawingml/2006/main">
            <a:r>
              <a:t>Not to scale The classroom pieces are far larger and farther apart than atoms and molecules.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A ↔ T PAIR</a:t>
            </a:r>
          </a:p>
          <a:p xmlns:a="http://schemas.openxmlformats.org/drawingml/2006/main">
            <a:r>
              <a:t>C ↔ G PAIR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Complementary DNA strands have exactly the same base sequence.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complementary means identical.</a:t>
            </a:r>
          </a:p>
          <a:p xmlns:a="http://schemas.openxmlformats.org/drawingml/2006/main">
            <a:r>
              <a:t>Repair it: each base fixes its partner, A-T and C-G.</a:t>
            </a:r>
          </a:p>
          <a:p xmlns:a="http://schemas.openxmlformats.org/drawingml/2006/main">
            <a:r>
              <a:t>Repair it: every base can pair with any other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We do 2: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Match each base to its complementary partner, freeze the sequence, then critique one feature of the model.</a:t>
            </a:r>
          </a:p>
          <a:p xmlns:a="http://schemas.openxmlformats.org/drawingml/2006/main">
            <a:r>
              <a:t>READ PAIR CHECK TWIST CRITIQUE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Adenine Base A needs its complementary partner.</a:t>
            </a:r>
          </a:p>
          <a:p xmlns:a="http://schemas.openxmlformats.org/drawingml/2006/main">
            <a:r>
              <a:t>Cytosine Base C needs its complementary partner.</a:t>
            </a:r>
          </a:p>
          <a:p xmlns:a="http://schemas.openxmlformats.org/drawingml/2006/main">
            <a:r>
              <a:t>Not to scale The classroom pieces are far larger and farther apart than atoms and molecules.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A ↔ T PAIR</a:t>
            </a:r>
          </a:p>
          <a:p xmlns:a="http://schemas.openxmlformats.org/drawingml/2006/main">
            <a:r>
              <a:t>C ↔ G PAIR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Complementary DNA strands have exactly the same base sequence.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complementary means identical.</a:t>
            </a:r>
          </a:p>
          <a:p xmlns:a="http://schemas.openxmlformats.org/drawingml/2006/main">
            <a:r>
              <a:t>Repair it: each base fixes its partner, A-T and C-G.</a:t>
            </a:r>
          </a:p>
          <a:p xmlns:a="http://schemas.openxmlformats.org/drawingml/2006/main">
            <a:r>
              <a:t>Repair it: every base can pair with any other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We do 2: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Match each base to its complementary partner, freeze the sequence, then critique one feature of the model.</a:t>
            </a:r>
          </a:p>
          <a:p xmlns:a="http://schemas.openxmlformats.org/drawingml/2006/main">
            <a:r>
              <a:t>READ PAIR CHECK TWIST CRITIQUE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Adenine Base A needs its complementary partner.</a:t>
            </a:r>
          </a:p>
          <a:p xmlns:a="http://schemas.openxmlformats.org/drawingml/2006/main">
            <a:r>
              <a:t>Cytosine Base C needs its complementary partner.</a:t>
            </a:r>
          </a:p>
          <a:p xmlns:a="http://schemas.openxmlformats.org/drawingml/2006/main">
            <a:r>
              <a:t>Not to scale The classroom pieces are far larger and farther apart than atoms and molecules.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A ↔ T PAIR</a:t>
            </a:r>
          </a:p>
          <a:p xmlns:a="http://schemas.openxmlformats.org/drawingml/2006/main">
            <a:r>
              <a:t>C ↔ G PAIR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Complementary DNA strands have exactly the same base sequence.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complementary means identical.</a:t>
            </a:r>
          </a:p>
          <a:p xmlns:a="http://schemas.openxmlformats.org/drawingml/2006/main">
            <a:r>
              <a:t>Repair it: each base fixes its partner, A-T and C-G.</a:t>
            </a:r>
          </a:p>
          <a:p xmlns:a="http://schemas.openxmlformats.org/drawingml/2006/main">
            <a:r>
              <a:t>Repair it: every base can pair with any other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Independent: 12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Large nucleotide/base cards, reusable backbone strips, clips or hook-and-loop tabs, sequence sheet and pencil.</a:t>
            </a:r>
          </a:p>
          <a:p xmlns:a="http://schemas.openxmlformats.org/drawingml/2006/main">
            <a:r>
              <a:t>Same outcome: I can construct a complementary DNA section and describe the strengths and limitations of the model.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button-only pairing lab with the same sequence and model critique.</a:t>
            </a:r>
          </a:p>
          <a:p xmlns:a="http://schemas.openxmlformats.org/drawingml/2006/main">
            <a:r>
              <a:t>Same evidence: A correct complementary sequence, labelled two-strand/double-helix description and one valid model limitation.</a:t>
            </a:r>
          </a:p>
          <a:p xmlns:a="http://schemas.openxmlformats.org/drawingml/2006/main">
            <a:r>
              <a:t>Equipment / setup Large nucleotide/base cards, reusable backbone strips, clips or hook-and-loop tabs, sequence sheet and pencil.</a:t>
            </a:r>
          </a:p>
          <a:p xmlns:a="http://schemas.openxmlformats.org/drawingml/2006/main">
            <a:r>
              <a:t>Safety / sensory Use large components and avoid latex or small clips where local needs require. Do not wrap the model around a person.</a:t>
            </a:r>
          </a:p>
          <a:p xmlns:a="http://schemas.openxmlformats.org/drawingml/2006/main">
            <a:r>
              <a:t>Offline parity Use the local button-only pairing lab with the same sequence and model critique.</a:t>
            </a:r>
          </a:p>
          <a:p xmlns:a="http://schemas.openxmlformats.org/drawingml/2006/main">
            <a:r>
              <a:t>No-equipment/access route: Direct an adult to place each base or point to the partner; dictate the sequence and model limitation.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a ten-base complementary sequence and describe nucleotide, two strands and double helix.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Base __ pairs with __; the two strands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Independent: 12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Large nucleotide/base cards, reusable backbone strips, clips or hook-and-loop tabs, sequence sheet and pencil.</a:t>
            </a:r>
          </a:p>
          <a:p xmlns:a="http://schemas.openxmlformats.org/drawingml/2006/main">
            <a:r>
              <a:t>Same outcome: I can construct a complementary DNA section and describe the strengths and limitations of the model.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button-only pairing lab with the same sequence and model critique.</a:t>
            </a:r>
          </a:p>
          <a:p xmlns:a="http://schemas.openxmlformats.org/drawingml/2006/main">
            <a:r>
              <a:t>Same evidence: A correct complementary sequence, labelled two-strand/double-helix description and one valid model limitation.</a:t>
            </a:r>
          </a:p>
          <a:p xmlns:a="http://schemas.openxmlformats.org/drawingml/2006/main">
            <a:r>
              <a:t>Equipment / setup Large nucleotide/base cards, reusable backbone strips, clips or hook-and-loop tabs, sequence sheet and pencil.</a:t>
            </a:r>
          </a:p>
          <a:p xmlns:a="http://schemas.openxmlformats.org/drawingml/2006/main">
            <a:r>
              <a:t>Safety / sensory Use large components and avoid latex or small clips where local needs require. Do not wrap the model around a person.</a:t>
            </a:r>
          </a:p>
          <a:p xmlns:a="http://schemas.openxmlformats.org/drawingml/2006/main">
            <a:r>
              <a:t>Offline parity Use the local button-only pairing lab with the same sequence and model critique.</a:t>
            </a:r>
          </a:p>
          <a:p xmlns:a="http://schemas.openxmlformats.org/drawingml/2006/main">
            <a:r>
              <a:t>No-equipment/access route: Direct an adult to place each base or point to the partner; dictate the sequence and model limitation.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a ten-base complementary sequence and describe nucleotide, two strands and double helix.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Base __ pairs with __; the two strands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SCI_L_W12L2_DNA_Structure_Explore.html.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model is enormously enlarged, uses arbitrary colours, simplifies chemical bonds and cannot show the full chromosome or molecular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Write the complement of A-G-C-T.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SCI_L_W12L2_DNA_Structure_Explore.html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6049e97b346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01eca44baf42d4" /><Relationship Type="http://schemas.openxmlformats.org/officeDocument/2006/relationships/slideLayout" Target="/ppt/slideLayouts/slideLayout1.xml" Id="Rf3fb887385b646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fb887385b646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8e42a0cbd4211" /><Relationship Type="http://schemas.openxmlformats.org/officeDocument/2006/relationships/hyperlink" Target="SCI_L_W12L2_DNA_Structure_Explore.html" TargetMode="External" Id="R8a6a43fb531a41ce" /><Relationship Type="http://schemas.openxmlformats.org/officeDocument/2006/relationships/notesSlide" Target="/ppt/notesSlides/notesSlide1.xml" Id="R5e766489d8a84b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00ce505d84ad8" /><Relationship Type="http://schemas.openxmlformats.org/officeDocument/2006/relationships/notesSlide" Target="/ppt/notesSlides/notesSlide2.xml" Id="Rbaacd5cddc1344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e5eccbff94814" /><Relationship Type="http://schemas.openxmlformats.org/officeDocument/2006/relationships/notesSlide" Target="/ppt/notesSlides/notesSlide3.xml" Id="Reaa2b755f60746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635269ee545c8" /><Relationship Type="http://schemas.openxmlformats.org/officeDocument/2006/relationships/notesSlide" Target="/ppt/notesSlides/notesSlide4.xml" Id="Re1bb5f6648964c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16aa9205c43d3" /><Relationship Type="http://schemas.openxmlformats.org/officeDocument/2006/relationships/notesSlide" Target="/ppt/notesSlides/notesSlide5.xml" Id="R0fe04d94398a43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62f0b7aba4531" /><Relationship Type="http://schemas.openxmlformats.org/officeDocument/2006/relationships/image" Target="/ppt/media/image.png" Id="R75a2d1f3b957444d" /><Relationship Type="http://schemas.openxmlformats.org/officeDocument/2006/relationships/image" Target="/ppt/media/image2.png" Id="Rf1fe9a512e344507" /><Relationship Type="http://schemas.openxmlformats.org/officeDocument/2006/relationships/image" Target="/ppt/media/image3.png" Id="Rb946476951284d7a" /><Relationship Type="http://schemas.openxmlformats.org/officeDocument/2006/relationships/notesSlide" Target="/ppt/notesSlides/notesSlide6.xml" Id="Rf4904e8dd46445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3ba766b92458a" /><Relationship Type="http://schemas.openxmlformats.org/officeDocument/2006/relationships/notesSlide" Target="/ppt/notesSlides/notesSlide7.xml" Id="R5f37f56af2d948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a7addc0d4453e" /><Relationship Type="http://schemas.openxmlformats.org/officeDocument/2006/relationships/notesSlide" Target="/ppt/notesSlides/notesSlide8.xml" Id="Rb7cd5e4d8cc04c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1e415baa9470a" /><Relationship Type="http://schemas.openxmlformats.org/officeDocument/2006/relationships/notesSlide" Target="/ppt/notesSlides/notesSlide9.xml" Id="R3c7704fde72c47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46c913239487b" /><Relationship Type="http://schemas.openxmlformats.org/officeDocument/2006/relationships/notesSlide" Target="/ppt/notesSlides/notesSlide10.xml" Id="R614035c39f6c4d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64b50e5d147ff" /><Relationship Type="http://schemas.openxmlformats.org/officeDocument/2006/relationships/notesSlide" Target="/ppt/notesSlides/notesSlide11.xml" Id="R3c6028b61bd54b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9f05b3e8645b2" /><Relationship Type="http://schemas.openxmlformats.org/officeDocument/2006/relationships/notesSlide" Target="/ppt/notesSlides/notesSlide12.xml" Id="Re7966586574643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031dafa9a414c" /><Relationship Type="http://schemas.openxmlformats.org/officeDocument/2006/relationships/notesSlide" Target="/ppt/notesSlides/notesSlide13.xml" Id="R69d2938d43a54b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9a6903b034a1e" /><Relationship Type="http://schemas.openxmlformats.org/officeDocument/2006/relationships/notesSlide" Target="/ppt/notesSlides/notesSlide14.xml" Id="Raf7b4a91f43541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ef601cb504363" /><Relationship Type="http://schemas.openxmlformats.org/officeDocument/2006/relationships/notesSlide" Target="/ppt/notesSlides/notesSlide15.xml" Id="R8bb50b6ad71944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c4108b9494f69" /><Relationship Type="http://schemas.openxmlformats.org/officeDocument/2006/relationships/notesSlide" Target="/ppt/notesSlides/notesSlide16.xml" Id="R90ad701b86684e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1ac4c7d6e4577" /><Relationship Type="http://schemas.openxmlformats.org/officeDocument/2006/relationships/notesSlide" Target="/ppt/notesSlides/notesSlide17.xml" Id="R157320a2a01a48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7AC09C5D-9AE3-43F8-917C-70F5159D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91F920C-E390-4467-A2EE-1F65E706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DFE3421-8FFA-4517-B030-F967D46D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6752AA-0910-4ED1-AAB3-AF0967B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DNA Structure: Pair, Twist, Critique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7242D88-C66F-49C2-8507-71259FCB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9517E764-F88F-4B26-8298-9E55F351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construct a complementary DNA section and describe the strengths and limitations of the model.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BEEF539C-F624-426C-9F46-6B442F79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B1EE893D-147F-4FC6-8BAB-074C848F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PAIR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FB65AE85-4A58-4AB0-9516-13CAFAB6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A-T and C-G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C6EACA16-9F3F-4424-AC0A-0A93F25B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FF1F7D94-3F0A-46B7-8509-1EC2CA82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TWIST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27E42A5E-A9C4-46CD-9C17-15248A69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double helix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A61E35B1-AB65-4D9A-99D8-988D605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A76D73AA-4EF3-4D4E-9B75-9A876D32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CRITIQUE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053076F3-5B0F-4B2B-A043-367B7DCB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useful but simplified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98C0B135-4BC2-4201-A7A2-44672D8F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8a6a43fb531a41ce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2F58D587-968E-434F-B474-45004D60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D14C5B2B-7681-4CD6-97D2-FE867E97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479113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5AFB3FE-483D-49EB-B24B-73F2E135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9775AC7-4298-4252-8E37-0AA7F27B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6D01C2D-7937-492F-AC3F-14734785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A9DBBE-6152-4056-BF35-936E3C7E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A95CB6B-EB82-4C36-AAEB-34C301AE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798D4E3-F7B7-42C8-B074-B3DA75B6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state that DNA has two strands coiled into a double helix.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44F24B8-3AE5-45B5-8069-9BECEAE6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apply A-T and C-G complementary base pairing.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9288285-F2E2-4BDE-BFB9-5AFB9C63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identify at least one model strength and limitation.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05E5714-56BC-45D7-88B1-A0D0D0E6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CEE4B50-8CAB-46C2-B4EE-54219981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665577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A1EF197-C4BC-4353-BC90-B9B4D583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C194B90-9547-418C-A5C9-B22ECEF2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452EFDB-DF01-4A80-9946-C22CA9E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D72D3B-0E64-4D45-8FC5-96EEE47C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702AF2D-4348-4D0F-9118-96C8445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5D38EF4-92AB-48A5-B8BE-7B327A19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Describe the chromosome-DNA-gene relationship.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2018836-AD18-45B6-88C7-D1D9A935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Define genome.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D43F252-19BE-41D3-8FB1-AD9CB4BC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one limit of the hierarchy model.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9EAB2B1-56F8-4925-8861-EA5E6121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predict the partner for base C.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7291EA9-D17B-495C-BF45-E729947B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157DEBC-3FC1-4E8D-8042-437FAED9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778243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20BE227-3882-45CC-A2FB-DADE3AD3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0B0114A-E902-405A-95A0-A9CFC9CD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29575F8-D78E-41FD-9AF1-9BEE04AF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8317FB-0D73-4313-9E2D-94CE1133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One DNA strand reads A-C-G-T. Which complementary strand fits the pairing rule?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678BC96-B081-4ED8-9E58-9720F2FA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B67D9BE-AD0C-4021-B6EE-C6344C96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A69DE25-41DB-4FF6-BB7B-7A0CC024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T-G-C-A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15075CC-8624-4A5D-9943-CAC45D41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A-C-G-T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E024E85-E32D-4977-AF0D-B4293335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A-A-A-A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F29079B-9CE8-4695-919B-22C129C9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7233B9E-DBC8-4770-8E3A-AD5CD478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2513196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3447DE4-16B1-4BBD-AA58-752F8B2B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5EE9DF9-C2FA-4C3B-850A-F9505FD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CCAF79B-ECC8-48D9-A7C6-DC7A9414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054138-F0A0-4F8E-9052-33C3DA70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1CF49E5-655F-4AE5-8A30-C3FFC934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08E8C18-847E-4B14-898F-6D5A4E47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pairs with 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B0EB885-8073-4231-8750-AAE08E56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 pairs with G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30567E7-6414-41F5-BBF4-6D72AA70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Two paired strands coil into a double helix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7DABFD0-8A5A-40AD-85F2-1211A774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F5935BF-E3B9-4920-BDEE-237D5230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1795166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A6E9A4EA-FA10-404E-8776-F4E3ADFE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063C39C-B315-4372-9B58-1ADBDD28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5074770-8866-4579-9801-DC29EB28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7BB1AA-5F40-4E50-94D8-0EC1D3C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27478D2-6861-4B31-A25F-C197B2F3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2d1f3b957444d"/>
          <a:stretch xmlns:a="http://schemas.openxmlformats.org/drawingml/2006/main"/>
        </p:blipFill>
        <p:spPr>
          <a:xfrm xmlns:a="http://schemas.openxmlformats.org/drawingml/2006/main">
            <a:off x="800100" y="3226655"/>
            <a:ext cx="3378200" cy="90951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F6250BCB-58EE-4A2A-8ADA-AB730B96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T pairs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e9a512e344507"/>
          <a:stretch xmlns:a="http://schemas.openxmlformats.org/drawingml/2006/main"/>
        </p:blipFill>
        <p:spPr>
          <a:xfrm xmlns:a="http://schemas.openxmlformats.org/drawingml/2006/main">
            <a:off x="4406900" y="3226655"/>
            <a:ext cx="3378200" cy="909515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38C7E8A8-D533-4ED4-9A81-E49AC512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 G pairs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6476951284d7a"/>
          <a:stretch xmlns:a="http://schemas.openxmlformats.org/drawingml/2006/main"/>
        </p:blipFill>
        <p:spPr>
          <a:xfrm xmlns:a="http://schemas.openxmlformats.org/drawingml/2006/main">
            <a:off x="8013700" y="3226655"/>
            <a:ext cx="3378200" cy="909515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6D65EE41-F2E1-478F-88AE-75BE260B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Ladder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9EF62D28-860A-46DA-B750-A7463E02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4F4895F0-A968-403C-8922-98F6A037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934648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745F315-328B-4FFE-9258-A5F39240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6A91C30-C557-47CA-BDDE-A9E928A9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CF7CF57-41C7-4B96-AD7E-432E11AE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1E7F5E-A0A7-4B50-A39E-DFEFBEC3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E466B56-FAF2-4F17-8856-E8859870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D0E6C1C-96E6-4B85-8A7C-4FBAC4E6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nucleotide — one DNA building unit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B3B1A7D-2436-40BB-89D9-53BF7D30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complementary — fits by a pairing rule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5A9FDF9-2D2A-47C8-B227-ED142E46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double helix — two-strand twist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3F2FE5E-52A0-4E6E-A837-43DF92C5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00F7E0D-50F3-4828-89DC-D3F9021A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4272384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38A44D08-DE31-41B6-9389-5891EB4D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D3E7E23-B006-49CA-B1E4-18905D8E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3EE5401-FEF0-41DF-8F20-289F2274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1D083F-33E0-4302-92CB-701E3588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596D50C-44D9-47B8-A091-D1F246A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CF9640C-9827-4B32-B086-65A4C6FF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DNA is a polymer of nucleotides. Each nucleotide contains a sugar, a phosphate group and one base; nucleotides join to form each sugar-phosphate backbone.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C835A6F-BED6-4252-BBAA-078407F7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Build the second strand using complementary base pairs: adenine (A) pairs with thymine (T), and cytosine (C) with guanine (G); weak hydrogen bonds join each pair between the strands.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D47A0AA-0EFF-492E-AB8D-A5953BE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Twist the paired ladder gently to represent the double helix while keeping the base order visible.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3218DF1-6DD6-43BE-A490-0B36E27A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BCDCC35-A161-48CF-B32E-73D36BDC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946735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746976E-7459-452C-9CE0-793B4AA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B385422-A778-4B64-9C18-6B9BA7F7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A31C886-7823-48B8-A1B2-CEA440FD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BB8112-4883-420B-829D-5657BDAD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short strand reads G-A-T-C. Which complementary sequence is correct?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37B6D86-2C54-476D-81D3-D74A04F2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1C3416E-7101-4F07-A1B5-4B051A46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C-T-A-G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916CFE6-5DF6-4485-97A3-B972D1C8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G-A-T-C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A412EDF-A0DB-40A2-99C6-17A6720C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A-C-T-G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FC23A08-D9AE-48E4-8C4D-A0D8C09A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E5F6D84-7C8C-4E0F-8C50-ADC55BD3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37EE470-F6C5-4DAE-98F1-50D33AA2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3155773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AFAF977-A032-459E-8C9E-E8230B38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0C4ED44-8D5D-4E59-A337-40EF80B4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93F292B-0D88-439B-A010-7BFF762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9981AA-574F-4290-B5CB-F1E68441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1F61A01-5907-4D2F-B913-4B977071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3132B0E-06E2-4F1D-8670-2A1F3D7C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Strength: the ladder shows two strands, base order and complementary pairing clearly.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8970BCD-3B7E-4E46-AEE8-C7C493E8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Limit: colours, distances and component sizes are invented; a classroom twist is not the molecule's true scale or movement.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66FCE84-FBE1-4E07-845F-D7EA2DF7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 gene is a particular sequence along DNA; do not add Higher-tier transcription or translation stages to this Foundation lesson.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DE02427-9B6A-4E07-A961-AA43D504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245ED2F-E5FF-41F6-B554-DDAD7AC9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4232568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4DE8EF2-89E5-44B7-932E-027B7EAD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3EA92E2-A409-48F3-BF72-CB99C1FB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784C766-3763-4C75-BFC5-34FF4CD2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DAE72F-03F1-4A62-B1B8-0997A005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1DA4788-8280-4D60-935B-F582D884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93C4953-5A19-467D-B345-89D7A7F5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Complementary DNA strands have exactly the same base sequence.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464DA1C-A2AA-4603-A432-4F6EEF91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complementary means identical.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88988C8-41BB-42FB-95EB-23ECAF2F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each base fixes its partner, A-T and C-G.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71B2CDD-C054-4934-BABD-0C896BD7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every base can pair with any other base.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E2947D7-88CB-4707-8CE6-57130EC5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D272A85-6062-47EF-88E3-24F32D5A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9366293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A99ECA1E-B9C3-42F4-BB4E-8E898C0F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3F5EB8E-1A5E-4A3B-8182-740322BC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7497372-36C9-4334-A16C-9181AF19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F23670-3EEF-4D36-B2C1-20C94205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Complementary base-pair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2FD556A-6C93-4156-9C71-3A142ED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5630C3A-2F92-48E1-88F8-10020E1F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Match each base to its complementary partner, freeze the sequence, then critique one feature of the model.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B30C5A6-45F2-4DAE-98AA-59197BED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3BC701C-06BE-44F8-A51A-7F3B911E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PAIR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72B0305-5D93-4BCF-84E6-02A1F545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D0170CCB-AADA-4228-ABDA-841003E6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TWIST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96514490-0BA8-441F-B17F-99AF4623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CRITIQUE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0A904C57-4FB8-4900-B9D1-65A008F6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5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D41141E1-5C3F-4818-952B-5677AA78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1136470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7B7D1846-68A6-4545-8C4B-72676B22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FA8D79C-0008-4BB6-8031-83009A29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1197AA5-D026-4925-8E56-6FAF6CAE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7B905E-4706-433E-8502-4BE0F046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Complementary base-pair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4FECAA5-D00E-4274-BB83-E65D63D8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05AC179-02AD-4A3B-A26B-D6EAC9EE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A578B662-D626-4FBC-B5D3-2B2FC0B3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5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6DDD002-FE7F-4D75-8ECD-D08072A2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21281066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A7498D8-ACB0-423B-B9C9-5BA75CAE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1A42AA1-6035-4CB8-ABD3-989F4C4A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509BD2F-5C6D-4768-89EF-67883AE4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013CD1-14B1-43B7-B13E-222C8E15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7A21509-B0DB-4F3B-B6F6-FC4EA71F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62DBA92-78CA-456B-A262-6CF8DF34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 ↔ T PAIR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90378E0-741A-4825-A739-C6A9AC62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 ↔ G PAIR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09D85E7-D965-4986-B135-E3A74A2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MODEL LIMIT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2A9BA96-7395-40CE-8B3F-03F1F2BD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Read the two sequences, then name what the model helps us see and what it cannot show.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CD00D20-A84D-4020-A085-3D84C6E9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D660F400-3DB2-42C6-9308-08C76B51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4532350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9FD9E181-41F0-4F8B-B0D5-B428C247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AF0DC10-9503-4D29-BB22-F2497EAB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8561EF9-757B-4671-9912-F3D62856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578529-182C-4ABE-B025-C961C1B5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735470B-6D86-43DF-B08A-820E8970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DC3CD0C-5960-4294-93C8-613631B1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Construct a complementary DNA section, annotate its structure and evaluate the model.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938CD92-CBC5-489E-8769-2A5D5F16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correct complementary sequence, labelled two-strand/double-helix description and one valid model limitation.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3B41CE3-826F-4AF0-9EB0-E4B5486F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12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E0DF2E5-C62D-4306-AF94-07A049BD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8135639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08D1F98-78F5-45E3-8609-32E66F3A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A11C1ED-9C29-46BA-8331-A53B888A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1EBD91D-04D5-4B6E-9237-8FF05606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E32DAB-7C7D-4C81-AA42-AAF2C7D2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E13D097-1026-4487-BE2F-AC80365F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3D259F2-8871-419F-9CAB-BB4CFBC6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Complete a six-base sequence with A-T and C-G cards, then point to the two strands.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FC1E2D6-B805-4047-B175-418559B9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Complete a ten-base complementary sequence and describe nucleotide, two strands and double helix.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733BB54-BB0F-45DE-88FA-2F281D93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Construct and check the sequence, then evaluate two useful features and two limitations of the model.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BFD2F73-6FB8-4422-BC0D-FFC95EB5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12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6F0ECCD-C097-44C5-BF52-07C56D80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2037023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FA65D130-1614-4305-8311-35318A45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6A3EFED-02F9-4032-9606-9C4BCBE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278F454-205A-4D8A-9E6D-102DB8D8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BC1D6A-EB68-43C0-9D13-96224A7A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7FEF1D1-852E-4A8D-BAA4-7E032253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0087D3A-6493-4A7C-91BA-92575897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Write the complement of A-G-C-T.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44F1C18-3E64-4E41-8872-2B907B31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BB2C6D41-194E-4A6A-894C-3A231CFB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5FFFCF83-09F6-483F-B18C-DD9D6673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219459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2026-09-08T08:54:20.6290000Z</dcterms:created>
  <dcterms:modified xsi:type="dcterms:W3CDTF">2026-09-08T08:54:20.6290000Z</dcterms:modified>
</coreProperties>
</file>