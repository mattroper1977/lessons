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e2ef74276f48a2" /><Relationship Type="http://schemas.openxmlformats.org/officeDocument/2006/relationships/extended-properties" Target="/docProps/app.xml" Id="R0246bb8d84724c5f" /><Relationship Type="http://schemas.openxmlformats.org/officeDocument/2006/relationships/officeDocument" Target="/ppt/presentation.xml" Id="Rfc900661e13e43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4ab4611603493d"/>
  </p:sldMasterIdLst>
  <p:notesMasterIdLst>
    <p:notesMasterId xmlns:r="http://schemas.openxmlformats.org/officeDocument/2006/relationships" r:id="R10abfcf3e95b4f54"/>
  </p:notesMasterIdLst>
  <p:sldIdLst>
    <p:sldId xmlns:r="http://schemas.openxmlformats.org/officeDocument/2006/relationships" id="256" r:id="Re8018a833c2a466c"/>
    <p:sldId xmlns:r="http://schemas.openxmlformats.org/officeDocument/2006/relationships" id="257" r:id="Rc437bddda0a54e70"/>
    <p:sldId xmlns:r="http://schemas.openxmlformats.org/officeDocument/2006/relationships" id="258" r:id="R030f0b9bc5e8402a"/>
    <p:sldId xmlns:r="http://schemas.openxmlformats.org/officeDocument/2006/relationships" id="259" r:id="R2c6ccd151d2e46b8"/>
    <p:sldId xmlns:r="http://schemas.openxmlformats.org/officeDocument/2006/relationships" id="260" r:id="Rf56af5d0317d46f4"/>
    <p:sldId xmlns:r="http://schemas.openxmlformats.org/officeDocument/2006/relationships" id="261" r:id="R0bf40da10e7f4f87"/>
    <p:sldId xmlns:r="http://schemas.openxmlformats.org/officeDocument/2006/relationships" id="262" r:id="Rd598ac13b8424ae5"/>
    <p:sldId xmlns:r="http://schemas.openxmlformats.org/officeDocument/2006/relationships" id="263" r:id="R08d99947b1734b0b"/>
    <p:sldId xmlns:r="http://schemas.openxmlformats.org/officeDocument/2006/relationships" id="264" r:id="R54e2f148ff0a4921"/>
    <p:sldId xmlns:r="http://schemas.openxmlformats.org/officeDocument/2006/relationships" id="265" r:id="Rb61b85e28ab04d69"/>
    <p:sldId xmlns:r="http://schemas.openxmlformats.org/officeDocument/2006/relationships" id="266" r:id="Rf4a218c2529e4882"/>
    <p:sldId xmlns:r="http://schemas.openxmlformats.org/officeDocument/2006/relationships" id="267" r:id="Rc07adeb8c0574ed2"/>
    <p:sldId xmlns:r="http://schemas.openxmlformats.org/officeDocument/2006/relationships" id="268" r:id="Rf64ffa51a79d4c44"/>
    <p:sldId xmlns:r="http://schemas.openxmlformats.org/officeDocument/2006/relationships" id="269" r:id="R5f33b7f1e14440e1"/>
    <p:sldId xmlns:r="http://schemas.openxmlformats.org/officeDocument/2006/relationships" id="270" r:id="R4033002042fa4b0e"/>
    <p:sldId xmlns:r="http://schemas.openxmlformats.org/officeDocument/2006/relationships" id="271" r:id="R9e5a4509045646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c363700a034c18" /><Relationship Type="http://schemas.openxmlformats.org/officeDocument/2006/relationships/slideMaster" Target="/ppt/slideMasters/slideMaster1.xml" Id="Rb14ab4611603493d" /><Relationship Type="http://schemas.openxmlformats.org/officeDocument/2006/relationships/notesMaster" Target="/ppt/notesMasters/notesMaster1.xml" Id="R10abfcf3e95b4f54" /><Relationship Type="http://schemas.openxmlformats.org/officeDocument/2006/relationships/presProps" Target="/ppt/presProps.xml" Id="Rd90076101c6e47cb" /><Relationship Type="http://schemas.openxmlformats.org/officeDocument/2006/relationships/tableStyles" Target="/ppt/tableStyles.xml" Id="Rd5c3c7ada8034d59" /><Relationship Type="http://schemas.openxmlformats.org/officeDocument/2006/relationships/slide" Target="/ppt/slides/slide1.xml" Id="Re8018a833c2a466c" /><Relationship Type="http://schemas.openxmlformats.org/officeDocument/2006/relationships/slide" Target="/ppt/slides/slide2.xml" Id="Rc437bddda0a54e70" /><Relationship Type="http://schemas.openxmlformats.org/officeDocument/2006/relationships/slide" Target="/ppt/slides/slide3.xml" Id="R030f0b9bc5e8402a" /><Relationship Type="http://schemas.openxmlformats.org/officeDocument/2006/relationships/slide" Target="/ppt/slides/slide4.xml" Id="R2c6ccd151d2e46b8" /><Relationship Type="http://schemas.openxmlformats.org/officeDocument/2006/relationships/slide" Target="/ppt/slides/slide5.xml" Id="Rf56af5d0317d46f4" /><Relationship Type="http://schemas.openxmlformats.org/officeDocument/2006/relationships/slide" Target="/ppt/slides/slide6.xml" Id="R0bf40da10e7f4f87" /><Relationship Type="http://schemas.openxmlformats.org/officeDocument/2006/relationships/slide" Target="/ppt/slides/slide7.xml" Id="Rd598ac13b8424ae5" /><Relationship Type="http://schemas.openxmlformats.org/officeDocument/2006/relationships/slide" Target="/ppt/slides/slide8.xml" Id="R08d99947b1734b0b" /><Relationship Type="http://schemas.openxmlformats.org/officeDocument/2006/relationships/slide" Target="/ppt/slides/slide9.xml" Id="R54e2f148ff0a4921" /><Relationship Type="http://schemas.openxmlformats.org/officeDocument/2006/relationships/slide" Target="/ppt/slides/slide10.xml" Id="Rb61b85e28ab04d69" /><Relationship Type="http://schemas.openxmlformats.org/officeDocument/2006/relationships/slide" Target="/ppt/slides/slide11.xml" Id="Rf4a218c2529e4882" /><Relationship Type="http://schemas.openxmlformats.org/officeDocument/2006/relationships/slide" Target="/ppt/slides/slide12.xml" Id="Rc07adeb8c0574ed2" /><Relationship Type="http://schemas.openxmlformats.org/officeDocument/2006/relationships/slide" Target="/ppt/slides/slide13.xml" Id="Rf64ffa51a79d4c44" /><Relationship Type="http://schemas.openxmlformats.org/officeDocument/2006/relationships/slide" Target="/ppt/slides/slide14.xml" Id="R5f33b7f1e14440e1" /><Relationship Type="http://schemas.openxmlformats.org/officeDocument/2006/relationships/slide" Target="/ppt/slides/slide15.xml" Id="R4033002042fa4b0e" /><Relationship Type="http://schemas.openxmlformats.org/officeDocument/2006/relationships/slide" Target="/ppt/slides/slide16.xml" Id="R9e5a4509045646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3719baf07145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cd47a4d7942fa" /><Relationship Type="http://schemas.openxmlformats.org/officeDocument/2006/relationships/notesMaster" Target="/ppt/notesMasters/notesMaster1.xml" Id="R281e13a34ec14a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89881f95814e92" /><Relationship Type="http://schemas.openxmlformats.org/officeDocument/2006/relationships/notesMaster" Target="/ppt/notesMasters/notesMaster1.xml" Id="R00859c46524c4e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d7ed4c0fe84978" /><Relationship Type="http://schemas.openxmlformats.org/officeDocument/2006/relationships/notesMaster" Target="/ppt/notesMasters/notesMaster1.xml" Id="Rffd86ec0c6a544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0d04d5f15c41bb" /><Relationship Type="http://schemas.openxmlformats.org/officeDocument/2006/relationships/notesMaster" Target="/ppt/notesMasters/notesMaster1.xml" Id="R230ab9a7f96244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c5b64c073a42bd" /><Relationship Type="http://schemas.openxmlformats.org/officeDocument/2006/relationships/notesMaster" Target="/ppt/notesMasters/notesMaster1.xml" Id="R4221c6ef1c6246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d5494047ee4b0a" /><Relationship Type="http://schemas.openxmlformats.org/officeDocument/2006/relationships/notesMaster" Target="/ppt/notesMasters/notesMaster1.xml" Id="R42676d7f34d545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87f9f025954665" /><Relationship Type="http://schemas.openxmlformats.org/officeDocument/2006/relationships/notesMaster" Target="/ppt/notesMasters/notesMaster1.xml" Id="Rad5fcd19c7f446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d652135f5c4137" /><Relationship Type="http://schemas.openxmlformats.org/officeDocument/2006/relationships/notesMaster" Target="/ppt/notesMasters/notesMaster1.xml" Id="R373ba31f0ba044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1f1865c71b4a1e" /><Relationship Type="http://schemas.openxmlformats.org/officeDocument/2006/relationships/notesMaster" Target="/ppt/notesMasters/notesMaster1.xml" Id="R3b56f432ee3a40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3e5712bacd445f" /><Relationship Type="http://schemas.openxmlformats.org/officeDocument/2006/relationships/notesMaster" Target="/ppt/notesMasters/notesMaster1.xml" Id="R6ff9dd0d01c345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687182a14a4948" /><Relationship Type="http://schemas.openxmlformats.org/officeDocument/2006/relationships/notesMaster" Target="/ppt/notesMasters/notesMaster1.xml" Id="Re4b995c59ddb46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6277b3f2aa4b40" /><Relationship Type="http://schemas.openxmlformats.org/officeDocument/2006/relationships/notesMaster" Target="/ppt/notesMasters/notesMaster1.xml" Id="R0a7216a23fda41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9c76d5bc964d6f" /><Relationship Type="http://schemas.openxmlformats.org/officeDocument/2006/relationships/notesMaster" Target="/ppt/notesMasters/notesMaster1.xml" Id="Rd41c01c5b55f43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5208478bf14044" /><Relationship Type="http://schemas.openxmlformats.org/officeDocument/2006/relationships/notesMaster" Target="/ppt/notesMasters/notesMaster1.xml" Id="R42c1bb1894c649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e09af9da204d52" /><Relationship Type="http://schemas.openxmlformats.org/officeDocument/2006/relationships/notesMaster" Target="/ppt/notesMasters/notesMaster1.xml" Id="Rf1ef86b6a9c949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e08b67540c4c57" /><Relationship Type="http://schemas.openxmlformats.org/officeDocument/2006/relationships/notesMaster" Target="/ppt/notesMasters/notesMaster1.xml" Id="Rc6e2cd6c24684a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12A · Explore</a:t>
            </a:r>
          </a:p>
          <a:p xmlns:a="http://schemas.openxmlformats.org/drawingml/2006/main">
            <a:r>
              <a:t>Learning objective: I can connect a scientific question to the right idea and use evidence to explain my answer.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identify whether a question is about forces, space or climate.</a:t>
            </a:r>
          </a:p>
          <a:p xmlns:a="http://schemas.openxmlformats.org/drawingml/2006/main">
            <a:r>
              <a:t>I can select evidence that is relevant to the question.</a:t>
            </a:r>
          </a:p>
          <a:p xmlns:a="http://schemas.openxmlformats.org/drawingml/2006/main">
            <a:r>
              <a:t>I can link an answer to evidence using a scientific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12A · Explore</a:t>
            </a:r>
          </a:p>
          <a:p xmlns:a="http://schemas.openxmlformats.org/drawingml/2006/main">
            <a:r>
              <a:t>Learning objective: I can connect a scientific question to the right idea and use evidence to explain my answer.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identify whether a question is about forces, space or climate.</a:t>
            </a:r>
          </a:p>
          <a:p xmlns:a="http://schemas.openxmlformats.org/drawingml/2006/main">
            <a:r>
              <a:t>I can select evidence that is relevant to the question.</a:t>
            </a:r>
          </a:p>
          <a:p xmlns:a="http://schemas.openxmlformats.org/drawingml/2006/main">
            <a:r>
              <a:t>I can link an answer to evidence using a scientific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W11: retrieve your First question card; if unavailable, use: How could we check whether an unused-light routine reduced wasted-light minutes?</a:t>
            </a:r>
          </a:p>
          <a:p xmlns:a="http://schemas.openxmlformats.org/drawingml/2006/main">
            <a:r>
              <a:t>W10: useful information answers the exact question.</a:t>
            </a:r>
          </a:p>
          <a:p xmlns:a="http://schemas.openxmlformats.org/drawingml/2006/main">
            <a:r>
              <a:t>W9: several observations can support a model.</a:t>
            </a:r>
          </a:p>
          <a:p xmlns:a="http://schemas.openxmlformats.org/drawingml/2006/main">
            <a:r>
              <a:t>W5: repeated results reveal a more dependable pattern.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what friction does to movement.</a:t>
            </a:r>
          </a:p>
          <a:p xmlns:a="http://schemas.openxmlformats.org/drawingml/2006/main">
            <a:r>
              <a:t>Explain one cause of day and night.</a:t>
            </a:r>
          </a:p>
          <a:p xmlns:a="http://schemas.openxmlformats.org/drawingml/2006/main">
            <a:r>
              <a:t>Name the mechanism linking extra greenhouse gas to warming.</a:t>
            </a:r>
          </a:p>
          <a:p xmlns:a="http://schemas.openxmlformats.org/drawingml/2006/main">
            <a:r>
              <a:t>Explain why repeated results are stronger than one result.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QUESTION · what must I answer?</a:t>
            </a:r>
          </a:p>
          <a:p xmlns:a="http://schemas.openxmlformats.org/drawingml/2006/main">
            <a:r>
              <a:t>Read the question twice. Which science idea is it really about?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EVIDENCE · which result matters?</a:t>
            </a:r>
          </a:p>
          <a:p xmlns:a="http://schemas.openxmlformats.org/drawingml/2006/main">
            <a:r>
              <a:t>Smooth 46, 44, 45 cm. Fabric 18, 20, 19 cm. Every fabric result is lower.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REASON · which idea explains it?</a:t>
            </a:r>
          </a:p>
          <a:p xmlns:a="http://schemas.openxmlformats.org/drawingml/2006/main">
            <a:r>
              <a:t>Connect the result to the idea with because 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Friction between surfaces</a:t>
            </a:r>
          </a:p>
          <a:p xmlns:a="http://schemas.openxmlformats.org/drawingml/2006/main">
            <a:r>
              <a:t>Earth's rotation</a:t>
            </a:r>
          </a:p>
          <a:p xmlns:a="http://schemas.openxmlformats.org/drawingml/2006/main">
            <a:r>
              <a:t>The enhanced greenhouse effect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QUESTION · what must I answer?</a:t>
            </a:r>
          </a:p>
          <a:p xmlns:a="http://schemas.openxmlformats.org/drawingml/2006/main">
            <a:r>
              <a:t>Read the question twice. Which science idea is it really about?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EVIDENCE · which result matters?</a:t>
            </a:r>
          </a:p>
          <a:p xmlns:a="http://schemas.openxmlformats.org/drawingml/2006/main">
            <a:r>
              <a:t>Smooth 46, 44, 45 cm. Fabric 18, 20, 19 cm. Every fabric result is lower.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REASON · which idea explains it?</a:t>
            </a:r>
          </a:p>
          <a:p xmlns:a="http://schemas.openxmlformats.org/drawingml/2006/main">
            <a:r>
              <a:t>Connect the result to the idea with because 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Friction between surfaces</a:t>
            </a:r>
          </a:p>
          <a:p xmlns:a="http://schemas.openxmlformats.org/drawingml/2006/main">
            <a:r>
              <a:t>Earth's rotation</a:t>
            </a:r>
          </a:p>
          <a:p xmlns:a="http://schemas.openxmlformats.org/drawingml/2006/main">
            <a:r>
              <a:t>The enhanced greenhouse effect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QUESTION · what must I answer?</a:t>
            </a:r>
          </a:p>
          <a:p xmlns:a="http://schemas.openxmlformats.org/drawingml/2006/main">
            <a:r>
              <a:t>Read the question twice. Which science idea is it really about?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EVIDENCE · which result matters?</a:t>
            </a:r>
          </a:p>
          <a:p xmlns:a="http://schemas.openxmlformats.org/drawingml/2006/main">
            <a:r>
              <a:t>Smooth 46, 44, 45 cm. Fabric 18, 20, 19 cm. Every fabric result is lower.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REASON · which idea explains it?</a:t>
            </a:r>
          </a:p>
          <a:p xmlns:a="http://schemas.openxmlformats.org/drawingml/2006/main">
            <a:r>
              <a:t>Connect the result to the idea with because 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Friction between surfaces</a:t>
            </a:r>
          </a:p>
          <a:p xmlns:a="http://schemas.openxmlformats.org/drawingml/2006/main">
            <a:r>
              <a:t>Earth's rotation</a:t>
            </a:r>
          </a:p>
          <a:p xmlns:a="http://schemas.openxmlformats.org/drawingml/2006/main">
            <a:r>
              <a:t>The enhanced greenhouse effect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what we observed an observation or result used to support an answer</a:t>
            </a:r>
          </a:p>
          <a:p xmlns:a="http://schemas.openxmlformats.org/drawingml/2006/main">
            <a:r>
              <a:t>CONNECTION how ideas link a meaningful link between a question, evidence and idea</a:t>
            </a:r>
          </a:p>
          <a:p xmlns:a="http://schemas.openxmlformats.org/drawingml/2006/main">
            <a:r>
              <a:t>CAUSE what makes a change happen an event or process that produces an effect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common answer route reduces memory load while keeping the scientific idea specific to each topic.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One short answer cannot show every force, space or climate detail; select only what directly answers the question.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Worked practice question: Why did the rover travel less far on fabric? Name the topic first: forces and friction. These practice data are not next week's investigation.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Worked evidence: smooth 46, 44, 45 cm; fabric 18, 20, 19 cm. Every fabric result is lower.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Reason: fabric creates more friction on the rover, opposing motion, so it travels a shorter distance.</a:t>
            </a:r>
          </a:p>
          <a:p xmlns:a="http://schemas.openxmlformats.org/drawingml/2006/main">
            <a:r>
              <a:t>Question → idea matcher</a:t>
            </a:r>
          </a:p>
          <a:p xmlns:a="http://schemas.openxmlformats.org/drawingml/2006/main">
            <a:r>
              <a:t>Press a question, then the science idea that should control the answer.</a:t>
            </a:r>
          </a:p>
          <a:p xmlns:a="http://schemas.openxmlformats.org/drawingml/2006/main">
            <a:r>
              <a:t>Why does the rover travel less far on fabric?</a:t>
            </a:r>
          </a:p>
          <a:p xmlns:a="http://schemas.openxmlformats.org/drawingml/2006/main">
            <a:r>
              <a:t>Why has the global average temperature risen?</a:t>
            </a:r>
          </a:p>
          <a:p xmlns:a="http://schemas.openxmlformats.org/drawingml/2006/main">
            <a:r>
              <a:t>Why does the Sun appear to move across the sky?</a:t>
            </a:r>
          </a:p>
          <a:p xmlns:a="http://schemas.openxmlformats.org/drawingml/2006/main">
            <a:r>
              <a:t>Why does a dropped ball fall towards Earth?</a:t>
            </a:r>
          </a:p>
          <a:p xmlns:a="http://schemas.openxmlformats.org/drawingml/2006/main">
            <a:r>
              <a:t>friction opposes motion</a:t>
            </a:r>
          </a:p>
          <a:p xmlns:a="http://schemas.openxmlformats.org/drawingml/2006/main">
            <a:r>
              <a:t>extra gases absorb and re-emit infrared</a:t>
            </a:r>
          </a:p>
          <a:p xmlns:a="http://schemas.openxmlformats.org/drawingml/2006/main">
            <a:r>
              <a:t>Earth rotates on its axis</a:t>
            </a:r>
          </a:p>
          <a:p xmlns:a="http://schemas.openxmlformats.org/drawingml/2006/main">
            <a:r>
              <a:t>gravity pulls towards Earth</a:t>
            </a:r>
          </a:p>
          <a:p xmlns:a="http://schemas.openxmlformats.org/drawingml/2006/main">
            <a:r>
              <a:t>Press a question.</a:t>
            </a:r>
          </a:p>
          <a:p xmlns:a="http://schemas.openxmlformats.org/drawingml/2006/main">
            <a:r>
              <a:t>Which rover results count?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what we observed an observation or result used to support an answer</a:t>
            </a:r>
          </a:p>
          <a:p xmlns:a="http://schemas.openxmlformats.org/drawingml/2006/main">
            <a:r>
              <a:t>CONNECTION how ideas link a meaningful link between a question, evidence and idea</a:t>
            </a:r>
          </a:p>
          <a:p xmlns:a="http://schemas.openxmlformats.org/drawingml/2006/main">
            <a:r>
              <a:t>CAUSE what makes a change happen an event or process that produces an effect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common answer route reduces memory load while keeping the scientific idea specific to each topic.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One short answer cannot show every force, space or climate detail; select only what directly answers the question.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Worked practice question: Why did the rover travel less far on fabric? Name the topic first: forces and friction. These practice data are not next week's investigation.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Worked evidence: smooth 46, 44, 45 cm; fabric 18, 20, 19 cm. Every fabric result is lower.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Reason: fabric creates more friction on the rover, opposing motion, so it travels a shorter distance.</a:t>
            </a:r>
          </a:p>
          <a:p xmlns:a="http://schemas.openxmlformats.org/drawingml/2006/main">
            <a:r>
              <a:t>Question → idea matcher</a:t>
            </a:r>
          </a:p>
          <a:p xmlns:a="http://schemas.openxmlformats.org/drawingml/2006/main">
            <a:r>
              <a:t>Press a question, then the science idea that should control the answer.</a:t>
            </a:r>
          </a:p>
          <a:p xmlns:a="http://schemas.openxmlformats.org/drawingml/2006/main">
            <a:r>
              <a:t>Why does the rover travel less far on fabric?</a:t>
            </a:r>
          </a:p>
          <a:p xmlns:a="http://schemas.openxmlformats.org/drawingml/2006/main">
            <a:r>
              <a:t>Why has the global average temperature risen?</a:t>
            </a:r>
          </a:p>
          <a:p xmlns:a="http://schemas.openxmlformats.org/drawingml/2006/main">
            <a:r>
              <a:t>Why does the Sun appear to move across the sky?</a:t>
            </a:r>
          </a:p>
          <a:p xmlns:a="http://schemas.openxmlformats.org/drawingml/2006/main">
            <a:r>
              <a:t>Why does a dropped ball fall towards Earth?</a:t>
            </a:r>
          </a:p>
          <a:p xmlns:a="http://schemas.openxmlformats.org/drawingml/2006/main">
            <a:r>
              <a:t>friction opposes motion</a:t>
            </a:r>
          </a:p>
          <a:p xmlns:a="http://schemas.openxmlformats.org/drawingml/2006/main">
            <a:r>
              <a:t>extra gases absorb and re-emit infrared</a:t>
            </a:r>
          </a:p>
          <a:p xmlns:a="http://schemas.openxmlformats.org/drawingml/2006/main">
            <a:r>
              <a:t>Earth rotates on its axis</a:t>
            </a:r>
          </a:p>
          <a:p xmlns:a="http://schemas.openxmlformats.org/drawingml/2006/main">
            <a:r>
              <a:t>gravity pulls towards Earth</a:t>
            </a:r>
          </a:p>
          <a:p xmlns:a="http://schemas.openxmlformats.org/drawingml/2006/main">
            <a:r>
              <a:t>Press a question.</a:t>
            </a:r>
          </a:p>
          <a:p xmlns:a="http://schemas.openxmlformats.org/drawingml/2006/main">
            <a:r>
              <a:t>Which rover results count?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The rover travelled less on fabric: 18–20 cm compared with 44–46 cm, because greater friction opposed its motion.</a:t>
            </a:r>
          </a:p>
          <a:p xmlns:a="http://schemas.openxmlformats.org/drawingml/2006/main">
            <a:r>
              <a:t>Earth rotates once in about 24 hours.</a:t>
            </a:r>
          </a:p>
          <a:p xmlns:a="http://schemas.openxmlformats.org/drawingml/2006/main">
            <a:r>
              <a:t>The fabric result looks best to 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Space answer: day and night happen because Earth rotates, moving a place into and out of sunlight.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Climate answer: extra greenhouse gases absorb and re-emit more infrared energy, so the global average rises.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For every topic, keep the same control route: question, relevant evidence, scientific reason, honest limit.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common answer route reduces memory load while keeping the scientific idea specific to each topic.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Space answer: day and night happen because Earth rotates, moving a place into and out of sunlight.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Climate answer: extra greenhouse gases absorb and re-emit more infrared energy, so the global average rises.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For every topic, keep the same control route: question, relevant evidence, scientific reason, honest limit.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common answer route reduces memory load while keeping the scientific idea specific to each topic.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evidence card under Forces, Space or Climate. Say the scientific link, not just the topic name.</a:t>
            </a:r>
          </a:p>
          <a:p xmlns:a="http://schemas.openxmlformats.org/drawingml/2006/main">
            <a:r>
              <a:t>Read the question Choose the topic Select relevant evidence State the reason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46, 44, 45 versus 18, 20, 19 cm Repeated rover distances on smooth and fabric surfaces.</a:t>
            </a:r>
          </a:p>
          <a:p xmlns:a="http://schemas.openxmlformats.org/drawingml/2006/main">
            <a:r>
              <a:t>Same load: effort farther from the pivot needs less force An observation made with the same load and setup while the effort point moved farther from the pivot.</a:t>
            </a:r>
          </a:p>
          <a:p xmlns:a="http://schemas.openxmlformats.org/drawingml/2006/main">
            <a:r>
              <a:t>The observer turns into and out of light A day-and-night model observation while the Sun stays fixed.</a:t>
            </a:r>
          </a:p>
          <a:p xmlns:a="http://schemas.openxmlformats.org/drawingml/2006/main">
            <a:r>
              <a:t>A sphere stays round from several views A comparison between a sphere and a flat disc.</a:t>
            </a:r>
          </a:p>
          <a:p xmlns:a="http://schemas.openxmlformats.org/drawingml/2006/main">
            <a:r>
              <a:t>More outgoing infrared is re-emitted An energy-route observation when greenhouse-gas level increases.</a:t>
            </a:r>
          </a:p>
          <a:p xmlns:a="http://schemas.openxmlformats.org/drawingml/2006/main">
            <a:r>
              <a:t>300 minutes before; 90 minutes after A fictional local measure following an approved lighting action.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FORCES</a:t>
            </a:r>
          </a:p>
          <a:p xmlns:a="http://schemas.openxmlformats.org/drawingml/2006/main">
            <a:r>
              <a:t>SPACE</a:t>
            </a:r>
          </a:p>
          <a:p xmlns:a="http://schemas.openxmlformats.org/drawingml/2006/main">
            <a:r>
              <a:t>CLIMATE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Every scientific question can use the same fact as evidence.</a:t>
            </a:r>
          </a:p>
          <a:p xmlns:a="http://schemas.openxmlformats.org/drawingml/2006/main">
            <a:r>
              <a:t>Keep it: any true fact answers any question.</a:t>
            </a:r>
          </a:p>
          <a:p xmlns:a="http://schemas.openxmlformats.org/drawingml/2006/main">
            <a:r>
              <a:t>Repair it: evidence must be relevant to the exact question.</a:t>
            </a:r>
          </a:p>
          <a:p xmlns:a="http://schemas.openxmlformats.org/drawingml/2006/main">
            <a:r>
              <a:t>Change it: the longest fact is always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evidence card under Forces, Space or Climate. Say the scientific link, not just the topic name.</a:t>
            </a:r>
          </a:p>
          <a:p xmlns:a="http://schemas.openxmlformats.org/drawingml/2006/main">
            <a:r>
              <a:t>Read the question Choose the topic Select relevant evidence State the reason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46, 44, 45 versus 18, 20, 19 cm Repeated rover distances on smooth and fabric surfaces.</a:t>
            </a:r>
          </a:p>
          <a:p xmlns:a="http://schemas.openxmlformats.org/drawingml/2006/main">
            <a:r>
              <a:t>Same load: effort farther from the pivot needs less force An observation made with the same load and setup while the effort point moved farther from the pivot.</a:t>
            </a:r>
          </a:p>
          <a:p xmlns:a="http://schemas.openxmlformats.org/drawingml/2006/main">
            <a:r>
              <a:t>The observer turns into and out of light A day-and-night model observation while the Sun stays fixed.</a:t>
            </a:r>
          </a:p>
          <a:p xmlns:a="http://schemas.openxmlformats.org/drawingml/2006/main">
            <a:r>
              <a:t>A sphere stays round from several views A comparison between a sphere and a flat disc.</a:t>
            </a:r>
          </a:p>
          <a:p xmlns:a="http://schemas.openxmlformats.org/drawingml/2006/main">
            <a:r>
              <a:t>More outgoing infrared is re-emitted An energy-route observation when greenhouse-gas level increases.</a:t>
            </a:r>
          </a:p>
          <a:p xmlns:a="http://schemas.openxmlformats.org/drawingml/2006/main">
            <a:r>
              <a:t>300 minutes before; 90 minutes after A fictional local measure following an approved lighting action.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FORCES</a:t>
            </a:r>
          </a:p>
          <a:p xmlns:a="http://schemas.openxmlformats.org/drawingml/2006/main">
            <a:r>
              <a:t>SPACE</a:t>
            </a:r>
          </a:p>
          <a:p xmlns:a="http://schemas.openxmlformats.org/drawingml/2006/main">
            <a:r>
              <a:t>CLIMATE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Every scientific question can use the same fact as evidence.</a:t>
            </a:r>
          </a:p>
          <a:p xmlns:a="http://schemas.openxmlformats.org/drawingml/2006/main">
            <a:r>
              <a:t>Keep it: any true fact answers any question.</a:t>
            </a:r>
          </a:p>
          <a:p xmlns:a="http://schemas.openxmlformats.org/drawingml/2006/main">
            <a:r>
              <a:t>Repair it: evidence must be relevant to the exact question.</a:t>
            </a:r>
          </a:p>
          <a:p xmlns:a="http://schemas.openxmlformats.org/drawingml/2006/main">
            <a:r>
              <a:t>Change it: the longest fact is always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Topic cards; evidence cards; three-column response sheet; pencil; optional local card sort.</a:t>
            </a:r>
          </a:p>
          <a:p xmlns:a="http://schemas.openxmlformats.org/drawingml/2006/main">
            <a:r>
              <a:t>Same outcome: I can connect a scientific question to the right idea and use evidence to explain my answer.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Choose one embedded Forces, Space or Climate question, select its local evidence card and give the answer by speaking, pointing, typing in a pupil document or exact adult scribing.</a:t>
            </a:r>
          </a:p>
          <a:p xmlns:a="http://schemas.openxmlformats.org/drawingml/2006/main">
            <a:r>
              <a:t>Same evidence: At least one complete answer with relevant evidence, scientific reasoning and one honest limit.</a:t>
            </a:r>
          </a:p>
          <a:p xmlns:a="http://schemas.openxmlformats.org/drawingml/2006/main">
            <a:r>
              <a:t>Equipment / setup Topic cards; evidence cards; three-column response sheet; pencil; optional local card sort.</a:t>
            </a:r>
          </a:p>
          <a:p xmlns:a="http://schemas.openxmlformats.org/drawingml/2006/main">
            <a:r>
              <a:t>Safety / sensory This consolidation uses cards and data only. Keep any physical models still unless staff set them up.</a:t>
            </a:r>
          </a:p>
          <a:p xmlns:a="http://schemas.openxmlformats.org/drawingml/2006/main">
            <a:r>
              <a:t>Offline parity Choose one embedded Forces, Space or Climate question, select its local evidence card and give the answer by speaking, pointing, typing in a pupil document or exact adult scribing.</a:t>
            </a:r>
          </a:p>
          <a:p xmlns:a="http://schemas.openxmlformats.org/drawingml/2006/main">
            <a:r>
              <a:t>No-equipment/access route: Use printed cards, speak, point or direct an adult. An exact scribed answer counts equally.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Answer two of the three embedded questions from different topics and underline the evidence used.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Question, Evidence and Reason headings, then check relevance.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Topic cards; evidence cards; three-column response sheet; pencil; optional local card sort.</a:t>
            </a:r>
          </a:p>
          <a:p xmlns:a="http://schemas.openxmlformats.org/drawingml/2006/main">
            <a:r>
              <a:t>Same outcome: I can connect a scientific question to the right idea and use evidence to explain my answer.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Choose one embedded Forces, Space or Climate question, select its local evidence card and give the answer by speaking, pointing, typing in a pupil document or exact adult scribing.</a:t>
            </a:r>
          </a:p>
          <a:p xmlns:a="http://schemas.openxmlformats.org/drawingml/2006/main">
            <a:r>
              <a:t>Same evidence: At least one complete answer with relevant evidence, scientific reasoning and one honest limit.</a:t>
            </a:r>
          </a:p>
          <a:p xmlns:a="http://schemas.openxmlformats.org/drawingml/2006/main">
            <a:r>
              <a:t>Equipment / setup Topic cards; evidence cards; three-column response sheet; pencil; optional local card sort.</a:t>
            </a:r>
          </a:p>
          <a:p xmlns:a="http://schemas.openxmlformats.org/drawingml/2006/main">
            <a:r>
              <a:t>Safety / sensory This consolidation uses cards and data only. Keep any physical models still unless staff set them up.</a:t>
            </a:r>
          </a:p>
          <a:p xmlns:a="http://schemas.openxmlformats.org/drawingml/2006/main">
            <a:r>
              <a:t>Offline parity Choose one embedded Forces, Space or Climate question, select its local evidence card and give the answer by speaking, pointing, typing in a pupil document or exact adult scribing.</a:t>
            </a:r>
          </a:p>
          <a:p xmlns:a="http://schemas.openxmlformats.org/drawingml/2006/main">
            <a:r>
              <a:t>No-equipment/access route: Use printed cards, speak, point or direct an adult. An exact scribed answer counts equally.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Answer two of the three embedded questions from different topics and underline the evidence used.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Question, Evidence and Reason headings, then check relevance.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SCI_G_W12A_Science_Connections_Explore-1.html.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move. The pupil writes what they said and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short answer cannot show every force, space or climate detail; select only what directly answers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Use one result to answer a forces, space or climate question.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What I said, and what it changed:</a:t>
            </a:r>
          </a:p>
          <a:p xmlns:a="http://schemas.openxmlformats.org/drawingml/2006/main">
            <a:r>
              <a:t>Next I will ______. One next step chosen after the adult listened.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SCI_G_W12A_Science_Connections_Explore-1.html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10ce93ba64c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84e1acef349ce" /><Relationship Type="http://schemas.openxmlformats.org/officeDocument/2006/relationships/slideLayout" Target="/ppt/slideLayouts/slideLayout1.xml" Id="Ra433b25f61c741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33b25f61c741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b70850b204ef8" /><Relationship Type="http://schemas.openxmlformats.org/officeDocument/2006/relationships/hyperlink" Target="SCI_G_W12A_Science_Connections_Explore-1.html" TargetMode="External" Id="Racda43fc34b5417e" /><Relationship Type="http://schemas.openxmlformats.org/officeDocument/2006/relationships/notesSlide" Target="/ppt/notesSlides/notesSlide1.xml" Id="R8265287b072d41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90334a6f244e8" /><Relationship Type="http://schemas.openxmlformats.org/officeDocument/2006/relationships/notesSlide" Target="/ppt/notesSlides/notesSlide2.xml" Id="Rfa2b9882cc6f4a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209e0691948d2" /><Relationship Type="http://schemas.openxmlformats.org/officeDocument/2006/relationships/notesSlide" Target="/ppt/notesSlides/notesSlide3.xml" Id="Rf77734690a7649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84a2fde0b491e" /><Relationship Type="http://schemas.openxmlformats.org/officeDocument/2006/relationships/notesSlide" Target="/ppt/notesSlides/notesSlide4.xml" Id="R69982db3b20642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45f5b67bd4816" /><Relationship Type="http://schemas.openxmlformats.org/officeDocument/2006/relationships/notesSlide" Target="/ppt/notesSlides/notesSlide5.xml" Id="R26189040751c47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01b72cbc64905" /><Relationship Type="http://schemas.openxmlformats.org/officeDocument/2006/relationships/image" Target="/ppt/media/image.png" Id="R0ada0fa10c934b62" /><Relationship Type="http://schemas.openxmlformats.org/officeDocument/2006/relationships/image" Target="/ppt/media/image2.png" Id="R854bab71843c4293" /><Relationship Type="http://schemas.openxmlformats.org/officeDocument/2006/relationships/image" Target="/ppt/media/image3.png" Id="Rf00e572920be4082" /><Relationship Type="http://schemas.openxmlformats.org/officeDocument/2006/relationships/notesSlide" Target="/ppt/notesSlides/notesSlide6.xml" Id="R4a30c3a07c5a43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895a3e05645cb" /><Relationship Type="http://schemas.openxmlformats.org/officeDocument/2006/relationships/notesSlide" Target="/ppt/notesSlides/notesSlide7.xml" Id="Rd97615e653c241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5b50e923741e9" /><Relationship Type="http://schemas.openxmlformats.org/officeDocument/2006/relationships/notesSlide" Target="/ppt/notesSlides/notesSlide8.xml" Id="R44f0301aaed34a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31f8fc5024338" /><Relationship Type="http://schemas.openxmlformats.org/officeDocument/2006/relationships/notesSlide" Target="/ppt/notesSlides/notesSlide9.xml" Id="R7c5f9e40bbe745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c9f54794d40be" /><Relationship Type="http://schemas.openxmlformats.org/officeDocument/2006/relationships/notesSlide" Target="/ppt/notesSlides/notesSlide10.xml" Id="R8efbdff31d8e46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99ebed3ed407f" /><Relationship Type="http://schemas.openxmlformats.org/officeDocument/2006/relationships/notesSlide" Target="/ppt/notesSlides/notesSlide11.xml" Id="Raf6b690ea23745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a2ba048714c8f" /><Relationship Type="http://schemas.openxmlformats.org/officeDocument/2006/relationships/notesSlide" Target="/ppt/notesSlides/notesSlide12.xml" Id="Rdbda81491f3344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2303b8ba3457b" /><Relationship Type="http://schemas.openxmlformats.org/officeDocument/2006/relationships/notesSlide" Target="/ppt/notesSlides/notesSlide13.xml" Id="R00a800d047044d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b3d845cdf4263" /><Relationship Type="http://schemas.openxmlformats.org/officeDocument/2006/relationships/notesSlide" Target="/ppt/notesSlides/notesSlide14.xml" Id="R5e1aa71fb1f841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50741f89a4003" /><Relationship Type="http://schemas.openxmlformats.org/officeDocument/2006/relationships/notesSlide" Target="/ppt/notesSlides/notesSlide15.xml" Id="R287437d7ed4a44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7e88561ec451c" /><Relationship Type="http://schemas.openxmlformats.org/officeDocument/2006/relationships/notesSlide" Target="/ppt/notesSlides/notesSlide16.xml" Id="Rbaa8d7c16d7d47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82DE2B20-7E56-4F42-8EEF-F0298B70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D02F109-6F67-41B3-A82C-E0FADA2A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8451480-E58B-416E-8023-2EB649FD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4604F0-AB1F-4DE9-B374-D05D0A7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Science Connections: Evidence Control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FA6D30B-9086-4A9E-B324-87043C2C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3343950A-ABE3-4E2B-BF37-0424D16F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connect a scientific question to the right idea and use evidence to explain my answer.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DC8B4BF0-8A9E-4637-8272-5857D7DD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AF661FF5-AE25-4BF7-ACBC-608E9F3D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30F2D6C1-63FC-4F01-8164-FA405780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4F6B4AE6-2D09-4DA4-9BCB-B443DB84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DD38F1F6-A78E-4368-BD10-5E648740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5573FDBE-451B-4710-AFE5-1805EAFC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4CFC8B1B-AB5A-469C-B3C3-A438691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DDEED069-5D85-4991-A14A-EA7C2514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FE43D54A-5F08-45EB-A52F-3DB11A9B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B5B9B85B-F8BB-44F8-8408-1938635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7D6E"/>
                </a:solidFill>
                <a:latin typeface="Arial"/>
                <a:ea typeface="Arial"/>
                <a:cs typeface="Arial"/>
                <a:hlinkClick xmlns:r="http://schemas.openxmlformats.org/officeDocument/2006/relationships" r:id="Racda43fc34b5417e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A108DA9A-309A-490A-9399-2DB41CD7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5FA63F73-D3A8-403F-9E20-BB591486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1886357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3FD6E2A-1AFF-4681-B9B1-AD8D9132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A927278-124F-4B62-9314-18F1785B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DDDCA45-A607-4EAB-A8F8-D4CE822D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E82C30-BDF6-4AFA-ACBF-C1D6483A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BF45792-C8EB-4CB3-89A5-233BB3AB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A9C3F66-481E-4939-A738-714708A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identify whether a question is about forces, space or climate.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A9AE5F9-AF29-4EB3-8728-6ECF7D8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select evidence that is relevant to the question.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94ACAA8-58C9-4584-9F73-FD50FAF3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link an answer to evidence using a scientific reason.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350B64A-0DBB-44BD-88E5-0D9F8CB2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F75D0FA-8DF4-4405-A9B6-0950CA8D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193636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F44B37D-DCD4-439C-84A9-0EA0A212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05F6838-AF30-4D26-BC86-29792293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A648132-B470-414A-B228-3D42C1B0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F805DB-A266-46AD-B984-AF7C9A2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A7418A7-985D-4AAD-ABCC-4EE7A5DF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EEBB075-80C1-45A5-A7B8-A4ECE6C2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what friction does to movement.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5AA989C-820A-4632-BB53-9F2A763B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one cause of day and night.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9C442CD-4770-4372-BBB4-ABC0FA5A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the mechanism linking extra greenhouse gas to warming.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91A9E8E-F487-4FC9-8C87-6DC33340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repeated results are stronger than one result.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B4ECA12-587E-4792-A384-61A5DA02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CAA063A8-92FB-4CA5-9C56-81CCD9F5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967245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7FCC0F5-DBB4-4091-9425-D3C23B28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27F2C2C-708A-40D9-95A0-401694D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67A4EF8-1326-45C8-A87D-D0EA924B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242188-6CBE-4E5D-BC49-817F2E81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rover travels less far on fabric than on a smooth surface. Which idea should control the answer?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E34EC4F-DAE1-49FB-9808-920AE8CE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9D02956-C38C-4F48-B32E-F549DD39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7F2FB73-17F4-4352-878F-8FF8E5FA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Friction between surfaces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378948D-B73F-4AC7-B9B2-6280D82A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Earth's rotation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78A902E-6CAB-4109-835E-E6091F51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enhanced greenhouse effect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795EF11-66D9-4B80-BDED-5003CC3E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6EBB531-35D9-4FEF-B8C2-3E0F4CA4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538768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658C5CE-FEAC-4489-85F1-FA90E80E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195DC5E-BFBD-42A1-BB38-ACF6D80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41AFDE6-9A50-45CB-B05A-16D43733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D2E802-9230-41E2-8323-A274B164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3C48330-6CE6-4879-9A84-64F7DD16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52E3C4F-4B5F-459D-BC77-41EF4A8E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QUESTION · what must I answer?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5A11F1E-CD69-4930-846E-3AADD1CD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 · which result matters?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3532A47-CE22-4BE0-B259-EB9D916C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REASON · which idea explains it?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49B44DC-629B-417D-B80E-57151F40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D3AA40F-7F75-4D91-8339-8A179722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955382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B960BE77-3BC0-49C7-801D-EA3FFB68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C142D63-78EC-42CA-B831-A0963D7A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95ADC53-B38E-487D-B633-328C628D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415E3D-8893-4AC8-BC92-CA8D735C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6D73B50-678D-4C85-B57D-A0343B2A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a0fa10c934b62"/>
          <a:stretch xmlns:a="http://schemas.openxmlformats.org/drawingml/2006/main"/>
        </p:blipFill>
        <p:spPr>
          <a:xfrm xmlns:a="http://schemas.openxmlformats.org/drawingml/2006/main">
            <a:off x="8001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3EBECFB2-1FE0-4106-AA7E-E52C5A37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question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bab71843c4293"/>
          <a:stretch xmlns:a="http://schemas.openxmlformats.org/drawingml/2006/main"/>
        </p:blipFill>
        <p:spPr>
          <a:xfrm xmlns:a="http://schemas.openxmlformats.org/drawingml/2006/main">
            <a:off x="44069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98E49476-BB3F-463B-A13E-A3F75D6D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Rover distances on smooth and fabric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e572920be4082"/>
          <a:stretch xmlns:a="http://schemas.openxmlformats.org/drawingml/2006/main"/>
        </p:blipFill>
        <p:spPr>
          <a:xfrm xmlns:a="http://schemas.openxmlformats.org/drawingml/2006/main">
            <a:off x="8013700" y="3259137"/>
            <a:ext cx="3378200" cy="84455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1BAAC01C-8C06-4544-9441-0C755CB8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Friction reason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263A859D-57F2-4935-B7E4-EC741604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C5FBDA84-299B-4F89-938B-388B636F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224009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0AA3621-D6B7-41A5-A4AA-CAA15C2C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E86EFBF-69A7-4677-984B-23C20B14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8F76635-9A6D-427F-B067-08700F5B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0A0A51-3B9E-4532-BDE6-4ADB2EAF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394A2F3-2F90-4D93-AEA8-7D99EA94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B5F42FA-9FB9-465E-8412-917F20EE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evidence — what we observed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866E981-B8D7-487F-B815-03D144C4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connection — how ideas link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D3EABE0-B425-4839-ABF7-D46A687D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cause — what makes a change happen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49A3F43-6BD6-4CF0-8CB0-73FA3CDA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6E35F00-06B9-4B36-A927-6FC8A2E4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712861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F8B68E5-2653-42C5-A9CC-C0E61F4E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B1838E4-54E8-4161-A918-02F8F447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5CC7D6D-31C0-4343-9E8B-FEF0115E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53FC67-9E99-427A-918B-DFFBDFD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2A6ABC2-EB8C-49AB-8E51-C7D53E5B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4853975-4A2F-4435-A6DD-EF4ABAA4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Worked practice question: Why did the rover travel less far on fabric? Name the topic first: forces and friction. These practice data are not next week's investigation.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668F6A9-B3D9-4CB5-A229-5141124F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Worked evidence: smooth 46, 44, 45 cm; fabric 18, 20, 19 cm. Every fabric result is lower.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85BCAD9-6425-4861-8BB6-5274950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Reason: fabric creates more friction on the rover, opposing motion, so it travels a shorter distance.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143D340-C3D8-4BD3-9BBC-C7E47AD4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51BFFCF-7DE8-4BE6-970A-3AE00A0F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761258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4AF9D3A-1830-485F-B44F-FB941E8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3EDE829-F5D9-43A9-9085-FB369B93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C68385D-7B1A-4E59-AE79-9B77A166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602E70-99DB-4DF1-A645-5203CE4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answer best connects the rover question, evidence and reason?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7AD88CF-F5A3-4C44-BDA8-AFB08175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D20D690-DBE9-40BD-A37E-90C632FE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rover travelled less on fabric: 18–20 cm compared with 44–46 cm, because greater friction opposed its motion.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C8F0879-0B33-4633-88A0-095494AD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Earth rotates once in about 24 hours.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8F2A47B-C6E5-4376-A6D8-479D1CDE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fabric result looks best to me.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6F6BD51-E5D5-49EF-842E-A6A2C7BD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686B37B-7473-486B-867D-D154F9D8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2FA3537-2EA9-4E0A-9DEB-13EB69D5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2150857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A986656-191E-414F-9BF7-73AF9E68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5CE66E1-E7BE-49B5-B8A7-1985EFF4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1B0DD0A-9FCF-4497-B23A-4DDF30C7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540F22-77E9-4056-8028-50FDEF48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7241829-3824-4742-86DD-FB13CEF7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B3F3B60-B079-4D2F-9748-53A973AC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Space answer: day and night happen because Earth rotates, moving a place into and out of sunlight.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3691E12-F730-4430-AD89-DEE71FE6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Climate answer: extra greenhouse gases absorb and re-emit more infrared energy, so the global average rises.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5513E25-4C05-476A-8DEB-8468A5FF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For every topic, keep the same control route: question, relevant evidence, scientific reason, honest limit.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FE77C37-A144-47D5-BD13-01A6ADE1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FC4856D-17BE-459D-9CAB-2E561C1E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3093727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E250D31-07DB-4B78-83DB-F2E9825E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3BB3981-178F-42E2-BCC6-69BEEE0C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BBD3F60-28D5-4429-A574-BE007F2F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B2BC86-08D7-48A1-B78F-3B8A1D77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D623B18-2855-4BF3-A962-7021C86D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6C4AA5C-4B7A-4C6C-BEC9-A7CA442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Every scientific question can use the same fact as evidence.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02FA393-6F32-40A9-B642-10F6B107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any true fact answers any question.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525FB3D-587F-4BA1-8C01-05DE5CB5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evidence must be relevant to the exact question.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3BF4FBD-E14A-49BF-9792-E7884E3A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Change it: the longest fact is always best.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A228681-F4F5-4E57-85F1-BE6FBE05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C912F18-5CA2-4A0B-8CAA-85785F67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4789564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32901513-7DE8-4C30-BFEF-D9C7CAB1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F978B7E-FBF0-4F58-8555-602304D7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7386B9B-F5DE-4FC6-A42F-14213EE5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016828-CC2E-42C9-B168-7949C44A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 Control Board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3B4FF4E-10F8-42A5-AE5D-CCEDE208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4305396-3904-4CA9-B8B6-5CFADC7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Place each evidence card under Forces, Space or Climate. Say the scientific link, not just the topic name.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ADB2F53-7699-4C68-A471-E435FB9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the question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D7D8EA5-4D65-440E-AF90-48583A92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the topic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762EA29-D616-46A2-B479-954DEC20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Select relevant evidence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7C1CC14-D359-419C-AE9E-EA9D00F9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the reason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144EE908-B206-4DF7-BEE9-B1485986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5B55A7E4-FB8C-42B1-9D71-3F975527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530F9259-4A94-41BE-B535-D3696217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4684500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D287328-D465-4276-9A25-650B47E6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8811F77-F7ED-4E37-8E74-0280224B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BCA7802-DC7E-4951-860A-D60030AE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11398A-98FE-4799-B671-DF8BD63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0E53685-2D07-455E-A719-57062A71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CC378B6-3FE7-41EC-A458-2F0135EA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FORCES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00E5CFB-27B2-4646-ADE9-9C51FD0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SPACE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B7D445A-6325-42D4-B947-007E91CE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CLIMATE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B57FB01-1B42-4167-A89E-874B2F5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one frozen card and give a complete answer: claim, evidence, scientific reason and one limit.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9A61EBC-188D-45B6-B99D-7C7608C1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D9A5966-1DE4-4F21-873E-A9523E4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4954126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351A266-4BAC-4804-9D3D-67327E68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C674053-0342-4F91-AD05-F3D753F5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BBED9C8-CA3B-4593-9346-3831BB5A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920A01-D7FF-4566-ACEC-485A15C7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B55694D-B4A9-4B28-BF97-7697151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F32E06A-A704-4E7A-832F-5CF26E50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Answer the embedded questions: Forces — why did the rover travel less far on fabric? Space — why do day and night happen? Climate — why can extra greenhouse gas raise Earth's average temperature?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6A9F4A1-433E-4DE7-BD83-82EA23AD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At least one complete answer with relevant evidence, scientific reasoning and one honest limit.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4003A006-83F4-4FFB-AF0B-1A744D13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C000CA03-A2FD-41AD-91F8-041ACAC3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0952522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AB48103-2ACC-4674-909F-37E183A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7489CEA-B156-4A22-A02C-D263C212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35D82ED-30D1-4CDE-8032-7DAF63E5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23CD78-A2EF-4105-B868-EAE0136A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128EF31-FCD2-491E-BB29-0988AF15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8726A80-2C05-49AA-9B7C-711DD3DD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Choose one embedded question: rover and friction, day and night, or extra greenhouse gas and warming. Match one claim, evidence card and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4194164-895D-4266-BC63-AC63B06A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Answer two of the three embedded questions from different topics and underline the evidence used.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6DC2ACA-5A83-4411-8E5B-C053EB40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Answer all three embedded topic questions, compare evidence quality and name one model or data limitation.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410444F-867E-4928-B3FE-B7605DC7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3F1CD9C-BB34-4D98-A898-6097B21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9638268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FE1D653B-7D0D-413F-B0D0-D01C7F62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763C2EF-173C-4806-9D00-CFBA5BA1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F18AF77-2942-419A-9A05-F98A136D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E8871E-B78D-407B-BDFB-A6A56CB6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0ED3FA3-E48D-479F-956E-C306915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809821F-AD16-4594-9111-D5C88B40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one result to answer a forces, space or climate question.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B219EA3-F538-431C-820B-9D170B65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7931171C-E462-42AF-8C8A-A91E7E9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DFA6C21-07CD-4808-AF81-E1A5F1EB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358422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2026-09-08T08:54:16.4590000Z</dcterms:created>
  <dcterms:modified xsi:type="dcterms:W3CDTF">2026-09-08T08:54:16.4590000Z</dcterms:modified>
</coreProperties>
</file>