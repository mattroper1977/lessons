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490825acc044652" Type="http://schemas.openxmlformats.org/officeDocument/2006/relationships/extended-properties" Target="docProps/app.xml"/><Relationship Id="R7e3c64a7a8e746cf" Type="http://schemas.openxmlformats.org/officeDocument/2006/relationships/officeDocument" Target="ppt/presentation.xml"/><Relationship Id="Rf81239c0d90c4a39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7cf0cb746141c7"/>
  </p:sldMasterIdLst>
  <p:notesMasterIdLst>
    <p:notesMasterId xmlns:r="http://schemas.openxmlformats.org/officeDocument/2006/relationships" r:id="R575afb4399484a38"/>
  </p:notesMasterIdLst>
  <p:sldIdLst>
    <p:sldId xmlns:r="http://schemas.openxmlformats.org/officeDocument/2006/relationships" id="256" r:id="R15425c0166394b98"/>
    <p:sldId xmlns:r="http://schemas.openxmlformats.org/officeDocument/2006/relationships" id="257" r:id="Rad9c111780944d29"/>
    <p:sldId xmlns:r="http://schemas.openxmlformats.org/officeDocument/2006/relationships" id="258" r:id="Rb7a12d6a638b4a8e"/>
    <p:sldId xmlns:r="http://schemas.openxmlformats.org/officeDocument/2006/relationships" id="259" r:id="Red6c38c0a9b64728"/>
    <p:sldId xmlns:r="http://schemas.openxmlformats.org/officeDocument/2006/relationships" id="260" r:id="R7070a88aa8754f69"/>
    <p:sldId xmlns:r="http://schemas.openxmlformats.org/officeDocument/2006/relationships" id="261" r:id="R1b14d5f87049441c"/>
    <p:sldId xmlns:r="http://schemas.openxmlformats.org/officeDocument/2006/relationships" id="262" r:id="Rd601ab9c99614319"/>
    <p:sldId xmlns:r="http://schemas.openxmlformats.org/officeDocument/2006/relationships" id="263" r:id="Rccd98a6e0c1c48ad"/>
    <p:sldId xmlns:r="http://schemas.openxmlformats.org/officeDocument/2006/relationships" id="264" r:id="R9a97739cc99f4799"/>
    <p:sldId xmlns:r="http://schemas.openxmlformats.org/officeDocument/2006/relationships" id="265" r:id="R070d36b5b0704167"/>
    <p:sldId xmlns:r="http://schemas.openxmlformats.org/officeDocument/2006/relationships" id="266" r:id="R4ad65db9e63b47a0"/>
    <p:sldId xmlns:r="http://schemas.openxmlformats.org/officeDocument/2006/relationships" id="267" r:id="R0584e528f8a54a19"/>
    <p:sldId xmlns:r="http://schemas.openxmlformats.org/officeDocument/2006/relationships" id="268" r:id="R522fe4248f124849"/>
    <p:sldId xmlns:r="http://schemas.openxmlformats.org/officeDocument/2006/relationships" id="269" r:id="R25f61d380bf54bc6"/>
    <p:sldId xmlns:r="http://schemas.openxmlformats.org/officeDocument/2006/relationships" id="270" r:id="Rc7e1dc21057a4185"/>
    <p:sldId xmlns:r="http://schemas.openxmlformats.org/officeDocument/2006/relationships" id="271" r:id="R07886dd8859f47c3"/>
    <p:sldId xmlns:r="http://schemas.openxmlformats.org/officeDocument/2006/relationships" id="272" r:id="R6e386c55e98641b0"/>
    <p:sldId xmlns:r="http://schemas.openxmlformats.org/officeDocument/2006/relationships" id="273" r:id="Raf153a2463f54cb8"/>
    <p:sldId xmlns:r="http://schemas.openxmlformats.org/officeDocument/2006/relationships" id="274" r:id="Rf8c3c9355c7c44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84e528f8a54a19" Type="http://schemas.openxmlformats.org/officeDocument/2006/relationships/slide" Target="slides/slide12.xml"/><Relationship Id="R070d36b5b0704167" Type="http://schemas.openxmlformats.org/officeDocument/2006/relationships/slide" Target="slides/slide10.xml"/><Relationship Id="R07886dd8859f47c3" Type="http://schemas.openxmlformats.org/officeDocument/2006/relationships/slide" Target="slides/slide16.xml"/><Relationship Id="R15425c0166394b98" Type="http://schemas.openxmlformats.org/officeDocument/2006/relationships/slide" Target="slides/slide1.xml"/><Relationship Id="R1b14d5f87049441c" Type="http://schemas.openxmlformats.org/officeDocument/2006/relationships/slide" Target="slides/slide6.xml"/><Relationship Id="R25f61d380bf54bc6" Type="http://schemas.openxmlformats.org/officeDocument/2006/relationships/slide" Target="slides/slide14.xml"/><Relationship Id="R4ad65db9e63b47a0" Type="http://schemas.openxmlformats.org/officeDocument/2006/relationships/slide" Target="slides/slide11.xml"/><Relationship Id="R522fe4248f124849" Type="http://schemas.openxmlformats.org/officeDocument/2006/relationships/slide" Target="slides/slide13.xml"/><Relationship Id="R575afb4399484a38" Type="http://schemas.openxmlformats.org/officeDocument/2006/relationships/notesMaster" Target="notesMasters/notesMaster1.xml"/><Relationship Id="R6e386c55e98641b0" Type="http://schemas.openxmlformats.org/officeDocument/2006/relationships/slide" Target="slides/slide17.xml"/><Relationship Id="R7070a88aa8754f69" Type="http://schemas.openxmlformats.org/officeDocument/2006/relationships/slide" Target="slides/slide5.xml"/><Relationship Id="R9a97739cc99f4799" Type="http://schemas.openxmlformats.org/officeDocument/2006/relationships/slide" Target="slides/slide9.xml"/><Relationship Id="Rad9c111780944d29" Type="http://schemas.openxmlformats.org/officeDocument/2006/relationships/slide" Target="slides/slide2.xml"/><Relationship Id="Raf153a2463f54cb8" Type="http://schemas.openxmlformats.org/officeDocument/2006/relationships/slide" Target="slides/slide18.xml"/><Relationship Id="Rb7a12d6a638b4a8e" Type="http://schemas.openxmlformats.org/officeDocument/2006/relationships/slide" Target="slides/slide3.xml"/><Relationship Id="Rc7e1dc21057a4185" Type="http://schemas.openxmlformats.org/officeDocument/2006/relationships/slide" Target="slides/slide15.xml"/><Relationship Id="Rc97cf0cb746141c7" Type="http://schemas.openxmlformats.org/officeDocument/2006/relationships/slideMaster" Target="slideMasters/slideMaster1.xml"/><Relationship Id="Rccb60d19fc7f45fc" Type="http://schemas.openxmlformats.org/officeDocument/2006/relationships/tableStyles" Target="tableStyles.xml"/><Relationship Id="Rccd98a6e0c1c48ad" Type="http://schemas.openxmlformats.org/officeDocument/2006/relationships/slide" Target="slides/slide8.xml"/><Relationship Id="Rd601ab9c99614319" Type="http://schemas.openxmlformats.org/officeDocument/2006/relationships/slide" Target="slides/slide7.xml"/><Relationship Id="Red6c38c0a9b64728" Type="http://schemas.openxmlformats.org/officeDocument/2006/relationships/slide" Target="slides/slide4.xml"/><Relationship Id="Rf8c3c9355c7c44e5" Type="http://schemas.openxmlformats.org/officeDocument/2006/relationships/slide" Target="slides/slide19.xml"/><Relationship Id="Rfc4112095ce04147" Type="http://schemas.openxmlformats.org/officeDocument/2006/relationships/theme" Target="theme/theme1.xml"/><Relationship Id="Rfd9b6684e7fb4919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60e4fb6cc5fe47e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81a86f123e854bb5" Type="http://schemas.openxmlformats.org/officeDocument/2006/relationships/slide" Target="../slides/slide1.xml"/><Relationship Id="Rfbe5fb6a59ab482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256d03d3f1a74166" Type="http://schemas.openxmlformats.org/officeDocument/2006/relationships/slide" Target="../slides/slide2.xml"/><Relationship Id="R7b5cfdc83f8c4c9a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4ff7eb5853a4412d" Type="http://schemas.openxmlformats.org/officeDocument/2006/relationships/slide" Target="../slides/slide3.xml"/><Relationship Id="Rde5dc96748a3441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8e6030749a8048f1" Type="http://schemas.openxmlformats.org/officeDocument/2006/relationships/notesMaster" Target="../notesMasters/notesMaster1.xml"/><Relationship Id="Rc6446e9d854f4f7c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c274902e1b474d88" Type="http://schemas.openxmlformats.org/officeDocument/2006/relationships/notesMaster" Target="../notesMasters/notesMaster1.xml"/><Relationship Id="Rd0c41544b47a4358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4c93eb04d9eb43dd" Type="http://schemas.openxmlformats.org/officeDocument/2006/relationships/slide" Target="../slides/slide6.xml"/><Relationship Id="Rb8be8f86bcb44e3b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c4593f11ea914452" Type="http://schemas.openxmlformats.org/officeDocument/2006/relationships/slide" Target="../slides/slide7.xml"/><Relationship Id="Reb5607c5f0f841f4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7f1e8a3acd324d3b" Type="http://schemas.openxmlformats.org/officeDocument/2006/relationships/notesMaster" Target="../notesMasters/notesMaster1.xml"/><Relationship Id="Rbba115ac3c774d3c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467ed016db334be2" Type="http://schemas.openxmlformats.org/officeDocument/2006/relationships/slide" Target="../slides/slide9.xml"/><Relationship Id="Rb13866fcf5a34cea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3211245dd60341bc" Type="http://schemas.openxmlformats.org/officeDocument/2006/relationships/slide" Target="../slides/slide10.xml"/><Relationship Id="Rfc34126184894614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381d16cc943546fe" Type="http://schemas.openxmlformats.org/officeDocument/2006/relationships/slide" Target="../slides/slide11.xml"/><Relationship Id="Rb5b489117c224210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c234ee0858f64943" Type="http://schemas.openxmlformats.org/officeDocument/2006/relationships/slide" Target="../slides/slide12.xml"/><Relationship Id="Rdebf40db1bfc4606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168f284f60d1410f" Type="http://schemas.openxmlformats.org/officeDocument/2006/relationships/slide" Target="../slides/slide13.xml"/><Relationship Id="R34a54c5e1fa44855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537613046d0d44eb" Type="http://schemas.openxmlformats.org/officeDocument/2006/relationships/slide" Target="../slides/slide14.xml"/><Relationship Id="Rbcfa7884b163435a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ae3cd2e3d2ef4e70" Type="http://schemas.openxmlformats.org/officeDocument/2006/relationships/slide" Target="../slides/slide15.xml"/><Relationship Id="Rb6329c90ab234bd7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44409ae181d14745" Type="http://schemas.openxmlformats.org/officeDocument/2006/relationships/notesMaster" Target="../notesMasters/notesMaster1.xml"/><Relationship Id="R706163dad9be474d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1c7ff76bcb1a4289" Type="http://schemas.openxmlformats.org/officeDocument/2006/relationships/notesMaster" Target="../notesMasters/notesMaster1.xml"/><Relationship Id="R9ecb51d9e41a4c6b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356af43aeb0b408c" Type="http://schemas.openxmlformats.org/officeDocument/2006/relationships/notesMaster" Target="../notesMasters/notesMaster1.xml"/><Relationship Id="R79a9b0fcc6d04690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7d0bd0770ce740f6" Type="http://schemas.openxmlformats.org/officeDocument/2006/relationships/slide" Target="../slides/slide19.xml"/><Relationship Id="Rc1ffb9ae52ce484b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code: SCI-BUILD-A2-W03</a:t>
            </a:r>
          </a:p>
          <a:p xmlns:a="http://schemas.openxmlformats.org/drawingml/2006/main">
            <a:r>
              <a:t>SoW objective: Test rocks for hardness and whether they let water through.</a:t>
            </a:r>
          </a:p>
          <a:p xmlns:a="http://schemas.openxmlformats.org/drawingml/2006/main">
            <a:r>
              <a:t>Reading band: BUILD below age 8</a:t>
            </a:r>
          </a:p>
          <a:p xmlns:a="http://schemas.openxmlformats.org/drawingml/2006/main">
            <a:r>
              <a:t>Staff focus: {'i_do': 'Watch my first step. What do you see?', 'we_do': 'What step is missing? Show it with the kit.', 'independent': 'What can you do first on your own?'}</a:t>
            </a:r>
          </a:p>
          <a:p xmlns:a="http://schemas.openxmlformats.org/drawingml/2006/main">
            <a:r>
              <a:t>Prompt ladder: ['Wait and count to 5.', 'Point to the object or model.', 'Ask: What will you check next?', 'Model one step and give the next turn back.', 'Finish one example together, then let the pupil try.']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https://www.bgs.ac.uk/?wpdmdl=102317 ; https://www.usgs.gov/water-science-school/science/aquifers-and-groundwater</a:t>
            </a:r>
          </a:p>
          <a:p xmlns:a="http://schemas.openxmlformats.org/drawingml/2006/main">
            <a:r>
              <a:t>https://www.usgs.gov/water-science-school/science/aquifers-and-groundwater</a:t>
            </a:r>
          </a:p>
          <a:p xmlns:a="http://schemas.openxmlformats.org/drawingml/2006/main">
            <a:r>
              <a:t>Authored classroom apparatus; inspect actual route during lesson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BUILD scheme of work, Autumn 2 week 2</a:t>
            </a:r>
          </a:p>
          <a:p xmlns:a="http://schemas.openxmlformats.org/drawingml/2006/main">
            <a:r>
              <a:t>BUILD scheme of work, Autumn 2 week 1</a:t>
            </a:r>
          </a:p>
          <a:p xmlns:a="http://schemas.openxmlformats.org/drawingml/2006/main">
            <a:r>
              <a:t>BUILD scheme of work, Autumn 1 week 1</a:t>
            </a:r>
          </a:p>
          <a:p xmlns:a="http://schemas.openxmlformats.org/drawingml/2006/main">
            <a:r>
              <a:t>Local school risk assessment and CLEAPSS guidance; staff confirm exact kit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a safe kit choice and short first–then cue.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three low-stakes prior questions; answers in note.</a:t>
            </a:r>
          </a:p>
          <a:p xmlns:a="http://schemas.openxmlformats.org/drawingml/2006/main">
            <a:r>
              <a:t>How can we sort two rocks? → Check a property you can see or feel.</a:t>
            </a:r>
          </a:p>
          <a:p xmlns:a="http://schemas.openxmlformats.org/drawingml/2006/main">
            <a:r>
              <a:t>What can we do with a clean tub? → Use it again if safe.</a:t>
            </a:r>
          </a:p>
          <a:p xmlns:a="http://schemas.openxmlformats.org/drawingml/2006/main">
            <a:r>
              <a:t>Name one body part that helps protect organs. → A skeleton or bones.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Pre-teach words; show the full model; ask the show-me check.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the path: on top, through the rock or round its edge. The pictures are models, not test results. Simplified; not to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No. Look beneath the rock or in the tray to check whether any water passed 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Hand over the missing step; offer F or H route. Reset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Missing step: State the observed result at rock B, rather than guess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Use an adult-held blunt tool → Mark test</a:t>
            </a:r>
          </a:p>
          <a:p xmlns:a="http://schemas.openxmlformats.org/drawingml/2006/main">
            <a:r>
              <a:t>Add three drops → Water test</a:t>
            </a:r>
          </a:p>
          <a:p xmlns:a="http://schemas.openxmlformats.org/drawingml/2006/main">
            <a:r>
              <a:t>Look in the tray below → Water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Take all pupil responses at once; use decision rule and parallel hinge.</a:t>
            </a:r>
          </a:p>
          <a:p xmlns:a="http://schemas.openxmlformats.org/drawingml/2006/main">
            <a:r>
              <a:t>A. Call C porous from the wet tray. | Not correct | Uses water present before the test as a result.</a:t>
            </a:r>
          </a:p>
          <a:p xmlns:a="http://schemas.openxmlformats.org/drawingml/2006/main">
            <a:r>
              <a:t>B. Call C hard from the wet tray. | Not correct | Confuses a water clue with hardness.</a:t>
            </a:r>
          </a:p>
          <a:p xmlns:a="http://schemas.openxmlformats.org/drawingml/2006/main">
            <a:r>
              <a:t>C. Skip the test and guess from colour. | Not correct | Uses appearance instead of the planned check.</a:t>
            </a:r>
          </a:p>
          <a:p xmlns:a="http://schemas.openxmlformats.org/drawingml/2006/main">
            <a:r>
              <a:t>D. Dry the tray, then repeat the test. | Correct | Removes the old water before observing a new result.</a:t>
            </a:r>
          </a:p>
          <a:p xmlns:a="http://schemas.openxmlformats.org/drawingml/2006/main">
            <a:r>
              <a:t>About 3 in 4 or more right → move on; otherwise re-model Adult uses one blunt tool. A gets a mark. Three drops stay on top. Ask the parallel hinge. No scores or answers saved.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one adult for supported pupils, one for group; swap across the week.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one adult for supported pupils, one for group; swap across the week.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one adult for supported pupils, one for group; swap across the week.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VF and one NS(+); invite one self-edit. Reset once.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Hear feedback and next step, choose next start, then one-minute reset.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aedb56c01bf466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8962afcd05ad41da" Type="http://schemas.openxmlformats.org/officeDocument/2006/relationships/slideLayout" Target="../slideLayouts/slideLayout1.xml"/><Relationship Id="Rd21b0bfd8c494e05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62afcd05ad41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7ec830f7e524cc8" Type="http://schemas.openxmlformats.org/officeDocument/2006/relationships/notesSlide" Target="../notesSlides/notesSlide1.xml"/><Relationship Id="R62f98dc2b4c74f5b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b6dc5901bcf7474c" Type="http://schemas.openxmlformats.org/officeDocument/2006/relationships/slideLayout" Target="../slideLayouts/slideLayout1.xml"/><Relationship Id="Rcb6167c6dcc6462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428c1eb7da6e47d9" Type="http://schemas.openxmlformats.org/officeDocument/2006/relationships/slideLayout" Target="../slideLayouts/slideLayout1.xml"/><Relationship Id="R9f884d827a35468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5054c8e0e68843d0" Type="http://schemas.openxmlformats.org/officeDocument/2006/relationships/slideLayout" Target="../slideLayouts/slideLayout1.xml"/><Relationship Id="Rb693d83b05a146c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2a187d96e94d4023" Type="http://schemas.openxmlformats.org/officeDocument/2006/relationships/slideLayout" Target="../slideLayouts/slideLayout1.xml"/><Relationship Id="R85db4a7435cc4c50" Type="http://schemas.openxmlformats.org/officeDocument/2006/relationships/image" Target="../media/image.png"/><Relationship Id="Ra2b9f1693547471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ab45ef19034742b5" Type="http://schemas.openxmlformats.org/officeDocument/2006/relationships/notesSlide" Target="../notesSlides/notesSlide6.xml"/><Relationship Id="Rc8f427b8bbfa4ee3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070b8324218e43a0" Type="http://schemas.openxmlformats.org/officeDocument/2006/relationships/slideLayout" Target="../slideLayouts/slideLayout1.xml"/><Relationship Id="Rd2675359026a4d2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5e53a5d0cd4e410c" Type="http://schemas.openxmlformats.org/officeDocument/2006/relationships/notesSlide" Target="../notesSlides/notesSlide8.xml"/><Relationship Id="Rdfd4f3d634224f0a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0bb270078ca74a37" Type="http://schemas.openxmlformats.org/officeDocument/2006/relationships/notesSlide" Target="../notesSlides/notesSlide9.xml"/><Relationship Id="R147689b0b8774d39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4ce2d3e0a0274f50" Type="http://schemas.openxmlformats.org/officeDocument/2006/relationships/slideLayout" Target="../slideLayouts/slideLayout1.xml"/><Relationship Id="Raf822480f86b48b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4357125c2a0441b4" Type="http://schemas.openxmlformats.org/officeDocument/2006/relationships/slideLayout" Target="../slideLayouts/slideLayout1.xml"/><Relationship Id="Rb13c793d7a934a80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453c26908af241c7" Type="http://schemas.openxmlformats.org/officeDocument/2006/relationships/notesSlide" Target="../notesSlides/notesSlide12.xml"/><Relationship Id="Re3ece3243d1c4816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302163e7d5624fa2" Type="http://schemas.openxmlformats.org/officeDocument/2006/relationships/notesSlide" Target="../notesSlides/notesSlide13.xml"/><Relationship Id="Re1ab20871dd44c7f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1cbcd4077994491a" Type="http://schemas.openxmlformats.org/officeDocument/2006/relationships/notesSlide" Target="../notesSlides/notesSlide14.xml"/><Relationship Id="R7013573be0f04c57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59f48ec01004ae3" Type="http://schemas.openxmlformats.org/officeDocument/2006/relationships/notesSlide" Target="../notesSlides/notesSlide15.xml"/><Relationship Id="R8b643d4893f942ba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ad8ae14689644a89" Type="http://schemas.openxmlformats.org/officeDocument/2006/relationships/slideLayout" Target="../slideLayouts/slideLayout1.xml"/><Relationship Id="Rc2607f740416417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78a2cdfd0b4f4276" Type="http://schemas.openxmlformats.org/officeDocument/2006/relationships/notesSlide" Target="../notesSlides/notesSlide17.xml"/><Relationship Id="Rfe6e11ca8c054b96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4e2773c95c6740e9" Type="http://schemas.openxmlformats.org/officeDocument/2006/relationships/slideLayout" Target="../slideLayouts/slideLayout1.xml"/><Relationship Id="Rafbbce9b17fd4c4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5f56564f88b04bb4" Type="http://schemas.openxmlformats.org/officeDocument/2006/relationships/slideLayout" Target="../slideLayouts/slideLayout1.xml"/><Relationship Id="Rcfebd02a71ef497e" Type="http://schemas.openxmlformats.org/officeDocument/2006/relationships/notesSlide" Target="../notesSlides/notesSlide19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98A7E-AFAD-470E-8570-0CD9AD58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Test rock hardness and water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F4583-0244-4AA6-966E-A849FD70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SCI-BUILD-A2-W03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9BA2E-4DEE-49E5-B72D-45768414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2D952-22A2-422D-A0A3-A1A94843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am learning to test a rock in two ways.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47035-F504-4112-BB0B-4A9B0FC1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show a safe mark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EDEBC-2611-4E93-9BCD-7F4E992B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watch where drops go.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8137C-1503-4494-AE39-4BF0159D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tell what I saw.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Made by Mat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5833872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0529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17A9D-1E64-4023-BEA7-F0D2BC80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CECE4-2220-48E2-BC70-29C7837A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SCI-BUILD-A2-W03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A3012-72D3-40BD-B9C1-5CF896CD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4597C-7F78-4C4D-9852-57EB6065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Point to a safe rock.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995381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5E8D1-9FB9-4BCA-A42B-972A8410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96FB4-6CBD-471B-8179-B3F3CCB8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SCI-BUILD-A2-W03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6D330-5A31-4178-965A-C8EE9007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7ED48-4F1D-4AE2-97F4-922F7770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Think back. Say, sign or 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00108-8D83-477B-919C-87EC078F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can we sort two rocks?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45E39-C08B-4A9A-AC3A-5B7821E6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can we do with a clean tub?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FF0B4-B140-4522-84C4-78EBE616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Name one body part that helps protect organs.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7660371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D1680-9683-48B6-A3C8-934A97BE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711A3-1F25-43DF-B246-732CAD99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SCI-BUILD-A2-W03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B10D7-9F0A-45ED-8F4A-BF33D537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7B522-D583-4A9D-B910-ADF3390E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Watch two safe tests.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EDFD9-B137-4D86-993F-AACCABC2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Adult uses one blunt tool. A gets a mark. Three drops stay on top.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1308659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1E40D-1DED-4142-9632-FEE54913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Picture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EF9A0-3ACE-42C4-AD89-C6759914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SCI-BUILD-A2-W03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AD8A3-DCB6-4963-9A71-2D0E8D75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8" name="" descr="Three cutaway models with droppers and trays: drops remain on top; drops pass through pores; or drops run round a rock edge. Inspect the real route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b4a7435cc4c50"/>
          <a:stretch xmlns:a="http://schemas.openxmlformats.org/drawingml/2006/main"/>
        </p:blipFill>
        <p:spPr>
          <a:xfrm xmlns:a="http://schemas.openxmlformats.org/drawingml/2006/main">
            <a:off x="4366347" y="1409700"/>
            <a:ext cx="3459307" cy="44767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3264439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1DCF6-5A32-45EF-9755-E969991F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Show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7A700-BD56-4A8D-A8F6-E06D6FFE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SCI-BUILD-A2-W03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42C75-09E8-4974-A341-7FE877D7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51E9A-C2E6-42F1-8BDE-857260C4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Is a wet top proof that water went right through?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4991528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A10B7-4CB4-433A-9FAE-A6438A8F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28BCD-128A-4767-9FCA-2F0E4442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SCI-BUILD-A2-W03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F9FC7-5174-41BC-8078-FDDA8FD6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84AD9-6633-4FA8-BDAC-EE060387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Test two safe rocks.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7065D-62AE-4E06-BCD3-A5D45F95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Mark B. Add three drops. The drops ____.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383124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5D6F5-0AD4-43FC-8EAD-B6D6984A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Talk, then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4C3DF-F7AA-4637-8D58-728B58D9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SCI-BUILD-A2-W03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E8FC2-7668-4816-911A-174BB856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E3A12-2EE0-4B1D-BCFD-0BAC8E50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Mark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8D169-850B-474B-AA63-FDBAC498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Water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31913-114F-4523-8A01-CE1B420E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Use an adult-held blunt tool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E4A4A-ED61-4C01-8641-DB140AA8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Add three drops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05442-6B51-423E-ACDD-961D1CEB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Look in the tray below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327578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72B7A-FDA4-4FEB-A7B8-340D33A8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F9F6C-D1EE-42FA-A69C-912EAFF6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SCI-BUILD-A2-W03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B04AB-14B7-4498-AF13-ABF812D0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F6E33-49E6-4917-BE23-C6B6D478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tray under a new rock C is wet before the water test. What should the class do first?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C06F1-6BB8-4278-9667-EB93C411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A.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Call C porous from the wet tray.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93F11-5D21-4276-9AE3-AEF83A5F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B.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Call C hard from the wet tray.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A9568-6FBC-4D77-9CCA-5BFC295D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C.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Skip the test and guess from colour.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B02B4-EFE5-44D3-80C6-155DCA0F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9707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D.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Dry the tray, then repeat the test.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0965391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F9FE6-6AA1-41F3-A436-A8BDF9FA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6A0C9-D1A4-4312-A6E9-4B00FAA2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SCI-BUILD-A2-W03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BA01C-ADB9-4D45-B051-95309E67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7DA32-711F-4688-9B49-404919C8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each test. Record what you saw.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A3F3B-0095-4E25-8CD1-D65A5967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Point to a mark and a wet rock.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2E302-F90B-4D66-8611-F463CB7B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see ____ on the rock.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295337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C434B-0823-458A-A1E1-70895508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6C378-69F6-4922-9979-9B6E9AD1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SCI-BUILD-A2-W03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01EEE-E3FB-49DD-BB70-6F27834E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01CAC-7818-4BDC-A739-4A1FA1F3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each test. Record what you saw.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F7DF9-D37A-4A4D-9B03-E6454325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both tests. Tell what you saw.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5D882-3F8A-47A3-9166-02BB037C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drops ____ on sample ____.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5956203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5A828-3D4E-4B21-8EBF-8ACFEE22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C3A1F-71A3-4CD9-AB96-95E789C4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SCI-BUILD-A2-W03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5E9D4-4511-4467-902D-D46F55A4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87A2E-353F-47AE-AAB3-5801C8D4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each test. Record what you saw.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87E36-DCA6-4894-8BE7-33D01676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Why use the same tool and drops?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AAD3B-77CE-4F31-BBF4-1CEFC9B0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This is fair as I kept ____ the same.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7114913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F2889-E575-45B7-9605-7296814D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0DE16-CC6E-46C9-A3A6-8241E7F4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SCI-BUILD-A2-W03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40452-1103-4129-8A26-D6B6B86C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DE7D2-43AA-4D80-82DB-CE09A554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Could a hard rock also let water through? Use each test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CFCE1-134E-4A31-905A-AFDAE180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drop slides off. How will you fix the test?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5127675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8ACD3-A472-4189-B25A-3079515B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9B505-E2C8-4218-8F34-66BCE993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SCI-BUILD-A2-W03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28A63-D9A2-4088-9649-2240DA79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C1F5A-6A13-4BB4-98B9-A3D90862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Check one result. Hear a next step.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0900705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81DD3-7A36-4F54-8DD5-A9D9737A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53CD0-8B63-4D0C-8942-095AE283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SCI-BUILD-A2-W03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46CF8-9295-4528-8986-01983A97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DBE88-2644-4656-A12C-B0536F1B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Tell an adult what you saw.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ECA88-6286-49DD-9331-B70F3ECE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Read it back: I am learning to test a rock in two ways.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0D628-B1A3-4C8A-9154-B1AC9DB1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feedback was… I showed…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BE561-6D4F-4F6B-A395-3D093253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Next I need to… try one small fix.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17F05-18B0-4EB6-905F-D648E678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I know: I can show a safe mark test. I can watch where drops go. I can tell what I saw.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70D1B-E67E-4597-870D-E83F90DB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529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Tell your teacher. They will pick our next start.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267C2-CF95-45E3-9A6F-6BF9310B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7964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Take one quiet minute before the next lesson.</a:t>
            </a:r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7519568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F1401-A92B-4AE3-9261-47DD3BA7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hardness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845AD-1A1B-4017-85CA-335C6A39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SCI-BUILD-A2-W03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6405C-3A80-47E0-B289-00853B44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80208-F06A-4336-9AD5-F4500141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hard a thing is to 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FD12F-66CA-42A8-8FFF-057AB2A0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tool marks this rock.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6745661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2C4C6-321F-41F0-A795-FABD5A66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absorb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6D871-6507-4851-8266-B17298A7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SCI-BUILD-A2-W03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BA63A-09C8-46A1-9435-3235E0DA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243C0-1AF1-4047-8EF9-7CCF4492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take in a liquid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CC0F4-372D-4DE0-8AFB-F9B9396A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Water soaks in.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33496119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AD6ED-E5AA-4FB1-9407-9856C2EC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water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0D652-7A83-41B1-8DF9-C837EFE8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SCI-BUILD-A2-W03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3AFFE-A185-4C68-95DC-2EBB1F71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92E07-14BD-42DB-A838-64AEF7B8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liquid used in our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6CD44-3FBC-4A3C-89D6-1DFCDD43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add three drops.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4854081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24462-5D27-4E05-B140-2DF2576A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FD319-15B4-48AD-8B3B-7EF7440F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SCI-BUILD-A2-W03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620C3-6E62-483F-AA56-4C2C62B0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E68DA-3568-48F7-AF6C-1715E296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check to find 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CD40E-6E18-46A9-A668-5CE4625C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test two rocks.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3001080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2026-09-25T12:28:43.5740000Z</dcterms:created>
  <dcterms:modified xsi:type="dcterms:W3CDTF">2026-09-25T12:28:43.5740000Z</dcterms:modified>
</coreProperties>
</file>