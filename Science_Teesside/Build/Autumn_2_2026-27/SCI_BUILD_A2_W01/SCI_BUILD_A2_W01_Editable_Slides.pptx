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90f4aca293a48a6" Type="http://schemas.openxmlformats.org/officeDocument/2006/relationships/officeDocument" Target="ppt/presentation.xml"/><Relationship Id="R21fbf76873f24521" Type="http://schemas.openxmlformats.org/package/2006/relationships/metadata/core-properties" Target="docProps/core.xml"/><Relationship Id="R4f31a5d070f54ba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2a55aa9eb44a51"/>
  </p:sldMasterIdLst>
  <p:notesMasterIdLst>
    <p:notesMasterId xmlns:r="http://schemas.openxmlformats.org/officeDocument/2006/relationships" r:id="R0e36f9a009b74c47"/>
  </p:notesMasterIdLst>
  <p:sldIdLst>
    <p:sldId xmlns:r="http://schemas.openxmlformats.org/officeDocument/2006/relationships" id="256" r:id="R462213c4023946f3"/>
    <p:sldId xmlns:r="http://schemas.openxmlformats.org/officeDocument/2006/relationships" id="257" r:id="R4da32afc91f54387"/>
    <p:sldId xmlns:r="http://schemas.openxmlformats.org/officeDocument/2006/relationships" id="258" r:id="R8d1fe85884a74ccb"/>
    <p:sldId xmlns:r="http://schemas.openxmlformats.org/officeDocument/2006/relationships" id="259" r:id="R507bf97aae104603"/>
    <p:sldId xmlns:r="http://schemas.openxmlformats.org/officeDocument/2006/relationships" id="260" r:id="Rb48f66358f554dce"/>
    <p:sldId xmlns:r="http://schemas.openxmlformats.org/officeDocument/2006/relationships" id="261" r:id="R76513c500cc64b3c"/>
    <p:sldId xmlns:r="http://schemas.openxmlformats.org/officeDocument/2006/relationships" id="262" r:id="R8dbb889653f34bcc"/>
    <p:sldId xmlns:r="http://schemas.openxmlformats.org/officeDocument/2006/relationships" id="263" r:id="R854b7ce3aa8649ad"/>
    <p:sldId xmlns:r="http://schemas.openxmlformats.org/officeDocument/2006/relationships" id="264" r:id="R3abfc9afdd384a47"/>
    <p:sldId xmlns:r="http://schemas.openxmlformats.org/officeDocument/2006/relationships" id="265" r:id="Rca56374b162a4384"/>
    <p:sldId xmlns:r="http://schemas.openxmlformats.org/officeDocument/2006/relationships" id="266" r:id="Re8d256009b9f44e5"/>
    <p:sldId xmlns:r="http://schemas.openxmlformats.org/officeDocument/2006/relationships" id="267" r:id="Rc12878b5f5674072"/>
    <p:sldId xmlns:r="http://schemas.openxmlformats.org/officeDocument/2006/relationships" id="268" r:id="R29f94946b2c94461"/>
    <p:sldId xmlns:r="http://schemas.openxmlformats.org/officeDocument/2006/relationships" id="269" r:id="R2e88139b705244a6"/>
    <p:sldId xmlns:r="http://schemas.openxmlformats.org/officeDocument/2006/relationships" id="270" r:id="R35b1f592f0504cb6"/>
    <p:sldId xmlns:r="http://schemas.openxmlformats.org/officeDocument/2006/relationships" id="271" r:id="Rc3f16334c37943f6"/>
    <p:sldId xmlns:r="http://schemas.openxmlformats.org/officeDocument/2006/relationships" id="272" r:id="R32705f03d01e47a8"/>
    <p:sldId xmlns:r="http://schemas.openxmlformats.org/officeDocument/2006/relationships" id="273" r:id="R1c49848ae4eb4761"/>
    <p:sldId xmlns:r="http://schemas.openxmlformats.org/officeDocument/2006/relationships" id="274" r:id="R0e1561c525fa4d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e1561c525fa4d40" Type="http://schemas.openxmlformats.org/officeDocument/2006/relationships/slide" Target="slides/slide19.xml"/><Relationship Id="R0e36f9a009b74c47" Type="http://schemas.openxmlformats.org/officeDocument/2006/relationships/notesMaster" Target="notesMasters/notesMaster1.xml"/><Relationship Id="R1c49848ae4eb4761" Type="http://schemas.openxmlformats.org/officeDocument/2006/relationships/slide" Target="slides/slide18.xml"/><Relationship Id="R29f94946b2c94461" Type="http://schemas.openxmlformats.org/officeDocument/2006/relationships/slide" Target="slides/slide13.xml"/><Relationship Id="R2e88139b705244a6" Type="http://schemas.openxmlformats.org/officeDocument/2006/relationships/slide" Target="slides/slide14.xml"/><Relationship Id="R3251d81c8d2e4f63" Type="http://schemas.openxmlformats.org/officeDocument/2006/relationships/presProps" Target="presProps.xml"/><Relationship Id="R32705f03d01e47a8" Type="http://schemas.openxmlformats.org/officeDocument/2006/relationships/slide" Target="slides/slide17.xml"/><Relationship Id="R35b1f592f0504cb6" Type="http://schemas.openxmlformats.org/officeDocument/2006/relationships/slide" Target="slides/slide15.xml"/><Relationship Id="R3abfc9afdd384a47" Type="http://schemas.openxmlformats.org/officeDocument/2006/relationships/slide" Target="slides/slide9.xml"/><Relationship Id="R44a454524a4d4005" Type="http://schemas.openxmlformats.org/officeDocument/2006/relationships/theme" Target="theme/theme1.xml"/><Relationship Id="R462213c4023946f3" Type="http://schemas.openxmlformats.org/officeDocument/2006/relationships/slide" Target="slides/slide1.xml"/><Relationship Id="R4da32afc91f54387" Type="http://schemas.openxmlformats.org/officeDocument/2006/relationships/slide" Target="slides/slide2.xml"/><Relationship Id="R507bf97aae104603" Type="http://schemas.openxmlformats.org/officeDocument/2006/relationships/slide" Target="slides/slide4.xml"/><Relationship Id="R76513c500cc64b3c" Type="http://schemas.openxmlformats.org/officeDocument/2006/relationships/slide" Target="slides/slide6.xml"/><Relationship Id="R854b7ce3aa8649ad" Type="http://schemas.openxmlformats.org/officeDocument/2006/relationships/slide" Target="slides/slide8.xml"/><Relationship Id="R8d1fe85884a74ccb" Type="http://schemas.openxmlformats.org/officeDocument/2006/relationships/slide" Target="slides/slide3.xml"/><Relationship Id="R8dbb889653f34bcc" Type="http://schemas.openxmlformats.org/officeDocument/2006/relationships/slide" Target="slides/slide7.xml"/><Relationship Id="Raf0ee19c1f1849e9" Type="http://schemas.openxmlformats.org/officeDocument/2006/relationships/tableStyles" Target="tableStyles.xml"/><Relationship Id="Rb48f66358f554dce" Type="http://schemas.openxmlformats.org/officeDocument/2006/relationships/slide" Target="slides/slide5.xml"/><Relationship Id="Rc12878b5f5674072" Type="http://schemas.openxmlformats.org/officeDocument/2006/relationships/slide" Target="slides/slide12.xml"/><Relationship Id="Rc3f16334c37943f6" Type="http://schemas.openxmlformats.org/officeDocument/2006/relationships/slide" Target="slides/slide16.xml"/><Relationship Id="Rca56374b162a4384" Type="http://schemas.openxmlformats.org/officeDocument/2006/relationships/slide" Target="slides/slide10.xml"/><Relationship Id="Rd32a55aa9eb44a51" Type="http://schemas.openxmlformats.org/officeDocument/2006/relationships/slideMaster" Target="slideMasters/slideMaster1.xml"/><Relationship Id="Re8d256009b9f44e5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b35fef36cd3144f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dcfb39619124dd5" Type="http://schemas.openxmlformats.org/officeDocument/2006/relationships/notesMaster" Target="../notesMasters/notesMaster1.xml"/><Relationship Id="R9c9793f1a56a466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e7a8e9ce44f45e5" Type="http://schemas.openxmlformats.org/officeDocument/2006/relationships/notesMaster" Target="../notesMasters/notesMaster1.xml"/><Relationship Id="R8f4fde3658e547d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e0c491ff6484215" Type="http://schemas.openxmlformats.org/officeDocument/2006/relationships/notesMaster" Target="../notesMasters/notesMaster1.xml"/><Relationship Id="R9c8c826449a7493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008fbdeb7444df6" Type="http://schemas.openxmlformats.org/officeDocument/2006/relationships/slide" Target="../slides/slide4.xml"/><Relationship Id="Rc137810cf6a6464b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2d876907a35443f" Type="http://schemas.openxmlformats.org/officeDocument/2006/relationships/notesMaster" Target="../notesMasters/notesMaster1.xml"/><Relationship Id="Rda0b224fcf2742f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b70634fde8b34f19" Type="http://schemas.openxmlformats.org/officeDocument/2006/relationships/slide" Target="../slides/slide6.xml"/><Relationship Id="Rba365b376b1444c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11c59b7a7d04c7a" Type="http://schemas.openxmlformats.org/officeDocument/2006/relationships/slide" Target="../slides/slide7.xml"/><Relationship Id="R46731be5b0db4ebe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46beaaa28d34f08" Type="http://schemas.openxmlformats.org/officeDocument/2006/relationships/notesMaster" Target="../notesMasters/notesMaster1.xml"/><Relationship Id="R99d5f201dbc24756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7bc7dfbf62947fc" Type="http://schemas.openxmlformats.org/officeDocument/2006/relationships/notesMaster" Target="../notesMasters/notesMaster1.xml"/><Relationship Id="Rfcbde4d5668d45c9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850235c1f0334725" Type="http://schemas.openxmlformats.org/officeDocument/2006/relationships/slide" Target="../slides/slide10.xml"/><Relationship Id="Rc1f6b909cbe0483a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021c48601424e22" Type="http://schemas.openxmlformats.org/officeDocument/2006/relationships/notesMaster" Target="../notesMasters/notesMaster1.xml"/><Relationship Id="R9e0930de8e6e48e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a1416a2ab1240de" Type="http://schemas.openxmlformats.org/officeDocument/2006/relationships/slide" Target="../slides/slide12.xml"/><Relationship Id="Rf050cb8ba44e4a35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716a1a171e4438a" Type="http://schemas.openxmlformats.org/officeDocument/2006/relationships/notesMaster" Target="../notesMasters/notesMaster1.xml"/><Relationship Id="R77ba0ac1cc4a43ea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1071cce9e33d4e20" Type="http://schemas.openxmlformats.org/officeDocument/2006/relationships/slide" Target="../slides/slide14.xml"/><Relationship Id="Rdb9b3d2f01094d0c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a9ab42ac2f6241a8" Type="http://schemas.openxmlformats.org/officeDocument/2006/relationships/notesMaster" Target="../notesMasters/notesMaster1.xml"/><Relationship Id="Rbd1afdeb53db4b29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bbc1899e758e40e0" Type="http://schemas.openxmlformats.org/officeDocument/2006/relationships/notesMaster" Target="../notesMasters/notesMaster1.xml"/><Relationship Id="Re3cac39040ef4f84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10b04850b3cd44ba" Type="http://schemas.openxmlformats.org/officeDocument/2006/relationships/slide" Target="../slides/slide17.xml"/><Relationship Id="R2cd9136ece3148e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43f1f2ea391846c5" Type="http://schemas.openxmlformats.org/officeDocument/2006/relationships/notesMaster" Target="../notesMasters/notesMaster1.xml"/><Relationship Id="Rdc8646a332be49e1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b56cc41d78344e87" Type="http://schemas.openxmlformats.org/officeDocument/2006/relationships/notesMaster" Target="../notesMasters/notesMaster1.xml"/><Relationship Id="Rb9abac25cb454950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SCI-BUILD-A2-W01</a:t>
            </a:r>
          </a:p>
          <a:p xmlns:a="http://schemas.openxmlformats.org/drawingml/2006/main">
            <a:r>
              <a:t>SoW objective: Describe how we can care for our environment: reduce, reuse and recycle (sustainability).</a:t>
            </a:r>
          </a:p>
          <a:p xmlns:a="http://schemas.openxmlformats.org/drawingml/2006/main">
            <a:r>
              <a:t>Reading band: BUILD below age 8</a:t>
            </a:r>
          </a:p>
          <a:p xmlns:a="http://schemas.openxmlformats.org/drawingml/2006/main">
            <a:r>
              <a:t>Staff focus: {'i_do': 'Watch the clean tub. What do I do again?', 'we_do': 'Point to the blank back. Which group fits?', 'independent': 'What can you do with this clean item before you take a new one?'}</a:t>
            </a:r>
          </a:p>
          <a:p xmlns:a="http://schemas.openxmlformats.org/drawingml/2006/main">
            <a:r>
              <a:t>Prompt ladder: ['Wait and count to 5.', 'Point to the sheet or tub.', 'Ask: Which one can you use again?', 'Model one card, then hand back.', 'Finish one card together, then let the pupil try the next.']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 ; BUILD scheme of work, Autumn 1 week 7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 ; BUILD scheme of work, Autumn 1 weeks 4 and 1</a:t>
            </a:r>
          </a:p>
          <a:p xmlns:a="http://schemas.openxmlformats.org/drawingml/2006/main">
            <a:r>
              <a:t>https://www.gov.uk/government/publications/national-planning-policy-for-waste/national-planning-policy-for-waste ; WRAP Recycle Now https://www.recyclenow.com/how-to-recycle/how-to-reduce-waste</a:t>
            </a:r>
          </a:p>
          <a:p xmlns:a="http://schemas.openxmlformats.org/drawingml/2006/main">
            <a:r>
              <a:t>https://www.gov.uk/government/publications/national-planning-policy-for-waste/national-planning-policy-for-waste</a:t>
            </a:r>
          </a:p>
          <a:p xmlns:a="http://schemas.openxmlformats.org/drawingml/2006/main">
            <a:r>
              <a:t>https://www.recyclenow.com/how-to-recycle/why-is-recycling-important</a:t>
            </a:r>
          </a:p>
          <a:p xmlns:a="http://schemas.openxmlformats.org/drawingml/2006/main">
            <a:r>
              <a:t>https://www.gov.uk/government/publications/waste-prevention-programme-for-england-maximising-resources-minimising-waste/the-waste-prevention-programme-for-england-maximising-resources-minimising-waste</a:t>
            </a:r>
          </a:p>
          <a:p xmlns:a="http://schemas.openxmlformats.org/drawingml/2006/main">
            <a:r>
              <a:t>https://www.gov.uk/guidance/simpler-recycling-household-recycling-in-england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Local school risk assessment and exact prepared kit; staff confirm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one safe, clean sheet and one clean tub; use first–then and a visual cue.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all three retrieval questions orally; source cells and answers are in this note.</a:t>
            </a:r>
          </a:p>
          <a:p xmlns:a="http://schemas.openxmlformats.org/drawingml/2006/main">
            <a:r>
              <a:t>Where do animals get food? → From what they eat.</a:t>
            </a:r>
          </a:p>
          <a:p xmlns:a="http://schemas.openxmlformats.org/drawingml/2006/main">
            <a:r>
              <a:t>What helps bones move? → Muscles.</a:t>
            </a:r>
          </a:p>
          <a:p xmlns:a="http://schemas.openxmlformats.org/drawingml/2006/main">
            <a:r>
              <a:t>What helps hold your body up? → A skeleton.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Pre-teach the four words with the kit; model the full sort; then ask the show-me check.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Three waste choices. Reuse only when safe; check local bins before recycling. Simplified;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part-done model, then the live card sort; offer F and H routes without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The category Use less is missing; pupil completes the category and gives a reason.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Write on a sheet's blank back → See the lesson teacher note.</a:t>
            </a:r>
          </a:p>
          <a:p xmlns:a="http://schemas.openxmlformats.org/drawingml/2006/main">
            <a:r>
              <a:t>Fill a clean tub again → See the lesson teacher note.</a:t>
            </a:r>
          </a:p>
          <a:p xmlns:a="http://schemas.openxmlformats.org/drawingml/2006/main">
            <a:r>
              <a:t>Check the local bin for a can → See the lesson teacher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symbol or point by default. Apply the 3-in-4 rule and a parallel hinge if needed; include one quiet-minute reset.</a:t>
            </a:r>
          </a:p>
          <a:p xmlns:a="http://schemas.openxmlformats.org/drawingml/2006/main">
            <a:r>
              <a:t>A. Take a fresh new bag. | Not correct | Takes a new item rather than reusing one.</a:t>
            </a:r>
          </a:p>
          <a:p xmlns:a="http://schemas.openxmlformats.org/drawingml/2006/main">
            <a:r>
              <a:t>B. Throw the cloth bag away. | Not correct | Confuses disposal with using less.</a:t>
            </a:r>
          </a:p>
          <a:p xmlns:a="http://schemas.openxmlformats.org/drawingml/2006/main">
            <a:r>
              <a:t>C. Use the cloth bag again. | Correct | Reuses the clean item before needing a new one.</a:t>
            </a:r>
          </a:p>
          <a:p xmlns:a="http://schemas.openxmlformats.org/drawingml/2006/main">
            <a:r>
              <a:t>D. Keep two new bags ready. | Not correct | Adds new items without a need.</a:t>
            </a:r>
          </a:p>
          <a:p xmlns:a="http://schemas.openxmlformats.org/drawingml/2006/main">
            <a:r>
              <a:t>About 3 in 4 or more right → move on; otherwise re-model with a clean refillable tub and ask the parallel hinge. Do not save or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pupils and the other holds the group; swap over the week. Hands-on item or card is valid.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pupils and the other holds the group; swap over the week. Hands-on item or card is valid.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pupils and the other holds the group; swap over the week. Hands-on item or card is valid.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VF and a specific NS(+); let the pupil edit (//). Include one quiet-minute reset.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the pupil by speech, sign, point, drawing or writing; use the response to choose the next starter. Include one quiet-minute reset.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d72e66a5b9a4cb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53de531c25e4ec8" Type="http://schemas.openxmlformats.org/officeDocument/2006/relationships/theme" Target="theme/theme2.xml"/><Relationship Id="R4cddc45fa84d42a0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ddc45fa84d42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af7e448a3414219" Type="http://schemas.openxmlformats.org/officeDocument/2006/relationships/slideLayout" Target="../slideLayouts/slideLayout1.xml"/><Relationship Id="Re053708e1aea497f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067ec0bc59ca413b" Type="http://schemas.openxmlformats.org/officeDocument/2006/relationships/slideLayout" Target="../slideLayouts/slideLayout1.xml"/><Relationship Id="Raeb9ef105f314d5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896e75d2489f4ca0" Type="http://schemas.openxmlformats.org/officeDocument/2006/relationships/slideLayout" Target="../slideLayouts/slideLayout1.xml"/><Relationship Id="Ra5a485fb44cb41c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8028a3208994fe4" Type="http://schemas.openxmlformats.org/officeDocument/2006/relationships/slideLayout" Target="../slideLayouts/slideLayout1.xml"/><Relationship Id="R99189301a2d841f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d6c20e127914bce" Type="http://schemas.openxmlformats.org/officeDocument/2006/relationships/notesSlide" Target="../notesSlides/notesSlide5.xml"/><Relationship Id="R731183390db84a92" Type="http://schemas.openxmlformats.org/officeDocument/2006/relationships/image" Target="../media/image.png"/><Relationship Id="Rd30e353baa2144bf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3fbbca8bb2d4872" Type="http://schemas.openxmlformats.org/officeDocument/2006/relationships/notesSlide" Target="../notesSlides/notesSlide6.xml"/><Relationship Id="R728ab63236a048d6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e4961c1652a4471" Type="http://schemas.openxmlformats.org/officeDocument/2006/relationships/notesSlide" Target="../notesSlides/notesSlide7.xml"/><Relationship Id="Ra5c75909ad974339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b191d86f5f2486c" Type="http://schemas.openxmlformats.org/officeDocument/2006/relationships/notesSlide" Target="../notesSlides/notesSlide8.xml"/><Relationship Id="R92ae74192b7544b8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0580b28a3c0467a" Type="http://schemas.openxmlformats.org/officeDocument/2006/relationships/notesSlide" Target="../notesSlides/notesSlide9.xml"/><Relationship Id="R530554948d7c434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5df3c614dc5a4199" Type="http://schemas.openxmlformats.org/officeDocument/2006/relationships/slideLayout" Target="../slideLayouts/slideLayout1.xml"/><Relationship Id="R6497a62bd3254ff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c1f1b1c003e44a2" Type="http://schemas.openxmlformats.org/officeDocument/2006/relationships/slideLayout" Target="../slideLayouts/slideLayout1.xml"/><Relationship Id="Rdf6c19b2bb35414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d092d67ed7a47a8" Type="http://schemas.openxmlformats.org/officeDocument/2006/relationships/notesSlide" Target="../notesSlides/notesSlide12.xml"/><Relationship Id="Rc9688366fbcd4bbf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23dcbe3304a1425d" Type="http://schemas.openxmlformats.org/officeDocument/2006/relationships/notesSlide" Target="../notesSlides/notesSlide13.xml"/><Relationship Id="Ra05c0dcadfa04b3f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64a4edf0b553452a" Type="http://schemas.openxmlformats.org/officeDocument/2006/relationships/notesSlide" Target="../notesSlides/notesSlide14.xml"/><Relationship Id="R8ade430bbb4a49d6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c22201936a304fc1" Type="http://schemas.openxmlformats.org/officeDocument/2006/relationships/slideLayout" Target="../slideLayouts/slideLayout1.xml"/><Relationship Id="Rdceec88e70c7451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a8e0d9ac69df4efd" Type="http://schemas.openxmlformats.org/officeDocument/2006/relationships/slideLayout" Target="../slideLayouts/slideLayout1.xml"/><Relationship Id="Reb04f08398c5425a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47122662f4574b49" Type="http://schemas.openxmlformats.org/officeDocument/2006/relationships/notesSlide" Target="../notesSlides/notesSlide17.xml"/><Relationship Id="R5afc90e4ce804855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712cc5962105423c" Type="http://schemas.openxmlformats.org/officeDocument/2006/relationships/slideLayout" Target="../slideLayouts/slideLayout1.xml"/><Relationship Id="R97aa123133224cc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5530f390386646ea" Type="http://schemas.openxmlformats.org/officeDocument/2006/relationships/notesSlide" Target="../notesSlides/notesSlide19.xml"/><Relationship Id="R907a274dcd29492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9E03F-EFE5-4828-8686-07F1DFAA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Use less, use again, sort waste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BC752-A8B2-4DF4-9A36-D1FA0EBA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EAED3-881A-4D71-96B6-45DBABF6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1B767-14EA-4F22-B5E8-7C980E3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choose ways to care for a place.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3744E-5A80-44D2-9CCB-191F2F0C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use less.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04306-BDE4-4340-87DB-1E58E021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use a thing again.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13A7C-9CB8-49A8-9FE8-EFC8AC6F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say why I chose it.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497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CA948-2693-4144-9917-20A79697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BEC74-7A31-4052-8095-9BBAAF83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9D20E-5C2C-4040-9B02-8820EC58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6D235-5BB9-4691-B1D3-9A16697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Look at the kit. Point to one thing you know.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871146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3819B-F889-4F76-8F28-93D0E44F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101FC-B160-4A60-993B-D693D061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4C751-E400-4FC4-ACDA-C37CF3E3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A6440-5D2F-46FD-97F5-1B7CCBAC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 it, sign it or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1EBD5-8BBC-43EA-B17B-37AD43EB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Where do animals get food?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C1BB0-F323-41B2-9715-F0264B4A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helps bones move?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6478C-1FEF-4673-833E-BB834E1F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helps hold your body up?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83042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74875-B101-4F90-BE62-1B99EE3B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196C0-7EBC-4697-B15D-21F6B939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2ADEF-C4F1-41F5-9FCC-BCFA359B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5CAF2-DCA0-4A40-8B6F-98AFBF7B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me sort one clean card.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D636A-AE8A-4414-823A-EB8C3761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clean tub can be filled again. I put it in Use again. It needs no new tub.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17716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B70AD-644F-4BA3-9343-BDED8F99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D842B-A9B2-44FC-BB4E-018989A1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12611-2C8B-46E4-AEEB-ACEBB535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Three pictures: use one bottle, use a clean tub again for pencils, and put an accepted can in a recycling bin after a local check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183390db84a92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51323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A8FA8-8A10-4857-B60E-DFCBDF96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FAE16-3031-4A69-B701-35036CF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82F2D-5632-4953-8F6E-C60ABD04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E2E75-568E-4FED-B90A-AB67DFD5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write on the back. Do I need a new sheet?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659520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5B568-681B-4FF3-9E94-5CE9D153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97C0B-B953-4F73-851E-DF5A8232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0F9E3-97B1-4914-9C79-C3A3122A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78555-953D-49B0-B24A-5B8F9797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Sort the clean cards with 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17345-7C67-49BF-8190-99221A75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sheet has a blank back. I can write there. I put it in ____.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427272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B5BEE-9AB9-44F0-A9E4-621C1D46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1166B-E890-4C6C-BE15-23F6C20C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F6B6D-24DA-47B6-96DB-CF967F6A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C5D5E-E95B-46B1-B736-BC562CD4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0F21B-1B6A-44B5-85DC-996DC65F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again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63A44-195C-46A7-9C13-79359CBC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local bin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500CB-48AE-4F84-9798-90D3FD3F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Write on a sheet's blank 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0BF95-3FAE-4A84-9194-B2EE4CFD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Fill a clean tub again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1BA3E-D427-448E-81F9-321D8EEA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the local bin for a can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16501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C7400-113B-40EC-8E40-3B0485C9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DBE97-52A2-4D51-B882-21CDDB2A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0ABA5-926A-4BEC-BD36-6F364447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3E168-6EFC-49B0-A260-E449B77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clean cloth bag is ready for another trip. Which choice uses less new material?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6522E-3B84-40C5-AE55-FCAACD38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Take a fresh new bag.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E5204-1F34-48EA-B90D-D3B3BD89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Throw the cloth bag away.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A3E05-BA6A-49F9-9E9E-90F6AB3B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the cloth bag again.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38A1E-5EE5-4EAB-9CAE-3646F65D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707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Keep two new bags ready.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163927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5A9BF-48DD-4E46-B203-FD367463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6B55D-E82D-4049-9CA4-1F6C38BB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6EE34-A9EF-452C-A39A-2DC31182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7623D-62C2-4076-982A-AD8BB43B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clean item. Show what you can 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625DA-54D9-4E5F-AEB3-CB753781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Pick one way to use less.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750C6-B454-4102-8824-E7C444B9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use less when I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13123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E8035-125C-404C-9A55-3AEF41C6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2D0B3-D6CD-4579-93FD-975BF548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0F61F-70FD-4F2E-8504-B17A0914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9CECF-BF8B-47EF-AAB1-C469184B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clean item. Show what you can 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49843-E452-4FD8-8B3D-80AF53F9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one item you can use again. Say why.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ADA91-16A4-4697-A0BE-952FE1F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use ____ again because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358669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21BC2-2AF8-41BD-ACA3-D20AF1D3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F391E-4A10-480D-A8CA-629D57F2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DED58-AEFE-4C53-913B-75886E12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F8F94-212D-4567-9AA8-DE7386FB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clean item. Show what you can 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D5756-55B2-4A33-8623-B5854F19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Which uses less new stuff: fill a clean tub again or take a new tub? Why?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06504-9D45-40EB-A944-498D5233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choose ____ because it needs less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774541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F7B0A-B1B7-446D-92E3-4A662108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D81F3-C7F0-4F0D-8DAB-887E39F7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90C47-D9CA-460D-91E7-87485DCE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DCE0F-7405-47DD-8DB3-B545B73C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Could one safe item be used again before it is sorted for a bin? Show how.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10693-15EE-4926-A045-A4D1574A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Tub or sheet: pick a first step for each. Which avoids a new item? Why?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993811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A5DD8-F4E7-4D39-927E-80BDC108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B3867-88F1-4E86-8D59-A33A1BE4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28717-0593-4A50-A23B-70ADF345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7B3C5-88C5-4CB0-8778-3C875453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one step. Hear one next step. Try it.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984343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6958B-ECC1-4B17-9CFA-C4A1529C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1B632-8421-465B-A7CA-36B1FFC1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77E23-0FCD-4494-B5C7-C78487AF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A7C28-270C-402D-929A-956EBD31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how you know. Tell your teacher.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57D80-A656-4BFB-AA94-0B6F983A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Read it back: I am learning to choose ways to care for a place.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09E9E-ECBA-4181-87C2-5D9BA955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I showed…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E1A29-D0D9-4E1D-84F4-A49C63A4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to… try one small fix.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B47F2-13BD-442B-8726-52A78DC2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use less. I can use a thing again. I can say why I chose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5D406-FEB5-4624-B8E1-C59BE758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52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your teacher. They will pick our next start.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00009-A436-4AF8-9F46-0FD170EE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96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Take one quiet minute before the next lesson.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816956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63EB9-B948-4156-9FD8-C29D0952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reduce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E1D7F-6EBE-4AFF-BFA6-C7653186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9164E-4919-4E34-8F31-40924D87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8AE2E-FFCF-4EDD-8FBB-EFFAC050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7BE2D-5D67-4DA7-9556-94E173A4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use the back. I need less paper.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427081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F052E-34BD-46C2-B34E-B531B21D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reuse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85466-C58E-4A9A-AD1E-59550B82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82562-E1AF-4633-B16F-A20828B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D6F86-4511-433E-B94E-EC728EC1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a thing again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6D35B-5897-44AE-A581-8480F549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fill a clean tub again.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498687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A88BC-F707-471F-A2A6-C11AD6C4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E7ED8-69BA-4AC4-9B2A-2D6294E9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7F507-464E-4D00-924A-6B1FA276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CC625-93C6-4651-BED6-3E148EE1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make new things from old stuff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771C7-8389-40E5-9ED0-9D3E97D5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An old can can be made into a new thing.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178610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6C5C4-43E2-44E8-8476-9E26B29F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material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5BDBC-6FC0-496F-8E78-8EA04CA2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SCI-BUILD-A2-W01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84417-7664-4769-AF55-0A256802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525C4-D63D-4C1A-86D6-FF9F9FC7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a thing is made 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AF22C-B34D-4085-A5C6-E9D35EE2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can is made of metal.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76560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2026-09-25T12:28:35.1800000Z</dcterms:created>
  <dcterms:modified xsi:type="dcterms:W3CDTF">2026-09-25T12:28:35.1800000Z</dcterms:modified>
</coreProperties>
</file>