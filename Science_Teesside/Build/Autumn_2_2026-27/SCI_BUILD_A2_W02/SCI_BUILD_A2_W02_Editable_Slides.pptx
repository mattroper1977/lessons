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6074fae98864d6c" Type="http://schemas.openxmlformats.org/officeDocument/2006/relationships/extended-properties" Target="docProps/app.xml"/><Relationship Id="Rd055cc70b3744637" Type="http://schemas.openxmlformats.org/package/2006/relationships/metadata/core-properties" Target="docProps/core.xml"/><Relationship Id="Rfe9f8e22f0084b9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e5d398e17e4033"/>
  </p:sldMasterIdLst>
  <p:notesMasterIdLst>
    <p:notesMasterId xmlns:r="http://schemas.openxmlformats.org/officeDocument/2006/relationships" r:id="Re91795d7ccd5455f"/>
  </p:notesMasterIdLst>
  <p:sldIdLst>
    <p:sldId xmlns:r="http://schemas.openxmlformats.org/officeDocument/2006/relationships" id="256" r:id="R8e98f0b9e59f4a3d"/>
    <p:sldId xmlns:r="http://schemas.openxmlformats.org/officeDocument/2006/relationships" id="257" r:id="R60ee4ecf54944423"/>
    <p:sldId xmlns:r="http://schemas.openxmlformats.org/officeDocument/2006/relationships" id="258" r:id="Rcab224d14a244f25"/>
    <p:sldId xmlns:r="http://schemas.openxmlformats.org/officeDocument/2006/relationships" id="259" r:id="R0492998dddbb47d5"/>
    <p:sldId xmlns:r="http://schemas.openxmlformats.org/officeDocument/2006/relationships" id="260" r:id="R477c1b6a0b9e4631"/>
    <p:sldId xmlns:r="http://schemas.openxmlformats.org/officeDocument/2006/relationships" id="261" r:id="R5804692728b24343"/>
    <p:sldId xmlns:r="http://schemas.openxmlformats.org/officeDocument/2006/relationships" id="262" r:id="R5d035bf322cf4752"/>
    <p:sldId xmlns:r="http://schemas.openxmlformats.org/officeDocument/2006/relationships" id="263" r:id="R01b7073ce1ec4c97"/>
    <p:sldId xmlns:r="http://schemas.openxmlformats.org/officeDocument/2006/relationships" id="264" r:id="Rf9fc31b7067644ad"/>
    <p:sldId xmlns:r="http://schemas.openxmlformats.org/officeDocument/2006/relationships" id="265" r:id="Rad8c5fc013e8453a"/>
    <p:sldId xmlns:r="http://schemas.openxmlformats.org/officeDocument/2006/relationships" id="266" r:id="R83341406f63c458d"/>
    <p:sldId xmlns:r="http://schemas.openxmlformats.org/officeDocument/2006/relationships" id="267" r:id="R46123e32e2fa43c3"/>
    <p:sldId xmlns:r="http://schemas.openxmlformats.org/officeDocument/2006/relationships" id="268" r:id="Rb85aa8bacb8241f8"/>
    <p:sldId xmlns:r="http://schemas.openxmlformats.org/officeDocument/2006/relationships" id="269" r:id="R8c18be6ef24d4164"/>
    <p:sldId xmlns:r="http://schemas.openxmlformats.org/officeDocument/2006/relationships" id="270" r:id="R403fa73c18ad4bfa"/>
    <p:sldId xmlns:r="http://schemas.openxmlformats.org/officeDocument/2006/relationships" id="271" r:id="Rc8fb1eb87f164691"/>
    <p:sldId xmlns:r="http://schemas.openxmlformats.org/officeDocument/2006/relationships" id="272" r:id="Rb9dd9ac340a04914"/>
    <p:sldId xmlns:r="http://schemas.openxmlformats.org/officeDocument/2006/relationships" id="273" r:id="R373edae6f90b41ea"/>
    <p:sldId xmlns:r="http://schemas.openxmlformats.org/officeDocument/2006/relationships" id="274" r:id="R2b6a356a39cc4b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b7073ce1ec4c97" Type="http://schemas.openxmlformats.org/officeDocument/2006/relationships/slide" Target="slides/slide8.xml"/><Relationship Id="R0492998dddbb47d5" Type="http://schemas.openxmlformats.org/officeDocument/2006/relationships/slide" Target="slides/slide4.xml"/><Relationship Id="R2b6a356a39cc4b1a" Type="http://schemas.openxmlformats.org/officeDocument/2006/relationships/slide" Target="slides/slide19.xml"/><Relationship Id="R373edae6f90b41ea" Type="http://schemas.openxmlformats.org/officeDocument/2006/relationships/slide" Target="slides/slide18.xml"/><Relationship Id="R403fa73c18ad4bfa" Type="http://schemas.openxmlformats.org/officeDocument/2006/relationships/slide" Target="slides/slide15.xml"/><Relationship Id="R46123e32e2fa43c3" Type="http://schemas.openxmlformats.org/officeDocument/2006/relationships/slide" Target="slides/slide12.xml"/><Relationship Id="R477c1b6a0b9e4631" Type="http://schemas.openxmlformats.org/officeDocument/2006/relationships/slide" Target="slides/slide5.xml"/><Relationship Id="R5804692728b24343" Type="http://schemas.openxmlformats.org/officeDocument/2006/relationships/slide" Target="slides/slide6.xml"/><Relationship Id="R5d035bf322cf4752" Type="http://schemas.openxmlformats.org/officeDocument/2006/relationships/slide" Target="slides/slide7.xml"/><Relationship Id="R60ee4ecf54944423" Type="http://schemas.openxmlformats.org/officeDocument/2006/relationships/slide" Target="slides/slide2.xml"/><Relationship Id="R66e5d398e17e4033" Type="http://schemas.openxmlformats.org/officeDocument/2006/relationships/slideMaster" Target="slideMasters/slideMaster1.xml"/><Relationship Id="R83341406f63c458d" Type="http://schemas.openxmlformats.org/officeDocument/2006/relationships/slide" Target="slides/slide11.xml"/><Relationship Id="R8c18be6ef24d4164" Type="http://schemas.openxmlformats.org/officeDocument/2006/relationships/slide" Target="slides/slide14.xml"/><Relationship Id="R8e98f0b9e59f4a3d" Type="http://schemas.openxmlformats.org/officeDocument/2006/relationships/slide" Target="slides/slide1.xml"/><Relationship Id="R951a50172b734eb0" Type="http://schemas.openxmlformats.org/officeDocument/2006/relationships/presProps" Target="presProps.xml"/><Relationship Id="Rad8c5fc013e8453a" Type="http://schemas.openxmlformats.org/officeDocument/2006/relationships/slide" Target="slides/slide10.xml"/><Relationship Id="Rb85aa8bacb8241f8" Type="http://schemas.openxmlformats.org/officeDocument/2006/relationships/slide" Target="slides/slide13.xml"/><Relationship Id="Rb9dd9ac340a04914" Type="http://schemas.openxmlformats.org/officeDocument/2006/relationships/slide" Target="slides/slide17.xml"/><Relationship Id="Rc8fb1eb87f164691" Type="http://schemas.openxmlformats.org/officeDocument/2006/relationships/slide" Target="slides/slide16.xml"/><Relationship Id="Rcaa3ea05a4574d49" Type="http://schemas.openxmlformats.org/officeDocument/2006/relationships/theme" Target="theme/theme1.xml"/><Relationship Id="Rcab224d14a244f25" Type="http://schemas.openxmlformats.org/officeDocument/2006/relationships/slide" Target="slides/slide3.xml"/><Relationship Id="Re5f16c96e35745dc" Type="http://schemas.openxmlformats.org/officeDocument/2006/relationships/tableStyles" Target="tableStyles.xml"/><Relationship Id="Re91795d7ccd5455f" Type="http://schemas.openxmlformats.org/officeDocument/2006/relationships/notesMaster" Target="notesMasters/notesMaster1.xml"/><Relationship Id="Rf9fc31b7067644ad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5e06f5da81514a3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bc6492f9ba6415f" Type="http://schemas.openxmlformats.org/officeDocument/2006/relationships/notesMaster" Target="../notesMasters/notesMaster1.xml"/><Relationship Id="Rd55bc5d30da1470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f428f4f35004b96" Type="http://schemas.openxmlformats.org/officeDocument/2006/relationships/slide" Target="../slides/slide2.xml"/><Relationship Id="R57aa9597d5c8496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e20ad5c70424749" Type="http://schemas.openxmlformats.org/officeDocument/2006/relationships/notesMaster" Target="../notesMasters/notesMaster1.xml"/><Relationship Id="Rd8f8b755bf8a42b4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612e2e137744576" Type="http://schemas.openxmlformats.org/officeDocument/2006/relationships/notesMaster" Target="../notesMasters/notesMaster1.xml"/><Relationship Id="Reb475dc0d56d449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d39e6759c984e7f" Type="http://schemas.openxmlformats.org/officeDocument/2006/relationships/notesMaster" Target="../notesMasters/notesMaster1.xml"/><Relationship Id="Rde2057b7220647c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bdbb866238247cc" Type="http://schemas.openxmlformats.org/officeDocument/2006/relationships/slide" Target="../slides/slide6.xml"/><Relationship Id="Re02c73dbc09c47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6c40ba4c11c4f5a" Type="http://schemas.openxmlformats.org/officeDocument/2006/relationships/slide" Target="../slides/slide7.xml"/><Relationship Id="R81ef70efb7a04103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420dd02a577497b" Type="http://schemas.openxmlformats.org/officeDocument/2006/relationships/notesMaster" Target="../notesMasters/notesMaster1.xml"/><Relationship Id="Rd31c72badf9f4da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914a8d6282cc4b43" Type="http://schemas.openxmlformats.org/officeDocument/2006/relationships/notesMaster" Target="../notesMasters/notesMaster1.xml"/><Relationship Id="Rf38eded52e90426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0bc47a9d4194eff" Type="http://schemas.openxmlformats.org/officeDocument/2006/relationships/notesMaster" Target="../notesMasters/notesMaster1.xml"/><Relationship Id="R26d2d98f3597457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3f920cb4bf14cfe" Type="http://schemas.openxmlformats.org/officeDocument/2006/relationships/slide" Target="../slides/slide11.xml"/><Relationship Id="R842c707d24f64fd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adbd9f60c0541c2" Type="http://schemas.openxmlformats.org/officeDocument/2006/relationships/notesMaster" Target="../notesMasters/notesMaster1.xml"/><Relationship Id="R6c10b68006494230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0d83b600f1584129" Type="http://schemas.openxmlformats.org/officeDocument/2006/relationships/notesMaster" Target="../notesMasters/notesMaster1.xml"/><Relationship Id="Rf3b00c2e7ae5407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02b1f7687b274abb" Type="http://schemas.openxmlformats.org/officeDocument/2006/relationships/slide" Target="../slides/slide14.xml"/><Relationship Id="R0ccbad1c44a74af6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817cf00a8304bce" Type="http://schemas.openxmlformats.org/officeDocument/2006/relationships/notesMaster" Target="../notesMasters/notesMaster1.xml"/><Relationship Id="R7b876d6409cf45f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cc9fb3ddf664a3f" Type="http://schemas.openxmlformats.org/officeDocument/2006/relationships/notesMaster" Target="../notesMasters/notesMaster1.xml"/><Relationship Id="R61ffe1ade7dc49c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8c0ce839063e4401" Type="http://schemas.openxmlformats.org/officeDocument/2006/relationships/slide" Target="../slides/slide17.xml"/><Relationship Id="Rfbaf4971863f453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3d89b8ef6604ddd" Type="http://schemas.openxmlformats.org/officeDocument/2006/relationships/notesMaster" Target="../notesMasters/notesMaster1.xml"/><Relationship Id="R18baac6861b7402c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ba5658880f43475a" Type="http://schemas.openxmlformats.org/officeDocument/2006/relationships/notesMaster" Target="../notesMasters/notesMaster1.xml"/><Relationship Id="Rdfc05b77d8b640a2" Type="http://schemas.openxmlformats.org/officeDocument/2006/relationships/slide" Target="../slides/slide19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SCI-BUILD-A2-W02</a:t>
            </a:r>
          </a:p>
          <a:p xmlns:a="http://schemas.openxmlformats.org/drawingml/2006/main">
            <a:r>
              <a:t>SoW objective: Compare and group rocks by their appearance and simple properties.</a:t>
            </a:r>
          </a:p>
          <a:p xmlns:a="http://schemas.openxmlformats.org/drawingml/2006/main">
            <a:r>
              <a:t>Reading band: BUILD below age 8</a:t>
            </a:r>
          </a:p>
          <a:p xmlns:a="http://schemas.openxmlformats.org/drawingml/2006/main">
            <a:r>
              <a:t>Staff focus: {'i_do': 'Watch my first step. What do you see?', 'we_do': 'What step is missing? Show it with the kit.', 'independent': 'What can you do first on your own?'}</a:t>
            </a:r>
          </a:p>
          <a:p xmlns:a="http://schemas.openxmlformats.org/drawingml/2006/main">
            <a:r>
              <a:t>Prompt ladder: ['Wait and count to 5.', 'Point to the object or model.', 'Ask: What will you check next?', 'Model one step and give the next turn back.', 'Finish one example together, then let the pupil try.']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 ; https://www.bgs.ac.uk/discovering-geology/maps-and-resources/grain-size-charts/</a:t>
            </a:r>
          </a:p>
          <a:p xmlns:a="http://schemas.openxmlformats.org/drawingml/2006/main">
            <a:r>
              <a:t>BUILD scheme of work, Autumn 2 week 1</a:t>
            </a:r>
          </a:p>
          <a:p xmlns:a="http://schemas.openxmlformats.org/drawingml/2006/main">
            <a:r>
              <a:t>BUILD scheme of work, Autumn 1 week 7</a:t>
            </a:r>
          </a:p>
          <a:p xmlns:a="http://schemas.openxmlformats.org/drawingml/2006/main">
            <a:r>
              <a:t>BUILD scheme of work, Autumn 1 week 4</a:t>
            </a:r>
          </a:p>
          <a:p xmlns:a="http://schemas.openxmlformats.org/drawingml/2006/main">
            <a:r>
              <a:t>Local school risk assessment and CLEAPSS guidance; staff confirm exact 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safe kit choice and short first–then cue.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three low-stakes prior questions; answers in note.</a:t>
            </a:r>
          </a:p>
          <a:p xmlns:a="http://schemas.openxmlformats.org/drawingml/2006/main">
            <a:r>
              <a:t>What are three ways to use less waste? → Use less, use again, recycle.</a:t>
            </a:r>
          </a:p>
          <a:p xmlns:a="http://schemas.openxmlformats.org/drawingml/2006/main">
            <a:r>
              <a:t>How do animals get food? → From what they eat.</a:t>
            </a:r>
          </a:p>
          <a:p xmlns:a="http://schemas.openxmlformats.org/drawingml/2006/main">
            <a:r>
              <a:t>Which part helps you move with bones? → Muscles.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Pre-teach words; show the full model; ask the show-me check.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grains with a hand lens. Compare with a smoother sample. Simplified;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sample with the rough surface; depend on the real kit.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over the missing step; offer F or H route. Reset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Name the group from an observed property.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Practice clue: smooth face → Smooth</a:t>
            </a:r>
          </a:p>
          <a:p xmlns:a="http://schemas.openxmlformats.org/drawingml/2006/main">
            <a:r>
              <a:t>Practice clue: bumpy face → Rough</a:t>
            </a:r>
          </a:p>
          <a:p xmlns:a="http://schemas.openxmlformats.org/drawingml/2006/main">
            <a:r>
              <a:t>Practice clue: jagged edge → Rough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Take all pupil responses at once; use decision rule and parallel hinge.</a:t>
            </a:r>
          </a:p>
          <a:p xmlns:a="http://schemas.openxmlformats.org/drawingml/2006/main">
            <a:r>
              <a:t>A. Check one thing you can see or feel | Correct | Uses an observed property.</a:t>
            </a:r>
          </a:p>
          <a:p xmlns:a="http://schemas.openxmlformats.org/drawingml/2006/main">
            <a:r>
              <a:t>B. Guess from the name | Not correct | Uses a label instead of checking.</a:t>
            </a:r>
          </a:p>
          <a:p xmlns:a="http://schemas.openxmlformats.org/drawingml/2006/main">
            <a:r>
              <a:t>C. Call them the same | Not correct | Misses a possible difference.</a:t>
            </a:r>
          </a:p>
          <a:p xmlns:a="http://schemas.openxmlformats.org/drawingml/2006/main">
            <a:r>
              <a:t>D. Use only a photo of colour | Not correct | Assumes one cue tells all properties.</a:t>
            </a:r>
          </a:p>
          <a:p xmlns:a="http://schemas.openxmlformats.org/drawingml/2006/main">
            <a:r>
              <a:t>About 3 in 4 or more right → move on; otherwise re-model This rock feels rough. I put it with the rough rocks. Ask the parallel hinge. No scores or answers saved.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one adult for supported pupils, one for group; swap across the week.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VF and one NS(+); invite one self-edit. Reset once.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feedback and next step, choose next start, then one-minute reset.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1868a952b21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a437f70c4cf4183" Type="http://schemas.openxmlformats.org/officeDocument/2006/relationships/slideLayout" Target="../slideLayouts/slideLayout1.xml"/><Relationship Id="R6edaec7650ad420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37f70c4cf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b5703288eda4744" Type="http://schemas.openxmlformats.org/officeDocument/2006/relationships/slideLayout" Target="../slideLayouts/slideLayout1.xml"/><Relationship Id="R68e2fea49f4f434b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2c73213661684424" Type="http://schemas.openxmlformats.org/officeDocument/2006/relationships/notesSlide" Target="../notesSlides/notesSlide2.xml"/><Relationship Id="R8582e5450402422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daea29da7f049b7" Type="http://schemas.openxmlformats.org/officeDocument/2006/relationships/notesSlide" Target="../notesSlides/notesSlide3.xml"/><Relationship Id="R9ac67f0e99bd471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ff58d13ebab470b" Type="http://schemas.openxmlformats.org/officeDocument/2006/relationships/notesSlide" Target="../notesSlides/notesSlide4.xml"/><Relationship Id="Rbbc22b482b9d4719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6198adff09e4377" Type="http://schemas.openxmlformats.org/officeDocument/2006/relationships/notesSlide" Target="../notesSlides/notesSlide5.xml"/><Relationship Id="R5bfc5542c3ce4e85" Type="http://schemas.openxmlformats.org/officeDocument/2006/relationships/image" Target="../media/image.png"/><Relationship Id="R6f4e546d0429493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c37c3236c0b4d23" Type="http://schemas.openxmlformats.org/officeDocument/2006/relationships/notesSlide" Target="../notesSlides/notesSlide6.xml"/><Relationship Id="R62b2aa3f8b3f496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bdbbd9b70c8b485d" Type="http://schemas.openxmlformats.org/officeDocument/2006/relationships/notesSlide" Target="../notesSlides/notesSlide7.xml"/><Relationship Id="Rf6f891ae161f42a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893b7b0a59d4c35" Type="http://schemas.openxmlformats.org/officeDocument/2006/relationships/notesSlide" Target="../notesSlides/notesSlide8.xml"/><Relationship Id="R562bf11780a04a4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816d2308db164916" Type="http://schemas.openxmlformats.org/officeDocument/2006/relationships/notesSlide" Target="../notesSlides/notesSlide9.xml"/><Relationship Id="R9eb3d61d59db46c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06dc70635614b87" Type="http://schemas.openxmlformats.org/officeDocument/2006/relationships/slideLayout" Target="../slideLayouts/slideLayout1.xml"/><Relationship Id="Rb940832e15d941e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d2cb01a174344dc" Type="http://schemas.openxmlformats.org/officeDocument/2006/relationships/notesSlide" Target="../notesSlides/notesSlide11.xml"/><Relationship Id="Reb159d6544e74516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bfdc17245ce64e4a" Type="http://schemas.openxmlformats.org/officeDocument/2006/relationships/slideLayout" Target="../slideLayouts/slideLayout1.xml"/><Relationship Id="Rc5c57160f861499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3fc7a45a95ee4f5b" Type="http://schemas.openxmlformats.org/officeDocument/2006/relationships/notesSlide" Target="../notesSlides/notesSlide13.xml"/><Relationship Id="Rd867c5709f5444e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8edae178fa394cc8" Type="http://schemas.openxmlformats.org/officeDocument/2006/relationships/notesSlide" Target="../notesSlides/notesSlide14.xml"/><Relationship Id="Rb63735a68ff2497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a459ceb402b54649" Type="http://schemas.openxmlformats.org/officeDocument/2006/relationships/notesSlide" Target="../notesSlides/notesSlide15.xml"/><Relationship Id="Rdced288cb02040fd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5e81b8502f4a454c" Type="http://schemas.openxmlformats.org/officeDocument/2006/relationships/slideLayout" Target="../slideLayouts/slideLayout1.xml"/><Relationship Id="Rfe99d0704b67422d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42a303688ae456e" Type="http://schemas.openxmlformats.org/officeDocument/2006/relationships/notesSlide" Target="../notesSlides/notesSlide17.xml"/><Relationship Id="R6c2c9b4da91d4ea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8ae995031a094167" Type="http://schemas.openxmlformats.org/officeDocument/2006/relationships/notesSlide" Target="../notesSlides/notesSlide18.xml"/><Relationship Id="R8c43f7f22f894d38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3cda20244f44165" Type="http://schemas.openxmlformats.org/officeDocument/2006/relationships/slideLayout" Target="../slideLayouts/slideLayout1.xml"/><Relationship Id="Rc96668deb01f4f63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4FD41-3A1A-4485-97D8-0F82FE7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Look closely at rocks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A5763-488F-4F61-8313-AB9F6E4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3ECE4-0C5C-43CF-93EF-E3157A40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5B1A7-5FF4-44CA-B03E-EA730538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look at rocks and sort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02EB-1B4C-40BA-A59B-F0CF5A16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look and feel.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60C9A-101D-4018-9A9C-41AB254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sort two rocks.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5BE2C-A126-4A9D-A8C9-F3A70EFB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tell my sort rule.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6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A22B9-9C74-4E07-B13B-FFFFEA90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45F77-1957-42D3-A3A8-E0F81DD6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25F28-3FAF-49B8-A026-65BF5141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124ED-DDA9-4760-BD55-E4ADFA3C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two safe rocks. Point to one you know.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1399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229DB-2FFF-4ECC-8453-CDBB18BE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5E333-619C-4D1D-AF94-6E54715B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D86D5-2ED1-474D-9724-99D944B5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6D2C9-98D9-427E-87EA-B03836C7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Think back. Say, sign or 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301DE-9AFE-4FE6-AA4A-22528C9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are three ways to use less waste?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9DCC8-1602-4FEC-8BCB-47B5148B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do animals get food?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DDAD77-D2BE-4FDB-A9D8-BD44AFEA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Which part helps you move with bones?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19937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AC804-0803-4F11-813D-13303DD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2E240-6820-4ABD-AFB0-FD76F5E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4839A-84A1-4B46-ACAF-8B398C10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B73E1-9E4C-4939-9CDE-D2AC1DB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one rock sort.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59B66-E98D-4896-AF7F-D196C011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rock feels rough. I put it with the rough rocks.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45931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95B26-3182-49FD-8055-6B179531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2A544-53B0-46E1-91C7-62B33727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7D880-06B7-4185-B3FD-F6917721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Drawn rock samples show visible grains and a smooth face; a hand lens enlarges the grain view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c5542c3ce4e85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1116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F0255-3097-46FC-9BEB-82FF6A6C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7A69A-3507-424E-BCA6-F22231F6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2E628-78D1-445B-BE3D-128060FF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A3AB6-6BB0-4589-A4D5-10C369F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Point to the sample that feels rough.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14258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BDDF0-37AA-4206-B0B4-2AD99665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94CA8-B1D9-4D84-9A16-CBAAE75E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8C4C0-8314-47DC-915C-0A6428A0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9F2CD-4B85-47C1-A528-2960C6BB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Feel two rocks. Sort safe samples.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B732B-F796-4B6C-93E1-B14DF238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rock feels smooth. I put it with the ____ rocks.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67106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FAFB7-09FC-45ED-A6FD-D234C79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1EB8D-1E65-4DC0-B9A2-B700412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E66B7-8F55-4DB5-9D22-C8CF1454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5DF62-1C5A-4BA4-90D3-B858849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Smooth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E7DD8-F502-4F8B-A3A9-2AC0E988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283E1-E18C-4E1D-8D41-7296A993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Practice clue: smooth 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5BAD9-0874-4B96-8DBB-CDA2A6F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Practice clue: bumpy 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398C8-5467-4570-9769-BA18F9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Practice clue: jagged edge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04235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7A973-D79F-452C-861A-D316C0BB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A5539-9A4E-4826-A9AE-EF329E5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FB045-1B0B-499E-9EEC-8E79A82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448EF-61EA-415A-B34C-C29C48B8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Two rocks look alike. How can you sort them?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8C332-5108-4246-BD49-96669BE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one thing you can see or feel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F0770-A902-4A95-8C5B-C55AF02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Guess from the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94691-0974-460F-A5F2-BB2C473C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Call them the same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484F1-977E-427F-B20E-887343FA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Use only a photo of colour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36006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FB2C6-875C-49A6-8A2A-421C178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93F87-7413-4711-B090-7E0C50F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DBF36-186F-40AC-8A35-EF157212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85E6D-8A18-44DF-A7F8-F6263566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a safe rock. Show your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12D17-9F42-49D0-82DA-4BE556C9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two rocks. Point to one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90EEE-E5A4-480F-869C-EDE254C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one feels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14822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48DD0-3DB1-4AA3-990B-8B4A495C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1C5CA-BD38-4C5C-99D7-DBFD6F15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8B59C-AA1B-4566-8723-31301FE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BEBB7-DADD-40A0-9259-3FC7682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a safe rock. Show your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AA663-AA2F-41A0-B963-CC8DABF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two rocks by one thing you can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BDFBE-107A-4C16-9A5C-1BB9285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put these in one group as they are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26467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181D1-C48D-4ECC-96A4-4A40701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EA6C1-7C9B-4D15-8251-358DB92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95FB9-2371-4EC8-82E7-A888802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B65D7-BA25-4306-8319-6A09061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a safe rock. Show your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4B0B9-732D-434B-934E-A438E3F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the same rocks in two ways. Tell why.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5B4C2-BF6A-4F9F-8F1B-52C498BA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sort them by ____ and by ____.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143223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9DAD0-DD81-43E0-9B4C-AF3B2FD4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934F2-54CA-4613-A83C-F52C08DB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54F93-546D-4056-87EF-0344D914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36BA-6BEC-4911-B05B-4EE463A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Could one rock fit two groups? Show both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1CAC0-9F95-4114-8861-8C51C022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Swap the rule. Which rocks move group, and why?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19168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4A74F-AD85-43FC-A990-D06F2B6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7D91E-A0BE-4F26-9267-10753B81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3A4E7-EEE9-4ABF-8291-7604A68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A9900-EC48-4BFF-8DBA-496F4B8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one sort. Hear one next step.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6568266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1841B-F3B0-4AE5-95F0-AECB3416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F07BC-3F80-4EED-A9AA-123B3E35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F7F83-FD52-43EC-9649-1578DA42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7BE93-3252-4BFF-A0B0-CE10E67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your rule to an adult.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E3398-18D0-4800-93CB-1299FE25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Read it back: I am learning to look at rocks and sort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88EFC-C1FF-4E61-9081-908E20C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was… I showed…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A16FD-F2FC-4419-A4FD-7AB78B5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to… try one small fix.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8CEEF-1A83-43A2-9B79-717566B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look and feel. I can sort two rocks. I can tell my sort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13E3B-DB2A-40A8-A67B-A0D42E6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52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your teacher. They will pick our next start.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4BA5A-D693-447E-BA1F-F1D33F4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96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Take one quiet minute before the next lesson.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863758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94734-99F2-4089-8770-EAD4B52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95CE-3184-48C9-9291-DFAF654C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A090F-8951-463D-9EAE-A4ED0C7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0DBBF-D035-4689-B0F5-81FDA94C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solid thing from the 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9D269-6B4F-4C60-93D0-13EA9790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hold a safe rock.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48685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EEDE2-429A-41EA-B68F-1ADEF44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4216F-3625-4608-B8A5-6917520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47C1B-6309-4982-9754-66B60F8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9CAC8-88AA-4652-8D48-3080D871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small bit in a rock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791B6-9DE0-4531-A1FF-64329523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see tiny grains.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68189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E02B2-EAF3-46F7-A9F0-77FD71F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property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29135-D7B1-4D17-A243-3C3751C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3D2E9-7915-4758-854B-64C4ABF8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2FCC2-5F16-44BF-8672-8D05D60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thing you can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0CA8A-9522-4BFC-A594-82088BBF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This rock feels rough.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88457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3E03A-CC2C-47CE-BC5D-170D0A0E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24CA5-261C-4CFE-A7D1-7570F76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SCI-BUILD-A2-W02  •  BUILD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23262-1340-40E0-9ADC-7BBF63D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22EFF-798E-489C-86DB-E7B0F79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things put together by a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4AF4A-9881-4B8D-BAAC-308558A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These rocks are smooth.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38317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2026-09-25T12:28:39.7700000Z</dcterms:created>
  <dcterms:modified xsi:type="dcterms:W3CDTF">2026-09-25T12:28:39.7700000Z</dcterms:modified>
</coreProperties>
</file>