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d27b4ba005614928" Type="http://schemas.openxmlformats.org/officeDocument/2006/relationships/officeDocument" Target="ppt/presentation.xml"/><Relationship Id="Rd55be65f07be4d70" Type="http://schemas.openxmlformats.org/package/2006/relationships/metadata/core-properties" Target="docProps/core.xml"/><Relationship Id="Rea67927794a34af9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54031b90b54b54"/>
  </p:sldMasterIdLst>
  <p:notesMasterIdLst>
    <p:notesMasterId xmlns:r="http://schemas.openxmlformats.org/officeDocument/2006/relationships" r:id="R2dba577a9f344de9"/>
  </p:notesMasterIdLst>
  <p:sldIdLst>
    <p:sldId xmlns:r="http://schemas.openxmlformats.org/officeDocument/2006/relationships" id="256" r:id="R5b8df4c026e34728"/>
    <p:sldId xmlns:r="http://schemas.openxmlformats.org/officeDocument/2006/relationships" id="257" r:id="R9f558cc2fca2473c"/>
    <p:sldId xmlns:r="http://schemas.openxmlformats.org/officeDocument/2006/relationships" id="258" r:id="R1e7aee70bf1b4502"/>
    <p:sldId xmlns:r="http://schemas.openxmlformats.org/officeDocument/2006/relationships" id="259" r:id="R157ce0e7d4aa4496"/>
    <p:sldId xmlns:r="http://schemas.openxmlformats.org/officeDocument/2006/relationships" id="260" r:id="R97d9c86b9c46406d"/>
    <p:sldId xmlns:r="http://schemas.openxmlformats.org/officeDocument/2006/relationships" id="261" r:id="R624af0af13894d7f"/>
    <p:sldId xmlns:r="http://schemas.openxmlformats.org/officeDocument/2006/relationships" id="262" r:id="R2f3d7990643f4e13"/>
    <p:sldId xmlns:r="http://schemas.openxmlformats.org/officeDocument/2006/relationships" id="263" r:id="Rdf393562535f427d"/>
    <p:sldId xmlns:r="http://schemas.openxmlformats.org/officeDocument/2006/relationships" id="264" r:id="R052fdd273bff4812"/>
    <p:sldId xmlns:r="http://schemas.openxmlformats.org/officeDocument/2006/relationships" id="265" r:id="Re71b6a4cc5af4fac"/>
    <p:sldId xmlns:r="http://schemas.openxmlformats.org/officeDocument/2006/relationships" id="266" r:id="R308ef872865d44ae"/>
    <p:sldId xmlns:r="http://schemas.openxmlformats.org/officeDocument/2006/relationships" id="267" r:id="R830db166c1a44db7"/>
    <p:sldId xmlns:r="http://schemas.openxmlformats.org/officeDocument/2006/relationships" id="268" r:id="Rfee7b37511a14c3c"/>
    <p:sldId xmlns:r="http://schemas.openxmlformats.org/officeDocument/2006/relationships" id="269" r:id="R283105f709ba46bf"/>
    <p:sldId xmlns:r="http://schemas.openxmlformats.org/officeDocument/2006/relationships" id="270" r:id="Rf30752dac6054375"/>
    <p:sldId xmlns:r="http://schemas.openxmlformats.org/officeDocument/2006/relationships" id="271" r:id="R586d11b030a14278"/>
    <p:sldId xmlns:r="http://schemas.openxmlformats.org/officeDocument/2006/relationships" id="272" r:id="Rbdc488eb3d5c4664"/>
    <p:sldId xmlns:r="http://schemas.openxmlformats.org/officeDocument/2006/relationships" id="273" r:id="Re26455036a074c4b"/>
    <p:sldId xmlns:r="http://schemas.openxmlformats.org/officeDocument/2006/relationships" id="274" r:id="R2f356418d42a4a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2fdd273bff4812" Type="http://schemas.openxmlformats.org/officeDocument/2006/relationships/slide" Target="slides/slide9.xml"/><Relationship Id="R157ce0e7d4aa4496" Type="http://schemas.openxmlformats.org/officeDocument/2006/relationships/slide" Target="slides/slide4.xml"/><Relationship Id="R1e7aee70bf1b4502" Type="http://schemas.openxmlformats.org/officeDocument/2006/relationships/slide" Target="slides/slide3.xml"/><Relationship Id="R283105f709ba46bf" Type="http://schemas.openxmlformats.org/officeDocument/2006/relationships/slide" Target="slides/slide14.xml"/><Relationship Id="R2dba577a9f344de9" Type="http://schemas.openxmlformats.org/officeDocument/2006/relationships/notesMaster" Target="notesMasters/notesMaster1.xml"/><Relationship Id="R2f356418d42a4a1b" Type="http://schemas.openxmlformats.org/officeDocument/2006/relationships/slide" Target="slides/slide19.xml"/><Relationship Id="R2f3d7990643f4e13" Type="http://schemas.openxmlformats.org/officeDocument/2006/relationships/slide" Target="slides/slide7.xml"/><Relationship Id="R308ef872865d44ae" Type="http://schemas.openxmlformats.org/officeDocument/2006/relationships/slide" Target="slides/slide11.xml"/><Relationship Id="R586d11b030a14278" Type="http://schemas.openxmlformats.org/officeDocument/2006/relationships/slide" Target="slides/slide16.xml"/><Relationship Id="R5b8df4c026e34728" Type="http://schemas.openxmlformats.org/officeDocument/2006/relationships/slide" Target="slides/slide1.xml"/><Relationship Id="R624af0af13894d7f" Type="http://schemas.openxmlformats.org/officeDocument/2006/relationships/slide" Target="slides/slide6.xml"/><Relationship Id="R830db166c1a44db7" Type="http://schemas.openxmlformats.org/officeDocument/2006/relationships/slide" Target="slides/slide12.xml"/><Relationship Id="R8e6817a047014ed0" Type="http://schemas.openxmlformats.org/officeDocument/2006/relationships/tableStyles" Target="tableStyles.xml"/><Relationship Id="R9553e78cf45b4aae" Type="http://schemas.openxmlformats.org/officeDocument/2006/relationships/theme" Target="theme/theme1.xml"/><Relationship Id="R97d9c86b9c46406d" Type="http://schemas.openxmlformats.org/officeDocument/2006/relationships/slide" Target="slides/slide5.xml"/><Relationship Id="R9854031b90b54b54" Type="http://schemas.openxmlformats.org/officeDocument/2006/relationships/slideMaster" Target="slideMasters/slideMaster1.xml"/><Relationship Id="R9f558cc2fca2473c" Type="http://schemas.openxmlformats.org/officeDocument/2006/relationships/slide" Target="slides/slide2.xml"/><Relationship Id="Rbdc488eb3d5c4664" Type="http://schemas.openxmlformats.org/officeDocument/2006/relationships/slide" Target="slides/slide17.xml"/><Relationship Id="Rbfcfb1c0b01847fe" Type="http://schemas.openxmlformats.org/officeDocument/2006/relationships/presProps" Target="presProps.xml"/><Relationship Id="Rdf393562535f427d" Type="http://schemas.openxmlformats.org/officeDocument/2006/relationships/slide" Target="slides/slide8.xml"/><Relationship Id="Re26455036a074c4b" Type="http://schemas.openxmlformats.org/officeDocument/2006/relationships/slide" Target="slides/slide18.xml"/><Relationship Id="Re71b6a4cc5af4fac" Type="http://schemas.openxmlformats.org/officeDocument/2006/relationships/slide" Target="slides/slide10.xml"/><Relationship Id="Rf30752dac6054375" Type="http://schemas.openxmlformats.org/officeDocument/2006/relationships/slide" Target="slides/slide15.xml"/><Relationship Id="Rfee7b37511a14c3c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698f56784c374bc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247fb7430cc467e" Type="http://schemas.openxmlformats.org/officeDocument/2006/relationships/slide" Target="../slides/slide1.xml"/><Relationship Id="Ra1bfd6a5c157417c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17703c92d41452e" Type="http://schemas.openxmlformats.org/officeDocument/2006/relationships/notesMaster" Target="../notesMasters/notesMaster1.xml"/><Relationship Id="Ra508cbad15a74edb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63facf7af46246a3" Type="http://schemas.openxmlformats.org/officeDocument/2006/relationships/slide" Target="../slides/slide3.xml"/><Relationship Id="Rdd74e44dd9b241c0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184c1ae67eb44ed" Type="http://schemas.openxmlformats.org/officeDocument/2006/relationships/notesMaster" Target="../notesMasters/notesMaster1.xml"/><Relationship Id="Rb66e538cf7584a9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9b3c0c9348b4ff7" Type="http://schemas.openxmlformats.org/officeDocument/2006/relationships/slide" Target="../slides/slide5.xml"/><Relationship Id="R13a534d54e4d4b9e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89c35d1fbb04e51" Type="http://schemas.openxmlformats.org/officeDocument/2006/relationships/slide" Target="../slides/slide6.xml"/><Relationship Id="R844eb7ab60684cc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0c4cf0741ee4494" Type="http://schemas.openxmlformats.org/officeDocument/2006/relationships/slide" Target="../slides/slide7.xml"/><Relationship Id="Rfeb0446358fc41a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6f7fc8e9531e434f" Type="http://schemas.openxmlformats.org/officeDocument/2006/relationships/notesMaster" Target="../notesMasters/notesMaster1.xml"/><Relationship Id="R71928415be7d402f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463b5536da04c2b" Type="http://schemas.openxmlformats.org/officeDocument/2006/relationships/slide" Target="../slides/slide9.xml"/><Relationship Id="Rc0308656d821439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9f1507c35e8b4bfc" Type="http://schemas.openxmlformats.org/officeDocument/2006/relationships/slide" Target="../slides/slide10.xml"/><Relationship Id="Raf81f224ab344fe6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a4b6eaae28ea490e" Type="http://schemas.openxmlformats.org/officeDocument/2006/relationships/slide" Target="../slides/slide11.xml"/><Relationship Id="Ra614a6862d244d70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35e9f841efc2471f" Type="http://schemas.openxmlformats.org/officeDocument/2006/relationships/slide" Target="../slides/slide12.xml"/><Relationship Id="R9770efb6dbc649a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e6cfacb316b4242" Type="http://schemas.openxmlformats.org/officeDocument/2006/relationships/slide" Target="../slides/slide13.xml"/><Relationship Id="Rbcc2e947c8e1431c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16df669f3e94b69" Type="http://schemas.openxmlformats.org/officeDocument/2006/relationships/slide" Target="../slides/slide14.xml"/><Relationship Id="R85f29cc4e12942ba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75a95c10da064244" Type="http://schemas.openxmlformats.org/officeDocument/2006/relationships/notesMaster" Target="../notesMasters/notesMaster1.xml"/><Relationship Id="Rd9157a8a78234bf0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6ccba3a4172d4dac" Type="http://schemas.openxmlformats.org/officeDocument/2006/relationships/notesMaster" Target="../notesMasters/notesMaster1.xml"/><Relationship Id="Rc59723c64f7f4dc9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559d3ed9447d4ca8" Type="http://schemas.openxmlformats.org/officeDocument/2006/relationships/notesMaster" Target="../notesMasters/notesMaster1.xml"/><Relationship Id="Rbf2930ecee6f4129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1c76f3c921da4d91" Type="http://schemas.openxmlformats.org/officeDocument/2006/relationships/notesMaster" Target="../notesMasters/notesMaster1.xml"/><Relationship Id="Ref051532c4984cdb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5ddd969c9a6a4c05" Type="http://schemas.openxmlformats.org/officeDocument/2006/relationships/slide" Target="../slides/slide19.xml"/><Relationship Id="R879e3dfa44054418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SCI-BUILD-A2-W07</a:t>
            </a:r>
          </a:p>
          <a:p xmlns:a="http://schemas.openxmlformats.org/drawingml/2006/main">
            <a:r>
              <a:t>SoW objective: Review and evidence learning on skeletons, nutrition &amp; rocks (Entry Level Science / UAS).</a:t>
            </a:r>
          </a:p>
          <a:p xmlns:a="http://schemas.openxmlformats.org/drawingml/2006/main">
            <a:r>
              <a:t>Reading band: BUILD below age 8</a:t>
            </a:r>
          </a:p>
          <a:p xmlns:a="http://schemas.openxmlformats.org/drawingml/2006/main">
            <a:r>
              <a:t>Staff focus: {'i_do': 'Watch my first step. What do you see?', 'we_do': 'What step is missing? Show it with the kit.', 'independent': 'What can you do first on your own?'}</a:t>
            </a:r>
          </a:p>
          <a:p xmlns:a="http://schemas.openxmlformats.org/drawingml/2006/main">
            <a:r>
              <a:t>Prompt ladder: ['Wait and count to 5.', 'Point to the object or model.', 'Ask: What will you check next?', 'Model one step and give the next turn back.', 'Finish one example together, then let the pupil try.']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BUILD scheme of work, Autumn 2 week 6</a:t>
            </a:r>
          </a:p>
          <a:p xmlns:a="http://schemas.openxmlformats.org/drawingml/2006/main">
            <a:r>
              <a:t>BUILD scheme of work, Autumn 2 week 5</a:t>
            </a:r>
          </a:p>
          <a:p xmlns:a="http://schemas.openxmlformats.org/drawingml/2006/main">
            <a:r>
              <a:t>BUILD scheme of work, Autumn 1 week 7</a:t>
            </a:r>
          </a:p>
          <a:p xmlns:a="http://schemas.openxmlformats.org/drawingml/2006/main">
            <a:r>
              <a:t>Local school risk assessment and exact prepared kit; staff confirm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safe kit choice and short first–then cue.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three low-stakes prior questions; answers in note.</a:t>
            </a:r>
          </a:p>
          <a:p xmlns:a="http://schemas.openxmlformats.org/drawingml/2006/main">
            <a:r>
              <a:t>What stays the same in a fair water test? → The drops and waiting time.</a:t>
            </a:r>
          </a:p>
          <a:p xmlns:a="http://schemas.openxmlformats.org/drawingml/2006/main">
            <a:r>
              <a:t>Is a finished brick raw or made? → It is human-made.</a:t>
            </a:r>
          </a:p>
          <a:p xmlns:a="http://schemas.openxmlformats.org/drawingml/2006/main">
            <a:r>
              <a:t>Where do animals get food? → From what they 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Pre-teach words; show the full model; ask the show-me check.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to the skeleton, food and rock you studied. These pictures stand for ideas, not a new test result. Simplified;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A safe rock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Hand over the missing step; offer F or H route. Reset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Use the real observation to state a fact about the rock.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Bone model → Body</a:t>
            </a:r>
          </a:p>
          <a:p xmlns:a="http://schemas.openxmlformats.org/drawingml/2006/main">
            <a:r>
              <a:t>Food-group picture → Food</a:t>
            </a:r>
          </a:p>
          <a:p xmlns:a="http://schemas.openxmlformats.org/drawingml/2006/main">
            <a:r>
              <a:t>Safe rough sample → Rock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 all pupil responses at once; use decision rule and parallel hinge.</a:t>
            </a:r>
          </a:p>
          <a:p xmlns:a="http://schemas.openxmlformats.org/drawingml/2006/main">
            <a:r>
              <a:t>A. A photo of a different lid. | Not correct | A different item is not direct evidence for this lid.</a:t>
            </a:r>
          </a:p>
          <a:p xmlns:a="http://schemas.openxmlformats.org/drawingml/2006/main">
            <a:r>
              <a:t>B. A guess from the lid colour. | Not correct | Colour alone does not test floating.</a:t>
            </a:r>
          </a:p>
          <a:p xmlns:a="http://schemas.openxmlformats.org/drawingml/2006/main">
            <a:r>
              <a:t>C. A card about another rock. | Not correct | Evidence about another item misses the claim.</a:t>
            </a:r>
          </a:p>
          <a:p xmlns:a="http://schemas.openxmlformats.org/drawingml/2006/main">
            <a:r>
              <a:t>D. A safe water test of that lid. | Correct | Selects a direct safe observation of the claimed behaviour.</a:t>
            </a:r>
          </a:p>
          <a:p xmlns:a="http://schemas.openxmlformats.org/drawingml/2006/main">
            <a:r>
              <a:t>About 3 in 4 or more right → move on; otherwise re-model I point to the bone model. It shows a skeleton. The bones help hold the body up. Ask the parallel hinge. No scores or answers saved.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VF and one NS(+); invite one self-edit. Reset once.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feedback and next step, choose next start, then one-minute reset.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24ddd16f7d4465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61fc96dedff4604" Type="http://schemas.openxmlformats.org/officeDocument/2006/relationships/theme" Target="theme/theme2.xml"/><Relationship Id="Ra9baffd933b24ecb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baffd933b24e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fac639f06594ca4" Type="http://schemas.openxmlformats.org/officeDocument/2006/relationships/slideLayout" Target="../slideLayouts/slideLayout1.xml"/><Relationship Id="Rf3fe982ddf7f40cc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4473f47f9e7f40dd" Type="http://schemas.openxmlformats.org/officeDocument/2006/relationships/slideLayout" Target="../slideLayouts/slideLayout1.xml"/><Relationship Id="R7b84ff8263d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4602d24bea8434e" Type="http://schemas.openxmlformats.org/officeDocument/2006/relationships/notesSlide" Target="../notesSlides/notesSlide3.xml"/><Relationship Id="Rfad54cf4a9dd43a3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70f308cc85704586" Type="http://schemas.openxmlformats.org/officeDocument/2006/relationships/notesSlide" Target="../notesSlides/notesSlide4.xml"/><Relationship Id="Rf78893e5dcdd424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888daaf5652f4c0a" Type="http://schemas.openxmlformats.org/officeDocument/2006/relationships/image" Target="../media/image.png"/><Relationship Id="Racd34c9f56b84c70" Type="http://schemas.openxmlformats.org/officeDocument/2006/relationships/slideLayout" Target="../slideLayouts/slideLayout1.xml"/><Relationship Id="Reade8fd46f444f0f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d901757e34b4a24" Type="http://schemas.openxmlformats.org/officeDocument/2006/relationships/slideLayout" Target="../slideLayouts/slideLayout1.xml"/><Relationship Id="Ree4ea108a01b4ef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225df7097c5f47c7" Type="http://schemas.openxmlformats.org/officeDocument/2006/relationships/notesSlide" Target="../notesSlides/notesSlide7.xml"/><Relationship Id="Rbbf99cdce87b4e6b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852ae03b6c744fb" Type="http://schemas.openxmlformats.org/officeDocument/2006/relationships/notesSlide" Target="../notesSlides/notesSlide8.xml"/><Relationship Id="R8a567c1046d64dac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6cd78255a58642f7" Type="http://schemas.openxmlformats.org/officeDocument/2006/relationships/slideLayout" Target="../slideLayouts/slideLayout1.xml"/><Relationship Id="Rf9f2565095b64f8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271f99783e74e8e" Type="http://schemas.openxmlformats.org/officeDocument/2006/relationships/slideLayout" Target="../slideLayouts/slideLayout1.xml"/><Relationship Id="R61b2bc52b6b3482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be382d78e19a44da" Type="http://schemas.openxmlformats.org/officeDocument/2006/relationships/slideLayout" Target="../slideLayouts/slideLayout1.xml"/><Relationship Id="Rc678a6b9500242e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31f7fb1152aa4c11" Type="http://schemas.openxmlformats.org/officeDocument/2006/relationships/notesSlide" Target="../notesSlides/notesSlide12.xml"/><Relationship Id="R3e37c4073bfc4ccb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942c64031a2d4c9e" Type="http://schemas.openxmlformats.org/officeDocument/2006/relationships/notesSlide" Target="../notesSlides/notesSlide13.xml"/><Relationship Id="Rac3f6463c8384f8a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5b6453defc254a38" Type="http://schemas.openxmlformats.org/officeDocument/2006/relationships/slideLayout" Target="../slideLayouts/slideLayout1.xml"/><Relationship Id="Ra9b4286365b7449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a3684fdd93b489c" Type="http://schemas.openxmlformats.org/officeDocument/2006/relationships/notesSlide" Target="../notesSlides/notesSlide15.xml"/><Relationship Id="Rbbd33751c306474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98a377b545854f79" Type="http://schemas.openxmlformats.org/officeDocument/2006/relationships/slideLayout" Target="../slideLayouts/slideLayout1.xml"/><Relationship Id="Rf1427c4fe41c4f1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913095c455e845c9" Type="http://schemas.openxmlformats.org/officeDocument/2006/relationships/slideLayout" Target="../slideLayouts/slideLayout1.xml"/><Relationship Id="Re84c8efd3f8243ed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15a4d0d57bad4a20" Type="http://schemas.openxmlformats.org/officeDocument/2006/relationships/notesSlide" Target="../notesSlides/notesSlide18.xml"/><Relationship Id="R4d5317f554034e3f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409a755e970a40ba" Type="http://schemas.openxmlformats.org/officeDocument/2006/relationships/slideLayout" Target="../slideLayouts/slideLayout1.xml"/><Relationship Id="R7b48b57780164705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6B46E-2A74-4CAC-965F-40DC7B72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what we know about bodies and rocks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D7583-6535-473B-9F91-1D035E78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C60AA-6457-41DE-834B-8ED306E2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6EDF3-9BE3-415A-9DC5-6C1AD500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am learning to show a fact about bodies, food and rocks.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EB071-A592-4CC9-8D39-22FD61B4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show one fact.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14263-A726-4FFD-B50D-DC476590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show what I used to find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22D18-AF74-4C42-9742-352E34C1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name one next step.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23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8494E-28E9-496F-BC89-D86EF5C7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4CCB6-52C2-49BC-AED6-CA5843CA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4A549-0216-4CC9-86F0-79616CE3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C5AAC-FF99-48A2-83EA-20A7E7E7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Pick a safe model or card to look at.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41718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1CAD8-CC0C-4A24-9A16-B6ACF7C7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16B51-1279-494B-9EBA-C7D772EE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422C2-06CE-4DC3-BEA3-FB98F609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E9F15-9070-4E2E-94C4-D7B2DEC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Say, sign or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CDD89-8930-4FF8-95B4-3038103C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stays the same in a fair water test?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684F4-657A-41BB-BFDE-D6ABCAFF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Is a finished brick raw or made?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11603-96B9-4F8F-BC59-0A53208C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Where do animals get food?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53020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890D4-FD85-49AB-BDEA-6F747258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F3C11-7590-471E-B5A5-5FE1B82E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CAD1B-0028-4133-A008-C9443DBD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5AE52-9D31-4512-981D-4E4F614C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one fact with one clue.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1C5A1-0043-4AEC-BE26-D2BCE40A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point to the bone model. It shows a skeleton. The bones help hold the body up.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201520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1C60A-A7E5-4717-B564-80E64B4A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02C1D-6D87-4CC7-BC5D-5EA8EC06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9753D-6AFD-42AC-9D63-0424AB84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Three distinct review drawings: a simple skeleton, an apple on a plate as food, and a speckled rock sampl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daaf5652f4c0a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943413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2D71C-0543-4294-A8AB-66402C93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B436A-B5CB-47E1-AC67-21A568D2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1C215-0219-417E-B238-49E64AFD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88691-1AA0-416F-9DB3-C0BA1D08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Which object can show a fact about a rock: a safe sample or a food picture?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767904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F9F4C-1562-4C9E-94CB-6F5F36C6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F98F3-FCEA-4748-BA0E-1EEA0E9D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B5ACA-C642-429F-A925-32ED47E7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6100D-18AF-46BC-B699-741197C1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Match a real model to a fact.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82FAD-FC9D-4EA2-AD1D-566BB96D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point to a safe rock. I felt a rough side. My fact is ____.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37308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6ED82-9D9C-459B-98C2-FA2466EF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7828E-4063-425B-A960-AD98B2DE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C011F-DFB1-4DAC-914C-BB7D86D0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B36E1-0340-4233-81A3-DCB44B8C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Body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5D716-7C2B-4FA9-AA25-C94DD5EE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Food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2A523-1CA3-4DC2-A5A4-071E961A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ECAD9-D6DF-4045-A57E-34FC0262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Bone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06746-47E3-401B-A33F-23D0F6ED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Food-group picture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6BD02-4C55-49E2-B335-02469A98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Safe rough sample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76337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BC65B-3D1F-4F79-B497-C8D7E39D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C7D5F-79CF-4ABF-B716-EF403883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2BFAB-0152-4B9C-838D-4071296F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C6A47-2F13-47AC-BBEE-07AE68CA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class claims a clean plastic lid floats. Which evidence could check the claim?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86534-DF06-4D67-B636-01E343A8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photo of a different lid.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0531B-798D-4E0A-BE71-CE23DE8A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guess from the lid colour.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68511-F9FE-4324-AE8A-884106EE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card about another rock.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22BF1-296B-4A55-B312-21BAACE5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707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safe water test of that lid.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4686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97970-07AC-45E5-9583-E63E4543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80C59-CE4F-499E-ADBE-1290107F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5810E-AF0B-4939-AB70-5175E1B1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0C4BF-488B-44B1-8C7D-02C814B9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work you did about body, food or rock.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34F1D-0285-4ECC-8D89-1663D759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one fact about a body or rock.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E6671-4472-4D6E-BD14-4AEE0DA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show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963855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A4759-C5A7-4080-893D-E3FE9A72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CB262-71A0-4DE6-85C4-3EFDEC05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2DD5B-15E7-4C18-BC8C-B5DDC04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F9C4C-8FBC-4325-A01D-272B2F42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work you did about body, food or rock.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74782-AB0E-4E74-8ADC-F776CEBF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two facts. Tell how you found 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8331E-F481-45C5-8737-9BE213AC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know ____ as I saw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646747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367AE-62EA-444C-9F35-5937BC9B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26DF7-36E1-4129-ACE2-4BCC5491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18878-D56F-42AC-9B73-93BFEEC8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C2DD5-CE3B-4AB4-A5F9-7102F0C2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work you did about body, food or rock.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ADBE7-BE5E-4B4C-AC5D-33A34577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Pick your best real evidence. Why does it fit?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D119C-12C4-4850-BF99-9288B711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is good evidence as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258036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C6D6E-9A6E-4C20-A4AD-7BBFB560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90975-DDB1-4C15-8102-0F0ED599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FD266-2348-45C3-BF5A-8AB1EE3F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75EB0-9411-4F33-A383-49546A67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Pick a claim you cannot show. What could you check?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DEBD1-3FED-41C5-BEDD-B369E8F3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Pick the best real result. Why does it fit?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453782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3AB32-6514-4EE9-8233-878E9A7F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B7CB3-4977-4227-B12A-E07DDB43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C4771-EF89-4A44-8B90-0D60C5B0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B8C22-79B5-4BAF-B1AD-7F11BB14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Hear one next step. Fix a part if you can.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308259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61497-C3A8-475B-AD93-16F5F4FD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55096-E903-4E08-B70D-2387BDBE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7743A-8B96-439C-8E9F-659215A0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C1060-B07A-48DD-B0DD-F279A80F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an adult what you know and how.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2B2D8-17F4-4D3C-93B5-DBA96241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Read it back: I am learning to show a fact about bodies, food and rocks.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61631-2AE9-4116-9EAC-0BB2A775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22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was… I showed…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D9BD8-BF28-4705-9494-B7480886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65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Next I need to… try one small fix.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D3B91-CAD2-4C4A-AE0F-8C676E2A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0945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show one fact. I can show what I used to find it. I can name one next step.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2D8EB-3BD8-426D-ADD1-35BC825A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534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your teacher. They will pick our next start.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017A7-CF45-42CF-BD22-31BB1430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3969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Take one quiet minute before the next lesson.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456244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E6075-448A-4C83-849E-256012E1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skeleton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5F95D-799A-43E8-9741-B568DE15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5F73E-E91C-4ADA-980C-63C62F0E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DBF04-9B09-4E73-B38B-B7C3C3AE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bones that help hold a body 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9E5AB-F82D-44CD-9C37-6A00914A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point to the bone model.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356296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26974-8956-425D-9DFE-1E2A3E47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nutrition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53A3E-68C4-4F3B-ABE9-165B0ACE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EBC66-A587-4A7A-8141-6A41090C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C7406-9A14-4E9C-8178-2918022F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a body gets from food to grow and stay well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4A9E8-713A-440B-BAA8-AE70889F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An animal gets nutrition from food.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257131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6D2CE-3C97-49C3-A7B0-64DF8CB8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7E59B-BE13-47CC-939F-E323B8D3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DF991-647B-4E65-A741-4A347850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60FC3-1542-4423-9926-DCD5892C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solid thing from the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9F0EC-38CA-4509-ACA0-9C41E2FC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test a safe rock.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675048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8E103-E6B7-4D71-B6A2-EA52E76B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E16D0-C1F8-4961-8DDB-358CB503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SCI-BUILD-A2-W07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4362E-C757-44E8-B2B6-5F53354F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5A042-668A-4C81-91CC-973AE070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you saw or did that helps show a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53189-ADB3-4796-944A-43BE2534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rock sort shows my rule.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3860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2026-09-25T12:28:58.6000000Z</dcterms:created>
  <dcterms:modified xsi:type="dcterms:W3CDTF">2026-09-25T12:28:58.6000000Z</dcterms:modified>
</coreProperties>
</file>