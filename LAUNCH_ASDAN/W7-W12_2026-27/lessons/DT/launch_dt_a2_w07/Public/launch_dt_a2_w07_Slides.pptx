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xml version='1.0' encoding='UTF-8' standalone='yes'?>
<Relationships xmlns="http://schemas.openxmlformats.org/package/2006/relationships"><Relationship Type="http://schemas.openxmlformats.org/package/2006/relationships/metadata/core-properties" Target="/docProps/core.xml" Id="Rcd84540b0db64b64"/><Relationship Type="http://schemas.openxmlformats.org/officeDocument/2006/relationships/extended-properties" Target="/docProps/app.xml" Id="R1f2d96c58c55440c"/><Relationship Type="http://schemas.openxmlformats.org/officeDocument/2006/relationships/officeDocument" Target="/ppt/presentation.xml" Id="Re464253634f44380"/></Relationships>
</file>

<file path=ppt/presentation.xml><?xml version="1.0" encoding="utf-8"?>
<p:presentation xmlns:p="http://schemas.openxmlformats.org/presentationml/2006/main">
  <p:sldMasterIdLst>
    <p:sldMasterId xmlns:r="http://schemas.openxmlformats.org/officeDocument/2006/relationships" id="2147483648" r:id="R04aaa18b736b4bdf"/>
  </p:sldMasterIdLst>
  <p:notesMasterIdLst>
    <p:notesMasterId xmlns:r="http://schemas.openxmlformats.org/officeDocument/2006/relationships" r:id="R96d94d15dc974a5e"/>
  </p:notesMasterIdLst>
  <p:sldIdLst>
    <p:sldId xmlns:r="http://schemas.openxmlformats.org/officeDocument/2006/relationships" id="256" r:id="Rcde81a43be7f4cfc"/>
    <p:sldId xmlns:r="http://schemas.openxmlformats.org/officeDocument/2006/relationships" id="257" r:id="Rb591ceb67cfe4dfa"/>
    <p:sldId xmlns:r="http://schemas.openxmlformats.org/officeDocument/2006/relationships" id="258" r:id="Red634db161304007"/>
    <p:sldId xmlns:r="http://schemas.openxmlformats.org/officeDocument/2006/relationships" id="259" r:id="R744bcab443ee4f0a"/>
    <p:sldId xmlns:r="http://schemas.openxmlformats.org/officeDocument/2006/relationships" id="260" r:id="R17730be55cce4d1b"/>
    <p:sldId xmlns:r="http://schemas.openxmlformats.org/officeDocument/2006/relationships" id="261" r:id="Rd958332fc9254de4"/>
    <p:sldId xmlns:r="http://schemas.openxmlformats.org/officeDocument/2006/relationships" id="262" r:id="Ra4f0238fed2e4cfb"/>
    <p:sldId xmlns:r="http://schemas.openxmlformats.org/officeDocument/2006/relationships" id="263" r:id="R14e01cba9d774edd"/>
    <p:sldId xmlns:r="http://schemas.openxmlformats.org/officeDocument/2006/relationships" id="264" r:id="Raa862df73e584e4f"/>
    <p:sldId xmlns:r="http://schemas.openxmlformats.org/officeDocument/2006/relationships" id="265" r:id="R182d2d16699f4c93"/>
    <p:sldId xmlns:r="http://schemas.openxmlformats.org/officeDocument/2006/relationships" id="266" r:id="R2d67950fd6c940a8"/>
    <p:sldId xmlns:r="http://schemas.openxmlformats.org/officeDocument/2006/relationships" id="267" r:id="R3e87ee2e624c4c6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9de9f492bc644b8" /><Relationship Type="http://schemas.openxmlformats.org/officeDocument/2006/relationships/slideMaster" Target="/ppt/slideMasters/slideMaster1.xml" Id="R04aaa18b736b4bdf" /><Relationship Type="http://schemas.openxmlformats.org/officeDocument/2006/relationships/notesMaster" Target="/ppt/notesMasters/notesMaster1.xml" Id="R96d94d15dc974a5e" /><Relationship Type="http://schemas.openxmlformats.org/officeDocument/2006/relationships/presProps" Target="/ppt/presProps.xml" Id="R1eb803d0e5634d51" /><Relationship Type="http://schemas.openxmlformats.org/officeDocument/2006/relationships/tableStyles" Target="/ppt/tableStyles.xml" Id="R046ca296d2e6404a" /><Relationship Type="http://schemas.openxmlformats.org/officeDocument/2006/relationships/slide" Target="/ppt/slides/slide1.xml" Id="Rcde81a43be7f4cfc" /><Relationship Type="http://schemas.openxmlformats.org/officeDocument/2006/relationships/slide" Target="/ppt/slides/slide2.xml" Id="Rb591ceb67cfe4dfa" /><Relationship Type="http://schemas.openxmlformats.org/officeDocument/2006/relationships/slide" Target="/ppt/slides/slide3.xml" Id="Red634db161304007" /><Relationship Type="http://schemas.openxmlformats.org/officeDocument/2006/relationships/slide" Target="/ppt/slides/slide4.xml" Id="R744bcab443ee4f0a" /><Relationship Type="http://schemas.openxmlformats.org/officeDocument/2006/relationships/slide" Target="/ppt/slides/slide5.xml" Id="R17730be55cce4d1b" /><Relationship Type="http://schemas.openxmlformats.org/officeDocument/2006/relationships/slide" Target="/ppt/slides/slide6.xml" Id="Rd958332fc9254de4" /><Relationship Type="http://schemas.openxmlformats.org/officeDocument/2006/relationships/slide" Target="/ppt/slides/slide7.xml" Id="Ra4f0238fed2e4cfb" /><Relationship Type="http://schemas.openxmlformats.org/officeDocument/2006/relationships/slide" Target="/ppt/slides/slide8.xml" Id="R14e01cba9d774edd" /><Relationship Type="http://schemas.openxmlformats.org/officeDocument/2006/relationships/slide" Target="/ppt/slides/slide9.xml" Id="Raa862df73e584e4f" /><Relationship Type="http://schemas.openxmlformats.org/officeDocument/2006/relationships/slide" Target="/ppt/slides/slide10.xml" Id="R182d2d16699f4c93" /><Relationship Type="http://schemas.openxmlformats.org/officeDocument/2006/relationships/slide" Target="/ppt/slides/slide11.xml" Id="R2d67950fd6c940a8" /><Relationship Type="http://schemas.openxmlformats.org/officeDocument/2006/relationships/slide" Target="/ppt/slides/slide12.xml" Id="R3e87ee2e624c4c6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a91b5938c134aa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b28eab85e384bc2" /><Relationship Type="http://schemas.openxmlformats.org/officeDocument/2006/relationships/notesMaster" Target="/ppt/notesMasters/notesMaster1.xml" Id="R6519dbe39c884c29" /></Relationships>
</file>

<file path=ppt/notesSlides/_rels/notesSlide2.xml.rels>&#65279;<?xml version="1.0" encoding="utf-8"?><Relationships xmlns="http://schemas.openxmlformats.org/package/2006/relationships"><Relationship Type="http://schemas.openxmlformats.org/officeDocument/2006/relationships/slide" Target="/ppt/slides/slide2.xml" Id="R01077e838a5c4944" /><Relationship Type="http://schemas.openxmlformats.org/officeDocument/2006/relationships/notesMaster" Target="/ppt/notesMasters/notesMaster1.xml" Id="R52c26794846f4f40" /></Relationships>
</file>

<file path=ppt/notesSlides/_rels/notesSlide3.xml.rels>&#65279;<?xml version="1.0" encoding="utf-8"?><Relationships xmlns="http://schemas.openxmlformats.org/package/2006/relationships"><Relationship Type="http://schemas.openxmlformats.org/officeDocument/2006/relationships/slide" Target="/ppt/slides/slide3.xml" Id="R97f676e893194b3c" /><Relationship Type="http://schemas.openxmlformats.org/officeDocument/2006/relationships/notesMaster" Target="/ppt/notesMasters/notesMaster1.xml" Id="R6884c9b99857407b" /></Relationships>
</file>

<file path=ppt/notesSlides/_rels/notesSlide4.xml.rels>&#65279;<?xml version="1.0" encoding="utf-8"?><Relationships xmlns="http://schemas.openxmlformats.org/package/2006/relationships"><Relationship Type="http://schemas.openxmlformats.org/officeDocument/2006/relationships/slide" Target="/ppt/slides/slide4.xml" Id="R57d560b550134841" /><Relationship Type="http://schemas.openxmlformats.org/officeDocument/2006/relationships/notesMaster" Target="/ppt/notesMasters/notesMaster1.xml" Id="R097e1584cc63467c" /></Relationships>
</file>

<file path=ppt/notesSlides/_rels/notesSlide5.xml.rels>&#65279;<?xml version="1.0" encoding="utf-8"?><Relationships xmlns="http://schemas.openxmlformats.org/package/2006/relationships"><Relationship Type="http://schemas.openxmlformats.org/officeDocument/2006/relationships/slide" Target="/ppt/slides/slide5.xml" Id="R06e3e15a17c646e7" /><Relationship Type="http://schemas.openxmlformats.org/officeDocument/2006/relationships/notesMaster" Target="/ppt/notesMasters/notesMaster1.xml" Id="Rab609d8c57ba4bc9" /></Relationships>
</file>

<file path=ppt/notesSlides/_rels/notesSlide6.xml.rels>&#65279;<?xml version="1.0" encoding="utf-8"?><Relationships xmlns="http://schemas.openxmlformats.org/package/2006/relationships"><Relationship Type="http://schemas.openxmlformats.org/officeDocument/2006/relationships/slide" Target="/ppt/slides/slide6.xml" Id="R94f5752b038c48f6" /><Relationship Type="http://schemas.openxmlformats.org/officeDocument/2006/relationships/notesMaster" Target="/ppt/notesMasters/notesMaster1.xml" Id="Rf64862cd19b04dff" /></Relationships>
</file>

<file path=ppt/notesSlides/_rels/notesSlide7.xml.rels>&#65279;<?xml version="1.0" encoding="utf-8"?><Relationships xmlns="http://schemas.openxmlformats.org/package/2006/relationships"><Relationship Type="http://schemas.openxmlformats.org/officeDocument/2006/relationships/slide" Target="/ppt/slides/slide7.xml" Id="R8b6bde8c8f5341ce" /><Relationship Type="http://schemas.openxmlformats.org/officeDocument/2006/relationships/notesMaster" Target="/ppt/notesMasters/notesMaster1.xml" Id="R2ea49e5f1e0a4abb" /></Relationships>
</file>

<file path=ppt/notesSlides/_rels/notesSlide8.xml.rels>&#65279;<?xml version="1.0" encoding="utf-8"?><Relationships xmlns="http://schemas.openxmlformats.org/package/2006/relationships"><Relationship Type="http://schemas.openxmlformats.org/officeDocument/2006/relationships/slide" Target="/ppt/slides/slide8.xml" Id="R65c9c359fd184d05" /><Relationship Type="http://schemas.openxmlformats.org/officeDocument/2006/relationships/notesMaster" Target="/ppt/notesMasters/notesMaster1.xml" Id="R91cd519756d84ead" /></Relationships>
</file>

<file path=ppt/notesSlides/_rels/notesSlide9.xml.rels>&#65279;<?xml version="1.0" encoding="utf-8"?><Relationships xmlns="http://schemas.openxmlformats.org/package/2006/relationships"><Relationship Type="http://schemas.openxmlformats.org/officeDocument/2006/relationships/slide" Target="/ppt/slides/slide9.xml" Id="Rabc2881931df42c5" /><Relationship Type="http://schemas.openxmlformats.org/officeDocument/2006/relationships/notesMaster" Target="/ppt/notesMasters/notesMaster1.xml" Id="R7bb907761a5942c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aa83bf25a424bc5" /><Relationship Type="http://schemas.openxmlformats.org/officeDocument/2006/relationships/notesMaster" Target="/ppt/notesMasters/notesMaster1.xml" Id="R9535c48bda2f418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023137aec23409a" /><Relationship Type="http://schemas.openxmlformats.org/officeDocument/2006/relationships/notesMaster" Target="/ppt/notesMasters/notesMaster1.xml" Id="R60b2a3f282fa4ef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59abdd08cc745e5" /><Relationship Type="http://schemas.openxmlformats.org/officeDocument/2006/relationships/notesMaster" Target="/ppt/notesMasters/notesMaster1.xml" Id="Rf09ce24b8e97460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DT-LAUNCH-A2-W07 · Monday 14–Friday 18 December 2026</ns0:t>
            </ns0:r>
          </ns0:p>
          <ns1:p xmlns:ns1="http://schemas.openxmlformats.org/drawingml/2006/main">
            <ns1:r>
              <ns1:t>Title and big question: 0 minutes.</ns1:t>
            </ns1:r>
          </ns1:p>
          <ns2:p xmlns:ns2="http://schemas.openxmlformats.org/drawingml/2006/main">
            <ns2:r>
              <ns2:t>Teacher: Open the big question without requiring personal disclosure. Staff enter the actual date in the planner.</ns2:t>
            </ns2:r>
          </ns2:p>
          <ns3:p xmlns:ns3="http://schemas.openxmlformats.org/drawingml/2006/main">
            <ns3:r>
              <ns3:t>TA: offer processing time, read or scribe exact words, record physical help and avoid supplying the assessed answer.</ns3:t>
            </ns3:r>
          </ns3:p>
          <ns4:p xmlns:ns4="http://schemas.openxmlformats.org/drawingml/2006/main">
            <ns4:r>
              <ns4:t>Evidence: LAUNCH-DT-W7-E1; An individual D&amp;T portfolio review linking planning, making, testing, evaluation and presentation to authentic work, with ownership/support, gaps, next target and actual banking record.</ns4:t>
            </ns4:r>
          </ns4:p>
          <ns5:p xmlns:ns5="http://schemas.openxmlformats.org/drawingml/2006/main">
            <ns5:r>
              <ns5:t>Scheme: LAUNCH Weekly - Autumn!C242; LAUNCH - Autumn!D33, I33, J33; revision 9ed44bdf.</ns5:t>
            </ns5:r>
          </ns5:p>
          <ns6:p xmlns:ns6="http://schemas.openxmlformats.org/drawingml/2006/main">
            <ns6:r>
              <ns6:t>Source objective: Review my D&amp;T skills and add [AWARD]/[QUAL] evidence.</ns6:t>
            </ns6:r>
          </ns6:p>
          <ns7:p xmlns:ns7="http://schemas.openxmlformats.org/drawingml/2006/main">
            <ns7:r>
              <ns7:t>Calendar: No teaching day or clock slot is inferred.</ns7:t>
            </ns7:r>
          </ns7:p>
          <ns8:p xmlns:ns8="http://schemas.openxmlformats.org/drawingml/2006/main">
            <ns8:r>
              <ns8:t>Unit: Construction &amp; making: safe structures</ns8:t>
            </ns8:r>
          </ns8:p>
          <ns9:p xmlns:ns9="http://schemas.openxmlformats.org/drawingml/2006/main">
            <ns9:r>
              <ns9:t>Accreditation: [AWARD] [QUAL] (Level 1/2); [AWARD] [QUAL] '[QUAL]', '[QUAL]'.</ns9:t>
            </ns9:r>
          </ns9:p>
          <ns10:p xmlns:ns10="http://schemas.openxmlformats.org/drawingml/2006/main">
            <ns10:r>
              <ns10:t>Assessment: F: safe-working observation.  S: constructed product + evaluation (data drop).</ns10:t>
            </ns10:r>
          </ns10:p>
          <ns11:p xmlns:ns11="http://schemas.openxmlformats.org/drawingml/2006/main">
            <ns11:r>
              <ns11:t>Sources: https://www.hse.gov.uk/risk/classroom-checklist.htm</ns11:t>
            </ns11:r>
          </ns11:p>
          <ns12:p xmlns:ns12="http://schemas.openxmlformats.org/drawingml/2006/main">
            <ns12:r>
              <ns12:t>Made by Matt · © Matt Roper · CC BY-NC-SA 4.0: free for classroom use, share and adapt with credit, no resale</ns12:t>
            </ns12:r>
          </ns12: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DT-LAUNCH-A2-W07 · Monday 14–Friday 18 December 2026</ns0:t>
            </ns0:r>
          </ns0:p>
          <ns1:p xmlns:ns1="http://schemas.openxmlformats.org/drawingml/2006/main">
            <ns1:r>
              <ns1:t>Arrival and regulation: 4 minutes.</ns1:t>
            </ns1:r>
          </ns1:p>
          <ns2:p xmlns:ns2="http://schemas.openxmlformats.org/drawingml/2006/main">
            <ns2:r>
              <ns2:t>Teacher: Use a private check-in, quiet start and processing time. Identify the available adult and backup support route.</ns2:t>
            </ns2:r>
          </ns2:p>
          <ns3:p xmlns:ns3="http://schemas.openxmlformats.org/drawingml/2006/main">
            <ns3:r>
              <ns3:t>TA: offer processing time, read or scribe exact words, record physical help and avoid supplying the assessed answer.</ns3:t>
            </ns3:r>
          </ns3:p>
          <ns4:p xmlns:ns4="http://schemas.openxmlformats.org/drawingml/2006/main">
            <ns4:r>
              <ns4:t>Evidence: LAUNCH-DT-W7-E1; An individual D&amp;T portfolio review linking planning, making, testing, evaluation and presentation to authentic work, with ownership/support, gaps, next target and actual banking record.</ns4:t>
            </ns4:r>
          </ns4:p>
          <ns5:p xmlns:ns5="http://schemas.openxmlformats.org/drawingml/2006/main">
            <ns5:r>
              <ns5:t>Scheme: LAUNCH Weekly - Autumn!C242; LAUNCH - Autumn!D33, I33, J33; revision 9ed44bdf.</ns5:t>
            </ns5:r>
          </ns5:p>
          <ns6:p xmlns:ns6="http://schemas.openxmlformats.org/drawingml/2006/main">
            <ns6:r>
              <ns6:t>Source objective: Review my D&amp;T skills and add [AWARD]/[QUAL] evidence.</ns6:t>
            </ns6:r>
          </ns6:p>
          <ns7:p xmlns:ns7="http://schemas.openxmlformats.org/drawingml/2006/main">
            <ns7:r>
              <ns7:t>Calendar: No teaching day or clock slot is inferred.</ns7:t>
            </ns7:r>
          </ns7:p>
          <ns8:p xmlns:ns8="http://schemas.openxmlformats.org/drawingml/2006/main">
            <ns8:r>
              <ns8:t>Unit: Construction &amp; making: safe structures</ns8:t>
            </ns8:r>
          </ns8:p>
          <ns9:p xmlns:ns9="http://schemas.openxmlformats.org/drawingml/2006/main">
            <ns9:r>
              <ns9:t>Accreditation: [AWARD] [QUAL] (Level 1/2); [AWARD] [QUAL] '[QUAL]', '[QUAL]'.</ns9:t>
            </ns9:r>
          </ns9:p>
          <ns10:p xmlns:ns10="http://schemas.openxmlformats.org/drawingml/2006/main">
            <ns10:r>
              <ns10:t>Assessment: F: safe-working observation.  S: constructed product + evaluation (data drop).</ns10:t>
            </ns10:r>
          </ns10:p>
          <ns11:p xmlns:ns11="http://schemas.openxmlformats.org/drawingml/2006/main">
            <ns11:r>
              <ns11:t>Sources: https://www.hse.gov.uk/risk/classroom-checklist.htm</ns11:t>
            </ns11:r>
          </ns11:p>
          <ns12:p xmlns:ns12="http://schemas.openxmlformats.org/drawingml/2006/main">
            <ns12:r>
              <ns12:t>Made by Matt · © Matt Roper · CC BY-NC-SA 4.0: free for classroom use, share and adapt with credit, no resale</ns12:t>
            </ns12:r>
          </ns12: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DT-LAUNCH-A2-W07 · Monday 14–Friday 18 December 2026</ns0:t>
            </ns0:r>
          </ns0:p>
          <ns1:p xmlns:ns1="http://schemas.openxmlformats.org/drawingml/2006/main">
            <ns1:r>
              <ns1:t>Starter: 2 minutes.</ns1:t>
            </ns1:r>
          </ns1:p>
          <ns2:p xmlns:ns2="http://schemas.openxmlformats.org/drawingml/2006/main">
            <ns2:r>
              <ns2:t>Teacher: Read all diagram labels aloud. Accept a pointed clue. Diagrams are authored examples, not learner evidence or measuring templates.</ns2:t>
            </ns2:r>
          </ns2:p>
          <ns3:p xmlns:ns3="http://schemas.openxmlformats.org/drawingml/2006/main">
            <ns3:r>
              <ns3:t>TA: offer processing time, read or scribe exact words, record physical help and avoid supplying the assessed answer.</ns3:t>
            </ns3:r>
          </ns3:p>
          <ns4:p xmlns:ns4="http://schemas.openxmlformats.org/drawingml/2006/main">
            <ns4:r>
              <ns4:t>Evidence: LAUNCH-DT-W7-E1; An individual D&amp;T portfolio review linking planning, making, testing, evaluation and presentation to authentic work, with ownership/support, gaps, next target and actual banking record.</ns4:t>
            </ns4:r>
          </ns4:p>
          <ns5:p xmlns:ns5="http://schemas.openxmlformats.org/drawingml/2006/main">
            <ns5:r>
              <ns5:t>Scheme: LAUNCH Weekly - Autumn!C242; LAUNCH - Autumn!D33, I33, J33; revision 9ed44bdf.</ns5:t>
            </ns5:r>
          </ns5:p>
          <ns6:p xmlns:ns6="http://schemas.openxmlformats.org/drawingml/2006/main">
            <ns6:r>
              <ns6:t>Source objective: Review my D&amp;T skills and add [AWARD]/[QUAL] evidence.</ns6:t>
            </ns6:r>
          </ns6:p>
          <ns7:p xmlns:ns7="http://schemas.openxmlformats.org/drawingml/2006/main">
            <ns7:r>
              <ns7:t>Calendar: No teaching day or clock slot is inferred.</ns7:t>
            </ns7:r>
          </ns7:p>
          <ns8:p xmlns:ns8="http://schemas.openxmlformats.org/drawingml/2006/main">
            <ns8:r>
              <ns8:t>Unit: Construction &amp; making: safe structures</ns8:t>
            </ns8:r>
          </ns8:p>
          <ns9:p xmlns:ns9="http://schemas.openxmlformats.org/drawingml/2006/main">
            <ns9:r>
              <ns9:t>Accreditation: [AWARD] [QUAL] (Level 1/2); [AWARD] [QUAL] '[QUAL]', '[QUAL]'.</ns9:t>
            </ns9:r>
          </ns9:p>
          <ns10:p xmlns:ns10="http://schemas.openxmlformats.org/drawingml/2006/main">
            <ns10:r>
              <ns10:t>Assessment: F: safe-working observation.  S: constructed product + evaluation (data drop).</ns10:t>
            </ns10:r>
          </ns10:p>
          <ns11:p xmlns:ns11="http://schemas.openxmlformats.org/drawingml/2006/main">
            <ns11:r>
              <ns11:t>Sources: https://www.hse.gov.uk/risk/classroom-checklist.htm</ns11:t>
            </ns11:r>
          </ns11:p>
          <ns12:p xmlns:ns12="http://schemas.openxmlformats.org/drawingml/2006/main">
            <ns12:r>
              <ns12:t>Made by Matt · © Matt Roper · CC BY-NC-SA 4.0: free for classroom use, share and adapt with credit, no resale</ns12:t>
            </ns12:r>
          </ns12: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DT-LAUNCH-A2-W07 · Monday 14–Friday 18 December 2026</ns0:t>
            </ns0:r>
          </ns0:p>
          <ns1:p xmlns:ns1="http://schemas.openxmlformats.org/drawingml/2006/main">
            <ns1:r>
              <ns1:t>Today: 0 minutes.</ns1:t>
            </ns1:r>
          </ns1:p>
          <ns2:p xmlns:ns2="http://schemas.openxmlformats.org/drawingml/2006/main">
            <ns2:r>
              <ns2:t>Teacher: Read the displayed pupil objective and success checks. The exact scheme wording remains in the planner/source record; explain the authorised hook or neutral display wording. No teaching day or clock slot is inferred.</ns2:t>
            </ns2:r>
          </ns2:p>
          <ns3:p xmlns:ns3="http://schemas.openxmlformats.org/drawingml/2006/main">
            <ns3:r>
              <ns3:t>TA: offer processing time, read or scribe exact words, record physical help and avoid supplying the assessed answer.</ns3:t>
            </ns3:r>
          </ns3:p>
          <ns4:p xmlns:ns4="http://schemas.openxmlformats.org/drawingml/2006/main">
            <ns4:r>
              <ns4:t>Evidence: LAUNCH-DT-W7-E1; An individual D&amp;T portfolio review linking planning, making, testing, evaluation and presentation to authentic work, with ownership/support, gaps, next target and actual banking record.</ns4:t>
            </ns4:r>
          </ns4:p>
          <ns5:p xmlns:ns5="http://schemas.openxmlformats.org/drawingml/2006/main">
            <ns5:r>
              <ns5:t>Scheme: LAUNCH Weekly - Autumn!C242; LAUNCH - Autumn!D33, I33, J33; revision 9ed44bdf.</ns5:t>
            </ns5:r>
          </ns5:p>
          <ns6:p xmlns:ns6="http://schemas.openxmlformats.org/drawingml/2006/main">
            <ns6:r>
              <ns6:t>Source objective: Review my D&amp;T skills and add [AWARD]/[QUAL] evidence.</ns6:t>
            </ns6:r>
          </ns6:p>
          <ns7:p xmlns:ns7="http://schemas.openxmlformats.org/drawingml/2006/main">
            <ns7:r>
              <ns7:t>Calendar: No teaching day or clock slot is inferred.</ns7:t>
            </ns7:r>
          </ns7:p>
          <ns8:p xmlns:ns8="http://schemas.openxmlformats.org/drawingml/2006/main">
            <ns8:r>
              <ns8:t>Unit: Construction &amp; making: safe structures</ns8:t>
            </ns8:r>
          </ns8:p>
          <ns9:p xmlns:ns9="http://schemas.openxmlformats.org/drawingml/2006/main">
            <ns9:r>
              <ns9:t>Accreditation: [AWARD] [QUAL] (Level 1/2); [AWARD] [QUAL] '[QUAL]', '[QUAL]'.</ns9:t>
            </ns9:r>
          </ns9:p>
          <ns10:p xmlns:ns10="http://schemas.openxmlformats.org/drawingml/2006/main">
            <ns10:r>
              <ns10:t>Assessment: F: safe-working observation.  S: constructed product + evaluation (data drop).</ns10:t>
            </ns10:r>
          </ns10:p>
          <ns11:p xmlns:ns11="http://schemas.openxmlformats.org/drawingml/2006/main">
            <ns11:r>
              <ns11:t>Sources: https://www.hse.gov.uk/risk/classroom-checklist.htm</ns11:t>
            </ns11:r>
          </ns11:p>
          <ns12:p xmlns:ns12="http://schemas.openxmlformats.org/drawingml/2006/main">
            <ns12:r>
              <ns12:t>Made by Matt · © Matt Roper · CC BY-NC-SA 4.0: free for classroom use, share and adapt with credit, no resale</ns12:t>
            </ns12:r>
          </ns12: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DT-LAUNCH-A2-W07 · Monday 14–Friday 18 December 2026</ns0:t>
            </ns0:r>
          </ns0:p>
          <ns1:p xmlns:ns1="http://schemas.openxmlformats.org/drawingml/2006/main">
            <ns1:r>
              <ns1:t>I Do: 5 minutes.</ns1:t>
            </ns1:r>
          </ns1:p>
          <ns2:p xmlns:ns2="http://schemas.openxmlformats.org/drawingml/2006/main">
            <ns2:r>
              <ns2:t>Teacher: Model each line aloud and make the reasoning explicit. Check each claimed skill against actual work and who did it. Keep honest not-yet or missing entries. Source award labels are preserved in school staff mapping and masked in Public; no unit criteria, registration or completion is inferred. Bank only real learner evidence and record actual location/status.</ns2:t>
            </ns2:r>
          </ns2:p>
          <ns3:p xmlns:ns3="http://schemas.openxmlformats.org/drawingml/2006/main">
            <ns3:r>
              <ns3:t>TA: offer processing time, read or scribe exact words, record physical help and avoid supplying the assessed answer.</ns3:t>
            </ns3:r>
          </ns3:p>
          <ns4:p xmlns:ns4="http://schemas.openxmlformats.org/drawingml/2006/main">
            <ns4:r>
              <ns4:t>Evidence: LAUNCH-DT-W7-E1; An individual D&amp;T portfolio review linking planning, making, testing, evaluation and presentation to authentic work, with ownership/support, gaps, next target and actual banking record.</ns4:t>
            </ns4:r>
          </ns4:p>
          <ns5:p xmlns:ns5="http://schemas.openxmlformats.org/drawingml/2006/main">
            <ns5:r>
              <ns5:t>Scheme: LAUNCH Weekly - Autumn!C242; LAUNCH - Autumn!D33, I33, J33; revision 9ed44bdf.</ns5:t>
            </ns5:r>
          </ns5:p>
          <ns6:p xmlns:ns6="http://schemas.openxmlformats.org/drawingml/2006/main">
            <ns6:r>
              <ns6:t>Source objective: Review my D&amp;T skills and add [AWARD]/[QUAL] evidence.</ns6:t>
            </ns6:r>
          </ns6:p>
          <ns7:p xmlns:ns7="http://schemas.openxmlformats.org/drawingml/2006/main">
            <ns7:r>
              <ns7:t>Calendar: No teaching day or clock slot is inferred.</ns7:t>
            </ns7:r>
          </ns7:p>
          <ns8:p xmlns:ns8="http://schemas.openxmlformats.org/drawingml/2006/main">
            <ns8:r>
              <ns8:t>Unit: Construction &amp; making: safe structures</ns8:t>
            </ns8:r>
          </ns8:p>
          <ns9:p xmlns:ns9="http://schemas.openxmlformats.org/drawingml/2006/main">
            <ns9:r>
              <ns9:t>Accreditation: [AWARD] [QUAL] (Level 1/2); [AWARD] [QUAL] '[QUAL]', '[QUAL]'.</ns9:t>
            </ns9:r>
          </ns9:p>
          <ns10:p xmlns:ns10="http://schemas.openxmlformats.org/drawingml/2006/main">
            <ns10:r>
              <ns10:t>Assessment: F: safe-working observation.  S: constructed product + evaluation (data drop).</ns10:t>
            </ns10:r>
          </ns10:p>
          <ns11:p xmlns:ns11="http://schemas.openxmlformats.org/drawingml/2006/main">
            <ns11:r>
              <ns11:t>Sources: https://www.hse.gov.uk/risk/classroom-checklist.htm</ns11:t>
            </ns11:r>
          </ns11:p>
          <ns12:p xmlns:ns12="http://schemas.openxmlformats.org/drawingml/2006/main">
            <ns12:r>
              <ns12:t>Made by Matt · © Matt Roper · CC BY-NC-SA 4.0: free for classroom use, share and adapt with credit, no resale</ns12:t>
            </ns12:r>
          </ns12: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DT-LAUNCH-A2-W07 · Monday 14–Friday 18 December 2026</ns0:t>
            </ns0:r>
          </ns0:p>
          <ns1:p xmlns:ns1="http://schemas.openxmlformats.org/drawingml/2006/main">
            <ns1:r>
              <ns1:t>We Do: 5 minutes.</ns1:t>
            </ns1:r>
          </ns1:p>
          <ns2:p xmlns:ns2="http://schemas.openxmlformats.org/drawingml/2006/main">
            <ns2:r>
              <ns2:t>Teacher: Read the hinge aloud, ask for a choice and a reason. C. A model alone does not show a recorded test or evaluation. Check for an authentic existing record; if none exists, record the gap and plan a suitable later opportunity. Do not invent or backdate evidence. Reteach by separating a pupil record from an adult model.</ns2:t>
            </ns2:r>
          </ns2:p>
          <ns3:p xmlns:ns3="http://schemas.openxmlformats.org/drawingml/2006/main">
            <ns3:r>
              <ns3:t>TA: offer processing time, read or scribe exact words, record physical help and avoid supplying the assessed answer.</ns3:t>
            </ns3:r>
          </ns3:p>
          <ns4:p xmlns:ns4="http://schemas.openxmlformats.org/drawingml/2006/main">
            <ns4:r>
              <ns4:t>Evidence: LAUNCH-DT-W7-E1; An individual D&amp;T portfolio review linking planning, making, testing, evaluation and presentation to authentic work, with ownership/support, gaps, next target and actual banking record.</ns4:t>
            </ns4:r>
          </ns4:p>
          <ns5:p xmlns:ns5="http://schemas.openxmlformats.org/drawingml/2006/main">
            <ns5:r>
              <ns5:t>Scheme: LAUNCH Weekly - Autumn!C242; LAUNCH - Autumn!D33, I33, J33; revision 9ed44bdf.</ns5:t>
            </ns5:r>
          </ns5:p>
          <ns6:p xmlns:ns6="http://schemas.openxmlformats.org/drawingml/2006/main">
            <ns6:r>
              <ns6:t>Source objective: Review my D&amp;T skills and add [AWARD]/[QUAL] evidence.</ns6:t>
            </ns6:r>
          </ns6:p>
          <ns7:p xmlns:ns7="http://schemas.openxmlformats.org/drawingml/2006/main">
            <ns7:r>
              <ns7:t>Calendar: No teaching day or clock slot is inferred.</ns7:t>
            </ns7:r>
          </ns7:p>
          <ns8:p xmlns:ns8="http://schemas.openxmlformats.org/drawingml/2006/main">
            <ns8:r>
              <ns8:t>Unit: Construction &amp; making: safe structures</ns8:t>
            </ns8:r>
          </ns8:p>
          <ns9:p xmlns:ns9="http://schemas.openxmlformats.org/drawingml/2006/main">
            <ns9:r>
              <ns9:t>Accreditation: [AWARD] [QUAL] (Level 1/2); [AWARD] [QUAL] '[QUAL]', '[QUAL]'.</ns9:t>
            </ns9:r>
          </ns9:p>
          <ns10:p xmlns:ns10="http://schemas.openxmlformats.org/drawingml/2006/main">
            <ns10:r>
              <ns10:t>Assessment: F: safe-working observation.  S: constructed product + evaluation (data drop).</ns10:t>
            </ns10:r>
          </ns10:p>
          <ns11:p xmlns:ns11="http://schemas.openxmlformats.org/drawingml/2006/main">
            <ns11:r>
              <ns11:t>Sources: https://www.hse.gov.uk/risk/classroom-checklist.htm</ns11:t>
            </ns11:r>
          </ns11:p>
          <ns12:p xmlns:ns12="http://schemas.openxmlformats.org/drawingml/2006/main">
            <ns12:r>
              <ns12:t>Made by Matt · © Matt Roper · CC BY-NC-SA 4.0: free for classroom use, share and adapt with credit, no resale</ns12:t>
            </ns12:r>
          </ns12: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DT-LAUNCH-A2-W07 · Monday 14–Friday 18 December 2026</ns0:t>
            </ns0:r>
          </ns0:p>
          <ns1:p xmlns:ns1="http://schemas.openxmlformats.org/drawingml/2006/main">
            <ns1:r>
              <ns1:t>You Do practice: 12 minutes.</ns1:t>
            </ns1:r>
          </ns1:p>
          <ns2:p xmlns:ns2="http://schemas.openxmlformats.org/drawingml/2006/main">
            <ns2:r>
              <ns2:t>Teacher: Model ownership checking on an adult example. Review the learner’s actual records one at a time; record support and gaps. Agree one skill target, receive the learner response and bank only checked items.</ns2:t>
            </ns2:r>
          </ns2:p>
          <ns3:p xmlns:ns3="http://schemas.openxmlformats.org/drawingml/2006/main">
            <ns3:r>
              <ns3:t>TA: offer processing time, read or scribe exact words, record physical help and avoid supplying the assessed answer.</ns3:t>
            </ns3:r>
          </ns3:p>
          <ns4:p xmlns:ns4="http://schemas.openxmlformats.org/drawingml/2006/main">
            <ns4:r>
              <ns4:t>Evidence: LAUNCH-DT-W7-E1; An individual D&amp;T portfolio review linking planning, making, testing, evaluation and presentation to authentic work, with ownership/support, gaps, next target and actual banking record.</ns4:t>
            </ns4:r>
          </ns4:p>
          <ns5:p xmlns:ns5="http://schemas.openxmlformats.org/drawingml/2006/main">
            <ns5:r>
              <ns5:t>Scheme: LAUNCH Weekly - Autumn!C242; LAUNCH - Autumn!D33, I33, J33; revision 9ed44bdf.</ns5:t>
            </ns5:r>
          </ns5:p>
          <ns6:p xmlns:ns6="http://schemas.openxmlformats.org/drawingml/2006/main">
            <ns6:r>
              <ns6:t>Source objective: Review my D&amp;T skills and add [AWARD]/[QUAL] evidence.</ns6:t>
            </ns6:r>
          </ns6:p>
          <ns7:p xmlns:ns7="http://schemas.openxmlformats.org/drawingml/2006/main">
            <ns7:r>
              <ns7:t>Calendar: No teaching day or clock slot is inferred.</ns7:t>
            </ns7:r>
          </ns7:p>
          <ns8:p xmlns:ns8="http://schemas.openxmlformats.org/drawingml/2006/main">
            <ns8:r>
              <ns8:t>Unit: Construction &amp; making: safe structures</ns8:t>
            </ns8:r>
          </ns8:p>
          <ns9:p xmlns:ns9="http://schemas.openxmlformats.org/drawingml/2006/main">
            <ns9:r>
              <ns9:t>Accreditation: [AWARD] [QUAL] (Level 1/2); [AWARD] [QUAL] '[QUAL]', '[QUAL]'.</ns9:t>
            </ns9:r>
          </ns9:p>
          <ns10:p xmlns:ns10="http://schemas.openxmlformats.org/drawingml/2006/main">
            <ns10:r>
              <ns10:t>Assessment: F: safe-working observation.  S: constructed product + evaluation (data drop).</ns10:t>
            </ns10:r>
          </ns10:p>
          <ns11:p xmlns:ns11="http://schemas.openxmlformats.org/drawingml/2006/main">
            <ns11:r>
              <ns11:t>Sources: https://www.hse.gov.uk/risk/classroom-checklist.htm</ns11:t>
            </ns11:r>
          </ns11:p>
          <ns12:p xmlns:ns12="http://schemas.openxmlformats.org/drawingml/2006/main">
            <ns12:r>
              <ns12:t>Made by Matt · © Matt Roper · CC BY-NC-SA 4.0: free for classroom use, share and adapt with credit, no resale</ns12:t>
            </ns12:r>
          </ns12: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DT-LAUNCH-A2-W07 · Monday 14–Friday 18 December 2026</ns0:t>
            </ns0:r>
          </ns0:p>
          <ns1:p xmlns:ns1="http://schemas.openxmlformats.org/drawingml/2006/main">
            <ns1:r>
              <ns1:t>You Do evidence: 6 minutes.</ns1:t>
            </ns1:r>
          </ns1:p>
          <ns2:p xmlns:ns2="http://schemas.openxmlformats.org/drawingml/2006/main">
            <ns2:r>
              <ns2:t>Teacher: Complete both Evidence Sheet pages. Check each claimed skill against actual work and who did it. Keep honest not-yet or missing entries. Source award labels are preserved in school staff mapping and masked in Public; no unit criteria, registration or completion is inferred. Bank only real learner evidence and record actual location/status.</ns2:t>
            </ns2:r>
          </ns2:p>
          <ns3:p xmlns:ns3="http://schemas.openxmlformats.org/drawingml/2006/main">
            <ns3:r>
              <ns3:t>TA: offer processing time, read or scribe exact words, record physical help and avoid supplying the assessed answer.</ns3:t>
            </ns3:r>
          </ns3:p>
          <ns4:p xmlns:ns4="http://schemas.openxmlformats.org/drawingml/2006/main">
            <ns4:r>
              <ns4:t>Evidence: LAUNCH-DT-W7-E1; An individual D&amp;T portfolio review linking planning, making, testing, evaluation and presentation to authentic work, with ownership/support, gaps, next target and actual banking record.</ns4:t>
            </ns4:r>
          </ns4:p>
          <ns5:p xmlns:ns5="http://schemas.openxmlformats.org/drawingml/2006/main">
            <ns5:r>
              <ns5:t>Scheme: LAUNCH Weekly - Autumn!C242; LAUNCH - Autumn!D33, I33, J33; revision 9ed44bdf.</ns5:t>
            </ns5:r>
          </ns5:p>
          <ns6:p xmlns:ns6="http://schemas.openxmlformats.org/drawingml/2006/main">
            <ns6:r>
              <ns6:t>Source objective: Review my D&amp;T skills and add [AWARD]/[QUAL] evidence.</ns6:t>
            </ns6:r>
          </ns6:p>
          <ns7:p xmlns:ns7="http://schemas.openxmlformats.org/drawingml/2006/main">
            <ns7:r>
              <ns7:t>Calendar: No teaching day or clock slot is inferred.</ns7:t>
            </ns7:r>
          </ns7:p>
          <ns8:p xmlns:ns8="http://schemas.openxmlformats.org/drawingml/2006/main">
            <ns8:r>
              <ns8:t>Unit: Construction &amp; making: safe structures</ns8:t>
            </ns8:r>
          </ns8:p>
          <ns9:p xmlns:ns9="http://schemas.openxmlformats.org/drawingml/2006/main">
            <ns9:r>
              <ns9:t>Accreditation: [AWARD] [QUAL] (Level 1/2); [AWARD] [QUAL] '[QUAL]', '[QUAL]'.</ns9:t>
            </ns9:r>
          </ns9:p>
          <ns10:p xmlns:ns10="http://schemas.openxmlformats.org/drawingml/2006/main">
            <ns10:r>
              <ns10:t>Assessment: F: safe-working observation.  S: constructed product + evaluation (data drop).</ns10:t>
            </ns10:r>
          </ns10:p>
          <ns11:p xmlns:ns11="http://schemas.openxmlformats.org/drawingml/2006/main">
            <ns11:r>
              <ns11:t>Sources: https://www.hse.gov.uk/risk/classroom-checklist.htm</ns11:t>
            </ns11:r>
          </ns11:p>
          <ns12:p xmlns:ns12="http://schemas.openxmlformats.org/drawingml/2006/main">
            <ns12:r>
              <ns12:t>Made by Matt · © Matt Roper · CC BY-NC-SA 4.0: free for classroom use, share and adapt with credit, no resale</ns12:t>
            </ns12:r>
          </ns12: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DT-LAUNCH-A2-W07 · Monday 14–Friday 18 December 2026</ns0:t>
            </ns0:r>
          </ns0:p>
          <ns1:p xmlns:ns1="http://schemas.openxmlformats.org/drawingml/2006/main">
            <ns1:r>
              <ns1:t>Tidy and evidence check: 4 minutes.</ns1:t>
            </ns1:r>
          </ns1:p>
          <ns2:p xmlns:ns2="http://schemas.openxmlformats.org/drawingml/2006/main">
            <ns2:r>
              <ns2:t>Teacher: Check actual support, ownership and response. Use VF, WS, I, NS+, //, ?, R and E appropriately. R needs Voice, Audience, NS+ and a response in the learner’s own colour. E requires actual banking.</ns2:t>
            </ns2:r>
          </ns2:p>
          <ns3:p xmlns:ns3="http://schemas.openxmlformats.org/drawingml/2006/main">
            <ns3:r>
              <ns3:t>TA: offer processing time, read or scribe exact words, record physical help and avoid supplying the assessed answer.</ns3:t>
            </ns3:r>
          </ns3:p>
          <ns4:p xmlns:ns4="http://schemas.openxmlformats.org/drawingml/2006/main">
            <ns4:r>
              <ns4:t>Evidence: LAUNCH-DT-W7-E1; An individual D&amp;T portfolio review linking planning, making, testing, evaluation and presentation to authentic work, with ownership/support, gaps, next target and actual banking record.</ns4:t>
            </ns4:r>
          </ns4:p>
          <ns5:p xmlns:ns5="http://schemas.openxmlformats.org/drawingml/2006/main">
            <ns5:r>
              <ns5:t>Scheme: LAUNCH Weekly - Autumn!C242; LAUNCH - Autumn!D33, I33, J33; revision 9ed44bdf.</ns5:t>
            </ns5:r>
          </ns5:p>
          <ns6:p xmlns:ns6="http://schemas.openxmlformats.org/drawingml/2006/main">
            <ns6:r>
              <ns6:t>Source objective: Review my D&amp;T skills and add [AWARD]/[QUAL] evidence.</ns6:t>
            </ns6:r>
          </ns6:p>
          <ns7:p xmlns:ns7="http://schemas.openxmlformats.org/drawingml/2006/main">
            <ns7:r>
              <ns7:t>Calendar: No teaching day or clock slot is inferred.</ns7:t>
            </ns7:r>
          </ns7:p>
          <ns8:p xmlns:ns8="http://schemas.openxmlformats.org/drawingml/2006/main">
            <ns8:r>
              <ns8:t>Unit: Construction &amp; making: safe structures</ns8:t>
            </ns8:r>
          </ns8:p>
          <ns9:p xmlns:ns9="http://schemas.openxmlformats.org/drawingml/2006/main">
            <ns9:r>
              <ns9:t>Accreditation: [AWARD] [QUAL] (Level 1/2); [AWARD] [QUAL] '[QUAL]', '[QUAL]'.</ns9:t>
            </ns9:r>
          </ns9:p>
          <ns10:p xmlns:ns10="http://schemas.openxmlformats.org/drawingml/2006/main">
            <ns10:r>
              <ns10:t>Assessment: F: safe-working observation.  S: constructed product + evaluation (data drop).</ns10:t>
            </ns10:r>
          </ns10:p>
          <ns11:p xmlns:ns11="http://schemas.openxmlformats.org/drawingml/2006/main">
            <ns11:r>
              <ns11:t>Sources: https://www.hse.gov.uk/risk/classroom-checklist.htm</ns11:t>
            </ns11:r>
          </ns11:p>
          <ns12:p xmlns:ns12="http://schemas.openxmlformats.org/drawingml/2006/main">
            <ns12:r>
              <ns12:t>Made by Matt · © Matt Roper · CC BY-NC-SA 4.0: free for classroom use, share and adapt with credit, no resale</ns12:t>
            </ns12:r>
          </ns12: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DT-LAUNCH-A2-W07 · Monday 14–Friday 18 December 2026</ns0:t>
            </ns0:r>
          </ns0:p>
          <ns1:p xmlns:ns1="http://schemas.openxmlformats.org/drawingml/2006/main">
            <ns1:r>
              <ns1:t>Exit ticket: 2 minutes.</ns1:t>
            </ns1:r>
          </ns1:p>
          <ns2:p xmlns:ns2="http://schemas.openxmlformats.org/drawingml/2006/main">
            <ns2:r>
              <ns2:t>Teacher: Take a quiet exit response and note the next teaching need. Use the Staff Answers to assess the reason rather than just a letter.</ns2:t>
            </ns2:r>
          </ns2:p>
          <ns3:p xmlns:ns3="http://schemas.openxmlformats.org/drawingml/2006/main">
            <ns3:r>
              <ns3:t>TA: offer processing time, read or scribe exact words, record physical help and avoid supplying the assessed answer.</ns3:t>
            </ns3:r>
          </ns3:p>
          <ns4:p xmlns:ns4="http://schemas.openxmlformats.org/drawingml/2006/main">
            <ns4:r>
              <ns4:t>Evidence: LAUNCH-DT-W7-E1; An individual D&amp;T portfolio review linking planning, making, testing, evaluation and presentation to authentic work, with ownership/support, gaps, next target and actual banking record.</ns4:t>
            </ns4:r>
          </ns4:p>
          <ns5:p xmlns:ns5="http://schemas.openxmlformats.org/drawingml/2006/main">
            <ns5:r>
              <ns5:t>Scheme: LAUNCH Weekly - Autumn!C242; LAUNCH - Autumn!D33, I33, J33; revision 9ed44bdf.</ns5:t>
            </ns5:r>
          </ns5:p>
          <ns6:p xmlns:ns6="http://schemas.openxmlformats.org/drawingml/2006/main">
            <ns6:r>
              <ns6:t>Source objective: Review my D&amp;T skills and add [AWARD]/[QUAL] evidence.</ns6:t>
            </ns6:r>
          </ns6:p>
          <ns7:p xmlns:ns7="http://schemas.openxmlformats.org/drawingml/2006/main">
            <ns7:r>
              <ns7:t>Calendar: No teaching day or clock slot is inferred.</ns7:t>
            </ns7:r>
          </ns7:p>
          <ns8:p xmlns:ns8="http://schemas.openxmlformats.org/drawingml/2006/main">
            <ns8:r>
              <ns8:t>Unit: Construction &amp; making: safe structures</ns8:t>
            </ns8:r>
          </ns8:p>
          <ns9:p xmlns:ns9="http://schemas.openxmlformats.org/drawingml/2006/main">
            <ns9:r>
              <ns9:t>Accreditation: [AWARD] [QUAL] (Level 1/2); [AWARD] [QUAL] '[QUAL]', '[QUAL]'.</ns9:t>
            </ns9:r>
          </ns9:p>
          <ns10:p xmlns:ns10="http://schemas.openxmlformats.org/drawingml/2006/main">
            <ns10:r>
              <ns10:t>Assessment: F: safe-working observation.  S: constructed product + evaluation (data drop).</ns10:t>
            </ns10:r>
          </ns10:p>
          <ns11:p xmlns:ns11="http://schemas.openxmlformats.org/drawingml/2006/main">
            <ns11:r>
              <ns11:t>Sources: https://www.hse.gov.uk/risk/classroom-checklist.htm</ns11:t>
            </ns11:r>
          </ns11:p>
          <ns12:p xmlns:ns12="http://schemas.openxmlformats.org/drawingml/2006/main">
            <ns12:r>
              <ns12:t>Made by Matt · © Matt Roper · CC BY-NC-SA 4.0: free for classroom use, share and adapt with credit, no resale</ns12:t>
            </ns12:r>
          </ns12: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DT-LAUNCH-A2-W07 · Monday 14–Friday 18 December 2026</ns0:t>
            </ns0:r>
          </ns0:p>
          <ns1:p xmlns:ns1="http://schemas.openxmlformats.org/drawingml/2006/main">
            <ns1:r>
              <ns1:t>Vocabulary: 0 minutes.</ns1:t>
            </ns1:r>
          </ns1:p>
          <ns2:p xmlns:ns2="http://schemas.openxmlformats.org/drawingml/2006/main">
            <ns2:r>
              <ns2:t>Teacher: Keep the Vocabulary Mat available. Link each word to a case or actual task. Allow a home-language first response.</ns2:t>
            </ns2:r>
          </ns2:p>
          <ns3:p xmlns:ns3="http://schemas.openxmlformats.org/drawingml/2006/main">
            <ns3:r>
              <ns3:t>TA: offer processing time, read or scribe exact words, record physical help and avoid supplying the assessed answer.</ns3:t>
            </ns3:r>
          </ns3:p>
          <ns4:p xmlns:ns4="http://schemas.openxmlformats.org/drawingml/2006/main">
            <ns4:r>
              <ns4:t>Evidence: LAUNCH-DT-W7-E1; An individual D&amp;T portfolio review linking planning, making, testing, evaluation and presentation to authentic work, with ownership/support, gaps, next target and actual banking record.</ns4:t>
            </ns4:r>
          </ns4:p>
          <ns5:p xmlns:ns5="http://schemas.openxmlformats.org/drawingml/2006/main">
            <ns5:r>
              <ns5:t>Scheme: LAUNCH Weekly - Autumn!C242; LAUNCH - Autumn!D33, I33, J33; revision 9ed44bdf.</ns5:t>
            </ns5:r>
          </ns5:p>
          <ns6:p xmlns:ns6="http://schemas.openxmlformats.org/drawingml/2006/main">
            <ns6:r>
              <ns6:t>Source objective: Review my D&amp;T skills and add [AWARD]/[QUAL] evidence.</ns6:t>
            </ns6:r>
          </ns6:p>
          <ns7:p xmlns:ns7="http://schemas.openxmlformats.org/drawingml/2006/main">
            <ns7:r>
              <ns7:t>Calendar: No teaching day or clock slot is inferred.</ns7:t>
            </ns7:r>
          </ns7:p>
          <ns8:p xmlns:ns8="http://schemas.openxmlformats.org/drawingml/2006/main">
            <ns8:r>
              <ns8:t>Unit: Construction &amp; making: safe structures</ns8:t>
            </ns8:r>
          </ns8:p>
          <ns9:p xmlns:ns9="http://schemas.openxmlformats.org/drawingml/2006/main">
            <ns9:r>
              <ns9:t>Accreditation: [AWARD] [QUAL] (Level 1/2); [AWARD] [QUAL] '[QUAL]', '[QUAL]'.</ns9:t>
            </ns9:r>
          </ns9:p>
          <ns10:p xmlns:ns10="http://schemas.openxmlformats.org/drawingml/2006/main">
            <ns10:r>
              <ns10:t>Assessment: F: safe-working observation.  S: constructed product + evaluation (data drop).</ns10:t>
            </ns10:r>
          </ns10:p>
          <ns11:p xmlns:ns11="http://schemas.openxmlformats.org/drawingml/2006/main">
            <ns11:r>
              <ns11:t>Sources: https://www.hse.gov.uk/risk/classroom-checklist.htm</ns11:t>
            </ns11:r>
          </ns11:p>
          <ns12:p xmlns:ns12="http://schemas.openxmlformats.org/drawingml/2006/main">
            <ns12:r>
              <ns12:t>Made by Matt · © Matt Roper · CC BY-NC-SA 4.0: free for classroom use, share and adapt with credit, no resale</ns12:t>
            </ns12:r>
          </ns12: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DT-LAUNCH-A2-W07 · Monday 14–Friday 18 December 2026</ns0:t>
            </ns0:r>
          </ns0:p>
          <ns1:p xmlns:ns1="http://schemas.openxmlformats.org/drawingml/2006/main">
            <ns1:r>
              <ns1:t>Staff brief: 0 minutes.</ns1:t>
            </ns1:r>
          </ns1:p>
          <ns2:p xmlns:ns2="http://schemas.openxmlformats.org/drawingml/2006/main">
            <ns2:r>
              <ns2:t>Teacher: Hidden staff reference. No fabricated, copied or backdated learner evidence. Keep photos and work references in approved staff storage. No new build or load test is required. Any gap leads to a future support plan, not a false completion tick.</ns2:t>
            </ns2:r>
          </ns2:p>
          <ns3:p xmlns:ns3="http://schemas.openxmlformats.org/drawingml/2006/main">
            <ns3:r>
              <ns3:t>TA: offer processing time, read or scribe exact words, record physical help and avoid supplying the assessed answer.</ns3:t>
            </ns3:r>
          </ns3:p>
          <ns4:p xmlns:ns4="http://schemas.openxmlformats.org/drawingml/2006/main">
            <ns4:r>
              <ns4:t>Evidence: LAUNCH-DT-W7-E1; An individual D&amp;T portfolio review linking planning, making, testing, evaluation and presentation to authentic work, with ownership/support, gaps, next target and actual banking record.</ns4:t>
            </ns4:r>
          </ns4:p>
          <ns5:p xmlns:ns5="http://schemas.openxmlformats.org/drawingml/2006/main">
            <ns5:r>
              <ns5:t>Scheme: LAUNCH Weekly - Autumn!C242; LAUNCH - Autumn!D33, I33, J33; revision 9ed44bdf.</ns5:t>
            </ns5:r>
          </ns5:p>
          <ns6:p xmlns:ns6="http://schemas.openxmlformats.org/drawingml/2006/main">
            <ns6:r>
              <ns6:t>Source objective: Review my D&amp;T skills and add [AWARD]/[QUAL] evidence.</ns6:t>
            </ns6:r>
          </ns6:p>
          <ns7:p xmlns:ns7="http://schemas.openxmlformats.org/drawingml/2006/main">
            <ns7:r>
              <ns7:t>Calendar: No teaching day or clock slot is inferred.</ns7:t>
            </ns7:r>
          </ns7:p>
          <ns8:p xmlns:ns8="http://schemas.openxmlformats.org/drawingml/2006/main">
            <ns8:r>
              <ns8:t>Unit: Construction &amp; making: safe structures</ns8:t>
            </ns8:r>
          </ns8:p>
          <ns9:p xmlns:ns9="http://schemas.openxmlformats.org/drawingml/2006/main">
            <ns9:r>
              <ns9:t>Accreditation: [AWARD] [QUAL] (Level 1/2); [AWARD] [QUAL] '[QUAL]', '[QUAL]'.</ns9:t>
            </ns9:r>
          </ns9:p>
          <ns10:p xmlns:ns10="http://schemas.openxmlformats.org/drawingml/2006/main">
            <ns10:r>
              <ns10:t>Assessment: F: safe-working observation.  S: constructed product + evaluation (data drop).</ns10:t>
            </ns10:r>
          </ns10:p>
          <ns11:p xmlns:ns11="http://schemas.openxmlformats.org/drawingml/2006/main">
            <ns11:r>
              <ns11:t>Sources: https://www.hse.gov.uk/risk/classroom-checklist.htm</ns11:t>
            </ns11:r>
          </ns11:p>
          <ns12:p xmlns:ns12="http://schemas.openxmlformats.org/drawingml/2006/main">
            <ns12:r>
              <ns12:t>Made by Matt · © Matt Roper · CC BY-NC-SA 4.0: free for classroom use, share and adapt with credit, no resale</ns12:t>
            </ns12:r>
          </ns12: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67bd2734f39498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9a05ae6f99d4a7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ed3726fc20d48a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16e64f518564ec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d55cf5d6a9747a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511bbc7b7d54a5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697F803-DEEC-43CA-A5E2-5BC22B8B986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Arial"/>
                <a:ea typeface="Arial"/>
                <a:cs typeface="Arial"/>
              </a:defRPr>
            </a:defPPr>
            <a:lvl1pPr marL="0" indent="0" algn="ctr">
              <a:lnSpc>
                <a:spcPct val="110000"/>
              </a:lnSpc>
              <a:spcBef>
                <a:spcPts val="0"/>
              </a:spcBef>
              <a:spcAft>
                <a:spcPts val="0"/>
              </a:spcAft>
              <a:buNone/>
              <a:defRPr sz="4800" b="1">
                <a:solidFill>
                  <a:schemeClr val="tx1"/>
                </a:solidFill>
                <a:latin typeface="Arial"/>
                <a:ea typeface="Arial"/>
                <a:cs typeface="Arial"/>
              </a:defRPr>
            </a:lvl1pPr>
            <a:lvl2pPr marL="0" indent="0" algn="ctr">
              <a:lnSpc>
                <a:spcPct val="110000"/>
              </a:lnSpc>
              <a:spcBef>
                <a:spcPts val="0"/>
              </a:spcBef>
              <a:spcAft>
                <a:spcPts val="0"/>
              </a:spcAft>
              <a:buNone/>
              <a:defRPr sz="4800" b="1">
                <a:solidFill>
                  <a:schemeClr val="tx1"/>
                </a:solidFill>
                <a:latin typeface="Arial"/>
                <a:ea typeface="Arial"/>
                <a:cs typeface="Arial"/>
              </a:defRPr>
            </a:lvl2pPr>
            <a:lvl3pPr marL="0" indent="0" algn="ctr">
              <a:lnSpc>
                <a:spcPct val="110000"/>
              </a:lnSpc>
              <a:spcBef>
                <a:spcPts val="0"/>
              </a:spcBef>
              <a:spcAft>
                <a:spcPts val="0"/>
              </a:spcAft>
              <a:buNone/>
              <a:defRPr sz="4800" b="1">
                <a:solidFill>
                  <a:schemeClr val="tx1"/>
                </a:solidFill>
                <a:latin typeface="Arial"/>
                <a:ea typeface="Arial"/>
                <a:cs typeface="Arial"/>
              </a:defRPr>
            </a:lvl3pPr>
            <a:lvl4pPr marL="0" indent="0" algn="ctr">
              <a:lnSpc>
                <a:spcPct val="110000"/>
              </a:lnSpc>
              <a:spcBef>
                <a:spcPts val="0"/>
              </a:spcBef>
              <a:spcAft>
                <a:spcPts val="0"/>
              </a:spcAft>
              <a:buNone/>
              <a:defRPr sz="4800" b="1">
                <a:solidFill>
                  <a:schemeClr val="tx1"/>
                </a:solidFill>
                <a:latin typeface="Arial"/>
                <a:ea typeface="Arial"/>
                <a:cs typeface="Arial"/>
              </a:defRPr>
            </a:lvl4pPr>
            <a:lvl5pPr marL="0" indent="0" algn="ctr">
              <a:lnSpc>
                <a:spcPct val="110000"/>
              </a:lnSpc>
              <a:spcBef>
                <a:spcPts val="0"/>
              </a:spcBef>
              <a:spcAft>
                <a:spcPts val="0"/>
              </a:spcAft>
              <a:buNone/>
              <a:defRPr sz="4800" b="1">
                <a:solidFill>
                  <a:schemeClr val="tx1"/>
                </a:solidFill>
                <a:latin typeface="Arial"/>
                <a:ea typeface="Arial"/>
                <a:cs typeface="Arial"/>
              </a:defRPr>
            </a:lvl5pPr>
            <a:lvl6pPr marL="0" indent="0" algn="ctr">
              <a:lnSpc>
                <a:spcPct val="110000"/>
              </a:lnSpc>
              <a:spcBef>
                <a:spcPts val="0"/>
              </a:spcBef>
              <a:spcAft>
                <a:spcPts val="0"/>
              </a:spcAft>
              <a:buNone/>
              <a:defRPr sz="4800" b="1">
                <a:solidFill>
                  <a:schemeClr val="tx1"/>
                </a:solidFill>
                <a:latin typeface="Arial"/>
                <a:ea typeface="Arial"/>
                <a:cs typeface="Arial"/>
              </a:defRPr>
            </a:lvl6pPr>
            <a:lvl7pPr marL="0" indent="0" algn="ctr">
              <a:lnSpc>
                <a:spcPct val="110000"/>
              </a:lnSpc>
              <a:spcBef>
                <a:spcPts val="0"/>
              </a:spcBef>
              <a:spcAft>
                <a:spcPts val="0"/>
              </a:spcAft>
              <a:buNone/>
              <a:defRPr sz="4800" b="1">
                <a:solidFill>
                  <a:schemeClr val="tx1"/>
                </a:solidFill>
                <a:latin typeface="Arial"/>
                <a:ea typeface="Arial"/>
                <a:cs typeface="Arial"/>
              </a:defRPr>
            </a:lvl7pPr>
            <a:lvl8pPr marL="0" indent="0" algn="ctr">
              <a:lnSpc>
                <a:spcPct val="110000"/>
              </a:lnSpc>
              <a:spcBef>
                <a:spcPts val="0"/>
              </a:spcBef>
              <a:spcAft>
                <a:spcPts val="0"/>
              </a:spcAft>
              <a:buNone/>
              <a:defRPr sz="4800" b="1">
                <a:solidFill>
                  <a:schemeClr val="tx1"/>
                </a:solidFill>
                <a:latin typeface="Arial"/>
                <a:ea typeface="Arial"/>
                <a:cs typeface="Arial"/>
              </a:defRPr>
            </a:lvl8pPr>
            <a:lvl9pPr marL="0" indent="0" algn="ctr">
              <a:lnSpc>
                <a:spcPct val="110000"/>
              </a:lnSpc>
              <a:spcBef>
                <a:spcPts val="0"/>
              </a:spcBef>
              <a:spcAft>
                <a:spcPts val="0"/>
              </a:spcAft>
              <a:buNone/>
              <a:defRPr sz="4800" b="1">
                <a:solidFill>
                  <a:schemeClr val="tx1"/>
                </a:solidFill>
                <a:latin typeface="Arial"/>
                <a:ea typeface="Arial"/>
                <a:cs typeface="Arial"/>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F6CE16B-3214-426C-9E08-EEDDFC8B694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Arial"/>
                <a:ea typeface="Arial"/>
                <a:cs typeface="Arial"/>
              </a:defRPr>
            </a:defPPr>
            <a:lvl1pPr marL="0" indent="0" algn="ctr">
              <a:lnSpc>
                <a:spcPct val="110000"/>
              </a:lnSpc>
              <a:spcBef>
                <a:spcPts val="0"/>
              </a:spcBef>
              <a:spcAft>
                <a:spcPts val="0"/>
              </a:spcAft>
              <a:buNone/>
              <a:defRPr sz="2100" b="0">
                <a:solidFill>
                  <a:schemeClr val="tx1"/>
                </a:solidFill>
                <a:latin typeface="Arial"/>
                <a:ea typeface="Arial"/>
                <a:cs typeface="Arial"/>
              </a:defRPr>
            </a:lvl1pPr>
            <a:lvl2pPr marL="0" indent="0" algn="ctr">
              <a:lnSpc>
                <a:spcPct val="110000"/>
              </a:lnSpc>
              <a:spcBef>
                <a:spcPts val="0"/>
              </a:spcBef>
              <a:spcAft>
                <a:spcPts val="0"/>
              </a:spcAft>
              <a:buNone/>
              <a:defRPr sz="2100" b="0">
                <a:solidFill>
                  <a:schemeClr val="tx1"/>
                </a:solidFill>
                <a:latin typeface="Arial"/>
                <a:ea typeface="Arial"/>
                <a:cs typeface="Arial"/>
              </a:defRPr>
            </a:lvl2pPr>
            <a:lvl3pPr marL="0" indent="0" algn="ctr">
              <a:lnSpc>
                <a:spcPct val="110000"/>
              </a:lnSpc>
              <a:spcBef>
                <a:spcPts val="0"/>
              </a:spcBef>
              <a:spcAft>
                <a:spcPts val="0"/>
              </a:spcAft>
              <a:buNone/>
              <a:defRPr sz="2100" b="0">
                <a:solidFill>
                  <a:schemeClr val="tx1"/>
                </a:solidFill>
                <a:latin typeface="Arial"/>
                <a:ea typeface="Arial"/>
                <a:cs typeface="Arial"/>
              </a:defRPr>
            </a:lvl3pPr>
            <a:lvl4pPr marL="0" indent="0" algn="ctr">
              <a:lnSpc>
                <a:spcPct val="110000"/>
              </a:lnSpc>
              <a:spcBef>
                <a:spcPts val="0"/>
              </a:spcBef>
              <a:spcAft>
                <a:spcPts val="0"/>
              </a:spcAft>
              <a:buNone/>
              <a:defRPr sz="2100" b="0">
                <a:solidFill>
                  <a:schemeClr val="tx1"/>
                </a:solidFill>
                <a:latin typeface="Arial"/>
                <a:ea typeface="Arial"/>
                <a:cs typeface="Arial"/>
              </a:defRPr>
            </a:lvl4pPr>
            <a:lvl5pPr marL="0" indent="0" algn="ctr">
              <a:lnSpc>
                <a:spcPct val="110000"/>
              </a:lnSpc>
              <a:spcBef>
                <a:spcPts val="0"/>
              </a:spcBef>
              <a:spcAft>
                <a:spcPts val="0"/>
              </a:spcAft>
              <a:buNone/>
              <a:defRPr sz="2100" b="0">
                <a:solidFill>
                  <a:schemeClr val="tx1"/>
                </a:solidFill>
                <a:latin typeface="Arial"/>
                <a:ea typeface="Arial"/>
                <a:cs typeface="Arial"/>
              </a:defRPr>
            </a:lvl5pPr>
            <a:lvl6pPr marL="0" indent="0" algn="ctr">
              <a:lnSpc>
                <a:spcPct val="110000"/>
              </a:lnSpc>
              <a:spcBef>
                <a:spcPts val="0"/>
              </a:spcBef>
              <a:spcAft>
                <a:spcPts val="0"/>
              </a:spcAft>
              <a:buNone/>
              <a:defRPr sz="2100" b="0">
                <a:solidFill>
                  <a:schemeClr val="tx1"/>
                </a:solidFill>
                <a:latin typeface="Arial"/>
                <a:ea typeface="Arial"/>
                <a:cs typeface="Arial"/>
              </a:defRPr>
            </a:lvl6pPr>
            <a:lvl7pPr marL="0" indent="0" algn="ctr">
              <a:lnSpc>
                <a:spcPct val="110000"/>
              </a:lnSpc>
              <a:spcBef>
                <a:spcPts val="0"/>
              </a:spcBef>
              <a:spcAft>
                <a:spcPts val="0"/>
              </a:spcAft>
              <a:buNone/>
              <a:defRPr sz="2100" b="0">
                <a:solidFill>
                  <a:schemeClr val="tx1"/>
                </a:solidFill>
                <a:latin typeface="Arial"/>
                <a:ea typeface="Arial"/>
                <a:cs typeface="Arial"/>
              </a:defRPr>
            </a:lvl7pPr>
            <a:lvl8pPr marL="0" indent="0" algn="ctr">
              <a:lnSpc>
                <a:spcPct val="110000"/>
              </a:lnSpc>
              <a:spcBef>
                <a:spcPts val="0"/>
              </a:spcBef>
              <a:spcAft>
                <a:spcPts val="0"/>
              </a:spcAft>
              <a:buNone/>
              <a:defRPr sz="2100" b="0">
                <a:solidFill>
                  <a:schemeClr val="tx1"/>
                </a:solidFill>
                <a:latin typeface="Arial"/>
                <a:ea typeface="Arial"/>
                <a:cs typeface="Arial"/>
              </a:defRPr>
            </a:lvl8pPr>
            <a:lvl9pPr marL="0" indent="0" algn="ctr">
              <a:lnSpc>
                <a:spcPct val="110000"/>
              </a:lnSpc>
              <a:spcBef>
                <a:spcPts val="0"/>
              </a:spcBef>
              <a:spcAft>
                <a:spcPts val="0"/>
              </a:spcAft>
              <a:buNone/>
              <a:defRPr sz="2100" b="0">
                <a:solidFill>
                  <a:schemeClr val="tx1"/>
                </a:solidFill>
                <a:latin typeface="Arial"/>
                <a:ea typeface="Arial"/>
                <a:cs typeface="Arial"/>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21A1369-C2BF-482F-AFB7-6600F6B2099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Arial"/>
                <a:ea typeface="Arial"/>
                <a:cs typeface="Arial"/>
              </a:defRPr>
            </a:defPPr>
            <a:lvl1pPr marL="0" indent="0" algn="ctr">
              <a:lnSpc>
                <a:spcPct val="110000"/>
              </a:lnSpc>
              <a:spcBef>
                <a:spcPts val="0"/>
              </a:spcBef>
              <a:spcAft>
                <a:spcPts val="0"/>
              </a:spcAft>
              <a:buNone/>
              <a:defRPr sz="4200" b="1">
                <a:solidFill>
                  <a:schemeClr val="tx1"/>
                </a:solidFill>
                <a:latin typeface="Arial"/>
                <a:ea typeface="Arial"/>
                <a:cs typeface="Arial"/>
              </a:defRPr>
            </a:lvl1pPr>
            <a:lvl2pPr marL="0" indent="0" algn="ctr">
              <a:lnSpc>
                <a:spcPct val="110000"/>
              </a:lnSpc>
              <a:spcBef>
                <a:spcPts val="0"/>
              </a:spcBef>
              <a:spcAft>
                <a:spcPts val="0"/>
              </a:spcAft>
              <a:buNone/>
              <a:defRPr sz="4200" b="1">
                <a:solidFill>
                  <a:schemeClr val="tx1"/>
                </a:solidFill>
                <a:latin typeface="Arial"/>
                <a:ea typeface="Arial"/>
                <a:cs typeface="Arial"/>
              </a:defRPr>
            </a:lvl2pPr>
            <a:lvl3pPr marL="0" indent="0" algn="ctr">
              <a:lnSpc>
                <a:spcPct val="110000"/>
              </a:lnSpc>
              <a:spcBef>
                <a:spcPts val="0"/>
              </a:spcBef>
              <a:spcAft>
                <a:spcPts val="0"/>
              </a:spcAft>
              <a:buNone/>
              <a:defRPr sz="4200" b="1">
                <a:solidFill>
                  <a:schemeClr val="tx1"/>
                </a:solidFill>
                <a:latin typeface="Arial"/>
                <a:ea typeface="Arial"/>
                <a:cs typeface="Arial"/>
              </a:defRPr>
            </a:lvl3pPr>
            <a:lvl4pPr marL="0" indent="0" algn="ctr">
              <a:lnSpc>
                <a:spcPct val="110000"/>
              </a:lnSpc>
              <a:spcBef>
                <a:spcPts val="0"/>
              </a:spcBef>
              <a:spcAft>
                <a:spcPts val="0"/>
              </a:spcAft>
              <a:buNone/>
              <a:defRPr sz="4200" b="1">
                <a:solidFill>
                  <a:schemeClr val="tx1"/>
                </a:solidFill>
                <a:latin typeface="Arial"/>
                <a:ea typeface="Arial"/>
                <a:cs typeface="Arial"/>
              </a:defRPr>
            </a:lvl4pPr>
            <a:lvl5pPr marL="0" indent="0" algn="ctr">
              <a:lnSpc>
                <a:spcPct val="110000"/>
              </a:lnSpc>
              <a:spcBef>
                <a:spcPts val="0"/>
              </a:spcBef>
              <a:spcAft>
                <a:spcPts val="0"/>
              </a:spcAft>
              <a:buNone/>
              <a:defRPr sz="4200" b="1">
                <a:solidFill>
                  <a:schemeClr val="tx1"/>
                </a:solidFill>
                <a:latin typeface="Arial"/>
                <a:ea typeface="Arial"/>
                <a:cs typeface="Arial"/>
              </a:defRPr>
            </a:lvl5pPr>
            <a:lvl6pPr marL="0" indent="0" algn="ctr">
              <a:lnSpc>
                <a:spcPct val="110000"/>
              </a:lnSpc>
              <a:spcBef>
                <a:spcPts val="0"/>
              </a:spcBef>
              <a:spcAft>
                <a:spcPts val="0"/>
              </a:spcAft>
              <a:buNone/>
              <a:defRPr sz="4200" b="1">
                <a:solidFill>
                  <a:schemeClr val="tx1"/>
                </a:solidFill>
                <a:latin typeface="Arial"/>
                <a:ea typeface="Arial"/>
                <a:cs typeface="Arial"/>
              </a:defRPr>
            </a:lvl6pPr>
            <a:lvl7pPr marL="0" indent="0" algn="ctr">
              <a:lnSpc>
                <a:spcPct val="110000"/>
              </a:lnSpc>
              <a:spcBef>
                <a:spcPts val="0"/>
              </a:spcBef>
              <a:spcAft>
                <a:spcPts val="0"/>
              </a:spcAft>
              <a:buNone/>
              <a:defRPr sz="4200" b="1">
                <a:solidFill>
                  <a:schemeClr val="tx1"/>
                </a:solidFill>
                <a:latin typeface="Arial"/>
                <a:ea typeface="Arial"/>
                <a:cs typeface="Arial"/>
              </a:defRPr>
            </a:lvl7pPr>
            <a:lvl8pPr marL="0" indent="0" algn="ctr">
              <a:lnSpc>
                <a:spcPct val="110000"/>
              </a:lnSpc>
              <a:spcBef>
                <a:spcPts val="0"/>
              </a:spcBef>
              <a:spcAft>
                <a:spcPts val="0"/>
              </a:spcAft>
              <a:buNone/>
              <a:defRPr sz="4200" b="1">
                <a:solidFill>
                  <a:schemeClr val="tx1"/>
                </a:solidFill>
                <a:latin typeface="Arial"/>
                <a:ea typeface="Arial"/>
                <a:cs typeface="Arial"/>
              </a:defRPr>
            </a:lvl8pPr>
            <a:lvl9pPr marL="0" indent="0" algn="ctr">
              <a:lnSpc>
                <a:spcPct val="110000"/>
              </a:lnSpc>
              <a:spcBef>
                <a:spcPts val="0"/>
              </a:spcBef>
              <a:spcAft>
                <a:spcPts val="0"/>
              </a:spcAft>
              <a:buNone/>
              <a:defRPr sz="4200" b="1">
                <a:solidFill>
                  <a:schemeClr val="tx1"/>
                </a:solidFill>
                <a:latin typeface="Arial"/>
                <a:ea typeface="Arial"/>
                <a:cs typeface="Arial"/>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53B8F1F-0C21-4D89-9AA0-7FC120957C0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Arial"/>
                <a:ea typeface="Arial"/>
                <a:cs typeface="Arial"/>
              </a:defRPr>
            </a:defPPr>
            <a:lvl1pPr marL="0" indent="0" algn="l">
              <a:lnSpc>
                <a:spcPct val="110000"/>
              </a:lnSpc>
              <a:spcBef>
                <a:spcPts val="0"/>
              </a:spcBef>
              <a:spcAft>
                <a:spcPts val="0"/>
              </a:spcAft>
              <a:buNone/>
              <a:defRPr sz="3300" b="1">
                <a:solidFill>
                  <a:schemeClr val="tx1"/>
                </a:solidFill>
                <a:latin typeface="Arial"/>
                <a:ea typeface="Arial"/>
                <a:cs typeface="Arial"/>
              </a:defRPr>
            </a:lvl1pPr>
            <a:lvl2pPr marL="0" indent="0" algn="l">
              <a:lnSpc>
                <a:spcPct val="110000"/>
              </a:lnSpc>
              <a:spcBef>
                <a:spcPts val="0"/>
              </a:spcBef>
              <a:spcAft>
                <a:spcPts val="0"/>
              </a:spcAft>
              <a:buNone/>
              <a:defRPr sz="3300" b="1">
                <a:solidFill>
                  <a:schemeClr val="tx1"/>
                </a:solidFill>
                <a:latin typeface="Arial"/>
                <a:ea typeface="Arial"/>
                <a:cs typeface="Arial"/>
              </a:defRPr>
            </a:lvl2pPr>
            <a:lvl3pPr marL="0" indent="0" algn="l">
              <a:lnSpc>
                <a:spcPct val="110000"/>
              </a:lnSpc>
              <a:spcBef>
                <a:spcPts val="0"/>
              </a:spcBef>
              <a:spcAft>
                <a:spcPts val="0"/>
              </a:spcAft>
              <a:buNone/>
              <a:defRPr sz="3300" b="1">
                <a:solidFill>
                  <a:schemeClr val="tx1"/>
                </a:solidFill>
                <a:latin typeface="Arial"/>
                <a:ea typeface="Arial"/>
                <a:cs typeface="Arial"/>
              </a:defRPr>
            </a:lvl3pPr>
            <a:lvl4pPr marL="0" indent="0" algn="l">
              <a:lnSpc>
                <a:spcPct val="110000"/>
              </a:lnSpc>
              <a:spcBef>
                <a:spcPts val="0"/>
              </a:spcBef>
              <a:spcAft>
                <a:spcPts val="0"/>
              </a:spcAft>
              <a:buNone/>
              <a:defRPr sz="3300" b="1">
                <a:solidFill>
                  <a:schemeClr val="tx1"/>
                </a:solidFill>
                <a:latin typeface="Arial"/>
                <a:ea typeface="Arial"/>
                <a:cs typeface="Arial"/>
              </a:defRPr>
            </a:lvl4pPr>
            <a:lvl5pPr marL="0" indent="0" algn="l">
              <a:lnSpc>
                <a:spcPct val="110000"/>
              </a:lnSpc>
              <a:spcBef>
                <a:spcPts val="0"/>
              </a:spcBef>
              <a:spcAft>
                <a:spcPts val="0"/>
              </a:spcAft>
              <a:buNone/>
              <a:defRPr sz="3300" b="1">
                <a:solidFill>
                  <a:schemeClr val="tx1"/>
                </a:solidFill>
                <a:latin typeface="Arial"/>
                <a:ea typeface="Arial"/>
                <a:cs typeface="Arial"/>
              </a:defRPr>
            </a:lvl5pPr>
            <a:lvl6pPr marL="0" indent="0" algn="l">
              <a:lnSpc>
                <a:spcPct val="110000"/>
              </a:lnSpc>
              <a:spcBef>
                <a:spcPts val="0"/>
              </a:spcBef>
              <a:spcAft>
                <a:spcPts val="0"/>
              </a:spcAft>
              <a:buNone/>
              <a:defRPr sz="3300" b="1">
                <a:solidFill>
                  <a:schemeClr val="tx1"/>
                </a:solidFill>
                <a:latin typeface="Arial"/>
                <a:ea typeface="Arial"/>
                <a:cs typeface="Arial"/>
              </a:defRPr>
            </a:lvl6pPr>
            <a:lvl7pPr marL="0" indent="0" algn="l">
              <a:lnSpc>
                <a:spcPct val="110000"/>
              </a:lnSpc>
              <a:spcBef>
                <a:spcPts val="0"/>
              </a:spcBef>
              <a:spcAft>
                <a:spcPts val="0"/>
              </a:spcAft>
              <a:buNone/>
              <a:defRPr sz="3300" b="1">
                <a:solidFill>
                  <a:schemeClr val="tx1"/>
                </a:solidFill>
                <a:latin typeface="Arial"/>
                <a:ea typeface="Arial"/>
                <a:cs typeface="Arial"/>
              </a:defRPr>
            </a:lvl7pPr>
            <a:lvl8pPr marL="0" indent="0" algn="l">
              <a:lnSpc>
                <a:spcPct val="110000"/>
              </a:lnSpc>
              <a:spcBef>
                <a:spcPts val="0"/>
              </a:spcBef>
              <a:spcAft>
                <a:spcPts val="0"/>
              </a:spcAft>
              <a:buNone/>
              <a:defRPr sz="3300" b="1">
                <a:solidFill>
                  <a:schemeClr val="tx1"/>
                </a:solidFill>
                <a:latin typeface="Arial"/>
                <a:ea typeface="Arial"/>
                <a:cs typeface="Arial"/>
              </a:defRPr>
            </a:lvl8pPr>
            <a:lvl9pPr marL="0" indent="0" algn="l">
              <a:lnSpc>
                <a:spcPct val="110000"/>
              </a:lnSpc>
              <a:spcBef>
                <a:spcPts val="0"/>
              </a:spcBef>
              <a:spcAft>
                <a:spcPts val="0"/>
              </a:spcAft>
              <a:buNone/>
              <a:defRPr sz="3300" b="1">
                <a:solidFill>
                  <a:schemeClr val="tx1"/>
                </a:solidFill>
                <a:latin typeface="Arial"/>
                <a:ea typeface="Arial"/>
                <a:cs typeface="Arial"/>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40A3C49-7B2D-4FF2-BFD5-2E8F3F3FD65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Arial"/>
                <a:ea typeface="Arial"/>
                <a:cs typeface="Arial"/>
              </a:defRPr>
            </a:defPPr>
            <a:lvl1pPr marL="228600" indent="-228600" algn="l">
              <a:lnSpc>
                <a:spcPct val="110000"/>
              </a:lnSpc>
              <a:spcBef>
                <a:spcPts val="0"/>
              </a:spcBef>
              <a:spcAft>
                <a:spcPts val="1200"/>
              </a:spcAft>
              <a:buChar char="•"/>
              <a:defRPr sz="2250" b="0">
                <a:solidFill>
                  <a:schemeClr val="tx1"/>
                </a:solidFill>
                <a:latin typeface="Arial"/>
                <a:ea typeface="Arial"/>
                <a:cs typeface="Arial"/>
              </a:defRPr>
            </a:lvl1pPr>
            <a:lvl2pPr marL="533400" indent="-228600" algn="l">
              <a:lnSpc>
                <a:spcPct val="110000"/>
              </a:lnSpc>
              <a:spcBef>
                <a:spcPts val="0"/>
              </a:spcBef>
              <a:spcAft>
                <a:spcPts val="1200"/>
              </a:spcAft>
              <a:buChar char="•"/>
              <a:defRPr sz="2250" b="0">
                <a:solidFill>
                  <a:schemeClr val="tx1"/>
                </a:solidFill>
                <a:latin typeface="Arial"/>
                <a:ea typeface="Arial"/>
                <a:cs typeface="Arial"/>
              </a:defRPr>
            </a:lvl2pPr>
            <a:lvl3pPr marL="838200" indent="-228600" algn="l">
              <a:lnSpc>
                <a:spcPct val="110000"/>
              </a:lnSpc>
              <a:spcBef>
                <a:spcPts val="0"/>
              </a:spcBef>
              <a:spcAft>
                <a:spcPts val="1200"/>
              </a:spcAft>
              <a:buChar char="•"/>
              <a:defRPr sz="2250" b="0">
                <a:solidFill>
                  <a:schemeClr val="tx1"/>
                </a:solidFill>
                <a:latin typeface="Arial"/>
                <a:ea typeface="Arial"/>
                <a:cs typeface="Arial"/>
              </a:defRPr>
            </a:lvl3pPr>
            <a:lvl4pPr marL="1143000" indent="-228600" algn="l">
              <a:lnSpc>
                <a:spcPct val="110000"/>
              </a:lnSpc>
              <a:spcBef>
                <a:spcPts val="0"/>
              </a:spcBef>
              <a:spcAft>
                <a:spcPts val="1200"/>
              </a:spcAft>
              <a:buChar char="•"/>
              <a:defRPr sz="2250" b="0">
                <a:solidFill>
                  <a:schemeClr val="tx1"/>
                </a:solidFill>
                <a:latin typeface="Arial"/>
                <a:ea typeface="Arial"/>
                <a:cs typeface="Arial"/>
              </a:defRPr>
            </a:lvl4pPr>
            <a:lvl5pPr marL="1447800" indent="-228600" algn="l">
              <a:lnSpc>
                <a:spcPct val="110000"/>
              </a:lnSpc>
              <a:spcBef>
                <a:spcPts val="0"/>
              </a:spcBef>
              <a:spcAft>
                <a:spcPts val="1200"/>
              </a:spcAft>
              <a:buChar char="•"/>
              <a:defRPr sz="2250" b="0">
                <a:solidFill>
                  <a:schemeClr val="tx1"/>
                </a:solidFill>
                <a:latin typeface="Arial"/>
                <a:ea typeface="Arial"/>
                <a:cs typeface="Arial"/>
              </a:defRPr>
            </a:lvl5pPr>
            <a:lvl6pPr marL="1752600" indent="-228600" algn="l">
              <a:lnSpc>
                <a:spcPct val="110000"/>
              </a:lnSpc>
              <a:spcBef>
                <a:spcPts val="0"/>
              </a:spcBef>
              <a:spcAft>
                <a:spcPts val="1200"/>
              </a:spcAft>
              <a:buChar char="•"/>
              <a:defRPr sz="2250" b="0">
                <a:solidFill>
                  <a:schemeClr val="tx1"/>
                </a:solidFill>
                <a:latin typeface="Arial"/>
                <a:ea typeface="Arial"/>
                <a:cs typeface="Arial"/>
              </a:defRPr>
            </a:lvl6pPr>
            <a:lvl7pPr marL="2057400" indent="-228600" algn="l">
              <a:lnSpc>
                <a:spcPct val="110000"/>
              </a:lnSpc>
              <a:spcBef>
                <a:spcPts val="0"/>
              </a:spcBef>
              <a:spcAft>
                <a:spcPts val="1200"/>
              </a:spcAft>
              <a:buChar char="•"/>
              <a:defRPr sz="2250" b="0">
                <a:solidFill>
                  <a:schemeClr val="tx1"/>
                </a:solidFill>
                <a:latin typeface="Arial"/>
                <a:ea typeface="Arial"/>
                <a:cs typeface="Arial"/>
              </a:defRPr>
            </a:lvl7pPr>
            <a:lvl8pPr marL="2362200" indent="-228600" algn="l">
              <a:lnSpc>
                <a:spcPct val="110000"/>
              </a:lnSpc>
              <a:spcBef>
                <a:spcPts val="0"/>
              </a:spcBef>
              <a:spcAft>
                <a:spcPts val="1200"/>
              </a:spcAft>
              <a:buChar char="•"/>
              <a:defRPr sz="2250" b="0">
                <a:solidFill>
                  <a:schemeClr val="tx1"/>
                </a:solidFill>
                <a:latin typeface="Arial"/>
                <a:ea typeface="Arial"/>
                <a:cs typeface="Arial"/>
              </a:defRPr>
            </a:lvl8pPr>
            <a:lvl9pPr marL="2667000" indent="-228600" algn="l">
              <a:lnSpc>
                <a:spcPct val="110000"/>
              </a:lnSpc>
              <a:spcBef>
                <a:spcPts val="0"/>
              </a:spcBef>
              <a:spcAft>
                <a:spcPts val="1200"/>
              </a:spcAft>
              <a:buChar char="•"/>
              <a:defRPr sz="2250" b="0">
                <a:solidFill>
                  <a:schemeClr val="tx1"/>
                </a:solidFill>
                <a:latin typeface="Arial"/>
                <a:ea typeface="Arial"/>
                <a:cs typeface="Arial"/>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D19B6FF-36F5-4292-9FAB-D404CD0E301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Arial"/>
                <a:ea typeface="Arial"/>
                <a:cs typeface="Arial"/>
              </a:defRPr>
            </a:defPPr>
            <a:lvl1pPr marL="0" indent="0" algn="l">
              <a:lnSpc>
                <a:spcPct val="110000"/>
              </a:lnSpc>
              <a:spcBef>
                <a:spcPts val="0"/>
              </a:spcBef>
              <a:spcAft>
                <a:spcPts val="0"/>
              </a:spcAft>
              <a:buNone/>
              <a:defRPr sz="3300" b="1">
                <a:solidFill>
                  <a:schemeClr val="tx1"/>
                </a:solidFill>
                <a:latin typeface="Arial"/>
                <a:ea typeface="Arial"/>
                <a:cs typeface="Arial"/>
              </a:defRPr>
            </a:lvl1pPr>
            <a:lvl2pPr marL="0" indent="0" algn="l">
              <a:lnSpc>
                <a:spcPct val="110000"/>
              </a:lnSpc>
              <a:spcBef>
                <a:spcPts val="0"/>
              </a:spcBef>
              <a:spcAft>
                <a:spcPts val="0"/>
              </a:spcAft>
              <a:buNone/>
              <a:defRPr sz="3300" b="1">
                <a:solidFill>
                  <a:schemeClr val="tx1"/>
                </a:solidFill>
                <a:latin typeface="Arial"/>
                <a:ea typeface="Arial"/>
                <a:cs typeface="Arial"/>
              </a:defRPr>
            </a:lvl2pPr>
            <a:lvl3pPr marL="0" indent="0" algn="l">
              <a:lnSpc>
                <a:spcPct val="110000"/>
              </a:lnSpc>
              <a:spcBef>
                <a:spcPts val="0"/>
              </a:spcBef>
              <a:spcAft>
                <a:spcPts val="0"/>
              </a:spcAft>
              <a:buNone/>
              <a:defRPr sz="3300" b="1">
                <a:solidFill>
                  <a:schemeClr val="tx1"/>
                </a:solidFill>
                <a:latin typeface="Arial"/>
                <a:ea typeface="Arial"/>
                <a:cs typeface="Arial"/>
              </a:defRPr>
            </a:lvl3pPr>
            <a:lvl4pPr marL="0" indent="0" algn="l">
              <a:lnSpc>
                <a:spcPct val="110000"/>
              </a:lnSpc>
              <a:spcBef>
                <a:spcPts val="0"/>
              </a:spcBef>
              <a:spcAft>
                <a:spcPts val="0"/>
              </a:spcAft>
              <a:buNone/>
              <a:defRPr sz="3300" b="1">
                <a:solidFill>
                  <a:schemeClr val="tx1"/>
                </a:solidFill>
                <a:latin typeface="Arial"/>
                <a:ea typeface="Arial"/>
                <a:cs typeface="Arial"/>
              </a:defRPr>
            </a:lvl4pPr>
            <a:lvl5pPr marL="0" indent="0" algn="l">
              <a:lnSpc>
                <a:spcPct val="110000"/>
              </a:lnSpc>
              <a:spcBef>
                <a:spcPts val="0"/>
              </a:spcBef>
              <a:spcAft>
                <a:spcPts val="0"/>
              </a:spcAft>
              <a:buNone/>
              <a:defRPr sz="3300" b="1">
                <a:solidFill>
                  <a:schemeClr val="tx1"/>
                </a:solidFill>
                <a:latin typeface="Arial"/>
                <a:ea typeface="Arial"/>
                <a:cs typeface="Arial"/>
              </a:defRPr>
            </a:lvl5pPr>
            <a:lvl6pPr marL="0" indent="0" algn="l">
              <a:lnSpc>
                <a:spcPct val="110000"/>
              </a:lnSpc>
              <a:spcBef>
                <a:spcPts val="0"/>
              </a:spcBef>
              <a:spcAft>
                <a:spcPts val="0"/>
              </a:spcAft>
              <a:buNone/>
              <a:defRPr sz="3300" b="1">
                <a:solidFill>
                  <a:schemeClr val="tx1"/>
                </a:solidFill>
                <a:latin typeface="Arial"/>
                <a:ea typeface="Arial"/>
                <a:cs typeface="Arial"/>
              </a:defRPr>
            </a:lvl6pPr>
            <a:lvl7pPr marL="0" indent="0" algn="l">
              <a:lnSpc>
                <a:spcPct val="110000"/>
              </a:lnSpc>
              <a:spcBef>
                <a:spcPts val="0"/>
              </a:spcBef>
              <a:spcAft>
                <a:spcPts val="0"/>
              </a:spcAft>
              <a:buNone/>
              <a:defRPr sz="3300" b="1">
                <a:solidFill>
                  <a:schemeClr val="tx1"/>
                </a:solidFill>
                <a:latin typeface="Arial"/>
                <a:ea typeface="Arial"/>
                <a:cs typeface="Arial"/>
              </a:defRPr>
            </a:lvl7pPr>
            <a:lvl8pPr marL="0" indent="0" algn="l">
              <a:lnSpc>
                <a:spcPct val="110000"/>
              </a:lnSpc>
              <a:spcBef>
                <a:spcPts val="0"/>
              </a:spcBef>
              <a:spcAft>
                <a:spcPts val="0"/>
              </a:spcAft>
              <a:buNone/>
              <a:defRPr sz="3300" b="1">
                <a:solidFill>
                  <a:schemeClr val="tx1"/>
                </a:solidFill>
                <a:latin typeface="Arial"/>
                <a:ea typeface="Arial"/>
                <a:cs typeface="Arial"/>
              </a:defRPr>
            </a:lvl8pPr>
            <a:lvl9pPr marL="0" indent="0" algn="l">
              <a:lnSpc>
                <a:spcPct val="110000"/>
              </a:lnSpc>
              <a:spcBef>
                <a:spcPts val="0"/>
              </a:spcBef>
              <a:spcAft>
                <a:spcPts val="0"/>
              </a:spcAft>
              <a:buNone/>
              <a:defRPr sz="3300" b="1">
                <a:solidFill>
                  <a:schemeClr val="tx1"/>
                </a:solidFill>
                <a:latin typeface="Arial"/>
                <a:ea typeface="Arial"/>
                <a:cs typeface="Arial"/>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F0CC938-0B77-488A-B095-995EDA0A301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Arial"/>
                <a:ea typeface="Arial"/>
                <a:cs typeface="Arial"/>
              </a:defRPr>
            </a:defPPr>
            <a:lvl1pPr marL="228600" indent="-228600" algn="l">
              <a:lnSpc>
                <a:spcPct val="110000"/>
              </a:lnSpc>
              <a:spcBef>
                <a:spcPts val="0"/>
              </a:spcBef>
              <a:spcAft>
                <a:spcPts val="1200"/>
              </a:spcAft>
              <a:buChar char="•"/>
              <a:defRPr sz="2100" b="0">
                <a:solidFill>
                  <a:schemeClr val="tx1"/>
                </a:solidFill>
                <a:latin typeface="Arial"/>
                <a:ea typeface="Arial"/>
                <a:cs typeface="Arial"/>
              </a:defRPr>
            </a:lvl1pPr>
            <a:lvl2pPr marL="533400" indent="-228600" algn="l">
              <a:lnSpc>
                <a:spcPct val="110000"/>
              </a:lnSpc>
              <a:spcBef>
                <a:spcPts val="0"/>
              </a:spcBef>
              <a:spcAft>
                <a:spcPts val="1200"/>
              </a:spcAft>
              <a:buChar char="•"/>
              <a:defRPr sz="2100" b="0">
                <a:solidFill>
                  <a:schemeClr val="tx1"/>
                </a:solidFill>
                <a:latin typeface="Arial"/>
                <a:ea typeface="Arial"/>
                <a:cs typeface="Arial"/>
              </a:defRPr>
            </a:lvl2pPr>
            <a:lvl3pPr marL="838200" indent="-228600" algn="l">
              <a:lnSpc>
                <a:spcPct val="110000"/>
              </a:lnSpc>
              <a:spcBef>
                <a:spcPts val="0"/>
              </a:spcBef>
              <a:spcAft>
                <a:spcPts val="1200"/>
              </a:spcAft>
              <a:buChar char="•"/>
              <a:defRPr sz="2100" b="0">
                <a:solidFill>
                  <a:schemeClr val="tx1"/>
                </a:solidFill>
                <a:latin typeface="Arial"/>
                <a:ea typeface="Arial"/>
                <a:cs typeface="Arial"/>
              </a:defRPr>
            </a:lvl3pPr>
            <a:lvl4pPr marL="1143000" indent="-228600" algn="l">
              <a:lnSpc>
                <a:spcPct val="110000"/>
              </a:lnSpc>
              <a:spcBef>
                <a:spcPts val="0"/>
              </a:spcBef>
              <a:spcAft>
                <a:spcPts val="1200"/>
              </a:spcAft>
              <a:buChar char="•"/>
              <a:defRPr sz="2100" b="0">
                <a:solidFill>
                  <a:schemeClr val="tx1"/>
                </a:solidFill>
                <a:latin typeface="Arial"/>
                <a:ea typeface="Arial"/>
                <a:cs typeface="Arial"/>
              </a:defRPr>
            </a:lvl4pPr>
            <a:lvl5pPr marL="1447800" indent="-228600" algn="l">
              <a:lnSpc>
                <a:spcPct val="110000"/>
              </a:lnSpc>
              <a:spcBef>
                <a:spcPts val="0"/>
              </a:spcBef>
              <a:spcAft>
                <a:spcPts val="1200"/>
              </a:spcAft>
              <a:buChar char="•"/>
              <a:defRPr sz="2100" b="0">
                <a:solidFill>
                  <a:schemeClr val="tx1"/>
                </a:solidFill>
                <a:latin typeface="Arial"/>
                <a:ea typeface="Arial"/>
                <a:cs typeface="Arial"/>
              </a:defRPr>
            </a:lvl5pPr>
            <a:lvl6pPr marL="1752600" indent="-228600" algn="l">
              <a:lnSpc>
                <a:spcPct val="110000"/>
              </a:lnSpc>
              <a:spcBef>
                <a:spcPts val="0"/>
              </a:spcBef>
              <a:spcAft>
                <a:spcPts val="1200"/>
              </a:spcAft>
              <a:buChar char="•"/>
              <a:defRPr sz="2100" b="0">
                <a:solidFill>
                  <a:schemeClr val="tx1"/>
                </a:solidFill>
                <a:latin typeface="Arial"/>
                <a:ea typeface="Arial"/>
                <a:cs typeface="Arial"/>
              </a:defRPr>
            </a:lvl6pPr>
            <a:lvl7pPr marL="2057400" indent="-228600" algn="l">
              <a:lnSpc>
                <a:spcPct val="110000"/>
              </a:lnSpc>
              <a:spcBef>
                <a:spcPts val="0"/>
              </a:spcBef>
              <a:spcAft>
                <a:spcPts val="1200"/>
              </a:spcAft>
              <a:buChar char="•"/>
              <a:defRPr sz="2100" b="0">
                <a:solidFill>
                  <a:schemeClr val="tx1"/>
                </a:solidFill>
                <a:latin typeface="Arial"/>
                <a:ea typeface="Arial"/>
                <a:cs typeface="Arial"/>
              </a:defRPr>
            </a:lvl7pPr>
            <a:lvl8pPr marL="2362200" indent="-228600" algn="l">
              <a:lnSpc>
                <a:spcPct val="110000"/>
              </a:lnSpc>
              <a:spcBef>
                <a:spcPts val="0"/>
              </a:spcBef>
              <a:spcAft>
                <a:spcPts val="1200"/>
              </a:spcAft>
              <a:buChar char="•"/>
              <a:defRPr sz="2100" b="0">
                <a:solidFill>
                  <a:schemeClr val="tx1"/>
                </a:solidFill>
                <a:latin typeface="Arial"/>
                <a:ea typeface="Arial"/>
                <a:cs typeface="Arial"/>
              </a:defRPr>
            </a:lvl8pPr>
            <a:lvl9pPr marL="2667000" indent="-228600" algn="l">
              <a:lnSpc>
                <a:spcPct val="110000"/>
              </a:lnSpc>
              <a:spcBef>
                <a:spcPts val="0"/>
              </a:spcBef>
              <a:spcAft>
                <a:spcPts val="1200"/>
              </a:spcAft>
              <a:buChar char="•"/>
              <a:defRPr sz="2100" b="0">
                <a:solidFill>
                  <a:schemeClr val="tx1"/>
                </a:solidFill>
                <a:latin typeface="Arial"/>
                <a:ea typeface="Arial"/>
                <a:cs typeface="Arial"/>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832CFE4-C8A9-4518-9235-758C4667C16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Arial"/>
                <a:ea typeface="Arial"/>
                <a:cs typeface="Arial"/>
              </a:defRPr>
            </a:defPPr>
            <a:lvl1pPr marL="228600" indent="-228600" algn="l">
              <a:lnSpc>
                <a:spcPct val="110000"/>
              </a:lnSpc>
              <a:spcBef>
                <a:spcPts val="0"/>
              </a:spcBef>
              <a:spcAft>
                <a:spcPts val="1200"/>
              </a:spcAft>
              <a:buChar char="•"/>
              <a:defRPr sz="2100" b="0">
                <a:solidFill>
                  <a:schemeClr val="tx1"/>
                </a:solidFill>
                <a:latin typeface="Arial"/>
                <a:ea typeface="Arial"/>
                <a:cs typeface="Arial"/>
              </a:defRPr>
            </a:lvl1pPr>
            <a:lvl2pPr marL="533400" indent="-228600" algn="l">
              <a:lnSpc>
                <a:spcPct val="110000"/>
              </a:lnSpc>
              <a:spcBef>
                <a:spcPts val="0"/>
              </a:spcBef>
              <a:spcAft>
                <a:spcPts val="1200"/>
              </a:spcAft>
              <a:buChar char="•"/>
              <a:defRPr sz="2100" b="0">
                <a:solidFill>
                  <a:schemeClr val="tx1"/>
                </a:solidFill>
                <a:latin typeface="Arial"/>
                <a:ea typeface="Arial"/>
                <a:cs typeface="Arial"/>
              </a:defRPr>
            </a:lvl2pPr>
            <a:lvl3pPr marL="838200" indent="-228600" algn="l">
              <a:lnSpc>
                <a:spcPct val="110000"/>
              </a:lnSpc>
              <a:spcBef>
                <a:spcPts val="0"/>
              </a:spcBef>
              <a:spcAft>
                <a:spcPts val="1200"/>
              </a:spcAft>
              <a:buChar char="•"/>
              <a:defRPr sz="2100" b="0">
                <a:solidFill>
                  <a:schemeClr val="tx1"/>
                </a:solidFill>
                <a:latin typeface="Arial"/>
                <a:ea typeface="Arial"/>
                <a:cs typeface="Arial"/>
              </a:defRPr>
            </a:lvl3pPr>
            <a:lvl4pPr marL="1143000" indent="-228600" algn="l">
              <a:lnSpc>
                <a:spcPct val="110000"/>
              </a:lnSpc>
              <a:spcBef>
                <a:spcPts val="0"/>
              </a:spcBef>
              <a:spcAft>
                <a:spcPts val="1200"/>
              </a:spcAft>
              <a:buChar char="•"/>
              <a:defRPr sz="2100" b="0">
                <a:solidFill>
                  <a:schemeClr val="tx1"/>
                </a:solidFill>
                <a:latin typeface="Arial"/>
                <a:ea typeface="Arial"/>
                <a:cs typeface="Arial"/>
              </a:defRPr>
            </a:lvl4pPr>
            <a:lvl5pPr marL="1447800" indent="-228600" algn="l">
              <a:lnSpc>
                <a:spcPct val="110000"/>
              </a:lnSpc>
              <a:spcBef>
                <a:spcPts val="0"/>
              </a:spcBef>
              <a:spcAft>
                <a:spcPts val="1200"/>
              </a:spcAft>
              <a:buChar char="•"/>
              <a:defRPr sz="2100" b="0">
                <a:solidFill>
                  <a:schemeClr val="tx1"/>
                </a:solidFill>
                <a:latin typeface="Arial"/>
                <a:ea typeface="Arial"/>
                <a:cs typeface="Arial"/>
              </a:defRPr>
            </a:lvl5pPr>
            <a:lvl6pPr marL="1752600" indent="-228600" algn="l">
              <a:lnSpc>
                <a:spcPct val="110000"/>
              </a:lnSpc>
              <a:spcBef>
                <a:spcPts val="0"/>
              </a:spcBef>
              <a:spcAft>
                <a:spcPts val="1200"/>
              </a:spcAft>
              <a:buChar char="•"/>
              <a:defRPr sz="2100" b="0">
                <a:solidFill>
                  <a:schemeClr val="tx1"/>
                </a:solidFill>
                <a:latin typeface="Arial"/>
                <a:ea typeface="Arial"/>
                <a:cs typeface="Arial"/>
              </a:defRPr>
            </a:lvl6pPr>
            <a:lvl7pPr marL="2057400" indent="-228600" algn="l">
              <a:lnSpc>
                <a:spcPct val="110000"/>
              </a:lnSpc>
              <a:spcBef>
                <a:spcPts val="0"/>
              </a:spcBef>
              <a:spcAft>
                <a:spcPts val="1200"/>
              </a:spcAft>
              <a:buChar char="•"/>
              <a:defRPr sz="2100" b="0">
                <a:solidFill>
                  <a:schemeClr val="tx1"/>
                </a:solidFill>
                <a:latin typeface="Arial"/>
                <a:ea typeface="Arial"/>
                <a:cs typeface="Arial"/>
              </a:defRPr>
            </a:lvl7pPr>
            <a:lvl8pPr marL="2362200" indent="-228600" algn="l">
              <a:lnSpc>
                <a:spcPct val="110000"/>
              </a:lnSpc>
              <a:spcBef>
                <a:spcPts val="0"/>
              </a:spcBef>
              <a:spcAft>
                <a:spcPts val="1200"/>
              </a:spcAft>
              <a:buChar char="•"/>
              <a:defRPr sz="2100" b="0">
                <a:solidFill>
                  <a:schemeClr val="tx1"/>
                </a:solidFill>
                <a:latin typeface="Arial"/>
                <a:ea typeface="Arial"/>
                <a:cs typeface="Arial"/>
              </a:defRPr>
            </a:lvl8pPr>
            <a:lvl9pPr marL="2667000" indent="-228600" algn="l">
              <a:lnSpc>
                <a:spcPct val="110000"/>
              </a:lnSpc>
              <a:spcBef>
                <a:spcPts val="0"/>
              </a:spcBef>
              <a:spcAft>
                <a:spcPts val="1200"/>
              </a:spcAft>
              <a:buChar char="•"/>
              <a:defRPr sz="2100" b="0">
                <a:solidFill>
                  <a:schemeClr val="tx1"/>
                </a:solidFill>
                <a:latin typeface="Arial"/>
                <a:ea typeface="Arial"/>
                <a:cs typeface="Arial"/>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456DCB1-8188-4B3A-9144-B492CA0B55A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Arial"/>
                <a:ea typeface="Arial"/>
                <a:cs typeface="Arial"/>
              </a:defRPr>
            </a:defPPr>
            <a:lvl1pPr marL="0" indent="0" algn="l">
              <a:lnSpc>
                <a:spcPct val="110000"/>
              </a:lnSpc>
              <a:spcBef>
                <a:spcPts val="0"/>
              </a:spcBef>
              <a:spcAft>
                <a:spcPts val="0"/>
              </a:spcAft>
              <a:buNone/>
              <a:defRPr sz="3300" b="1">
                <a:solidFill>
                  <a:schemeClr val="tx1"/>
                </a:solidFill>
                <a:latin typeface="Arial"/>
                <a:ea typeface="Arial"/>
                <a:cs typeface="Arial"/>
              </a:defRPr>
            </a:lvl1pPr>
            <a:lvl2pPr marL="0" indent="0" algn="l">
              <a:lnSpc>
                <a:spcPct val="110000"/>
              </a:lnSpc>
              <a:spcBef>
                <a:spcPts val="0"/>
              </a:spcBef>
              <a:spcAft>
                <a:spcPts val="0"/>
              </a:spcAft>
              <a:buNone/>
              <a:defRPr sz="3300" b="1">
                <a:solidFill>
                  <a:schemeClr val="tx1"/>
                </a:solidFill>
                <a:latin typeface="Arial"/>
                <a:ea typeface="Arial"/>
                <a:cs typeface="Arial"/>
              </a:defRPr>
            </a:lvl2pPr>
            <a:lvl3pPr marL="0" indent="0" algn="l">
              <a:lnSpc>
                <a:spcPct val="110000"/>
              </a:lnSpc>
              <a:spcBef>
                <a:spcPts val="0"/>
              </a:spcBef>
              <a:spcAft>
                <a:spcPts val="0"/>
              </a:spcAft>
              <a:buNone/>
              <a:defRPr sz="3300" b="1">
                <a:solidFill>
                  <a:schemeClr val="tx1"/>
                </a:solidFill>
                <a:latin typeface="Arial"/>
                <a:ea typeface="Arial"/>
                <a:cs typeface="Arial"/>
              </a:defRPr>
            </a:lvl3pPr>
            <a:lvl4pPr marL="0" indent="0" algn="l">
              <a:lnSpc>
                <a:spcPct val="110000"/>
              </a:lnSpc>
              <a:spcBef>
                <a:spcPts val="0"/>
              </a:spcBef>
              <a:spcAft>
                <a:spcPts val="0"/>
              </a:spcAft>
              <a:buNone/>
              <a:defRPr sz="3300" b="1">
                <a:solidFill>
                  <a:schemeClr val="tx1"/>
                </a:solidFill>
                <a:latin typeface="Arial"/>
                <a:ea typeface="Arial"/>
                <a:cs typeface="Arial"/>
              </a:defRPr>
            </a:lvl4pPr>
            <a:lvl5pPr marL="0" indent="0" algn="l">
              <a:lnSpc>
                <a:spcPct val="110000"/>
              </a:lnSpc>
              <a:spcBef>
                <a:spcPts val="0"/>
              </a:spcBef>
              <a:spcAft>
                <a:spcPts val="0"/>
              </a:spcAft>
              <a:buNone/>
              <a:defRPr sz="3300" b="1">
                <a:solidFill>
                  <a:schemeClr val="tx1"/>
                </a:solidFill>
                <a:latin typeface="Arial"/>
                <a:ea typeface="Arial"/>
                <a:cs typeface="Arial"/>
              </a:defRPr>
            </a:lvl5pPr>
            <a:lvl6pPr marL="0" indent="0" algn="l">
              <a:lnSpc>
                <a:spcPct val="110000"/>
              </a:lnSpc>
              <a:spcBef>
                <a:spcPts val="0"/>
              </a:spcBef>
              <a:spcAft>
                <a:spcPts val="0"/>
              </a:spcAft>
              <a:buNone/>
              <a:defRPr sz="3300" b="1">
                <a:solidFill>
                  <a:schemeClr val="tx1"/>
                </a:solidFill>
                <a:latin typeface="Arial"/>
                <a:ea typeface="Arial"/>
                <a:cs typeface="Arial"/>
              </a:defRPr>
            </a:lvl6pPr>
            <a:lvl7pPr marL="0" indent="0" algn="l">
              <a:lnSpc>
                <a:spcPct val="110000"/>
              </a:lnSpc>
              <a:spcBef>
                <a:spcPts val="0"/>
              </a:spcBef>
              <a:spcAft>
                <a:spcPts val="0"/>
              </a:spcAft>
              <a:buNone/>
              <a:defRPr sz="3300" b="1">
                <a:solidFill>
                  <a:schemeClr val="tx1"/>
                </a:solidFill>
                <a:latin typeface="Arial"/>
                <a:ea typeface="Arial"/>
                <a:cs typeface="Arial"/>
              </a:defRPr>
            </a:lvl7pPr>
            <a:lvl8pPr marL="0" indent="0" algn="l">
              <a:lnSpc>
                <a:spcPct val="110000"/>
              </a:lnSpc>
              <a:spcBef>
                <a:spcPts val="0"/>
              </a:spcBef>
              <a:spcAft>
                <a:spcPts val="0"/>
              </a:spcAft>
              <a:buNone/>
              <a:defRPr sz="3300" b="1">
                <a:solidFill>
                  <a:schemeClr val="tx1"/>
                </a:solidFill>
                <a:latin typeface="Arial"/>
                <a:ea typeface="Arial"/>
                <a:cs typeface="Arial"/>
              </a:defRPr>
            </a:lvl8pPr>
            <a:lvl9pPr marL="0" indent="0" algn="l">
              <a:lnSpc>
                <a:spcPct val="110000"/>
              </a:lnSpc>
              <a:spcBef>
                <a:spcPts val="0"/>
              </a:spcBef>
              <a:spcAft>
                <a:spcPts val="0"/>
              </a:spcAft>
              <a:buNone/>
              <a:defRPr sz="3300" b="1">
                <a:solidFill>
                  <a:schemeClr val="tx1"/>
                </a:solidFill>
                <a:latin typeface="Arial"/>
                <a:ea typeface="Arial"/>
                <a:cs typeface="Arial"/>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323B529-5BDC-4D03-A6E7-0375064ADED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Arial"/>
                <a:ea typeface="Arial"/>
                <a:cs typeface="Arial"/>
              </a:defRPr>
            </a:defPPr>
            <a:lvl1pPr marL="228600" indent="-228600" algn="l">
              <a:lnSpc>
                <a:spcPct val="110000"/>
              </a:lnSpc>
              <a:spcBef>
                <a:spcPts val="0"/>
              </a:spcBef>
              <a:spcAft>
                <a:spcPts val="1200"/>
              </a:spcAft>
              <a:buChar char="•"/>
              <a:defRPr sz="2250" b="0">
                <a:solidFill>
                  <a:schemeClr val="tx1"/>
                </a:solidFill>
                <a:latin typeface="Arial"/>
                <a:ea typeface="Arial"/>
                <a:cs typeface="Arial"/>
              </a:defRPr>
            </a:lvl1pPr>
            <a:lvl2pPr marL="533400" indent="-228600" algn="l">
              <a:lnSpc>
                <a:spcPct val="110000"/>
              </a:lnSpc>
              <a:spcBef>
                <a:spcPts val="0"/>
              </a:spcBef>
              <a:spcAft>
                <a:spcPts val="1200"/>
              </a:spcAft>
              <a:buChar char="•"/>
              <a:defRPr sz="2250" b="0">
                <a:solidFill>
                  <a:schemeClr val="tx1"/>
                </a:solidFill>
                <a:latin typeface="Arial"/>
                <a:ea typeface="Arial"/>
                <a:cs typeface="Arial"/>
              </a:defRPr>
            </a:lvl2pPr>
            <a:lvl3pPr marL="838200" indent="-228600" algn="l">
              <a:lnSpc>
                <a:spcPct val="110000"/>
              </a:lnSpc>
              <a:spcBef>
                <a:spcPts val="0"/>
              </a:spcBef>
              <a:spcAft>
                <a:spcPts val="1200"/>
              </a:spcAft>
              <a:buChar char="•"/>
              <a:defRPr sz="2250" b="0">
                <a:solidFill>
                  <a:schemeClr val="tx1"/>
                </a:solidFill>
                <a:latin typeface="Arial"/>
                <a:ea typeface="Arial"/>
                <a:cs typeface="Arial"/>
              </a:defRPr>
            </a:lvl3pPr>
            <a:lvl4pPr marL="1143000" indent="-228600" algn="l">
              <a:lnSpc>
                <a:spcPct val="110000"/>
              </a:lnSpc>
              <a:spcBef>
                <a:spcPts val="0"/>
              </a:spcBef>
              <a:spcAft>
                <a:spcPts val="1200"/>
              </a:spcAft>
              <a:buChar char="•"/>
              <a:defRPr sz="2250" b="0">
                <a:solidFill>
                  <a:schemeClr val="tx1"/>
                </a:solidFill>
                <a:latin typeface="Arial"/>
                <a:ea typeface="Arial"/>
                <a:cs typeface="Arial"/>
              </a:defRPr>
            </a:lvl4pPr>
            <a:lvl5pPr marL="1447800" indent="-228600" algn="l">
              <a:lnSpc>
                <a:spcPct val="110000"/>
              </a:lnSpc>
              <a:spcBef>
                <a:spcPts val="0"/>
              </a:spcBef>
              <a:spcAft>
                <a:spcPts val="1200"/>
              </a:spcAft>
              <a:buChar char="•"/>
              <a:defRPr sz="2250" b="0">
                <a:solidFill>
                  <a:schemeClr val="tx1"/>
                </a:solidFill>
                <a:latin typeface="Arial"/>
                <a:ea typeface="Arial"/>
                <a:cs typeface="Arial"/>
              </a:defRPr>
            </a:lvl5pPr>
            <a:lvl6pPr marL="1752600" indent="-228600" algn="l">
              <a:lnSpc>
                <a:spcPct val="110000"/>
              </a:lnSpc>
              <a:spcBef>
                <a:spcPts val="0"/>
              </a:spcBef>
              <a:spcAft>
                <a:spcPts val="1200"/>
              </a:spcAft>
              <a:buChar char="•"/>
              <a:defRPr sz="2250" b="0">
                <a:solidFill>
                  <a:schemeClr val="tx1"/>
                </a:solidFill>
                <a:latin typeface="Arial"/>
                <a:ea typeface="Arial"/>
                <a:cs typeface="Arial"/>
              </a:defRPr>
            </a:lvl6pPr>
            <a:lvl7pPr marL="2057400" indent="-228600" algn="l">
              <a:lnSpc>
                <a:spcPct val="110000"/>
              </a:lnSpc>
              <a:spcBef>
                <a:spcPts val="0"/>
              </a:spcBef>
              <a:spcAft>
                <a:spcPts val="1200"/>
              </a:spcAft>
              <a:buChar char="•"/>
              <a:defRPr sz="2250" b="0">
                <a:solidFill>
                  <a:schemeClr val="tx1"/>
                </a:solidFill>
                <a:latin typeface="Arial"/>
                <a:ea typeface="Arial"/>
                <a:cs typeface="Arial"/>
              </a:defRPr>
            </a:lvl7pPr>
            <a:lvl8pPr marL="2362200" indent="-228600" algn="l">
              <a:lnSpc>
                <a:spcPct val="110000"/>
              </a:lnSpc>
              <a:spcBef>
                <a:spcPts val="0"/>
              </a:spcBef>
              <a:spcAft>
                <a:spcPts val="1200"/>
              </a:spcAft>
              <a:buChar char="•"/>
              <a:defRPr sz="2250" b="0">
                <a:solidFill>
                  <a:schemeClr val="tx1"/>
                </a:solidFill>
                <a:latin typeface="Arial"/>
                <a:ea typeface="Arial"/>
                <a:cs typeface="Arial"/>
              </a:defRPr>
            </a:lvl8pPr>
            <a:lvl9pPr marL="2667000" indent="-228600" algn="l">
              <a:lnSpc>
                <a:spcPct val="110000"/>
              </a:lnSpc>
              <a:spcBef>
                <a:spcPts val="0"/>
              </a:spcBef>
              <a:spcAft>
                <a:spcPts val="1200"/>
              </a:spcAft>
              <a:buChar char="•"/>
              <a:defRPr sz="2250" b="0">
                <a:solidFill>
                  <a:schemeClr val="tx1"/>
                </a:solidFill>
                <a:latin typeface="Arial"/>
                <a:ea typeface="Arial"/>
                <a:cs typeface="Arial"/>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95fc6a297904e7d" /><Relationship Type="http://schemas.openxmlformats.org/officeDocument/2006/relationships/slideLayout" Target="/ppt/slideLayouts/slideLayout1.xml" Id="R12242226f6ae4fb8" /><Relationship Type="http://schemas.openxmlformats.org/officeDocument/2006/relationships/slideLayout" Target="/ppt/slideLayouts/slideLayout2.xml" Id="R4c9041799c814233" /><Relationship Type="http://schemas.openxmlformats.org/officeDocument/2006/relationships/slideLayout" Target="/ppt/slideLayouts/slideLayout3.xml" Id="Rf92f518c139547f2" /><Relationship Type="http://schemas.openxmlformats.org/officeDocument/2006/relationships/slideLayout" Target="/ppt/slideLayouts/slideLayout4.xml" Id="R17b0f0872a6c4012" /><Relationship Type="http://schemas.openxmlformats.org/officeDocument/2006/relationships/slideLayout" Target="/ppt/slideLayouts/slideLayout5.xml" Id="R95089bedba364c20" /><Relationship Type="http://schemas.openxmlformats.org/officeDocument/2006/relationships/slideLayout" Target="/ppt/slideLayouts/slideLayout6.xml" Id="R5d9c146d3d6f4e2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2242226f6ae4fb8"/>
    <p:sldLayoutId xmlns:r="http://schemas.openxmlformats.org/officeDocument/2006/relationships" id="2147483650" r:id="R4c9041799c814233"/>
    <p:sldLayoutId xmlns:r="http://schemas.openxmlformats.org/officeDocument/2006/relationships" id="2147483651" r:id="Rf92f518c139547f2"/>
    <p:sldLayoutId xmlns:r="http://schemas.openxmlformats.org/officeDocument/2006/relationships" id="2147483652" r:id="R17b0f0872a6c4012"/>
    <p:sldLayoutId xmlns:r="http://schemas.openxmlformats.org/officeDocument/2006/relationships" id="2147483653" r:id="R95089bedba364c20"/>
    <p:sldLayoutId xmlns:r="http://schemas.openxmlformats.org/officeDocument/2006/relationships" id="2147483654" r:id="R5d9c146d3d6f4e29"/>
  </p:sldLayoutIdLst>
  <p:txStyles>
    <p:titleStyle>
      <a:lvl1pPr xmlns:a="http://schemas.openxmlformats.org/drawingml/2006/main" algn="l">
        <a:lnSpc>
          <a:spcPct val="90000"/>
        </a:lnSpc>
        <a:spcBef>
          <a:spcPts val="0"/>
        </a:spcBef>
        <a:buNone/>
        <a:defRPr sz="4400">
          <a:solidFill>
            <a:schemeClr val="tx1"/>
          </a:solidFill>
          <a:latin typeface="Arial"/>
          <a:ea typeface="Arial"/>
          <a:cs typeface="Arial"/>
        </a:defRPr>
      </a:lvl1pPr>
    </p:titleStyle>
    <p:bodyStyle>
      <a:lvl1pPr xmlns:a="http://schemas.openxmlformats.org/drawingml/2006/main" marL="228600" indent="-228600" algn="l">
        <a:lnSpc>
          <a:spcPct val="90000"/>
        </a:lnSpc>
        <a:spcBef>
          <a:spcPts val="1000"/>
        </a:spcBef>
        <a:buChar char="•"/>
        <a:defRPr sz="2800">
          <a:solidFill>
            <a:schemeClr val="tx1"/>
          </a:solidFill>
          <a:latin typeface="Arial"/>
          <a:ea typeface="Arial"/>
          <a:cs typeface="Arial"/>
        </a:defRPr>
      </a:lvl1pPr>
      <a:lvl2pPr xmlns:a="http://schemas.openxmlformats.org/drawingml/2006/main" marL="685800" indent="-228600" algn="l">
        <a:lnSpc>
          <a:spcPct val="90000"/>
        </a:lnSpc>
        <a:spcBef>
          <a:spcPts val="500"/>
        </a:spcBef>
        <a:buChar char="•"/>
        <a:defRPr sz="2400">
          <a:solidFill>
            <a:schemeClr val="tx1"/>
          </a:solidFill>
          <a:latin typeface="Arial"/>
          <a:ea typeface="Arial"/>
          <a:cs typeface="Arial"/>
        </a:defRPr>
      </a:lvl2pPr>
      <a:lvl3pPr xmlns:a="http://schemas.openxmlformats.org/drawingml/2006/main" marL="1143000" indent="-228600" algn="l">
        <a:lnSpc>
          <a:spcPct val="90000"/>
        </a:lnSpc>
        <a:spcBef>
          <a:spcPts val="500"/>
        </a:spcBef>
        <a:buChar char="•"/>
        <a:defRPr sz="2000">
          <a:solidFill>
            <a:schemeClr val="tx1"/>
          </a:solidFill>
          <a:latin typeface="Arial"/>
          <a:ea typeface="Arial"/>
          <a:cs typeface="Arial"/>
        </a:defRPr>
      </a:lvl3pPr>
      <a:lvl4pPr xmlns:a="http://schemas.openxmlformats.org/drawingml/2006/main" marL="1600200" indent="-228600" algn="l">
        <a:lnSpc>
          <a:spcPct val="90000"/>
        </a:lnSpc>
        <a:spcBef>
          <a:spcPts val="500"/>
        </a:spcBef>
        <a:buChar char="•"/>
        <a:defRPr sz="1800">
          <a:solidFill>
            <a:schemeClr val="tx1"/>
          </a:solidFill>
          <a:latin typeface="Arial"/>
          <a:ea typeface="Arial"/>
          <a:cs typeface="Arial"/>
        </a:defRPr>
      </a:lvl4pPr>
      <a:lvl5pPr xmlns:a="http://schemas.openxmlformats.org/drawingml/2006/main" marL="2057400" indent="-228600" algn="l">
        <a:lnSpc>
          <a:spcPct val="90000"/>
        </a:lnSpc>
        <a:spcBef>
          <a:spcPts val="500"/>
        </a:spcBef>
        <a:buChar char="•"/>
        <a:defRPr sz="1800">
          <a:solidFill>
            <a:schemeClr val="tx1"/>
          </a:solidFill>
          <a:latin typeface="Arial"/>
          <a:ea typeface="Arial"/>
          <a:cs typeface="Arial"/>
        </a:defRPr>
      </a:lvl5pPr>
      <a:lvl6pPr xmlns:a="http://schemas.openxmlformats.org/drawingml/2006/main" marL="2514600" indent="-228600" algn="l">
        <a:lnSpc>
          <a:spcPct val="90000"/>
        </a:lnSpc>
        <a:spcBef>
          <a:spcPts val="500"/>
        </a:spcBef>
        <a:buChar char="•"/>
        <a:defRPr sz="1800">
          <a:solidFill>
            <a:schemeClr val="tx1"/>
          </a:solidFill>
          <a:latin typeface="Arial"/>
          <a:ea typeface="Arial"/>
          <a:cs typeface="Arial"/>
        </a:defRPr>
      </a:lvl6pPr>
      <a:lvl7pPr xmlns:a="http://schemas.openxmlformats.org/drawingml/2006/main" marL="2971800" indent="-228600" algn="l">
        <a:lnSpc>
          <a:spcPct val="90000"/>
        </a:lnSpc>
        <a:spcBef>
          <a:spcPts val="500"/>
        </a:spcBef>
        <a:buChar char="•"/>
        <a:defRPr sz="1800">
          <a:solidFill>
            <a:schemeClr val="tx1"/>
          </a:solidFill>
          <a:latin typeface="Arial"/>
          <a:ea typeface="Arial"/>
          <a:cs typeface="Arial"/>
        </a:defRPr>
      </a:lvl7pPr>
      <a:lvl8pPr xmlns:a="http://schemas.openxmlformats.org/drawingml/2006/main" marL="3429000" indent="-228600" algn="l">
        <a:lnSpc>
          <a:spcPct val="90000"/>
        </a:lnSpc>
        <a:spcBef>
          <a:spcPts val="500"/>
        </a:spcBef>
        <a:buChar char="•"/>
        <a:defRPr sz="1800">
          <a:solidFill>
            <a:schemeClr val="tx1"/>
          </a:solidFill>
          <a:latin typeface="Arial"/>
          <a:ea typeface="Arial"/>
          <a:cs typeface="Arial"/>
        </a:defRPr>
      </a:lvl8pPr>
      <a:lvl9pPr xmlns:a="http://schemas.openxmlformats.org/drawingml/2006/main" marL="3886200" indent="-228600" algn="l">
        <a:lnSpc>
          <a:spcPct val="90000"/>
        </a:lnSpc>
        <a:spcBef>
          <a:spcPts val="500"/>
        </a:spcBef>
        <a:buChar char="•"/>
        <a:defRPr sz="1800">
          <a:solidFill>
            <a:schemeClr val="tx1"/>
          </a:solidFill>
          <a:latin typeface="Arial"/>
          <a:ea typeface="Arial"/>
          <a:cs typeface="Arial"/>
        </a:defRPr>
      </a:lvl9pPr>
    </p:bodyStyle>
    <p:otherStyle>
      <a:lvl1pPr xmlns:a="http://schemas.openxmlformats.org/drawingml/2006/main" marL="0" algn="l">
        <a:buNone/>
        <a:defRPr sz="1800">
          <a:solidFill>
            <a:schemeClr val="tx1"/>
          </a:solidFill>
          <a:latin typeface="Arial"/>
          <a:ea typeface="Arial"/>
          <a:cs typeface="Arial"/>
        </a:defRPr>
      </a:lvl1pPr>
      <a:lvl2pPr xmlns:a="http://schemas.openxmlformats.org/drawingml/2006/main" marL="457200" algn="l">
        <a:buNone/>
        <a:defRPr sz="1800">
          <a:solidFill>
            <a:schemeClr val="tx1"/>
          </a:solidFill>
          <a:latin typeface="Arial"/>
          <a:ea typeface="Arial"/>
          <a:cs typeface="Arial"/>
        </a:defRPr>
      </a:lvl2pPr>
      <a:lvl3pPr xmlns:a="http://schemas.openxmlformats.org/drawingml/2006/main" marL="914400" algn="l">
        <a:buNone/>
        <a:defRPr sz="1800">
          <a:solidFill>
            <a:schemeClr val="tx1"/>
          </a:solidFill>
          <a:latin typeface="Arial"/>
          <a:ea typeface="Arial"/>
          <a:cs typeface="Arial"/>
        </a:defRPr>
      </a:lvl3pPr>
      <a:lvl4pPr xmlns:a="http://schemas.openxmlformats.org/drawingml/2006/main" marL="1371600" algn="l">
        <a:buNone/>
        <a:defRPr sz="1800">
          <a:solidFill>
            <a:schemeClr val="tx1"/>
          </a:solidFill>
          <a:latin typeface="Arial"/>
          <a:ea typeface="Arial"/>
          <a:cs typeface="Arial"/>
        </a:defRPr>
      </a:lvl4pPr>
      <a:lvl5pPr xmlns:a="http://schemas.openxmlformats.org/drawingml/2006/main" marL="1828800" algn="l">
        <a:buNone/>
        <a:defRPr sz="1800">
          <a:solidFill>
            <a:schemeClr val="tx1"/>
          </a:solidFill>
          <a:latin typeface="Arial"/>
          <a:ea typeface="Arial"/>
          <a:cs typeface="Arial"/>
        </a:defRPr>
      </a:lvl5pPr>
      <a:lvl6pPr xmlns:a="http://schemas.openxmlformats.org/drawingml/2006/main" marL="2286000" algn="l">
        <a:buNone/>
        <a:defRPr sz="1800">
          <a:solidFill>
            <a:schemeClr val="tx1"/>
          </a:solidFill>
          <a:latin typeface="Arial"/>
          <a:ea typeface="Arial"/>
          <a:cs typeface="Arial"/>
        </a:defRPr>
      </a:lvl6pPr>
      <a:lvl7pPr xmlns:a="http://schemas.openxmlformats.org/drawingml/2006/main" marL="2743200" algn="l">
        <a:buNone/>
        <a:defRPr sz="1800">
          <a:solidFill>
            <a:schemeClr val="tx1"/>
          </a:solidFill>
          <a:latin typeface="Arial"/>
          <a:ea typeface="Arial"/>
          <a:cs typeface="Arial"/>
        </a:defRPr>
      </a:lvl7pPr>
      <a:lvl8pPr xmlns:a="http://schemas.openxmlformats.org/drawingml/2006/main" marL="3200400" algn="l">
        <a:buNone/>
        <a:defRPr sz="1800">
          <a:solidFill>
            <a:schemeClr val="tx1"/>
          </a:solidFill>
          <a:latin typeface="Arial"/>
          <a:ea typeface="Arial"/>
          <a:cs typeface="Arial"/>
        </a:defRPr>
      </a:lvl8pPr>
      <a:lvl9pPr xmlns:a="http://schemas.openxmlformats.org/drawingml/2006/main" marL="3657600" algn="l">
        <a:buNone/>
        <a:defRPr sz="1800">
          <a:solidFill>
            <a:schemeClr val="tx1"/>
          </a:solidFill>
          <a:latin typeface="Arial"/>
          <a:ea typeface="Arial"/>
          <a:cs typeface="Arial"/>
        </a:defRPr>
      </a:lvl9pPr>
    </p:otherStyle>
  </p:txStyles>
</p:sldMaster>
</file>

<file path=ppt/slideMasters/theme/theme2.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3815d58e22544e7" /><Relationship Type="http://schemas.openxmlformats.org/officeDocument/2006/relationships/notesSlide" Target="/ppt/notesSlides/notesSlide1.xml" Id="Ra9f77fbe70c34ab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9019643cce24813" /><Relationship Type="http://schemas.openxmlformats.org/officeDocument/2006/relationships/notesSlide" Target="/ppt/notesSlides/notesSlide2.xml" Id="Rda26f811207e40c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fd95255ebee4187" /><Relationship Type="http://schemas.openxmlformats.org/officeDocument/2006/relationships/image" Target="/ppt/media/image.jpeg" Id="R87ca9eec94ea4c42" /><Relationship Type="http://schemas.openxmlformats.org/officeDocument/2006/relationships/notesSlide" Target="/ppt/notesSlides/notesSlide3.xml" Id="Rd30cd001fdc34f3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376fcaae6fe4ecd" /><Relationship Type="http://schemas.openxmlformats.org/officeDocument/2006/relationships/notesSlide" Target="/ppt/notesSlides/notesSlide4.xml" Id="Rbbc722ce6ceb46e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db6e66bd9414474" /><Relationship Type="http://schemas.openxmlformats.org/officeDocument/2006/relationships/notesSlide" Target="/ppt/notesSlides/notesSlide5.xml" Id="R535d1e722e4449c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d63b74467bd414f" /><Relationship Type="http://schemas.openxmlformats.org/officeDocument/2006/relationships/notesSlide" Target="/ppt/notesSlides/notesSlide6.xml" Id="Ra090871d48514e3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d07b38b06f34c92" /><Relationship Type="http://schemas.openxmlformats.org/officeDocument/2006/relationships/notesSlide" Target="/ppt/notesSlides/notesSlide7.xml" Id="R34b183ae9bcf4ac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69d5890359a4567" /><Relationship Type="http://schemas.openxmlformats.org/officeDocument/2006/relationships/notesSlide" Target="/ppt/notesSlides/notesSlide8.xml" Id="R941c20f52dc64dc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dd75ed5fc584fd5" /><Relationship Type="http://schemas.openxmlformats.org/officeDocument/2006/relationships/notesSlide" Target="/ppt/notesSlides/notesSlide9.xml" Id="R5ad80cf219c8436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96b6f0679454feb" /><Relationship Type="http://schemas.openxmlformats.org/officeDocument/2006/relationships/notesSlide" Target="/ppt/notesSlides/notesSlide10.xml" Id="Rce1092717fb445f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35a86e9943249be" /><Relationship Type="http://schemas.openxmlformats.org/officeDocument/2006/relationships/notesSlide" Target="/ppt/notesSlides/notesSlide11.xml" Id="Raadf6de2a4cc4b1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1d48de1450c45eb" /><Relationship Type="http://schemas.openxmlformats.org/officeDocument/2006/relationships/notesSlide" Target="/ppt/notesSlides/notesSlide12.xml" Id="R2030fa05042a48a9"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ide-rule">
            <a:extLst xmlns:a="http://schemas.openxmlformats.org/drawingml/2006/main">
              <a:ext uri="{FF2B5EF4-FFF2-40B4-BE49-F238E27FC236}">
                <a16:creationId xmlns:a16="http://schemas.microsoft.com/office/drawing/2014/main" id="{21FA00E8-6C9D-4555-9239-D720E2F96FB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800A5EBA-9C7A-4929-AF50-65DE54E734CC}"/>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TITLE AND BIG QUESTION</ns0:t>
            </ns0:r>
          </ns0:p>
        </p:txBody>
      </p:sp>
      <p:sp>
        <p:nvSpPr>
          <p:cNvPr id="3" name="slide-number-time">
            <a:extLst xmlns:a="http://schemas.openxmlformats.org/drawingml/2006/main">
              <a:ext uri="{FF2B5EF4-FFF2-40B4-BE49-F238E27FC236}">
                <a16:creationId xmlns:a16="http://schemas.microsoft.com/office/drawing/2014/main" id="{B5553090-10DF-4876-B620-4580F7D74DE3}"/>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1 / 12</ns1:t>
            </ns1:r>
          </ns1:p>
        </p:txBody>
      </p:sp>
      <p:sp>
        <p:nvSpPr>
          <p:cNvPr id="4" name="lesson-title">
            <a:extLst xmlns:a="http://schemas.openxmlformats.org/drawingml/2006/main">
              <a:ext uri="{FF2B5EF4-FFF2-40B4-BE49-F238E27FC236}">
                <a16:creationId xmlns:a16="http://schemas.microsoft.com/office/drawing/2014/main" id="{95CCE6A2-A359-43CF-A30F-F808B5954B3D}"/>
              </a:ext>
            </a:extLst>
          </p:cNvPr>
          <p:cNvSpPr>
            <a:spLocks xmlns:a="http://schemas.openxmlformats.org/drawingml/2006/main" noGrp="1"/>
          </p:cNvSpPr>
          <p:nvPr/>
        </p:nvSpPr>
        <p:spPr>
          <a:xfrm xmlns:a="http://schemas.openxmlformats.org/drawingml/2006/main">
            <a:off x="609600" y="1238250"/>
            <a:ext cx="10906125"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200" b="1">
                <a:solidFill>
                  <a:srgbClr val="17384A"/>
                </a:solidFill>
                <a:latin typeface="Arial"/>
                <a:ea typeface="Arial"/>
                <a:cs typeface="Arial"/>
              </a:defRPr>
            </a:defPPr>
            <a:lvl1pPr algn="l">
              <a:buNone/>
              <a:defRPr sz="4200" b="1">
                <a:solidFill>
                  <a:srgbClr val="17384A"/>
                </a:solidFill>
                <a:latin typeface="Arial"/>
                <a:ea typeface="Arial"/>
                <a:cs typeface="Arial"/>
              </a:defRPr>
            </a:lvl1pPr>
            <a:lvl2pPr algn="l">
              <a:buNone/>
              <a:defRPr sz="4200" b="1">
                <a:solidFill>
                  <a:srgbClr val="17384A"/>
                </a:solidFill>
                <a:latin typeface="Arial"/>
                <a:ea typeface="Arial"/>
                <a:cs typeface="Arial"/>
              </a:defRPr>
            </a:lvl2pPr>
            <a:lvl3pPr algn="l">
              <a:buNone/>
              <a:defRPr sz="4200" b="1">
                <a:solidFill>
                  <a:srgbClr val="17384A"/>
                </a:solidFill>
                <a:latin typeface="Arial"/>
                <a:ea typeface="Arial"/>
                <a:cs typeface="Arial"/>
              </a:defRPr>
            </a:lvl3pPr>
            <a:lvl4pPr algn="l">
              <a:buNone/>
              <a:defRPr sz="4200" b="1">
                <a:solidFill>
                  <a:srgbClr val="17384A"/>
                </a:solidFill>
                <a:latin typeface="Arial"/>
                <a:ea typeface="Arial"/>
                <a:cs typeface="Arial"/>
              </a:defRPr>
            </a:lvl4pPr>
            <a:lvl5pPr algn="l">
              <a:buNone/>
              <a:defRPr sz="4200" b="1">
                <a:solidFill>
                  <a:srgbClr val="17384A"/>
                </a:solidFill>
                <a:latin typeface="Arial"/>
                <a:ea typeface="Arial"/>
                <a:cs typeface="Arial"/>
              </a:defRPr>
            </a:lvl5pPr>
            <a:lvl6pPr algn="l">
              <a:buNone/>
              <a:defRPr sz="4200" b="1">
                <a:solidFill>
                  <a:srgbClr val="17384A"/>
                </a:solidFill>
                <a:latin typeface="Arial"/>
                <a:ea typeface="Arial"/>
                <a:cs typeface="Arial"/>
              </a:defRPr>
            </a:lvl6pPr>
            <a:lvl7pPr algn="l">
              <a:buNone/>
              <a:defRPr sz="4200" b="1">
                <a:solidFill>
                  <a:srgbClr val="17384A"/>
                </a:solidFill>
                <a:latin typeface="Arial"/>
                <a:ea typeface="Arial"/>
                <a:cs typeface="Arial"/>
              </a:defRPr>
            </a:lvl7pPr>
            <a:lvl8pPr algn="l">
              <a:buNone/>
              <a:defRPr sz="4200" b="1">
                <a:solidFill>
                  <a:srgbClr val="17384A"/>
                </a:solidFill>
                <a:latin typeface="Arial"/>
                <a:ea typeface="Arial"/>
                <a:cs typeface="Arial"/>
              </a:defRPr>
            </a:lvl8pPr>
            <a:lvl9pPr algn="l">
              <a:buNone/>
              <a:defRPr sz="4200" b="1">
                <a:solidFill>
                  <a:srgbClr val="17384A"/>
                </a:solidFill>
                <a:latin typeface="Arial"/>
                <a:ea typeface="Arial"/>
                <a:cs typeface="Arial"/>
              </a:defRPr>
            </a:lvl9pPr>
          </a:lstStyle>
          <ns5:p xmlns:ns5="http://schemas.openxmlformats.org/drawingml/2006/main">
            <ns5:pPr algn="l">
              <ns5:buNone/>
              <ns5:defRPr sz="4200" b="1">
                <ns5:solidFill>
                  <ns5:srgbClr val="17384A"/>
                </ns5:solidFill>
                <ns5:latin typeface="Arial"/>
                <ns5:ea typeface="Arial"/>
                <ns5:cs typeface="Arial"/>
              </ns5:defRPr>
            </ns5:pPr>
            <ns5:r>
              <ns5:rPr sz="4200" b="1">
                <ns5:solidFill>
                  <ns5:srgbClr val="17384A"/>
                </ns5:solidFill>
                <ns5:latin typeface="Arial"/>
                <ns5:ea typeface="Arial"/>
                <ns5:cs typeface="Arial"/>
              </ns5:rPr>
              <ns5:t>Review my making skills and evidence</ns5:t>
            </ns5:r>
          </ns5:p>
        </p:txBody>
      </p:sp>
      <p:sp>
        <p:nvSpPr>
          <p:cNvPr id="5" name="lesson-subtitle">
            <a:extLst xmlns:a="http://schemas.openxmlformats.org/drawingml/2006/main">
              <a:ext uri="{FF2B5EF4-FFF2-40B4-BE49-F238E27FC236}">
                <a16:creationId xmlns:a16="http://schemas.microsoft.com/office/drawing/2014/main" id="{27188317-831F-4A26-ABD0-28EBF336460B}"/>
              </a:ext>
            </a:extLst>
          </p:cNvPr>
          <p:cNvSpPr>
            <a:spLocks xmlns:a="http://schemas.openxmlformats.org/drawingml/2006/main" noGrp="1"/>
          </p:cNvSpPr>
          <p:nvPr/>
        </p:nvSpPr>
        <p:spPr>
          <a:xfrm xmlns:a="http://schemas.openxmlformats.org/drawingml/2006/main">
            <a:off x="609600" y="2905125"/>
            <a:ext cx="10715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46B68"/>
                </a:solidFill>
                <a:latin typeface="Arial"/>
                <a:ea typeface="Arial"/>
                <a:cs typeface="Arial"/>
              </a:defRPr>
            </a:defPPr>
            <a:lvl1pPr algn="l">
              <a:buNone/>
              <a:defRPr sz="2250" b="0">
                <a:solidFill>
                  <a:srgbClr val="146B68"/>
                </a:solidFill>
                <a:latin typeface="Arial"/>
                <a:ea typeface="Arial"/>
                <a:cs typeface="Arial"/>
              </a:defRPr>
            </a:lvl1pPr>
            <a:lvl2pPr algn="l">
              <a:buNone/>
              <a:defRPr sz="2250" b="0">
                <a:solidFill>
                  <a:srgbClr val="146B68"/>
                </a:solidFill>
                <a:latin typeface="Arial"/>
                <a:ea typeface="Arial"/>
                <a:cs typeface="Arial"/>
              </a:defRPr>
            </a:lvl2pPr>
            <a:lvl3pPr algn="l">
              <a:buNone/>
              <a:defRPr sz="2250" b="0">
                <a:solidFill>
                  <a:srgbClr val="146B68"/>
                </a:solidFill>
                <a:latin typeface="Arial"/>
                <a:ea typeface="Arial"/>
                <a:cs typeface="Arial"/>
              </a:defRPr>
            </a:lvl3pPr>
            <a:lvl4pPr algn="l">
              <a:buNone/>
              <a:defRPr sz="2250" b="0">
                <a:solidFill>
                  <a:srgbClr val="146B68"/>
                </a:solidFill>
                <a:latin typeface="Arial"/>
                <a:ea typeface="Arial"/>
                <a:cs typeface="Arial"/>
              </a:defRPr>
            </a:lvl4pPr>
            <a:lvl5pPr algn="l">
              <a:buNone/>
              <a:defRPr sz="2250" b="0">
                <a:solidFill>
                  <a:srgbClr val="146B68"/>
                </a:solidFill>
                <a:latin typeface="Arial"/>
                <a:ea typeface="Arial"/>
                <a:cs typeface="Arial"/>
              </a:defRPr>
            </a:lvl5pPr>
            <a:lvl6pPr algn="l">
              <a:buNone/>
              <a:defRPr sz="2250" b="0">
                <a:solidFill>
                  <a:srgbClr val="146B68"/>
                </a:solidFill>
                <a:latin typeface="Arial"/>
                <a:ea typeface="Arial"/>
                <a:cs typeface="Arial"/>
              </a:defRPr>
            </a:lvl6pPr>
            <a:lvl7pPr algn="l">
              <a:buNone/>
              <a:defRPr sz="2250" b="0">
                <a:solidFill>
                  <a:srgbClr val="146B68"/>
                </a:solidFill>
                <a:latin typeface="Arial"/>
                <a:ea typeface="Arial"/>
                <a:cs typeface="Arial"/>
              </a:defRPr>
            </a:lvl7pPr>
            <a:lvl8pPr algn="l">
              <a:buNone/>
              <a:defRPr sz="2250" b="0">
                <a:solidFill>
                  <a:srgbClr val="146B68"/>
                </a:solidFill>
                <a:latin typeface="Arial"/>
                <a:ea typeface="Arial"/>
                <a:cs typeface="Arial"/>
              </a:defRPr>
            </a:lvl8pPr>
            <a:lvl9pPr algn="l">
              <a:buNone/>
              <a:defRPr sz="2250" b="0">
                <a:solidFill>
                  <a:srgbClr val="146B68"/>
                </a:solidFill>
                <a:latin typeface="Arial"/>
                <a:ea typeface="Arial"/>
                <a:cs typeface="Arial"/>
              </a:defRPr>
            </a:lvl9pPr>
          </a:lstStyle>
          <ns6:p xmlns:ns6="http://schemas.openxmlformats.org/drawingml/2006/main">
            <ns6:pPr algn="l">
              <ns6:buNone/>
              <ns6:defRPr sz="2250" b="0">
                <ns6:solidFill>
                  <ns6:srgbClr val="146B68"/>
                </ns6:solidFill>
                <ns6:latin typeface="Arial"/>
                <ns6:ea typeface="Arial"/>
                <ns6:cs typeface="Arial"/>
              </ns6:defRPr>
            </ns6:pPr>
            <ns6:r>
              <ns6:rPr sz="2250" b="0">
                <ns6:solidFill>
                  <ns6:srgbClr val="146B68"/>
                </ns6:solidFill>
                <ns6:latin typeface="Arial"/>
                <ns6:ea typeface="Arial"/>
                <ns6:cs typeface="Arial"/>
              </ns6:rPr>
              <ns6:t>Week 7 · 14–18 December 2026 · 40 minutes</ns6:t>
            </ns6:r>
          </ns6:p>
        </p:txBody>
      </p:sp>
      <p:sp>
        <p:nvSpPr>
          <p:cNvPr id="8" name="printed-id">
            <a:extLst xmlns:a="http://schemas.openxmlformats.org/drawingml/2006/main">
              <a:ext uri="{FF2B5EF4-FFF2-40B4-BE49-F238E27FC236}">
                <a16:creationId xmlns:a16="http://schemas.microsoft.com/office/drawing/2014/main" id="{D1DE9CD0-0274-4F6F-865F-DD0F553DDF8E}"/>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DT-LAUNCH-A2-W07</ns2:t>
            </ns2:r>
          </ns2:p>
        </p:txBody>
      </p:sp>
      <p:sp>
        <p:nvSpPr>
          <p:cNvPr id="9" name="edition-label">
            <a:extLst xmlns:a="http://schemas.openxmlformats.org/drawingml/2006/main">
              <a:ext uri="{FF2B5EF4-FFF2-40B4-BE49-F238E27FC236}">
                <a16:creationId xmlns:a16="http://schemas.microsoft.com/office/drawing/2014/main" id="{9DB788D1-307B-450E-8E75-3DE957BCA329}"/>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0" name="licence-credit">
            <a:extLst xmlns:a="http://schemas.openxmlformats.org/drawingml/2006/main">
              <a:ext uri="{FF2B5EF4-FFF2-40B4-BE49-F238E27FC236}">
                <a16:creationId xmlns:a16="http://schemas.microsoft.com/office/drawing/2014/main" id="{CFFACCED-9803-4150-B478-B2D5E21D8DE7}"/>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Made by Matt · © Matt Roper · CC BY-NC-SA 4.0: free for classroom use, share and adapt with credit, no resale</ns4:t>
            </ns4:r>
          </ns4:p>
        </p:txBody>
      </p:sp>
      <p:sp>
        <p:nvSpPr>
          <p:cNvPr id="12" name="body-0">
            <a:extLst xmlns:a="http://schemas.openxmlformats.org/drawingml/2006/main">
              <a:ext uri="{FF2B5EF4-FFF2-40B4-BE49-F238E27FC236}">
                <a16:creationId xmlns:a16="http://schemas.microsoft.com/office/drawing/2014/main" id="{4179850A-9B57-4A81-B9D3-E88349FC8B24}"/>
              </a:ext>
            </a:extLst>
          </p:cNvPr>
          <p:cNvSpPr>
            <a:spLocks xmlns:a="http://schemas.openxmlformats.org/drawingml/2006/main" noGrp="1"/>
          </p:cNvSpPr>
          <p:nvPr/>
        </p:nvSpPr>
        <p:spPr>
          <a:xfrm xmlns:a="http://schemas.openxmlformats.org/drawingml/2006/main">
            <a:off x="609600" y="371475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7:p xmlns:ns7="http://schemas.openxmlformats.org/drawingml/2006/main">
            <ns7:pPr algn="l">
              <ns7:defRPr sz="2250" b="0">
                <ns7:solidFill>
                  <ns7:srgbClr val="17384A"/>
                </ns7:solidFill>
                <ns7:latin typeface="Arial"/>
                <ns7:ea typeface="Arial"/>
                <ns7:cs typeface="Arial"/>
              </ns7:defRPr>
            </ns7:pPr>
            <ns7:r>
              <ns7:rPr sz="2250" b="0">
                <ns7:solidFill>
                  <ns7:srgbClr val="17384A"/>
                </ns7:solidFill>
                <ns7:latin typeface="Arial"/>
                <ns7:ea typeface="Arial"/>
                <ns7:cs typeface="Arial"/>
              </ns7:rPr>
              <ns7:t>What does my work show, and what should I learn next?</ns7:t>
            </ns7:r>
          </ns7:p>
        </p:txBody>
      </p:sp>
      <p:sp>
        <p:nvSpPr>
          <p:cNvPr id="13" name="body-1">
            <a:extLst xmlns:a="http://schemas.openxmlformats.org/drawingml/2006/main">
              <a:ext uri="{FF2B5EF4-FFF2-40B4-BE49-F238E27FC236}">
                <a16:creationId xmlns:a16="http://schemas.microsoft.com/office/drawing/2014/main" id="{B3B79DBF-9AF8-427F-9EF2-D9D9BA7081D1}"/>
              </a:ext>
            </a:extLst>
          </p:cNvPr>
          <p:cNvSpPr>
            <a:spLocks xmlns:a="http://schemas.openxmlformats.org/drawingml/2006/main" noGrp="1"/>
          </p:cNvSpPr>
          <p:nvPr/>
        </p:nvSpPr>
        <p:spPr>
          <a:xfrm xmlns:a="http://schemas.openxmlformats.org/drawingml/2006/main">
            <a:off x="609600" y="423481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8:p xmlns:ns8="http://schemas.openxmlformats.org/drawingml/2006/main">
            <ns8:pPr algn="l">
              <ns8:defRPr sz="2250" b="0">
                <ns8:solidFill>
                  <ns8:srgbClr val="17384A"/>
                </ns8:solidFill>
                <ns8:latin typeface="Arial"/>
                <ns8:ea typeface="Arial"/>
                <ns8:cs typeface="Arial"/>
              </ns8:defRPr>
            </ns8:pPr>
            <ns8:r>
              <ns8:rPr sz="2250" b="0">
                <ns8:solidFill>
                  <ns8:srgbClr val="17384A"/>
                </ns8:solidFill>
                <ns8:latin typeface="Arial"/>
                <ns8:ea typeface="Arial"/>
                <ns8:cs typeface="Arial"/>
              </ns8:rPr>
              <ns8:t>Use your own work and ask for support.</ns8:t>
            </ns8:r>
          </ns8:p>
        </p:txBody>
      </p:sp>
      <p:sp>
        <p:nvSpPr>
          <p:cNvPr id="14" name="body-2">
            <a:extLst xmlns:a="http://schemas.openxmlformats.org/drawingml/2006/main">
              <a:ext uri="{FF2B5EF4-FFF2-40B4-BE49-F238E27FC236}">
                <a16:creationId xmlns:a16="http://schemas.microsoft.com/office/drawing/2014/main" id="{6137EF2D-887A-4596-9565-C03031165296}"/>
              </a:ext>
            </a:extLst>
          </p:cNvPr>
          <p:cNvSpPr>
            <a:spLocks xmlns:a="http://schemas.openxmlformats.org/drawingml/2006/main" noGrp="1"/>
          </p:cNvSpPr>
          <p:nvPr/>
        </p:nvSpPr>
        <p:spPr>
          <a:xfrm xmlns:a="http://schemas.openxmlformats.org/drawingml/2006/main">
            <a:off x="609600" y="475488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9:p xmlns:ns9="http://schemas.openxmlformats.org/drawingml/2006/main">
            <ns9:pPr algn="l">
              <ns9:defRPr sz="2250" b="0">
                <ns9:solidFill>
                  <ns9:srgbClr val="17384A"/>
                </ns9:solidFill>
                <ns9:latin typeface="Arial"/>
                <ns9:ea typeface="Arial"/>
                <ns9:cs typeface="Arial"/>
              </ns9:defRPr>
            </ns9:pPr>
            <ns9:r>
              <ns9:rPr sz="2250" b="0">
                <ns9:solidFill>
                  <ns9:srgbClr val="17384A"/>
                </ns9:solidFill>
                <ns9:latin typeface="Arial"/>
                <ns9:ea typeface="Arial"/>
                <ns9:cs typeface="Arial"/>
              </ns9:rPr>
              <ns9:t>Point, say, draw, write or show.</ns9:t>
            </ns9:r>
          </ns9:p>
        </p:txBody>
      </p:sp>
    </p:spTree>
    <p:extLst>
      <p:ext uri="{BB962C8B-B14F-4D97-AF65-F5344CB8AC3E}">
        <p14:creationId xmlns:p14="http://schemas.microsoft.com/office/powerpoint/2010/main" val="208895043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ide-rule">
            <a:extLst xmlns:a="http://schemas.openxmlformats.org/drawingml/2006/main">
              <a:ext uri="{FF2B5EF4-FFF2-40B4-BE49-F238E27FC236}">
                <a16:creationId xmlns:a16="http://schemas.microsoft.com/office/drawing/2014/main" id="{4FD94499-3EA1-421F-BBBF-AAAEC9FCB9F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B38B1A31-272E-4B53-A986-999EB0AE8AE0}"/>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ARRIVAL AND REGULATION</ns0:t>
            </ns0:r>
          </ns0:p>
        </p:txBody>
      </p:sp>
      <p:sp>
        <p:nvSpPr>
          <p:cNvPr id="3" name="slide-number-time">
            <a:extLst xmlns:a="http://schemas.openxmlformats.org/drawingml/2006/main">
              <a:ext uri="{FF2B5EF4-FFF2-40B4-BE49-F238E27FC236}">
                <a16:creationId xmlns:a16="http://schemas.microsoft.com/office/drawing/2014/main" id="{D71FC1CA-AC2B-48A1-B1E2-5C96A8A8B754}"/>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2 / 12  ·  4 min</ns1:t>
            </ns1:r>
          </ns1:p>
        </p:txBody>
      </p:sp>
      <p:sp>
        <p:nvSpPr>
          <p:cNvPr id="4" name="slide-title">
            <a:extLst xmlns:a="http://schemas.openxmlformats.org/drawingml/2006/main">
              <a:ext uri="{FF2B5EF4-FFF2-40B4-BE49-F238E27FC236}">
                <a16:creationId xmlns:a16="http://schemas.microsoft.com/office/drawing/2014/main" id="{4FF2732D-8D8A-4A14-B7EC-4427BF844FBE}"/>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Ready for a calm start</ns5:t>
            </ns5:r>
          </ns5:p>
        </p:txBody>
      </p:sp>
      <p:sp>
        <p:nvSpPr>
          <p:cNvPr id="5" name="heading-rule">
            <a:extLst xmlns:a="http://schemas.openxmlformats.org/drawingml/2006/main">
              <a:ext uri="{FF2B5EF4-FFF2-40B4-BE49-F238E27FC236}">
                <a16:creationId xmlns:a16="http://schemas.microsoft.com/office/drawing/2014/main" id="{39B5AC7B-925A-427E-B6D5-FF7155BB2EE0}"/>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1" name="printed-id">
            <a:extLst xmlns:a="http://schemas.openxmlformats.org/drawingml/2006/main">
              <a:ext uri="{FF2B5EF4-FFF2-40B4-BE49-F238E27FC236}">
                <a16:creationId xmlns:a16="http://schemas.microsoft.com/office/drawing/2014/main" id="{95424F63-FAC6-49BB-A26B-FF4C752FA217}"/>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DT-LAUNCH-A2-W07</ns2:t>
            </ns2:r>
          </ns2:p>
        </p:txBody>
      </p:sp>
      <p:sp>
        <p:nvSpPr>
          <p:cNvPr id="12" name="edition-label">
            <a:extLst xmlns:a="http://schemas.openxmlformats.org/drawingml/2006/main">
              <a:ext uri="{FF2B5EF4-FFF2-40B4-BE49-F238E27FC236}">
                <a16:creationId xmlns:a16="http://schemas.microsoft.com/office/drawing/2014/main" id="{2CC72B9C-1296-4C4A-886A-5E292D7620CA}"/>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3" name="licence-credit">
            <a:extLst xmlns:a="http://schemas.openxmlformats.org/drawingml/2006/main">
              <a:ext uri="{FF2B5EF4-FFF2-40B4-BE49-F238E27FC236}">
                <a16:creationId xmlns:a16="http://schemas.microsoft.com/office/drawing/2014/main" id="{1E89A079-9FE1-4E2E-A35B-157CE58B947B}"/>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Made by Matt · © Matt Roper · CC BY-NC-SA 4.0: free for classroom use, share and adapt with credit, no resale</ns4:t>
            </ns4:r>
          </ns4:p>
        </p:txBody>
      </p:sp>
      <p:sp>
        <p:nvSpPr>
          <p:cNvPr id="15" name="body-0">
            <a:extLst xmlns:a="http://schemas.openxmlformats.org/drawingml/2006/main">
              <a:ext uri="{FF2B5EF4-FFF2-40B4-BE49-F238E27FC236}">
                <a16:creationId xmlns:a16="http://schemas.microsoft.com/office/drawing/2014/main" id="{5EC01B38-2E63-4243-9769-79C2B925393E}"/>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6:p xmlns:ns6="http://schemas.openxmlformats.org/drawingml/2006/main">
            <ns6:pPr algn="l">
              <ns6:defRPr sz="2025" b="0">
                <ns6:solidFill>
                  <ns6:srgbClr val="17384A"/>
                </ns6:solidFill>
                <ns6:latin typeface="Arial"/>
                <ns6:ea typeface="Arial"/>
                <ns6:cs typeface="Arial"/>
              </ns6:defRPr>
            </ns6:pPr>
            <ns6:r>
              <ns6:rPr sz="2025" b="0">
                <ns6:solidFill>
                  <ns6:srgbClr val="17384A"/>
                </ns6:solidFill>
                <ns6:latin typeface="Arial"/>
                <ns6:ea typeface="Arial"/>
                <ns6:cs typeface="Arial"/>
              </ns6:rPr>
              <ns6:t>Check how you feel in private.</ns6:t>
            </ns6:r>
          </ns6:p>
        </p:txBody>
      </p:sp>
      <p:sp>
        <p:nvSpPr>
          <p:cNvPr id="16" name="body-1">
            <a:extLst xmlns:a="http://schemas.openxmlformats.org/drawingml/2006/main">
              <a:ext uri="{FF2B5EF4-FFF2-40B4-BE49-F238E27FC236}">
                <a16:creationId xmlns:a16="http://schemas.microsoft.com/office/drawing/2014/main" id="{F28DA917-CB7A-4C83-99B1-B17867E53C84}"/>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7:p xmlns:ns7="http://schemas.openxmlformats.org/drawingml/2006/main">
            <ns7:pPr algn="l">
              <ns7:defRPr sz="2025" b="0">
                <ns7:solidFill>
                  <ns7:srgbClr val="17384A"/>
                </ns7:solidFill>
                <ns7:latin typeface="Arial"/>
                <ns7:ea typeface="Arial"/>
                <ns7:cs typeface="Arial"/>
              </ns7:defRPr>
            </ns7:pPr>
            <ns7:r>
              <ns7:rPr sz="2025" b="0">
                <ns7:solidFill>
                  <ns7:srgbClr val="17384A"/>
                </ns7:solidFill>
                <ns7:latin typeface="Arial"/>
                <ns7:ea typeface="Arial"/>
                <ns7:cs typeface="Arial"/>
              </ns7:rPr>
              <ns7:t>Choose a quiet seat or a short pause.</ns7:t>
            </ns7:r>
          </ns7:p>
        </p:txBody>
      </p:sp>
      <p:sp>
        <p:nvSpPr>
          <p:cNvPr id="17" name="body-2">
            <a:extLst xmlns:a="http://schemas.openxmlformats.org/drawingml/2006/main">
              <a:ext uri="{FF2B5EF4-FFF2-40B4-BE49-F238E27FC236}">
                <a16:creationId xmlns:a16="http://schemas.microsoft.com/office/drawing/2014/main" id="{7B45F856-07DA-4CDC-9EDC-8416662C59FC}"/>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8:p xmlns:ns8="http://schemas.openxmlformats.org/drawingml/2006/main">
            <ns8:pPr algn="l">
              <ns8:defRPr sz="2025" b="0">
                <ns8:solidFill>
                  <ns8:srgbClr val="17384A"/>
                </ns8:solidFill>
                <ns8:latin typeface="Arial"/>
                <ns8:ea typeface="Arial"/>
                <ns8:cs typeface="Arial"/>
              </ns8:defRPr>
            </ns8:pPr>
            <ns8:r>
              <ns8:rPr sz="2025" b="0">
                <ns8:solidFill>
                  <ns8:srgbClr val="17384A"/>
                </ns8:solidFill>
                <ns8:latin typeface="Arial"/>
                <ns8:ea typeface="Arial"/>
                <ns8:cs typeface="Arial"/>
              </ns8:rPr>
              <ns8:t>Keep your work space clear.</ns8:t>
            </ns8:r>
          </ns8:p>
        </p:txBody>
      </p:sp>
      <p:sp>
        <p:nvSpPr>
          <p:cNvPr id="18" name="body-3">
            <a:extLst xmlns:a="http://schemas.openxmlformats.org/drawingml/2006/main">
              <a:ext uri="{FF2B5EF4-FFF2-40B4-BE49-F238E27FC236}">
                <a16:creationId xmlns:a16="http://schemas.microsoft.com/office/drawing/2014/main" id="{B8616F4F-E875-4A93-9A52-ADD9BB19CF1A}"/>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9:p xmlns:ns9="http://schemas.openxmlformats.org/drawingml/2006/main">
            <ns9:pPr algn="l">
              <ns9:defRPr sz="2025" b="0">
                <ns9:solidFill>
                  <ns9:srgbClr val="17384A"/>
                </ns9:solidFill>
                <ns9:latin typeface="Arial"/>
                <ns9:ea typeface="Arial"/>
                <ns9:cs typeface="Arial"/>
              </ns9:defRPr>
            </ns9:pPr>
            <ns9:r>
              <ns9:rPr sz="2025" b="0">
                <ns9:solidFill>
                  <ns9:srgbClr val="17384A"/>
                </ns9:solidFill>
                <ns9:latin typeface="Arial"/>
                <ns9:ea typeface="Arial"/>
                <ns9:cs typeface="Arial"/>
              </ns9:rPr>
              <ns9:t>Ask the adult if you need support.</ns9:t>
            </ns9:r>
          </ns9:p>
        </p:txBody>
      </p:sp>
      <p:sp>
        <p:nvSpPr>
          <p:cNvPr id="19" name="body-4">
            <a:extLst xmlns:a="http://schemas.openxmlformats.org/drawingml/2006/main">
              <a:ext uri="{FF2B5EF4-FFF2-40B4-BE49-F238E27FC236}">
                <a16:creationId xmlns:a16="http://schemas.microsoft.com/office/drawing/2014/main" id="{CD67554F-3D83-433B-84B1-03812733B190}"/>
              </a:ext>
            </a:extLst>
          </p:cNvPr>
          <p:cNvSpPr>
            <a:spLocks xmlns:a="http://schemas.openxmlformats.org/drawingml/2006/main" noGrp="1"/>
          </p:cNvSpPr>
          <p:nvPr/>
        </p:nvSpPr>
        <p:spPr>
          <a:xfrm xmlns:a="http://schemas.openxmlformats.org/drawingml/2006/main">
            <a:off x="609600" y="346481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10:p xmlns:ns10="http://schemas.openxmlformats.org/drawingml/2006/main">
            <ns10:pPr algn="l">
              <ns10:defRPr sz="2025" b="0">
                <ns10:solidFill>
                  <ns10:srgbClr val="17384A"/>
                </ns10:solidFill>
                <ns10:latin typeface="Arial"/>
                <ns10:ea typeface="Arial"/>
                <ns10:cs typeface="Arial"/>
              </ns10:defRPr>
            </ns10:pPr>
            <ns10:r>
              <ns10:rPr sz="2025" b="0">
                <ns10:solidFill>
                  <ns10:srgbClr val="17384A"/>
                </ns10:solidFill>
                <ns10:latin typeface="Arial"/>
                <ns10:ea typeface="Arial"/>
                <ns10:cs typeface="Arial"/>
              </ns10:rPr>
              <ns10:t>Use the agreed help route.</ns10:t>
            </ns10:r>
          </ns10:p>
        </p:txBody>
      </p:sp>
      <p:sp>
        <p:nvSpPr>
          <p:cNvPr id="20" name="body-5">
            <a:extLst xmlns:a="http://schemas.openxmlformats.org/drawingml/2006/main">
              <a:ext uri="{FF2B5EF4-FFF2-40B4-BE49-F238E27FC236}">
                <a16:creationId xmlns:a16="http://schemas.microsoft.com/office/drawing/2014/main" id="{60C96764-4A82-4924-8CFD-49EE15FAA4D7}"/>
              </a:ext>
            </a:extLst>
          </p:cNvPr>
          <p:cNvSpPr>
            <a:spLocks xmlns:a="http://schemas.openxmlformats.org/drawingml/2006/main" noGrp="1"/>
          </p:cNvSpPr>
          <p:nvPr/>
        </p:nvSpPr>
        <p:spPr>
          <a:xfrm xmlns:a="http://schemas.openxmlformats.org/drawingml/2006/main">
            <a:off x="609600" y="3911918"/>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11:p xmlns:ns11="http://schemas.openxmlformats.org/drawingml/2006/main">
            <ns11:pPr algn="l">
              <ns11:defRPr sz="2025" b="0">
                <ns11:solidFill>
                  <ns11:srgbClr val="17384A"/>
                </ns11:solidFill>
                <ns11:latin typeface="Arial"/>
                <ns11:ea typeface="Arial"/>
                <ns11:cs typeface="Arial"/>
              </ns11:defRPr>
            </ns11:pPr>
            <ns11:r>
              <ns11:rPr sz="2025" b="0">
                <ns11:solidFill>
                  <ns11:srgbClr val="17384A"/>
                </ns11:solidFill>
                <ns11:latin typeface="Arial"/>
                <ns11:ea typeface="Arial"/>
                <ns11:cs typeface="Arial"/>
              </ns11:rPr>
              <ns11:t>We listen without judging each other.</ns11:t>
            </ns11:r>
          </ns11:p>
        </p:txBody>
      </p:sp>
    </p:spTree>
    <p:extLst>
      <p:ext uri="{BB962C8B-B14F-4D97-AF65-F5344CB8AC3E}">
        <p14:creationId xmlns:p14="http://schemas.microsoft.com/office/powerpoint/2010/main" val="136918818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ide-rule">
            <a:extLst xmlns:a="http://schemas.openxmlformats.org/drawingml/2006/main">
              <a:ext uri="{FF2B5EF4-FFF2-40B4-BE49-F238E27FC236}">
                <a16:creationId xmlns:a16="http://schemas.microsoft.com/office/drawing/2014/main" id="{62CA9BFC-91D6-4E1F-A868-FA6417B8D8D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5184B3EE-1B83-4D3F-A35F-80E82823E3D4}"/>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STARTER</ns0:t>
            </ns0:r>
          </ns0:p>
        </p:txBody>
      </p:sp>
      <p:sp>
        <p:nvSpPr>
          <p:cNvPr id="3" name="slide-number-time">
            <a:extLst xmlns:a="http://schemas.openxmlformats.org/drawingml/2006/main">
              <a:ext uri="{FF2B5EF4-FFF2-40B4-BE49-F238E27FC236}">
                <a16:creationId xmlns:a16="http://schemas.microsoft.com/office/drawing/2014/main" id="{897C6A8C-70A1-47AD-A2FE-4C00764616ED}"/>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3 / 12  ·  2 min</ns1:t>
            </ns1:r>
          </ns1:p>
        </p:txBody>
      </p:sp>
      <p:sp>
        <p:nvSpPr>
          <p:cNvPr id="4" name="slide-title">
            <a:extLst xmlns:a="http://schemas.openxmlformats.org/drawingml/2006/main">
              <a:ext uri="{FF2B5EF4-FFF2-40B4-BE49-F238E27FC236}">
                <a16:creationId xmlns:a16="http://schemas.microsoft.com/office/drawing/2014/main" id="{31C5F347-218C-4DE9-8526-D8AC97478EAA}"/>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Look at the diagram</ns5:t>
            </ns5:r>
          </ns5:p>
        </p:txBody>
      </p:sp>
      <p:sp>
        <p:nvSpPr>
          <p:cNvPr id="5" name="heading-rule">
            <a:extLst xmlns:a="http://schemas.openxmlformats.org/drawingml/2006/main">
              <a:ext uri="{FF2B5EF4-FFF2-40B4-BE49-F238E27FC236}">
                <a16:creationId xmlns:a16="http://schemas.microsoft.com/office/drawing/2014/main" id="{564A5958-580E-4CAC-B2D5-2942577B8537}"/>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4" name="printed-id">
            <a:extLst xmlns:a="http://schemas.openxmlformats.org/drawingml/2006/main">
              <a:ext uri="{FF2B5EF4-FFF2-40B4-BE49-F238E27FC236}">
                <a16:creationId xmlns:a16="http://schemas.microsoft.com/office/drawing/2014/main" id="{331A60C7-DF6A-4D09-8443-EAE28857AAD5}"/>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DT-LAUNCH-A2-W07</ns2:t>
            </ns2:r>
          </ns2:p>
        </p:txBody>
      </p:sp>
      <p:sp>
        <p:nvSpPr>
          <p:cNvPr id="15" name="edition-label">
            <a:extLst xmlns:a="http://schemas.openxmlformats.org/drawingml/2006/main">
              <a:ext uri="{FF2B5EF4-FFF2-40B4-BE49-F238E27FC236}">
                <a16:creationId xmlns:a16="http://schemas.microsoft.com/office/drawing/2014/main" id="{E9C4646B-A2DB-47CD-9B88-8366B5301301}"/>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6" name="licence-credit">
            <a:extLst xmlns:a="http://schemas.openxmlformats.org/drawingml/2006/main">
              <a:ext uri="{FF2B5EF4-FFF2-40B4-BE49-F238E27FC236}">
                <a16:creationId xmlns:a16="http://schemas.microsoft.com/office/drawing/2014/main" id="{C34D29D3-4466-4904-88F0-BAEAD505EE38}"/>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Made by Matt · © Matt Roper · CC BY-NC-SA 4.0: free for classroom use, share and adapt with credit, no resale</ns4:t>
            </ns4:r>
          </ns4:p>
        </p:txBody>
      </p:sp>
      <p:pic>
        <p:nvPicPr>
          <p:cNvPr id="18" name="" descr="A five-skill checklist links planning, making, testing, evaluation and presentation to real work; staff check support, gaps and actual banking. No attainment is prefilled.">
            <a:extLst xmlns:a="http://schemas.openxmlformats.org/drawingml/2006/main">
              <a:ext uri="{FF2B5EF4-FFF2-40B4-BE49-F238E27FC236}">
                <a16:creationId xmlns:a16="http://schemas.microsoft.com/office/drawing/2014/main" id="{028D2357-EB6C-424E-A2E6-DBD8B5691975}"/>
              </a:ext>
            </a:extLst>
          </p:cNvPr>
          <p:cNvPicPr>
            <a:picLocks xmlns:a="http://schemas.openxmlformats.org/drawingml/2006/main" noChangeAspect="1"/>
          </p:cNvPicPr>
          <p:nvPr/>
        </p:nvPicPr>
        <p:blipFill>
          <a:blip xmlns:r="http://schemas.openxmlformats.org/officeDocument/2006/relationships" xmlns:a="http://schemas.openxmlformats.org/drawingml/2006/main" r:embed="R87ca9eec94ea4c42"/>
          <a:stretch xmlns:a="http://schemas.openxmlformats.org/drawingml/2006/main"/>
        </p:blipFill>
        <p:spPr>
          <a:xfrm xmlns:a="http://schemas.openxmlformats.org/drawingml/2006/main">
            <a:off x="609600" y="1638300"/>
            <a:ext cx="6343650" cy="4229100"/>
          </a:xfrm>
          <a:prstGeom xmlns:a="http://schemas.openxmlformats.org/drawingml/2006/main" prst="rect">
            <a:avLst/>
          </a:prstGeom>
        </p:spPr>
      </p:pic>
      <p:sp>
        <p:nvSpPr>
          <p:cNvPr id="19" name="body-0">
            <a:extLst xmlns:a="http://schemas.openxmlformats.org/drawingml/2006/main">
              <a:ext uri="{FF2B5EF4-FFF2-40B4-BE49-F238E27FC236}">
                <a16:creationId xmlns:a16="http://schemas.microsoft.com/office/drawing/2014/main" id="{57DE7B14-03C6-44A4-ADEF-A389F9D699EE}"/>
              </a:ext>
            </a:extLst>
          </p:cNvPr>
          <p:cNvSpPr>
            <a:spLocks xmlns:a="http://schemas.openxmlformats.org/drawingml/2006/main" noGrp="1"/>
          </p:cNvSpPr>
          <p:nvPr/>
        </p:nvSpPr>
        <p:spPr>
          <a:xfrm xmlns:a="http://schemas.openxmlformats.org/drawingml/2006/main">
            <a:off x="7381875" y="1714500"/>
            <a:ext cx="4200525"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6:p xmlns:ns6="http://schemas.openxmlformats.org/drawingml/2006/main">
            <ns6:pPr algn="l">
              <ns6:defRPr sz="2025" b="0">
                <ns6:solidFill>
                  <ns6:srgbClr val="17384A"/>
                </ns6:solidFill>
                <ns6:latin typeface="Arial"/>
                <ns6:ea typeface="Arial"/>
                <ns6:cs typeface="Arial"/>
              </ns6:defRPr>
            </ns6:pPr>
            <ns6:r>
              <ns6:rPr sz="2025" b="0">
                <ns6:solidFill>
                  <ns6:srgbClr val="17384A"/>
                </ns6:solidFill>
                <ns6:latin typeface="Arial"/>
                <ns6:ea typeface="Arial"/>
                <ns6:cs typeface="Arial"/>
              </ns6:rPr>
              <ns6:t>A folder contains several records.</ns6:t>
            </ns6:r>
          </ns6:p>
        </p:txBody>
      </p:sp>
      <p:sp>
        <p:nvSpPr>
          <p:cNvPr id="20" name="body-1">
            <a:extLst xmlns:a="http://schemas.openxmlformats.org/drawingml/2006/main">
              <a:ext uri="{FF2B5EF4-FFF2-40B4-BE49-F238E27FC236}">
                <a16:creationId xmlns:a16="http://schemas.microsoft.com/office/drawing/2014/main" id="{6C49FD1E-082C-46ED-BD65-5869357FEFFF}"/>
              </a:ext>
            </a:extLst>
          </p:cNvPr>
          <p:cNvSpPr>
            <a:spLocks xmlns:a="http://schemas.openxmlformats.org/drawingml/2006/main" noGrp="1"/>
          </p:cNvSpPr>
          <p:nvPr/>
        </p:nvSpPr>
        <p:spPr>
          <a:xfrm xmlns:a="http://schemas.openxmlformats.org/drawingml/2006/main">
            <a:off x="7381875" y="2199704"/>
            <a:ext cx="4200525"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7:p xmlns:ns7="http://schemas.openxmlformats.org/drawingml/2006/main">
            <ns7:pPr algn="l">
              <ns7:defRPr sz="2025" b="0">
                <ns7:solidFill>
                  <ns7:srgbClr val="17384A"/>
                </ns7:solidFill>
                <ns7:latin typeface="Arial"/>
                <ns7:ea typeface="Arial"/>
                <ns7:cs typeface="Arial"/>
              </ns7:defRPr>
            </ns7:pPr>
            <ns7:r>
              <ns7:rPr sz="2025" b="0">
                <ns7:solidFill>
                  <ns7:srgbClr val="17384A"/>
                </ns7:solidFill>
                <ns7:latin typeface="Arial"/>
                <ns7:ea typeface="Arial"/>
                <ns7:cs typeface="Arial"/>
              </ns7:rPr>
              <ns7:t>Some belong to the learner.</ns7:t>
            </ns7:r>
          </ns7:p>
        </p:txBody>
      </p:sp>
      <p:sp>
        <p:nvSpPr>
          <p:cNvPr id="21" name="body-2">
            <a:extLst xmlns:a="http://schemas.openxmlformats.org/drawingml/2006/main">
              <a:ext uri="{FF2B5EF4-FFF2-40B4-BE49-F238E27FC236}">
                <a16:creationId xmlns:a16="http://schemas.microsoft.com/office/drawing/2014/main" id="{7BE34822-C512-4BD5-AF44-30090BF31A92}"/>
              </a:ext>
            </a:extLst>
          </p:cNvPr>
          <p:cNvSpPr>
            <a:spLocks xmlns:a="http://schemas.openxmlformats.org/drawingml/2006/main" noGrp="1"/>
          </p:cNvSpPr>
          <p:nvPr/>
        </p:nvSpPr>
        <p:spPr>
          <a:xfrm xmlns:a="http://schemas.openxmlformats.org/drawingml/2006/main">
            <a:off x="7381875" y="2684907"/>
            <a:ext cx="4200525" cy="6751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8:p xmlns:ns8="http://schemas.openxmlformats.org/drawingml/2006/main">
            <ns8:pPr algn="l">
              <ns8:defRPr sz="2025" b="0">
                <ns8:solidFill>
                  <ns8:srgbClr val="17384A"/>
                </ns8:solidFill>
                <ns8:latin typeface="Arial"/>
                <ns8:ea typeface="Arial"/>
                <ns8:cs typeface="Arial"/>
              </ns8:defRPr>
            </ns8:pPr>
            <ns8:r>
              <ns8:rPr sz="2025" b="0">
                <ns8:solidFill>
                  <ns8:srgbClr val="17384A"/>
                </ns8:solidFill>
                <ns8:latin typeface="Arial"/>
                <ns8:ea typeface="Arial"/>
                <ns8:cs typeface="Arial"/>
              </ns8:rPr>
              <ns8:t>Some are adult examples.</ns8:t>
            </ns8:r>
          </ns8:p>
        </p:txBody>
      </p:sp>
      <p:sp>
        <p:nvSpPr>
          <p:cNvPr id="22" name="body-3">
            <a:extLst xmlns:a="http://schemas.openxmlformats.org/drawingml/2006/main">
              <a:ext uri="{FF2B5EF4-FFF2-40B4-BE49-F238E27FC236}">
                <a16:creationId xmlns:a16="http://schemas.microsoft.com/office/drawing/2014/main" id="{C2000FD8-BBA3-4430-B7E7-17C5B6E48BBE}"/>
              </a:ext>
            </a:extLst>
          </p:cNvPr>
          <p:cNvSpPr>
            <a:spLocks xmlns:a="http://schemas.openxmlformats.org/drawingml/2006/main" noGrp="1"/>
          </p:cNvSpPr>
          <p:nvPr/>
        </p:nvSpPr>
        <p:spPr>
          <a:xfrm xmlns:a="http://schemas.openxmlformats.org/drawingml/2006/main">
            <a:off x="7381875" y="3483864"/>
            <a:ext cx="4200525" cy="6751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9:p xmlns:ns9="http://schemas.openxmlformats.org/drawingml/2006/main">
            <ns9:pPr algn="l">
              <ns9:defRPr sz="2025" b="0">
                <ns9:solidFill>
                  <ns9:srgbClr val="17384A"/>
                </ns9:solidFill>
                <ns9:latin typeface="Arial"/>
                <ns9:ea typeface="Arial"/>
                <ns9:cs typeface="Arial"/>
              </ns9:defRPr>
            </ns9:pPr>
            <ns9:r>
              <ns9:rPr sz="2025" b="0">
                <ns9:solidFill>
                  <ns9:srgbClr val="17384A"/>
                </ns9:solidFill>
                <ns9:latin typeface="Arial"/>
                <ns9:ea typeface="Arial"/>
                <ns9:cs typeface="Arial"/>
              </ns9:rPr>
              <ns9:t>Which records show this learner’s skills?</ns9:t>
            </ns9:r>
          </ns9:p>
        </p:txBody>
      </p:sp>
    </p:spTree>
    <p:extLst>
      <p:ext uri="{BB962C8B-B14F-4D97-AF65-F5344CB8AC3E}">
        <p14:creationId xmlns:p14="http://schemas.microsoft.com/office/powerpoint/2010/main" val="188504005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ide-rule">
            <a:extLst xmlns:a="http://schemas.openxmlformats.org/drawingml/2006/main">
              <a:ext uri="{FF2B5EF4-FFF2-40B4-BE49-F238E27FC236}">
                <a16:creationId xmlns:a16="http://schemas.microsoft.com/office/drawing/2014/main" id="{50AFFD45-DDE8-4E13-AB19-AB490C4DC44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F695C907-FAF0-40C0-94DA-EDA6AF2AFFBB}"/>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TODAY</ns0:t>
            </ns0:r>
          </ns0:p>
        </p:txBody>
      </p:sp>
      <p:sp>
        <p:nvSpPr>
          <p:cNvPr id="3" name="slide-number-time">
            <a:extLst xmlns:a="http://schemas.openxmlformats.org/drawingml/2006/main">
              <a:ext uri="{FF2B5EF4-FFF2-40B4-BE49-F238E27FC236}">
                <a16:creationId xmlns:a16="http://schemas.microsoft.com/office/drawing/2014/main" id="{B24D514A-FB80-4477-B77A-6CBF40FE34F8}"/>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4 / 12</ns1:t>
            </ns1:r>
          </ns1:p>
        </p:txBody>
      </p:sp>
      <p:sp>
        <p:nvSpPr>
          <p:cNvPr id="4" name="slide-title">
            <a:extLst xmlns:a="http://schemas.openxmlformats.org/drawingml/2006/main">
              <a:ext uri="{FF2B5EF4-FFF2-40B4-BE49-F238E27FC236}">
                <a16:creationId xmlns:a16="http://schemas.microsoft.com/office/drawing/2014/main" id="{AC662DEC-F343-4B80-A316-EA02E40AB20A}"/>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Today</ns5:t>
            </ns5:r>
          </ns5:p>
        </p:txBody>
      </p:sp>
      <p:sp>
        <p:nvSpPr>
          <p:cNvPr id="5" name="heading-rule">
            <a:extLst xmlns:a="http://schemas.openxmlformats.org/drawingml/2006/main">
              <a:ext uri="{FF2B5EF4-FFF2-40B4-BE49-F238E27FC236}">
                <a16:creationId xmlns:a16="http://schemas.microsoft.com/office/drawing/2014/main" id="{0AF1810E-209D-49EB-A790-135B09335F7F}"/>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0" name="printed-id">
            <a:extLst xmlns:a="http://schemas.openxmlformats.org/drawingml/2006/main">
              <a:ext uri="{FF2B5EF4-FFF2-40B4-BE49-F238E27FC236}">
                <a16:creationId xmlns:a16="http://schemas.microsoft.com/office/drawing/2014/main" id="{66F008D0-268A-4ECE-A855-21B57ADC8F18}"/>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DT-LAUNCH-A2-W07</ns2:t>
            </ns2:r>
          </ns2:p>
        </p:txBody>
      </p:sp>
      <p:sp>
        <p:nvSpPr>
          <p:cNvPr id="11" name="edition-label">
            <a:extLst xmlns:a="http://schemas.openxmlformats.org/drawingml/2006/main">
              <a:ext uri="{FF2B5EF4-FFF2-40B4-BE49-F238E27FC236}">
                <a16:creationId xmlns:a16="http://schemas.microsoft.com/office/drawing/2014/main" id="{788CFB30-7CBE-4014-B032-8DC2ACFD8008}"/>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2" name="licence-credit">
            <a:extLst xmlns:a="http://schemas.openxmlformats.org/drawingml/2006/main">
              <a:ext uri="{FF2B5EF4-FFF2-40B4-BE49-F238E27FC236}">
                <a16:creationId xmlns:a16="http://schemas.microsoft.com/office/drawing/2014/main" id="{EA904A03-002E-4189-A0F8-88FF05C4DD22}"/>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Made by Matt · © Matt Roper · CC BY-NC-SA 4.0: free for classroom use, share and adapt with credit, no resale</ns4:t>
            </ns4:r>
          </ns4:p>
        </p:txBody>
      </p:sp>
      <p:sp>
        <p:nvSpPr>
          <p:cNvPr id="14" name="body-0">
            <a:extLst xmlns:a="http://schemas.openxmlformats.org/drawingml/2006/main">
              <a:ext uri="{FF2B5EF4-FFF2-40B4-BE49-F238E27FC236}">
                <a16:creationId xmlns:a16="http://schemas.microsoft.com/office/drawing/2014/main" id="{5CA1100B-3C12-4D22-8B3A-5D390927669E}"/>
              </a:ext>
            </a:extLst>
          </p:cNvPr>
          <p:cNvSpPr>
            <a:spLocks xmlns:a="http://schemas.openxmlformats.org/drawingml/2006/main" noGrp="1"/>
          </p:cNvSpPr>
          <p:nvPr/>
        </p:nvSpPr>
        <p:spPr>
          <a:xfrm xmlns:a="http://schemas.openxmlformats.org/drawingml/2006/main">
            <a:off x="609600" y="1676400"/>
            <a:ext cx="10972800" cy="74485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6:p xmlns:ns6="http://schemas.openxmlformats.org/drawingml/2006/main">
            <ns6:pPr algn="l">
              <ns6:defRPr sz="2250" b="0">
                <ns6:solidFill>
                  <ns6:srgbClr val="17384A"/>
                </ns6:solidFill>
                <ns6:latin typeface="Arial"/>
                <ns6:ea typeface="Arial"/>
                <ns6:cs typeface="Arial"/>
              </ns6:defRPr>
            </ns6:pPr>
            <ns6:r>
              <ns6:rPr sz="2250" b="0">
                <ns6:solidFill>
                  <ns6:srgbClr val="17384A"/>
                </ns6:solidFill>
                <ns6:latin typeface="Arial"/>
                <ns6:ea typeface="Arial"/>
                <ns6:cs typeface="Arial"/>
              </ns6:rPr>
              <ns6:t>Review my D&amp;T skills and add my evidence.</ns6:t>
            </ns6:r>
          </ns6:p>
        </p:txBody>
      </p:sp>
      <p:sp>
        <p:nvSpPr>
          <p:cNvPr id="15" name="body-1">
            <a:extLst xmlns:a="http://schemas.openxmlformats.org/drawingml/2006/main">
              <a:ext uri="{FF2B5EF4-FFF2-40B4-BE49-F238E27FC236}">
                <a16:creationId xmlns:a16="http://schemas.microsoft.com/office/drawing/2014/main" id="{44CA7D53-579D-445D-8E02-81F7AEA5022B}"/>
              </a:ext>
            </a:extLst>
          </p:cNvPr>
          <p:cNvSpPr>
            <a:spLocks xmlns:a="http://schemas.openxmlformats.org/drawingml/2006/main" noGrp="1"/>
          </p:cNvSpPr>
          <p:nvPr/>
        </p:nvSpPr>
        <p:spPr>
          <a:xfrm xmlns:a="http://schemas.openxmlformats.org/drawingml/2006/main">
            <a:off x="609600" y="254508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7:p xmlns:ns7="http://schemas.openxmlformats.org/drawingml/2006/main">
            <ns7:pPr algn="l">
              <ns7:defRPr sz="2250" b="0">
                <ns7:solidFill>
                  <ns7:srgbClr val="17384A"/>
                </ns7:solidFill>
                <ns7:latin typeface="Arial"/>
                <ns7:ea typeface="Arial"/>
                <ns7:cs typeface="Arial"/>
              </ns7:defRPr>
            </ns7:pPr>
            <ns7:r>
              <ns7:rPr sz="2250" b="0">
                <ns7:solidFill>
                  <ns7:srgbClr val="17384A"/>
                </ns7:solidFill>
                <ns7:latin typeface="Arial"/>
                <ns7:ea typeface="Arial"/>
                <ns7:cs typeface="Arial"/>
              </ns7:rPr>
              <ns7:t>I can link a skill to my own work.</ns7:t>
            </ns7:r>
          </ns7:p>
        </p:txBody>
      </p:sp>
      <p:sp>
        <p:nvSpPr>
          <p:cNvPr id="16" name="body-2">
            <a:extLst xmlns:a="http://schemas.openxmlformats.org/drawingml/2006/main">
              <a:ext uri="{FF2B5EF4-FFF2-40B4-BE49-F238E27FC236}">
                <a16:creationId xmlns:a16="http://schemas.microsoft.com/office/drawing/2014/main" id="{1113C604-9484-434B-9EF8-CE13B7D2E0F0}"/>
              </a:ext>
            </a:extLst>
          </p:cNvPr>
          <p:cNvSpPr>
            <a:spLocks xmlns:a="http://schemas.openxmlformats.org/drawingml/2006/main" noGrp="1"/>
          </p:cNvSpPr>
          <p:nvPr/>
        </p:nvSpPr>
        <p:spPr>
          <a:xfrm xmlns:a="http://schemas.openxmlformats.org/drawingml/2006/main">
            <a:off x="609600" y="306514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8:p xmlns:ns8="http://schemas.openxmlformats.org/drawingml/2006/main">
            <ns8:pPr algn="l">
              <ns8:defRPr sz="2250" b="0">
                <ns8:solidFill>
                  <ns8:srgbClr val="17384A"/>
                </ns8:solidFill>
                <ns8:latin typeface="Arial"/>
                <ns8:ea typeface="Arial"/>
                <ns8:cs typeface="Arial"/>
              </ns8:defRPr>
            </ns8:pPr>
            <ns8:r>
              <ns8:rPr sz="2250" b="0">
                <ns8:solidFill>
                  <ns8:srgbClr val="17384A"/>
                </ns8:solidFill>
                <ns8:latin typeface="Arial"/>
                <ns8:ea typeface="Arial"/>
                <ns8:cs typeface="Arial"/>
              </ns8:rPr>
              <ns8:t>I can identify help used and an evidence gap.</ns8:t>
            </ns8:r>
          </ns8:p>
        </p:txBody>
      </p:sp>
      <p:sp>
        <p:nvSpPr>
          <p:cNvPr id="17" name="body-3">
            <a:extLst xmlns:a="http://schemas.openxmlformats.org/drawingml/2006/main">
              <a:ext uri="{FF2B5EF4-FFF2-40B4-BE49-F238E27FC236}">
                <a16:creationId xmlns:a16="http://schemas.microsoft.com/office/drawing/2014/main" id="{FC9F5832-1797-4743-9AE3-CA75FD494CDE}"/>
              </a:ext>
            </a:extLst>
          </p:cNvPr>
          <p:cNvSpPr>
            <a:spLocks xmlns:a="http://schemas.openxmlformats.org/drawingml/2006/main" noGrp="1"/>
          </p:cNvSpPr>
          <p:nvPr/>
        </p:nvSpPr>
        <p:spPr>
          <a:xfrm xmlns:a="http://schemas.openxmlformats.org/drawingml/2006/main">
            <a:off x="609600" y="358521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9:p xmlns:ns9="http://schemas.openxmlformats.org/drawingml/2006/main">
            <ns9:pPr algn="l">
              <ns9:defRPr sz="2250" b="0">
                <ns9:solidFill>
                  <ns9:srgbClr val="17384A"/>
                </ns9:solidFill>
                <ns9:latin typeface="Arial"/>
                <ns9:ea typeface="Arial"/>
                <ns9:cs typeface="Arial"/>
              </ns9:defRPr>
            </ns9:pPr>
            <ns9:r>
              <ns9:rPr sz="2250" b="0">
                <ns9:solidFill>
                  <ns9:srgbClr val="17384A"/>
                </ns9:solidFill>
                <ns9:latin typeface="Arial"/>
                <ns9:ea typeface="Arial"/>
                <ns9:cs typeface="Arial"/>
              </ns9:rPr>
              <ns9:t>I can choose a next skill and bank checked work.</ns9:t>
            </ns9:r>
          </ns9:p>
        </p:txBody>
      </p:sp>
    </p:spTree>
    <p:extLst>
      <p:ext uri="{BB962C8B-B14F-4D97-AF65-F5344CB8AC3E}">
        <p14:creationId xmlns:p14="http://schemas.microsoft.com/office/powerpoint/2010/main" val="92800055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side-rule">
            <a:extLst xmlns:a="http://schemas.openxmlformats.org/drawingml/2006/main">
              <a:ext uri="{FF2B5EF4-FFF2-40B4-BE49-F238E27FC236}">
                <a16:creationId xmlns:a16="http://schemas.microsoft.com/office/drawing/2014/main" id="{097687FC-1C0B-47D1-B37A-D2F6A8DD65A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E9EB332C-2485-4323-A5CE-5069692938C9}"/>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I DO</ns0:t>
            </ns0:r>
          </ns0:p>
        </p:txBody>
      </p:sp>
      <p:sp>
        <p:nvSpPr>
          <p:cNvPr id="3" name="slide-number-time">
            <a:extLst xmlns:a="http://schemas.openxmlformats.org/drawingml/2006/main">
              <a:ext uri="{FF2B5EF4-FFF2-40B4-BE49-F238E27FC236}">
                <a16:creationId xmlns:a16="http://schemas.microsoft.com/office/drawing/2014/main" id="{F99A3BF5-5E64-4EB6-9FBC-4AA41BF50F08}"/>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5 / 12  ·  5 min</ns1:t>
            </ns1:r>
          </ns1:p>
        </p:txBody>
      </p:sp>
      <p:sp>
        <p:nvSpPr>
          <p:cNvPr id="4" name="slide-title">
            <a:extLst xmlns:a="http://schemas.openxmlformats.org/drawingml/2006/main">
              <a:ext uri="{FF2B5EF4-FFF2-40B4-BE49-F238E27FC236}">
                <a16:creationId xmlns:a16="http://schemas.microsoft.com/office/drawing/2014/main" id="{1183019A-C132-4E6A-B158-7B8FDB025494}"/>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Watch the model</ns5:t>
            </ns5:r>
          </ns5:p>
        </p:txBody>
      </p:sp>
      <p:sp>
        <p:nvSpPr>
          <p:cNvPr id="5" name="heading-rule">
            <a:extLst xmlns:a="http://schemas.openxmlformats.org/drawingml/2006/main">
              <a:ext uri="{FF2B5EF4-FFF2-40B4-BE49-F238E27FC236}">
                <a16:creationId xmlns:a16="http://schemas.microsoft.com/office/drawing/2014/main" id="{D292F269-A0C9-4A49-A3BF-57410DADE0EC}"/>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20" name="printed-id">
            <a:extLst xmlns:a="http://schemas.openxmlformats.org/drawingml/2006/main">
              <a:ext uri="{FF2B5EF4-FFF2-40B4-BE49-F238E27FC236}">
                <a16:creationId xmlns:a16="http://schemas.microsoft.com/office/drawing/2014/main" id="{C5B7F60E-A73C-489D-BD0E-0061649220CC}"/>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DT-LAUNCH-A2-W07</ns2:t>
            </ns2:r>
          </ns2:p>
        </p:txBody>
      </p:sp>
      <p:sp>
        <p:nvSpPr>
          <p:cNvPr id="21" name="edition-label">
            <a:extLst xmlns:a="http://schemas.openxmlformats.org/drawingml/2006/main">
              <a:ext uri="{FF2B5EF4-FFF2-40B4-BE49-F238E27FC236}">
                <a16:creationId xmlns:a16="http://schemas.microsoft.com/office/drawing/2014/main" id="{84C3B745-B6CB-42D8-BB95-E58551E7CEB7}"/>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22" name="licence-credit">
            <a:extLst xmlns:a="http://schemas.openxmlformats.org/drawingml/2006/main">
              <a:ext uri="{FF2B5EF4-FFF2-40B4-BE49-F238E27FC236}">
                <a16:creationId xmlns:a16="http://schemas.microsoft.com/office/drawing/2014/main" id="{851A0815-45F4-4C47-AE5E-BEE6F0B0CA9D}"/>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Made by Matt · © Matt Roper · CC BY-NC-SA 4.0: free for classroom use, share and adapt with credit, no resale</ns4:t>
            </ns4:r>
          </ns4:p>
        </p:txBody>
      </p:sp>
      <p:sp>
        <p:nvSpPr>
          <p:cNvPr id="24" name="body-0">
            <a:extLst xmlns:a="http://schemas.openxmlformats.org/drawingml/2006/main">
              <a:ext uri="{FF2B5EF4-FFF2-40B4-BE49-F238E27FC236}">
                <a16:creationId xmlns:a16="http://schemas.microsoft.com/office/drawing/2014/main" id="{F23E615D-633F-4AEC-85FC-97572F0B3E53}"/>
              </a:ext>
            </a:extLst>
          </p:cNvPr>
          <p:cNvSpPr>
            <a:spLocks xmlns:a="http://schemas.openxmlformats.org/drawingml/2006/main" noGrp="1"/>
          </p:cNvSpPr>
          <p:nvPr/>
        </p:nvSpPr>
        <p:spPr>
          <a:xfrm xmlns:a="http://schemas.openxmlformats.org/drawingml/2006/main">
            <a:off x="609600" y="167640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6:p xmlns:ns6="http://schemas.openxmlformats.org/drawingml/2006/main">
            <ns6:pPr algn="l">
              <ns6:defRPr sz="2250" b="0">
                <ns6:solidFill>
                  <ns6:srgbClr val="17384A"/>
                </ns6:solidFill>
                <ns6:latin typeface="Arial"/>
                <ns6:ea typeface="Arial"/>
                <ns6:cs typeface="Arial"/>
              </ns6:defRPr>
            </ns6:pPr>
            <ns6:r>
              <ns6:rPr sz="2250" b="0">
                <ns6:solidFill>
                  <ns6:srgbClr val="17384A"/>
                </ns6:solidFill>
                <ns6:latin typeface="Arial"/>
                <ns6:ea typeface="Arial"/>
                <ns6:cs typeface="Arial"/>
              </ns6:rPr>
              <ns6:t>Fictional review: Jo links a plan to measuring.</ns6:t>
            </ns6:r>
          </ns6:p>
        </p:txBody>
      </p:sp>
      <p:sp>
        <p:nvSpPr>
          <p:cNvPr id="25" name="body-1">
            <a:extLst xmlns:a="http://schemas.openxmlformats.org/drawingml/2006/main">
              <a:ext uri="{FF2B5EF4-FFF2-40B4-BE49-F238E27FC236}">
                <a16:creationId xmlns:a16="http://schemas.microsoft.com/office/drawing/2014/main" id="{9FE963E1-470E-447B-8A4E-BE5AEE8E9EA6}"/>
              </a:ext>
            </a:extLst>
          </p:cNvPr>
          <p:cNvSpPr>
            <a:spLocks xmlns:a="http://schemas.openxmlformats.org/drawingml/2006/main" noGrp="1"/>
          </p:cNvSpPr>
          <p:nvPr/>
        </p:nvSpPr>
        <p:spPr>
          <a:xfrm xmlns:a="http://schemas.openxmlformats.org/drawingml/2006/main">
            <a:off x="609600" y="219646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7:p xmlns:ns7="http://schemas.openxmlformats.org/drawingml/2006/main">
            <ns7:pPr algn="l">
              <ns7:defRPr sz="2250" b="0">
                <ns7:solidFill>
                  <ns7:srgbClr val="17384A"/>
                </ns7:solidFill>
                <ns7:latin typeface="Arial"/>
                <ns7:ea typeface="Arial"/>
                <ns7:cs typeface="Arial"/>
              </ns7:defRPr>
            </ns7:pPr>
            <ns7:r>
              <ns7:rPr sz="2250" b="0">
                <ns7:solidFill>
                  <ns7:srgbClr val="17384A"/>
                </ns7:solidFill>
                <ns7:latin typeface="Arial"/>
                <ns7:ea typeface="Arial"/>
                <ns7:cs typeface="Arial"/>
              </ns7:rPr>
              <ns7:t>The marked length shows what Jo measured.</ns7:t>
            </ns7:r>
          </ns7:p>
        </p:txBody>
      </p:sp>
      <p:sp>
        <p:nvSpPr>
          <p:cNvPr id="26" name="body-2">
            <a:extLst xmlns:a="http://schemas.openxmlformats.org/drawingml/2006/main">
              <a:ext uri="{FF2B5EF4-FFF2-40B4-BE49-F238E27FC236}">
                <a16:creationId xmlns:a16="http://schemas.microsoft.com/office/drawing/2014/main" id="{B51B5736-01AE-4595-93E5-5529AD4EAD6E}"/>
              </a:ext>
            </a:extLst>
          </p:cNvPr>
          <p:cNvSpPr>
            <a:spLocks xmlns:a="http://schemas.openxmlformats.org/drawingml/2006/main" noGrp="1"/>
          </p:cNvSpPr>
          <p:nvPr/>
        </p:nvSpPr>
        <p:spPr>
          <a:xfrm xmlns:a="http://schemas.openxmlformats.org/drawingml/2006/main">
            <a:off x="609600" y="271653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8:p xmlns:ns8="http://schemas.openxmlformats.org/drawingml/2006/main">
            <ns8:pPr algn="l">
              <ns8:defRPr sz="2250" b="0">
                <ns8:solidFill>
                  <ns8:srgbClr val="17384A"/>
                </ns8:solidFill>
                <ns8:latin typeface="Arial"/>
                <ns8:ea typeface="Arial"/>
                <ns8:cs typeface="Arial"/>
              </ns8:defRPr>
            </ns8:pPr>
            <ns8:r>
              <ns8:rPr sz="2250" b="0">
                <ns8:solidFill>
                  <ns8:srgbClr val="17384A"/>
                </ns8:solidFill>
                <ns8:latin typeface="Arial"/>
                <ns8:ea typeface="Arial"/>
                <ns8:cs typeface="Arial"/>
              </ns8:rPr>
              <ns8:t>Jo records: an adult helped me hold the ruler.</ns8:t>
            </ns8:r>
          </ns8:p>
        </p:txBody>
      </p:sp>
      <p:sp>
        <p:nvSpPr>
          <p:cNvPr id="27" name="body-3">
            <a:extLst xmlns:a="http://schemas.openxmlformats.org/drawingml/2006/main">
              <a:ext uri="{FF2B5EF4-FFF2-40B4-BE49-F238E27FC236}">
                <a16:creationId xmlns:a16="http://schemas.microsoft.com/office/drawing/2014/main" id="{E04D50D9-8148-4E80-8B08-F30F8F17746D}"/>
              </a:ext>
            </a:extLst>
          </p:cNvPr>
          <p:cNvSpPr>
            <a:spLocks xmlns:a="http://schemas.openxmlformats.org/drawingml/2006/main" noGrp="1"/>
          </p:cNvSpPr>
          <p:nvPr/>
        </p:nvSpPr>
        <p:spPr>
          <a:xfrm xmlns:a="http://schemas.openxmlformats.org/drawingml/2006/main">
            <a:off x="609600" y="323659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9:p xmlns:ns9="http://schemas.openxmlformats.org/drawingml/2006/main">
            <ns9:pPr algn="l">
              <ns9:defRPr sz="2250" b="0">
                <ns9:solidFill>
                  <ns9:srgbClr val="17384A"/>
                </ns9:solidFill>
                <ns9:latin typeface="Arial"/>
                <ns9:ea typeface="Arial"/>
                <ns9:cs typeface="Arial"/>
              </ns9:defRPr>
            </ns9:pPr>
            <ns9:r>
              <ns9:rPr sz="2250" b="0">
                <ns9:solidFill>
                  <ns9:srgbClr val="17384A"/>
                </ns9:solidFill>
                <ns9:latin typeface="Arial"/>
                <ns9:ea typeface="Arial"/>
                <ns9:cs typeface="Arial"/>
              </ns9:rPr>
              <ns9:t>The test record is missing, so Jo marks a gap.</ns9:t>
            </ns9:r>
          </ns9:p>
        </p:txBody>
      </p:sp>
      <p:sp>
        <p:nvSpPr>
          <p:cNvPr id="28" name="body-4">
            <a:extLst xmlns:a="http://schemas.openxmlformats.org/drawingml/2006/main">
              <a:ext uri="{FF2B5EF4-FFF2-40B4-BE49-F238E27FC236}">
                <a16:creationId xmlns:a16="http://schemas.microsoft.com/office/drawing/2014/main" id="{20BB9364-E18A-45E5-BE54-5B9C6D4D9A5E}"/>
              </a:ext>
            </a:extLst>
          </p:cNvPr>
          <p:cNvSpPr>
            <a:spLocks xmlns:a="http://schemas.openxmlformats.org/drawingml/2006/main" noGrp="1"/>
          </p:cNvSpPr>
          <p:nvPr/>
        </p:nvSpPr>
        <p:spPr>
          <a:xfrm xmlns:a="http://schemas.openxmlformats.org/drawingml/2006/main">
            <a:off x="609600" y="375666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10:p xmlns:ns10="http://schemas.openxmlformats.org/drawingml/2006/main">
            <ns10:pPr algn="l">
              <ns10:defRPr sz="2250" b="0">
                <ns10:solidFill>
                  <ns10:srgbClr val="17384A"/>
                </ns10:solidFill>
                <ns10:latin typeface="Arial"/>
                <ns10:ea typeface="Arial"/>
                <ns10:cs typeface="Arial"/>
              </ns10:defRPr>
            </ns10:pPr>
            <ns10:r>
              <ns10:rPr sz="2250" b="0">
                <ns10:solidFill>
                  <ns10:srgbClr val="17384A"/>
                </ns10:solidFill>
                <ns10:latin typeface="Arial"/>
                <ns10:ea typeface="Arial"/>
                <ns10:cs typeface="Arial"/>
              </ns10:rPr>
              <ns10:t>Next step: find the real record with staff.</ns10:t>
            </ns10:r>
          </ns10:p>
        </p:txBody>
      </p:sp>
      <p:sp>
        <p:nvSpPr>
          <p:cNvPr id="29" name="body-5">
            <a:extLst xmlns:a="http://schemas.openxmlformats.org/drawingml/2006/main">
              <a:ext uri="{FF2B5EF4-FFF2-40B4-BE49-F238E27FC236}">
                <a16:creationId xmlns:a16="http://schemas.microsoft.com/office/drawing/2014/main" id="{11C7B658-634C-4EEA-9854-0DDACA4BD16F}"/>
              </a:ext>
            </a:extLst>
          </p:cNvPr>
          <p:cNvSpPr>
            <a:spLocks xmlns:a="http://schemas.openxmlformats.org/drawingml/2006/main" noGrp="1"/>
          </p:cNvSpPr>
          <p:nvPr/>
        </p:nvSpPr>
        <p:spPr>
          <a:xfrm xmlns:a="http://schemas.openxmlformats.org/drawingml/2006/main">
            <a:off x="609600" y="427672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11:p xmlns:ns11="http://schemas.openxmlformats.org/drawingml/2006/main">
            <ns11:pPr algn="l">
              <ns11:defRPr sz="2250" b="0">
                <ns11:solidFill>
                  <ns11:srgbClr val="17384A"/>
                </ns11:solidFill>
                <ns11:latin typeface="Arial"/>
                <ns11:ea typeface="Arial"/>
                <ns11:cs typeface="Arial"/>
              </ns11:defRPr>
            </ns11:pPr>
            <ns11:r>
              <ns11:rPr sz="2250" b="0">
                <ns11:solidFill>
                  <ns11:srgbClr val="17384A"/>
                </ns11:solidFill>
                <ns11:latin typeface="Arial"/>
                <ns11:ea typeface="Arial"/>
                <ns11:cs typeface="Arial"/>
              </ns11:rPr>
              <ns11:t>Staff bank only checked work and record the gap.</ns11:t>
            </ns11:r>
          </ns11:p>
        </p:txBody>
      </p:sp>
      <p:sp>
        <p:nvSpPr>
          <p:cNvPr id="30" name="diagram-caption">
            <a:extLst xmlns:a="http://schemas.openxmlformats.org/drawingml/2006/main">
              <a:ext uri="{FF2B5EF4-FFF2-40B4-BE49-F238E27FC236}">
                <a16:creationId xmlns:a16="http://schemas.microsoft.com/office/drawing/2014/main" id="{FC71C855-EBF2-403A-A84C-6E763A685DA1}"/>
              </a:ext>
            </a:extLst>
          </p:cNvPr>
          <p:cNvSpPr>
            <a:spLocks xmlns:a="http://schemas.openxmlformats.org/drawingml/2006/main" noGrp="1"/>
          </p:cNvSpPr>
          <p:nvPr/>
        </p:nvSpPr>
        <p:spPr>
          <a:xfrm xmlns:a="http://schemas.openxmlformats.org/drawingml/2006/main">
            <a:off x="609600" y="5372100"/>
            <a:ext cx="10972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46B68"/>
                </a:solidFill>
                <a:latin typeface="Arial"/>
                <a:ea typeface="Arial"/>
                <a:cs typeface="Arial"/>
              </a:defRPr>
            </a:defPPr>
            <a:lvl1pPr algn="l">
              <a:defRPr sz="2025" b="0">
                <a:solidFill>
                  <a:srgbClr val="146B68"/>
                </a:solidFill>
                <a:latin typeface="Arial"/>
                <a:ea typeface="Arial"/>
                <a:cs typeface="Arial"/>
              </a:defRPr>
            </a:lvl1pPr>
            <a:lvl2pPr algn="l">
              <a:defRPr sz="2025" b="0">
                <a:solidFill>
                  <a:srgbClr val="146B68"/>
                </a:solidFill>
                <a:latin typeface="Arial"/>
                <a:ea typeface="Arial"/>
                <a:cs typeface="Arial"/>
              </a:defRPr>
            </a:lvl2pPr>
            <a:lvl3pPr algn="l">
              <a:defRPr sz="2025" b="0">
                <a:solidFill>
                  <a:srgbClr val="146B68"/>
                </a:solidFill>
                <a:latin typeface="Arial"/>
                <a:ea typeface="Arial"/>
                <a:cs typeface="Arial"/>
              </a:defRPr>
            </a:lvl3pPr>
            <a:lvl4pPr algn="l">
              <a:defRPr sz="2025" b="0">
                <a:solidFill>
                  <a:srgbClr val="146B68"/>
                </a:solidFill>
                <a:latin typeface="Arial"/>
                <a:ea typeface="Arial"/>
                <a:cs typeface="Arial"/>
              </a:defRPr>
            </a:lvl4pPr>
            <a:lvl5pPr algn="l">
              <a:defRPr sz="2025" b="0">
                <a:solidFill>
                  <a:srgbClr val="146B68"/>
                </a:solidFill>
                <a:latin typeface="Arial"/>
                <a:ea typeface="Arial"/>
                <a:cs typeface="Arial"/>
              </a:defRPr>
            </a:lvl5pPr>
            <a:lvl6pPr algn="l">
              <a:defRPr sz="2025" b="0">
                <a:solidFill>
                  <a:srgbClr val="146B68"/>
                </a:solidFill>
                <a:latin typeface="Arial"/>
                <a:ea typeface="Arial"/>
                <a:cs typeface="Arial"/>
              </a:defRPr>
            </a:lvl6pPr>
            <a:lvl7pPr algn="l">
              <a:defRPr sz="2025" b="0">
                <a:solidFill>
                  <a:srgbClr val="146B68"/>
                </a:solidFill>
                <a:latin typeface="Arial"/>
                <a:ea typeface="Arial"/>
                <a:cs typeface="Arial"/>
              </a:defRPr>
            </a:lvl7pPr>
            <a:lvl8pPr algn="l">
              <a:defRPr sz="2025" b="0">
                <a:solidFill>
                  <a:srgbClr val="146B68"/>
                </a:solidFill>
                <a:latin typeface="Arial"/>
                <a:ea typeface="Arial"/>
                <a:cs typeface="Arial"/>
              </a:defRPr>
            </a:lvl8pPr>
            <a:lvl9pPr algn="l">
              <a:defRPr sz="2025" b="0">
                <a:solidFill>
                  <a:srgbClr val="146B68"/>
                </a:solidFill>
                <a:latin typeface="Arial"/>
                <a:ea typeface="Arial"/>
                <a:cs typeface="Arial"/>
              </a:defRPr>
            </a:lvl9pPr>
          </a:lstStyle>
          <ns12:p xmlns:ns12="http://schemas.openxmlformats.org/drawingml/2006/main">
            <ns12:pPr algn="l">
              <ns12:defRPr sz="2025" b="0">
                <ns12:solidFill>
                  <ns12:srgbClr val="146B68"/>
                </ns12:solidFill>
                <ns12:latin typeface="Arial"/>
                <ns12:ea typeface="Arial"/>
                <ns12:cs typeface="Arial"/>
              </ns12:defRPr>
            </ns12:pPr>
            <ns12:r>
              <ns12:rPr sz="2025" b="0">
                <ns12:solidFill>
                  <ns12:srgbClr val="146B68"/>
                </ns12:solidFill>
                <ns12:latin typeface="Arial"/>
                <ns12:ea typeface="Arial"/>
                <ns12:cs typeface="Arial"/>
              </ns12:rPr>
              <ns12:t>Review real work. Keep gaps visible. Choose a next step.</ns12:t>
            </ns12:r>
          </ns12:p>
        </p:txBody>
      </p:sp>
    </p:spTree>
    <p:extLst>
      <p:ext uri="{BB962C8B-B14F-4D97-AF65-F5344CB8AC3E}">
        <p14:creationId xmlns:p14="http://schemas.microsoft.com/office/powerpoint/2010/main" val="173344774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ide-rule">
            <a:extLst xmlns:a="http://schemas.openxmlformats.org/drawingml/2006/main">
              <a:ext uri="{FF2B5EF4-FFF2-40B4-BE49-F238E27FC236}">
                <a16:creationId xmlns:a16="http://schemas.microsoft.com/office/drawing/2014/main" id="{7C3C7B59-169A-4D85-8D42-4261DA4D875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62A3137D-D971-4680-86CB-8E5867DC8EFF}"/>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WE DO</ns0:t>
            </ns0:r>
          </ns0:p>
        </p:txBody>
      </p:sp>
      <p:sp>
        <p:nvSpPr>
          <p:cNvPr id="3" name="slide-number-time">
            <a:extLst xmlns:a="http://schemas.openxmlformats.org/drawingml/2006/main">
              <a:ext uri="{FF2B5EF4-FFF2-40B4-BE49-F238E27FC236}">
                <a16:creationId xmlns:a16="http://schemas.microsoft.com/office/drawing/2014/main" id="{C6C2E05D-C255-4FC3-A178-7C3A3ADF0B73}"/>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6 / 12  ·  5 min</ns1:t>
            </ns1:r>
          </ns1:p>
        </p:txBody>
      </p:sp>
      <p:sp>
        <p:nvSpPr>
          <p:cNvPr id="4" name="slide-title">
            <a:extLst xmlns:a="http://schemas.openxmlformats.org/drawingml/2006/main">
              <a:ext uri="{FF2B5EF4-FFF2-40B4-BE49-F238E27FC236}">
                <a16:creationId xmlns:a16="http://schemas.microsoft.com/office/drawing/2014/main" id="{D811F47D-1684-41AA-908F-4905BB64C2D7}"/>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Which step fits the facts?</ns5:t>
            </ns5:r>
          </ns5:p>
        </p:txBody>
      </p:sp>
      <p:sp>
        <p:nvSpPr>
          <p:cNvPr id="5" name="heading-rule">
            <a:extLst xmlns:a="http://schemas.openxmlformats.org/drawingml/2006/main">
              <a:ext uri="{FF2B5EF4-FFF2-40B4-BE49-F238E27FC236}">
                <a16:creationId xmlns:a16="http://schemas.microsoft.com/office/drawing/2014/main" id="{B1A3538F-988B-4A37-9593-681FEF7FC7E8}"/>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0" name="printed-id">
            <a:extLst xmlns:a="http://schemas.openxmlformats.org/drawingml/2006/main">
              <a:ext uri="{FF2B5EF4-FFF2-40B4-BE49-F238E27FC236}">
                <a16:creationId xmlns:a16="http://schemas.microsoft.com/office/drawing/2014/main" id="{E929F48F-CB8A-43F6-9EBB-1D3B70608B34}"/>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DT-LAUNCH-A2-W07</ns2:t>
            </ns2:r>
          </ns2:p>
        </p:txBody>
      </p:sp>
      <p:sp>
        <p:nvSpPr>
          <p:cNvPr id="11" name="edition-label">
            <a:extLst xmlns:a="http://schemas.openxmlformats.org/drawingml/2006/main">
              <a:ext uri="{FF2B5EF4-FFF2-40B4-BE49-F238E27FC236}">
                <a16:creationId xmlns:a16="http://schemas.microsoft.com/office/drawing/2014/main" id="{F8FC46E8-C419-4543-AFE8-4A3AE199E800}"/>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2" name="licence-credit">
            <a:extLst xmlns:a="http://schemas.openxmlformats.org/drawingml/2006/main">
              <a:ext uri="{FF2B5EF4-FFF2-40B4-BE49-F238E27FC236}">
                <a16:creationId xmlns:a16="http://schemas.microsoft.com/office/drawing/2014/main" id="{C1BD0028-6BB2-4DF9-979D-E866AEED941B}"/>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Made by Matt · © Matt Roper · CC BY-NC-SA 4.0: free for classroom use, share and adapt with credit, no resale</ns4:t>
            </ns4:r>
          </ns4:p>
        </p:txBody>
      </p:sp>
      <p:sp>
        <p:nvSpPr>
          <p:cNvPr id="14" name="body-0">
            <a:extLst xmlns:a="http://schemas.openxmlformats.org/drawingml/2006/main">
              <a:ext uri="{FF2B5EF4-FFF2-40B4-BE49-F238E27FC236}">
                <a16:creationId xmlns:a16="http://schemas.microsoft.com/office/drawing/2014/main" id="{6ECDBC84-CBD5-41C6-A1E7-78CBB780EC71}"/>
              </a:ext>
            </a:extLst>
          </p:cNvPr>
          <p:cNvSpPr>
            <a:spLocks xmlns:a="http://schemas.openxmlformats.org/drawingml/2006/main" noGrp="1"/>
          </p:cNvSpPr>
          <p:nvPr/>
        </p:nvSpPr>
        <p:spPr>
          <a:xfrm xmlns:a="http://schemas.openxmlformats.org/drawingml/2006/main">
            <a:off x="609600" y="167640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6:p xmlns:ns6="http://schemas.openxmlformats.org/drawingml/2006/main">
            <ns6:pPr algn="l">
              <ns6:defRPr sz="2250" b="0">
                <ns6:solidFill>
                  <ns6:srgbClr val="17384A"/>
                </ns6:solidFill>
                <ns6:latin typeface="Arial"/>
                <ns6:ea typeface="Arial"/>
                <ns6:cs typeface="Arial"/>
              </ns6:defRPr>
            </ns6:pPr>
            <ns6:r>
              <ns6:rPr sz="2250" b="0">
                <ns6:solidFill>
                  <ns6:srgbClr val="17384A"/>
                </ns6:solidFill>
                <ns6:latin typeface="Arial"/>
                <ns6:ea typeface="Arial"/>
                <ns6:cs typeface="Arial"/>
              </ns6:rPr>
              <ns6:t>The test record is missing. What should you do?</ns6:t>
            </ns6:r>
          </ns6:p>
        </p:txBody>
      </p:sp>
      <p:sp>
        <p:nvSpPr>
          <p:cNvPr id="15" name="body-1">
            <a:extLst xmlns:a="http://schemas.openxmlformats.org/drawingml/2006/main">
              <a:ext uri="{FF2B5EF4-FFF2-40B4-BE49-F238E27FC236}">
                <a16:creationId xmlns:a16="http://schemas.microsoft.com/office/drawing/2014/main" id="{6A50435D-4FA5-4A21-A00A-9024D5A620DD}"/>
              </a:ext>
            </a:extLst>
          </p:cNvPr>
          <p:cNvSpPr>
            <a:spLocks xmlns:a="http://schemas.openxmlformats.org/drawingml/2006/main" noGrp="1"/>
          </p:cNvSpPr>
          <p:nvPr/>
        </p:nvSpPr>
        <p:spPr>
          <a:xfrm xmlns:a="http://schemas.openxmlformats.org/drawingml/2006/main">
            <a:off x="609600" y="219646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7:p xmlns:ns7="http://schemas.openxmlformats.org/drawingml/2006/main">
            <ns7:pPr algn="l">
              <ns7:defRPr sz="2250" b="0">
                <ns7:solidFill>
                  <ns7:srgbClr val="17384A"/>
                </ns7:solidFill>
                <ns7:latin typeface="Arial"/>
                <ns7:ea typeface="Arial"/>
                <ns7:cs typeface="Arial"/>
              </ns7:defRPr>
            </ns7:pPr>
            <ns7:r>
              <ns7:rPr sz="2250" b="0">
                <ns7:solidFill>
                  <ns7:srgbClr val="17384A"/>
                </ns7:solidFill>
                <ns7:latin typeface="Arial"/>
                <ns7:ea typeface="Arial"/>
                <ns7:cs typeface="Arial"/>
              </ns7:rPr>
              <ns7:t>A  Copy an adult sample and claim it as yours.</ns7:t>
            </ns7:r>
          </ns7:p>
        </p:txBody>
      </p:sp>
      <p:sp>
        <p:nvSpPr>
          <p:cNvPr id="16" name="body-2">
            <a:extLst xmlns:a="http://schemas.openxmlformats.org/drawingml/2006/main">
              <a:ext uri="{FF2B5EF4-FFF2-40B4-BE49-F238E27FC236}">
                <a16:creationId xmlns:a16="http://schemas.microsoft.com/office/drawing/2014/main" id="{2D40E9ED-0AAC-4ABF-91A4-B29F929BEAA5}"/>
              </a:ext>
            </a:extLst>
          </p:cNvPr>
          <p:cNvSpPr>
            <a:spLocks xmlns:a="http://schemas.openxmlformats.org/drawingml/2006/main" noGrp="1"/>
          </p:cNvSpPr>
          <p:nvPr/>
        </p:nvSpPr>
        <p:spPr>
          <a:xfrm xmlns:a="http://schemas.openxmlformats.org/drawingml/2006/main">
            <a:off x="609600" y="271653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8:p xmlns:ns8="http://schemas.openxmlformats.org/drawingml/2006/main">
            <ns8:pPr algn="l">
              <ns8:defRPr sz="2250" b="0">
                <ns8:solidFill>
                  <ns8:srgbClr val="17384A"/>
                </ns8:solidFill>
                <ns8:latin typeface="Arial"/>
                <ns8:ea typeface="Arial"/>
                <ns8:cs typeface="Arial"/>
              </ns8:defRPr>
            </ns8:pPr>
            <ns8:r>
              <ns8:rPr sz="2250" b="0">
                <ns8:solidFill>
                  <ns8:srgbClr val="17384A"/>
                </ns8:solidFill>
                <ns8:latin typeface="Arial"/>
                <ns8:ea typeface="Arial"/>
                <ns8:cs typeface="Arial"/>
              </ns8:rPr>
              <ns8:t>B  Mark complete because a model exists.</ns8:t>
            </ns8:r>
          </ns8:p>
        </p:txBody>
      </p:sp>
      <p:sp>
        <p:nvSpPr>
          <p:cNvPr id="17" name="body-3">
            <a:extLst xmlns:a="http://schemas.openxmlformats.org/drawingml/2006/main">
              <a:ext uri="{FF2B5EF4-FFF2-40B4-BE49-F238E27FC236}">
                <a16:creationId xmlns:a16="http://schemas.microsoft.com/office/drawing/2014/main" id="{15760A3D-C8CB-444C-97BB-DD974FBE7880}"/>
              </a:ext>
            </a:extLst>
          </p:cNvPr>
          <p:cNvSpPr>
            <a:spLocks xmlns:a="http://schemas.openxmlformats.org/drawingml/2006/main" noGrp="1"/>
          </p:cNvSpPr>
          <p:nvPr/>
        </p:nvSpPr>
        <p:spPr>
          <a:xfrm xmlns:a="http://schemas.openxmlformats.org/drawingml/2006/main">
            <a:off x="609600" y="323659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9:p xmlns:ns9="http://schemas.openxmlformats.org/drawingml/2006/main">
            <ns9:pPr algn="l">
              <ns9:defRPr sz="2250" b="0">
                <ns9:solidFill>
                  <ns9:srgbClr val="17384A"/>
                </ns9:solidFill>
                <ns9:latin typeface="Arial"/>
                <ns9:ea typeface="Arial"/>
                <ns9:cs typeface="Arial"/>
              </ns9:defRPr>
            </ns9:pPr>
            <ns9:r>
              <ns9:rPr sz="2250" b="0">
                <ns9:solidFill>
                  <ns9:srgbClr val="17384A"/>
                </ns9:solidFill>
                <ns9:latin typeface="Arial"/>
                <ns9:ea typeface="Arial"/>
                <ns9:cs typeface="Arial"/>
              </ns9:rPr>
              <ns9:t>C  Record the gap and plan an honest next step.</ns9:t>
            </ns9:r>
          </ns9:p>
        </p:txBody>
      </p:sp>
    </p:spTree>
    <p:extLst>
      <p:ext uri="{BB962C8B-B14F-4D97-AF65-F5344CB8AC3E}">
        <p14:creationId xmlns:p14="http://schemas.microsoft.com/office/powerpoint/2010/main" val="197717229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ide-rule">
            <a:extLst xmlns:a="http://schemas.openxmlformats.org/drawingml/2006/main">
              <a:ext uri="{FF2B5EF4-FFF2-40B4-BE49-F238E27FC236}">
                <a16:creationId xmlns:a16="http://schemas.microsoft.com/office/drawing/2014/main" id="{D8E5E2AB-ADA1-4838-ACF0-FFEF5BB56E1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C18FBDEC-1AF3-4715-AA09-479266E2E35D}"/>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YOU DO PRACTICE</ns0:t>
            </ns0:r>
          </ns0:p>
        </p:txBody>
      </p:sp>
      <p:sp>
        <p:nvSpPr>
          <p:cNvPr id="3" name="slide-number-time">
            <a:extLst xmlns:a="http://schemas.openxmlformats.org/drawingml/2006/main">
              <a:ext uri="{FF2B5EF4-FFF2-40B4-BE49-F238E27FC236}">
                <a16:creationId xmlns:a16="http://schemas.microsoft.com/office/drawing/2014/main" id="{E419A0B8-80B8-4D04-AA00-03054673B720}"/>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7 / 12  ·  12 min</ns1:t>
            </ns1:r>
          </ns1:p>
        </p:txBody>
      </p:sp>
      <p:sp>
        <p:nvSpPr>
          <p:cNvPr id="4" name="slide-title">
            <a:extLst xmlns:a="http://schemas.openxmlformats.org/drawingml/2006/main">
              <a:ext uri="{FF2B5EF4-FFF2-40B4-BE49-F238E27FC236}">
                <a16:creationId xmlns:a16="http://schemas.microsoft.com/office/drawing/2014/main" id="{B7103CDA-DC45-49C7-8199-AFE03A2C4AD3}"/>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Our practice tasks</ns5:t>
            </ns5:r>
          </ns5:p>
        </p:txBody>
      </p:sp>
      <p:sp>
        <p:nvSpPr>
          <p:cNvPr id="5" name="heading-rule">
            <a:extLst xmlns:a="http://schemas.openxmlformats.org/drawingml/2006/main">
              <a:ext uri="{FF2B5EF4-FFF2-40B4-BE49-F238E27FC236}">
                <a16:creationId xmlns:a16="http://schemas.microsoft.com/office/drawing/2014/main" id="{AE716716-2304-4E68-B71C-7212C01D83C4}"/>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1" name="printed-id">
            <a:extLst xmlns:a="http://schemas.openxmlformats.org/drawingml/2006/main">
              <a:ext uri="{FF2B5EF4-FFF2-40B4-BE49-F238E27FC236}">
                <a16:creationId xmlns:a16="http://schemas.microsoft.com/office/drawing/2014/main" id="{78B1FBD6-B0E3-4DBA-AE92-B3E0AB199D82}"/>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DT-LAUNCH-A2-W07</ns2:t>
            </ns2:r>
          </ns2:p>
        </p:txBody>
      </p:sp>
      <p:sp>
        <p:nvSpPr>
          <p:cNvPr id="12" name="edition-label">
            <a:extLst xmlns:a="http://schemas.openxmlformats.org/drawingml/2006/main">
              <a:ext uri="{FF2B5EF4-FFF2-40B4-BE49-F238E27FC236}">
                <a16:creationId xmlns:a16="http://schemas.microsoft.com/office/drawing/2014/main" id="{464D54B0-7F69-47C0-8884-FB04772F8A74}"/>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3" name="licence-credit">
            <a:extLst xmlns:a="http://schemas.openxmlformats.org/drawingml/2006/main">
              <a:ext uri="{FF2B5EF4-FFF2-40B4-BE49-F238E27FC236}">
                <a16:creationId xmlns:a16="http://schemas.microsoft.com/office/drawing/2014/main" id="{1042A2BA-D71F-4608-81F1-56527613E055}"/>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Made by Matt · © Matt Roper · CC BY-NC-SA 4.0: free for classroom use, share and adapt with credit, no resale</ns4:t>
            </ns4:r>
          </ns4:p>
        </p:txBody>
      </p:sp>
      <p:sp>
        <p:nvSpPr>
          <p:cNvPr id="15" name="body-0">
            <a:extLst xmlns:a="http://schemas.openxmlformats.org/drawingml/2006/main">
              <a:ext uri="{FF2B5EF4-FFF2-40B4-BE49-F238E27FC236}">
                <a16:creationId xmlns:a16="http://schemas.microsoft.com/office/drawing/2014/main" id="{D56143C9-633B-49FB-8C6A-CF18E2F3A1D5}"/>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6:p xmlns:ns6="http://schemas.openxmlformats.org/drawingml/2006/main">
            <ns6:pPr algn="l">
              <ns6:defRPr sz="2025" b="0">
                <ns6:solidFill>
                  <ns6:srgbClr val="17384A"/>
                </ns6:solidFill>
                <ns6:latin typeface="Arial"/>
                <ns6:ea typeface="Arial"/>
                <ns6:cs typeface="Arial"/>
              </ns6:defRPr>
            </ns6:pPr>
            <ns6:r>
              <ns6:rPr sz="2025" b="0">
                <ns6:solidFill>
                  <ns6:srgbClr val="17384A"/>
                </ns6:solidFill>
                <ns6:latin typeface="Arial"/>
                <ns6:ea typeface="Arial"/>
                <ns6:cs typeface="Arial"/>
              </ns6:rPr>
              <ns6:t>Sort records by skill and ownership.</ns6:t>
            </ns6:r>
          </ns6:p>
        </p:txBody>
      </p:sp>
      <p:sp>
        <p:nvSpPr>
          <p:cNvPr id="16" name="body-1">
            <a:extLst xmlns:a="http://schemas.openxmlformats.org/drawingml/2006/main">
              <a:ext uri="{FF2B5EF4-FFF2-40B4-BE49-F238E27FC236}">
                <a16:creationId xmlns:a16="http://schemas.microsoft.com/office/drawing/2014/main" id="{B6D490E7-1C72-4E1B-9DFF-6A51D7CD83AC}"/>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7:p xmlns:ns7="http://schemas.openxmlformats.org/drawingml/2006/main">
            <ns7:pPr algn="l">
              <ns7:defRPr sz="2025" b="0">
                <ns7:solidFill>
                  <ns7:srgbClr val="17384A"/>
                </ns7:solidFill>
                <ns7:latin typeface="Arial"/>
                <ns7:ea typeface="Arial"/>
                <ns7:cs typeface="Arial"/>
              </ns7:defRPr>
            </ns7:pPr>
            <ns7:r>
              <ns7:rPr sz="2025" b="0">
                <ns7:solidFill>
                  <ns7:srgbClr val="17384A"/>
                </ns7:solidFill>
                <ns7:latin typeface="Arial"/>
                <ns7:ea typeface="Arial"/>
                <ns7:cs typeface="Arial"/>
              </ns7:rPr>
              <ns7:t>Supported: match two records with staff.</ns7:t>
            </ns7:r>
          </ns7:p>
        </p:txBody>
      </p:sp>
      <p:sp>
        <p:nvSpPr>
          <p:cNvPr id="17" name="body-2">
            <a:extLst xmlns:a="http://schemas.openxmlformats.org/drawingml/2006/main">
              <a:ext uri="{FF2B5EF4-FFF2-40B4-BE49-F238E27FC236}">
                <a16:creationId xmlns:a16="http://schemas.microsoft.com/office/drawing/2014/main" id="{08901007-A68D-49A8-B527-C521B404D0E8}"/>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8:p xmlns:ns8="http://schemas.openxmlformats.org/drawingml/2006/main">
            <ns8:pPr algn="l">
              <ns8:defRPr sz="2025" b="0">
                <ns8:solidFill>
                  <ns8:srgbClr val="17384A"/>
                </ns8:solidFill>
                <ns8:latin typeface="Arial"/>
                <ns8:ea typeface="Arial"/>
                <ns8:cs typeface="Arial"/>
              </ns8:defRPr>
            </ns8:pPr>
            <ns8:r>
              <ns8:rPr sz="2025" b="0">
                <ns8:solidFill>
                  <ns8:srgbClr val="17384A"/>
                </ns8:solidFill>
                <ns8:latin typeface="Arial"/>
                <ns8:ea typeface="Arial"/>
                <ns8:cs typeface="Arial"/>
              </ns8:rPr>
              <ns8:t>Independent: review each skill and help used.</ns8:t>
            </ns8:r>
          </ns8:p>
        </p:txBody>
      </p:sp>
      <p:sp>
        <p:nvSpPr>
          <p:cNvPr id="18" name="body-3">
            <a:extLst xmlns:a="http://schemas.openxmlformats.org/drawingml/2006/main">
              <a:ext uri="{FF2B5EF4-FFF2-40B4-BE49-F238E27FC236}">
                <a16:creationId xmlns:a16="http://schemas.microsoft.com/office/drawing/2014/main" id="{3EA2B60A-E54D-4F8D-BC00-957C59C26DE0}"/>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9:p xmlns:ns9="http://schemas.openxmlformats.org/drawingml/2006/main">
            <ns9:pPr algn="l">
              <ns9:defRPr sz="2025" b="0">
                <ns9:solidFill>
                  <ns9:srgbClr val="17384A"/>
                </ns9:solidFill>
                <ns9:latin typeface="Arial"/>
                <ns9:ea typeface="Arial"/>
                <ns9:cs typeface="Arial"/>
              </ns9:defRPr>
            </ns9:pPr>
            <ns9:r>
              <ns9:rPr sz="2025" b="0">
                <ns9:solidFill>
                  <ns9:srgbClr val="17384A"/>
                </ns9:solidFill>
                <ns9:latin typeface="Arial"/>
                <ns9:ea typeface="Arial"/>
                <ns9:cs typeface="Arial"/>
              </ns9:rPr>
              <ns9:t>Aspire: explain a limit and a precise next step.</ns9:t>
            </ns9:r>
          </ns9:p>
        </p:txBody>
      </p:sp>
      <p:sp>
        <p:nvSpPr>
          <p:cNvPr id="19" name="body-4">
            <a:extLst xmlns:a="http://schemas.openxmlformats.org/drawingml/2006/main">
              <a:ext uri="{FF2B5EF4-FFF2-40B4-BE49-F238E27FC236}">
                <a16:creationId xmlns:a16="http://schemas.microsoft.com/office/drawing/2014/main" id="{4583C6A7-E83D-4290-B65B-7B823E667CBC}"/>
              </a:ext>
            </a:extLst>
          </p:cNvPr>
          <p:cNvSpPr>
            <a:spLocks xmlns:a="http://schemas.openxmlformats.org/drawingml/2006/main" noGrp="1"/>
          </p:cNvSpPr>
          <p:nvPr/>
        </p:nvSpPr>
        <p:spPr>
          <a:xfrm xmlns:a="http://schemas.openxmlformats.org/drawingml/2006/main">
            <a:off x="609600" y="346481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10:p xmlns:ns10="http://schemas.openxmlformats.org/drawingml/2006/main">
            <ns10:pPr algn="l">
              <ns10:defRPr sz="2025" b="0">
                <ns10:solidFill>
                  <ns10:srgbClr val="17384A"/>
                </ns10:solidFill>
                <ns10:latin typeface="Arial"/>
                <ns10:ea typeface="Arial"/>
                <ns10:cs typeface="Arial"/>
              </ns10:defRPr>
            </ns10:pPr>
            <ns10:r>
              <ns10:rPr sz="2025" b="0">
                <ns10:solidFill>
                  <ns10:srgbClr val="17384A"/>
                </ns10:solidFill>
                <ns10:latin typeface="Arial"/>
                <ns10:ea typeface="Arial"/>
                <ns10:cs typeface="Arial"/>
              </ns10:rPr>
              <ns10:t>Do not fill gaps with invented results.</ns10:t>
            </ns10:r>
          </ns10:p>
        </p:txBody>
      </p:sp>
    </p:spTree>
    <p:extLst>
      <p:ext uri="{BB962C8B-B14F-4D97-AF65-F5344CB8AC3E}">
        <p14:creationId xmlns:p14="http://schemas.microsoft.com/office/powerpoint/2010/main" val="162494973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ide-rule">
            <a:extLst xmlns:a="http://schemas.openxmlformats.org/drawingml/2006/main">
              <a:ext uri="{FF2B5EF4-FFF2-40B4-BE49-F238E27FC236}">
                <a16:creationId xmlns:a16="http://schemas.microsoft.com/office/drawing/2014/main" id="{66C44A98-3D93-4F51-B71E-69741D9BC75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BB347D01-AF7A-441C-95AA-D9DDC8E7E670}"/>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YOU DO EVIDENCE</ns0:t>
            </ns0:r>
          </ns0:p>
        </p:txBody>
      </p:sp>
      <p:sp>
        <p:nvSpPr>
          <p:cNvPr id="3" name="slide-number-time">
            <a:extLst xmlns:a="http://schemas.openxmlformats.org/drawingml/2006/main">
              <a:ext uri="{FF2B5EF4-FFF2-40B4-BE49-F238E27FC236}">
                <a16:creationId xmlns:a16="http://schemas.microsoft.com/office/drawing/2014/main" id="{0E908289-E77F-4BCE-B478-BFBAF859EEEF}"/>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8 / 12  ·  6 min</ns1:t>
            </ns1:r>
          </ns1:p>
        </p:txBody>
      </p:sp>
      <p:sp>
        <p:nvSpPr>
          <p:cNvPr id="4" name="slide-title">
            <a:extLst xmlns:a="http://schemas.openxmlformats.org/drawingml/2006/main">
              <a:ext uri="{FF2B5EF4-FFF2-40B4-BE49-F238E27FC236}">
                <a16:creationId xmlns:a16="http://schemas.microsoft.com/office/drawing/2014/main" id="{F44AEF26-FD38-4E07-B155-D8216D2DD38C}"/>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My evidence</ns5:t>
            </ns5:r>
          </ns5:p>
        </p:txBody>
      </p:sp>
      <p:sp>
        <p:nvSpPr>
          <p:cNvPr id="5" name="heading-rule">
            <a:extLst xmlns:a="http://schemas.openxmlformats.org/drawingml/2006/main">
              <a:ext uri="{FF2B5EF4-FFF2-40B4-BE49-F238E27FC236}">
                <a16:creationId xmlns:a16="http://schemas.microsoft.com/office/drawing/2014/main" id="{65EC05C6-1DDD-4ED7-9416-85B2792CABF3}"/>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2" name="printed-id">
            <a:extLst xmlns:a="http://schemas.openxmlformats.org/drawingml/2006/main">
              <a:ext uri="{FF2B5EF4-FFF2-40B4-BE49-F238E27FC236}">
                <a16:creationId xmlns:a16="http://schemas.microsoft.com/office/drawing/2014/main" id="{86E837DB-874D-4D98-95F1-0A5EB40AFEE7}"/>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DT-LAUNCH-A2-W07</ns2:t>
            </ns2:r>
          </ns2:p>
        </p:txBody>
      </p:sp>
      <p:sp>
        <p:nvSpPr>
          <p:cNvPr id="13" name="edition-label">
            <a:extLst xmlns:a="http://schemas.openxmlformats.org/drawingml/2006/main">
              <a:ext uri="{FF2B5EF4-FFF2-40B4-BE49-F238E27FC236}">
                <a16:creationId xmlns:a16="http://schemas.microsoft.com/office/drawing/2014/main" id="{BB784062-68CA-4716-9541-FCC2624ADBFB}"/>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4" name="licence-credit">
            <a:extLst xmlns:a="http://schemas.openxmlformats.org/drawingml/2006/main">
              <a:ext uri="{FF2B5EF4-FFF2-40B4-BE49-F238E27FC236}">
                <a16:creationId xmlns:a16="http://schemas.microsoft.com/office/drawing/2014/main" id="{56B640B8-BB08-416A-913B-30884D348613}"/>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Made by Matt · © Matt Roper · CC BY-NC-SA 4.0: free for classroom use, share and adapt with credit, no resale</ns4:t>
            </ns4:r>
          </ns4:p>
        </p:txBody>
      </p:sp>
      <p:sp>
        <p:nvSpPr>
          <p:cNvPr id="16" name="body-0">
            <a:extLst xmlns:a="http://schemas.openxmlformats.org/drawingml/2006/main">
              <a:ext uri="{FF2B5EF4-FFF2-40B4-BE49-F238E27FC236}">
                <a16:creationId xmlns:a16="http://schemas.microsoft.com/office/drawing/2014/main" id="{39255F30-454A-4B62-B463-8ED37A47597C}"/>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6:p xmlns:ns6="http://schemas.openxmlformats.org/drawingml/2006/main">
            <ns6:pPr algn="l">
              <ns6:defRPr sz="2025" b="0">
                <ns6:solidFill>
                  <ns6:srgbClr val="17384A"/>
                </ns6:solidFill>
                <ns6:latin typeface="Arial"/>
                <ns6:ea typeface="Arial"/>
                <ns6:cs typeface="Arial"/>
              </ns6:defRPr>
            </ns6:pPr>
            <ns6:r>
              <ns6:rPr sz="2025" b="0">
                <ns6:solidFill>
                  <ns6:srgbClr val="17384A"/>
                </ns6:solidFill>
                <ns6:latin typeface="Arial"/>
                <ns6:ea typeface="Arial"/>
                <ns6:cs typeface="Arial"/>
              </ns6:rPr>
              <ns6:t>Keep the skill-to-work checklist.</ns6:t>
            </ns6:r>
          </ns6:p>
        </p:txBody>
      </p:sp>
      <p:sp>
        <p:nvSpPr>
          <p:cNvPr id="17" name="body-1">
            <a:extLst xmlns:a="http://schemas.openxmlformats.org/drawingml/2006/main">
              <a:ext uri="{FF2B5EF4-FFF2-40B4-BE49-F238E27FC236}">
                <a16:creationId xmlns:a16="http://schemas.microsoft.com/office/drawing/2014/main" id="{B400D461-D55C-4F45-8F48-1294C146E800}"/>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7:p xmlns:ns7="http://schemas.openxmlformats.org/drawingml/2006/main">
            <ns7:pPr algn="l">
              <ns7:defRPr sz="2025" b="0">
                <ns7:solidFill>
                  <ns7:srgbClr val="17384A"/>
                </ns7:solidFill>
                <ns7:latin typeface="Arial"/>
                <ns7:ea typeface="Arial"/>
                <ns7:cs typeface="Arial"/>
              </ns7:defRPr>
            </ns7:pPr>
            <ns7:r>
              <ns7:rPr sz="2025" b="0">
                <ns7:solidFill>
                  <ns7:srgbClr val="17384A"/>
                </ns7:solidFill>
                <ns7:latin typeface="Arial"/>
                <ns7:ea typeface="Arial"/>
                <ns7:cs typeface="Arial"/>
              </ns7:rPr>
              <ns7:t>Record a strength and a real evidence gap.</ns7:t>
            </ns7:r>
          </ns7:p>
        </p:txBody>
      </p:sp>
      <p:sp>
        <p:nvSpPr>
          <p:cNvPr id="18" name="body-2">
            <a:extLst xmlns:a="http://schemas.openxmlformats.org/drawingml/2006/main">
              <a:ext uri="{FF2B5EF4-FFF2-40B4-BE49-F238E27FC236}">
                <a16:creationId xmlns:a16="http://schemas.microsoft.com/office/drawing/2014/main" id="{8D8AABD9-7E6F-4862-B495-E49E9D6827DA}"/>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8:p xmlns:ns8="http://schemas.openxmlformats.org/drawingml/2006/main">
            <ns8:pPr algn="l">
              <ns8:defRPr sz="2025" b="0">
                <ns8:solidFill>
                  <ns8:srgbClr val="17384A"/>
                </ns8:solidFill>
                <ns8:latin typeface="Arial"/>
                <ns8:ea typeface="Arial"/>
                <ns8:cs typeface="Arial"/>
              </ns8:defRPr>
            </ns8:pPr>
            <ns8:r>
              <ns8:rPr sz="2025" b="0">
                <ns8:solidFill>
                  <ns8:srgbClr val="17384A"/>
                </ns8:solidFill>
                <ns8:latin typeface="Arial"/>
                <ns8:ea typeface="Arial"/>
                <ns8:cs typeface="Arial"/>
              </ns8:rPr>
              <ns8:t>Choose a clear next step and support.</ns8:t>
            </ns8:r>
          </ns8:p>
        </p:txBody>
      </p:sp>
      <p:sp>
        <p:nvSpPr>
          <p:cNvPr id="19" name="body-3">
            <a:extLst xmlns:a="http://schemas.openxmlformats.org/drawingml/2006/main">
              <a:ext uri="{FF2B5EF4-FFF2-40B4-BE49-F238E27FC236}">
                <a16:creationId xmlns:a16="http://schemas.microsoft.com/office/drawing/2014/main" id="{BE650D55-78CE-4B6C-B594-BF1451CAB65A}"/>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9:p xmlns:ns9="http://schemas.openxmlformats.org/drawingml/2006/main">
            <ns9:pPr algn="l">
              <ns9:defRPr sz="2025" b="0">
                <ns9:solidFill>
                  <ns9:srgbClr val="17384A"/>
                </ns9:solidFill>
                <ns9:latin typeface="Arial"/>
                <ns9:ea typeface="Arial"/>
                <ns9:cs typeface="Arial"/>
              </ns9:defRPr>
            </ns9:pPr>
            <ns9:r>
              <ns9:rPr sz="2025" b="0">
                <ns9:solidFill>
                  <ns9:srgbClr val="17384A"/>
                </ns9:solidFill>
                <ns9:latin typeface="Arial"/>
                <ns9:ea typeface="Arial"/>
                <ns9:cs typeface="Arial"/>
              </ns9:rPr>
              <ns9:t>Staff confirm what is actually banked.</ns9:t>
            </ns9:r>
          </ns9:p>
        </p:txBody>
      </p:sp>
    </p:spTree>
    <p:extLst>
      <p:ext uri="{BB962C8B-B14F-4D97-AF65-F5344CB8AC3E}">
        <p14:creationId xmlns:p14="http://schemas.microsoft.com/office/powerpoint/2010/main" val="67267519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ide-rule">
            <a:extLst xmlns:a="http://schemas.openxmlformats.org/drawingml/2006/main">
              <a:ext uri="{FF2B5EF4-FFF2-40B4-BE49-F238E27FC236}">
                <a16:creationId xmlns:a16="http://schemas.microsoft.com/office/drawing/2014/main" id="{6D99B899-E3BF-49C2-AF68-6D6CF114418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539133E1-A8EA-4557-ABD0-F0F049DC8CF7}"/>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TIDY AND EVIDENCE CHECK</ns0:t>
            </ns0:r>
          </ns0:p>
        </p:txBody>
      </p:sp>
      <p:sp>
        <p:nvSpPr>
          <p:cNvPr id="3" name="slide-number-time">
            <a:extLst xmlns:a="http://schemas.openxmlformats.org/drawingml/2006/main">
              <a:ext uri="{FF2B5EF4-FFF2-40B4-BE49-F238E27FC236}">
                <a16:creationId xmlns:a16="http://schemas.microsoft.com/office/drawing/2014/main" id="{D74A83CD-4D73-4E4A-B78C-D8D074F8EC58}"/>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9 / 12  ·  4 min</ns1:t>
            </ns1:r>
          </ns1:p>
        </p:txBody>
      </p:sp>
      <p:sp>
        <p:nvSpPr>
          <p:cNvPr id="4" name="slide-title">
            <a:extLst xmlns:a="http://schemas.openxmlformats.org/drawingml/2006/main">
              <a:ext uri="{FF2B5EF4-FFF2-40B4-BE49-F238E27FC236}">
                <a16:creationId xmlns:a16="http://schemas.microsoft.com/office/drawing/2014/main" id="{35FC91DF-147B-4BBB-8617-27DEAEDBA17E}"/>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Tidy and check</ns5:t>
            </ns5:r>
          </ns5:p>
        </p:txBody>
      </p:sp>
      <p:sp>
        <p:nvSpPr>
          <p:cNvPr id="5" name="heading-rule">
            <a:extLst xmlns:a="http://schemas.openxmlformats.org/drawingml/2006/main">
              <a:ext uri="{FF2B5EF4-FFF2-40B4-BE49-F238E27FC236}">
                <a16:creationId xmlns:a16="http://schemas.microsoft.com/office/drawing/2014/main" id="{5D051C0A-7299-461B-B2A0-C9E66A73DDB0}"/>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4" name="printed-id">
            <a:extLst xmlns:a="http://schemas.openxmlformats.org/drawingml/2006/main">
              <a:ext uri="{FF2B5EF4-FFF2-40B4-BE49-F238E27FC236}">
                <a16:creationId xmlns:a16="http://schemas.microsoft.com/office/drawing/2014/main" id="{FCC4FAC5-3A9D-4290-89BD-E0E63D688C2F}"/>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DT-LAUNCH-A2-W07</ns2:t>
            </ns2:r>
          </ns2:p>
        </p:txBody>
      </p:sp>
      <p:sp>
        <p:nvSpPr>
          <p:cNvPr id="15" name="edition-label">
            <a:extLst xmlns:a="http://schemas.openxmlformats.org/drawingml/2006/main">
              <a:ext uri="{FF2B5EF4-FFF2-40B4-BE49-F238E27FC236}">
                <a16:creationId xmlns:a16="http://schemas.microsoft.com/office/drawing/2014/main" id="{D9053BBE-8E7B-41BA-A413-FA20D299185B}"/>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6" name="licence-credit">
            <a:extLst xmlns:a="http://schemas.openxmlformats.org/drawingml/2006/main">
              <a:ext uri="{FF2B5EF4-FFF2-40B4-BE49-F238E27FC236}">
                <a16:creationId xmlns:a16="http://schemas.microsoft.com/office/drawing/2014/main" id="{0FA6775F-4A85-43BE-A6BA-4F00B61D6129}"/>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Made by Matt · © Matt Roper · CC BY-NC-SA 4.0: free for classroom use, share and adapt with credit, no resale</ns4:t>
            </ns4:r>
          </ns4:p>
        </p:txBody>
      </p:sp>
      <p:sp>
        <p:nvSpPr>
          <p:cNvPr id="18" name="step-number-0">
            <a:extLst xmlns:a="http://schemas.openxmlformats.org/drawingml/2006/main">
              <a:ext uri="{FF2B5EF4-FFF2-40B4-BE49-F238E27FC236}">
                <a16:creationId xmlns:a16="http://schemas.microsoft.com/office/drawing/2014/main" id="{087B79DB-B13D-4C00-8AD4-C621817E4ADF}"/>
              </a:ext>
            </a:extLst>
          </p:cNvPr>
          <p:cNvSpPr>
            <a:spLocks xmlns:a="http://schemas.openxmlformats.org/drawingml/2006/main" noGrp="1"/>
          </p:cNvSpPr>
          <p:nvPr/>
        </p:nvSpPr>
        <p:spPr>
          <a:xfrm xmlns:a="http://schemas.openxmlformats.org/drawingml/2006/main">
            <a:off x="609600" y="1676400"/>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defRPr sz="2475" b="1">
                <a:solidFill>
                  <a:srgbClr val="176A6A"/>
                </a:solidFill>
                <a:latin typeface="Arial"/>
                <a:ea typeface="Arial"/>
                <a:cs typeface="Arial"/>
              </a:defRPr>
            </a:lvl1pPr>
            <a:lvl2pPr algn="l">
              <a:defRPr sz="2475" b="1">
                <a:solidFill>
                  <a:srgbClr val="176A6A"/>
                </a:solidFill>
                <a:latin typeface="Arial"/>
                <a:ea typeface="Arial"/>
                <a:cs typeface="Arial"/>
              </a:defRPr>
            </a:lvl2pPr>
            <a:lvl3pPr algn="l">
              <a:defRPr sz="2475" b="1">
                <a:solidFill>
                  <a:srgbClr val="176A6A"/>
                </a:solidFill>
                <a:latin typeface="Arial"/>
                <a:ea typeface="Arial"/>
                <a:cs typeface="Arial"/>
              </a:defRPr>
            </a:lvl3pPr>
            <a:lvl4pPr algn="l">
              <a:defRPr sz="2475" b="1">
                <a:solidFill>
                  <a:srgbClr val="176A6A"/>
                </a:solidFill>
                <a:latin typeface="Arial"/>
                <a:ea typeface="Arial"/>
                <a:cs typeface="Arial"/>
              </a:defRPr>
            </a:lvl4pPr>
            <a:lvl5pPr algn="l">
              <a:defRPr sz="2475" b="1">
                <a:solidFill>
                  <a:srgbClr val="176A6A"/>
                </a:solidFill>
                <a:latin typeface="Arial"/>
                <a:ea typeface="Arial"/>
                <a:cs typeface="Arial"/>
              </a:defRPr>
            </a:lvl5pPr>
            <a:lvl6pPr algn="l">
              <a:defRPr sz="2475" b="1">
                <a:solidFill>
                  <a:srgbClr val="176A6A"/>
                </a:solidFill>
                <a:latin typeface="Arial"/>
                <a:ea typeface="Arial"/>
                <a:cs typeface="Arial"/>
              </a:defRPr>
            </a:lvl6pPr>
            <a:lvl7pPr algn="l">
              <a:defRPr sz="2475" b="1">
                <a:solidFill>
                  <a:srgbClr val="176A6A"/>
                </a:solidFill>
                <a:latin typeface="Arial"/>
                <a:ea typeface="Arial"/>
                <a:cs typeface="Arial"/>
              </a:defRPr>
            </a:lvl7pPr>
            <a:lvl8pPr algn="l">
              <a:defRPr sz="2475" b="1">
                <a:solidFill>
                  <a:srgbClr val="176A6A"/>
                </a:solidFill>
                <a:latin typeface="Arial"/>
                <a:ea typeface="Arial"/>
                <a:cs typeface="Arial"/>
              </a:defRPr>
            </a:lvl8pPr>
            <a:lvl9pPr algn="l">
              <a:defRPr sz="2475" b="1">
                <a:solidFill>
                  <a:srgbClr val="176A6A"/>
                </a:solidFill>
                <a:latin typeface="Arial"/>
                <a:ea typeface="Arial"/>
                <a:cs typeface="Arial"/>
              </a:defRPr>
            </a:lvl9pPr>
          </a:lstStyle>
          <a:p xmlns:a="http://schemas.openxmlformats.org/drawingml/2006/main">
            <a:pPr algn="l">
              <a:defRPr sz="2475" b="1">
                <a:solidFill>
                  <a:srgbClr val="176A6A"/>
                </a:solidFill>
                <a:latin typeface="Arial"/>
                <a:ea typeface="Arial"/>
                <a:cs typeface="Arial"/>
              </a:defRPr>
            </a:pPr>
            <a:r>
              <a:rPr sz="2475" b="1">
                <a:solidFill>
                  <a:srgbClr val="176A6A"/>
                </a:solidFill>
                <a:latin typeface="Arial"/>
                <a:ea typeface="Arial"/>
                <a:cs typeface="Arial"/>
              </a:rPr>
              <a:t>1</a:t>
            </a:r>
          </a:p>
        </p:txBody>
      </p:sp>
      <p:sp>
        <p:nvSpPr>
          <p:cNvPr id="19" name="body-0">
            <a:extLst xmlns:a="http://schemas.openxmlformats.org/drawingml/2006/main">
              <a:ext uri="{FF2B5EF4-FFF2-40B4-BE49-F238E27FC236}">
                <a16:creationId xmlns:a16="http://schemas.microsoft.com/office/drawing/2014/main" id="{EFF555BC-8EEA-48FD-8C9B-0D66683B0A36}"/>
              </a:ext>
            </a:extLst>
          </p:cNvPr>
          <p:cNvSpPr>
            <a:spLocks xmlns:a="http://schemas.openxmlformats.org/drawingml/2006/main" noGrp="1"/>
          </p:cNvSpPr>
          <p:nvPr/>
        </p:nvSpPr>
        <p:spPr>
          <a:xfrm xmlns:a="http://schemas.openxmlformats.org/drawingml/2006/main">
            <a:off x="1200150" y="1676400"/>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6:p xmlns:ns6="http://schemas.openxmlformats.org/drawingml/2006/main">
            <ns6:pPr algn="l">
              <ns6:defRPr sz="2250" b="0">
                <ns6:solidFill>
                  <ns6:srgbClr val="17384A"/>
                </ns6:solidFill>
                <ns6:latin typeface="Arial"/>
                <ns6:ea typeface="Arial"/>
                <ns6:cs typeface="Arial"/>
              </ns6:defRPr>
            </ns6:pPr>
            <ns6:r>
              <ns6:rPr sz="2250" b="0">
                <ns6:solidFill>
                  <ns6:srgbClr val="17384A"/>
                </ns6:solidFill>
                <ns6:latin typeface="Arial"/>
                <ns6:ea typeface="Arial"/>
                <ns6:cs typeface="Arial"/>
              </ns6:rPr>
              <ns6:t>Check your name or ID and both pages.</ns6:t>
            </ns6:r>
          </ns6:p>
        </p:txBody>
      </p:sp>
      <p:sp>
        <p:nvSpPr>
          <p:cNvPr id="20" name="step-number-1">
            <a:extLst xmlns:a="http://schemas.openxmlformats.org/drawingml/2006/main">
              <a:ext uri="{FF2B5EF4-FFF2-40B4-BE49-F238E27FC236}">
                <a16:creationId xmlns:a16="http://schemas.microsoft.com/office/drawing/2014/main" id="{C413AB4A-46AA-4E82-B169-6983E9E0B43B}"/>
              </a:ext>
            </a:extLst>
          </p:cNvPr>
          <p:cNvSpPr>
            <a:spLocks xmlns:a="http://schemas.openxmlformats.org/drawingml/2006/main" noGrp="1"/>
          </p:cNvSpPr>
          <p:nvPr/>
        </p:nvSpPr>
        <p:spPr>
          <a:xfrm xmlns:a="http://schemas.openxmlformats.org/drawingml/2006/main">
            <a:off x="609600" y="2196465"/>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defRPr sz="2475" b="1">
                <a:solidFill>
                  <a:srgbClr val="176A6A"/>
                </a:solidFill>
                <a:latin typeface="Arial"/>
                <a:ea typeface="Arial"/>
                <a:cs typeface="Arial"/>
              </a:defRPr>
            </a:lvl1pPr>
            <a:lvl2pPr algn="l">
              <a:defRPr sz="2475" b="1">
                <a:solidFill>
                  <a:srgbClr val="176A6A"/>
                </a:solidFill>
                <a:latin typeface="Arial"/>
                <a:ea typeface="Arial"/>
                <a:cs typeface="Arial"/>
              </a:defRPr>
            </a:lvl2pPr>
            <a:lvl3pPr algn="l">
              <a:defRPr sz="2475" b="1">
                <a:solidFill>
                  <a:srgbClr val="176A6A"/>
                </a:solidFill>
                <a:latin typeface="Arial"/>
                <a:ea typeface="Arial"/>
                <a:cs typeface="Arial"/>
              </a:defRPr>
            </a:lvl3pPr>
            <a:lvl4pPr algn="l">
              <a:defRPr sz="2475" b="1">
                <a:solidFill>
                  <a:srgbClr val="176A6A"/>
                </a:solidFill>
                <a:latin typeface="Arial"/>
                <a:ea typeface="Arial"/>
                <a:cs typeface="Arial"/>
              </a:defRPr>
            </a:lvl4pPr>
            <a:lvl5pPr algn="l">
              <a:defRPr sz="2475" b="1">
                <a:solidFill>
                  <a:srgbClr val="176A6A"/>
                </a:solidFill>
                <a:latin typeface="Arial"/>
                <a:ea typeface="Arial"/>
                <a:cs typeface="Arial"/>
              </a:defRPr>
            </a:lvl5pPr>
            <a:lvl6pPr algn="l">
              <a:defRPr sz="2475" b="1">
                <a:solidFill>
                  <a:srgbClr val="176A6A"/>
                </a:solidFill>
                <a:latin typeface="Arial"/>
                <a:ea typeface="Arial"/>
                <a:cs typeface="Arial"/>
              </a:defRPr>
            </a:lvl6pPr>
            <a:lvl7pPr algn="l">
              <a:defRPr sz="2475" b="1">
                <a:solidFill>
                  <a:srgbClr val="176A6A"/>
                </a:solidFill>
                <a:latin typeface="Arial"/>
                <a:ea typeface="Arial"/>
                <a:cs typeface="Arial"/>
              </a:defRPr>
            </a:lvl7pPr>
            <a:lvl8pPr algn="l">
              <a:defRPr sz="2475" b="1">
                <a:solidFill>
                  <a:srgbClr val="176A6A"/>
                </a:solidFill>
                <a:latin typeface="Arial"/>
                <a:ea typeface="Arial"/>
                <a:cs typeface="Arial"/>
              </a:defRPr>
            </a:lvl8pPr>
            <a:lvl9pPr algn="l">
              <a:defRPr sz="2475" b="1">
                <a:solidFill>
                  <a:srgbClr val="176A6A"/>
                </a:solidFill>
                <a:latin typeface="Arial"/>
                <a:ea typeface="Arial"/>
                <a:cs typeface="Arial"/>
              </a:defRPr>
            </a:lvl9pPr>
          </a:lstStyle>
          <a:p xmlns:a="http://schemas.openxmlformats.org/drawingml/2006/main">
            <a:pPr algn="l">
              <a:defRPr sz="2475" b="1">
                <a:solidFill>
                  <a:srgbClr val="176A6A"/>
                </a:solidFill>
                <a:latin typeface="Arial"/>
                <a:ea typeface="Arial"/>
                <a:cs typeface="Arial"/>
              </a:defRPr>
            </a:pPr>
            <a:r>
              <a:rPr sz="2475" b="1">
                <a:solidFill>
                  <a:srgbClr val="176A6A"/>
                </a:solidFill>
                <a:latin typeface="Arial"/>
                <a:ea typeface="Arial"/>
                <a:cs typeface="Arial"/>
              </a:rPr>
              <a:t>2</a:t>
            </a:r>
          </a:p>
        </p:txBody>
      </p:sp>
      <p:sp>
        <p:nvSpPr>
          <p:cNvPr id="21" name="body-1">
            <a:extLst xmlns:a="http://schemas.openxmlformats.org/drawingml/2006/main">
              <a:ext uri="{FF2B5EF4-FFF2-40B4-BE49-F238E27FC236}">
                <a16:creationId xmlns:a16="http://schemas.microsoft.com/office/drawing/2014/main" id="{7C8BF745-D880-47F7-B45F-9EF87BFBF3DB}"/>
              </a:ext>
            </a:extLst>
          </p:cNvPr>
          <p:cNvSpPr>
            <a:spLocks xmlns:a="http://schemas.openxmlformats.org/drawingml/2006/main" noGrp="1"/>
          </p:cNvSpPr>
          <p:nvPr/>
        </p:nvSpPr>
        <p:spPr>
          <a:xfrm xmlns:a="http://schemas.openxmlformats.org/drawingml/2006/main">
            <a:off x="1200150" y="2196465"/>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7:p xmlns:ns7="http://schemas.openxmlformats.org/drawingml/2006/main">
            <ns7:pPr algn="l">
              <ns7:defRPr sz="2250" b="0">
                <ns7:solidFill>
                  <ns7:srgbClr val="17384A"/>
                </ns7:solidFill>
                <ns7:latin typeface="Arial"/>
                <ns7:ea typeface="Arial"/>
                <ns7:cs typeface="Arial"/>
              </ns7:defRPr>
            </ns7:pPr>
            <ns7:r>
              <ns7:rPr sz="2250" b="0">
                <ns7:solidFill>
                  <ns7:srgbClr val="17384A"/>
                </ns7:solidFill>
                <ns7:latin typeface="Arial"/>
                <ns7:ea typeface="Arial"/>
                <ns7:cs typeface="Arial"/>
              </ns7:rPr>
              <ns7:t>Keep your work and record the help used.</ns7:t>
            </ns7:r>
          </ns7:p>
        </p:txBody>
      </p:sp>
      <p:sp>
        <p:nvSpPr>
          <p:cNvPr id="22" name="step-number-2">
            <a:extLst xmlns:a="http://schemas.openxmlformats.org/drawingml/2006/main">
              <a:ext uri="{FF2B5EF4-FFF2-40B4-BE49-F238E27FC236}">
                <a16:creationId xmlns:a16="http://schemas.microsoft.com/office/drawing/2014/main" id="{8ACC7B68-7ACB-459D-9247-0B3147F1F0D9}"/>
              </a:ext>
            </a:extLst>
          </p:cNvPr>
          <p:cNvSpPr>
            <a:spLocks xmlns:a="http://schemas.openxmlformats.org/drawingml/2006/main" noGrp="1"/>
          </p:cNvSpPr>
          <p:nvPr/>
        </p:nvSpPr>
        <p:spPr>
          <a:xfrm xmlns:a="http://schemas.openxmlformats.org/drawingml/2006/main">
            <a:off x="609600" y="2716530"/>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defRPr sz="2475" b="1">
                <a:solidFill>
                  <a:srgbClr val="176A6A"/>
                </a:solidFill>
                <a:latin typeface="Arial"/>
                <a:ea typeface="Arial"/>
                <a:cs typeface="Arial"/>
              </a:defRPr>
            </a:lvl1pPr>
            <a:lvl2pPr algn="l">
              <a:defRPr sz="2475" b="1">
                <a:solidFill>
                  <a:srgbClr val="176A6A"/>
                </a:solidFill>
                <a:latin typeface="Arial"/>
                <a:ea typeface="Arial"/>
                <a:cs typeface="Arial"/>
              </a:defRPr>
            </a:lvl2pPr>
            <a:lvl3pPr algn="l">
              <a:defRPr sz="2475" b="1">
                <a:solidFill>
                  <a:srgbClr val="176A6A"/>
                </a:solidFill>
                <a:latin typeface="Arial"/>
                <a:ea typeface="Arial"/>
                <a:cs typeface="Arial"/>
              </a:defRPr>
            </a:lvl3pPr>
            <a:lvl4pPr algn="l">
              <a:defRPr sz="2475" b="1">
                <a:solidFill>
                  <a:srgbClr val="176A6A"/>
                </a:solidFill>
                <a:latin typeface="Arial"/>
                <a:ea typeface="Arial"/>
                <a:cs typeface="Arial"/>
              </a:defRPr>
            </a:lvl4pPr>
            <a:lvl5pPr algn="l">
              <a:defRPr sz="2475" b="1">
                <a:solidFill>
                  <a:srgbClr val="176A6A"/>
                </a:solidFill>
                <a:latin typeface="Arial"/>
                <a:ea typeface="Arial"/>
                <a:cs typeface="Arial"/>
              </a:defRPr>
            </a:lvl5pPr>
            <a:lvl6pPr algn="l">
              <a:defRPr sz="2475" b="1">
                <a:solidFill>
                  <a:srgbClr val="176A6A"/>
                </a:solidFill>
                <a:latin typeface="Arial"/>
                <a:ea typeface="Arial"/>
                <a:cs typeface="Arial"/>
              </a:defRPr>
            </a:lvl6pPr>
            <a:lvl7pPr algn="l">
              <a:defRPr sz="2475" b="1">
                <a:solidFill>
                  <a:srgbClr val="176A6A"/>
                </a:solidFill>
                <a:latin typeface="Arial"/>
                <a:ea typeface="Arial"/>
                <a:cs typeface="Arial"/>
              </a:defRPr>
            </a:lvl7pPr>
            <a:lvl8pPr algn="l">
              <a:defRPr sz="2475" b="1">
                <a:solidFill>
                  <a:srgbClr val="176A6A"/>
                </a:solidFill>
                <a:latin typeface="Arial"/>
                <a:ea typeface="Arial"/>
                <a:cs typeface="Arial"/>
              </a:defRPr>
            </a:lvl8pPr>
            <a:lvl9pPr algn="l">
              <a:defRPr sz="2475" b="1">
                <a:solidFill>
                  <a:srgbClr val="176A6A"/>
                </a:solidFill>
                <a:latin typeface="Arial"/>
                <a:ea typeface="Arial"/>
                <a:cs typeface="Arial"/>
              </a:defRPr>
            </a:lvl9pPr>
          </a:lstStyle>
          <a:p xmlns:a="http://schemas.openxmlformats.org/drawingml/2006/main">
            <a:pPr algn="l">
              <a:defRPr sz="2475" b="1">
                <a:solidFill>
                  <a:srgbClr val="176A6A"/>
                </a:solidFill>
                <a:latin typeface="Arial"/>
                <a:ea typeface="Arial"/>
                <a:cs typeface="Arial"/>
              </a:defRPr>
            </a:pPr>
            <a:r>
              <a:rPr sz="2475" b="1">
                <a:solidFill>
                  <a:srgbClr val="176A6A"/>
                </a:solidFill>
                <a:latin typeface="Arial"/>
                <a:ea typeface="Arial"/>
                <a:cs typeface="Arial"/>
              </a:rPr>
              <a:t>3</a:t>
            </a:r>
          </a:p>
        </p:txBody>
      </p:sp>
      <p:sp>
        <p:nvSpPr>
          <p:cNvPr id="23" name="body-2">
            <a:extLst xmlns:a="http://schemas.openxmlformats.org/drawingml/2006/main">
              <a:ext uri="{FF2B5EF4-FFF2-40B4-BE49-F238E27FC236}">
                <a16:creationId xmlns:a16="http://schemas.microsoft.com/office/drawing/2014/main" id="{31AFDBC3-92F9-4C91-941F-C1B505420F6C}"/>
              </a:ext>
            </a:extLst>
          </p:cNvPr>
          <p:cNvSpPr>
            <a:spLocks xmlns:a="http://schemas.openxmlformats.org/drawingml/2006/main" noGrp="1"/>
          </p:cNvSpPr>
          <p:nvPr/>
        </p:nvSpPr>
        <p:spPr>
          <a:xfrm xmlns:a="http://schemas.openxmlformats.org/drawingml/2006/main">
            <a:off x="1200150" y="2716530"/>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8:p xmlns:ns8="http://schemas.openxmlformats.org/drawingml/2006/main">
            <ns8:pPr algn="l">
              <ns8:defRPr sz="2250" b="0">
                <ns8:solidFill>
                  <ns8:srgbClr val="17384A"/>
                </ns8:solidFill>
                <ns8:latin typeface="Arial"/>
                <ns8:ea typeface="Arial"/>
                <ns8:cs typeface="Arial"/>
              </ns8:defRPr>
            </ns8:pPr>
            <ns8:r>
              <ns8:rPr sz="2250" b="0">
                <ns8:solidFill>
                  <ns8:srgbClr val="17384A"/>
                </ns8:solidFill>
                <ns8:latin typeface="Arial"/>
                <ns8:ea typeface="Arial"/>
                <ns8:cs typeface="Arial"/>
              </ns8:rPr>
              <ns8:t>Put resources away safely.</ns8:t>
            </ns8:r>
          </ns8:p>
        </p:txBody>
      </p:sp>
      <p:sp>
        <p:nvSpPr>
          <p:cNvPr id="24" name="step-number-3">
            <a:extLst xmlns:a="http://schemas.openxmlformats.org/drawingml/2006/main">
              <a:ext uri="{FF2B5EF4-FFF2-40B4-BE49-F238E27FC236}">
                <a16:creationId xmlns:a16="http://schemas.microsoft.com/office/drawing/2014/main" id="{21BDBCB0-4ED5-4F35-ADB5-9F2511A34D83}"/>
              </a:ext>
            </a:extLst>
          </p:cNvPr>
          <p:cNvSpPr>
            <a:spLocks xmlns:a="http://schemas.openxmlformats.org/drawingml/2006/main" noGrp="1"/>
          </p:cNvSpPr>
          <p:nvPr/>
        </p:nvSpPr>
        <p:spPr>
          <a:xfrm xmlns:a="http://schemas.openxmlformats.org/drawingml/2006/main">
            <a:off x="609600" y="3236595"/>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defRPr sz="2475" b="1">
                <a:solidFill>
                  <a:srgbClr val="176A6A"/>
                </a:solidFill>
                <a:latin typeface="Arial"/>
                <a:ea typeface="Arial"/>
                <a:cs typeface="Arial"/>
              </a:defRPr>
            </a:lvl1pPr>
            <a:lvl2pPr algn="l">
              <a:defRPr sz="2475" b="1">
                <a:solidFill>
                  <a:srgbClr val="176A6A"/>
                </a:solidFill>
                <a:latin typeface="Arial"/>
                <a:ea typeface="Arial"/>
                <a:cs typeface="Arial"/>
              </a:defRPr>
            </a:lvl2pPr>
            <a:lvl3pPr algn="l">
              <a:defRPr sz="2475" b="1">
                <a:solidFill>
                  <a:srgbClr val="176A6A"/>
                </a:solidFill>
                <a:latin typeface="Arial"/>
                <a:ea typeface="Arial"/>
                <a:cs typeface="Arial"/>
              </a:defRPr>
            </a:lvl3pPr>
            <a:lvl4pPr algn="l">
              <a:defRPr sz="2475" b="1">
                <a:solidFill>
                  <a:srgbClr val="176A6A"/>
                </a:solidFill>
                <a:latin typeface="Arial"/>
                <a:ea typeface="Arial"/>
                <a:cs typeface="Arial"/>
              </a:defRPr>
            </a:lvl4pPr>
            <a:lvl5pPr algn="l">
              <a:defRPr sz="2475" b="1">
                <a:solidFill>
                  <a:srgbClr val="176A6A"/>
                </a:solidFill>
                <a:latin typeface="Arial"/>
                <a:ea typeface="Arial"/>
                <a:cs typeface="Arial"/>
              </a:defRPr>
            </a:lvl5pPr>
            <a:lvl6pPr algn="l">
              <a:defRPr sz="2475" b="1">
                <a:solidFill>
                  <a:srgbClr val="176A6A"/>
                </a:solidFill>
                <a:latin typeface="Arial"/>
                <a:ea typeface="Arial"/>
                <a:cs typeface="Arial"/>
              </a:defRPr>
            </a:lvl6pPr>
            <a:lvl7pPr algn="l">
              <a:defRPr sz="2475" b="1">
                <a:solidFill>
                  <a:srgbClr val="176A6A"/>
                </a:solidFill>
                <a:latin typeface="Arial"/>
                <a:ea typeface="Arial"/>
                <a:cs typeface="Arial"/>
              </a:defRPr>
            </a:lvl7pPr>
            <a:lvl8pPr algn="l">
              <a:defRPr sz="2475" b="1">
                <a:solidFill>
                  <a:srgbClr val="176A6A"/>
                </a:solidFill>
                <a:latin typeface="Arial"/>
                <a:ea typeface="Arial"/>
                <a:cs typeface="Arial"/>
              </a:defRPr>
            </a:lvl8pPr>
            <a:lvl9pPr algn="l">
              <a:defRPr sz="2475" b="1">
                <a:solidFill>
                  <a:srgbClr val="176A6A"/>
                </a:solidFill>
                <a:latin typeface="Arial"/>
                <a:ea typeface="Arial"/>
                <a:cs typeface="Arial"/>
              </a:defRPr>
            </a:lvl9pPr>
          </a:lstStyle>
          <a:p xmlns:a="http://schemas.openxmlformats.org/drawingml/2006/main">
            <a:pPr algn="l">
              <a:defRPr sz="2475" b="1">
                <a:solidFill>
                  <a:srgbClr val="176A6A"/>
                </a:solidFill>
                <a:latin typeface="Arial"/>
                <a:ea typeface="Arial"/>
                <a:cs typeface="Arial"/>
              </a:defRPr>
            </a:pPr>
            <a:r>
              <a:rPr sz="2475" b="1">
                <a:solidFill>
                  <a:srgbClr val="176A6A"/>
                </a:solidFill>
                <a:latin typeface="Arial"/>
                <a:ea typeface="Arial"/>
                <a:cs typeface="Arial"/>
              </a:rPr>
              <a:t>4</a:t>
            </a:r>
          </a:p>
        </p:txBody>
      </p:sp>
      <p:sp>
        <p:nvSpPr>
          <p:cNvPr id="25" name="body-3">
            <a:extLst xmlns:a="http://schemas.openxmlformats.org/drawingml/2006/main">
              <a:ext uri="{FF2B5EF4-FFF2-40B4-BE49-F238E27FC236}">
                <a16:creationId xmlns:a16="http://schemas.microsoft.com/office/drawing/2014/main" id="{11DBDF86-9217-4206-908E-A4E9A9C073B9}"/>
              </a:ext>
            </a:extLst>
          </p:cNvPr>
          <p:cNvSpPr>
            <a:spLocks xmlns:a="http://schemas.openxmlformats.org/drawingml/2006/main" noGrp="1"/>
          </p:cNvSpPr>
          <p:nvPr/>
        </p:nvSpPr>
        <p:spPr>
          <a:xfrm xmlns:a="http://schemas.openxmlformats.org/drawingml/2006/main">
            <a:off x="1200150" y="3236595"/>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9:p xmlns:ns9="http://schemas.openxmlformats.org/drawingml/2006/main">
            <ns9:pPr algn="l">
              <ns9:defRPr sz="2250" b="0">
                <ns9:solidFill>
                  <ns9:srgbClr val="17384A"/>
                </ns9:solidFill>
                <ns9:latin typeface="Arial"/>
                <ns9:ea typeface="Arial"/>
                <ns9:cs typeface="Arial"/>
              </ns9:defRPr>
            </ns9:pPr>
            <ns9:r>
              <ns9:rPr sz="2250" b="0">
                <ns9:solidFill>
                  <ns9:srgbClr val="17384A"/>
                </ns9:solidFill>
                <ns9:latin typeface="Arial"/>
                <ns9:ea typeface="Arial"/>
                <ns9:cs typeface="Arial"/>
              </ns9:rPr>
              <ns9:t>Tell the adult your next step.</ns9:t>
            </ns9:r>
          </ns9:p>
        </p:txBody>
      </p:sp>
    </p:spTree>
    <p:extLst>
      <p:ext uri="{BB962C8B-B14F-4D97-AF65-F5344CB8AC3E}">
        <p14:creationId xmlns:p14="http://schemas.microsoft.com/office/powerpoint/2010/main" val="65731375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ide-rule">
            <a:extLst xmlns:a="http://schemas.openxmlformats.org/drawingml/2006/main">
              <a:ext uri="{FF2B5EF4-FFF2-40B4-BE49-F238E27FC236}">
                <a16:creationId xmlns:a16="http://schemas.microsoft.com/office/drawing/2014/main" id="{59C9C49A-1ECE-4C68-AA48-8F45006DD9D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E9D7B1B8-710A-4637-AD51-BB394286BE5D}"/>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EXIT TICKET</ns0:t>
            </ns0:r>
          </ns0:p>
        </p:txBody>
      </p:sp>
      <p:sp>
        <p:nvSpPr>
          <p:cNvPr id="3" name="slide-number-time">
            <a:extLst xmlns:a="http://schemas.openxmlformats.org/drawingml/2006/main">
              <a:ext uri="{FF2B5EF4-FFF2-40B4-BE49-F238E27FC236}">
                <a16:creationId xmlns:a16="http://schemas.microsoft.com/office/drawing/2014/main" id="{66109A82-556F-4CF9-B5DC-048C49CC5455}"/>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10 / 12  ·  2 min</ns1:t>
            </ns1:r>
          </ns1:p>
        </p:txBody>
      </p:sp>
      <p:sp>
        <p:nvSpPr>
          <p:cNvPr id="4" name="slide-title">
            <a:extLst xmlns:a="http://schemas.openxmlformats.org/drawingml/2006/main">
              <a:ext uri="{FF2B5EF4-FFF2-40B4-BE49-F238E27FC236}">
                <a16:creationId xmlns:a16="http://schemas.microsoft.com/office/drawing/2014/main" id="{64E39EA1-F3DB-4E05-BB09-794112D7B4A7}"/>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Exit ticket</ns5:t>
            </ns5:r>
          </ns5:p>
        </p:txBody>
      </p:sp>
      <p:sp>
        <p:nvSpPr>
          <p:cNvPr id="5" name="heading-rule">
            <a:extLst xmlns:a="http://schemas.openxmlformats.org/drawingml/2006/main">
              <a:ext uri="{FF2B5EF4-FFF2-40B4-BE49-F238E27FC236}">
                <a16:creationId xmlns:a16="http://schemas.microsoft.com/office/drawing/2014/main" id="{0A4497D4-A50A-4696-9DCC-0A2E8DE99BEE}"/>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9" name="printed-id">
            <a:extLst xmlns:a="http://schemas.openxmlformats.org/drawingml/2006/main">
              <a:ext uri="{FF2B5EF4-FFF2-40B4-BE49-F238E27FC236}">
                <a16:creationId xmlns:a16="http://schemas.microsoft.com/office/drawing/2014/main" id="{932148A5-B336-4611-A94A-0D8133BB92F3}"/>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DT-LAUNCH-A2-W07</ns2:t>
            </ns2:r>
          </ns2:p>
        </p:txBody>
      </p:sp>
      <p:sp>
        <p:nvSpPr>
          <p:cNvPr id="10" name="edition-label">
            <a:extLst xmlns:a="http://schemas.openxmlformats.org/drawingml/2006/main">
              <a:ext uri="{FF2B5EF4-FFF2-40B4-BE49-F238E27FC236}">
                <a16:creationId xmlns:a16="http://schemas.microsoft.com/office/drawing/2014/main" id="{5BDFC492-DAA3-45FD-974E-5934DD86EACE}"/>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1" name="licence-credit">
            <a:extLst xmlns:a="http://schemas.openxmlformats.org/drawingml/2006/main">
              <a:ext uri="{FF2B5EF4-FFF2-40B4-BE49-F238E27FC236}">
                <a16:creationId xmlns:a16="http://schemas.microsoft.com/office/drawing/2014/main" id="{684DD80D-ABF7-4E04-914D-90124C59383E}"/>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Made by Matt · © Matt Roper · CC BY-NC-SA 4.0: free for classroom use, share and adapt with credit, no resale</ns4:t>
            </ns4:r>
          </ns4:p>
        </p:txBody>
      </p:sp>
      <p:sp>
        <p:nvSpPr>
          <p:cNvPr id="13" name="body-0">
            <a:extLst xmlns:a="http://schemas.openxmlformats.org/drawingml/2006/main">
              <a:ext uri="{FF2B5EF4-FFF2-40B4-BE49-F238E27FC236}">
                <a16:creationId xmlns:a16="http://schemas.microsoft.com/office/drawing/2014/main" id="{65D257E5-CECE-41DE-9AB8-111EC1B098FF}"/>
              </a:ext>
            </a:extLst>
          </p:cNvPr>
          <p:cNvSpPr>
            <a:spLocks xmlns:a="http://schemas.openxmlformats.org/drawingml/2006/main" noGrp="1"/>
          </p:cNvSpPr>
          <p:nvPr/>
        </p:nvSpPr>
        <p:spPr>
          <a:xfrm xmlns:a="http://schemas.openxmlformats.org/drawingml/2006/main">
            <a:off x="609600" y="167640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6:p xmlns:ns6="http://schemas.openxmlformats.org/drawingml/2006/main">
            <ns6:pPr algn="l">
              <ns6:defRPr sz="2250" b="0">
                <ns6:solidFill>
                  <ns6:srgbClr val="17384A"/>
                </ns6:solidFill>
                <ns6:latin typeface="Arial"/>
                <ns6:ea typeface="Arial"/>
                <ns6:cs typeface="Arial"/>
              </ns6:defRPr>
            </ns6:pPr>
            <ns6:r>
              <ns6:rPr sz="2250" b="0">
                <ns6:solidFill>
                  <ns6:srgbClr val="17384A"/>
                </ns6:solidFill>
                <ns6:latin typeface="Arial"/>
                <ns6:ea typeface="Arial"/>
                <ns6:cs typeface="Arial"/>
              </ns6:rPr>
              <ns6:t>Which record best shows a skill?</ns6:t>
            </ns6:r>
          </ns6:p>
        </p:txBody>
      </p:sp>
      <p:sp>
        <p:nvSpPr>
          <p:cNvPr id="14" name="body-1">
            <a:extLst xmlns:a="http://schemas.openxmlformats.org/drawingml/2006/main">
              <a:ext uri="{FF2B5EF4-FFF2-40B4-BE49-F238E27FC236}">
                <a16:creationId xmlns:a16="http://schemas.microsoft.com/office/drawing/2014/main" id="{6F4C84B4-AD02-4D06-85D4-17AEF7372EE5}"/>
              </a:ext>
            </a:extLst>
          </p:cNvPr>
          <p:cNvSpPr>
            <a:spLocks xmlns:a="http://schemas.openxmlformats.org/drawingml/2006/main" noGrp="1"/>
          </p:cNvSpPr>
          <p:nvPr/>
        </p:nvSpPr>
        <p:spPr>
          <a:xfrm xmlns:a="http://schemas.openxmlformats.org/drawingml/2006/main">
            <a:off x="609600" y="219646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7:p xmlns:ns7="http://schemas.openxmlformats.org/drawingml/2006/main">
            <ns7:pPr algn="l">
              <ns7:defRPr sz="2250" b="0">
                <ns7:solidFill>
                  <ns7:srgbClr val="17384A"/>
                </ns7:solidFill>
                <ns7:latin typeface="Arial"/>
                <ns7:ea typeface="Arial"/>
                <ns7:cs typeface="Arial"/>
              </ns7:defRPr>
            </ns7:pPr>
            <ns7:r>
              <ns7:rPr sz="2250" b="0">
                <ns7:solidFill>
                  <ns7:srgbClr val="17384A"/>
                </ns7:solidFill>
                <ns7:latin typeface="Arial"/>
                <ns7:ea typeface="Arial"/>
                <ns7:cs typeface="Arial"/>
              </ns7:rPr>
              <ns7:t>What help did you use?</ns7:t>
            </ns7:r>
          </ns7:p>
        </p:txBody>
      </p:sp>
      <p:sp>
        <p:nvSpPr>
          <p:cNvPr id="15" name="body-2">
            <a:extLst xmlns:a="http://schemas.openxmlformats.org/drawingml/2006/main">
              <a:ext uri="{FF2B5EF4-FFF2-40B4-BE49-F238E27FC236}">
                <a16:creationId xmlns:a16="http://schemas.microsoft.com/office/drawing/2014/main" id="{B480E7FE-B5BC-4A66-80F3-704BD1D4F1B3}"/>
              </a:ext>
            </a:extLst>
          </p:cNvPr>
          <p:cNvSpPr>
            <a:spLocks xmlns:a="http://schemas.openxmlformats.org/drawingml/2006/main" noGrp="1"/>
          </p:cNvSpPr>
          <p:nvPr/>
        </p:nvSpPr>
        <p:spPr>
          <a:xfrm xmlns:a="http://schemas.openxmlformats.org/drawingml/2006/main">
            <a:off x="609600" y="271653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8:p xmlns:ns8="http://schemas.openxmlformats.org/drawingml/2006/main">
            <ns8:pPr algn="l">
              <ns8:defRPr sz="2250" b="0">
                <ns8:solidFill>
                  <ns8:srgbClr val="17384A"/>
                </ns8:solidFill>
                <ns8:latin typeface="Arial"/>
                <ns8:ea typeface="Arial"/>
                <ns8:cs typeface="Arial"/>
              </ns8:defRPr>
            </ns8:pPr>
            <ns8:r>
              <ns8:rPr sz="2250" b="0">
                <ns8:solidFill>
                  <ns8:srgbClr val="17384A"/>
                </ns8:solidFill>
                <ns8:latin typeface="Arial"/>
                <ns8:ea typeface="Arial"/>
                <ns8:cs typeface="Arial"/>
              </ns8:rPr>
              <ns8:t>What will you practise or complete next?</ns8:t>
            </ns8:r>
          </ns8:p>
        </p:txBody>
      </p:sp>
    </p:spTree>
    <p:extLst>
      <p:ext uri="{BB962C8B-B14F-4D97-AF65-F5344CB8AC3E}">
        <p14:creationId xmlns:p14="http://schemas.microsoft.com/office/powerpoint/2010/main" val="2160463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ide-rule">
            <a:extLst xmlns:a="http://schemas.openxmlformats.org/drawingml/2006/main">
              <a:ext uri="{FF2B5EF4-FFF2-40B4-BE49-F238E27FC236}">
                <a16:creationId xmlns:a16="http://schemas.microsoft.com/office/drawing/2014/main" id="{D7E27DC8-5780-4C6F-967F-69F5095E01F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10CD50A6-479A-42E3-9889-EC0655F086C0}"/>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VOCABULARY</ns0:t>
            </ns0:r>
          </ns0:p>
        </p:txBody>
      </p:sp>
      <p:sp>
        <p:nvSpPr>
          <p:cNvPr id="3" name="slide-number-time">
            <a:extLst xmlns:a="http://schemas.openxmlformats.org/drawingml/2006/main">
              <a:ext uri="{FF2B5EF4-FFF2-40B4-BE49-F238E27FC236}">
                <a16:creationId xmlns:a16="http://schemas.microsoft.com/office/drawing/2014/main" id="{71513864-1F44-47A2-8AB0-36023EBE7FDC}"/>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11 / 12</ns1:t>
            </ns1:r>
          </ns1:p>
        </p:txBody>
      </p:sp>
      <p:sp>
        <p:nvSpPr>
          <p:cNvPr id="4" name="slide-title">
            <a:extLst xmlns:a="http://schemas.openxmlformats.org/drawingml/2006/main">
              <a:ext uri="{FF2B5EF4-FFF2-40B4-BE49-F238E27FC236}">
                <a16:creationId xmlns:a16="http://schemas.microsoft.com/office/drawing/2014/main" id="{60AC37AA-F3B2-4D83-838F-55D3F1781463}"/>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Words that help</ns5:t>
            </ns5:r>
          </ns5:p>
        </p:txBody>
      </p:sp>
      <p:sp>
        <p:nvSpPr>
          <p:cNvPr id="5" name="heading-rule">
            <a:extLst xmlns:a="http://schemas.openxmlformats.org/drawingml/2006/main">
              <a:ext uri="{FF2B5EF4-FFF2-40B4-BE49-F238E27FC236}">
                <a16:creationId xmlns:a16="http://schemas.microsoft.com/office/drawing/2014/main" id="{A88D4494-77DD-42F8-A953-8F665FD2C3F1}"/>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2" name="printed-id">
            <a:extLst xmlns:a="http://schemas.openxmlformats.org/drawingml/2006/main">
              <a:ext uri="{FF2B5EF4-FFF2-40B4-BE49-F238E27FC236}">
                <a16:creationId xmlns:a16="http://schemas.microsoft.com/office/drawing/2014/main" id="{A55B9542-E345-4C7A-A0EC-BB2D0E57999A}"/>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DT-LAUNCH-A2-W07</ns2:t>
            </ns2:r>
          </ns2:p>
        </p:txBody>
      </p:sp>
      <p:sp>
        <p:nvSpPr>
          <p:cNvPr id="13" name="edition-label">
            <a:extLst xmlns:a="http://schemas.openxmlformats.org/drawingml/2006/main">
              <a:ext uri="{FF2B5EF4-FFF2-40B4-BE49-F238E27FC236}">
                <a16:creationId xmlns:a16="http://schemas.microsoft.com/office/drawing/2014/main" id="{79C90A18-ACEE-4E26-A658-19337AA53014}"/>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4" name="licence-credit">
            <a:extLst xmlns:a="http://schemas.openxmlformats.org/drawingml/2006/main">
              <a:ext uri="{FF2B5EF4-FFF2-40B4-BE49-F238E27FC236}">
                <a16:creationId xmlns:a16="http://schemas.microsoft.com/office/drawing/2014/main" id="{B8C65DA7-B3D3-4863-BFEB-F8AC4C662AAF}"/>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Made by Matt · © Matt Roper · CC BY-NC-SA 4.0: free for classroom use, share and adapt with credit, no resale</ns4:t>
            </ns4:r>
          </ns4:p>
        </p:txBody>
      </p:sp>
      <p:sp>
        <p:nvSpPr>
          <p:cNvPr id="16" name="body-0">
            <a:extLst xmlns:a="http://schemas.openxmlformats.org/drawingml/2006/main">
              <a:ext uri="{FF2B5EF4-FFF2-40B4-BE49-F238E27FC236}">
                <a16:creationId xmlns:a16="http://schemas.microsoft.com/office/drawing/2014/main" id="{AD5ECC91-FF83-473B-A80F-A2DCEA5EA4F5}"/>
              </a:ext>
            </a:extLst>
          </p:cNvPr>
          <p:cNvSpPr>
            <a:spLocks xmlns:a="http://schemas.openxmlformats.org/drawingml/2006/main" noGrp="1"/>
          </p:cNvSpPr>
          <p:nvPr/>
        </p:nvSpPr>
        <p:spPr>
          <a:xfrm xmlns:a="http://schemas.openxmlformats.org/drawingml/2006/main">
            <a:off x="609600" y="1695450"/>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6:p xmlns:ns6="http://schemas.openxmlformats.org/drawingml/2006/main">
            <ns6:pPr algn="l">
              <ns6:defRPr sz="2025" b="0">
                <ns6:solidFill>
                  <ns6:srgbClr val="17384A"/>
                </ns6:solidFill>
                <ns6:latin typeface="Arial"/>
                <ns6:ea typeface="Arial"/>
                <ns6:cs typeface="Arial"/>
              </ns6:defRPr>
            </ns6:pPr>
            <ns6:r>
              <ns6:rPr sz="2025" b="0">
                <ns6:solidFill>
                  <ns6:srgbClr val="17384A"/>
                </ns6:solidFill>
                <ns6:latin typeface="Arial"/>
                <ns6:ea typeface="Arial"/>
                <ns6:cs typeface="Arial"/>
              </ns6:rPr>
              <ns6:t>Skill: Something we learn to do.</ns6:t>
            </ns6:r>
          </ns6:p>
        </p:txBody>
      </p:sp>
      <p:sp>
        <p:nvSpPr>
          <p:cNvPr id="17" name="body-1">
            <a:extLst xmlns:a="http://schemas.openxmlformats.org/drawingml/2006/main">
              <a:ext uri="{FF2B5EF4-FFF2-40B4-BE49-F238E27FC236}">
                <a16:creationId xmlns:a16="http://schemas.microsoft.com/office/drawing/2014/main" id="{88C68CAC-CA38-4207-B855-B297B6EF22BE}"/>
              </a:ext>
            </a:extLst>
          </p:cNvPr>
          <p:cNvSpPr>
            <a:spLocks xmlns:a="http://schemas.openxmlformats.org/drawingml/2006/main" noGrp="1"/>
          </p:cNvSpPr>
          <p:nvPr/>
        </p:nvSpPr>
        <p:spPr>
          <a:xfrm xmlns:a="http://schemas.openxmlformats.org/drawingml/2006/main">
            <a:off x="609600" y="2247329"/>
            <a:ext cx="5219700" cy="6751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7:p xmlns:ns7="http://schemas.openxmlformats.org/drawingml/2006/main">
            <ns7:pPr algn="l">
              <ns7:defRPr sz="2025" b="0">
                <ns7:solidFill>
                  <ns7:srgbClr val="17384A"/>
                </ns7:solidFill>
                <ns7:latin typeface="Arial"/>
                <ns7:ea typeface="Arial"/>
                <ns7:cs typeface="Arial"/>
              </ns7:defRPr>
            </ns7:pPr>
            <ns7:r>
              <ns7:rPr sz="2025" b="0">
                <ns7:solidFill>
                  <ns7:srgbClr val="17384A"/>
                </ns7:solidFill>
                <ns7:latin typeface="Arial"/>
                <ns7:ea typeface="Arial"/>
                <ns7:cs typeface="Arial"/>
              </ns7:rPr>
              <ns7:t>Evidence: Work that shows a skill.</ns7:t>
            </ns7:r>
          </ns7:p>
        </p:txBody>
      </p:sp>
      <p:sp>
        <p:nvSpPr>
          <p:cNvPr id="18" name="body-2">
            <a:extLst xmlns:a="http://schemas.openxmlformats.org/drawingml/2006/main">
              <a:ext uri="{FF2B5EF4-FFF2-40B4-BE49-F238E27FC236}">
                <a16:creationId xmlns:a16="http://schemas.microsoft.com/office/drawing/2014/main" id="{98BB6F30-A928-488D-96C8-5767784E31A6}"/>
              </a:ext>
            </a:extLst>
          </p:cNvPr>
          <p:cNvSpPr>
            <a:spLocks xmlns:a="http://schemas.openxmlformats.org/drawingml/2006/main" noGrp="1"/>
          </p:cNvSpPr>
          <p:nvPr/>
        </p:nvSpPr>
        <p:spPr>
          <a:xfrm xmlns:a="http://schemas.openxmlformats.org/drawingml/2006/main">
            <a:off x="609600" y="3112961"/>
            <a:ext cx="5219700" cy="6751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8:p xmlns:ns8="http://schemas.openxmlformats.org/drawingml/2006/main">
            <ns8:pPr algn="l">
              <ns8:defRPr sz="2025" b="0">
                <ns8:solidFill>
                  <ns8:srgbClr val="17384A"/>
                </ns8:solidFill>
                <ns8:latin typeface="Arial"/>
                <ns8:ea typeface="Arial"/>
                <ns8:cs typeface="Arial"/>
              </ns8:defRPr>
            </ns8:pPr>
            <ns8:r>
              <ns8:rPr sz="2025" b="0">
                <ns8:solidFill>
                  <ns8:srgbClr val="17384A"/>
                </ns8:solidFill>
                <ns8:latin typeface="Arial"/>
                <ns8:ea typeface="Arial"/>
                <ns8:cs typeface="Arial"/>
              </ns8:rPr>
              <ns8:t>Support: Help used in a task.</ns8:t>
            </ns8:r>
          </ns8:p>
        </p:txBody>
      </p:sp>
      <p:sp>
        <p:nvSpPr>
          <p:cNvPr id="19" name="body-3">
            <a:extLst xmlns:a="http://schemas.openxmlformats.org/drawingml/2006/main">
              <a:ext uri="{FF2B5EF4-FFF2-40B4-BE49-F238E27FC236}">
                <a16:creationId xmlns:a16="http://schemas.microsoft.com/office/drawing/2014/main" id="{C20DEC5F-CD4B-4158-AF0D-E60254BF4CDF}"/>
              </a:ext>
            </a:extLst>
          </p:cNvPr>
          <p:cNvSpPr>
            <a:spLocks xmlns:a="http://schemas.openxmlformats.org/drawingml/2006/main" noGrp="1"/>
          </p:cNvSpPr>
          <p:nvPr/>
        </p:nvSpPr>
        <p:spPr>
          <a:xfrm xmlns:a="http://schemas.openxmlformats.org/drawingml/2006/main">
            <a:off x="609600" y="3978593"/>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9:p xmlns:ns9="http://schemas.openxmlformats.org/drawingml/2006/main">
            <ns9:pPr algn="l">
              <ns9:defRPr sz="2025" b="0">
                <ns9:solidFill>
                  <ns9:srgbClr val="17384A"/>
                </ns9:solidFill>
                <ns9:latin typeface="Arial"/>
                <ns9:ea typeface="Arial"/>
                <ns9:cs typeface="Arial"/>
              </ns9:defRPr>
            </ns9:pPr>
            <ns9:r>
              <ns9:rPr sz="2025" b="0">
                <ns9:solidFill>
                  <ns9:srgbClr val="17384A"/>
                </ns9:solidFill>
                <ns9:latin typeface="Arial"/>
                <ns9:ea typeface="Arial"/>
                <ns9:cs typeface="Arial"/>
              </ns9:rPr>
              <ns9:t>Independent: That step without help.</ns9:t>
            </ns9:r>
          </ns9:p>
        </p:txBody>
      </p:sp>
      <p:sp>
        <p:nvSpPr>
          <p:cNvPr id="20" name="body-0">
            <a:extLst xmlns:a="http://schemas.openxmlformats.org/drawingml/2006/main">
              <a:ext uri="{FF2B5EF4-FFF2-40B4-BE49-F238E27FC236}">
                <a16:creationId xmlns:a16="http://schemas.microsoft.com/office/drawing/2014/main" id="{E1D697A6-2187-411F-9F04-95AEDEFD8F1F}"/>
              </a:ext>
            </a:extLst>
          </p:cNvPr>
          <p:cNvSpPr>
            <a:spLocks xmlns:a="http://schemas.openxmlformats.org/drawingml/2006/main" noGrp="1"/>
          </p:cNvSpPr>
          <p:nvPr/>
        </p:nvSpPr>
        <p:spPr>
          <a:xfrm xmlns:a="http://schemas.openxmlformats.org/drawingml/2006/main">
            <a:off x="6362700" y="1695450"/>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10:p xmlns:ns10="http://schemas.openxmlformats.org/drawingml/2006/main">
            <ns10:pPr algn="l">
              <ns10:defRPr sz="2025" b="0">
                <ns10:solidFill>
                  <ns10:srgbClr val="17384A"/>
                </ns10:solidFill>
                <ns10:latin typeface="Arial"/>
                <ns10:ea typeface="Arial"/>
                <ns10:cs typeface="Arial"/>
              </ns10:defRPr>
            </ns10:pPr>
            <ns10:r>
              <ns10:rPr sz="2025" b="0">
                <ns10:solidFill>
                  <ns10:srgbClr val="17384A"/>
                </ns10:solidFill>
                <ns10:latin typeface="Arial"/>
                <ns10:ea typeface="Arial"/>
                <ns10:cs typeface="Arial"/>
              </ns10:rPr>
              <ns10:t>Gap: A missing part.</ns10:t>
            </ns10:r>
          </ns10:p>
        </p:txBody>
      </p:sp>
      <p:sp>
        <p:nvSpPr>
          <p:cNvPr id="21" name="body-1">
            <a:extLst xmlns:a="http://schemas.openxmlformats.org/drawingml/2006/main">
              <a:ext uri="{FF2B5EF4-FFF2-40B4-BE49-F238E27FC236}">
                <a16:creationId xmlns:a16="http://schemas.microsoft.com/office/drawing/2014/main" id="{CBDB7742-827E-4DF1-ADBF-52ACD82E81C1}"/>
              </a:ext>
            </a:extLst>
          </p:cNvPr>
          <p:cNvSpPr>
            <a:spLocks xmlns:a="http://schemas.openxmlformats.org/drawingml/2006/main" noGrp="1"/>
          </p:cNvSpPr>
          <p:nvPr/>
        </p:nvSpPr>
        <p:spPr>
          <a:xfrm xmlns:a="http://schemas.openxmlformats.org/drawingml/2006/main">
            <a:off x="6362700" y="2247329"/>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11:p xmlns:ns11="http://schemas.openxmlformats.org/drawingml/2006/main">
            <ns11:pPr algn="l">
              <ns11:defRPr sz="2025" b="0">
                <ns11:solidFill>
                  <ns11:srgbClr val="17384A"/>
                </ns11:solidFill>
                <ns11:latin typeface="Arial"/>
                <ns11:ea typeface="Arial"/>
                <ns11:cs typeface="Arial"/>
              </ns11:defRPr>
            </ns11:pPr>
            <ns11:r>
              <ns11:rPr sz="2025" b="0">
                <ns11:solidFill>
                  <ns11:srgbClr val="17384A"/>
                </ns11:solidFill>
                <ns11:latin typeface="Arial"/>
                <ns11:ea typeface="Arial"/>
                <ns11:cs typeface="Arial"/>
              </ns11:rPr>
              <ns11:t>Review: Check work and plan next.</ns11:t>
            </ns11:r>
          </ns11:p>
        </p:txBody>
      </p:sp>
      <p:sp>
        <p:nvSpPr>
          <p:cNvPr id="22" name="body-2">
            <a:extLst xmlns:a="http://schemas.openxmlformats.org/drawingml/2006/main">
              <a:ext uri="{FF2B5EF4-FFF2-40B4-BE49-F238E27FC236}">
                <a16:creationId xmlns:a16="http://schemas.microsoft.com/office/drawing/2014/main" id="{6E4AC5B5-5DB5-4AFD-A540-86B7945174BF}"/>
              </a:ext>
            </a:extLst>
          </p:cNvPr>
          <p:cNvSpPr>
            <a:spLocks xmlns:a="http://schemas.openxmlformats.org/drawingml/2006/main" noGrp="1"/>
          </p:cNvSpPr>
          <p:nvPr/>
        </p:nvSpPr>
        <p:spPr>
          <a:xfrm xmlns:a="http://schemas.openxmlformats.org/drawingml/2006/main">
            <a:off x="6362700" y="2799207"/>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12:p xmlns:ns12="http://schemas.openxmlformats.org/drawingml/2006/main">
            <ns12:pPr algn="l">
              <ns12:defRPr sz="2025" b="0">
                <ns12:solidFill>
                  <ns12:srgbClr val="17384A"/>
                </ns12:solidFill>
                <ns12:latin typeface="Arial"/>
                <ns12:ea typeface="Arial"/>
                <ns12:cs typeface="Arial"/>
              </ns12:defRPr>
            </ns12:pPr>
            <ns12:r>
              <ns12:rPr sz="2025" b="0">
                <ns12:solidFill>
                  <ns12:srgbClr val="17384A"/>
                </ns12:solidFill>
                <ns12:latin typeface="Arial"/>
                <ns12:ea typeface="Arial"/>
                <ns12:cs typeface="Arial"/>
              </ns12:rPr>
              <ns12:t>Target: A clear next thing to do.</ns12:t>
            </ns12:r>
          </ns12:p>
        </p:txBody>
      </p:sp>
    </p:spTree>
    <p:extLst>
      <p:ext uri="{BB962C8B-B14F-4D97-AF65-F5344CB8AC3E}">
        <p14:creationId xmlns:p14="http://schemas.microsoft.com/office/powerpoint/2010/main" val="1724659072"/>
      </p:ext>
    </p:extLst>
  </p:cSld>
</p:sld>
</file>

<file path=ppt/slides/slide12.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ide-rule">
            <a:extLst xmlns:a="http://schemas.openxmlformats.org/drawingml/2006/main">
              <a:ext uri="{FF2B5EF4-FFF2-40B4-BE49-F238E27FC236}">
                <a16:creationId xmlns:a16="http://schemas.microsoft.com/office/drawing/2014/main" id="{506853DF-EDE9-47DE-B379-5CA30FE0143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9C5D01BA-4C5C-4CC7-8930-4470E839FBBE}"/>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STAFF BRIEF</ns0:t>
            </ns0:r>
          </ns0:p>
        </p:txBody>
      </p:sp>
      <p:sp>
        <p:nvSpPr>
          <p:cNvPr id="3" name="slide-number-time">
            <a:extLst xmlns:a="http://schemas.openxmlformats.org/drawingml/2006/main">
              <a:ext uri="{FF2B5EF4-FFF2-40B4-BE49-F238E27FC236}">
                <a16:creationId xmlns:a16="http://schemas.microsoft.com/office/drawing/2014/main" id="{6935380F-44D1-4452-83AA-C691894F81ED}"/>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12 / 12</ns1:t>
            </ns1:r>
          </ns1:p>
        </p:txBody>
      </p:sp>
      <p:sp>
        <p:nvSpPr>
          <p:cNvPr id="4" name="slide-title">
            <a:extLst xmlns:a="http://schemas.openxmlformats.org/drawingml/2006/main">
              <a:ext uri="{FF2B5EF4-FFF2-40B4-BE49-F238E27FC236}">
                <a16:creationId xmlns:a16="http://schemas.microsoft.com/office/drawing/2014/main" id="{9509DD9B-423A-4951-96E4-2F49524E35F0}"/>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Staff brief</ns5:t>
            </ns5:r>
          </ns5:p>
        </p:txBody>
      </p:sp>
      <p:sp>
        <p:nvSpPr>
          <p:cNvPr id="5" name="heading-rule">
            <a:extLst xmlns:a="http://schemas.openxmlformats.org/drawingml/2006/main">
              <a:ext uri="{FF2B5EF4-FFF2-40B4-BE49-F238E27FC236}">
                <a16:creationId xmlns:a16="http://schemas.microsoft.com/office/drawing/2014/main" id="{CD306737-F981-46D9-9315-54D5AE4B79B9}"/>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1" name="printed-id">
            <a:extLst xmlns:a="http://schemas.openxmlformats.org/drawingml/2006/main">
              <a:ext uri="{FF2B5EF4-FFF2-40B4-BE49-F238E27FC236}">
                <a16:creationId xmlns:a16="http://schemas.microsoft.com/office/drawing/2014/main" id="{515AEF30-6294-44DB-81F6-F3CB66FDC9B3}"/>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DT-LAUNCH-A2-W07</ns2:t>
            </ns2:r>
          </ns2:p>
        </p:txBody>
      </p:sp>
      <p:sp>
        <p:nvSpPr>
          <p:cNvPr id="12" name="edition-label">
            <a:extLst xmlns:a="http://schemas.openxmlformats.org/drawingml/2006/main">
              <a:ext uri="{FF2B5EF4-FFF2-40B4-BE49-F238E27FC236}">
                <a16:creationId xmlns:a16="http://schemas.microsoft.com/office/drawing/2014/main" id="{9F510AFB-D341-4DF2-B29D-CEE167391426}"/>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3" name="licence-credit">
            <a:extLst xmlns:a="http://schemas.openxmlformats.org/drawingml/2006/main">
              <a:ext uri="{FF2B5EF4-FFF2-40B4-BE49-F238E27FC236}">
                <a16:creationId xmlns:a16="http://schemas.microsoft.com/office/drawing/2014/main" id="{594BF42D-B6E5-41F7-A227-2AD8399D7E42}"/>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Made by Matt · © Matt Roper · CC BY-NC-SA 4.0: free for classroom use, share and adapt with credit, no resale</ns4:t>
            </ns4:r>
          </ns4:p>
        </p:txBody>
      </p:sp>
      <p:sp>
        <p:nvSpPr>
          <p:cNvPr id="15" name="body-0">
            <a:extLst xmlns:a="http://schemas.openxmlformats.org/drawingml/2006/main">
              <a:ext uri="{FF2B5EF4-FFF2-40B4-BE49-F238E27FC236}">
                <a16:creationId xmlns:a16="http://schemas.microsoft.com/office/drawing/2014/main" id="{61E01433-5B72-41AB-B4BB-59FA79C627F3}"/>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6:p xmlns:ns6="http://schemas.openxmlformats.org/drawingml/2006/main">
            <ns6:pPr algn="l">
              <ns6:defRPr sz="2025" b="0">
                <ns6:solidFill>
                  <ns6:srgbClr val="17384A"/>
                </ns6:solidFill>
                <ns6:latin typeface="Arial"/>
                <ns6:ea typeface="Arial"/>
                <ns6:cs typeface="Arial"/>
              </ns6:defRPr>
            </ns6:pPr>
            <ns6:r>
              <ns6:rPr sz="2025" b="0">
                <ns6:solidFill>
                  <ns6:srgbClr val="17384A"/>
                </ns6:solidFill>
                <ns6:latin typeface="Arial"/>
                <ns6:ea typeface="Arial"/>
                <ns6:cs typeface="Arial"/>
              </ns6:rPr>
              <ns6:t>Read the planner and local support route.</ns6:t>
            </ns6:r>
          </ns6:p>
        </p:txBody>
      </p:sp>
      <p:sp>
        <p:nvSpPr>
          <p:cNvPr id="16" name="body-1">
            <a:extLst xmlns:a="http://schemas.openxmlformats.org/drawingml/2006/main">
              <a:ext uri="{FF2B5EF4-FFF2-40B4-BE49-F238E27FC236}">
                <a16:creationId xmlns:a16="http://schemas.microsoft.com/office/drawing/2014/main" id="{365D8A69-7368-41E6-901B-C63D119685CE}"/>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7:p xmlns:ns7="http://schemas.openxmlformats.org/drawingml/2006/main">
            <ns7:pPr algn="l">
              <ns7:defRPr sz="2025" b="0">
                <ns7:solidFill>
                  <ns7:srgbClr val="17384A"/>
                </ns7:solidFill>
                <ns7:latin typeface="Arial"/>
                <ns7:ea typeface="Arial"/>
                <ns7:cs typeface="Arial"/>
              </ns7:defRPr>
            </ns7:pPr>
            <ns7:r>
              <ns7:rPr sz="2025" b="0">
                <ns7:solidFill>
                  <ns7:srgbClr val="17384A"/>
                </ns7:solidFill>
                <ns7:latin typeface="Arial"/>
                <ns7:ea typeface="Arial"/>
                <ns7:cs typeface="Arial"/>
              </ns7:rPr>
              <ns7:t>Use the task limits and right to pass.</ns7:t>
            </ns7:r>
          </ns7:p>
        </p:txBody>
      </p:sp>
      <p:sp>
        <p:nvSpPr>
          <p:cNvPr id="17" name="body-2">
            <a:extLst xmlns:a="http://schemas.openxmlformats.org/drawingml/2006/main">
              <a:ext uri="{FF2B5EF4-FFF2-40B4-BE49-F238E27FC236}">
                <a16:creationId xmlns:a16="http://schemas.microsoft.com/office/drawing/2014/main" id="{FE40F02C-1AC4-41E6-88B9-54CB5E2D1172}"/>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8:p xmlns:ns8="http://schemas.openxmlformats.org/drawingml/2006/main">
            <ns8:pPr algn="l">
              <ns8:defRPr sz="2025" b="0">
                <ns8:solidFill>
                  <ns8:srgbClr val="17384A"/>
                </ns8:solidFill>
                <ns8:latin typeface="Arial"/>
                <ns8:ea typeface="Arial"/>
                <ns8:cs typeface="Arial"/>
              </ns8:defRPr>
            </ns8:pPr>
            <ns8:r>
              <ns8:rPr sz="2025" b="0">
                <ns8:solidFill>
                  <ns8:srgbClr val="17384A"/>
                </ns8:solidFill>
                <ns8:latin typeface="Arial"/>
                <ns8:ea typeface="Arial"/>
                <ns8:cs typeface="Arial"/>
              </ns8:rPr>
              <ns8:t>TA: scribe exact words; record physical help.</ns8:t>
            </ns8:r>
          </ns8:p>
        </p:txBody>
      </p:sp>
      <p:sp>
        <p:nvSpPr>
          <p:cNvPr id="18" name="body-3">
            <a:extLst xmlns:a="http://schemas.openxmlformats.org/drawingml/2006/main">
              <a:ext uri="{FF2B5EF4-FFF2-40B4-BE49-F238E27FC236}">
                <a16:creationId xmlns:a16="http://schemas.microsoft.com/office/drawing/2014/main" id="{09F7BA08-B0D3-407F-B420-DAE0E9FF12B8}"/>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9:p xmlns:ns9="http://schemas.openxmlformats.org/drawingml/2006/main">
            <ns9:pPr algn="l">
              <ns9:defRPr sz="2025" b="0">
                <ns9:solidFill>
                  <ns9:srgbClr val="17384A"/>
                </ns9:solidFill>
                <ns9:latin typeface="Arial"/>
                <ns9:ea typeface="Arial"/>
                <ns9:cs typeface="Arial"/>
              </ns9:defRPr>
            </ns9:pPr>
            <ns9:r>
              <ns9:rPr sz="2025" b="0">
                <ns9:solidFill>
                  <ns9:srgbClr val="17384A"/>
                </ns9:solidFill>
                <ns9:latin typeface="Arial"/>
                <ns9:ea typeface="Arial"/>
                <ns9:cs typeface="Arial"/>
              </ns9:rPr>
              <ns9:t>Keep each learner’s own evidence.</ns9:t>
            </ns9:r>
          </ns9:p>
        </p:txBody>
      </p:sp>
      <p:sp>
        <p:nvSpPr>
          <p:cNvPr id="19" name="body-4">
            <a:extLst xmlns:a="http://schemas.openxmlformats.org/drawingml/2006/main">
              <a:ext uri="{FF2B5EF4-FFF2-40B4-BE49-F238E27FC236}">
                <a16:creationId xmlns:a16="http://schemas.microsoft.com/office/drawing/2014/main" id="{80AE7E45-3807-4F32-B830-F0825E0A9BB3}"/>
              </a:ext>
            </a:extLst>
          </p:cNvPr>
          <p:cNvSpPr>
            <a:spLocks xmlns:a="http://schemas.openxmlformats.org/drawingml/2006/main" noGrp="1"/>
          </p:cNvSpPr>
          <p:nvPr/>
        </p:nvSpPr>
        <p:spPr>
          <a:xfrm xmlns:a="http://schemas.openxmlformats.org/drawingml/2006/main">
            <a:off x="609600" y="346481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10:p xmlns:ns10="http://schemas.openxmlformats.org/drawingml/2006/main">
            <ns10:pPr algn="l">
              <ns10:defRPr sz="2025" b="0">
                <ns10:solidFill>
                  <ns10:srgbClr val="17384A"/>
                </ns10:solidFill>
                <ns10:latin typeface="Arial"/>
                <ns10:ea typeface="Arial"/>
                <ns10:cs typeface="Arial"/>
              </ns10:defRPr>
            </ns10:pPr>
            <ns10:r>
              <ns10:rPr sz="2025" b="0">
                <ns10:solidFill>
                  <ns10:srgbClr val="17384A"/>
                </ns10:solidFill>
                <ns10:latin typeface="Arial"/>
                <ns10:ea typeface="Arial"/>
                <ns10:cs typeface="Arial"/>
              </ns10:rPr>
              <ns10:t>Lundy: Space, Voice, Audience, Influence.</ns10:t>
            </ns10:r>
          </ns10:p>
        </p:txBody>
      </p:sp>
    </p:spTree>
    <p:extLst>
      <p:ext uri="{BB962C8B-B14F-4D97-AF65-F5344CB8AC3E}">
        <p14:creationId xmlns:p14="http://schemas.microsoft.com/office/powerpoint/2010/main" val="1752919071"/>
      </p:ext>
    </p:extLst>
  </p:cSld>
</p:sld>
</file>

<file path=ppt/theme/theme1.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[SYS]</ap:Application>
  <ap:PresentationFormat/>
  <ap:Slides>12</ap:Slides>
  <ap:Notes>12</ap:Notes>
  <ap:HiddenSlides>1</ap:HiddenSlides>
  <ap:SharedDoc>false</ap:SharedDoc>
  <ap:DocSecurity>0</ap:DocSecurity>
</ap:Properties>
</file>

<file path=docProps/core.xml><?xml version="1.0" encoding="utf-8"?>
<cp:coreProperties xmlns:cp="http://schemas.openxmlformats.org/package/2006/metadata/core-properties" xmlns:dc="http://purl.org/dc/elements/1.1/" xmlns:dcterms="http://purl.org/dc/terms/" xmlns:xsi="http://www.w3.org/2001/XMLSchema-instance">
  <dc:creator>Lesson resource</dc:creator>
  <dc:title>Review my making skills and evidence</dc:title>
  <dc:subject>DT-LAUNCH-A2-W07</dc:subject>
  <cp:lastModifiedBy/>
  <dc:description>Design &amp; Technology Autumn 2 Week 7</dc:description>
  <cp:keywords/>
</cp:coreProperties>
</file>