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Title and big question: 0 minutes.</ns1:t>
            </ns1:r>
          </ns1:p>
          <ns2:p xmlns:ns2="http://schemas.openxmlformats.org/drawingml/2006/main">
            <ns2:r>
              <ns2:t>Teacher: Open the question. Enter the actual date in the planner; the slide gives the authorised week range. One D&amp;T period per week.</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Arrival and regulation: 4 minutes.</ns1:t>
            </ns1:r>
          </ns1:p>
          <ns2:p xmlns:ns2="http://schemas.openxmlformats.org/drawingml/2006/main">
            <ns2:r>
              <ns2:t>Teacher: Use a private check-in and quiet start. Explain help and pause routes. Check the work surface and pupil access needs.</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Starter: 2 minutes.</ns1:t>
            </ns1:r>
          </ns1:p>
          <ns2:p xmlns:ns2="http://schemas.openxmlformats.org/drawingml/2006/main">
            <ns2:r>
              <ns2:t>Teacher: Read the diagram labels aloud and show real materials or a flat blank. Accept a pointed clue or quiet answer. Diagrams are not measuring templates.</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Today: 0 minutes.</ns1:t>
            </ns1:r>
          </ns1:p>
          <ns2:p xmlns:ns2="http://schemas.openxmlformats.org/drawingml/2006/main">
            <ns2:r>
              <ns2:t>Teacher: Read the scheme objective exactly. Explain the success checks. This is formative work, not award completion.</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I Do: 5 minutes.</ns1:t>
            </ns1:r>
          </ns1:p>
          <ns2:p xmlns:ns2="http://schemas.openxmlformats.org/drawingml/2006/main">
            <ns2:r>
              <ns2:t>Teacher: Show real paper, card, ruler and pencil. Name material/tool and purpose. Compare equal-size samples gently and describe only what you observe. Point to the picture of scissors without handing out scissors. Model placing a pencil on the mat and clearing space.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We Do: 5 minutes.</ns1:t>
            </ns1:r>
          </ns1:p>
          <ns2:p xmlns:ns2="http://schemas.openxmlformats.org/drawingml/2006/main">
            <ns2:r>
              <ns2:t>Teacher: Read A/B/C aloud and ask for a letter plus a reason. B. Stop handling the card and tell the adult. Staff replace it with clean, staple-free card. A risks a hand injury; C leaves the hazard for someone else. Reteach with a rough card edge: pause and ask for a sound piece.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You Do practice: 12 minutes.</ns1:t>
            </ns1:r>
          </ns1:p>
          <ns2:p xmlns:ns2="http://schemas.openxmlformats.org/drawingml/2006/main">
            <ns2:r>
              <ns2:t>Teacher: Sort A–F as material/tool using page 2 labels. Compare equal-size paper and card by gentle bending, not a model load test. Supported pupils start with A–D. Begin page 1 evidence during practice; record exact pupil observations.</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You Do evidence: 6 minutes.</ns1:t>
            </ns1:r>
          </ns1:p>
          <ns2:p xmlns:ns2="http://schemas.openxmlformats.org/drawingml/2006/main">
            <ns2:r>
              <ns2:t>Teacher: Use both Evidence Sheet pages. Materials: paper, card or tape. Tools: ruler, pencil or scissors. A ruler measures/guides a straight line; a pencil marks; scissors cut. Compare equal-size paper and card samples by gentle bending. Accept the observed result. A hazard must pair with a suitable action, for example sharp staple: stop and tell staff. Do not credit a copied model as an independent observation. Scribe without supplying the reason. Keep the actual work reference.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Tidy and evidence check: 4 minutes.</ns1:t>
            </ns1:r>
          </ns1:p>
          <ns2:p xmlns:ns2="http://schemas.openxmlformats.org/drawingml/2006/main">
            <ns2:r>
              <ns2:t>Teacher: Check ownership and actual assistance. Use VF, WS, I, NS+ (Yellow Box), //, ?, R and E appropriately. R needs Voice, Audience, NS+ and the pupil response in their own colour. E requires actual banking. Store materials safely.</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Exit ticket: 2 minutes.</ns1:t>
            </ns1:r>
          </ns1:p>
          <ns2:p xmlns:ns2="http://schemas.openxmlformats.org/drawingml/2006/main">
            <ns2:r>
              <ns2:t>Teacher: Take a quiet exit response. Accept a correct material/tool pair, a purpose and a hazard-action link. Note the next teaching need.</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Vocabulary: 0 minutes.</ns1:t>
            </ns1:r>
          </ns1:p>
          <ns2:p xmlns:ns2="http://schemas.openxmlformats.org/drawingml/2006/main">
            <ns2:r>
              <ns2:t>Teacher: Keep the Vocabulary Mat visible. Connect words to actual tools, materials and marks. Allow a home-language first response.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DT-LAUNCH-A2-W01 · Tuesday 3–Friday 6 November 2026</ns0:t>
            </ns0:r>
          </ns0:p>
          <ns1:p xmlns:ns1="http://schemas.openxmlformats.org/drawingml/2006/main">
            <ns1:r>
              <ns1:t>Staff brief: 0 minutes.</ns1:t>
            </ns1:r>
          </ns1:p>
          <ns2:p xmlns:ns2="http://schemas.openxmlformats.org/drawingml/2006/main">
            <ns2:r>
              <ns2:t>Teacher: Hidden adult reference. Use the planner, Staff Answers and local risk controls. Staff check the task and room risk assessment, individual access needs and local D&amp;T procedures. Use only clean, dry, smooth, staple-free paper/card, rulers and pencils. Prepare tape samples beforehand. Scissors are pictured only. No pupil cutting, folding, assembly, power tools, blades, hot glue or load tests. Offer an observation alternative if touch is uncomfortable.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LAUNCH-DT-W1-E1; Individual material and tool identification, a sample observation and a hazard with a safe action; record actual support and response to feedback.</ns4:t>
            </ns4:r>
          </ns4:p>
          <ns5:p xmlns:ns5="http://schemas.openxmlformats.org/drawingml/2006/main">
            <ns5:r>
              <ns5:t>Scheme: LAUNCH Weekly - Autumn!C236;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Materials tools and safe work</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1 · 3–6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we get ready to make a model?</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We will work with a small card model.</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Clear your work space.</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Keep tools on the mat when not in use.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Tell the adult if you spot a hazard.</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Six labelled drawings: paper, card, ruler, pencil, closed scissors and a tape sample. Scissors are for picture identification only.">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What can you name?</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Which items are materials?</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Which items are tools?</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Point or say one clue.</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CONSTRUCTION: identify materials, tools and safety.</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name two materials and two tools.</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say what a tool helps us do.</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spot a hazard and a safe action.</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Materials tools and safety</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Card is a material. It can form a model.</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Paper is a material too. Feel how it bends.</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A ruler is a tool. It helps us measure.</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A pencil is a tool. It makes clear marks.</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A sharp point can hurt. Keep it on the mat.</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Clear the desk. Ask before using a new tool.</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A material is what we use. A tool helps us do a task.</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What is the safe next step?</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You find a sharp staple in reused card.</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Pull it out with your fingers.</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Stop. Put it down and tell the adult.</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Hide it under the card.</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Sort the six cards: material or tool.</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start with A, B, C and D.</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sort all six and give a use.</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explain a material choice for a model.</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Feel paper and card. Say what you notice.</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Name two materials and two tools.</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Keep one note about the samples.</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Name a hazard and a safe action.</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Respond to feedback in your own colour.</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Return tools to the tray.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Name one material and one tool.</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does the tool help us do?</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Name one hazard and a safe step.</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Material: What we make with.</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Tool: An item that helps a task.</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Hazard: What could cause harm.</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Safe: Risks checked and controlled.</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Stiff: Hard to bend.</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Structure: Parts that hold a shape.</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Join: Fix parts together.</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DT-LAUNCH-A2-W01</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local risk controls before teaching.</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Pupil tools: ruler and pencil; no cutting.</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record physical help and exact words.</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pupil’s own practical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Materials tools and safe work</dc:title>
  <dc:subject>DT-LAUNCH-A2-W01</dc:subject>
  <cp:lastModifiedBy/>
  <dc:description>LAUNCH D&amp;T Autumn 2 Week 1</dc:description>
  <cp:keywords/>
</cp:coreProperties>
</file>