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DT-LAUNCH-A2-W06 · Monday 7–Friday 11 December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big question without requiring personal disclosure. Staff enter the actual date in the planner.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LAUNCH-DT-W6-E1; An accessible product presentation with authentic purpose/process/result, a reasoned proposed improvement, actual audience question and learner reply, with mode/support recorded.</ns4:t>
            </ns4:r>
          </ns4:p>
          <ns5:p xmlns:ns5="http://schemas.openxmlformats.org/drawingml/2006/main">
            <ns5:r>
              <ns5:t>Scheme: LAUNCH Weekly - Autumn!C241; LAUNCH - Autumn!D33, I33, J33; revision 9ed44bdf.</ns5:t>
            </ns5:r>
          </ns5:p>
          <ns6:p xmlns:ns6="http://schemas.openxmlformats.org/drawingml/2006/main">
            <ns6:r>
              <ns6:t>Source objective: Present my product and say what I would improve.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Construction &amp; making: safe structures</ns8:t>
            </ns8:r>
          </ns8:p>
          <ns9:p xmlns:ns9="http://schemas.openxmlformats.org/drawingml/2006/main">
            <ns9:r>
              <ns9:t>Accreditation: [AWARD] [QUAL] (Level 1/2); [AWARD] [QUAL] '[QUAL]', '[QUAL]'.</ns9:t>
            </ns9:r>
          </ns9:p>
          <ns10:p xmlns:ns10="http://schemas.openxmlformats.org/drawingml/2006/main">
            <ns10:r>
              <ns10:t>Assessment: F: safe-working observation.  S: constructed product + evaluation (data drop).</ns10:t>
            </ns10:r>
          </ns10:p>
          <ns11:p xmlns:ns11="http://schemas.openxmlformats.org/drawingml/2006/main">
            <ns11:r>
              <ns11:t>Sources: https://www.hse.gov.uk/risk/classroom-checklist.htm; https://www.sciencebuddies.org/stem-activities/build-best-bridge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DT-LAUNCH-A2-W06 · Monday 7–Friday 11 December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check-in, quiet start and processing time. Identify the available adult and backup support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LAUNCH-DT-W6-E1; An accessible product presentation with authentic purpose/process/result, a reasoned proposed improvement, actual audience question and learner reply, with mode/support recorded.</ns4:t>
            </ns4:r>
          </ns4:p>
          <ns5:p xmlns:ns5="http://schemas.openxmlformats.org/drawingml/2006/main">
            <ns5:r>
              <ns5:t>Scheme: LAUNCH Weekly - Autumn!C241; LAUNCH - Autumn!D33, I33, J33; revision 9ed44bdf.</ns5:t>
            </ns5:r>
          </ns5:p>
          <ns6:p xmlns:ns6="http://schemas.openxmlformats.org/drawingml/2006/main">
            <ns6:r>
              <ns6:t>Source objective: Present my product and say what I would improve.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Construction &amp; making: safe structures</ns8:t>
            </ns8:r>
          </ns8:p>
          <ns9:p xmlns:ns9="http://schemas.openxmlformats.org/drawingml/2006/main">
            <ns9:r>
              <ns9:t>Accreditation: [AWARD] [QUAL] (Level 1/2); [AWARD] [QUAL] '[QUAL]', '[QUAL]'.</ns9:t>
            </ns9:r>
          </ns9:p>
          <ns10:p xmlns:ns10="http://schemas.openxmlformats.org/drawingml/2006/main">
            <ns10:r>
              <ns10:t>Assessment: F: safe-working observation.  S: constructed product + evaluation (data drop).</ns10:t>
            </ns10:r>
          </ns10:p>
          <ns11:p xmlns:ns11="http://schemas.openxmlformats.org/drawingml/2006/main">
            <ns11:r>
              <ns11:t>Sources: https://www.hse.gov.uk/risk/classroom-checklist.htm; https://www.sciencebuddies.org/stem-activities/build-best-bridge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DT-LAUNCH-A2-W06 · Monday 7–Friday 11 December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Read all diagram labels aloud. Accept a pointed clue. Diagrams are authored examples, not learner evidence or measuring templates.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LAUNCH-DT-W6-E1; An accessible product presentation with authentic purpose/process/result, a reasoned proposed improvement, actual audience question and learner reply, with mode/support recorded.</ns4:t>
            </ns4:r>
          </ns4:p>
          <ns5:p xmlns:ns5="http://schemas.openxmlformats.org/drawingml/2006/main">
            <ns5:r>
              <ns5:t>Scheme: LAUNCH Weekly - Autumn!C241; LAUNCH - Autumn!D33, I33, J33; revision 9ed44bdf.</ns5:t>
            </ns5:r>
          </ns5:p>
          <ns6:p xmlns:ns6="http://schemas.openxmlformats.org/drawingml/2006/main">
            <ns6:r>
              <ns6:t>Source objective: Present my product and say what I would improve.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Construction &amp; making: safe structures</ns8:t>
            </ns8:r>
          </ns8:p>
          <ns9:p xmlns:ns9="http://schemas.openxmlformats.org/drawingml/2006/main">
            <ns9:r>
              <ns9:t>Accreditation: [AWARD] [QUAL] (Level 1/2); [AWARD] [QUAL] '[QUAL]', '[QUAL]'.</ns9:t>
            </ns9:r>
          </ns9:p>
          <ns10:p xmlns:ns10="http://schemas.openxmlformats.org/drawingml/2006/main">
            <ns10:r>
              <ns10:t>Assessment: F: safe-working observation.  S: constructed product + evaluation (data drop).</ns10:t>
            </ns10:r>
          </ns10:p>
          <ns11:p xmlns:ns11="http://schemas.openxmlformats.org/drawingml/2006/main">
            <ns11:r>
              <ns11:t>Sources: https://www.hse.gov.uk/risk/classroom-checklist.htm; https://www.sciencebuddies.org/stem-activities/build-best-bridge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DT-LAUNCH-A2-W06 · Monday 7–Friday 11 December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exact scheme objective and the success checks. Explain today’s contribution without claiming award completion.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LAUNCH-DT-W6-E1; An accessible product presentation with authentic purpose/process/result, a reasoned proposed improvement, actual audience question and learner reply, with mode/support recorded.</ns4:t>
            </ns4:r>
          </ns4:p>
          <ns5:p xmlns:ns5="http://schemas.openxmlformats.org/drawingml/2006/main">
            <ns5:r>
              <ns5:t>Scheme: LAUNCH Weekly - Autumn!C241; LAUNCH - Autumn!D33, I33, J33; revision 9ed44bdf.</ns5:t>
            </ns5:r>
          </ns5:p>
          <ns6:p xmlns:ns6="http://schemas.openxmlformats.org/drawingml/2006/main">
            <ns6:r>
              <ns6:t>Source objective: Present my product and say what I would improve.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Construction &amp; making: safe structures</ns8:t>
            </ns8:r>
          </ns8:p>
          <ns9:p xmlns:ns9="http://schemas.openxmlformats.org/drawingml/2006/main">
            <ns9:r>
              <ns9:t>Accreditation: [AWARD] [QUAL] (Level 1/2); [AWARD] [QUAL] '[QUAL]', '[QUAL]'.</ns9:t>
            </ns9:r>
          </ns9:p>
          <ns10:p xmlns:ns10="http://schemas.openxmlformats.org/drawingml/2006/main">
            <ns10:r>
              <ns10:t>Assessment: F: safe-working observation.  S: constructed product + evaluation (data drop).</ns10:t>
            </ns10:r>
          </ns10:p>
          <ns11:p xmlns:ns11="http://schemas.openxmlformats.org/drawingml/2006/main">
            <ns11:r>
              <ns11:t>Sources: https://www.hse.gov.uk/risk/classroom-checklist.htm; https://www.sciencebuddies.org/stem-activities/build-best-bridge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DT-LAUNCH-A2-W06 · Monday 7–Friday 11 December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 and make the reasoning explicit. Require product purpose, one actual making step with support, real test observation or honest not-tested statement, and a linked improvement. Record the real audience and exchange. Accept quiet one-to-one, notes, pointing or AAC. A prepared script without an audience exchange is preparation, not evidence of a delivered presentation.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LAUNCH-DT-W6-E1; An accessible product presentation with authentic purpose/process/result, a reasoned proposed improvement, actual audience question and learner reply, with mode/support recorded.</ns4:t>
            </ns4:r>
          </ns4:p>
          <ns5:p xmlns:ns5="http://schemas.openxmlformats.org/drawingml/2006/main">
            <ns5:r>
              <ns5:t>Scheme: LAUNCH Weekly - Autumn!C241; LAUNCH - Autumn!D33, I33, J33; revision 9ed44bdf.</ns5:t>
            </ns5:r>
          </ns5:p>
          <ns6:p xmlns:ns6="http://schemas.openxmlformats.org/drawingml/2006/main">
            <ns6:r>
              <ns6:t>Source objective: Present my product and say what I would improve.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Construction &amp; making: safe structures</ns8:t>
            </ns8:r>
          </ns8:p>
          <ns9:p xmlns:ns9="http://schemas.openxmlformats.org/drawingml/2006/main">
            <ns9:r>
              <ns9:t>Accreditation: [AWARD] [QUAL] (Level 1/2); [AWARD] [QUAL] '[QUAL]', '[QUAL]'.</ns9:t>
            </ns9:r>
          </ns9:p>
          <ns10:p xmlns:ns10="http://schemas.openxmlformats.org/drawingml/2006/main">
            <ns10:r>
              <ns10:t>Assessment: F: safe-working observation.  S: constructed product + evaluation (data drop).</ns10:t>
            </ns10:r>
          </ns10:p>
          <ns11:p xmlns:ns11="http://schemas.openxmlformats.org/drawingml/2006/main">
            <ns11:r>
              <ns11:t>Sources: https://www.hse.gov.uk/risk/classroom-checklist.htm; https://www.sciencebuddies.org/stem-activities/build-best-bridge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DT-LAUNCH-A2-W06 · Monday 7–Friday 11 December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aloud, ask for a choice and a reason. B. An improvement is a reasoned proposal until it is checked. A and C overclaim strength. Ask the learner to link the proposal to an observed result, then say how a later comparable test could check it. No new load test is required in this lesson.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LAUNCH-DT-W6-E1; An accessible product presentation with authentic purpose/process/result, a reasoned proposed improvement, actual audience question and learner reply, with mode/support recorded.</ns4:t>
            </ns4:r>
          </ns4:p>
          <ns5:p xmlns:ns5="http://schemas.openxmlformats.org/drawingml/2006/main">
            <ns5:r>
              <ns5:t>Scheme: LAUNCH Weekly - Autumn!C241; LAUNCH - Autumn!D33, I33, J33; revision 9ed44bdf.</ns5:t>
            </ns5:r>
          </ns5:p>
          <ns6:p xmlns:ns6="http://schemas.openxmlformats.org/drawingml/2006/main">
            <ns6:r>
              <ns6:t>Source objective: Present my product and say what I would improve.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Construction &amp; making: safe structures</ns8:t>
            </ns8:r>
          </ns8:p>
          <ns9:p xmlns:ns9="http://schemas.openxmlformats.org/drawingml/2006/main">
            <ns9:r>
              <ns9:t>Accreditation: [AWARD] [QUAL] (Level 1/2); [AWARD] [QUAL] '[QUAL]', '[QUAL]'.</ns9:t>
            </ns9:r>
          </ns9:p>
          <ns10:p xmlns:ns10="http://schemas.openxmlformats.org/drawingml/2006/main">
            <ns10:r>
              <ns10:t>Assessment: F: safe-working observation.  S: constructed product + evaluation (data drop).</ns10:t>
            </ns10:r>
          </ns10:p>
          <ns11:p xmlns:ns11="http://schemas.openxmlformats.org/drawingml/2006/main">
            <ns11:r>
              <ns11:t>Sources: https://www.hse.gov.uk/risk/classroom-checklist.htm; https://www.sciencebuddies.org/stem-activities/build-best-bridge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DT-LAUNCH-A2-W06 · Monday 7–Friday 11 December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Model a short explanation with an adult sample clearly labelled. Pupils prepare their own outline, present to the chosen audience and receive a genuine question. Record actual words/mode and the learner reply.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LAUNCH-DT-W6-E1; An accessible product presentation with authentic purpose/process/result, a reasoned proposed improvement, actual audience question and learner reply, with mode/support recorded.</ns4:t>
            </ns4:r>
          </ns4:p>
          <ns5:p xmlns:ns5="http://schemas.openxmlformats.org/drawingml/2006/main">
            <ns5:r>
              <ns5:t>Scheme: LAUNCH Weekly - Autumn!C241; LAUNCH - Autumn!D33, I33, J33; revision 9ed44bdf.</ns5:t>
            </ns5:r>
          </ns5:p>
          <ns6:p xmlns:ns6="http://schemas.openxmlformats.org/drawingml/2006/main">
            <ns6:r>
              <ns6:t>Source objective: Present my product and say what I would improve.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Construction &amp; making: safe structures</ns8:t>
            </ns8:r>
          </ns8:p>
          <ns9:p xmlns:ns9="http://schemas.openxmlformats.org/drawingml/2006/main">
            <ns9:r>
              <ns9:t>Accreditation: [AWARD] [QUAL] (Level 1/2); [AWARD] [QUAL] '[QUAL]', '[QUAL]'.</ns9:t>
            </ns9:r>
          </ns9:p>
          <ns10:p xmlns:ns10="http://schemas.openxmlformats.org/drawingml/2006/main">
            <ns10:r>
              <ns10:t>Assessment: F: safe-working observation.  S: constructed product + evaluation (data drop).</ns10:t>
            </ns10:r>
          </ns10:p>
          <ns11:p xmlns:ns11="http://schemas.openxmlformats.org/drawingml/2006/main">
            <ns11:r>
              <ns11:t>Sources: https://www.hse.gov.uk/risk/classroom-checklist.htm; https://www.sciencebuddies.org/stem-activities/build-best-bridge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DT-LAUNCH-A2-W06 · Monday 7–Friday 11 December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Complete both Evidence Sheet pages. Require product purpose, one actual making step with support, real test observation or honest not-tested statement, and a linked improvement. Record the real audience and exchange. Accept quiet one-to-one, notes, pointing or AAC. A prepared script without an audience exchange is preparation, not evidence of a delivered presentation.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LAUNCH-DT-W6-E1; An accessible product presentation with authentic purpose/process/result, a reasoned proposed improvement, actual audience question and learner reply, with mode/support recorded.</ns4:t>
            </ns4:r>
          </ns4:p>
          <ns5:p xmlns:ns5="http://schemas.openxmlformats.org/drawingml/2006/main">
            <ns5:r>
              <ns5:t>Scheme: LAUNCH Weekly - Autumn!C241; LAUNCH - Autumn!D33, I33, J33; revision 9ed44bdf.</ns5:t>
            </ns5:r>
          </ns5:p>
          <ns6:p xmlns:ns6="http://schemas.openxmlformats.org/drawingml/2006/main">
            <ns6:r>
              <ns6:t>Source objective: Present my product and say what I would improve.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Construction &amp; making: safe structures</ns8:t>
            </ns8:r>
          </ns8:p>
          <ns9:p xmlns:ns9="http://schemas.openxmlformats.org/drawingml/2006/main">
            <ns9:r>
              <ns9:t>Accreditation: [AWARD] [QUAL] (Level 1/2); [AWARD] [QUAL] '[QUAL]', '[QUAL]'.</ns9:t>
            </ns9:r>
          </ns9:p>
          <ns10:p xmlns:ns10="http://schemas.openxmlformats.org/drawingml/2006/main">
            <ns10:r>
              <ns10:t>Assessment: F: safe-working observation.  S: constructed product + evaluation (data drop).</ns10:t>
            </ns10:r>
          </ns10:p>
          <ns11:p xmlns:ns11="http://schemas.openxmlformats.org/drawingml/2006/main">
            <ns11:r>
              <ns11:t>Sources: https://www.hse.gov.uk/risk/classroom-checklist.htm; https://www.sciencebuddies.org/stem-activities/build-best-bridge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DT-LAUNCH-A2-W06 · Monday 7–Friday 11 December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actual support, ownership and response. Use VF, WS, I, NS+, //, ?, R and E appropriately. R needs Voice, Audience, NS+ and a response in the learner’s own colour. E requires actual banking.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LAUNCH-DT-W6-E1; An accessible product presentation with authentic purpose/process/result, a reasoned proposed improvement, actual audience question and learner reply, with mode/support recorded.</ns4:t>
            </ns4:r>
          </ns4:p>
          <ns5:p xmlns:ns5="http://schemas.openxmlformats.org/drawingml/2006/main">
            <ns5:r>
              <ns5:t>Scheme: LAUNCH Weekly - Autumn!C241; LAUNCH - Autumn!D33, I33, J33; revision 9ed44bdf.</ns5:t>
            </ns5:r>
          </ns5:p>
          <ns6:p xmlns:ns6="http://schemas.openxmlformats.org/drawingml/2006/main">
            <ns6:r>
              <ns6:t>Source objective: Present my product and say what I would improve.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Construction &amp; making: safe structures</ns8:t>
            </ns8:r>
          </ns8:p>
          <ns9:p xmlns:ns9="http://schemas.openxmlformats.org/drawingml/2006/main">
            <ns9:r>
              <ns9:t>Accreditation: [AWARD] [QUAL] (Level 1/2); [AWARD] [QUAL] '[QUAL]', '[QUAL]'.</ns9:t>
            </ns9:r>
          </ns9:p>
          <ns10:p xmlns:ns10="http://schemas.openxmlformats.org/drawingml/2006/main">
            <ns10:r>
              <ns10:t>Assessment: F: safe-working observation.  S: constructed product + evaluation (data drop).</ns10:t>
            </ns10:r>
          </ns10:p>
          <ns11:p xmlns:ns11="http://schemas.openxmlformats.org/drawingml/2006/main">
            <ns11:r>
              <ns11:t>Sources: https://www.hse.gov.uk/risk/classroom-checklist.htm; https://www.sciencebuddies.org/stem-activities/build-best-bridge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DT-LAUNCH-A2-W06 · Monday 7–Friday 11 December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 exit response and note the next teaching need. Use the Staff Answers to assess the reason rather than just a letter.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LAUNCH-DT-W6-E1; An accessible product presentation with authentic purpose/process/result, a reasoned proposed improvement, actual audience question and learner reply, with mode/support recorded.</ns4:t>
            </ns4:r>
          </ns4:p>
          <ns5:p xmlns:ns5="http://schemas.openxmlformats.org/drawingml/2006/main">
            <ns5:r>
              <ns5:t>Scheme: LAUNCH Weekly - Autumn!C241; LAUNCH - Autumn!D33, I33, J33; revision 9ed44bdf.</ns5:t>
            </ns5:r>
          </ns5:p>
          <ns6:p xmlns:ns6="http://schemas.openxmlformats.org/drawingml/2006/main">
            <ns6:r>
              <ns6:t>Source objective: Present my product and say what I would improve.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Construction &amp; making: safe structures</ns8:t>
            </ns8:r>
          </ns8:p>
          <ns9:p xmlns:ns9="http://schemas.openxmlformats.org/drawingml/2006/main">
            <ns9:r>
              <ns9:t>Accreditation: [AWARD] [QUAL] (Level 1/2); [AWARD] [QUAL] '[QUAL]', '[QUAL]'.</ns9:t>
            </ns9:r>
          </ns9:p>
          <ns10:p xmlns:ns10="http://schemas.openxmlformats.org/drawingml/2006/main">
            <ns10:r>
              <ns10:t>Assessment: F: safe-working observation.  S: constructed product + evaluation (data drop).</ns10:t>
            </ns10:r>
          </ns10:p>
          <ns11:p xmlns:ns11="http://schemas.openxmlformats.org/drawingml/2006/main">
            <ns11:r>
              <ns11:t>Sources: https://www.hse.gov.uk/risk/classroom-checklist.htm; https://www.sciencebuddies.org/stem-activities/build-best-bridge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DT-LAUNCH-A2-W06 · Monday 7–Friday 11 December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available. Link each word to a case or actual task. Allow a home-language first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LAUNCH-DT-W6-E1; An accessible product presentation with authentic purpose/process/result, a reasoned proposed improvement, actual audience question and learner reply, with mode/support recorded.</ns4:t>
            </ns4:r>
          </ns4:p>
          <ns5:p xmlns:ns5="http://schemas.openxmlformats.org/drawingml/2006/main">
            <ns5:r>
              <ns5:t>Scheme: LAUNCH Weekly - Autumn!C241; LAUNCH - Autumn!D33, I33, J33; revision 9ed44bdf.</ns5:t>
            </ns5:r>
          </ns5:p>
          <ns6:p xmlns:ns6="http://schemas.openxmlformats.org/drawingml/2006/main">
            <ns6:r>
              <ns6:t>Source objective: Present my product and say what I would improve.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Construction &amp; making: safe structures</ns8:t>
            </ns8:r>
          </ns8:p>
          <ns9:p xmlns:ns9="http://schemas.openxmlformats.org/drawingml/2006/main">
            <ns9:r>
              <ns9:t>Accreditation: [AWARD] [QUAL] (Level 1/2); [AWARD] [QUAL] '[QUAL]', '[QUAL]'.</ns9:t>
            </ns9:r>
          </ns9:p>
          <ns10:p xmlns:ns10="http://schemas.openxmlformats.org/drawingml/2006/main">
            <ns10:r>
              <ns10:t>Assessment: F: safe-working observation.  S: constructed product + evaluation (data drop).</ns10:t>
            </ns10:r>
          </ns10:p>
          <ns11:p xmlns:ns11="http://schemas.openxmlformats.org/drawingml/2006/main">
            <ns11:r>
              <ns11:t>Sources: https://www.hse.gov.uk/risk/classroom-checklist.htm; https://www.sciencebuddies.org/stem-activities/build-best-bridge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DT-LAUNCH-A2-W06 · Monday 7–Friday 11 December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staff reference. No forced group presentation or video. Share work-only records under local rules. A question can be answered with “I need to check”. Do not use public uploads or personal accounts.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LAUNCH-DT-W6-E1; An accessible product presentation with authentic purpose/process/result, a reasoned proposed improvement, actual audience question and learner reply, with mode/support recorded.</ns4:t>
            </ns4:r>
          </ns4:p>
          <ns5:p xmlns:ns5="http://schemas.openxmlformats.org/drawingml/2006/main">
            <ns5:r>
              <ns5:t>Scheme: LAUNCH Weekly - Autumn!C241; LAUNCH - Autumn!D33, I33, J33; revision 9ed44bdf.</ns5:t>
            </ns5:r>
          </ns5:p>
          <ns6:p xmlns:ns6="http://schemas.openxmlformats.org/drawingml/2006/main">
            <ns6:r>
              <ns6:t>Source objective: Present my product and say what I would improve.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Construction &amp; making: safe structures</ns8:t>
            </ns8:r>
          </ns8:p>
          <ns9:p xmlns:ns9="http://schemas.openxmlformats.org/drawingml/2006/main">
            <ns9:r>
              <ns9:t>Accreditation: [AWARD] [QUAL] (Level 1/2); [AWARD] [QUAL] '[QUAL]', '[QUAL]'.</ns9:t>
            </ns9:r>
          </ns9:p>
          <ns10:p xmlns:ns10="http://schemas.openxmlformats.org/drawingml/2006/main">
            <ns10:r>
              <ns10:t>Assessment: F: safe-working observation.  S: constructed product + evaluation (data drop).</ns10:t>
            </ns10:r>
          </ns10:p>
          <ns11:p xmlns:ns11="http://schemas.openxmlformats.org/drawingml/2006/main">
            <ns11:r>
              <ns11:t>Sources: https://www.hse.gov.uk/risk/classroom-checklist.htm; https://www.sciencebuddies.org/stem-activities/build-best-bridge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Present my model and next step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Week 6 · 7–11 December 2026 · 40 minutes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DT-LAUNCH-A2-W06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How can I explain my product and a reasoned improvement?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Use your own work and ask for support.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draw, write or show.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DT-LAUNCH-A2-W06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diagram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DT-LAUNCH-A2-W06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An explanation route shows product, purpose, making step, actual result, proposed change, and an audience question with a real reply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model is ready to show.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result can support the explanation.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Which record would you choose?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You may show, speak, write or use AAC.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DT-LAUNCH-A2-W06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Present my product and say what I would improve.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explain my product and a making step.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link an improvement to a real result.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hear a question and respond.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DT-LAUNCH-A2-W06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Fictional example: My model is a card bridge.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folded the sides; an adult held the ruler.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The test note says the centre bent.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would try a folded edge to support the centre.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Question: Will it hold any load? Reply: I cannot say.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A fair retest could check the proposed change.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A clear explanation can be quiet, short and supported.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DT-LAUNCH-A2-W06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Which improvement claim fits the evidence?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 My change will make it hold any load.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  A change may help; a fair retest would check.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  A neat model never needs testing.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DT-LAUNCH-A2-W06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Prepare a short product explanation.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use the sentence frames with staff.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include purpose, result and change.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answer a question about a fair retest.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Choose a private adult or willing peer audience.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DT-LAUNCH-A2-W06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Keep your outline or actual words.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Name the real audience and their question.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Record your reply and proposed improvement.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Respond to feedback in your own colour.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DT-LAUNCH-A2-W06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DT-LAUNCH-A2-W06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What did you explain using a result?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question did your audience ask?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would you change or practise next?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DT-LAUNCH-A2-W06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Present: Share and explain work.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Purpose: What it is meant to do.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Audience: Who receives the message.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Result: What happened in a test.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Improvement: A change to help.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Question: An ask for information.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Response: What we say or do back.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DT-LAUNCH-A2-W06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Present my model and next step</dc:title>
  <dc:subject>DT-LAUNCH-A2-W06</dc:subject>
  <cp:lastModifiedBy/>
  <dc:description>Design &amp; Technology Autumn 2 Week 6</dc:description>
  <cp:keywords/>
</cp:coreProperties>
</file>