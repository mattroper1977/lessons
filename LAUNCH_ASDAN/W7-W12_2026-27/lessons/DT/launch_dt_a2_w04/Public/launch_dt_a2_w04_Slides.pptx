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DT-LAUNCH-A2-W04 · Monday 23–Friday 27 November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LAUNCH-DT-W4-E1; An actual test record for up to three identical light blocks, including stop/not-tried entries, observed results and a justified proposed improvement.</ns4:t>
            </ns4:r>
          </ns4:p>
          <ns5:p xmlns:ns5="http://schemas.openxmlformats.org/drawingml/2006/main">
            <ns5:r>
              <ns5:t>Scheme: LAUNCH Weekly - Autumn!C239;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DT-LAUNCH-A2-W04 · Monday 23–Friday 27 November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LAUNCH-DT-W4-E1; An actual test record for up to three identical light blocks, including stop/not-tried entries, observed results and a justified proposed improvement.</ns4:t>
            </ns4:r>
          </ns4:p>
          <ns5:p xmlns:ns5="http://schemas.openxmlformats.org/drawingml/2006/main">
            <ns5:r>
              <ns5:t>Scheme: LAUNCH Weekly - Autumn!C239;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DT-LAUNCH-A2-W04 · Monday 23–Friday 27 November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Read all diagram labels aloud. Accept a pointed clue. Diagrams are authored examples, not learner evidence or measuring templates.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LAUNCH-DT-W4-E1; An actual test record for up to three identical light blocks, including stop/not-tried entries, observed results and a justified proposed improvement.</ns4:t>
            </ns4:r>
          </ns4:p>
          <ns5:p xmlns:ns5="http://schemas.openxmlformats.org/drawingml/2006/main">
            <ns5:r>
              <ns5:t>Scheme: LAUNCH Weekly - Autumn!C239;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DT-LAUNCH-A2-W04 · Monday 23–Friday 27 November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LAUNCH-DT-W4-E1; An actual test record for up to three identical light blocks, including stop/not-tried entries, observed results and a justified proposed improvement.</ns4:t>
            </ns4:r>
          </ns4:p>
          <ns5:p xmlns:ns5="http://schemas.openxmlformats.org/drawingml/2006/main">
            <ns5:r>
              <ns5:t>Scheme: LAUNCH Weekly - Autumn!C239;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DT-LAUNCH-A2-W04 · Monday 23–Friday 27 November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Record actual block counts and observations at each attempted load. Leave later loads as not tried after a stop. Controls: same model, 10 cm support gap, block type, central loading and five-second observation. An evaluation links a real observation to a reasoned change, for example neater folds or a secure agreed join. Three blocks is a classroom cap, not a strength rating. No result is prefilled.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LAUNCH-DT-W4-E1; An actual test record for up to three identical light blocks, including stop/not-tried entries, observed results and a justified proposed improvement.</ns4:t>
            </ns4:r>
          </ns4:p>
          <ns5:p xmlns:ns5="http://schemas.openxmlformats.org/drawingml/2006/main">
            <ns5:r>
              <ns5:t>Scheme: LAUNCH Weekly - Autumn!C239;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DT-LAUNCH-A2-W04 · Monday 23–Friday 27 November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B. Stop the test and let the adult remove the load safely. Record the slip as an observation. A ignores the stop rule; C changes the test and conceals the result. Re-model the stop signal with an empty setup, not by deliberately breaking a model.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LAUNCH-DT-W4-E1; An actual test record for up to three identical light blocks, including stop/not-tried entries, observed results and a justified proposed improvement.</ns4:t>
            </ns4:r>
          </ns4:p>
          <ns5:p xmlns:ns5="http://schemas.openxmlformats.org/drawingml/2006/main">
            <ns5:r>
              <ns5:t>Scheme: LAUNCH Weekly - Autumn!C239;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DT-LAUNCH-A2-W04 · Monday 23–Friday 27 November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Demonstrate on a separate example. Pupils test their own model with support, one load at a time up to three blocks. Record observations as they happen. If a staff-made substitute is used, mark whose model it is. The learner can still evidence testing, but not claim the earlier building work.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LAUNCH-DT-W4-E1; An actual test record for up to three identical light blocks, including stop/not-tried entries, observed results and a justified proposed improvement.</ns4:t>
            </ns4:r>
          </ns4:p>
          <ns5:p xmlns:ns5="http://schemas.openxmlformats.org/drawingml/2006/main">
            <ns5:r>
              <ns5:t>Scheme: LAUNCH Weekly - Autumn!C239;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DT-LAUNCH-A2-W04 · Monday 23–Friday 27 November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Record actual block counts and observations at each attempted load. Leave later loads as not tried after a stop. Controls: same model, 10 cm support gap, block type, central loading and five-second observation. An evaluation links a real observation to a reasoned change, for example neater folds or a secure agreed join. Three blocks is a classroom cap, not a strength rating. No result is prefilled.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LAUNCH-DT-W4-E1; An actual test record for up to three identical light blocks, including stop/not-tried entries, observed results and a justified proposed improvement.</ns4:t>
            </ns4:r>
          </ns4:p>
          <ns5:p xmlns:ns5="http://schemas.openxmlformats.org/drawingml/2006/main">
            <ns5:r>
              <ns5:t>Scheme: LAUNCH Weekly - Autumn!C239;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DT-LAUNCH-A2-W04 · Monday 23–Friday 27 November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LAUNCH-DT-W4-E1; An actual test record for up to three identical light blocks, including stop/not-tried entries, observed results and a justified proposed improvement.</ns4:t>
            </ns4:r>
          </ns4:p>
          <ns5:p xmlns:ns5="http://schemas.openxmlformats.org/drawingml/2006/main">
            <ns5:r>
              <ns5:t>Scheme: LAUNCH Weekly - Autumn!C239;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DT-LAUNCH-A2-W04 · Monday 23–Friday 27 November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LAUNCH-DT-W4-E1; An actual test record for up to three identical light blocks, including stop/not-tried entries, observed results and a justified proposed improvement.</ns4:t>
            </ns4:r>
          </ns4:p>
          <ns5:p xmlns:ns5="http://schemas.openxmlformats.org/drawingml/2006/main">
            <ns5:r>
              <ns5:t>Scheme: LAUNCH Weekly - Autumn!C239;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DT-LAUNCH-A2-W04 · Monday 23–Friday 27 November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LAUNCH-DT-W4-E1; An actual test record for up to three identical light blocks, including stop/not-tried entries, observed results and a justified proposed improvement.</ns4:t>
            </ns4:r>
          </ns4:p>
          <ns5:p xmlns:ns5="http://schemas.openxmlformats.org/drawingml/2006/main">
            <ns5:r>
              <ns5:t>Scheme: LAUNCH Weekly - Autumn!C239;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DT-LAUNCH-A2-W04 · Monday 23–Friday 27 November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Staff approve and supervise each setup. Use a stable low desk/tray; keep hands clear of the loaded model. No body-weight tests, heavy loads or deliberate collapse. Stop for slipping, splitting or sharp bending; adult removes the blocks. If conditions are unsuitable, record not tested and evaluate the setup instead. No invented result for an absent or stopped test.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LAUNCH-DT-W4-E1; An actual test record for up to three identical light blocks, including stop/not-tried entries, observed results and a justified proposed improvement.</ns4:t>
            </ns4:r>
          </ns4:p>
          <ns5:p xmlns:ns5="http://schemas.openxmlformats.org/drawingml/2006/main">
            <ns5:r>
              <ns5:t>Scheme: LAUNCH Weekly - Autumn!C239;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Test and evaluate my model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4 · 23–27 November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DT-LAUNCH-A2-W04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does a fair test tell me about my model?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Use your own work and ask for support.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DT-LAUNCH-A2-W04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diagram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DT-LAUNCH-A2-W04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A card bridge over a 10 centimetre gap with one central light block and a five-second check. Stop signs show slipping, splitting and sharp bending. Illustration only, not a recorded result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Same gap. Same light blocks.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Place each block at the centre.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should we keep the same?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The picture is not a result.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DT-LAUNCH-A2-W04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CONSTRUCTION: test and evaluate what I made.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follow a safe test plan.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record what I actually observe.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use a result to suggest an improvement.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DT-LAUNCH-A2-W04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the model and the 10 cm gap.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Put one light block at the centre.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Wait five seconds and look from the side.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If stable, try two, then three blocks.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Stop if it slips, splits or bends sharply.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Record what happened. Use it to suggest a change.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Test only to the agreed limit. Do not seek a collapse.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DT-LAUNCH-A2-W04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The model starts to slip. What next?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Add more blocks to find the breaking point.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Stop and let the adult remove the blocks.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Hold it up so it looks as if it passed.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DT-LAUNCH-A2-W04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Follow the test cards with an adult.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place one block with help.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test, observe and record each step.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explain how to make a comparison fair.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Stop at three blocks, or sooner if needed.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DT-LAUNCH-A2-W04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Record each load tried and what happened.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not tried after a stop. Do not guess.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Link one improvement to an observed result.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Respond to feedback in your own colour.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DT-LAUNCH-A2-W04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DT-LAUNCH-A2-W04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What did you keep the same?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did the test show?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would you improve, and why?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DT-LAUNCH-A2-W04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Test: A planned check.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Load: What a structure carries.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Observe: Notice what happens.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Result: What happened in a test.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Evaluate: Judge using results.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Improve: Change to help.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Fair: Same conditions to compare.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DT-LAUNCH-A2-W04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Test and evaluate my model</dc:title>
  <dc:subject>DT-LAUNCH-A2-W04</dc:subject>
  <cp:lastModifiedBy/>
  <dc:description>Design &amp; Technology Autumn 2 Week 4</dc:description>
  <cp:keywords/>
</cp:coreProperties>
</file>