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A: £7 remains, with a visible calculation or explained counter method. B: ask the supervisor to clarify the unclear step before acting, with a reason. C: do not share someone’s private address; use trusted support if pressured. Require all three core tasks, record help and leave gaps explicit. Prior work supports review but does not replace missing current responses.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C. Clarify before acting, especially where safety or money is involved. Asking for help is responsible. Reteach with a harmless packing instruction, then use a fresh task to assess the learner’s own decision.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Model the process using different values or a harmless instruction; do not give the assessed answers. Read/scribe as needed, record support and collect independent choices/reasons. Add a next step from an actual gap.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A: £7 remains, with a visible calculation or explained counter method. B: ask the supervisor to clarify the unclear step before acting, with a reason. C: do not share someone’s private address; use trusted support if pressured. Require all three core tasks, record help and leave gaps explicit. Prior work supports review but does not replace missing current responses.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PSHE-LAUNCH-A2-W07 · Monday 14–Friday 18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fictional money, work and safety cases. No personal finance, family or substance-use disclosure is required. Do not start real purchases or contact workplaces. Safeguarding concerns go through the separate staff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LAUNCH-PSHE-W7-E1; December adult-life task with core money calculation, workplace clarification and privacy decision; individual reasons, support record, evidence references and next step.</ns4:t>
            </ns4:r>
          </ns4:p>
          <ns5:p xmlns:ns5="http://schemas.openxmlformats.org/drawingml/2006/main">
            <ns5:r>
              <ns5:t>Scheme: LAUNCH Weekly - Autumn!C185; LAUNCH - Autumn!D27, I27, J27; revision 9ed44bdf.</ns5:t>
            </ns5:r>
          </ns5:p>
          <ns6:p xmlns:ns6="http://schemas.openxmlformats.org/drawingml/2006/main">
            <ns6:r>
              <ns6:t>Source objective: Adult life &amp; responsibilities task.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Adult life: money, work, safety &amp; citizenship</ns8:t>
            </ns8:r>
          </ns8:p>
          <ns9:p xmlns:ns9="http://schemas.openxmlformats.org/drawingml/2006/main">
            <ns9:r>
              <ns9:t>Accreditation: PSHE Association (KS4/post-16 PoS); ACT Citizenship; [AWARD] [QUAL] '[QUAL]'.</ns9:t>
            </ns9:r>
          </ns9:p>
          <ns10:p xmlns:ns10="http://schemas.openxmlformats.org/drawingml/2006/main">
            <ns10:r>
              <ns10:t>Assessment: F: scenarios &amp; tasks. S: adult life &amp; responsibilities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https://www.childline.org.uk/info-advice/bullying-abuse-safety/online-mobile-safety/staying-safe-online/; https://pshe-association.org.uk/guidance/ks1-5/handling-complex-issues-safely-classroom; https://www.nhs.uk/conditions/poisoning/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Adult life choices and responsibilities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7 · 14–18 December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I show a reasoned choice in adult-life tasks?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Three core adult-life tasks: a fictional money calculation, clarification of a work instruction and protection of private information, followed by review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task has facts and missing details.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confident guess is still a guess.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can we check first?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your reason with your choice.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Adult life &amp; responsibilities task.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use facts to make a practical choice.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explain a responsibility and help route.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review my own evidence and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Model: Jo has £15 for travel and food.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Travel costs £4 and food costs £5.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£15 − £4 − £5 = £6 left.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Jo keeps the £6 for later needs.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If a cost is unclear, Jo checks before spending.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Jo records the sum and the reason for the choice.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Use facts, explain choices, ask for support and review.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work instruction is unclear. What next?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Guess so you look confident.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Copy another person without checking.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Ask the supervisor to explain the step.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Complete core tasks A, B and C.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hear facts and use a number line.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show a choice and reason.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apply the skill to D, E or F.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Keep your own response, not the adult model.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the facts, choice and reason.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Name the help route or responsibility.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actual evidence and support used.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and choose a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Which fact helped your choice?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When is it responsible to ask for help?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do you still want to practise?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Responsibility: Act with care.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Budget: A plan for money.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Cost: Money needed.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Clarify: Make it clear.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Privacy: Who sees personal details.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Evidence: Work that shows a skill.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Review: Check and plan next.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PSHE-LAUNCH-A2-W07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Adult life choices and responsibilities</dc:title>
  <dc:subject>PSHE-LAUNCH-A2-W07</dc:subject>
  <cp:lastModifiedBy/>
  <dc:description>PSHE, RSHE &amp; Citizenship Autumn 2 Week 7</dc:description>
  <cp:keywords/>
</cp:coreProperties>
</file>