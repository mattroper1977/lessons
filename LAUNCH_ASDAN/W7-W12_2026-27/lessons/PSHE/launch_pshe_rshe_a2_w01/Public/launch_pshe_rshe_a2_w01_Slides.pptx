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PSHE-LAUNCH-A2-W01 · Tuesday 3–Friday 6 November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question without asking for personal experience. Enter the actual teaching date in the planner; the slide gives the authorised week range.</ns2:t>
            </ns2:r>
          </ns2:p>
          <ns3:p xmlns:ns3="http://schemas.openxmlformats.org/drawingml/2006/main">
            <ns3:r>
              <ns3:t>TA: offer processing time, read or scribe exact words; record support without supplying the assessed answer.</ns3:t>
            </ns3:r>
          </ns3:p>
          <ns4:p xmlns:ns4="http://schemas.openxmlformats.org/drawingml/2006/main">
            <ns4:r>
              <ns4:t>Evidence: LAUNCH-PSHE-W1-E1; Individual one-day budget calculation and consumer-rights scenario response, with a reason, next step and response after feedback.</ns4:t>
            </ns4:r>
          </ns4:p>
          <ns5:p xmlns:ns5="http://schemas.openxmlformats.org/drawingml/2006/main">
            <ns5:r>
              <ns5:t>Scheme: LAUNCH Weekly - Autumn!C179;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https://www.moneyhelper.org.uk/en/everyday-money/budgeting/budget-planner; https://www.gov.uk/accepting-returns-and-giving-refunds;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PSHE-LAUNCH-A2-W01 · Tuesday 3–Friday 6 November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 and the right to pass. Offer a quiet start, seated stretch or support. Explain the agreed private-help route.</ns2:t>
            </ns2:r>
          </ns2:p>
          <ns3:p xmlns:ns3="http://schemas.openxmlformats.org/drawingml/2006/main">
            <ns3:r>
              <ns3:t>TA: offer processing time, read or scribe exact words; record support without supplying the assessed answer.</ns3:t>
            </ns3:r>
          </ns3:p>
          <ns4:p xmlns:ns4="http://schemas.openxmlformats.org/drawingml/2006/main">
            <ns4:r>
              <ns4:t>Evidence: LAUNCH-PSHE-W1-E1; Individual one-day budget calculation and consumer-rights scenario response, with a reason, next step and response after feedback.</ns4:t>
            </ns4:r>
          </ns4:p>
          <ns5:p xmlns:ns5="http://schemas.openxmlformats.org/drawingml/2006/main">
            <ns5:r>
              <ns5:t>Scheme: LAUNCH Weekly - Autumn!C179;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https://www.moneyhelper.org.uk/en/everyday-money/budgeting/budget-planner; https://www.gov.uk/accepting-returns-and-giving-refunds;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PSHE-LAUNCH-A2-W01 · Tuesday 3–Friday 6 November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Describe the fictional picture aloud. Accept a pointed clue or a quiet response. Do not expect a pupil to decode the picture independently.</ns2:t>
            </ns2:r>
          </ns2:p>
          <ns3:p xmlns:ns3="http://schemas.openxmlformats.org/drawingml/2006/main">
            <ns3:r>
              <ns3:t>TA: offer processing time, read or scribe exact words; record support without supplying the assessed answer.</ns3:t>
            </ns3:r>
          </ns3:p>
          <ns4:p xmlns:ns4="http://schemas.openxmlformats.org/drawingml/2006/main">
            <ns4:r>
              <ns4:t>Evidence: LAUNCH-PSHE-W1-E1; Individual one-day budget calculation and consumer-rights scenario response, with a reason, next step and response after feedback.</ns4:t>
            </ns4:r>
          </ns4:p>
          <ns5:p xmlns:ns5="http://schemas.openxmlformats.org/drawingml/2006/main">
            <ns5:r>
              <ns5:t>Scheme: LAUNCH Weekly - Autumn!C179;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https://www.moneyhelper.org.uk/en/everyday-money/budgeting/budget-planner; https://www.gov.uk/accepting-returns-and-giving-refunds;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PSHE-LAUNCH-A2-W01 · Tuesday 3–Friday 6 November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scheme objective exactly. Explain the success checks in plain words. This is formative learning, not an award completion judgement.</ns2:t>
            </ns2:r>
          </ns2:p>
          <ns3:p xmlns:ns3="http://schemas.openxmlformats.org/drawingml/2006/main">
            <ns3:r>
              <ns3:t>TA: offer processing time, read or scribe exact words; record support without supplying the assessed answer.</ns3:t>
            </ns3:r>
          </ns3:p>
          <ns4:p xmlns:ns4="http://schemas.openxmlformats.org/drawingml/2006/main">
            <ns4:r>
              <ns4:t>Evidence: LAUNCH-PSHE-W1-E1; Individual one-day budget calculation and consumer-rights scenario response, with a reason, next step and response after feedback.</ns4:t>
            </ns4:r>
          </ns4:p>
          <ns5:p xmlns:ns5="http://schemas.openxmlformats.org/drawingml/2006/main">
            <ns5:r>
              <ns5:t>Scheme: LAUNCH Weekly - Autumn!C179;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https://www.moneyhelper.org.uk/en/everyday-money/budgeting/budget-planner; https://www.gov.uk/accepting-returns-and-giving-refunds;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PSHE-LAUNCH-A2-W01 · Tuesday 3–Friday 6 November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the lines aloud. Write 6 + 5 = 11; 20 − 11 = 9; 9 − 7 = 2. £12 is £3 more than the £9 remaining. Use counters or a calculator and distinguish income, cost and money left.</ns2:t>
            </ns2:r>
          </ns2:p>
          <ns3:p xmlns:ns3="http://schemas.openxmlformats.org/drawingml/2006/main">
            <ns3:r>
              <ns3:t>TA: offer processing time, read or scribe exact words; record support without supplying the assessed answer.</ns3:t>
            </ns3:r>
          </ns3:p>
          <ns4:p xmlns:ns4="http://schemas.openxmlformats.org/drawingml/2006/main">
            <ns4:r>
              <ns4:t>Evidence: LAUNCH-PSHE-W1-E1; Individual one-day budget calculation and consumer-rights scenario response, with a reason, next step and response after feedback.</ns4:t>
            </ns4:r>
          </ns4:p>
          <ns5:p xmlns:ns5="http://schemas.openxmlformats.org/drawingml/2006/main">
            <ns5:r>
              <ns5:t>Scheme: LAUNCH Weekly - Autumn!C179;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https://www.moneyhelper.org.uk/en/everyday-money/budgeting/budget-planner; https://www.gov.uk/accepting-returns-and-giving-refunds;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PSHE-LAUNCH-A2-W01 · Tuesday 3–Friday 6 November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A/B/C aloud and ask for a letter plus a reason. B. A faulty item can give the buyer rights to a remedy. Ask the seller to deal with the fault and keep proof of purchase. The remedy depends on the facts. A denies rights; C wrongly treats all returns alike. Contrast a sound item bought in a shop that the buyer simply no longer likes. Reteach with one fresh example if the distinction is missed.</ns2:t>
            </ns2:r>
          </ns2:p>
          <ns3:p xmlns:ns3="http://schemas.openxmlformats.org/drawingml/2006/main">
            <ns3:r>
              <ns3:t>TA: offer processing time, read or scribe exact words; record support without supplying the assessed answer.</ns3:t>
            </ns3:r>
          </ns3:p>
          <ns4:p xmlns:ns4="http://schemas.openxmlformats.org/drawingml/2006/main">
            <ns4:r>
              <ns4:t>Evidence: LAUNCH-PSHE-W1-E1; Individual one-day budget calculation and consumer-rights scenario response, with a reason, next step and response after feedback.</ns4:t>
            </ns4:r>
          </ns4:p>
          <ns5:p xmlns:ns5="http://schemas.openxmlformats.org/drawingml/2006/main">
            <ns5:r>
              <ns5:t>Scheme: LAUNCH Weekly - Autumn!C179;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https://www.moneyhelper.org.uk/en/everyday-money/budgeting/budget-planner; https://www.gov.uk/accepting-returns-and-giving-refunds;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PSHE-LAUNCH-A2-W01 · Tuesday 3–Friday 6 November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Use the fictional budget, then six cards and sort labels. Supported pupils start with C and D. During this practice, begin the budget evidence and rehearse the fault/change-of-mind distinction.</ns2:t>
            </ns2:r>
          </ns2:p>
          <ns3:p xmlns:ns3="http://schemas.openxmlformats.org/drawingml/2006/main">
            <ns3:r>
              <ns3:t>TA: offer processing time, read or scribe exact words; record support without supplying the assessed answer.</ns3:t>
            </ns3:r>
          </ns3:p>
          <ns4:p xmlns:ns4="http://schemas.openxmlformats.org/drawingml/2006/main">
            <ns4:r>
              <ns4:t>Evidence: LAUNCH-PSHE-W1-E1; Individual one-day budget calculation and consumer-rights scenario response, with a reason, next step and response after feedback.</ns4:t>
            </ns4:r>
          </ns4:p>
          <ns5:p xmlns:ns5="http://schemas.openxmlformats.org/drawingml/2006/main">
            <ns5:r>
              <ns5:t>Scheme: LAUNCH Weekly - Autumn!C179;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https://www.moneyhelper.org.uk/en/everyday-money/budgeting/budget-planner; https://www.gov.uk/accepting-returns-and-giving-refunds;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PSHE-LAUNCH-A2-W01 · Tuesday 3–Friday 6 November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Use both Evidence Sheet pages. Ari: £18 in; bus £4 + lunch £6 = £10 needed; £8 left. Adding a £5 magazine gives £15 total spending and £3 left. Without the magazine, £8 remains. Either choice is acceptable with a reason. Rights evidence must distinguish a fault from a change of mind and name the seller/help route. Record only the learner’s actual working and reason. Read or scribe without supplying the answer.</ns2:t>
            </ns2:r>
          </ns2:p>
          <ns3:p xmlns:ns3="http://schemas.openxmlformats.org/drawingml/2006/main">
            <ns3:r>
              <ns3:t>TA: offer processing time, read or scribe exact words; record support without supplying the assessed answer.</ns3:t>
            </ns3:r>
          </ns3:p>
          <ns4:p xmlns:ns4="http://schemas.openxmlformats.org/drawingml/2006/main">
            <ns4:r>
              <ns4:t>Evidence: LAUNCH-PSHE-W1-E1; Individual one-day budget calculation and consumer-rights scenario response, with a reason, next step and response after feedback.</ns4:t>
            </ns4:r>
          </ns4:p>
          <ns5:p xmlns:ns5="http://schemas.openxmlformats.org/drawingml/2006/main">
            <ns5:r>
              <ns5:t>Scheme: LAUNCH Weekly - Autumn!C179;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https://www.moneyhelper.org.uk/en/everyday-money/budgeting/budget-planner; https://www.gov.uk/accepting-returns-and-giving-refunds;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PSHE-LAUNCH-A2-W01 · Tuesday 3–Friday 6 November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ownership and actual support. Use VF, WS, I, NS+ (Yellow Box), //, ?, R and E appropriately. R needs Voice, Audience, an NS+ prompt and response in the learner’s own colour. E requires actual banking. Keep safeguarding records separate.</ns2:t>
            </ns2:r>
          </ns2:p>
          <ns3:p xmlns:ns3="http://schemas.openxmlformats.org/drawingml/2006/main">
            <ns3:r>
              <ns3:t>TA: offer processing time, read or scribe exact words; record support without supplying the assessed answer.</ns3:t>
            </ns3:r>
          </ns3:p>
          <ns4:p xmlns:ns4="http://schemas.openxmlformats.org/drawingml/2006/main">
            <ns4:r>
              <ns4:t>Evidence: LAUNCH-PSHE-W1-E1; Individual one-day budget calculation and consumer-rights scenario response, with a reason, next step and response after feedback.</ns4:t>
            </ns4:r>
          </ns4:p>
          <ns5:p xmlns:ns5="http://schemas.openxmlformats.org/drawingml/2006/main">
            <ns5:r>
              <ns5:t>Scheme: LAUNCH Weekly - Autumn!C179;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https://www.moneyhelper.org.uk/en/everyday-money/budgeting/budget-planner; https://www.gov.uk/accepting-returns-and-giving-refunds;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PSHE-LAUNCH-A2-W01 · Tuesday 3–Friday 6 November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quiet, spoken, pointed, drawn or written exit response. £18 − £10 = £8. Ask the seller about a fault; a sound in-shop change of mind depends on shop policy. Record a next teaching need.</ns2:t>
            </ns2:r>
          </ns2:p>
          <ns3:p xmlns:ns3="http://schemas.openxmlformats.org/drawingml/2006/main">
            <ns3:r>
              <ns3:t>TA: offer processing time, read or scribe exact words; record support without supplying the assessed answer.</ns3:t>
            </ns3:r>
          </ns3:p>
          <ns4:p xmlns:ns4="http://schemas.openxmlformats.org/drawingml/2006/main">
            <ns4:r>
              <ns4:t>Evidence: LAUNCH-PSHE-W1-E1; Individual one-day budget calculation and consumer-rights scenario response, with a reason, next step and response after feedback.</ns4:t>
            </ns4:r>
          </ns4:p>
          <ns5:p xmlns:ns5="http://schemas.openxmlformats.org/drawingml/2006/main">
            <ns5:r>
              <ns5:t>Scheme: LAUNCH Weekly - Autumn!C179;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https://www.moneyhelper.org.uk/en/everyday-money/budgeting/budget-planner; https://www.gov.uk/accepting-returns-and-giving-refunds;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PSHE-LAUNCH-A2-W01 · Tuesday 3–Friday 6 November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visible. Read key words aloud and connect them to cases. Allow a home-language first response where helpful.</ns2:t>
            </ns2:r>
          </ns2:p>
          <ns3:p xmlns:ns3="http://schemas.openxmlformats.org/drawingml/2006/main">
            <ns3:r>
              <ns3:t>TA: offer processing time, read or scribe exact words; record support without supplying the assessed answer.</ns3:t>
            </ns3:r>
          </ns3:p>
          <ns4:p xmlns:ns4="http://schemas.openxmlformats.org/drawingml/2006/main">
            <ns4:r>
              <ns4:t>Evidence: LAUNCH-PSHE-W1-E1; Individual one-day budget calculation and consumer-rights scenario response, with a reason, next step and response after feedback.</ns4:t>
            </ns4:r>
          </ns4:p>
          <ns5:p xmlns:ns5="http://schemas.openxmlformats.org/drawingml/2006/main">
            <ns5:r>
              <ns5:t>Scheme: LAUNCH Weekly - Autumn!C179;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https://www.moneyhelper.org.uk/en/everyday-money/budgeting/budget-planner; https://www.gov.uk/accepting-returns-and-giving-refunds;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PSHE-LAUNCH-A2-W01 · Tuesday 3–Friday 6 November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adult reference. Use the planner, Staff Answers and local safeguarding route. Capture both evidence parts, support, learner voice, the adult reply and a next step. No forced disclosure or public performance.</ns2:t>
            </ns2:r>
          </ns2:p>
          <ns3:p xmlns:ns3="http://schemas.openxmlformats.org/drawingml/2006/main">
            <ns3:r>
              <ns3:t>TA: offer processing time, read or scribe exact words; record support without supplying the assessed answer.</ns3:t>
            </ns3:r>
          </ns3:p>
          <ns4:p xmlns:ns4="http://schemas.openxmlformats.org/drawingml/2006/main">
            <ns4:r>
              <ns4:t>Evidence: LAUNCH-PSHE-W1-E1; Individual one-day budget calculation and consumer-rights scenario response, with a reason, next step and response after feedback.</ns4:t>
            </ns4:r>
          </ns4:p>
          <ns5:p xmlns:ns5="http://schemas.openxmlformats.org/drawingml/2006/main">
            <ns5:r>
              <ns5:t>Scheme: LAUNCH Weekly - Autumn!C179;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https://www.moneyhelper.org.uk/en/everyday-money/budgeting/budget-planner; https://www.gov.uk/accepting-returns-and-giving-refunds;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Money plans and consumer rights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1 · 3–6 November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PSHE-LAUNCH-A2-W01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How can a money plan help us choose?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We use made-up cases. You can pass.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 or write.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Water or a seated stretch may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We use made-up cases, not personal stories.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You can pass and try another case.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A clue in the picture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PSHE-LAUNCH-A2-W01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Fictional young adult planning spending with a calculator, notebook, bus ticket and lunch bag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Sam is planning a day out.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must Sam pay for?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could Sam check first?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All prices are made up.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PSHE-LAUNCH-A2-W01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Money, budgeting &amp; consumer rights.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plan spending within a set amount.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spot a fault or a change of mind.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explain a sensible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A money plan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PSHE-LAUNCH-A2-W01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Sam has £20 for one day.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Bus: £6. Lunch: £5.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Needs cost £11. There is £9 left.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 book costs £7. It would leave £2.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Headphones cost £12. That is £3 too much.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Sam can wait and keep money for the bus.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Money in − spending = money left. These prices are made up.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What is a sensible next step?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PSHE-LAUNCH-A2-W01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new bag has a broken zip. What next?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Keep it. Buyers have no rights.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Contact the shop and explain the fault.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Claim every return must get a refund.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Try the budget. Then read the case cards.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use counters; try cases C and D.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check the budget and all six cases.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explain what fact could change a choice.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Keep your own working and reason.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PSHE-LAUNCH-A2-W01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Fill in Ari’s money plan on page 1.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Pick C, D or F for the rights task on page 2.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Explain the issue and a next step.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Use your own colour to respond to feedback.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PSHE-LAUNCH-A2-W01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own working, reason and next step.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Record the help you used.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Put cards away. Tell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PSHE-LAUNCH-A2-W01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Ari has £18. Needs cost £10. What is left?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new item is faulty. Who could help?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is different if you just dislike it?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PSHE-LAUNCH-A2-W01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Budget: A plan for money in and out.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Income: Money coming in.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Cost: Money needed to pay for something.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Need: Something needed in this case.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Want: Something we would like.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Consumer: A person who buys things.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Rights: Protections set by law.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Use fictional cases and a right to pass.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Check the private-help route before teaching.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read or scribe the learner’s own words.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Record both task parts and actual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Money plans and consumer rights</dc:title>
  <dc:subject>PSHE-LAUNCH-A2-W01</dc:subject>
  <cp:lastModifiedBy/>
  <dc:description>LAUNCH PSHE/RSHE Autumn 2 Week 1</dc:description>
  <cp:keywords/>
</cp:coreProperties>
</file>