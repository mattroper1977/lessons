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Title and big question: 0 minutes.</ns1:t>
            </ns1:r>
          </ns1:p>
          <ns2:p xmlns:ns2="http://schemas.openxmlformats.org/drawingml/2006/main">
            <ns2:r>
              <ns2:t>Teacher: Open the question without asking for personal experience. Enter the actual teaching date in the planner; the slide gives the authorised week range.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Arrival and regulation: 4 minutes.</ns1:t>
            </ns1:r>
          </ns1:p>
          <ns2:p xmlns:ns2="http://schemas.openxmlformats.org/drawingml/2006/main">
            <ns2:r>
              <ns2:t>Teacher: Use a private check-in and the right to pass. Offer a quiet start, seated stretch or support. Explain the agreed private-help route.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Starter: 2 minutes.</ns1:t>
            </ns1:r>
          </ns1:p>
          <ns2:p xmlns:ns2="http://schemas.openxmlformats.org/drawingml/2006/main">
            <ns2:r>
              <ns2:t>Teacher: Describe the fictional picture aloud. Accept a pointed clue or a quiet response. Do not expect a pupil to decode the picture independently.</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Today: 0 minutes.</ns1:t>
            </ns1:r>
          </ns1:p>
          <ns2:p xmlns:ns2="http://schemas.openxmlformats.org/drawingml/2006/main">
            <ns2:r>
              <ns2:t>Teacher: Read the scheme objective exactly. Explain the success checks in plain words. This is formative learning, not an award completion judgement.</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I Do: 5 minutes.</ns1:t>
            </ns1:r>
          </ns1:p>
          <ns2:p xmlns:ns2="http://schemas.openxmlformats.org/drawingml/2006/main">
            <ns2:r>
              <ns2:t>Teacher: Model the lines aloud. Point out the role, task and skill as separate ideas. Show the two role cards on Support Cards page 3. Skills can develop with practice and support; asking for training is responsible.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We Do: 5 minutes.</ns1:t>
            </ns1:r>
          </ns1:p>
          <ns2:p xmlns:ns2="http://schemas.openxmlformats.org/drawingml/2006/main">
            <ns2:r>
              <ns2:t>Teacher: Read A/B/C aloud and ask for a letter plus a reason. C. Ask the supervisor to explain and show the safe task before attempting it. Employers must provide suitable training and supervision. A and B do not establish safe competence. Asking for support is responsible; being an adult does not mean doing everything alone. Reteach with one fresh example if the distinction is missed.</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You Do practice: 12 minutes.</ns1:t>
            </ns1:r>
          </ns1:p>
          <ns2:p xmlns:ns2="http://schemas.openxmlformats.org/drawingml/2006/main">
            <ns2:r>
              <ns2:t>Teacher: Compare the two job cards on page 3, then sort the six cases using page 2 labels. Supported pupils begin with C and D. Begin the job/task/skill evidence during practice.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You Do evidence: 6 minutes.</ns1:t>
            </ns1:r>
          </ns1:p>
          <ns2:p xmlns:ns2="http://schemas.openxmlformats.org/drawingml/2006/main">
            <ns2:r>
              <ns2:t>Teacher: Use both Evidence Sheet pages. Cafe assistant: listening helps check an order; clear speech helps confirm it. Stock assistant: checking details helps match items to a list. Accept other justified links. Route questions may ask about training, entry requirements, supported routes or work experience. For C, communicate the delay; D, pause and seek training; E, plan the payment and seek help if short. Record only the learner’s actual working and reason. Read or scribe without supplying the answer.</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Tidy and evidence check: 4 minutes.</ns1:t>
            </ns1:r>
          </ns1:p>
          <ns2:p xmlns:ns2="http://schemas.openxmlformats.org/drawingml/2006/main">
            <ns2:r>
              <ns2:t>Teacher: Check ownership and actual support. Use VF, WS, I, NS+ (Yellow Box), //, ?, R and E appropriately. R needs Voice, Audience, an NS+ prompt and response in the learner’s own colour. E requires actual banking. Keep safeguarding records separate.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Exit ticket: 2 minutes.</ns1:t>
            </ns1:r>
          </ns1:p>
          <ns2:p xmlns:ns2="http://schemas.openxmlformats.org/drawingml/2006/main">
            <ns2:r>
              <ns2:t>Teacher: Take a quiet, spoken, pointed, drawn or written exit response. Accept a justified job-task/skill link and a route question. Ask the supervisor if a work task is unclear. Record a next teaching need.</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Vocabulary: 0 minutes.</ns1:t>
            </ns1:r>
          </ns1:p>
          <ns2:p xmlns:ns2="http://schemas.openxmlformats.org/drawingml/2006/main">
            <ns2:r>
              <ns2:t>Teacher: Keep the Vocabulary Mat visible. Read key words aloud and connect them to cases. Allow a home-language first response where helpful.</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PSHE-LAUNCH-A2-W02 · Monday 9–Friday 13 November 2026</ns0:t>
            </ns0:r>
          </ns0:p>
          <ns1:p xmlns:ns1="http://schemas.openxmlformats.org/drawingml/2006/main">
            <ns1:r>
              <ns1:t>Staff brief: 0 minutes.</ns1:t>
            </ns1:r>
          </ns1:p>
          <ns2:p xmlns:ns2="http://schemas.openxmlformats.org/drawingml/2006/main">
            <ns2:r>
              <ns2:t>Teacher: Hidden adult reference. Use the planner, Staff Answers and local safeguarding route. Capture both evidence parts, support, learner voice, the adult reply and a next step. No forced disclosure or public performance.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LAUNCH-PSHE-W2-E1; Individual job-task and skill link, a route question, and an adult-responsibility scenario response with support and response after feedback.</ns4:t>
            </ns4:r>
          </ns4:p>
          <ns5:p xmlns:ns5="http://schemas.openxmlformats.org/drawingml/2006/main">
            <ns5:r>
              <ns5:t>Scheme: LAUNCH Weekly - Autumn!C180; LAUNCH - Autumn!D27, I27, J27; revision 9ed44bdf.</ns5:t>
            </ns5:r>
          </ns5:p>
          <ns6:p xmlns:ns6="http://schemas.openxmlformats.org/drawingml/2006/main">
            <ns6:r>
              <ns6:t>Unit: Adult life: money, work, safety &amp; citizenship</ns6:t>
            </ns6:r>
          </ns6:p>
          <ns7:p xmlns:ns7="http://schemas.openxmlformats.org/drawingml/2006/main">
            <ns7:r>
              <ns7:t>Accreditation: PSHE Association (KS4/post-16 PoS); ACT Citizenship; [AWARD] [QUAL] '[QUAL]'.</ns7:t>
            </ns7:r>
          </ns7:p>
          <ns8:p xmlns:ns8="http://schemas.openxmlformats.org/drawingml/2006/main">
            <ns8:r>
              <ns8:t>Assessment: F: scenarios &amp; tasks. S: adult life &amp; responsibilities task (Dec).</ns8:t>
            </ns8:r>
          </ns8:p>
          <ns9:p xmlns:ns9="http://schemas.openxmlformats.org/drawingml/2006/main">
            <ns9:r>
              <ns9:t>Sources: https://nationalcareers.service.gov.uk/explore-careers; https://www.hse.gov.uk/managing/introduction/how-to-manage.htm; https://pshe-association.org.uk/guidance/ks1-5/handling-complex-issues-safely-classroom</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Work, skills and adult life</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2 · 9–13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helps someone get ready for work?</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We use made-up cases. You can pass.</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or write.</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Water or a seated stretch may help.</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We use made-up cases, not personal stories.</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You can pass and try another case.</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A clue in the picture</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Fictional stockroom worker checking a box against a supervisor’s list.">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A worker checks a box and list.</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What skill could help here?</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What could the worker ask?</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This is made up. You can pass.</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Work, careers &amp; adult responsibilities.</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link a job task to a useful skill.</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name a route or question to explore.</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choose a responsible next step.</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A task and a skill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Alex starts a stockroom role.</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Task: check boxes against a list.</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Skill: check details with care.</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Alex asks for the task to be shown.</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Alex checks the start time and travel plan.</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If unsure, Alex asks the supervisor.</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A job has tasks. Skills and support help us do them.</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What is a sensible next step?</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You have not been shown a machine. What next?</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Try it and hope for the best.</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Copy someone without asking.</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Pause. Ask for training and supervision.</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two job cards and the six cases.</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choose a job; try cases C and D.</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link a skill and sort all six cases.</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compare the jobs and a route to check.</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Keep your own reason and next step.</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Choose a job and skill on page 1.</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Add a question about the route into that job.</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Use C, D or E for the page 2 next step.</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Use your own colour to respond to feedback.</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own working, reason and next step.</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Record the help you used.</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Put cards away. Tell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Name a job task and a skill it uses.</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could you check about the route in?</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Who could help if a task is unclear?</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Job: Work in a role.</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Career: A path through work over time.</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Skill: Something we learn to do.</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Task: A piece of work.</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Responsibility: A duty.</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Training: Help to learn a task.</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Supervisor: The person guiding the work.</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PSHE-LAUNCH-A2-W02</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Use fictional cases and a right to pass.</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Check the private-help route before teaching.</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read or scribe the learner’s own words.</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Record both task parts and actual support.</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Work, skills and adult life</dc:title>
  <dc:subject>PSHE-LAUNCH-A2-W02</dc:subject>
  <cp:lastModifiedBy/>
  <dc:description>LAUNCH PSHE/RSHE Autumn 2 Week 2</dc:description>
  <cp:keywords/>
</cp:coreProperties>
</file>