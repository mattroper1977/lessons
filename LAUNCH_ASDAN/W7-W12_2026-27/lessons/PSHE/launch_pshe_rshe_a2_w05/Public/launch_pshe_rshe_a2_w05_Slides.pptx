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Credit a specific clue and a safer action: A respect no; B protect location details; C do not amplify harm and seek staff support; D check a reliable source; E log out; F seek trusted-adult help. The response must explain why. Do not infer safety from popularity, friendliness or a private-group label.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C. Consent from other people does not override this person’s answer. A smaller group can still copy or share a post. Reteach with an ordinary schoolwork photo containing an unwanted name label. This is respectful privacy practice, not a claim that consent alone makes every image lawful to share.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Read A–F and model A. Pupils choose a case, identify the privacy/respect clue, write a safer step and a boundary/help message. Read aloud or scribe exact words without supplying the reason.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Credit a specific clue and a safer action: A respect no; B protect location details; C do not amplify harm and seek staff support; D check a reliable source; E log out; F seek trusted-adult help. The response must explain why. Do not infer safety from popularity, friendliness or a private-group label.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PSHE-LAUNCH-A2-W05 · Monday 30 November–Friday 4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paper fiction and a pass. Do not ask for private online experiences, credentials or screenshots. Do not forward harmful content. Follow safeguarding procedures for actual concerns. Avoid individual legal advice or promises that deleting a post removes every copy.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LAUNCH-PSHE-W5-E1; An individual digital-citizenship case response: privacy/respect clue, safer action and reason, respectful reply and reporting/support route.</ns4:t>
            </ns4:r>
          </ns4:p>
          <ns5:p xmlns:ns5="http://schemas.openxmlformats.org/drawingml/2006/main">
            <ns5:r>
              <ns5:t>Scheme: LAUNCH Weekly - Autumn!C183; LAUNCH - Autumn!D27, I27, J27; revision 9ed44bdf.</ns5:t>
            </ns5:r>
          </ns5:p>
          <ns6:p xmlns:ns6="http://schemas.openxmlformats.org/drawingml/2006/main">
            <ns6:r>
              <ns6:t>Source objective: Digital citizenship &amp; online rights.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https://www.childline.org.uk/info-advice/bullying-abuse-safety/online-mobile-safety/staying-safe-online/;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Respect and privacy online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5 · 30 November–4 December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we protect privacy and respect others online?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A fictional group photo follows a pause and permission check; a no answer leads to not posting, then a safer alternative. No real image or account appears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group photo is ready to share.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One person has not agreed.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needs to happen first?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Pause before you post.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Digital citizenship &amp; online rights.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spot a privacy or respect concern.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explain a safer online action.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choose a trusted help route.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Alex wants to share a group photo.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One person says they do not want it posted.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Alex respects the answer and does not post it.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Alex checks that no private details are visible.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If a post causes harm, Alex asks for support.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Sharing a concern with trusted staff can help.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Pause, ask, respect the answer and get help when needed.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person says no to sharing their photo.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Post it anyway because others agreed.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Share it in a smaller group without asking.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Respect the answer and do not post it.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Match a concern to a safer action.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work through A and B with staff.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give a fact, action and reason.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explain how a small group can still share.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paper cases, not live accounts.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one privacy concern and reason.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Write a respectful boundary or reply.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Name a help route for a harmful post.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in your own colour.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What should happen before a photo is shared?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Why can a small group still be risky?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Who can help with a harmful post?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Privacy: Who sees personal details.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Consent: A free, specific agreement.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Respect: Treat people with care.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Report: Tell the right help route.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Source: Where information comes from.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Share: Pass to other people.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Boundary: A limit we set.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PSHE-LAUNCH-A2-W05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Respect and privacy online</dc:title>
  <dc:subject>PSHE-LAUNCH-A2-W05</dc:subject>
  <cp:lastModifiedBy/>
  <dc:description>PSHE, RSHE &amp; Citizenship Autumn 2 Week 5</dc:description>
  <cp:keywords/>
</cp:coreProperties>
</file>