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Open the big question without requiring personal disclosure. Staff enter the actual date in the planner.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Use a private check-in, quiet start and processing time. Identify the available adult and backup support route.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Read all diagram labels aloud. Accept a pointed clue. Diagrams are authored examples, not learner evidence or measuring templates.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exact scheme objective and the success checks. Explain today’s contribution without claiming award completion.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 and make the reasoning explicit. Credit an explicit clue, a plausible risk and an action that reduces it, plus an adult/support route. For A use staffed reception; B do not accept an unverified lift; C avoid the closed site; D confirm through staff; E seek support for ignored boundaries; F call 999. Do not award certainty from an unsupported guess or blame a victim.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aloud, ask for a choice and a reason. B. The driver and offer are not verified. Alex should remain in a suitable staffed place and ask a trusted adult to help check an agreed travel option. A friendly tone is not evidence of safety. Reteach with an unexpected change to a collection plan. Do not teach that all strangers are dangerous or that familiar people cannot cause harm.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Read A–F and sort into safer route, risk, check first, support needed or emergency. Ask for the clue before the action. Pupils then complete one case plan and a changed-plan backup; scribe their words if needed.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Complete both Evidence Sheet pages. Credit an explicit clue, a plausible risk and an action that reduces it, plus an adult/support route. For A use staffed reception; B do not accept an unverified lift; C avoid the closed site; D confirm through staff; E seek support for ignored boundaries; F call 999. Do not award certainty from an unsupported guess or blame a victim.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actual support, ownership and response. Use VF, WS, I, NS+, //, ?, R and E appropriately. R needs Voice, Audience, NS+ and a response in the learner’s own colour. E requires actual banking.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Take a quiet exit response and note the next teaching need. Use the Staff Answers to assess the reason rather than just a letter.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Vocabulary Mat available. Link each word to a case or actual task. Allow a home-language first response.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PSHE-LAUNCH-A2-W03 · Monday 16–Friday 20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staff reference. Use fictional situations and a pass option. Do not rehearse threats, harassment, being followed or a collapse. Avoid victim-blaming. Listen calmly to a real concern and follow local safeguarding arrangements separately from learning evidence. Emergency examples are verbal only.</ns2:t>
            </ns2:r>
          </ns2:p>
          <ns3:p xmlns:ns3="http://schemas.openxmlformats.org/drawingml/2006/main">
            <ns3:r>
              <ns3:t>TA: offer processing time, read or scribe exact words, record physical help and avoid supplying the assessed answer.</ns3:t>
            </ns3:r>
          </ns3:p>
          <ns4:p xmlns:ns4="http://schemas.openxmlformats.org/drawingml/2006/main">
            <ns4:r>
              <ns4:t>Evidence: LAUNCH-PSHE-W3-E1; Individual fact/risk analysis and a safer plan for a fictional personal-safety case, with a boundary, support route and backup.</ns4:t>
            </ns4:r>
          </ns4:p>
          <ns5:p xmlns:ns5="http://schemas.openxmlformats.org/drawingml/2006/main">
            <ns5:r>
              <ns5:t>Scheme: LAUNCH Weekly - Autumn!C181; LAUNCH - Autumn!D27, I27, J27; revision 9ed44bdf.</ns5:t>
            </ns5:r>
          </ns5:p>
          <ns6:p xmlns:ns6="http://schemas.openxmlformats.org/drawingml/2006/main">
            <ns6:r>
              <ns6:t>Unit: Adult life: money, work, safety &amp; citizenship</ns6:t>
            </ns6:r>
          </ns6:p>
          <ns7:p xmlns:ns7="http://schemas.openxmlformats.org/drawingml/2006/main">
            <ns7:r>
              <ns7:t>Accreditation: PSHE Association (KS4/post-16 PoS); ACT Citizenship; [AWARD] [QUAL] '[QUAL]'.</ns7:t>
            </ns7:r>
          </ns7:p>
          <ns8:p xmlns:ns8="http://schemas.openxmlformats.org/drawingml/2006/main">
            <ns8:r>
              <ns8:t>Assessment: F: scenarios &amp; tasks. S: adult life &amp; responsibilities task (Dec).</ns8:t>
            </ns8:r>
          </ns8:p>
          <ns9:p xmlns:ns9="http://schemas.openxmlformats.org/drawingml/2006/main">
            <ns9:r>
              <ns9:t>Sources: https://www.childline.org.uk/info-advice/bullying-abuse-safety/getting-help/asking-adult-help/; https://pshe-association.org.uk/guidance/ks1-5/handling-complex-issues-safely-classroom; https://www.nhs.uk/conditions/poisoning/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Personal safety and safer choices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3 · 16–20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How can we spot a risk and get support?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draw, write or show.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Keep your work space clear.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the agreed help route.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 listen without judging each other.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Look at the diagram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Fictional missed-bus situation with a route to staffed club reception and a separate unverified online lift offer. No real map or address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Alex has missed the bus.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staffed place is nearby.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What does Alex know?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should Alex check?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Staying safe: risk &amp; personal safety.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separate a fact from a missing detail.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explain a risk and a safer next step.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choose a help route if a plan changes.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Watch the model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Alex misses the bus after a club.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Fact: the planned ride has gone.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Risk: being stuck without safe travel.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Alex goes to the club’s staffed reception.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Alex asks staff to help contact a trusted adult.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They check a safe travel plan together.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Pause, check facts, choose a safer step and get help.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fits the facts?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An online contact offers Alex a private lift.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Go, because the message sounds friendly.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Pause and check with a trusted adult.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Share a live location with the stranger.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practice tasks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Sort facts, risks and missing details.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start with cases A and B.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explain a safer step for each.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compare two plans if a fact changes.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Use fictional places and people.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evidence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Choose a case and identify its key fact.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Explain the risk without blaming the person.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Write a safer step and a backup help route.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Respond to feedback in your own colour.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both pages.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work and record the help used.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Put resources away safely.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Tell the adult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What fact would make you pause?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you check before you act?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Who could help if your plan changes?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Risk: The chance of harm.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Hazard: What could cause harm.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Fact: What we know or can check.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Boundary: A limit we set.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Pressure: Being pushed to act.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Backup: Another plan or route.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Emergency: Serious danger now.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PSHE-LAUNCH-A2-W03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Read the planner and local support route.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Use the task limits and right to pass.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scribe exact words; record physical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Keep each learner’s own evidence.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Personal safety and safer choices</dc:title>
  <dc:subject>PSHE-LAUNCH-A2-W03</dc:subject>
  <cp:lastModifiedBy/>
  <dc:description>PSHE, RSHE &amp; Citizenship Autumn 2 Week 3</dc:description>
  <cp:keywords/>
</cp:coreProperties>
</file>