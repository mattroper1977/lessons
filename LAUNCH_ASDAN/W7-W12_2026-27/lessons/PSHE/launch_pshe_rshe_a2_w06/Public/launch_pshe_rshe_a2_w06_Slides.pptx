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PSHE-LAUNCH-A2-W06 · Monday 7–Friday 11 December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big question without requiring personal disclosure. Staff enter the actual date in the planner.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LAUNCH-PSHE-W6-E1; A community-inclusion proposal naming a barrier, rights/respect reason, person to consult, actual audience reply and a revised or confirmed next step.</ns4:t>
            </ns4:r>
          </ns4:p>
          <ns5:p xmlns:ns5="http://schemas.openxmlformats.org/drawingml/2006/main">
            <ns5:r>
              <ns5:t>Scheme: LAUNCH Weekly - Autumn!C184; LAUNCH - Autumn!D27, I27, J27; revision 9ed44bdf.</ns5:t>
            </ns5:r>
          </ns5:p>
          <ns6:p xmlns:ns6="http://schemas.openxmlformats.org/drawingml/2006/main">
            <ns6:r>
              <ns6:t>Source objective: Community, belonging &amp; respect (Human Rights Day).</ns6:t>
            </ns6:r>
          </ns6:p>
          <ns7:p xmlns:ns7="http://schemas.openxmlformats.org/drawingml/2006/main">
            <ns7:r>
              <ns7:t>Calendar: Human Rights Day is 10 December, within Week 6 (7–11 December). The source C184 line already matches the owner calendar; no week move is needed. No specific teaching day or annual campaign theme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https://www.ohchr.org/en/what-are-human-rights; https://www.ohchr.org/en/about-us/human-rights-day;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PSHE-LAUNCH-A2-W06 · Monday 7–Friday 11 December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check-in, quiet start and processing time. Identify the available adult and backup support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LAUNCH-PSHE-W6-E1; A community-inclusion proposal naming a barrier, rights/respect reason, person to consult, actual audience reply and a revised or confirmed next step.</ns4:t>
            </ns4:r>
          </ns4:p>
          <ns5:p xmlns:ns5="http://schemas.openxmlformats.org/drawingml/2006/main">
            <ns5:r>
              <ns5:t>Scheme: LAUNCH Weekly - Autumn!C184; LAUNCH - Autumn!D27, I27, J27; revision 9ed44bdf.</ns5:t>
            </ns5:r>
          </ns5:p>
          <ns6:p xmlns:ns6="http://schemas.openxmlformats.org/drawingml/2006/main">
            <ns6:r>
              <ns6:t>Source objective: Community, belonging &amp; respect (Human Rights Day).</ns6:t>
            </ns6:r>
          </ns6:p>
          <ns7:p xmlns:ns7="http://schemas.openxmlformats.org/drawingml/2006/main">
            <ns7:r>
              <ns7:t>Calendar: Human Rights Day is 10 December, within Week 6 (7–11 December). The source C184 line already matches the owner calendar; no week move is needed. No specific teaching day or annual campaign theme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https://www.ohchr.org/en/what-are-human-rights; https://www.ohchr.org/en/about-us/human-rights-day;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PSHE-LAUNCH-A2-W06 · Monday 7–Friday 11 December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Read all diagram labels aloud. Accept a pointed clue. Diagrams are authored examples, not learner evidence or measuring templates.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LAUNCH-PSHE-W6-E1; A community-inclusion proposal naming a barrier, rights/respect reason, person to consult, actual audience reply and a revised or confirmed next step.</ns4:t>
            </ns4:r>
          </ns4:p>
          <ns5:p xmlns:ns5="http://schemas.openxmlformats.org/drawingml/2006/main">
            <ns5:r>
              <ns5:t>Scheme: LAUNCH Weekly - Autumn!C184; LAUNCH - Autumn!D27, I27, J27; revision 9ed44bdf.</ns5:t>
            </ns5:r>
          </ns5:p>
          <ns6:p xmlns:ns6="http://schemas.openxmlformats.org/drawingml/2006/main">
            <ns6:r>
              <ns6:t>Source objective: Community, belonging &amp; respect (Human Rights Day).</ns6:t>
            </ns6:r>
          </ns6:p>
          <ns7:p xmlns:ns7="http://schemas.openxmlformats.org/drawingml/2006/main">
            <ns7:r>
              <ns7:t>Calendar: Human Rights Day is 10 December, within Week 6 (7–11 December). The source C184 line already matches the owner calendar; no week move is needed. No specific teaching day or annual campaign theme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https://www.ohchr.org/en/what-are-human-rights; https://www.ohchr.org/en/about-us/human-rights-day;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PSHE-LAUNCH-A2-W06 · Monday 7–Friday 11 December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exact scheme objective and the success checks. Explain today’s contribution without claiming award completion.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LAUNCH-PSHE-W6-E1; A community-inclusion proposal naming a barrier, rights/respect reason, person to consult, actual audience reply and a revised or confirmed next step.</ns4:t>
            </ns4:r>
          </ns4:p>
          <ns5:p xmlns:ns5="http://schemas.openxmlformats.org/drawingml/2006/main">
            <ns5:r>
              <ns5:t>Scheme: LAUNCH Weekly - Autumn!C184; LAUNCH - Autumn!D27, I27, J27; revision 9ed44bdf.</ns5:t>
            </ns5:r>
          </ns5:p>
          <ns6:p xmlns:ns6="http://schemas.openxmlformats.org/drawingml/2006/main">
            <ns6:r>
              <ns6:t>Source objective: Community, belonging &amp; respect (Human Rights Day).</ns6:t>
            </ns6:r>
          </ns6:p>
          <ns7:p xmlns:ns7="http://schemas.openxmlformats.org/drawingml/2006/main">
            <ns7:r>
              <ns7:t>Calendar: Human Rights Day is 10 December, within Week 6 (7–11 December). The source C184 line already matches the owner calendar; no week move is needed. No specific teaching day or annual campaign theme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https://www.ohchr.org/en/what-are-human-rights; https://www.ohchr.org/en/about-us/human-rights-day;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PSHE-LAUNCH-A2-W06 · Monday 7–Friday 11 December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 and make the reasoning explicit. Credit a concrete barrier and a feasible change that listens to the affected person. Accept plain-word links to dignity, privacy, education or participation without article/criterion numbers. Record the actual classroom audience and response; a proposal is not a claim that a real school policy changed.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LAUNCH-PSHE-W6-E1; A community-inclusion proposal naming a barrier, rights/respect reason, person to consult, actual audience reply and a revised or confirmed next step.</ns4:t>
            </ns4:r>
          </ns4:p>
          <ns5:p xmlns:ns5="http://schemas.openxmlformats.org/drawingml/2006/main">
            <ns5:r>
              <ns5:t>Scheme: LAUNCH Weekly - Autumn!C184; LAUNCH - Autumn!D27, I27, J27; revision 9ed44bdf.</ns5:t>
            </ns5:r>
          </ns5:p>
          <ns6:p xmlns:ns6="http://schemas.openxmlformats.org/drawingml/2006/main">
            <ns6:r>
              <ns6:t>Source objective: Community, belonging &amp; respect (Human Rights Day).</ns6:t>
            </ns6:r>
          </ns6:p>
          <ns7:p xmlns:ns7="http://schemas.openxmlformats.org/drawingml/2006/main">
            <ns7:r>
              <ns7:t>Calendar: Human Rights Day is 10 December, within Week 6 (7–11 December). The source C184 line already matches the owner calendar; no week move is needed. No specific teaching day or annual campaign theme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https://www.ohchr.org/en/what-are-human-rights; https://www.ohchr.org/en/about-us/human-rights-day;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PSHE-LAUNCH-A2-W06 · Monday 7–Friday 11 December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aloud, ask for a choice and a reason. B. Human rights belong to everyone; they are not rewards for good behaviour. A setting can address harmful behaviour fairly while treating the person with dignity and respecting others’ rights. Reteach with a calm response to an unsafe action, without denying the person a voice or basic care.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LAUNCH-PSHE-W6-E1; A community-inclusion proposal naming a barrier, rights/respect reason, person to consult, actual audience reply and a revised or confirmed next step.</ns4:t>
            </ns4:r>
          </ns4:p>
          <ns5:p xmlns:ns5="http://schemas.openxmlformats.org/drawingml/2006/main">
            <ns5:r>
              <ns5:t>Scheme: LAUNCH Weekly - Autumn!C184; LAUNCH - Autumn!D27, I27, J27; revision 9ed44bdf.</ns5:t>
            </ns5:r>
          </ns5:p>
          <ns6:p xmlns:ns6="http://schemas.openxmlformats.org/drawingml/2006/main">
            <ns6:r>
              <ns6:t>Source objective: Community, belonging &amp; respect (Human Rights Day).</ns6:t>
            </ns6:r>
          </ns6:p>
          <ns7:p xmlns:ns7="http://schemas.openxmlformats.org/drawingml/2006/main">
            <ns7:r>
              <ns7:t>Calendar: Human Rights Day is 10 December, within Week 6 (7–11 December). The source C184 line already matches the owner calendar; no week move is needed. No specific teaching day or annual campaign theme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https://www.ohchr.org/en/what-are-human-rights; https://www.ohchr.org/en/about-us/human-rights-day;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PSHE-LAUNCH-A2-W06 · Monday 7–Friday 11 December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Model an accessible way to give an idea. Pupils choose one barrier and proposal, share with a real audience in their chosen mode, hear the reply and record what they would change or keep.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LAUNCH-PSHE-W6-E1; A community-inclusion proposal naming a barrier, rights/respect reason, person to consult, actual audience reply and a revised or confirmed next step.</ns4:t>
            </ns4:r>
          </ns4:p>
          <ns5:p xmlns:ns5="http://schemas.openxmlformats.org/drawingml/2006/main">
            <ns5:r>
              <ns5:t>Scheme: LAUNCH Weekly - Autumn!C184; LAUNCH - Autumn!D27, I27, J27; revision 9ed44bdf.</ns5:t>
            </ns5:r>
          </ns5:p>
          <ns6:p xmlns:ns6="http://schemas.openxmlformats.org/drawingml/2006/main">
            <ns6:r>
              <ns6:t>Source objective: Community, belonging &amp; respect (Human Rights Day).</ns6:t>
            </ns6:r>
          </ns6:p>
          <ns7:p xmlns:ns7="http://schemas.openxmlformats.org/drawingml/2006/main">
            <ns7:r>
              <ns7:t>Calendar: Human Rights Day is 10 December, within Week 6 (7–11 December). The source C184 line already matches the owner calendar; no week move is needed. No specific teaching day or annual campaign theme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https://www.ohchr.org/en/what-are-human-rights; https://www.ohchr.org/en/about-us/human-rights-day;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PSHE-LAUNCH-A2-W06 · Monday 7–Friday 11 December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Complete both Evidence Sheet pages. Credit a concrete barrier and a feasible change that listens to the affected person. Accept plain-word links to dignity, privacy, education or participation without article/criterion numbers. Record the actual classroom audience and response; a proposal is not a claim that a real school policy changed.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LAUNCH-PSHE-W6-E1; A community-inclusion proposal naming a barrier, rights/respect reason, person to consult, actual audience reply and a revised or confirmed next step.</ns4:t>
            </ns4:r>
          </ns4:p>
          <ns5:p xmlns:ns5="http://schemas.openxmlformats.org/drawingml/2006/main">
            <ns5:r>
              <ns5:t>Scheme: LAUNCH Weekly - Autumn!C184; LAUNCH - Autumn!D27, I27, J27; revision 9ed44bdf.</ns5:t>
            </ns5:r>
          </ns5:p>
          <ns6:p xmlns:ns6="http://schemas.openxmlformats.org/drawingml/2006/main">
            <ns6:r>
              <ns6:t>Source objective: Community, belonging &amp; respect (Human Rights Day).</ns6:t>
            </ns6:r>
          </ns6:p>
          <ns7:p xmlns:ns7="http://schemas.openxmlformats.org/drawingml/2006/main">
            <ns7:r>
              <ns7:t>Calendar: Human Rights Day is 10 December, within Week 6 (7–11 December). The source C184 line already matches the owner calendar; no week move is needed. No specific teaching day or annual campaign theme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https://www.ohchr.org/en/what-are-human-rights; https://www.ohchr.org/en/about-us/human-rights-day;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PSHE-LAUNCH-A2-W06 · Monday 7–Friday 11 December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actual support, ownership and response. Use VF, WS, I, NS+, //, ?, R and E appropriately. R needs Voice, Audience, NS+ and a response in the learner’s own colour. E requires actual banking.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LAUNCH-PSHE-W6-E1; A community-inclusion proposal naming a barrier, rights/respect reason, person to consult, actual audience reply and a revised or confirmed next step.</ns4:t>
            </ns4:r>
          </ns4:p>
          <ns5:p xmlns:ns5="http://schemas.openxmlformats.org/drawingml/2006/main">
            <ns5:r>
              <ns5:t>Scheme: LAUNCH Weekly - Autumn!C184; LAUNCH - Autumn!D27, I27, J27; revision 9ed44bdf.</ns5:t>
            </ns5:r>
          </ns5:p>
          <ns6:p xmlns:ns6="http://schemas.openxmlformats.org/drawingml/2006/main">
            <ns6:r>
              <ns6:t>Source objective: Community, belonging &amp; respect (Human Rights Day).</ns6:t>
            </ns6:r>
          </ns6:p>
          <ns7:p xmlns:ns7="http://schemas.openxmlformats.org/drawingml/2006/main">
            <ns7:r>
              <ns7:t>Calendar: Human Rights Day is 10 December, within Week 6 (7–11 December). The source C184 line already matches the owner calendar; no week move is needed. No specific teaching day or annual campaign theme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https://www.ohchr.org/en/what-are-human-rights; https://www.ohchr.org/en/about-us/human-rights-day;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PSHE-LAUNCH-A2-W06 · Monday 7–Friday 11 December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 exit response and note the next teaching need. Use the Staff Answers to assess the reason rather than just a letter.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LAUNCH-PSHE-W6-E1; A community-inclusion proposal naming a barrier, rights/respect reason, person to consult, actual audience reply and a revised or confirmed next step.</ns4:t>
            </ns4:r>
          </ns4:p>
          <ns5:p xmlns:ns5="http://schemas.openxmlformats.org/drawingml/2006/main">
            <ns5:r>
              <ns5:t>Scheme: LAUNCH Weekly - Autumn!C184; LAUNCH - Autumn!D27, I27, J27; revision 9ed44bdf.</ns5:t>
            </ns5:r>
          </ns5:p>
          <ns6:p xmlns:ns6="http://schemas.openxmlformats.org/drawingml/2006/main">
            <ns6:r>
              <ns6:t>Source objective: Community, belonging &amp; respect (Human Rights Day).</ns6:t>
            </ns6:r>
          </ns6:p>
          <ns7:p xmlns:ns7="http://schemas.openxmlformats.org/drawingml/2006/main">
            <ns7:r>
              <ns7:t>Calendar: Human Rights Day is 10 December, within Week 6 (7–11 December). The source C184 line already matches the owner calendar; no week move is needed. No specific teaching day or annual campaign theme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https://www.ohchr.org/en/what-are-human-rights; https://www.ohchr.org/en/about-us/human-rights-day;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PSHE-LAUNCH-A2-W06 · Monday 7–Friday 11 December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available. Link each word to a case or actual task. Allow a home-language first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LAUNCH-PSHE-W6-E1; A community-inclusion proposal naming a barrier, rights/respect reason, person to consult, actual audience reply and a revised or confirmed next step.</ns4:t>
            </ns4:r>
          </ns4:p>
          <ns5:p xmlns:ns5="http://schemas.openxmlformats.org/drawingml/2006/main">
            <ns5:r>
              <ns5:t>Scheme: LAUNCH Weekly - Autumn!C184; LAUNCH - Autumn!D27, I27, J27; revision 9ed44bdf.</ns5:t>
            </ns5:r>
          </ns5:p>
          <ns6:p xmlns:ns6="http://schemas.openxmlformats.org/drawingml/2006/main">
            <ns6:r>
              <ns6:t>Source objective: Community, belonging &amp; respect (Human Rights Day).</ns6:t>
            </ns6:r>
          </ns6:p>
          <ns7:p xmlns:ns7="http://schemas.openxmlformats.org/drawingml/2006/main">
            <ns7:r>
              <ns7:t>Calendar: Human Rights Day is 10 December, within Week 6 (7–11 December). The source C184 line already matches the owner calendar; no week move is needed. No specific teaching day or annual campaign theme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https://www.ohchr.org/en/what-are-human-rights; https://www.ohchr.org/en/about-us/human-rights-day;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PSHE-LAUNCH-A2-W06 · Monday 7–Friday 11 December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staff reference. Use fictional settings. Do not require pupils to disclose disability, belief, identity or personal rights concerns. Avoid debates about whether a group deserves rights. Refer real concerns to staff and local procedures.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LAUNCH-PSHE-W6-E1; A community-inclusion proposal naming a barrier, rights/respect reason, person to consult, actual audience reply and a revised or confirmed next step.</ns4:t>
            </ns4:r>
          </ns4:p>
          <ns5:p xmlns:ns5="http://schemas.openxmlformats.org/drawingml/2006/main">
            <ns5:r>
              <ns5:t>Scheme: LAUNCH Weekly - Autumn!C184; LAUNCH - Autumn!D27, I27, J27; revision 9ed44bdf.</ns5:t>
            </ns5:r>
          </ns5:p>
          <ns6:p xmlns:ns6="http://schemas.openxmlformats.org/drawingml/2006/main">
            <ns6:r>
              <ns6:t>Source objective: Community, belonging &amp; respect (Human Rights Day).</ns6:t>
            </ns6:r>
          </ns6:p>
          <ns7:p xmlns:ns7="http://schemas.openxmlformats.org/drawingml/2006/main">
            <ns7:r>
              <ns7:t>Calendar: Human Rights Day is 10 December, within Week 6 (7–11 December). The source C184 line already matches the owner calendar; no week move is needed. No specific teaching day or annual campaign theme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https://www.ohchr.org/en/what-are-human-rights; https://www.ohchr.org/en/about-us/human-rights-day;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Belonging and respect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Week 6 · 7–11 December 2026 · 40 minutes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PSHE-LAUNCH-A2-W06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How can our community make room for everyone?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We use made-up cases. You can pass.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draw, write or show.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PSHE-LAUNCH-A2-W06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diagram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PSHE-LAUNCH-A2-W06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Human Rights Day on 10 December: a barrier to a meeting is identified, the person is consulted, a written option is offered and the group checks it helped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meeting only takes spoken ideas.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Jo wants to give a written idea.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could the organiser change?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Everyone needs a way to be heard.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PSHE-LAUNCH-A2-W06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Community, belonging &amp; respect (Human Rights Day).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explain that rights belong to everyone.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spot a barrier to belonging.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propose a respectful change and listen.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PSHE-LAUNCH-A2-W06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club is planning a shared activity.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Jo wants to give an idea in writing.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The organiser accepts notes as well as speech.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The group listens without mocking people.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They explain what can change and why.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Jo checks whether the new option helps.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Human Rights Day: 10 December. Listen, include and review.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PSHE-LAUNCH-A2-W06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Someone breaks a rule. Do they lose all rights?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 Yes, rights are only for good behaviour.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  No; rights belong to everyone.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  Yes, if a group votes against them.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PSHE-LAUNCH-A2-W06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Find a barrier and a respectful change.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choose a change for A or B.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explain how it helps someone join.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compare two views and a fair next step.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Listen to the person affected.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PSHE-LAUNCH-A2-W06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Keep one barrier and a proposed change.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Explain a right or respect principle in words.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Record a real audience reply and your response.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Use your own colour for the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PSHE-LAUNCH-A2-W06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PSHE-LAUNCH-A2-W06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Who has human rights?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How can different support help people join?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will you do after hearing another view?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PSHE-LAUNCH-A2-W06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Rights: Protections for everyone.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Dignity: Each person matters.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Belonging: Being part of a group.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Respect: Treat people with care.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Barrier: What blocks taking part.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Voice: A way to share a view.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Fair: Consider rights and needs.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PSHE-LAUNCH-A2-W06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Belonging and respect</dc:title>
  <dc:subject>PSHE-LAUNCH-A2-W06</dc:subject>
  <cp:lastModifiedBy/>
  <dc:description>PSHE, RSHE &amp; Citizenship Autumn 2 Week 6</dc:description>
  <cp:keywords/>
</cp:coreProperties>
</file>