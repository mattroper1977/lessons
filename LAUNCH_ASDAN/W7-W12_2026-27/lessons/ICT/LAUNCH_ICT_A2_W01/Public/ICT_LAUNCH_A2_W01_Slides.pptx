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0f3cfd98aa468a" /><Relationship Type="http://schemas.openxmlformats.org/officeDocument/2006/relationships/extended-properties" Target="/docProps/app.xml" Id="Rc321b095de4245e3" /><Relationship Type="http://schemas.openxmlformats.org/officeDocument/2006/relationships/officeDocument" Target="/ppt/presentation.xml" Id="R831689bd47a949f6" /></Relationships>
</file>

<file path=ppt/presentation.xml><?xml version="1.0" encoding="utf-8"?>
<p:presentation xmlns:p="http://schemas.openxmlformats.org/presentationml/2006/main">
  <p:sldMasterIdLst>
    <p:sldMasterId xmlns:r="http://schemas.openxmlformats.org/officeDocument/2006/relationships" id="2147483648" r:id="R5abb3f409a8b4ef7"/>
  </p:sldMasterIdLst>
  <p:notesMasterIdLst>
    <p:notesMasterId xmlns:r="http://schemas.openxmlformats.org/officeDocument/2006/relationships" r:id="R2e7e73d711f2449d"/>
  </p:notesMasterIdLst>
  <p:sldIdLst>
    <p:sldId xmlns:r="http://schemas.openxmlformats.org/officeDocument/2006/relationships" id="256" r:id="R4afb08a1c8a14fb1"/>
    <p:sldId xmlns:r="http://schemas.openxmlformats.org/officeDocument/2006/relationships" id="257" r:id="R99a194ed3efb4d1b"/>
    <p:sldId xmlns:r="http://schemas.openxmlformats.org/officeDocument/2006/relationships" id="258" r:id="R147d66dd3293414f"/>
    <p:sldId xmlns:r="http://schemas.openxmlformats.org/officeDocument/2006/relationships" id="259" r:id="Rfb6d11fb202c4d2d"/>
    <p:sldId xmlns:r="http://schemas.openxmlformats.org/officeDocument/2006/relationships" id="260" r:id="Rae7b3ab36f62465e"/>
    <p:sldId xmlns:r="http://schemas.openxmlformats.org/officeDocument/2006/relationships" id="261" r:id="Rbc85b155cde34251"/>
    <p:sldId xmlns:r="http://schemas.openxmlformats.org/officeDocument/2006/relationships" id="262" r:id="R2a870b65e1424737"/>
    <p:sldId xmlns:r="http://schemas.openxmlformats.org/officeDocument/2006/relationships" id="263" r:id="Rc26ff4bfae7d451e"/>
    <p:sldId xmlns:r="http://schemas.openxmlformats.org/officeDocument/2006/relationships" id="264" r:id="Ra15d67a0b44f41f2"/>
    <p:sldId xmlns:r="http://schemas.openxmlformats.org/officeDocument/2006/relationships" id="265" r:id="R3058045e330841bd"/>
    <p:sldId xmlns:r="http://schemas.openxmlformats.org/officeDocument/2006/relationships" id="266" r:id="Rd51c0651075049fe"/>
    <p:sldId xmlns:r="http://schemas.openxmlformats.org/officeDocument/2006/relationships" id="267" r:id="R3873e801f9ee422a"/>
    <p:sldId xmlns:r="http://schemas.openxmlformats.org/officeDocument/2006/relationships" id="268" r:id="R4abcaeac81644f6a"/>
    <p:sldId xmlns:r="http://schemas.openxmlformats.org/officeDocument/2006/relationships" id="269" r:id="Rc0ecb6394b124d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071cd5c30946f4" /><Relationship Type="http://schemas.openxmlformats.org/officeDocument/2006/relationships/slideMaster" Target="/ppt/slideMasters/slideMaster1.xml" Id="R5abb3f409a8b4ef7" /><Relationship Type="http://schemas.openxmlformats.org/officeDocument/2006/relationships/notesMaster" Target="/ppt/notesMasters/notesMaster1.xml" Id="R2e7e73d711f2449d" /><Relationship Type="http://schemas.openxmlformats.org/officeDocument/2006/relationships/presProps" Target="/ppt/presProps.xml" Id="R8024dea30f784851" /><Relationship Type="http://schemas.openxmlformats.org/officeDocument/2006/relationships/tableStyles" Target="/ppt/tableStyles.xml" Id="R24f4cd6616cd4985" /><Relationship Type="http://schemas.openxmlformats.org/officeDocument/2006/relationships/slide" Target="/ppt/slides/slide1.xml" Id="R4afb08a1c8a14fb1" /><Relationship Type="http://schemas.openxmlformats.org/officeDocument/2006/relationships/slide" Target="/ppt/slides/slide2.xml" Id="R99a194ed3efb4d1b" /><Relationship Type="http://schemas.openxmlformats.org/officeDocument/2006/relationships/slide" Target="/ppt/slides/slide3.xml" Id="R147d66dd3293414f" /><Relationship Type="http://schemas.openxmlformats.org/officeDocument/2006/relationships/slide" Target="/ppt/slides/slide4.xml" Id="Rfb6d11fb202c4d2d" /><Relationship Type="http://schemas.openxmlformats.org/officeDocument/2006/relationships/slide" Target="/ppt/slides/slide5.xml" Id="Rae7b3ab36f62465e" /><Relationship Type="http://schemas.openxmlformats.org/officeDocument/2006/relationships/slide" Target="/ppt/slides/slide6.xml" Id="Rbc85b155cde34251" /><Relationship Type="http://schemas.openxmlformats.org/officeDocument/2006/relationships/slide" Target="/ppt/slides/slide7.xml" Id="R2a870b65e1424737" /><Relationship Type="http://schemas.openxmlformats.org/officeDocument/2006/relationships/slide" Target="/ppt/slides/slide8.xml" Id="Rc26ff4bfae7d451e" /><Relationship Type="http://schemas.openxmlformats.org/officeDocument/2006/relationships/slide" Target="/ppt/slides/slide9.xml" Id="Ra15d67a0b44f41f2" /><Relationship Type="http://schemas.openxmlformats.org/officeDocument/2006/relationships/slide" Target="/ppt/slides/slide10.xml" Id="R3058045e330841bd" /><Relationship Type="http://schemas.openxmlformats.org/officeDocument/2006/relationships/slide" Target="/ppt/slides/slide11.xml" Id="Rd51c0651075049fe" /><Relationship Type="http://schemas.openxmlformats.org/officeDocument/2006/relationships/slide" Target="/ppt/slides/slide12.xml" Id="R3873e801f9ee422a" /><Relationship Type="http://schemas.openxmlformats.org/officeDocument/2006/relationships/slide" Target="/ppt/slides/slide13.xml" Id="R4abcaeac81644f6a" /><Relationship Type="http://schemas.openxmlformats.org/officeDocument/2006/relationships/slide" Target="/ppt/slides/slide14.xml" Id="Rc0ecb6394b124d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156f6b372749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7186edd0614b4f" /><Relationship Type="http://schemas.openxmlformats.org/officeDocument/2006/relationships/notesMaster" Target="/ppt/notesMasters/notesMaster1.xml" Id="R49dcefcda1e64f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2a4e479c124011" /><Relationship Type="http://schemas.openxmlformats.org/officeDocument/2006/relationships/notesMaster" Target="/ppt/notesMasters/notesMaster1.xml" Id="R734dd304f9e542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ea1939b07943fe" /><Relationship Type="http://schemas.openxmlformats.org/officeDocument/2006/relationships/notesMaster" Target="/ppt/notesMasters/notesMaster1.xml" Id="R87c4ff7afd8b4a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b7636b5d77430b" /><Relationship Type="http://schemas.openxmlformats.org/officeDocument/2006/relationships/notesMaster" Target="/ppt/notesMasters/notesMaster1.xml" Id="Rb52a2748230048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7cff7955274dc0" /><Relationship Type="http://schemas.openxmlformats.org/officeDocument/2006/relationships/notesMaster" Target="/ppt/notesMasters/notesMaster1.xml" Id="R72618986395748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582a04aec1473e" /><Relationship Type="http://schemas.openxmlformats.org/officeDocument/2006/relationships/notesMaster" Target="/ppt/notesMasters/notesMaster1.xml" Id="R8cd1157434154d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e07fd8f4fb44b7" /><Relationship Type="http://schemas.openxmlformats.org/officeDocument/2006/relationships/notesMaster" Target="/ppt/notesMasters/notesMaster1.xml" Id="R078981f0e10248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9e181601614bd0" /><Relationship Type="http://schemas.openxmlformats.org/officeDocument/2006/relationships/notesMaster" Target="/ppt/notesMasters/notesMaster1.xml" Id="R7723437d28e54d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a9904fd98d43ec" /><Relationship Type="http://schemas.openxmlformats.org/officeDocument/2006/relationships/notesMaster" Target="/ppt/notesMasters/notesMaster1.xml" Id="R39988c2ddce841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635275090546c0" /><Relationship Type="http://schemas.openxmlformats.org/officeDocument/2006/relationships/notesMaster" Target="/ppt/notesMasters/notesMaster1.xml" Id="Rb7f7b088535141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18021700d04bf9" /><Relationship Type="http://schemas.openxmlformats.org/officeDocument/2006/relationships/notesMaster" Target="/ppt/notesMasters/notesMaster1.xml" Id="Rcd0d621e2c9c40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0ca40a2351941c4" /><Relationship Type="http://schemas.openxmlformats.org/officeDocument/2006/relationships/notesMaster" Target="/ppt/notesMasters/notesMaster1.xml" Id="Rf5c3df80481745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7cb6f686994fbb" /><Relationship Type="http://schemas.openxmlformats.org/officeDocument/2006/relationships/notesMaster" Target="/ppt/notesMasters/notesMaster1.xml" Id="Reead84fbb29a4c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03effb89b74513" /><Relationship Type="http://schemas.openxmlformats.org/officeDocument/2006/relationships/notesMaster" Target="/ppt/notesMasters/notesMaster1.xml" Id="Reb6e61f6532d4d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Introduce the 40-minute lesson. State that Profile A and Profile B are made up. No pupil should enter real names, dates of birth, addresses, contact details or passwords.</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Accept a word, gesture or brief explanation. Check the difference between a file and a folder. A folder name does not set access permissions.</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Present work and Profile_A_v1 as names without extensions. The second shows the content and version. A good name need not include a real person's name.</a:t>
            </a:r>
          </a:p>
          <a:p xmlns:a="http://schemas.openxmlformats.org/drawingml/2006/main">
            <a:r>
              <a:t/>
            </a:r>
          </a:p>
          <a:p xmlns:a="http://schemas.openxmlformats.org/drawingml/2006/main">
            <a:r>
              <a:t>Profile_A_v1 gives a clear clue to its contents and version.</a:t>
            </a:r>
          </a:p>
          <a:p xmlns:a="http://schemas.openxmlformats.org/drawingml/2006/main">
            <a:r>
              <a:t/>
            </a:r>
          </a:p>
          <a:p xmlns:a="http://schemas.openxmlformats.org/drawingml/2006/main">
            <a:r>
              <a:t>A useful file name does not need your real name.</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In a staff-approved practice area, demonstrate creating the parent and lesson folders, then a short document. Show Save As or the local equivalent. Retain the document type chosen by the software. Spell out the folder path. This is a demonstration, not a screenshot of any named software.</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Save before closing. Open via the folder rather than a recent-files list. Show that an empty or old file is not successful evidence. If changes are missing, use the last saved copy and repeat the step. Do not delete originals.</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Teach each term aloud. A hobby can be personal information too. Its suitability for sharing depends on purpose, audience and detail. Do not imply that a folder protects data.</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Use the supplied fictional cards only. Purpose: a hobby-group introduction viewed by the group. Keep a fictional profile label and general hobby. Leave out home address, contact number, full birth date and password. The exercise labels sensitive detail types without inventing usable contact data.</a:t>
            </a:r>
          </a:p>
          <a:p xmlns:a="http://schemas.openxmlformats.org/drawingml/2006/main">
            <a:r>
              <a:t/>
            </a:r>
          </a:p>
          <a:p xmlns:a="http://schemas.openxmlformats.org/drawingml/2006/main">
            <a:r>
              <a:t>A general hobby fits this task.</a:t>
            </a:r>
          </a:p>
          <a:p xmlns:a="http://schemas.openxmlformats.org/drawingml/2006/main">
            <a:r>
              <a:t/>
            </a:r>
          </a:p>
          <a:p xmlns:a="http://schemas.openxmlformats.org/drawingml/2006/main">
            <a:r>
              <a:t>A home address is not needed for this introduction.</a:t>
            </a:r>
          </a:p>
          <a:p xmlns:a="http://schemas.openxmlformats.org/drawingml/2006/main">
            <a:r>
              <a:t/>
            </a:r>
          </a:p>
          <a:p xmlns:a="http://schemas.openxmlformats.org/drawingml/2006/main">
            <a:r>
              <a:t>Check the purpose and audience before sharing personal details.</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Staff model an approved storage location without exposing real accounts or personal files. Access depends on the actual permissions and sharing settings. Do not ask pupils to change account settings or publish anything. Do not demonstrate a live public link.</a:t>
            </a:r>
          </a:p>
          <a:p xmlns:a="http://schemas.openxmlformats.org/drawingml/2006/main">
            <a:r>
              <a:t/>
            </a:r>
          </a:p>
          <a:p xmlns:a="http://schemas.openxmlformats.org/drawingml/2006/main">
            <a:r>
              <a:t>The folder name does not control who has access.</a:t>
            </a:r>
          </a:p>
          <a:p xmlns:a="http://schemas.openxmlformats.org/drawingml/2006/main">
            <a:r>
              <a:t/>
            </a:r>
          </a:p>
          <a:p xmlns:a="http://schemas.openxmlformats.org/drawingml/2006/main">
            <a:r>
              <a:t>Use an approved location and ask staff to check access.</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Slides 10-13 share this 12-minute task time. Each pupil completes the same core checks. With one device, alternate operator and checker after six minutes, using Profile A then Profile B. Do not let one pupil's file stand as evidence for both.</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Offer a pre-opened blank document, enlarged pointer and one instruction at a time. Staff can scribe exact pupil words. Record the support actually given. The pupil still points to the save location and confirms reopened content.</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Use the brief and checklist without routine prompting. Ask for a reason linked to the audience or purpose. If a pupil needs help, provide it and record it rather than lowering the evidence standard silently.</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Version 2 is optional stretch within the same task time. Retain version 1. Explain that v1/v2 are file-name conventions, not access controls. Staff verify both files and the revised text.</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Use the evidence slip. Record the real file locator and observed reopen result, plus the pupil's own explanation and support. Give one next-step prompt. Mark response only after the pupil replies and the adult acknowledges it. Do not prefill completion.</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ICT_LAUNCH_A2_W01; Year A; week commencing 2 November 2026.</a:t>
            </a:r>
          </a:p>
          <a:p xmlns:a="http://schemas.openxmlformats.org/drawingml/2006/main">
            <a:r>
              <a:t/>
            </a:r>
          </a:p>
          <a:p xmlns:a="http://schemas.openxmlformats.org/drawingml/2006/main">
            <a:r>
              <a:t>Spend three minutes on individual checks and two on feedback and close. Leave files in the approved area. Week 2 develops a structured document from fictional information. Week 7 is the assessing lesson. This week's check is formative.</a:t>
            </a:r>
          </a:p>
          <a:p xmlns:a="http://schemas.openxmlformats.org/drawingml/2006/main">
            <a:r>
              <a:t/>
            </a:r>
          </a:p>
          <a:p xmlns:a="http://schemas.openxmlformats.org/drawingml/2006/main">
            <a:r>
              <a:t>Term theme: Identity &amp; Belonging. Careers: Office support staff organise files and check who needs personal details.</a:t>
            </a:r>
          </a:p>
          <a:p xmlns:a="http://schemas.openxmlformats.org/drawingml/2006/main">
            <a:r>
              <a:t/>
            </a:r>
          </a:p>
          <a:p xmlns:a="http://schemas.openxmlformats.org/drawingml/2006/main">
            <a:r>
              <a:t>Source: OWNER_APPROVED_ICT_OUTLINE.txt, issue 1. Context: LAUNCH KS4 - 2026-27-2.xlsx, LAUNCH - Autumn C19 and E19; Theme &amp; Text Map B5. Exemplar: CREATIVE_ARTS_A2_W07_BUNDLE.zip, School/ART_BUILD_A2_W07_P1_Slides.pptx.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2aa21853b74e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4668f78be349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da8ce914b942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aac13fc9df44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553d26d3f644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b44ae2bb9040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9320AA-F08D-4650-AE0C-9A02E662BF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FBF6A11-4B0C-41E0-BC61-6B95DEE549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4A34838-116D-4172-8EEE-F6C867A3B7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1A05E9-1FE8-4335-AD3A-A52218AE45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42F983A-D327-473F-AB9B-BB496317AE9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FAD5169-7BEA-4AA1-B793-E5BE70A3C0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92322B-7733-478C-9600-7BA78D49E7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7A4CAD-13D9-4ED9-9F4C-4A2C920E8B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3AC720-3D0B-4066-B862-FB1D32C987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807968-CAE4-45B8-B405-6E3A0D0085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3469148ba4447f" /><Relationship Type="http://schemas.openxmlformats.org/officeDocument/2006/relationships/slideLayout" Target="/ppt/slideLayouts/slideLayout1.xml" Id="R2549dc0f07d14745" /><Relationship Type="http://schemas.openxmlformats.org/officeDocument/2006/relationships/slideLayout" Target="/ppt/slideLayouts/slideLayout2.xml" Id="R534e180be628462e" /><Relationship Type="http://schemas.openxmlformats.org/officeDocument/2006/relationships/slideLayout" Target="/ppt/slideLayouts/slideLayout3.xml" Id="Rd14e2e9893564ba5" /><Relationship Type="http://schemas.openxmlformats.org/officeDocument/2006/relationships/slideLayout" Target="/ppt/slideLayouts/slideLayout4.xml" Id="Rc891182537d74628" /><Relationship Type="http://schemas.openxmlformats.org/officeDocument/2006/relationships/slideLayout" Target="/ppt/slideLayouts/slideLayout5.xml" Id="R1ba1b9a5040a4433" /><Relationship Type="http://schemas.openxmlformats.org/officeDocument/2006/relationships/slideLayout" Target="/ppt/slideLayouts/slideLayout6.xml" Id="R9a125257c71545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49dc0f07d14745"/>
    <p:sldLayoutId xmlns:r="http://schemas.openxmlformats.org/officeDocument/2006/relationships" id="2147483650" r:id="R534e180be628462e"/>
    <p:sldLayoutId xmlns:r="http://schemas.openxmlformats.org/officeDocument/2006/relationships" id="2147483651" r:id="Rd14e2e9893564ba5"/>
    <p:sldLayoutId xmlns:r="http://schemas.openxmlformats.org/officeDocument/2006/relationships" id="2147483652" r:id="Rc891182537d74628"/>
    <p:sldLayoutId xmlns:r="http://schemas.openxmlformats.org/officeDocument/2006/relationships" id="2147483653" r:id="R1ba1b9a5040a4433"/>
    <p:sldLayoutId xmlns:r="http://schemas.openxmlformats.org/officeDocument/2006/relationships" id="2147483654" r:id="R9a125257c71545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dcc3146ebeb4f2b" /><Relationship Type="http://schemas.openxmlformats.org/officeDocument/2006/relationships/image" Target="/ppt/media/image.jpeg" Id="R4800b4cedbbd49eb" /><Relationship Type="http://schemas.openxmlformats.org/officeDocument/2006/relationships/image" Target="/ppt/media/image.png" Id="R06fa432281d74531" /><Relationship Type="http://schemas.openxmlformats.org/officeDocument/2006/relationships/notesSlide" Target="/ppt/notesSlides/notesSlide1.xml" Id="R0d85d58bccd940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cfe837e62f4629" /><Relationship Type="http://schemas.openxmlformats.org/officeDocument/2006/relationships/image" Target="/ppt/media/image.jpeg" Id="R0a29145edacc4a17" /><Relationship Type="http://schemas.openxmlformats.org/officeDocument/2006/relationships/image" Target="/ppt/media/image2.png" Id="Rc9bbb4d840f647d3" /><Relationship Type="http://schemas.openxmlformats.org/officeDocument/2006/relationships/notesSlide" Target="/ppt/notesSlides/notesSlide2.xml" Id="R02bce1e0bda348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851a82eb7e34a64" /><Relationship Type="http://schemas.openxmlformats.org/officeDocument/2006/relationships/image" Target="/ppt/media/image.jpeg" Id="Rdf83dbfd25da4a80" /><Relationship Type="http://schemas.openxmlformats.org/officeDocument/2006/relationships/image" Target="/ppt/media/image3.png" Id="R714d64476c9b4cfd" /><Relationship Type="http://schemas.openxmlformats.org/officeDocument/2006/relationships/notesSlide" Target="/ppt/notesSlides/notesSlide3.xml" Id="Rf65345825e734c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ee6076790e4ac4" /><Relationship Type="http://schemas.openxmlformats.org/officeDocument/2006/relationships/image" Target="/ppt/media/image.jpeg" Id="Ra576856f99954472" /><Relationship Type="http://schemas.openxmlformats.org/officeDocument/2006/relationships/image" Target="/ppt/media/image4.png" Id="R3f1b83fb958c40eb" /><Relationship Type="http://schemas.openxmlformats.org/officeDocument/2006/relationships/notesSlide" Target="/ppt/notesSlides/notesSlide4.xml" Id="Rde63ac99c8b949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088516a8cbf4e2e" /><Relationship Type="http://schemas.openxmlformats.org/officeDocument/2006/relationships/image" Target="/ppt/media/image.jpeg" Id="Rb3b6ce3a2e944ce8" /><Relationship Type="http://schemas.openxmlformats.org/officeDocument/2006/relationships/image" Target="/ppt/media/image5.png" Id="R0267b76565f542df" /><Relationship Type="http://schemas.openxmlformats.org/officeDocument/2006/relationships/notesSlide" Target="/ppt/notesSlides/notesSlide5.xml" Id="R22a8731f070441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037dbc145747c5" /><Relationship Type="http://schemas.openxmlformats.org/officeDocument/2006/relationships/image" Target="/ppt/media/image.jpeg" Id="R169619dd40bc4269" /><Relationship Type="http://schemas.openxmlformats.org/officeDocument/2006/relationships/image" Target="/ppt/media/image6.png" Id="Rf4f88d8d40ef4c46" /><Relationship Type="http://schemas.openxmlformats.org/officeDocument/2006/relationships/notesSlide" Target="/ppt/notesSlides/notesSlide6.xml" Id="Re82680bd464d47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cb32465d284365" /><Relationship Type="http://schemas.openxmlformats.org/officeDocument/2006/relationships/image" Target="/ppt/media/image.jpeg" Id="R1540c727d74045c7" /><Relationship Type="http://schemas.openxmlformats.org/officeDocument/2006/relationships/image" Target="/ppt/media/image7.png" Id="Rec7d1c752cd4412e" /><Relationship Type="http://schemas.openxmlformats.org/officeDocument/2006/relationships/notesSlide" Target="/ppt/notesSlides/notesSlide7.xml" Id="R41569840718441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17ae38ad84f4fcc" /><Relationship Type="http://schemas.openxmlformats.org/officeDocument/2006/relationships/image" Target="/ppt/media/image.jpeg" Id="R9708cdbfd4ed4f9b" /><Relationship Type="http://schemas.openxmlformats.org/officeDocument/2006/relationships/image" Target="/ppt/media/image8.png" Id="Rd7e71982c0904bc6" /><Relationship Type="http://schemas.openxmlformats.org/officeDocument/2006/relationships/notesSlide" Target="/ppt/notesSlides/notesSlide8.xml" Id="R351050809c614b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b4811a1ecc440d5" /><Relationship Type="http://schemas.openxmlformats.org/officeDocument/2006/relationships/image" Target="/ppt/media/image.jpeg" Id="Rb5f0b184c0ae475b" /><Relationship Type="http://schemas.openxmlformats.org/officeDocument/2006/relationships/image" Target="/ppt/media/image9.png" Id="R536301272a3d470a" /><Relationship Type="http://schemas.openxmlformats.org/officeDocument/2006/relationships/notesSlide" Target="/ppt/notesSlides/notesSlide9.xml" Id="R5d94bb23059e43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76159a8bbb42f9" /><Relationship Type="http://schemas.openxmlformats.org/officeDocument/2006/relationships/image" Target="/ppt/media/image.jpeg" Id="R455aed0b74724e8e" /><Relationship Type="http://schemas.openxmlformats.org/officeDocument/2006/relationships/image" Target="/ppt/media/image10.png" Id="R74945616775a4077" /><Relationship Type="http://schemas.openxmlformats.org/officeDocument/2006/relationships/notesSlide" Target="/ppt/notesSlides/notesSlide10.xml" Id="Rbd220af7657247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3d0463d760748bd" /><Relationship Type="http://schemas.openxmlformats.org/officeDocument/2006/relationships/image" Target="/ppt/media/image.jpeg" Id="Rb4d18553470d4c9f" /><Relationship Type="http://schemas.openxmlformats.org/officeDocument/2006/relationships/image" Target="/ppt/media/image11.png" Id="R78b355e0d9454e43" /><Relationship Type="http://schemas.openxmlformats.org/officeDocument/2006/relationships/notesSlide" Target="/ppt/notesSlides/notesSlide11.xml" Id="Rf13b2061a06046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5c458ed69104c66" /><Relationship Type="http://schemas.openxmlformats.org/officeDocument/2006/relationships/image" Target="/ppt/media/image.jpeg" Id="Re398e87e80a84b25" /><Relationship Type="http://schemas.openxmlformats.org/officeDocument/2006/relationships/image" Target="/ppt/media/image12.png" Id="Rc86aa812dadb476a" /><Relationship Type="http://schemas.openxmlformats.org/officeDocument/2006/relationships/notesSlide" Target="/ppt/notesSlides/notesSlide12.xml" Id="R574bf239dfc048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afa20eb801c4834" /><Relationship Type="http://schemas.openxmlformats.org/officeDocument/2006/relationships/image" Target="/ppt/media/image.jpeg" Id="Rb92ec1b323094d67" /><Relationship Type="http://schemas.openxmlformats.org/officeDocument/2006/relationships/image" Target="/ppt/media/image13.png" Id="Rc9cde03310894f6c" /><Relationship Type="http://schemas.openxmlformats.org/officeDocument/2006/relationships/notesSlide" Target="/ppt/notesSlides/notesSlide13.xml" Id="Rd086a62d963349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f956178e3f64a74" /><Relationship Type="http://schemas.openxmlformats.org/officeDocument/2006/relationships/image" Target="/ppt/media/image.jpeg" Id="R2bb099f95c714ac5" /><Relationship Type="http://schemas.openxmlformats.org/officeDocument/2006/relationships/image" Target="/ppt/media/image14.png" Id="R5e2c46711e8c4de1" /><Relationship Type="http://schemas.openxmlformats.org/officeDocument/2006/relationships/notesSlide" Target="/ppt/notesSlides/notesSlide14.xml" Id="R26b611c097184bf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A9CA0F0-A9FB-436D-A413-745437C17F58}"/>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52469DE-6C83-4AE3-B52D-6D348C919996}"/>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0E999F6C-0A27-408F-AAFA-B25DD141381A}"/>
              </a:ext>
            </a:extLst>
          </p:cNvPr>
          <p:cNvPicPr>
            <a:picLocks xmlns:a="http://schemas.openxmlformats.org/drawingml/2006/main" noChangeAspect="1"/>
          </p:cNvPicPr>
          <p:nvPr/>
        </p:nvPicPr>
        <p:blipFill>
          <a:blip xmlns:r="http://schemas.openxmlformats.org/officeDocument/2006/relationships" xmlns:a="http://schemas.openxmlformats.org/drawingml/2006/main" r:embed="R4800b4cedbbd49eb"/>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91A19FD-85D9-44C5-B875-BFE7659B2FFA}"/>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OPENING</a:t>
            </a:r>
          </a:p>
        </p:txBody>
      </p:sp>
      <p:sp>
        <p:nvSpPr>
          <p:cNvPr id="5" name="">
            <a:extLst xmlns:a="http://schemas.openxmlformats.org/drawingml/2006/main">
              <a:ext uri="{FF2B5EF4-FFF2-40B4-BE49-F238E27FC236}">
                <a16:creationId xmlns:a16="http://schemas.microsoft.com/office/drawing/2014/main" id="{A2BFF781-927C-462D-A1EF-15644126BACC}"/>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Files and personal information</a:t>
            </a:r>
          </a:p>
        </p:txBody>
      </p:sp>
      <p:sp>
        <p:nvSpPr>
          <p:cNvPr id="6" name="">
            <a:extLst xmlns:a="http://schemas.openxmlformats.org/drawingml/2006/main">
              <a:ext uri="{FF2B5EF4-FFF2-40B4-BE49-F238E27FC236}">
                <a16:creationId xmlns:a16="http://schemas.microsoft.com/office/drawing/2014/main" id="{B6F2CD21-5100-4158-8C88-40C608A53785}"/>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I can save and find a file.</a:t>
            </a:r>
          </a:p>
        </p:txBody>
      </p:sp>
      <p:sp>
        <p:nvSpPr>
          <p:cNvPr id="7" name="">
            <a:extLst xmlns:a="http://schemas.openxmlformats.org/drawingml/2006/main">
              <a:ext uri="{FF2B5EF4-FFF2-40B4-BE49-F238E27FC236}">
                <a16:creationId xmlns:a16="http://schemas.microsoft.com/office/drawing/2014/main" id="{C03B3BFF-F8E6-41A4-B240-633432D4AA9C}"/>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I can choose what to share.</a:t>
            </a:r>
          </a:p>
        </p:txBody>
      </p:sp>
      <p:sp>
        <p:nvSpPr>
          <p:cNvPr id="8" name="">
            <a:extLst xmlns:a="http://schemas.openxmlformats.org/drawingml/2006/main">
              <a:ext uri="{FF2B5EF4-FFF2-40B4-BE49-F238E27FC236}">
                <a16:creationId xmlns:a16="http://schemas.microsoft.com/office/drawing/2014/main" id="{EA8F4273-1890-4452-89B5-3E560F2BCF6E}"/>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I will use a made-up profile.</a:t>
            </a:r>
          </a:p>
        </p:txBody>
      </p:sp>
      <p:sp>
        <p:nvSpPr>
          <p:cNvPr id="9" name="">
            <a:extLst xmlns:a="http://schemas.openxmlformats.org/drawingml/2006/main">
              <a:ext uri="{FF2B5EF4-FFF2-40B4-BE49-F238E27FC236}">
                <a16:creationId xmlns:a16="http://schemas.microsoft.com/office/drawing/2014/main" id="{7231D226-470F-49CD-B36B-0DB7652AF7CE}"/>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I will check who can see my work.</a:t>
            </a:r>
          </a:p>
        </p:txBody>
      </p:sp>
      <p:pic>
        <p:nvPicPr>
          <p:cNvPr id="10" name="">
            <a:extLst xmlns:a="http://schemas.openxmlformats.org/drawingml/2006/main">
              <a:ext uri="{FF2B5EF4-FFF2-40B4-BE49-F238E27FC236}">
                <a16:creationId xmlns:a16="http://schemas.microsoft.com/office/drawing/2014/main" id="{15706238-AFD2-4DA7-B693-EB25A271DA88}"/>
              </a:ext>
            </a:extLst>
          </p:cNvPr>
          <p:cNvPicPr>
            <a:picLocks xmlns:a="http://schemas.openxmlformats.org/drawingml/2006/main" noChangeAspect="1"/>
          </p:cNvPicPr>
          <p:nvPr/>
        </p:nvPicPr>
        <p:blipFill>
          <a:blip xmlns:r="http://schemas.openxmlformats.org/officeDocument/2006/relationships" xmlns:a="http://schemas.openxmlformats.org/drawingml/2006/main" r:embed="R06fa432281d74531"/>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29FF0CA-6226-4DA3-8822-4824DBA62564}"/>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2" name="">
            <a:extLst xmlns:a="http://schemas.openxmlformats.org/drawingml/2006/main">
              <a:ext uri="{FF2B5EF4-FFF2-40B4-BE49-F238E27FC236}">
                <a16:creationId xmlns:a16="http://schemas.microsoft.com/office/drawing/2014/main" id="{8A9E7330-06B5-4D8D-A719-DE1ECF1F1DED}"/>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1/14</a:t>
            </a:r>
          </a:p>
        </p:txBody>
      </p:sp>
      <p:sp>
        <p:nvSpPr>
          <p:cNvPr id="13" name="">
            <a:extLst xmlns:a="http://schemas.openxmlformats.org/drawingml/2006/main">
              <a:ext uri="{FF2B5EF4-FFF2-40B4-BE49-F238E27FC236}">
                <a16:creationId xmlns:a16="http://schemas.microsoft.com/office/drawing/2014/main" id="{2072C216-CEE8-42E3-A8A4-530DCD410664}"/>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3713703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8B0FF56-8FA9-4E70-AF67-64E01818ADFE}"/>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5C49E0-DFE5-4946-BA70-F32968180FE0}"/>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AE8C0C2F-1DEC-4F2E-A566-23DEE8DA6E6F}"/>
              </a:ext>
            </a:extLst>
          </p:cNvPr>
          <p:cNvPicPr>
            <a:picLocks xmlns:a="http://schemas.openxmlformats.org/drawingml/2006/main" noChangeAspect="1"/>
          </p:cNvPicPr>
          <p:nvPr/>
        </p:nvPicPr>
        <p:blipFill>
          <a:blip xmlns:r="http://schemas.openxmlformats.org/officeDocument/2006/relationships" xmlns:a="http://schemas.openxmlformats.org/drawingml/2006/main" r:embed="R0a29145edacc4a17"/>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898597-F3BD-479C-8382-ADC429858A44}"/>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ARRIVAL   •   3 MIN</a:t>
            </a:r>
          </a:p>
        </p:txBody>
      </p:sp>
      <p:sp>
        <p:nvSpPr>
          <p:cNvPr id="5" name="">
            <a:extLst xmlns:a="http://schemas.openxmlformats.org/drawingml/2006/main">
              <a:ext uri="{FF2B5EF4-FFF2-40B4-BE49-F238E27FC236}">
                <a16:creationId xmlns:a16="http://schemas.microsoft.com/office/drawing/2014/main" id="{88DF93E5-F362-4CD4-B2E5-8F29E6C133BF}"/>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A file I can find again</a:t>
            </a:r>
          </a:p>
        </p:txBody>
      </p:sp>
      <p:sp>
        <p:nvSpPr>
          <p:cNvPr id="6" name="">
            <a:extLst xmlns:a="http://schemas.openxmlformats.org/drawingml/2006/main">
              <a:ext uri="{FF2B5EF4-FFF2-40B4-BE49-F238E27FC236}">
                <a16:creationId xmlns:a16="http://schemas.microsoft.com/office/drawing/2014/main" id="{EDA88C99-636F-4D2B-9D95-5A6528E782CA}"/>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A file holds work, such as text or a picture.</a:t>
            </a:r>
          </a:p>
        </p:txBody>
      </p:sp>
      <p:sp>
        <p:nvSpPr>
          <p:cNvPr id="7" name="">
            <a:extLst xmlns:a="http://schemas.openxmlformats.org/drawingml/2006/main">
              <a:ext uri="{FF2B5EF4-FFF2-40B4-BE49-F238E27FC236}">
                <a16:creationId xmlns:a16="http://schemas.microsoft.com/office/drawing/2014/main" id="{438E470C-EB54-44E3-9367-614D5A34930C}"/>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A folder groups files in one place.</a:t>
            </a:r>
          </a:p>
        </p:txBody>
      </p:sp>
      <p:sp>
        <p:nvSpPr>
          <p:cNvPr id="8" name="">
            <a:extLst xmlns:a="http://schemas.openxmlformats.org/drawingml/2006/main">
              <a:ext uri="{FF2B5EF4-FFF2-40B4-BE49-F238E27FC236}">
                <a16:creationId xmlns:a16="http://schemas.microsoft.com/office/drawing/2014/main" id="{8A66280F-A39E-4A96-A63D-ED8D6EC2056E}"/>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What helps you find the right file?</a:t>
            </a:r>
          </a:p>
        </p:txBody>
      </p:sp>
      <p:sp>
        <p:nvSpPr>
          <p:cNvPr id="9" name="">
            <a:extLst xmlns:a="http://schemas.openxmlformats.org/drawingml/2006/main">
              <a:ext uri="{FF2B5EF4-FFF2-40B4-BE49-F238E27FC236}">
                <a16:creationId xmlns:a16="http://schemas.microsoft.com/office/drawing/2014/main" id="{E7CF973A-01DB-4C31-88C6-59B5BCC96175}"/>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Point, say or sketch your answer.</a:t>
            </a:r>
          </a:p>
        </p:txBody>
      </p:sp>
      <p:pic>
        <p:nvPicPr>
          <p:cNvPr id="10" name="">
            <a:extLst xmlns:a="http://schemas.openxmlformats.org/drawingml/2006/main">
              <a:ext uri="{FF2B5EF4-FFF2-40B4-BE49-F238E27FC236}">
                <a16:creationId xmlns:a16="http://schemas.microsoft.com/office/drawing/2014/main" id="{F7BE6F3B-7B8B-4FA3-BB37-2A8C8B97D1D3}"/>
              </a:ext>
            </a:extLst>
          </p:cNvPr>
          <p:cNvPicPr>
            <a:picLocks xmlns:a="http://schemas.openxmlformats.org/drawingml/2006/main" noChangeAspect="1"/>
          </p:cNvPicPr>
          <p:nvPr/>
        </p:nvPicPr>
        <p:blipFill>
          <a:blip xmlns:r="http://schemas.openxmlformats.org/officeDocument/2006/relationships" xmlns:a="http://schemas.openxmlformats.org/drawingml/2006/main" r:embed="Rc9bbb4d840f647d3"/>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961901F-B766-4520-9916-8D66BD779B06}"/>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2" name="">
            <a:extLst xmlns:a="http://schemas.openxmlformats.org/drawingml/2006/main">
              <a:ext uri="{FF2B5EF4-FFF2-40B4-BE49-F238E27FC236}">
                <a16:creationId xmlns:a16="http://schemas.microsoft.com/office/drawing/2014/main" id="{14E641DB-F5E3-4AB5-B985-07CE444C3FC8}"/>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Show the folder and the file in the picture.</a:t>
            </a:r>
          </a:p>
        </p:txBody>
      </p:sp>
      <p:sp>
        <p:nvSpPr>
          <p:cNvPr id="13" name="">
            <a:extLst xmlns:a="http://schemas.openxmlformats.org/drawingml/2006/main">
              <a:ext uri="{FF2B5EF4-FFF2-40B4-BE49-F238E27FC236}">
                <a16:creationId xmlns:a16="http://schemas.microsoft.com/office/drawing/2014/main" id="{1066E93D-6873-46B4-BAE9-C6C24ACC9C23}"/>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2/14</a:t>
            </a:r>
          </a:p>
        </p:txBody>
      </p:sp>
      <p:sp>
        <p:nvSpPr>
          <p:cNvPr id="14" name="">
            <a:extLst xmlns:a="http://schemas.openxmlformats.org/drawingml/2006/main">
              <a:ext uri="{FF2B5EF4-FFF2-40B4-BE49-F238E27FC236}">
                <a16:creationId xmlns:a16="http://schemas.microsoft.com/office/drawing/2014/main" id="{8D2289A7-FAF3-4932-8097-1B22DFAB4193}"/>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8882338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6032CD-E054-40F5-98A0-354D0E77DE10}"/>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59FB378-0F1B-441A-9510-CC9BDFED044C}"/>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49420FCF-780F-49FF-9FBA-9D20E7D24884}"/>
              </a:ext>
            </a:extLst>
          </p:cNvPr>
          <p:cNvPicPr>
            <a:picLocks xmlns:a="http://schemas.openxmlformats.org/drawingml/2006/main" noChangeAspect="1"/>
          </p:cNvPicPr>
          <p:nvPr/>
        </p:nvPicPr>
        <p:blipFill>
          <a:blip xmlns:r="http://schemas.openxmlformats.org/officeDocument/2006/relationships" xmlns:a="http://schemas.openxmlformats.org/drawingml/2006/main" r:embed="Rdf83dbfd25da4a80"/>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675227-8CE5-4F75-9FFE-D5ABBB2CCDEB}"/>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STARTER   •   4 MIN</a:t>
            </a:r>
          </a:p>
        </p:txBody>
      </p:sp>
      <p:sp>
        <p:nvSpPr>
          <p:cNvPr id="5" name="">
            <a:extLst xmlns:a="http://schemas.openxmlformats.org/drawingml/2006/main">
              <a:ext uri="{FF2B5EF4-FFF2-40B4-BE49-F238E27FC236}">
                <a16:creationId xmlns:a16="http://schemas.microsoft.com/office/drawing/2014/main" id="{3D2FB395-4948-4EE1-A009-B0AE0E88D71D}"/>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Which file is easier to find?</a:t>
            </a:r>
          </a:p>
        </p:txBody>
      </p:sp>
      <p:sp>
        <p:nvSpPr>
          <p:cNvPr id="6" name="">
            <a:extLst xmlns:a="http://schemas.openxmlformats.org/drawingml/2006/main">
              <a:ext uri="{FF2B5EF4-FFF2-40B4-BE49-F238E27FC236}">
                <a16:creationId xmlns:a16="http://schemas.microsoft.com/office/drawing/2014/main" id="{D3333A3F-0C18-4194-AC44-B0FB825F1E5A}"/>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Choose a file name and give a reason.</a:t>
            </a:r>
          </a:p>
        </p:txBody>
      </p:sp>
      <p:pic>
        <p:nvPicPr>
          <p:cNvPr id="7" name="">
            <a:extLst xmlns:a="http://schemas.openxmlformats.org/drawingml/2006/main">
              <a:ext uri="{FF2B5EF4-FFF2-40B4-BE49-F238E27FC236}">
                <a16:creationId xmlns:a16="http://schemas.microsoft.com/office/drawing/2014/main" id="{09149E50-63A2-413A-8180-B0378CB1D3E4}"/>
              </a:ext>
            </a:extLst>
          </p:cNvPr>
          <p:cNvPicPr>
            <a:picLocks xmlns:a="http://schemas.openxmlformats.org/drawingml/2006/main" noChangeAspect="1"/>
          </p:cNvPicPr>
          <p:nvPr/>
        </p:nvPicPr>
        <p:blipFill>
          <a:blip xmlns:r="http://schemas.openxmlformats.org/officeDocument/2006/relationships" xmlns:a="http://schemas.openxmlformats.org/drawingml/2006/main" r:embed="R714d64476c9b4cfd"/>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8A09E6B-0AEE-4185-B8A7-CB4F94160FD4}"/>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9" name="">
            <a:extLst xmlns:a="http://schemas.openxmlformats.org/drawingml/2006/main">
              <a:ext uri="{FF2B5EF4-FFF2-40B4-BE49-F238E27FC236}">
                <a16:creationId xmlns:a16="http://schemas.microsoft.com/office/drawing/2014/main" id="{146213F8-F7EF-4A28-8AE9-4BE8F5F3B057}"/>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Choose work or Profile_A_v1. Say why.</a:t>
            </a:r>
          </a:p>
        </p:txBody>
      </p:sp>
      <p:sp>
        <p:nvSpPr>
          <p:cNvPr id="10" name="">
            <a:extLst xmlns:a="http://schemas.openxmlformats.org/drawingml/2006/main">
              <a:ext uri="{FF2B5EF4-FFF2-40B4-BE49-F238E27FC236}">
                <a16:creationId xmlns:a16="http://schemas.microsoft.com/office/drawing/2014/main" id="{A6427A46-E600-49A2-8E44-0BD4D714F915}"/>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3/14</a:t>
            </a:r>
          </a:p>
        </p:txBody>
      </p:sp>
      <p:sp>
        <p:nvSpPr>
          <p:cNvPr id="11" name="">
            <a:extLst xmlns:a="http://schemas.openxmlformats.org/drawingml/2006/main">
              <a:ext uri="{FF2B5EF4-FFF2-40B4-BE49-F238E27FC236}">
                <a16:creationId xmlns:a16="http://schemas.microsoft.com/office/drawing/2014/main" id="{92516542-B0DA-48CD-8E26-9B6CD53ECAD7}"/>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9280772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BE3B8B-E9FF-4F2F-80A9-9ADD8CECF7CA}"/>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522FB4-1F23-434C-8956-3A75BBE41629}"/>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78B81AE7-5002-463E-97A1-83B444F8DEED}"/>
              </a:ext>
            </a:extLst>
          </p:cNvPr>
          <p:cNvPicPr>
            <a:picLocks xmlns:a="http://schemas.openxmlformats.org/drawingml/2006/main" noChangeAspect="1"/>
          </p:cNvPicPr>
          <p:nvPr/>
        </p:nvPicPr>
        <p:blipFill>
          <a:blip xmlns:r="http://schemas.openxmlformats.org/officeDocument/2006/relationships" xmlns:a="http://schemas.openxmlformats.org/drawingml/2006/main" r:embed="Ra576856f99954472"/>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669DE55-83B9-48F9-BBDE-928055ADB88C}"/>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MODEL   •   3 MIN</a:t>
            </a:r>
          </a:p>
        </p:txBody>
      </p:sp>
      <p:sp>
        <p:nvSpPr>
          <p:cNvPr id="5" name="">
            <a:extLst xmlns:a="http://schemas.openxmlformats.org/drawingml/2006/main">
              <a:ext uri="{FF2B5EF4-FFF2-40B4-BE49-F238E27FC236}">
                <a16:creationId xmlns:a16="http://schemas.microsoft.com/office/drawing/2014/main" id="{B47A4192-8827-4EAF-85AD-961B4CE60C71}"/>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A place and a clear name</a:t>
            </a:r>
          </a:p>
        </p:txBody>
      </p:sp>
      <p:sp>
        <p:nvSpPr>
          <p:cNvPr id="6" name="">
            <a:extLst xmlns:a="http://schemas.openxmlformats.org/drawingml/2006/main">
              <a:ext uri="{FF2B5EF4-FFF2-40B4-BE49-F238E27FC236}">
                <a16:creationId xmlns:a16="http://schemas.microsoft.com/office/drawing/2014/main" id="{31EB886F-CF38-414D-9301-005308C706CD}"/>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Make the W01_Profiles folder in ICT_Practice.</a:t>
            </a:r>
          </a:p>
        </p:txBody>
      </p:sp>
      <p:sp>
        <p:nvSpPr>
          <p:cNvPr id="7" name="">
            <a:extLst xmlns:a="http://schemas.openxmlformats.org/drawingml/2006/main">
              <a:ext uri="{FF2B5EF4-FFF2-40B4-BE49-F238E27FC236}">
                <a16:creationId xmlns:a16="http://schemas.microsoft.com/office/drawing/2014/main" id="{C9FA020C-231C-417B-A7FF-F4643D0DE1AD}"/>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Save the made-up profile as Profile_A_v1.</a:t>
            </a:r>
          </a:p>
        </p:txBody>
      </p:sp>
      <p:pic>
        <p:nvPicPr>
          <p:cNvPr id="8" name="">
            <a:extLst xmlns:a="http://schemas.openxmlformats.org/drawingml/2006/main">
              <a:ext uri="{FF2B5EF4-FFF2-40B4-BE49-F238E27FC236}">
                <a16:creationId xmlns:a16="http://schemas.microsoft.com/office/drawing/2014/main" id="{5CDD675D-28E8-4C80-A9B0-202A410A36E8}"/>
              </a:ext>
            </a:extLst>
          </p:cNvPr>
          <p:cNvPicPr>
            <a:picLocks xmlns:a="http://schemas.openxmlformats.org/drawingml/2006/main" noChangeAspect="1"/>
          </p:cNvPicPr>
          <p:nvPr/>
        </p:nvPicPr>
        <p:blipFill>
          <a:blip xmlns:r="http://schemas.openxmlformats.org/officeDocument/2006/relationships" xmlns:a="http://schemas.openxmlformats.org/drawingml/2006/main" r:embed="R3f1b83fb958c40eb"/>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6832BDA-9B31-4847-8CB4-B0F0DA96AE8C}"/>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0" name="">
            <a:extLst xmlns:a="http://schemas.openxmlformats.org/drawingml/2006/main">
              <a:ext uri="{FF2B5EF4-FFF2-40B4-BE49-F238E27FC236}">
                <a16:creationId xmlns:a16="http://schemas.microsoft.com/office/drawing/2014/main" id="{41D643E9-731B-42B4-87AF-07D9E7DC34E3}"/>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Point to the place where the file will go.</a:t>
            </a:r>
          </a:p>
        </p:txBody>
      </p:sp>
      <p:sp>
        <p:nvSpPr>
          <p:cNvPr id="11" name="">
            <a:extLst xmlns:a="http://schemas.openxmlformats.org/drawingml/2006/main">
              <a:ext uri="{FF2B5EF4-FFF2-40B4-BE49-F238E27FC236}">
                <a16:creationId xmlns:a16="http://schemas.microsoft.com/office/drawing/2014/main" id="{8003748F-B6D1-42E9-A6DD-0C1E25FB863C}"/>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4/14</a:t>
            </a:r>
          </a:p>
        </p:txBody>
      </p:sp>
      <p:sp>
        <p:nvSpPr>
          <p:cNvPr id="12" name="">
            <a:extLst xmlns:a="http://schemas.openxmlformats.org/drawingml/2006/main">
              <a:ext uri="{FF2B5EF4-FFF2-40B4-BE49-F238E27FC236}">
                <a16:creationId xmlns:a16="http://schemas.microsoft.com/office/drawing/2014/main" id="{DF0F723E-B372-4A78-97F3-C6FD8FF39B14}"/>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5027543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55D08E1-ACC3-4E9C-9E9E-9EC42A0CDB02}"/>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5B05B9-670F-4B65-89D8-49BDB73F416B}"/>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2EDBECEC-6EC8-401D-AEFA-CD4527A15DB3}"/>
              </a:ext>
            </a:extLst>
          </p:cNvPr>
          <p:cNvPicPr>
            <a:picLocks xmlns:a="http://schemas.openxmlformats.org/drawingml/2006/main" noChangeAspect="1"/>
          </p:cNvPicPr>
          <p:nvPr/>
        </p:nvPicPr>
        <p:blipFill>
          <a:blip xmlns:r="http://schemas.openxmlformats.org/officeDocument/2006/relationships" xmlns:a="http://schemas.openxmlformats.org/drawingml/2006/main" r:embed="Rb3b6ce3a2e944ce8"/>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FD1B918-F446-4848-8CA5-E271BDECFBF6}"/>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MODEL   •   3 MIN</a:t>
            </a:r>
          </a:p>
        </p:txBody>
      </p:sp>
      <p:sp>
        <p:nvSpPr>
          <p:cNvPr id="5" name="">
            <a:extLst xmlns:a="http://schemas.openxmlformats.org/drawingml/2006/main">
              <a:ext uri="{FF2B5EF4-FFF2-40B4-BE49-F238E27FC236}">
                <a16:creationId xmlns:a16="http://schemas.microsoft.com/office/drawing/2014/main" id="{9E79F1D4-5601-4EAC-918A-1892943842E3}"/>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Proof that the save worked</a:t>
            </a:r>
          </a:p>
        </p:txBody>
      </p:sp>
      <p:sp>
        <p:nvSpPr>
          <p:cNvPr id="6" name="">
            <a:extLst xmlns:a="http://schemas.openxmlformats.org/drawingml/2006/main">
              <a:ext uri="{FF2B5EF4-FFF2-40B4-BE49-F238E27FC236}">
                <a16:creationId xmlns:a16="http://schemas.microsoft.com/office/drawing/2014/main" id="{4320A3BA-5BE8-443C-A8D3-64C56C2B701F}"/>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Close the file. Find it in the folder.</a:t>
            </a:r>
          </a:p>
        </p:txBody>
      </p:sp>
      <p:sp>
        <p:nvSpPr>
          <p:cNvPr id="7" name="">
            <a:extLst xmlns:a="http://schemas.openxmlformats.org/drawingml/2006/main">
              <a:ext uri="{FF2B5EF4-FFF2-40B4-BE49-F238E27FC236}">
                <a16:creationId xmlns:a16="http://schemas.microsoft.com/office/drawing/2014/main" id="{55592761-1213-4C74-BC17-5428A4DB3378}"/>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Open it. Check that your work is there.</a:t>
            </a:r>
          </a:p>
        </p:txBody>
      </p:sp>
      <p:pic>
        <p:nvPicPr>
          <p:cNvPr id="8" name="">
            <a:extLst xmlns:a="http://schemas.openxmlformats.org/drawingml/2006/main">
              <a:ext uri="{FF2B5EF4-FFF2-40B4-BE49-F238E27FC236}">
                <a16:creationId xmlns:a16="http://schemas.microsoft.com/office/drawing/2014/main" id="{CF200CEA-A986-4EA5-81D0-77A22312E25B}"/>
              </a:ext>
            </a:extLst>
          </p:cNvPr>
          <p:cNvPicPr>
            <a:picLocks xmlns:a="http://schemas.openxmlformats.org/drawingml/2006/main" noChangeAspect="1"/>
          </p:cNvPicPr>
          <p:nvPr/>
        </p:nvPicPr>
        <p:blipFill>
          <a:blip xmlns:r="http://schemas.openxmlformats.org/officeDocument/2006/relationships" xmlns:a="http://schemas.openxmlformats.org/drawingml/2006/main" r:embed="R0267b76565f542df"/>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2B6B7C3-32CC-4ACD-8DBB-D0F3C3FF7F7F}"/>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0" name="">
            <a:extLst xmlns:a="http://schemas.openxmlformats.org/drawingml/2006/main">
              <a:ext uri="{FF2B5EF4-FFF2-40B4-BE49-F238E27FC236}">
                <a16:creationId xmlns:a16="http://schemas.microsoft.com/office/drawing/2014/main" id="{14410DAD-2F78-436C-8E17-DC5E0BD264EE}"/>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Say what you must check after you open it.</a:t>
            </a:r>
          </a:p>
        </p:txBody>
      </p:sp>
      <p:sp>
        <p:nvSpPr>
          <p:cNvPr id="11" name="">
            <a:extLst xmlns:a="http://schemas.openxmlformats.org/drawingml/2006/main">
              <a:ext uri="{FF2B5EF4-FFF2-40B4-BE49-F238E27FC236}">
                <a16:creationId xmlns:a16="http://schemas.microsoft.com/office/drawing/2014/main" id="{754D9B62-742E-4EE9-A96C-D400AC0D0248}"/>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5/14</a:t>
            </a:r>
          </a:p>
        </p:txBody>
      </p:sp>
      <p:sp>
        <p:nvSpPr>
          <p:cNvPr id="12" name="">
            <a:extLst xmlns:a="http://schemas.openxmlformats.org/drawingml/2006/main">
              <a:ext uri="{FF2B5EF4-FFF2-40B4-BE49-F238E27FC236}">
                <a16:creationId xmlns:a16="http://schemas.microsoft.com/office/drawing/2014/main" id="{3233C27B-77D4-4B6F-BFFE-59A372A328F4}"/>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6597327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3136CBB-5DB5-459D-B4C4-4C4B5157746A}"/>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1713F6-EBE7-427D-8F8A-2735B5672851}"/>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597AAF5B-9467-4E9F-A9E1-F74C596B859A}"/>
              </a:ext>
            </a:extLst>
          </p:cNvPr>
          <p:cNvPicPr>
            <a:picLocks xmlns:a="http://schemas.openxmlformats.org/drawingml/2006/main" noChangeAspect="1"/>
          </p:cNvPicPr>
          <p:nvPr/>
        </p:nvPicPr>
        <p:blipFill>
          <a:blip xmlns:r="http://schemas.openxmlformats.org/officeDocument/2006/relationships" xmlns:a="http://schemas.openxmlformats.org/drawingml/2006/main" r:embed="R169619dd40bc4269"/>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34714AD-D118-4B92-BF79-60DDDF3B1A33}"/>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WORDS   •   2 MIN</a:t>
            </a:r>
          </a:p>
        </p:txBody>
      </p:sp>
      <p:sp>
        <p:nvSpPr>
          <p:cNvPr id="5" name="">
            <a:extLst xmlns:a="http://schemas.openxmlformats.org/drawingml/2006/main">
              <a:ext uri="{FF2B5EF4-FFF2-40B4-BE49-F238E27FC236}">
                <a16:creationId xmlns:a16="http://schemas.microsoft.com/office/drawing/2014/main" id="{3BC237B2-3D3D-4ADC-9CB1-5C14A1694A63}"/>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Words for this task</a:t>
            </a:r>
          </a:p>
        </p:txBody>
      </p:sp>
      <p:sp>
        <p:nvSpPr>
          <p:cNvPr id="6" name="">
            <a:extLst xmlns:a="http://schemas.openxmlformats.org/drawingml/2006/main">
              <a:ext uri="{FF2B5EF4-FFF2-40B4-BE49-F238E27FC236}">
                <a16:creationId xmlns:a16="http://schemas.microsoft.com/office/drawing/2014/main" id="{483F2BAF-4DE3-42C1-90E4-8C5B06A45A8E}"/>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file: work saved with a name</a:t>
            </a:r>
          </a:p>
        </p:txBody>
      </p:sp>
      <p:sp>
        <p:nvSpPr>
          <p:cNvPr id="7" name="">
            <a:extLst xmlns:a="http://schemas.openxmlformats.org/drawingml/2006/main">
              <a:ext uri="{FF2B5EF4-FFF2-40B4-BE49-F238E27FC236}">
                <a16:creationId xmlns:a16="http://schemas.microsoft.com/office/drawing/2014/main" id="{58104250-E9B0-43B6-8BD1-5B61EB4AC525}"/>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folder: a place to group files</a:t>
            </a:r>
          </a:p>
        </p:txBody>
      </p:sp>
      <p:sp>
        <p:nvSpPr>
          <p:cNvPr id="8" name="">
            <a:extLst xmlns:a="http://schemas.openxmlformats.org/drawingml/2006/main">
              <a:ext uri="{FF2B5EF4-FFF2-40B4-BE49-F238E27FC236}">
                <a16:creationId xmlns:a16="http://schemas.microsoft.com/office/drawing/2014/main" id="{F3E32778-66CC-4FE5-AAB7-3D8CAB0741FA}"/>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personal: linked to a person</a:t>
            </a:r>
          </a:p>
        </p:txBody>
      </p:sp>
      <p:sp>
        <p:nvSpPr>
          <p:cNvPr id="9" name="">
            <a:extLst xmlns:a="http://schemas.openxmlformats.org/drawingml/2006/main">
              <a:ext uri="{FF2B5EF4-FFF2-40B4-BE49-F238E27FC236}">
                <a16:creationId xmlns:a16="http://schemas.microsoft.com/office/drawing/2014/main" id="{7ACF4FEC-E503-48ED-8AD2-E4C71B4E7941}"/>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audience: the people who can see it</a:t>
            </a:r>
          </a:p>
        </p:txBody>
      </p:sp>
      <p:pic>
        <p:nvPicPr>
          <p:cNvPr id="10" name="">
            <a:extLst xmlns:a="http://schemas.openxmlformats.org/drawingml/2006/main">
              <a:ext uri="{FF2B5EF4-FFF2-40B4-BE49-F238E27FC236}">
                <a16:creationId xmlns:a16="http://schemas.microsoft.com/office/drawing/2014/main" id="{47279284-660B-4E36-9DB1-F48A1A9D0C38}"/>
              </a:ext>
            </a:extLst>
          </p:cNvPr>
          <p:cNvPicPr>
            <a:picLocks xmlns:a="http://schemas.openxmlformats.org/drawingml/2006/main" noChangeAspect="1"/>
          </p:cNvPicPr>
          <p:nvPr/>
        </p:nvPicPr>
        <p:blipFill>
          <a:blip xmlns:r="http://schemas.openxmlformats.org/officeDocument/2006/relationships" xmlns:a="http://schemas.openxmlformats.org/drawingml/2006/main" r:embed="Rf4f88d8d40ef4c46"/>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262F4E9-CE1E-4559-91B8-05AB14AEB845}"/>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2" name="">
            <a:extLst xmlns:a="http://schemas.openxmlformats.org/drawingml/2006/main">
              <a:ext uri="{FF2B5EF4-FFF2-40B4-BE49-F238E27FC236}">
                <a16:creationId xmlns:a16="http://schemas.microsoft.com/office/drawing/2014/main" id="{B06DAC86-358E-4369-9683-8F7C5EF208B3}"/>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Explain one word using the picture.</a:t>
            </a:r>
          </a:p>
        </p:txBody>
      </p:sp>
      <p:sp>
        <p:nvSpPr>
          <p:cNvPr id="13" name="">
            <a:extLst xmlns:a="http://schemas.openxmlformats.org/drawingml/2006/main">
              <a:ext uri="{FF2B5EF4-FFF2-40B4-BE49-F238E27FC236}">
                <a16:creationId xmlns:a16="http://schemas.microsoft.com/office/drawing/2014/main" id="{A463BFF5-B351-4497-9B54-9AA451A31851}"/>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6/14</a:t>
            </a:r>
          </a:p>
        </p:txBody>
      </p:sp>
      <p:sp>
        <p:nvSpPr>
          <p:cNvPr id="14" name="">
            <a:extLst xmlns:a="http://schemas.openxmlformats.org/drawingml/2006/main">
              <a:ext uri="{FF2B5EF4-FFF2-40B4-BE49-F238E27FC236}">
                <a16:creationId xmlns:a16="http://schemas.microsoft.com/office/drawing/2014/main" id="{15E76DC8-18DF-4491-9EBA-2E6999478BB0}"/>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7811606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6CDFBB-A0A6-4747-8AE9-318B110D07D4}"/>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8D57B7-D2C1-4221-BE6F-A92DA93C54FF}"/>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9D855F4C-408D-4C7B-9433-559376C95A21}"/>
              </a:ext>
            </a:extLst>
          </p:cNvPr>
          <p:cNvPicPr>
            <a:picLocks xmlns:a="http://schemas.openxmlformats.org/drawingml/2006/main" noChangeAspect="1"/>
          </p:cNvPicPr>
          <p:nvPr/>
        </p:nvPicPr>
        <p:blipFill>
          <a:blip xmlns:r="http://schemas.openxmlformats.org/officeDocument/2006/relationships" xmlns:a="http://schemas.openxmlformats.org/drawingml/2006/main" r:embed="R1540c727d74045c7"/>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DCFE606-ACD6-4725-B56C-01E63D7F07FF}"/>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TOGETHER   •   5 MIN</a:t>
            </a:r>
          </a:p>
        </p:txBody>
      </p:sp>
      <p:sp>
        <p:nvSpPr>
          <p:cNvPr id="5" name="">
            <a:extLst xmlns:a="http://schemas.openxmlformats.org/drawingml/2006/main">
              <a:ext uri="{FF2B5EF4-FFF2-40B4-BE49-F238E27FC236}">
                <a16:creationId xmlns:a16="http://schemas.microsoft.com/office/drawing/2014/main" id="{DF96F3ED-4A71-42A9-A04B-3408173258AB}"/>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A profile for a hobby group</a:t>
            </a:r>
          </a:p>
        </p:txBody>
      </p:sp>
      <p:sp>
        <p:nvSpPr>
          <p:cNvPr id="6" name="">
            <a:extLst xmlns:a="http://schemas.openxmlformats.org/drawingml/2006/main">
              <a:ext uri="{FF2B5EF4-FFF2-40B4-BE49-F238E27FC236}">
                <a16:creationId xmlns:a16="http://schemas.microsoft.com/office/drawing/2014/main" id="{77B49288-08E8-4668-B227-76082CA65440}"/>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Profile A likes sketching and making models.</a:t>
            </a:r>
          </a:p>
        </p:txBody>
      </p:sp>
      <p:sp>
        <p:nvSpPr>
          <p:cNvPr id="7" name="">
            <a:extLst xmlns:a="http://schemas.openxmlformats.org/drawingml/2006/main">
              <a:ext uri="{FF2B5EF4-FFF2-40B4-BE49-F238E27FC236}">
                <a16:creationId xmlns:a16="http://schemas.microsoft.com/office/drawing/2014/main" id="{ACFF310A-BCBF-4082-8E44-449B5D43806F}"/>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Does this group need a home address?</a:t>
            </a:r>
          </a:p>
        </p:txBody>
      </p:sp>
      <p:pic>
        <p:nvPicPr>
          <p:cNvPr id="8" name="">
            <a:extLst xmlns:a="http://schemas.openxmlformats.org/drawingml/2006/main">
              <a:ext uri="{FF2B5EF4-FFF2-40B4-BE49-F238E27FC236}">
                <a16:creationId xmlns:a16="http://schemas.microsoft.com/office/drawing/2014/main" id="{69101D5F-7D30-4ACD-BA1A-78076167FC95}"/>
              </a:ext>
            </a:extLst>
          </p:cNvPr>
          <p:cNvPicPr>
            <a:picLocks xmlns:a="http://schemas.openxmlformats.org/drawingml/2006/main" noChangeAspect="1"/>
          </p:cNvPicPr>
          <p:nvPr/>
        </p:nvPicPr>
        <p:blipFill>
          <a:blip xmlns:r="http://schemas.openxmlformats.org/officeDocument/2006/relationships" xmlns:a="http://schemas.openxmlformats.org/drawingml/2006/main" r:embed="Rec7d1c752cd4412e"/>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8B99BE3-6BCD-4819-B652-231138965342}"/>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0" name="">
            <a:extLst xmlns:a="http://schemas.openxmlformats.org/drawingml/2006/main">
              <a:ext uri="{FF2B5EF4-FFF2-40B4-BE49-F238E27FC236}">
                <a16:creationId xmlns:a16="http://schemas.microsoft.com/office/drawing/2014/main" id="{ED1FA7B2-D0B9-44F5-8DFE-B6A925C44EFD}"/>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Choose one detail to keep and one to leave out.</a:t>
            </a:r>
          </a:p>
        </p:txBody>
      </p:sp>
      <p:sp>
        <p:nvSpPr>
          <p:cNvPr id="11" name="">
            <a:extLst xmlns:a="http://schemas.openxmlformats.org/drawingml/2006/main">
              <a:ext uri="{FF2B5EF4-FFF2-40B4-BE49-F238E27FC236}">
                <a16:creationId xmlns:a16="http://schemas.microsoft.com/office/drawing/2014/main" id="{065F08A2-BED0-4CF8-852C-FBAE553E430F}"/>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7/14</a:t>
            </a:r>
          </a:p>
        </p:txBody>
      </p:sp>
      <p:sp>
        <p:nvSpPr>
          <p:cNvPr id="12" name="">
            <a:extLst xmlns:a="http://schemas.openxmlformats.org/drawingml/2006/main">
              <a:ext uri="{FF2B5EF4-FFF2-40B4-BE49-F238E27FC236}">
                <a16:creationId xmlns:a16="http://schemas.microsoft.com/office/drawing/2014/main" id="{CF39096B-6A29-4C1E-A4B4-90EA4D9BDD00}"/>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1642142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DC9369-D181-40B9-A18B-DB3A5F47EE1A}"/>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FCD6F8-1E5E-4154-8A72-1285FAC5DA8C}"/>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B19DDE45-CAA0-423B-AE84-4DC79F01DC06}"/>
              </a:ext>
            </a:extLst>
          </p:cNvPr>
          <p:cNvPicPr>
            <a:picLocks xmlns:a="http://schemas.openxmlformats.org/drawingml/2006/main" noChangeAspect="1"/>
          </p:cNvPicPr>
          <p:nvPr/>
        </p:nvPicPr>
        <p:blipFill>
          <a:blip xmlns:r="http://schemas.openxmlformats.org/officeDocument/2006/relationships" xmlns:a="http://schemas.openxmlformats.org/drawingml/2006/main" r:embed="R9708cdbfd4ed4f9b"/>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E30E855-98FF-4DF8-BD7D-56B62B6010DA}"/>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CHECK   •   3 MIN</a:t>
            </a:r>
          </a:p>
        </p:txBody>
      </p:sp>
      <p:sp>
        <p:nvSpPr>
          <p:cNvPr id="5" name="">
            <a:extLst xmlns:a="http://schemas.openxmlformats.org/drawingml/2006/main">
              <a:ext uri="{FF2B5EF4-FFF2-40B4-BE49-F238E27FC236}">
                <a16:creationId xmlns:a16="http://schemas.microsoft.com/office/drawing/2014/main" id="{6FCC219B-138B-44C6-AAAA-524CD14F1A6E}"/>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A folder does not make a file private</a:t>
            </a:r>
          </a:p>
        </p:txBody>
      </p:sp>
      <p:sp>
        <p:nvSpPr>
          <p:cNvPr id="6" name="">
            <a:extLst xmlns:a="http://schemas.openxmlformats.org/drawingml/2006/main">
              <a:ext uri="{FF2B5EF4-FFF2-40B4-BE49-F238E27FC236}">
                <a16:creationId xmlns:a16="http://schemas.microsoft.com/office/drawing/2014/main" id="{45C4B8A3-92D5-4181-B8AC-E6A39C6DE1A9}"/>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Check who can open the file or its link.</a:t>
            </a:r>
          </a:p>
        </p:txBody>
      </p:sp>
      <p:sp>
        <p:nvSpPr>
          <p:cNvPr id="7" name="">
            <a:extLst xmlns:a="http://schemas.openxmlformats.org/drawingml/2006/main">
              <a:ext uri="{FF2B5EF4-FFF2-40B4-BE49-F238E27FC236}">
                <a16:creationId xmlns:a16="http://schemas.microsoft.com/office/drawing/2014/main" id="{77338083-A8BE-4BF7-9C67-799529646686}"/>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If unsure, pause and ask before sharing.</a:t>
            </a:r>
          </a:p>
        </p:txBody>
      </p:sp>
      <p:pic>
        <p:nvPicPr>
          <p:cNvPr id="8" name="">
            <a:extLst xmlns:a="http://schemas.openxmlformats.org/drawingml/2006/main">
              <a:ext uri="{FF2B5EF4-FFF2-40B4-BE49-F238E27FC236}">
                <a16:creationId xmlns:a16="http://schemas.microsoft.com/office/drawing/2014/main" id="{10E0B62D-2B2D-4434-803D-DF332B270C75}"/>
              </a:ext>
            </a:extLst>
          </p:cNvPr>
          <p:cNvPicPr>
            <a:picLocks xmlns:a="http://schemas.openxmlformats.org/drawingml/2006/main" noChangeAspect="1"/>
          </p:cNvPicPr>
          <p:nvPr/>
        </p:nvPicPr>
        <p:blipFill>
          <a:blip xmlns:r="http://schemas.openxmlformats.org/officeDocument/2006/relationships" xmlns:a="http://schemas.openxmlformats.org/drawingml/2006/main" r:embed="Rd7e71982c0904bc6"/>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6502F56-E3B2-447C-9164-F9CE014EF395}"/>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0" name="">
            <a:extLst xmlns:a="http://schemas.openxmlformats.org/drawingml/2006/main">
              <a:ext uri="{FF2B5EF4-FFF2-40B4-BE49-F238E27FC236}">
                <a16:creationId xmlns:a16="http://schemas.microsoft.com/office/drawing/2014/main" id="{4099374C-1015-47A7-A961-D81213533BDA}"/>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Explain why a folder called Private is not proof.</a:t>
            </a:r>
          </a:p>
        </p:txBody>
      </p:sp>
      <p:sp>
        <p:nvSpPr>
          <p:cNvPr id="11" name="">
            <a:extLst xmlns:a="http://schemas.openxmlformats.org/drawingml/2006/main">
              <a:ext uri="{FF2B5EF4-FFF2-40B4-BE49-F238E27FC236}">
                <a16:creationId xmlns:a16="http://schemas.microsoft.com/office/drawing/2014/main" id="{A46D3D0F-E7DB-4925-9051-2ACE887E9E9E}"/>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8/14</a:t>
            </a:r>
          </a:p>
        </p:txBody>
      </p:sp>
      <p:sp>
        <p:nvSpPr>
          <p:cNvPr id="12" name="">
            <a:extLst xmlns:a="http://schemas.openxmlformats.org/drawingml/2006/main">
              <a:ext uri="{FF2B5EF4-FFF2-40B4-BE49-F238E27FC236}">
                <a16:creationId xmlns:a16="http://schemas.microsoft.com/office/drawing/2014/main" id="{9C24CB4C-2FCB-4887-B986-EADF49AD01D4}"/>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0164033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D42CF02-75A2-498A-910C-C337244677C7}"/>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AF687E-2D57-4E22-93AB-51C3DB1A5089}"/>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B1E757A3-10D7-4BE4-94A2-5652EF92A723}"/>
              </a:ext>
            </a:extLst>
          </p:cNvPr>
          <p:cNvPicPr>
            <a:picLocks xmlns:a="http://schemas.openxmlformats.org/drawingml/2006/main" noChangeAspect="1"/>
          </p:cNvPicPr>
          <p:nvPr/>
        </p:nvPicPr>
        <p:blipFill>
          <a:blip xmlns:r="http://schemas.openxmlformats.org/officeDocument/2006/relationships" xmlns:a="http://schemas.openxmlformats.org/drawingml/2006/main" r:embed="Rb5f0b184c0ae475b"/>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C0ED353-9E58-47B3-B64E-984A4D2E370B}"/>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YOUR TASK   •   12 MIN</a:t>
            </a:r>
          </a:p>
        </p:txBody>
      </p:sp>
      <p:sp>
        <p:nvSpPr>
          <p:cNvPr id="5" name="">
            <a:extLst xmlns:a="http://schemas.openxmlformats.org/drawingml/2006/main">
              <a:ext uri="{FF2B5EF4-FFF2-40B4-BE49-F238E27FC236}">
                <a16:creationId xmlns:a16="http://schemas.microsoft.com/office/drawing/2014/main" id="{AAE8BE1F-F736-43AB-A36E-3976E37B415D}"/>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One task with a choice of help</a:t>
            </a:r>
          </a:p>
        </p:txBody>
      </p:sp>
      <p:sp>
        <p:nvSpPr>
          <p:cNvPr id="6" name="">
            <a:extLst xmlns:a="http://schemas.openxmlformats.org/drawingml/2006/main">
              <a:ext uri="{FF2B5EF4-FFF2-40B4-BE49-F238E27FC236}">
                <a16:creationId xmlns:a16="http://schemas.microsoft.com/office/drawing/2014/main" id="{44F9F4CA-1934-4B87-B319-446EF3EF433D}"/>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Supported: use the step cards with help.</a:t>
            </a:r>
          </a:p>
        </p:txBody>
      </p:sp>
      <p:sp>
        <p:nvSpPr>
          <p:cNvPr id="7" name="">
            <a:extLst xmlns:a="http://schemas.openxmlformats.org/drawingml/2006/main">
              <a:ext uri="{FF2B5EF4-FFF2-40B4-BE49-F238E27FC236}">
                <a16:creationId xmlns:a16="http://schemas.microsoft.com/office/drawing/2014/main" id="{BAB3CA80-E6EF-48FC-B34A-A15C381D7C6C}"/>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Independent: use the task brief.</a:t>
            </a:r>
          </a:p>
        </p:txBody>
      </p:sp>
      <p:sp>
        <p:nvSpPr>
          <p:cNvPr id="8" name="">
            <a:extLst xmlns:a="http://schemas.openxmlformats.org/drawingml/2006/main">
              <a:ext uri="{FF2B5EF4-FFF2-40B4-BE49-F238E27FC236}">
                <a16:creationId xmlns:a16="http://schemas.microsoft.com/office/drawing/2014/main" id="{A40B4608-55D1-4C90-A528-CF041D7F75DA}"/>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Aspire: add a second version and explain it.</a:t>
            </a:r>
          </a:p>
        </p:txBody>
      </p:sp>
      <p:sp>
        <p:nvSpPr>
          <p:cNvPr id="9" name="">
            <a:extLst xmlns:a="http://schemas.openxmlformats.org/drawingml/2006/main">
              <a:ext uri="{FF2B5EF4-FFF2-40B4-BE49-F238E27FC236}">
                <a16:creationId xmlns:a16="http://schemas.microsoft.com/office/drawing/2014/main" id="{784C168F-5FB0-4E37-A75D-8003AAB04217}"/>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Keep your own file and check it opens.</a:t>
            </a:r>
          </a:p>
        </p:txBody>
      </p:sp>
      <p:pic>
        <p:nvPicPr>
          <p:cNvPr id="10" name="">
            <a:extLst xmlns:a="http://schemas.openxmlformats.org/drawingml/2006/main">
              <a:ext uri="{FF2B5EF4-FFF2-40B4-BE49-F238E27FC236}">
                <a16:creationId xmlns:a16="http://schemas.microsoft.com/office/drawing/2014/main" id="{0C585D16-2DFC-4FEF-9547-ED175EB87538}"/>
              </a:ext>
            </a:extLst>
          </p:cNvPr>
          <p:cNvPicPr>
            <a:picLocks xmlns:a="http://schemas.openxmlformats.org/drawingml/2006/main" noChangeAspect="1"/>
          </p:cNvPicPr>
          <p:nvPr/>
        </p:nvPicPr>
        <p:blipFill>
          <a:blip xmlns:r="http://schemas.openxmlformats.org/officeDocument/2006/relationships" xmlns:a="http://schemas.openxmlformats.org/drawingml/2006/main" r:embed="R536301272a3d470a"/>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B06BD52-8E85-4A9B-AD32-A56BF2A4B129}"/>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2" name="">
            <a:extLst xmlns:a="http://schemas.openxmlformats.org/drawingml/2006/main">
              <a:ext uri="{FF2B5EF4-FFF2-40B4-BE49-F238E27FC236}">
                <a16:creationId xmlns:a16="http://schemas.microsoft.com/office/drawing/2014/main" id="{58E44CCE-052A-41FD-8B04-672ACDA10096}"/>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Choose a route, then show your saved file.</a:t>
            </a:r>
          </a:p>
        </p:txBody>
      </p:sp>
      <p:sp>
        <p:nvSpPr>
          <p:cNvPr id="13" name="">
            <a:extLst xmlns:a="http://schemas.openxmlformats.org/drawingml/2006/main">
              <a:ext uri="{FF2B5EF4-FFF2-40B4-BE49-F238E27FC236}">
                <a16:creationId xmlns:a16="http://schemas.microsoft.com/office/drawing/2014/main" id="{02942FD8-AAAF-4383-84D2-90AC4F9879E5}"/>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9/14</a:t>
            </a:r>
          </a:p>
        </p:txBody>
      </p:sp>
      <p:sp>
        <p:nvSpPr>
          <p:cNvPr id="14" name="">
            <a:extLst xmlns:a="http://schemas.openxmlformats.org/drawingml/2006/main">
              <a:ext uri="{FF2B5EF4-FFF2-40B4-BE49-F238E27FC236}">
                <a16:creationId xmlns:a16="http://schemas.microsoft.com/office/drawing/2014/main" id="{1DABC065-938C-43A5-AFBB-7079FB14A9D2}"/>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3958503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B725A2A-8BEB-46FC-9B98-9CA5B6EBCA59}"/>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E92401-C9F5-48B1-914F-2DDE02E325FE}"/>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7545EC91-A81A-4C93-9449-1A2AE2CDFA0A}"/>
              </a:ext>
            </a:extLst>
          </p:cNvPr>
          <p:cNvPicPr>
            <a:picLocks xmlns:a="http://schemas.openxmlformats.org/drawingml/2006/main" noChangeAspect="1"/>
          </p:cNvPicPr>
          <p:nvPr/>
        </p:nvPicPr>
        <p:blipFill>
          <a:blip xmlns:r="http://schemas.openxmlformats.org/officeDocument/2006/relationships" xmlns:a="http://schemas.openxmlformats.org/drawingml/2006/main" r:embed="R455aed0b74724e8e"/>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744511-35CB-4C3B-A931-283802A0EF56}"/>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ROUTE</a:t>
            </a:r>
          </a:p>
        </p:txBody>
      </p:sp>
      <p:sp>
        <p:nvSpPr>
          <p:cNvPr id="5" name="">
            <a:extLst xmlns:a="http://schemas.openxmlformats.org/drawingml/2006/main">
              <a:ext uri="{FF2B5EF4-FFF2-40B4-BE49-F238E27FC236}">
                <a16:creationId xmlns:a16="http://schemas.microsoft.com/office/drawing/2014/main" id="{D34CA31F-6603-4D4C-A6CC-B21C031CEBB4}"/>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Supported</a:t>
            </a:r>
          </a:p>
        </p:txBody>
      </p:sp>
      <p:sp>
        <p:nvSpPr>
          <p:cNvPr id="6" name="">
            <a:extLst xmlns:a="http://schemas.openxmlformats.org/drawingml/2006/main">
              <a:ext uri="{FF2B5EF4-FFF2-40B4-BE49-F238E27FC236}">
                <a16:creationId xmlns:a16="http://schemas.microsoft.com/office/drawing/2014/main" id="{2D3A6E38-EC59-4DC5-8255-3894B210345F}"/>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Choose the made-up Profile A or Profile B.</a:t>
            </a:r>
          </a:p>
        </p:txBody>
      </p:sp>
      <p:sp>
        <p:nvSpPr>
          <p:cNvPr id="7" name="">
            <a:extLst xmlns:a="http://schemas.openxmlformats.org/drawingml/2006/main">
              <a:ext uri="{FF2B5EF4-FFF2-40B4-BE49-F238E27FC236}">
                <a16:creationId xmlns:a16="http://schemas.microsoft.com/office/drawing/2014/main" id="{C65EF7E3-491E-43A5-8303-B0F8B88D7E7E}"/>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Use the step cards to make your folder.</a:t>
            </a:r>
          </a:p>
        </p:txBody>
      </p:sp>
      <p:sp>
        <p:nvSpPr>
          <p:cNvPr id="8" name="">
            <a:extLst xmlns:a="http://schemas.openxmlformats.org/drawingml/2006/main">
              <a:ext uri="{FF2B5EF4-FFF2-40B4-BE49-F238E27FC236}">
                <a16:creationId xmlns:a16="http://schemas.microsoft.com/office/drawing/2014/main" id="{C461839A-80B9-40AD-82E7-C3C9F89F3F76}"/>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Write the label and one general hobby.</a:t>
            </a:r>
          </a:p>
        </p:txBody>
      </p:sp>
      <p:sp>
        <p:nvSpPr>
          <p:cNvPr id="9" name="">
            <a:extLst xmlns:a="http://schemas.openxmlformats.org/drawingml/2006/main">
              <a:ext uri="{FF2B5EF4-FFF2-40B4-BE49-F238E27FC236}">
                <a16:creationId xmlns:a16="http://schemas.microsoft.com/office/drawing/2014/main" id="{2C8DE1EA-7842-41C8-9B53-07996C45E2F1}"/>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Save it. Close it. Find and open it.</a:t>
            </a:r>
          </a:p>
        </p:txBody>
      </p:sp>
      <p:sp>
        <p:nvSpPr>
          <p:cNvPr id="10" name="">
            <a:extLst xmlns:a="http://schemas.openxmlformats.org/drawingml/2006/main">
              <a:ext uri="{FF2B5EF4-FFF2-40B4-BE49-F238E27FC236}">
                <a16:creationId xmlns:a16="http://schemas.microsoft.com/office/drawing/2014/main" id="{71856D91-651B-47A0-8B5C-554B2C4CFF2B}"/>
              </a:ext>
            </a:extLst>
          </p:cNvPr>
          <p:cNvSpPr>
            <a:spLocks xmlns:a="http://schemas.openxmlformats.org/drawingml/2006/main" noGrp="1"/>
          </p:cNvSpPr>
          <p:nvPr/>
        </p:nvSpPr>
        <p:spPr>
          <a:xfrm xmlns:a="http://schemas.openxmlformats.org/drawingml/2006/main">
            <a:off x="438150" y="5067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Say one detail you left out and why.</a:t>
            </a:r>
          </a:p>
        </p:txBody>
      </p:sp>
      <p:pic>
        <p:nvPicPr>
          <p:cNvPr id="11" name="">
            <a:extLst xmlns:a="http://schemas.openxmlformats.org/drawingml/2006/main">
              <a:ext uri="{FF2B5EF4-FFF2-40B4-BE49-F238E27FC236}">
                <a16:creationId xmlns:a16="http://schemas.microsoft.com/office/drawing/2014/main" id="{1FC9D7C5-B4D2-4F8F-B239-69DAA472AE44}"/>
              </a:ext>
            </a:extLst>
          </p:cNvPr>
          <p:cNvPicPr>
            <a:picLocks xmlns:a="http://schemas.openxmlformats.org/drawingml/2006/main" noChangeAspect="1"/>
          </p:cNvPicPr>
          <p:nvPr/>
        </p:nvPicPr>
        <p:blipFill>
          <a:blip xmlns:r="http://schemas.openxmlformats.org/officeDocument/2006/relationships" xmlns:a="http://schemas.openxmlformats.org/drawingml/2006/main" r:embed="R74945616775a4077"/>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9E918CB-CB80-4038-B05E-1D53CA458A7A}"/>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3" name="">
            <a:extLst xmlns:a="http://schemas.openxmlformats.org/drawingml/2006/main">
              <a:ext uri="{FF2B5EF4-FFF2-40B4-BE49-F238E27FC236}">
                <a16:creationId xmlns:a16="http://schemas.microsoft.com/office/drawing/2014/main" id="{898A066A-8FE8-4AC6-8CAA-836E6D0D9D59}"/>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Show one step you completed yourself.</a:t>
            </a:r>
          </a:p>
        </p:txBody>
      </p:sp>
      <p:sp>
        <p:nvSpPr>
          <p:cNvPr id="14" name="">
            <a:extLst xmlns:a="http://schemas.openxmlformats.org/drawingml/2006/main">
              <a:ext uri="{FF2B5EF4-FFF2-40B4-BE49-F238E27FC236}">
                <a16:creationId xmlns:a16="http://schemas.microsoft.com/office/drawing/2014/main" id="{CEDF7C73-FC84-4AD8-97DC-95BC3C9C2843}"/>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10/14</a:t>
            </a:r>
          </a:p>
        </p:txBody>
      </p:sp>
      <p:sp>
        <p:nvSpPr>
          <p:cNvPr id="15" name="">
            <a:extLst xmlns:a="http://schemas.openxmlformats.org/drawingml/2006/main">
              <a:ext uri="{FF2B5EF4-FFF2-40B4-BE49-F238E27FC236}">
                <a16:creationId xmlns:a16="http://schemas.microsoft.com/office/drawing/2014/main" id="{EBA3D14C-4A83-4941-9825-219EBFD12BA9}"/>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2953465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307A483-3705-4C56-A9A6-9537DC6B1D7A}"/>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A827EC-251D-4347-B52A-D0A78DADA706}"/>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E8BE14D0-B8FB-45B8-920E-00BA27B2E683}"/>
              </a:ext>
            </a:extLst>
          </p:cNvPr>
          <p:cNvPicPr>
            <a:picLocks xmlns:a="http://schemas.openxmlformats.org/drawingml/2006/main" noChangeAspect="1"/>
          </p:cNvPicPr>
          <p:nvPr/>
        </p:nvPicPr>
        <p:blipFill>
          <a:blip xmlns:r="http://schemas.openxmlformats.org/officeDocument/2006/relationships" xmlns:a="http://schemas.openxmlformats.org/drawingml/2006/main" r:embed="Rb4d18553470d4c9f"/>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5D49174-803E-4385-8B27-FF37661D643A}"/>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ROUTE</a:t>
            </a:r>
          </a:p>
        </p:txBody>
      </p:sp>
      <p:sp>
        <p:nvSpPr>
          <p:cNvPr id="5" name="">
            <a:extLst xmlns:a="http://schemas.openxmlformats.org/drawingml/2006/main">
              <a:ext uri="{FF2B5EF4-FFF2-40B4-BE49-F238E27FC236}">
                <a16:creationId xmlns:a16="http://schemas.microsoft.com/office/drawing/2014/main" id="{1D150D13-71D0-49F5-8F44-A20436D82B11}"/>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Independent</a:t>
            </a:r>
          </a:p>
        </p:txBody>
      </p:sp>
      <p:sp>
        <p:nvSpPr>
          <p:cNvPr id="6" name="">
            <a:extLst xmlns:a="http://schemas.openxmlformats.org/drawingml/2006/main">
              <a:ext uri="{FF2B5EF4-FFF2-40B4-BE49-F238E27FC236}">
                <a16:creationId xmlns:a16="http://schemas.microsoft.com/office/drawing/2014/main" id="{D03CEE5F-91B6-423E-903C-7B0653865561}"/>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Make the folder in the agreed place.</a:t>
            </a:r>
          </a:p>
        </p:txBody>
      </p:sp>
      <p:sp>
        <p:nvSpPr>
          <p:cNvPr id="7" name="">
            <a:extLst xmlns:a="http://schemas.openxmlformats.org/drawingml/2006/main">
              <a:ext uri="{FF2B5EF4-FFF2-40B4-BE49-F238E27FC236}">
                <a16:creationId xmlns:a16="http://schemas.microsoft.com/office/drawing/2014/main" id="{632ACD98-62CA-496E-80C9-8E145C7FE803}"/>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Write a short made-up hobby profile.</a:t>
            </a:r>
          </a:p>
        </p:txBody>
      </p:sp>
      <p:sp>
        <p:nvSpPr>
          <p:cNvPr id="8" name="">
            <a:extLst xmlns:a="http://schemas.openxmlformats.org/drawingml/2006/main">
              <a:ext uri="{FF2B5EF4-FFF2-40B4-BE49-F238E27FC236}">
                <a16:creationId xmlns:a16="http://schemas.microsoft.com/office/drawing/2014/main" id="{C9374836-AB1E-44F0-BDBF-D0E18FD280C4}"/>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Use a clear file name with v1.</a:t>
            </a:r>
          </a:p>
        </p:txBody>
      </p:sp>
      <p:sp>
        <p:nvSpPr>
          <p:cNvPr id="9" name="">
            <a:extLst xmlns:a="http://schemas.openxmlformats.org/drawingml/2006/main">
              <a:ext uri="{FF2B5EF4-FFF2-40B4-BE49-F238E27FC236}">
                <a16:creationId xmlns:a16="http://schemas.microsoft.com/office/drawing/2014/main" id="{AE07BC29-76DB-4D3B-BA84-B7C57A6100E1}"/>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Close it. Find and open the saved file.</a:t>
            </a:r>
          </a:p>
        </p:txBody>
      </p:sp>
      <p:sp>
        <p:nvSpPr>
          <p:cNvPr id="10" name="">
            <a:extLst xmlns:a="http://schemas.openxmlformats.org/drawingml/2006/main">
              <a:ext uri="{FF2B5EF4-FFF2-40B4-BE49-F238E27FC236}">
                <a16:creationId xmlns:a16="http://schemas.microsoft.com/office/drawing/2014/main" id="{F1343C51-54B4-44D2-90F4-7A5914A79844}"/>
              </a:ext>
            </a:extLst>
          </p:cNvPr>
          <p:cNvSpPr>
            <a:spLocks xmlns:a="http://schemas.openxmlformats.org/drawingml/2006/main" noGrp="1"/>
          </p:cNvSpPr>
          <p:nvPr/>
        </p:nvSpPr>
        <p:spPr>
          <a:xfrm xmlns:a="http://schemas.openxmlformats.org/drawingml/2006/main">
            <a:off x="438150" y="5067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Explain your choice about one private detail.</a:t>
            </a:r>
          </a:p>
        </p:txBody>
      </p:sp>
      <p:pic>
        <p:nvPicPr>
          <p:cNvPr id="11" name="">
            <a:extLst xmlns:a="http://schemas.openxmlformats.org/drawingml/2006/main">
              <a:ext uri="{FF2B5EF4-FFF2-40B4-BE49-F238E27FC236}">
                <a16:creationId xmlns:a16="http://schemas.microsoft.com/office/drawing/2014/main" id="{F5D9C9E2-3EF2-4C9D-8B27-EA69F8851F12}"/>
              </a:ext>
            </a:extLst>
          </p:cNvPr>
          <p:cNvPicPr>
            <a:picLocks xmlns:a="http://schemas.openxmlformats.org/drawingml/2006/main" noChangeAspect="1"/>
          </p:cNvPicPr>
          <p:nvPr/>
        </p:nvPicPr>
        <p:blipFill>
          <a:blip xmlns:r="http://schemas.openxmlformats.org/officeDocument/2006/relationships" xmlns:a="http://schemas.openxmlformats.org/drawingml/2006/main" r:embed="R78b355e0d9454e43"/>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5B2D5A9-0089-48FE-8E88-C78C5F085045}"/>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3" name="">
            <a:extLst xmlns:a="http://schemas.openxmlformats.org/drawingml/2006/main">
              <a:ext uri="{FF2B5EF4-FFF2-40B4-BE49-F238E27FC236}">
                <a16:creationId xmlns:a16="http://schemas.microsoft.com/office/drawing/2014/main" id="{0F9BE1BB-4123-4C41-9A2D-5A997573D66F}"/>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Show the folder, file name and reopened text.</a:t>
            </a:r>
          </a:p>
        </p:txBody>
      </p:sp>
      <p:sp>
        <p:nvSpPr>
          <p:cNvPr id="14" name="">
            <a:extLst xmlns:a="http://schemas.openxmlformats.org/drawingml/2006/main">
              <a:ext uri="{FF2B5EF4-FFF2-40B4-BE49-F238E27FC236}">
                <a16:creationId xmlns:a16="http://schemas.microsoft.com/office/drawing/2014/main" id="{787779E9-2B2B-4EAC-B71A-196347DC9E1E}"/>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11/14</a:t>
            </a:r>
          </a:p>
        </p:txBody>
      </p:sp>
      <p:sp>
        <p:nvSpPr>
          <p:cNvPr id="15" name="">
            <a:extLst xmlns:a="http://schemas.openxmlformats.org/drawingml/2006/main">
              <a:ext uri="{FF2B5EF4-FFF2-40B4-BE49-F238E27FC236}">
                <a16:creationId xmlns:a16="http://schemas.microsoft.com/office/drawing/2014/main" id="{11921447-216B-4D3A-B5C7-A52DD6956C3E}"/>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5019374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75AB3F9-B5E4-47BA-90C6-047C4E7A6728}"/>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D372E0-20A3-478C-AC63-5BD39F15086A}"/>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0F9EE15E-CD76-4124-B056-9A0B3D9A7AFD}"/>
              </a:ext>
            </a:extLst>
          </p:cNvPr>
          <p:cNvPicPr>
            <a:picLocks xmlns:a="http://schemas.openxmlformats.org/drawingml/2006/main" noChangeAspect="1"/>
          </p:cNvPicPr>
          <p:nvPr/>
        </p:nvPicPr>
        <p:blipFill>
          <a:blip xmlns:r="http://schemas.openxmlformats.org/officeDocument/2006/relationships" xmlns:a="http://schemas.openxmlformats.org/drawingml/2006/main" r:embed="Re398e87e80a84b25"/>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267A75-0B09-4A48-968C-18A504B20D02}"/>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ROUTE</a:t>
            </a:r>
          </a:p>
        </p:txBody>
      </p:sp>
      <p:sp>
        <p:nvSpPr>
          <p:cNvPr id="5" name="">
            <a:extLst xmlns:a="http://schemas.openxmlformats.org/drawingml/2006/main">
              <a:ext uri="{FF2B5EF4-FFF2-40B4-BE49-F238E27FC236}">
                <a16:creationId xmlns:a16="http://schemas.microsoft.com/office/drawing/2014/main" id="{B96FE4E6-7292-454F-A7DC-FA8525EE5188}"/>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Aspire</a:t>
            </a:r>
          </a:p>
        </p:txBody>
      </p:sp>
      <p:sp>
        <p:nvSpPr>
          <p:cNvPr id="6" name="">
            <a:extLst xmlns:a="http://schemas.openxmlformats.org/drawingml/2006/main">
              <a:ext uri="{FF2B5EF4-FFF2-40B4-BE49-F238E27FC236}">
                <a16:creationId xmlns:a16="http://schemas.microsoft.com/office/drawing/2014/main" id="{EA3FC087-5280-436C-AC3F-A11EA024E177}"/>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Complete the Independent task first.</a:t>
            </a:r>
          </a:p>
        </p:txBody>
      </p:sp>
      <p:sp>
        <p:nvSpPr>
          <p:cNvPr id="7" name="">
            <a:extLst xmlns:a="http://schemas.openxmlformats.org/drawingml/2006/main">
              <a:ext uri="{FF2B5EF4-FFF2-40B4-BE49-F238E27FC236}">
                <a16:creationId xmlns:a16="http://schemas.microsoft.com/office/drawing/2014/main" id="{894A663F-D9C2-45ED-9827-6A2603E2F291}"/>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Add one useful sentence for the group.</a:t>
            </a:r>
          </a:p>
        </p:txBody>
      </p:sp>
      <p:sp>
        <p:nvSpPr>
          <p:cNvPr id="8" name="">
            <a:extLst xmlns:a="http://schemas.openxmlformats.org/drawingml/2006/main">
              <a:ext uri="{FF2B5EF4-FFF2-40B4-BE49-F238E27FC236}">
                <a16:creationId xmlns:a16="http://schemas.microsoft.com/office/drawing/2014/main" id="{D9F561E8-4D74-485D-AF78-F6FCE60DDC7E}"/>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Save a new copy with v2 in its name.</a:t>
            </a:r>
          </a:p>
        </p:txBody>
      </p:sp>
      <p:sp>
        <p:nvSpPr>
          <p:cNvPr id="9" name="">
            <a:extLst xmlns:a="http://schemas.openxmlformats.org/drawingml/2006/main">
              <a:ext uri="{FF2B5EF4-FFF2-40B4-BE49-F238E27FC236}">
                <a16:creationId xmlns:a16="http://schemas.microsoft.com/office/drawing/2014/main" id="{6BF838FD-B3F4-4359-8E5E-C14814733669}"/>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Open v1 and v2. Explain the change.</a:t>
            </a:r>
          </a:p>
        </p:txBody>
      </p:sp>
      <p:sp>
        <p:nvSpPr>
          <p:cNvPr id="10" name="">
            <a:extLst xmlns:a="http://schemas.openxmlformats.org/drawingml/2006/main">
              <a:ext uri="{FF2B5EF4-FFF2-40B4-BE49-F238E27FC236}">
                <a16:creationId xmlns:a16="http://schemas.microsoft.com/office/drawing/2014/main" id="{5C1C70CB-56B7-4DB8-A50D-820B347E7E50}"/>
              </a:ext>
            </a:extLst>
          </p:cNvPr>
          <p:cNvSpPr>
            <a:spLocks xmlns:a="http://schemas.openxmlformats.org/drawingml/2006/main" noGrp="1"/>
          </p:cNvSpPr>
          <p:nvPr/>
        </p:nvSpPr>
        <p:spPr>
          <a:xfrm xmlns:a="http://schemas.openxmlformats.org/drawingml/2006/main">
            <a:off x="438150" y="5067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Say how you would check who can see it.</a:t>
            </a:r>
          </a:p>
        </p:txBody>
      </p:sp>
      <p:pic>
        <p:nvPicPr>
          <p:cNvPr id="11" name="">
            <a:extLst xmlns:a="http://schemas.openxmlformats.org/drawingml/2006/main">
              <a:ext uri="{FF2B5EF4-FFF2-40B4-BE49-F238E27FC236}">
                <a16:creationId xmlns:a16="http://schemas.microsoft.com/office/drawing/2014/main" id="{AB8C5EA2-953B-42A5-A541-250CD489B458}"/>
              </a:ext>
            </a:extLst>
          </p:cNvPr>
          <p:cNvPicPr>
            <a:picLocks xmlns:a="http://schemas.openxmlformats.org/drawingml/2006/main" noChangeAspect="1"/>
          </p:cNvPicPr>
          <p:nvPr/>
        </p:nvPicPr>
        <p:blipFill>
          <a:blip xmlns:r="http://schemas.openxmlformats.org/officeDocument/2006/relationships" xmlns:a="http://schemas.openxmlformats.org/drawingml/2006/main" r:embed="Rc86aa812dadb476a"/>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AA63E9B-5082-4C4D-A90E-3FCF908DECED}"/>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3" name="">
            <a:extLst xmlns:a="http://schemas.openxmlformats.org/drawingml/2006/main">
              <a:ext uri="{FF2B5EF4-FFF2-40B4-BE49-F238E27FC236}">
                <a16:creationId xmlns:a16="http://schemas.microsoft.com/office/drawing/2014/main" id="{39D42D12-7E1C-4156-B159-4CD4CC654C24}"/>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Compare the two saved versions.</a:t>
            </a:r>
          </a:p>
        </p:txBody>
      </p:sp>
      <p:sp>
        <p:nvSpPr>
          <p:cNvPr id="14" name="">
            <a:extLst xmlns:a="http://schemas.openxmlformats.org/drawingml/2006/main">
              <a:ext uri="{FF2B5EF4-FFF2-40B4-BE49-F238E27FC236}">
                <a16:creationId xmlns:a16="http://schemas.microsoft.com/office/drawing/2014/main" id="{F844A937-00D1-4C0F-9C7D-DA099B9D581A}"/>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12/14</a:t>
            </a:r>
          </a:p>
        </p:txBody>
      </p:sp>
      <p:sp>
        <p:nvSpPr>
          <p:cNvPr id="15" name="">
            <a:extLst xmlns:a="http://schemas.openxmlformats.org/drawingml/2006/main">
              <a:ext uri="{FF2B5EF4-FFF2-40B4-BE49-F238E27FC236}">
                <a16:creationId xmlns:a16="http://schemas.microsoft.com/office/drawing/2014/main" id="{80006B08-AAEA-49E6-94E1-F5A72E2589A2}"/>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62819133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E028D3A-30CD-48F7-A524-9E0509D820A4}"/>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6699661-B2E8-4C5C-942C-CFACE373A6CB}"/>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1B7C24DF-BB31-4F05-8B18-CA7723603142}"/>
              </a:ext>
            </a:extLst>
          </p:cNvPr>
          <p:cNvPicPr>
            <a:picLocks xmlns:a="http://schemas.openxmlformats.org/drawingml/2006/main" noChangeAspect="1"/>
          </p:cNvPicPr>
          <p:nvPr/>
        </p:nvPicPr>
        <p:blipFill>
          <a:blip xmlns:r="http://schemas.openxmlformats.org/officeDocument/2006/relationships" xmlns:a="http://schemas.openxmlformats.org/drawingml/2006/main" r:embed="Rb92ec1b323094d67"/>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7D2958A-18D1-43EB-9CF0-408B65BBDFF1}"/>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EVIDENCE</a:t>
            </a:r>
          </a:p>
        </p:txBody>
      </p:sp>
      <p:sp>
        <p:nvSpPr>
          <p:cNvPr id="5" name="">
            <a:extLst xmlns:a="http://schemas.openxmlformats.org/drawingml/2006/main">
              <a:ext uri="{FF2B5EF4-FFF2-40B4-BE49-F238E27FC236}">
                <a16:creationId xmlns:a16="http://schemas.microsoft.com/office/drawing/2014/main" id="{DEF1B870-8702-42F8-B42D-519EB9BB8BB5}"/>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My evidence record</a:t>
            </a:r>
          </a:p>
        </p:txBody>
      </p:sp>
      <p:sp>
        <p:nvSpPr>
          <p:cNvPr id="6" name="">
            <a:extLst xmlns:a="http://schemas.openxmlformats.org/drawingml/2006/main">
              <a:ext uri="{FF2B5EF4-FFF2-40B4-BE49-F238E27FC236}">
                <a16:creationId xmlns:a16="http://schemas.microsoft.com/office/drawing/2014/main" id="{4906FC68-8A8A-460B-85DA-C8B46BA8C516}"/>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My file name is ...</a:t>
            </a:r>
          </a:p>
        </p:txBody>
      </p:sp>
      <p:sp>
        <p:nvSpPr>
          <p:cNvPr id="7" name="">
            <a:extLst xmlns:a="http://schemas.openxmlformats.org/drawingml/2006/main">
              <a:ext uri="{FF2B5EF4-FFF2-40B4-BE49-F238E27FC236}">
                <a16:creationId xmlns:a16="http://schemas.microsoft.com/office/drawing/2014/main" id="{A43645E8-42E9-4B4A-90C9-52D7EAEECD07}"/>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I found my file in ...</a:t>
            </a:r>
          </a:p>
        </p:txBody>
      </p:sp>
      <p:sp>
        <p:nvSpPr>
          <p:cNvPr id="8" name="">
            <a:extLst xmlns:a="http://schemas.openxmlformats.org/drawingml/2006/main">
              <a:ext uri="{FF2B5EF4-FFF2-40B4-BE49-F238E27FC236}">
                <a16:creationId xmlns:a16="http://schemas.microsoft.com/office/drawing/2014/main" id="{6B097363-E243-4355-B6D5-B3EEB7706002}"/>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I checked that it opens and shows my work.</a:t>
            </a:r>
          </a:p>
        </p:txBody>
      </p:sp>
      <p:sp>
        <p:nvSpPr>
          <p:cNvPr id="9" name="">
            <a:extLst xmlns:a="http://schemas.openxmlformats.org/drawingml/2006/main">
              <a:ext uri="{FF2B5EF4-FFF2-40B4-BE49-F238E27FC236}">
                <a16:creationId xmlns:a16="http://schemas.microsoft.com/office/drawing/2014/main" id="{06145EAE-F7E8-4F8C-B561-C9EE714F7914}"/>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I left out ... because ...</a:t>
            </a:r>
          </a:p>
        </p:txBody>
      </p:sp>
      <p:sp>
        <p:nvSpPr>
          <p:cNvPr id="10" name="">
            <a:extLst xmlns:a="http://schemas.openxmlformats.org/drawingml/2006/main">
              <a:ext uri="{FF2B5EF4-FFF2-40B4-BE49-F238E27FC236}">
                <a16:creationId xmlns:a16="http://schemas.microsoft.com/office/drawing/2014/main" id="{FE341680-8382-4CC2-BF18-0CEA0E7265B4}"/>
              </a:ext>
            </a:extLst>
          </p:cNvPr>
          <p:cNvSpPr>
            <a:spLocks xmlns:a="http://schemas.openxmlformats.org/drawingml/2006/main" noGrp="1"/>
          </p:cNvSpPr>
          <p:nvPr/>
        </p:nvSpPr>
        <p:spPr>
          <a:xfrm xmlns:a="http://schemas.openxmlformats.org/drawingml/2006/main">
            <a:off x="438150" y="5067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My next step is ...</a:t>
            </a:r>
          </a:p>
        </p:txBody>
      </p:sp>
      <p:pic>
        <p:nvPicPr>
          <p:cNvPr id="11" name="">
            <a:extLst xmlns:a="http://schemas.openxmlformats.org/drawingml/2006/main">
              <a:ext uri="{FF2B5EF4-FFF2-40B4-BE49-F238E27FC236}">
                <a16:creationId xmlns:a16="http://schemas.microsoft.com/office/drawing/2014/main" id="{5F64AD34-B025-44C9-A496-1ED5F6270138}"/>
              </a:ext>
            </a:extLst>
          </p:cNvPr>
          <p:cNvPicPr>
            <a:picLocks xmlns:a="http://schemas.openxmlformats.org/drawingml/2006/main" noChangeAspect="1"/>
          </p:cNvPicPr>
          <p:nvPr/>
        </p:nvPicPr>
        <p:blipFill>
          <a:blip xmlns:r="http://schemas.openxmlformats.org/officeDocument/2006/relationships" xmlns:a="http://schemas.openxmlformats.org/drawingml/2006/main" r:embed="Rc9cde03310894f6c"/>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B2D1585-694E-4C9C-921F-CC43DCE956F9}"/>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3" name="">
            <a:extLst xmlns:a="http://schemas.openxmlformats.org/drawingml/2006/main">
              <a:ext uri="{FF2B5EF4-FFF2-40B4-BE49-F238E27FC236}">
                <a16:creationId xmlns:a16="http://schemas.microsoft.com/office/drawing/2014/main" id="{02AE7234-5D09-4AB3-81B8-ED92C336E645}"/>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Record your own check on the evidence slip.</a:t>
            </a:r>
          </a:p>
        </p:txBody>
      </p:sp>
      <p:sp>
        <p:nvSpPr>
          <p:cNvPr id="14" name="">
            <a:extLst xmlns:a="http://schemas.openxmlformats.org/drawingml/2006/main">
              <a:ext uri="{FF2B5EF4-FFF2-40B4-BE49-F238E27FC236}">
                <a16:creationId xmlns:a16="http://schemas.microsoft.com/office/drawing/2014/main" id="{FDA30964-812E-4919-90C8-8D5A2F707395}"/>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13/14</a:t>
            </a:r>
          </a:p>
        </p:txBody>
      </p:sp>
      <p:sp>
        <p:nvSpPr>
          <p:cNvPr id="15" name="">
            <a:extLst xmlns:a="http://schemas.openxmlformats.org/drawingml/2006/main">
              <a:ext uri="{FF2B5EF4-FFF2-40B4-BE49-F238E27FC236}">
                <a16:creationId xmlns:a16="http://schemas.microsoft.com/office/drawing/2014/main" id="{26B5A4A2-0FBE-4782-9194-84BEF11A98DA}"/>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3139473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E26F261-EA27-468C-927D-AB4BEA5AD6C2}"/>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602CCB5-F2DC-43DF-BA4F-13C4ED960446}"/>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1</a:t>
            </a:r>
          </a:p>
        </p:txBody>
      </p:sp>
      <p:pic>
        <p:nvPicPr>
          <p:cNvPr id="3" name="">
            <a:extLst xmlns:a="http://schemas.openxmlformats.org/drawingml/2006/main">
              <a:ext uri="{FF2B5EF4-FFF2-40B4-BE49-F238E27FC236}">
                <a16:creationId xmlns:a16="http://schemas.microsoft.com/office/drawing/2014/main" id="{998486B7-F063-44C3-ADA6-E4FBED75D481}"/>
              </a:ext>
            </a:extLst>
          </p:cNvPr>
          <p:cNvPicPr>
            <a:picLocks xmlns:a="http://schemas.openxmlformats.org/drawingml/2006/main" noChangeAspect="1"/>
          </p:cNvPicPr>
          <p:nvPr/>
        </p:nvPicPr>
        <p:blipFill>
          <a:blip xmlns:r="http://schemas.openxmlformats.org/officeDocument/2006/relationships" xmlns:a="http://schemas.openxmlformats.org/drawingml/2006/main" r:embed="R2bb099f95c714ac5"/>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4A3EA84-2486-4EEB-8732-10B03FDF447C}"/>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EXIT   •   5 MIN</a:t>
            </a:r>
          </a:p>
        </p:txBody>
      </p:sp>
      <p:sp>
        <p:nvSpPr>
          <p:cNvPr id="5" name="">
            <a:extLst xmlns:a="http://schemas.openxmlformats.org/drawingml/2006/main">
              <a:ext uri="{FF2B5EF4-FFF2-40B4-BE49-F238E27FC236}">
                <a16:creationId xmlns:a16="http://schemas.microsoft.com/office/drawing/2014/main" id="{897EF835-474B-4224-AB39-4B9925256AA7}"/>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What I can do now</a:t>
            </a:r>
          </a:p>
        </p:txBody>
      </p:sp>
      <p:sp>
        <p:nvSpPr>
          <p:cNvPr id="6" name="">
            <a:extLst xmlns:a="http://schemas.openxmlformats.org/drawingml/2006/main">
              <a:ext uri="{FF2B5EF4-FFF2-40B4-BE49-F238E27FC236}">
                <a16:creationId xmlns:a16="http://schemas.microsoft.com/office/drawing/2014/main" id="{8BE69406-276F-48B1-9AF3-D66B9B5AEE9B}"/>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Show the file you saved and opened.</a:t>
            </a:r>
          </a:p>
        </p:txBody>
      </p:sp>
      <p:sp>
        <p:nvSpPr>
          <p:cNvPr id="7" name="">
            <a:extLst xmlns:a="http://schemas.openxmlformats.org/drawingml/2006/main">
              <a:ext uri="{FF2B5EF4-FFF2-40B4-BE49-F238E27FC236}">
                <a16:creationId xmlns:a16="http://schemas.microsoft.com/office/drawing/2014/main" id="{9D6588ED-9C0C-4CDD-B53C-75ADA1B42FE7}"/>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Why did you leave one detail out?</a:t>
            </a:r>
          </a:p>
        </p:txBody>
      </p:sp>
      <p:sp>
        <p:nvSpPr>
          <p:cNvPr id="8" name="">
            <a:extLst xmlns:a="http://schemas.openxmlformats.org/drawingml/2006/main">
              <a:ext uri="{FF2B5EF4-FFF2-40B4-BE49-F238E27FC236}">
                <a16:creationId xmlns:a16="http://schemas.microsoft.com/office/drawing/2014/main" id="{30989BA0-C333-4406-A964-C2306FF05B28}"/>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What will help you find it next week?</a:t>
            </a:r>
          </a:p>
        </p:txBody>
      </p:sp>
      <p:pic>
        <p:nvPicPr>
          <p:cNvPr id="9" name="">
            <a:extLst xmlns:a="http://schemas.openxmlformats.org/drawingml/2006/main">
              <a:ext uri="{FF2B5EF4-FFF2-40B4-BE49-F238E27FC236}">
                <a16:creationId xmlns:a16="http://schemas.microsoft.com/office/drawing/2014/main" id="{25F2D7AF-9772-40EC-97F6-70E8E7807FD8}"/>
              </a:ext>
            </a:extLst>
          </p:cNvPr>
          <p:cNvPicPr>
            <a:picLocks xmlns:a="http://schemas.openxmlformats.org/drawingml/2006/main" noChangeAspect="1"/>
          </p:cNvPicPr>
          <p:nvPr/>
        </p:nvPicPr>
        <p:blipFill>
          <a:blip xmlns:r="http://schemas.openxmlformats.org/officeDocument/2006/relationships" xmlns:a="http://schemas.openxmlformats.org/drawingml/2006/main" r:embed="R5e2c46711e8c4de1"/>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79457C2-24B2-40C1-8E18-D456A6E1CDA9}"/>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1" name="">
            <a:extLst xmlns:a="http://schemas.openxmlformats.org/drawingml/2006/main">
              <a:ext uri="{FF2B5EF4-FFF2-40B4-BE49-F238E27FC236}">
                <a16:creationId xmlns:a16="http://schemas.microsoft.com/office/drawing/2014/main" id="{8C0C2E4B-EA0F-49B8-8B5B-1B6B6EDF62DE}"/>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Show your work and give one reason.</a:t>
            </a:r>
          </a:p>
        </p:txBody>
      </p:sp>
      <p:sp>
        <p:nvSpPr>
          <p:cNvPr id="12" name="">
            <a:extLst xmlns:a="http://schemas.openxmlformats.org/drawingml/2006/main">
              <a:ext uri="{FF2B5EF4-FFF2-40B4-BE49-F238E27FC236}">
                <a16:creationId xmlns:a16="http://schemas.microsoft.com/office/drawing/2014/main" id="{DAE803FA-0BFB-4FBA-BE74-663AF247588E}"/>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ICT-LAUNCH-A2-W01  •  Year A  •  14/14</a:t>
            </a:r>
          </a:p>
        </p:txBody>
      </p:sp>
      <p:sp>
        <p:nvSpPr>
          <p:cNvPr id="13" name="">
            <a:extLst xmlns:a="http://schemas.openxmlformats.org/drawingml/2006/main">
              <a:ext uri="{FF2B5EF4-FFF2-40B4-BE49-F238E27FC236}">
                <a16:creationId xmlns:a16="http://schemas.microsoft.com/office/drawing/2014/main" id="{E0D95864-69B1-4208-807F-A23216F9CCB9}"/>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3051954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Files and personal information</dc:title>
  <dcterms:created xsi:type="dcterms:W3CDTF">2026-10-25T10:38:43.3690000Z</dcterms:created>
  <dcterms:modified xsi:type="dcterms:W3CDTF">2026-10-25T10:38:43.3690000Z</dcterms:modified>
</coreProperties>
</file>