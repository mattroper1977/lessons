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c67bd5ca2942c3" /><Relationship Type="http://schemas.openxmlformats.org/officeDocument/2006/relationships/extended-properties" Target="/docProps/app.xml" Id="Rc5184f0bc57843e3" /><Relationship Type="http://schemas.openxmlformats.org/officeDocument/2006/relationships/officeDocument" Target="/ppt/presentation.xml" Id="Rf0421f345c4749b8" /></Relationships>
</file>

<file path=ppt/presentation.xml><?xml version="1.0" encoding="utf-8"?>
<p:presentation xmlns:p="http://schemas.openxmlformats.org/presentationml/2006/main">
  <p:sldMasterIdLst>
    <p:sldMasterId xmlns:r="http://schemas.openxmlformats.org/officeDocument/2006/relationships" id="2147483648" r:id="R06ff8f0b109349e2"/>
  </p:sldMasterIdLst>
  <p:notesMasterIdLst>
    <p:notesMasterId xmlns:r="http://schemas.openxmlformats.org/officeDocument/2006/relationships" r:id="R3ea60b54b29142e8"/>
  </p:notesMasterIdLst>
  <p:sldIdLst>
    <p:sldId xmlns:r="http://schemas.openxmlformats.org/officeDocument/2006/relationships" id="256" r:id="R4c8d9a8398934feb"/>
    <p:sldId xmlns:r="http://schemas.openxmlformats.org/officeDocument/2006/relationships" id="257" r:id="R7877308d321b4fa3"/>
    <p:sldId xmlns:r="http://schemas.openxmlformats.org/officeDocument/2006/relationships" id="258" r:id="R1b3671afce404ec0"/>
    <p:sldId xmlns:r="http://schemas.openxmlformats.org/officeDocument/2006/relationships" id="259" r:id="R2b81692592574033"/>
    <p:sldId xmlns:r="http://schemas.openxmlformats.org/officeDocument/2006/relationships" id="260" r:id="Ree0cbc7ccb104f5e"/>
    <p:sldId xmlns:r="http://schemas.openxmlformats.org/officeDocument/2006/relationships" id="261" r:id="Rc3d3ef8f7b614661"/>
    <p:sldId xmlns:r="http://schemas.openxmlformats.org/officeDocument/2006/relationships" id="262" r:id="Rfe17d9283cb9441d"/>
    <p:sldId xmlns:r="http://schemas.openxmlformats.org/officeDocument/2006/relationships" id="263" r:id="Raa4c30ba29e54d76"/>
    <p:sldId xmlns:r="http://schemas.openxmlformats.org/officeDocument/2006/relationships" id="264" r:id="Rc8bb8c1e17c94873"/>
    <p:sldId xmlns:r="http://schemas.openxmlformats.org/officeDocument/2006/relationships" id="265" r:id="R6233db8c0f2b4da3"/>
    <p:sldId xmlns:r="http://schemas.openxmlformats.org/officeDocument/2006/relationships" id="266" r:id="Ra13e4d8db839450b"/>
    <p:sldId xmlns:r="http://schemas.openxmlformats.org/officeDocument/2006/relationships" id="267" r:id="R8de3768ee817483b"/>
    <p:sldId xmlns:r="http://schemas.openxmlformats.org/officeDocument/2006/relationships" id="268" r:id="R64bd3fe5d6fa43ad"/>
    <p:sldId xmlns:r="http://schemas.openxmlformats.org/officeDocument/2006/relationships" id="269" r:id="R43eda14af9de4a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05df2e8def4c64" /><Relationship Type="http://schemas.openxmlformats.org/officeDocument/2006/relationships/slideMaster" Target="/ppt/slideMasters/slideMaster1.xml" Id="R06ff8f0b109349e2" /><Relationship Type="http://schemas.openxmlformats.org/officeDocument/2006/relationships/notesMaster" Target="/ppt/notesMasters/notesMaster1.xml" Id="R3ea60b54b29142e8" /><Relationship Type="http://schemas.openxmlformats.org/officeDocument/2006/relationships/presProps" Target="/ppt/presProps.xml" Id="R37c44fcf2b064d2a" /><Relationship Type="http://schemas.openxmlformats.org/officeDocument/2006/relationships/tableStyles" Target="/ppt/tableStyles.xml" Id="Rdf646fabd1d9498f" /><Relationship Type="http://schemas.openxmlformats.org/officeDocument/2006/relationships/slide" Target="/ppt/slides/slide1.xml" Id="R4c8d9a8398934feb" /><Relationship Type="http://schemas.openxmlformats.org/officeDocument/2006/relationships/slide" Target="/ppt/slides/slide2.xml" Id="R7877308d321b4fa3" /><Relationship Type="http://schemas.openxmlformats.org/officeDocument/2006/relationships/slide" Target="/ppt/slides/slide3.xml" Id="R1b3671afce404ec0" /><Relationship Type="http://schemas.openxmlformats.org/officeDocument/2006/relationships/slide" Target="/ppt/slides/slide4.xml" Id="R2b81692592574033" /><Relationship Type="http://schemas.openxmlformats.org/officeDocument/2006/relationships/slide" Target="/ppt/slides/slide5.xml" Id="Ree0cbc7ccb104f5e" /><Relationship Type="http://schemas.openxmlformats.org/officeDocument/2006/relationships/slide" Target="/ppt/slides/slide6.xml" Id="Rc3d3ef8f7b614661" /><Relationship Type="http://schemas.openxmlformats.org/officeDocument/2006/relationships/slide" Target="/ppt/slides/slide7.xml" Id="Rfe17d9283cb9441d" /><Relationship Type="http://schemas.openxmlformats.org/officeDocument/2006/relationships/slide" Target="/ppt/slides/slide8.xml" Id="Raa4c30ba29e54d76" /><Relationship Type="http://schemas.openxmlformats.org/officeDocument/2006/relationships/slide" Target="/ppt/slides/slide9.xml" Id="Rc8bb8c1e17c94873" /><Relationship Type="http://schemas.openxmlformats.org/officeDocument/2006/relationships/slide" Target="/ppt/slides/slide10.xml" Id="R6233db8c0f2b4da3" /><Relationship Type="http://schemas.openxmlformats.org/officeDocument/2006/relationships/slide" Target="/ppt/slides/slide11.xml" Id="Ra13e4d8db839450b" /><Relationship Type="http://schemas.openxmlformats.org/officeDocument/2006/relationships/slide" Target="/ppt/slides/slide12.xml" Id="R8de3768ee817483b" /><Relationship Type="http://schemas.openxmlformats.org/officeDocument/2006/relationships/slide" Target="/ppt/slides/slide13.xml" Id="R64bd3fe5d6fa43ad" /><Relationship Type="http://schemas.openxmlformats.org/officeDocument/2006/relationships/slide" Target="/ppt/slides/slide14.xml" Id="R43eda14af9de4a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4b81dc0d6647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a2dee4a2794d19" /><Relationship Type="http://schemas.openxmlformats.org/officeDocument/2006/relationships/notesMaster" Target="/ppt/notesMasters/notesMaster1.xml" Id="R8a64fb389e3a4a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a987eff30040b4" /><Relationship Type="http://schemas.openxmlformats.org/officeDocument/2006/relationships/notesMaster" Target="/ppt/notesMasters/notesMaster1.xml" Id="Rb8c7defd85f34a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030fe1c8914e7e" /><Relationship Type="http://schemas.openxmlformats.org/officeDocument/2006/relationships/notesMaster" Target="/ppt/notesMasters/notesMaster1.xml" Id="Rc8e22a53fbd54d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4dc44cd1974015" /><Relationship Type="http://schemas.openxmlformats.org/officeDocument/2006/relationships/notesMaster" Target="/ppt/notesMasters/notesMaster1.xml" Id="R595639517a5c4b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5c5984ce2e4616" /><Relationship Type="http://schemas.openxmlformats.org/officeDocument/2006/relationships/notesMaster" Target="/ppt/notesMasters/notesMaster1.xml" Id="R6df28007509e4e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aad25eefb7414e" /><Relationship Type="http://schemas.openxmlformats.org/officeDocument/2006/relationships/notesMaster" Target="/ppt/notesMasters/notesMaster1.xml" Id="R350d5c8e0eef4e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583d15832949f8" /><Relationship Type="http://schemas.openxmlformats.org/officeDocument/2006/relationships/notesMaster" Target="/ppt/notesMasters/notesMaster1.xml" Id="R2053c211a66a4d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7b167c88d64089" /><Relationship Type="http://schemas.openxmlformats.org/officeDocument/2006/relationships/notesMaster" Target="/ppt/notesMasters/notesMaster1.xml" Id="R83b970b8662d44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7257a17bed483c" /><Relationship Type="http://schemas.openxmlformats.org/officeDocument/2006/relationships/notesMaster" Target="/ppt/notesMasters/notesMaster1.xml" Id="R2bf2b2f0fb1646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b8e028533a4665" /><Relationship Type="http://schemas.openxmlformats.org/officeDocument/2006/relationships/notesMaster" Target="/ppt/notesMasters/notesMaster1.xml" Id="Rc72029be6aba44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dbc76153fd472e" /><Relationship Type="http://schemas.openxmlformats.org/officeDocument/2006/relationships/notesMaster" Target="/ppt/notesMasters/notesMaster1.xml" Id="Rce44de4ce0d845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b5070ed57a4ef0" /><Relationship Type="http://schemas.openxmlformats.org/officeDocument/2006/relationships/notesMaster" Target="/ppt/notesMasters/notesMaster1.xml" Id="Rea293dbff89a40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95fc58f979484a" /><Relationship Type="http://schemas.openxmlformats.org/officeDocument/2006/relationships/notesMaster" Target="/ppt/notesMasters/notesMaster1.xml" Id="R9e82f56dcc1d44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961b96cf8b4cd2" /><Relationship Type="http://schemas.openxmlformats.org/officeDocument/2006/relationships/notesMaster" Target="/ppt/notesMasters/notesMaster1.xml" Id="R9999d1aef76d40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Introduce a fictional hobby-group welcome sheet for someone thinking of joining. All facts come from supplied made-up source cards. Keep personal names, contacts, places and meeting details out of the task.</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Retrieve the Week 1 routine: agreed folder, useful file name, save, close, reopen and verify text. If the prior file is absent, model with a blank practice document. Do not imply that missing prior work is complete.</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Compare the same facts in an unbroken block and under meaningful headings. Ask pupils to locate who can join. Explain that structure helps the reader scan, not just makes a page look attractive.</a:t>
            </a:r>
          </a:p>
          <a:p xmlns:a="http://schemas.openxmlformats.org/drawingml/2006/main">
            <a:r>
              <a:t/>
            </a:r>
          </a:p>
          <a:p xmlns:a="http://schemas.openxmlformats.org/drawingml/2006/main">
            <a:r>
              <a:t>The page with clear headings makes the joining facts easier to find.</a:t>
            </a:r>
          </a:p>
          <a:p xmlns:a="http://schemas.openxmlformats.org/drawingml/2006/main">
            <a:r>
              <a:t/>
            </a:r>
          </a:p>
          <a:p xmlns:a="http://schemas.openxmlformats.org/drawingml/2006/main">
            <a:r>
              <a:t>Both pages need accurate words. A neat page can still contain mistakes.</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Demonstrate the built-in title style for the document title and the same heading level for main sections. Use the tool's equivalent if labels differ. Show Who can join and What we do. A larger or bold font alone does not create structural heading information. Do not use a table or repeated spaces to lay out the prose.</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Model two sentences about joining, then two about the activity. Use normal paragraph text under the heading. Use paragraph breaks between sections, not a new line after every word. Leave clear space and keep text left aligned. Read the model aloud.</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Teach the four terms with the marked page. The styles menu gives text a role, such as heading, as well as a consistent appearance. Keep to one main heading level in this short document.</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Use Model group source A. Joining facts go under Who can join. Sketching and building facts go under What we do. Allow pointing or moving printed cards before typing. Each pupil should explain one choice.</a:t>
            </a:r>
          </a:p>
          <a:p xmlns:a="http://schemas.openxmlformats.org/drawingml/2006/main">
            <a:r>
              <a:t/>
            </a:r>
          </a:p>
          <a:p xmlns:a="http://schemas.openxmlformats.org/drawingml/2006/main">
            <a:r>
              <a:t>Who can join: beginners; no skill is needed yet.</a:t>
            </a:r>
          </a:p>
          <a:p xmlns:a="http://schemas.openxmlformats.org/drawingml/2006/main">
            <a:r>
              <a:t/>
            </a:r>
          </a:p>
          <a:p xmlns:a="http://schemas.openxmlformats.org/drawingml/2006/main">
            <a:r>
              <a:t>What we do: sketch ideas; build paper models.</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Ask the partner to find who can join without coaching. Then read one paragraph aloud or have staff read it back. Check source accuracy, missing full stops, accidental repeats and private details. Give specific feedback. Avoid judging the pupil's general literacy from this short task.</a:t>
            </a:r>
          </a:p>
          <a:p xmlns:a="http://schemas.openxmlformats.org/drawingml/2006/main">
            <a:r>
              <a:t/>
            </a:r>
          </a:p>
          <a:p xmlns:a="http://schemas.openxmlformats.org/drawingml/2006/main">
            <a:r>
              <a:t>A useful heading tells the reader what is in that section.</a:t>
            </a:r>
          </a:p>
          <a:p xmlns:a="http://schemas.openxmlformats.org/drawingml/2006/main">
            <a:r>
              <a:t/>
            </a:r>
          </a:p>
          <a:p xmlns:a="http://schemas.openxmlformats.org/drawingml/2006/main">
            <a:r>
              <a:t>Move a fact to the right section or fix a sentence that is hard to follow.</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Slides 10-13 share this 12-minute task time. Each learner makes their own short welcome sheet. A shared device uses six-minute turns: source A then source B, with operator and reader roles. Keep the focus on structure and two accurate paragraphs.</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Offer a blank document or use the editable route page as a planning frame. The pupil creates a new digital document. Provide one instruction at a time or exact scribing, then record that support. Aim for two short sentences per paragraph; accept one accurate sentence initially and record the next step.</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The pupil uses the chosen source card, not a model to copy blindly. Check genuine heading styles and normal body text. Save in the agreed Week 2 folder under Welcome_A_v1 or Welcome_B_v1 with the software's native extension.</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Use the source's turn-taking facts to create a Taking part section. Keep the same heading level as the other sections. Do not invent dates, fees or places. Save a separate v2 copy and retain v1. Explain a specific improvement using reader feedback.</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Observe title, two real heading styles, grouped paragraphs and reopen result. Record actual prompts or scribing. One next-step prompt is followed by the pupil's response and an adult acknowledgement. Do not prefill success or use the partner's file as individual evidence.</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ICT_LAUNCH_A2_W02; Year A; week commencing 9 November 2026.</a:t>
            </a:r>
          </a:p>
          <a:p xmlns:a="http://schemas.openxmlformats.org/drawingml/2006/main">
            <a:r>
              <a:t/>
            </a:r>
          </a:p>
          <a:p xmlns:a="http://schemas.openxmlformats.org/drawingml/2006/main">
            <a:r>
              <a:t>Three minutes for individual checks, two for feedback and close. Check the saved version, not just the open draft. Week 3 evaluates sources. Week 7 is the assessing lesson; this is formative. Keep unfinished checks marked not yet observed.</a:t>
            </a:r>
          </a:p>
          <a:p xmlns:a="http://schemas.openxmlformats.org/drawingml/2006/main">
            <a:r>
              <a:t/>
            </a:r>
          </a:p>
          <a:p xmlns:a="http://schemas.openxmlformats.org/drawingml/2006/main">
            <a:r>
              <a:t>Term theme: Identity &amp; Belonging. Careers: Office support staff use headings and clear paragraphs so readers can find the right information.</a:t>
            </a:r>
          </a:p>
          <a:p xmlns:a="http://schemas.openxmlformats.org/drawingml/2006/main">
            <a:r>
              <a:t/>
            </a:r>
          </a:p>
          <a:p xmlns:a="http://schemas.openxmlformats.org/drawingml/2006/main">
            <a:r>
              <a:t>Source: OWNER_APPROVED_ICT_OUTLINE.txt, issue 1. Context: LAUNCH KS4 - 2026-27-2.xlsx, LAUNCH - Autumn C19 and E19; Theme &amp; Text Map B5. Accepted predecessor: LAUNCH_ICT_A2_W01_BUNDLE.zip, School/ICT_LAUNCH_A2_W01_Slides.pptx.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fcf72d9a6243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3ebd2c70d249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d117a41a5a49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11cf31e30e42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1a470cb38e47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3566a637fb4e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9320AA-F08D-4650-AE0C-9A02E662BF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FBF6A11-4B0C-41E0-BC61-6B95DEE549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4A34838-116D-4172-8EEE-F6C867A3B7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1A05E9-1FE8-4335-AD3A-A52218AE45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42F983A-D327-473F-AB9B-BB496317AE9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FAD5169-7BEA-4AA1-B793-E5BE70A3C0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92322B-7733-478C-9600-7BA78D49E7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7A4CAD-13D9-4ED9-9F4C-4A2C920E8B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3AC720-3D0B-4066-B862-FB1D32C987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807968-CAE4-45B8-B405-6E3A0D0085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ad0216d3b84842" /><Relationship Type="http://schemas.openxmlformats.org/officeDocument/2006/relationships/slideLayout" Target="/ppt/slideLayouts/slideLayout1.xml" Id="R19e4b928c7ba4104" /><Relationship Type="http://schemas.openxmlformats.org/officeDocument/2006/relationships/slideLayout" Target="/ppt/slideLayouts/slideLayout2.xml" Id="R5378bd1b21d44efb" /><Relationship Type="http://schemas.openxmlformats.org/officeDocument/2006/relationships/slideLayout" Target="/ppt/slideLayouts/slideLayout3.xml" Id="R9d28b0cffec94d79" /><Relationship Type="http://schemas.openxmlformats.org/officeDocument/2006/relationships/slideLayout" Target="/ppt/slideLayouts/slideLayout4.xml" Id="R22236a0ec3474304" /><Relationship Type="http://schemas.openxmlformats.org/officeDocument/2006/relationships/slideLayout" Target="/ppt/slideLayouts/slideLayout5.xml" Id="Rc4c5ef8179844ba2" /><Relationship Type="http://schemas.openxmlformats.org/officeDocument/2006/relationships/slideLayout" Target="/ppt/slideLayouts/slideLayout6.xml" Id="Rf12a4cc7c0ab41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e4b928c7ba4104"/>
    <p:sldLayoutId xmlns:r="http://schemas.openxmlformats.org/officeDocument/2006/relationships" id="2147483650" r:id="R5378bd1b21d44efb"/>
    <p:sldLayoutId xmlns:r="http://schemas.openxmlformats.org/officeDocument/2006/relationships" id="2147483651" r:id="R9d28b0cffec94d79"/>
    <p:sldLayoutId xmlns:r="http://schemas.openxmlformats.org/officeDocument/2006/relationships" id="2147483652" r:id="R22236a0ec3474304"/>
    <p:sldLayoutId xmlns:r="http://schemas.openxmlformats.org/officeDocument/2006/relationships" id="2147483653" r:id="Rc4c5ef8179844ba2"/>
    <p:sldLayoutId xmlns:r="http://schemas.openxmlformats.org/officeDocument/2006/relationships" id="2147483654" r:id="Rf12a4cc7c0ab41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2652d3a0094ebf" /><Relationship Type="http://schemas.openxmlformats.org/officeDocument/2006/relationships/image" Target="/ppt/media/image.jpeg" Id="Rd8013c340fe24dd1" /><Relationship Type="http://schemas.openxmlformats.org/officeDocument/2006/relationships/image" Target="/ppt/media/image.png" Id="R8bc080af7b8b4ce7" /><Relationship Type="http://schemas.openxmlformats.org/officeDocument/2006/relationships/notesSlide" Target="/ppt/notesSlides/notesSlide1.xml" Id="R32f3c5a9267244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464dc09c3414bb0" /><Relationship Type="http://schemas.openxmlformats.org/officeDocument/2006/relationships/image" Target="/ppt/media/image.jpeg" Id="Rda7d3dc7fd964a56" /><Relationship Type="http://schemas.openxmlformats.org/officeDocument/2006/relationships/image" Target="/ppt/media/image2.png" Id="R8f2c7604a89e44bd" /><Relationship Type="http://schemas.openxmlformats.org/officeDocument/2006/relationships/notesSlide" Target="/ppt/notesSlides/notesSlide2.xml" Id="R6f002474c1f04d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8f4522d176481b" /><Relationship Type="http://schemas.openxmlformats.org/officeDocument/2006/relationships/image" Target="/ppt/media/image.jpeg" Id="R82e2b2ad918e40d1" /><Relationship Type="http://schemas.openxmlformats.org/officeDocument/2006/relationships/image" Target="/ppt/media/image3.png" Id="Rea6c2ba79d204a83" /><Relationship Type="http://schemas.openxmlformats.org/officeDocument/2006/relationships/notesSlide" Target="/ppt/notesSlides/notesSlide3.xml" Id="R5f470da0cad24c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58fe7496ee544ce" /><Relationship Type="http://schemas.openxmlformats.org/officeDocument/2006/relationships/image" Target="/ppt/media/image.jpeg" Id="R44e46adaaaf34b07" /><Relationship Type="http://schemas.openxmlformats.org/officeDocument/2006/relationships/image" Target="/ppt/media/image4.png" Id="R9e70e8d487594e7a" /><Relationship Type="http://schemas.openxmlformats.org/officeDocument/2006/relationships/notesSlide" Target="/ppt/notesSlides/notesSlide4.xml" Id="Ra2d209abe53b4b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5327f3b01884bef" /><Relationship Type="http://schemas.openxmlformats.org/officeDocument/2006/relationships/image" Target="/ppt/media/image.jpeg" Id="Rb0c43a6d6f114e4a" /><Relationship Type="http://schemas.openxmlformats.org/officeDocument/2006/relationships/image" Target="/ppt/media/image5.png" Id="Rd46585b1e26b4ba2" /><Relationship Type="http://schemas.openxmlformats.org/officeDocument/2006/relationships/notesSlide" Target="/ppt/notesSlides/notesSlide5.xml" Id="R4fb503dc6b2447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15c1085d71147e2" /><Relationship Type="http://schemas.openxmlformats.org/officeDocument/2006/relationships/image" Target="/ppt/media/image.jpeg" Id="Rb24608a6ed7f4688" /><Relationship Type="http://schemas.openxmlformats.org/officeDocument/2006/relationships/image" Target="/ppt/media/image6.png" Id="R9620cd17a63846c3" /><Relationship Type="http://schemas.openxmlformats.org/officeDocument/2006/relationships/notesSlide" Target="/ppt/notesSlides/notesSlide6.xml" Id="R8037b61131214c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da8b2083bb4390" /><Relationship Type="http://schemas.openxmlformats.org/officeDocument/2006/relationships/image" Target="/ppt/media/image.jpeg" Id="Rc589a55ecb954193" /><Relationship Type="http://schemas.openxmlformats.org/officeDocument/2006/relationships/image" Target="/ppt/media/image7.png" Id="Rc9dd128776214c87" /><Relationship Type="http://schemas.openxmlformats.org/officeDocument/2006/relationships/notesSlide" Target="/ppt/notesSlides/notesSlide7.xml" Id="R5812264754f049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e75bbcfcba04e91" /><Relationship Type="http://schemas.openxmlformats.org/officeDocument/2006/relationships/image" Target="/ppt/media/image.jpeg" Id="Rc855f5b2326d4921" /><Relationship Type="http://schemas.openxmlformats.org/officeDocument/2006/relationships/image" Target="/ppt/media/image8.png" Id="R0b8334452ce74dd2" /><Relationship Type="http://schemas.openxmlformats.org/officeDocument/2006/relationships/notesSlide" Target="/ppt/notesSlides/notesSlide8.xml" Id="R9d8b25648fb946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9749e8db2f4318" /><Relationship Type="http://schemas.openxmlformats.org/officeDocument/2006/relationships/image" Target="/ppt/media/image.jpeg" Id="R6c242b0157a74647" /><Relationship Type="http://schemas.openxmlformats.org/officeDocument/2006/relationships/image" Target="/ppt/media/image9.png" Id="R7c1aac560d5f4626" /><Relationship Type="http://schemas.openxmlformats.org/officeDocument/2006/relationships/notesSlide" Target="/ppt/notesSlides/notesSlide9.xml" Id="Rb56fc71e8b834d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8763f6235a4825" /><Relationship Type="http://schemas.openxmlformats.org/officeDocument/2006/relationships/image" Target="/ppt/media/image.jpeg" Id="Rc946d4f8317843b1" /><Relationship Type="http://schemas.openxmlformats.org/officeDocument/2006/relationships/image" Target="/ppt/media/image10.png" Id="R5853c729df824300" /><Relationship Type="http://schemas.openxmlformats.org/officeDocument/2006/relationships/notesSlide" Target="/ppt/notesSlides/notesSlide10.xml" Id="Rb662284626ca49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0bfc3b681814c49" /><Relationship Type="http://schemas.openxmlformats.org/officeDocument/2006/relationships/image" Target="/ppt/media/image.jpeg" Id="Rfe71f6229ec149db" /><Relationship Type="http://schemas.openxmlformats.org/officeDocument/2006/relationships/image" Target="/ppt/media/image11.png" Id="R9039ef5b367e4c5e" /><Relationship Type="http://schemas.openxmlformats.org/officeDocument/2006/relationships/notesSlide" Target="/ppt/notesSlides/notesSlide11.xml" Id="R51d7ba03cfbe41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86ce628ff5645b3" /><Relationship Type="http://schemas.openxmlformats.org/officeDocument/2006/relationships/image" Target="/ppt/media/image.jpeg" Id="R8cf1fff43d1d45c3" /><Relationship Type="http://schemas.openxmlformats.org/officeDocument/2006/relationships/image" Target="/ppt/media/image12.png" Id="R57f8f2e696af40bd" /><Relationship Type="http://schemas.openxmlformats.org/officeDocument/2006/relationships/notesSlide" Target="/ppt/notesSlides/notesSlide12.xml" Id="R842aa9eff9d54d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a0debfa35b24f8f" /><Relationship Type="http://schemas.openxmlformats.org/officeDocument/2006/relationships/image" Target="/ppt/media/image.jpeg" Id="R7fa0f3737d4b4f2c" /><Relationship Type="http://schemas.openxmlformats.org/officeDocument/2006/relationships/image" Target="/ppt/media/image13.png" Id="R5ff303a7aa14474d" /><Relationship Type="http://schemas.openxmlformats.org/officeDocument/2006/relationships/notesSlide" Target="/ppt/notesSlides/notesSlide13.xml" Id="R2bf64210dc224d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3068f047c7c435c" /><Relationship Type="http://schemas.openxmlformats.org/officeDocument/2006/relationships/image" Target="/ppt/media/image.jpeg" Id="R723016ec452d4692" /><Relationship Type="http://schemas.openxmlformats.org/officeDocument/2006/relationships/image" Target="/ppt/media/image14.png" Id="R25fe081bb6044c33" /><Relationship Type="http://schemas.openxmlformats.org/officeDocument/2006/relationships/notesSlide" Target="/ppt/notesSlides/notesSlide14.xml" Id="R73129cece92b421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A9CA0F0-A9FB-436D-A413-745437C17F58}"/>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2469DE-6C83-4AE3-B52D-6D348C919996}"/>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D6286EFB-3EB7-4D46-81D9-F0607F187729}"/>
              </a:ext>
            </a:extLst>
          </p:cNvPr>
          <p:cNvPicPr>
            <a:picLocks xmlns:a="http://schemas.openxmlformats.org/drawingml/2006/main" noChangeAspect="1"/>
          </p:cNvPicPr>
          <p:nvPr/>
        </p:nvPicPr>
        <p:blipFill>
          <a:blip xmlns:r="http://schemas.openxmlformats.org/officeDocument/2006/relationships" xmlns:a="http://schemas.openxmlformats.org/drawingml/2006/main" r:embed="Rd8013c340fe24dd1"/>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91A19FD-85D9-44C5-B875-BFE7659B2FFA}"/>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OPENING</a:t>
            </a:r>
          </a:p>
        </p:txBody>
      </p:sp>
      <p:sp>
        <p:nvSpPr>
          <p:cNvPr id="5" name="">
            <a:extLst xmlns:a="http://schemas.openxmlformats.org/drawingml/2006/main">
              <a:ext uri="{FF2B5EF4-FFF2-40B4-BE49-F238E27FC236}">
                <a16:creationId xmlns:a16="http://schemas.microsoft.com/office/drawing/2014/main" id="{A2BFF781-927C-462D-A1EF-15644126BACC}"/>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A clear structured document</a:t>
            </a:r>
          </a:p>
        </p:txBody>
      </p:sp>
      <p:sp>
        <p:nvSpPr>
          <p:cNvPr id="6" name="">
            <a:extLst xmlns:a="http://schemas.openxmlformats.org/drawingml/2006/main">
              <a:ext uri="{FF2B5EF4-FFF2-40B4-BE49-F238E27FC236}">
                <a16:creationId xmlns:a16="http://schemas.microsoft.com/office/drawing/2014/main" id="{B6F2CD21-5100-4158-8C88-40C608A53785}"/>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 can give my document a clear title.</a:t>
            </a:r>
          </a:p>
        </p:txBody>
      </p:sp>
      <p:sp>
        <p:nvSpPr>
          <p:cNvPr id="7" name="">
            <a:extLst xmlns:a="http://schemas.openxmlformats.org/drawingml/2006/main">
              <a:ext uri="{FF2B5EF4-FFF2-40B4-BE49-F238E27FC236}">
                <a16:creationId xmlns:a16="http://schemas.microsoft.com/office/drawing/2014/main" id="{C03B3BFF-F8E6-41A4-B240-633432D4AA9C}"/>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 can group facts under headings.</a:t>
            </a:r>
          </a:p>
        </p:txBody>
      </p:sp>
      <p:sp>
        <p:nvSpPr>
          <p:cNvPr id="8" name="">
            <a:extLst xmlns:a="http://schemas.openxmlformats.org/drawingml/2006/main">
              <a:ext uri="{FF2B5EF4-FFF2-40B4-BE49-F238E27FC236}">
                <a16:creationId xmlns:a16="http://schemas.microsoft.com/office/drawing/2014/main" id="{EA8F4273-1890-4452-89B5-3E560F2BCF6E}"/>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 can write short, clear paragraphs.</a:t>
            </a:r>
          </a:p>
        </p:txBody>
      </p:sp>
      <p:sp>
        <p:nvSpPr>
          <p:cNvPr id="9" name="">
            <a:extLst xmlns:a="http://schemas.openxmlformats.org/drawingml/2006/main">
              <a:ext uri="{FF2B5EF4-FFF2-40B4-BE49-F238E27FC236}">
                <a16:creationId xmlns:a16="http://schemas.microsoft.com/office/drawing/2014/main" id="{7231D226-470F-49CD-B36B-0DB7652AF7CE}"/>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 can save and check my work.</a:t>
            </a:r>
          </a:p>
        </p:txBody>
      </p:sp>
      <p:pic>
        <p:nvPicPr>
          <p:cNvPr id="10" name="">
            <a:extLst xmlns:a="http://schemas.openxmlformats.org/drawingml/2006/main">
              <a:ext uri="{FF2B5EF4-FFF2-40B4-BE49-F238E27FC236}">
                <a16:creationId xmlns:a16="http://schemas.microsoft.com/office/drawing/2014/main" id="{5BC2D8F4-CCFC-4E13-A89A-513A7B52B703}"/>
              </a:ext>
            </a:extLst>
          </p:cNvPr>
          <p:cNvPicPr>
            <a:picLocks xmlns:a="http://schemas.openxmlformats.org/drawingml/2006/main" noChangeAspect="1"/>
          </p:cNvPicPr>
          <p:nvPr/>
        </p:nvPicPr>
        <p:blipFill>
          <a:blip xmlns:r="http://schemas.openxmlformats.org/officeDocument/2006/relationships" xmlns:a="http://schemas.openxmlformats.org/drawingml/2006/main" r:embed="R8bc080af7b8b4ce7"/>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29FF0CA-6226-4DA3-8822-4824DBA62564}"/>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2" name="">
            <a:extLst xmlns:a="http://schemas.openxmlformats.org/drawingml/2006/main">
              <a:ext uri="{FF2B5EF4-FFF2-40B4-BE49-F238E27FC236}">
                <a16:creationId xmlns:a16="http://schemas.microsoft.com/office/drawing/2014/main" id="{8A9E7330-06B5-4D8D-A719-DE1ECF1F1DED}"/>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1/14</a:t>
            </a:r>
          </a:p>
        </p:txBody>
      </p:sp>
      <p:sp>
        <p:nvSpPr>
          <p:cNvPr id="13" name="">
            <a:extLst xmlns:a="http://schemas.openxmlformats.org/drawingml/2006/main">
              <a:ext uri="{FF2B5EF4-FFF2-40B4-BE49-F238E27FC236}">
                <a16:creationId xmlns:a16="http://schemas.microsoft.com/office/drawing/2014/main" id="{2072C216-CEE8-42E3-A8A4-530DCD410664}"/>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3713703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8B0FF56-8FA9-4E70-AF67-64E01818ADFE}"/>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5C49E0-DFE5-4946-BA70-F32968180FE0}"/>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E9941EC6-24E9-4E68-8C29-B211A6307815}"/>
              </a:ext>
            </a:extLst>
          </p:cNvPr>
          <p:cNvPicPr>
            <a:picLocks xmlns:a="http://schemas.openxmlformats.org/drawingml/2006/main" noChangeAspect="1"/>
          </p:cNvPicPr>
          <p:nvPr/>
        </p:nvPicPr>
        <p:blipFill>
          <a:blip xmlns:r="http://schemas.openxmlformats.org/officeDocument/2006/relationships" xmlns:a="http://schemas.openxmlformats.org/drawingml/2006/main" r:embed="Rda7d3dc7fd964a56"/>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898597-F3BD-479C-8382-ADC429858A44}"/>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ARRIVAL   •   3 MIN</a:t>
            </a:r>
          </a:p>
        </p:txBody>
      </p:sp>
      <p:sp>
        <p:nvSpPr>
          <p:cNvPr id="5" name="">
            <a:extLst xmlns:a="http://schemas.openxmlformats.org/drawingml/2006/main">
              <a:ext uri="{FF2B5EF4-FFF2-40B4-BE49-F238E27FC236}">
                <a16:creationId xmlns:a16="http://schemas.microsoft.com/office/drawing/2014/main" id="{88DF93E5-F362-4CD4-B2E5-8F29E6C133BF}"/>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Our file skills from last week</a:t>
            </a:r>
          </a:p>
        </p:txBody>
      </p:sp>
      <p:sp>
        <p:nvSpPr>
          <p:cNvPr id="6" name="">
            <a:extLst xmlns:a="http://schemas.openxmlformats.org/drawingml/2006/main">
              <a:ext uri="{FF2B5EF4-FFF2-40B4-BE49-F238E27FC236}">
                <a16:creationId xmlns:a16="http://schemas.microsoft.com/office/drawing/2014/main" id="{EDA88C99-636F-4D2B-9D95-5A6528E782CA}"/>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Where did you save your file?</a:t>
            </a:r>
          </a:p>
        </p:txBody>
      </p:sp>
      <p:sp>
        <p:nvSpPr>
          <p:cNvPr id="7" name="">
            <a:extLst xmlns:a="http://schemas.openxmlformats.org/drawingml/2006/main">
              <a:ext uri="{FF2B5EF4-FFF2-40B4-BE49-F238E27FC236}">
                <a16:creationId xmlns:a16="http://schemas.microsoft.com/office/drawing/2014/main" id="{438E470C-EB54-44E3-9367-614D5A34930C}"/>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How did you check that it saved?</a:t>
            </a:r>
          </a:p>
        </p:txBody>
      </p:sp>
      <p:sp>
        <p:nvSpPr>
          <p:cNvPr id="8" name="">
            <a:extLst xmlns:a="http://schemas.openxmlformats.org/drawingml/2006/main">
              <a:ext uri="{FF2B5EF4-FFF2-40B4-BE49-F238E27FC236}">
                <a16:creationId xmlns:a16="http://schemas.microsoft.com/office/drawing/2014/main" id="{8A66280F-A39E-4A96-A63D-ED8D6EC2056E}"/>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What makes a file name useful?</a:t>
            </a:r>
          </a:p>
        </p:txBody>
      </p:sp>
      <p:sp>
        <p:nvSpPr>
          <p:cNvPr id="9" name="">
            <a:extLst xmlns:a="http://schemas.openxmlformats.org/drawingml/2006/main">
              <a:ext uri="{FF2B5EF4-FFF2-40B4-BE49-F238E27FC236}">
                <a16:creationId xmlns:a16="http://schemas.microsoft.com/office/drawing/2014/main" id="{E7CF973A-01DB-4C31-88C6-59B5BCC96175}"/>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Use a made-up profile again today.</a:t>
            </a:r>
          </a:p>
        </p:txBody>
      </p:sp>
      <p:pic>
        <p:nvPicPr>
          <p:cNvPr id="10" name="">
            <a:extLst xmlns:a="http://schemas.openxmlformats.org/drawingml/2006/main">
              <a:ext uri="{FF2B5EF4-FFF2-40B4-BE49-F238E27FC236}">
                <a16:creationId xmlns:a16="http://schemas.microsoft.com/office/drawing/2014/main" id="{FD2BE7EB-1CD8-4381-B41A-DBA6D9151088}"/>
              </a:ext>
            </a:extLst>
          </p:cNvPr>
          <p:cNvPicPr>
            <a:picLocks xmlns:a="http://schemas.openxmlformats.org/drawingml/2006/main" noChangeAspect="1"/>
          </p:cNvPicPr>
          <p:nvPr/>
        </p:nvPicPr>
        <p:blipFill>
          <a:blip xmlns:r="http://schemas.openxmlformats.org/officeDocument/2006/relationships" xmlns:a="http://schemas.openxmlformats.org/drawingml/2006/main" r:embed="R8f2c7604a89e44bd"/>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961901F-B766-4520-9916-8D66BD779B06}"/>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2" name="">
            <a:extLst xmlns:a="http://schemas.openxmlformats.org/drawingml/2006/main">
              <a:ext uri="{FF2B5EF4-FFF2-40B4-BE49-F238E27FC236}">
                <a16:creationId xmlns:a16="http://schemas.microsoft.com/office/drawing/2014/main" id="{14E641DB-F5E3-4AB5-B985-07CE444C3FC8}"/>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Show or explain the save-and-open check.</a:t>
            </a:r>
          </a:p>
        </p:txBody>
      </p:sp>
      <p:sp>
        <p:nvSpPr>
          <p:cNvPr id="13" name="">
            <a:extLst xmlns:a="http://schemas.openxmlformats.org/drawingml/2006/main">
              <a:ext uri="{FF2B5EF4-FFF2-40B4-BE49-F238E27FC236}">
                <a16:creationId xmlns:a16="http://schemas.microsoft.com/office/drawing/2014/main" id="{1066E93D-6873-46B4-BAE9-C6C24ACC9C23}"/>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2/14</a:t>
            </a:r>
          </a:p>
        </p:txBody>
      </p:sp>
      <p:sp>
        <p:nvSpPr>
          <p:cNvPr id="14" name="">
            <a:extLst xmlns:a="http://schemas.openxmlformats.org/drawingml/2006/main">
              <a:ext uri="{FF2B5EF4-FFF2-40B4-BE49-F238E27FC236}">
                <a16:creationId xmlns:a16="http://schemas.microsoft.com/office/drawing/2014/main" id="{8D2289A7-FAF3-4932-8097-1B22DFAB4193}"/>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8882338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6032CD-E054-40F5-98A0-354D0E77DE10}"/>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59FB378-0F1B-441A-9510-CC9BDFED044C}"/>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AF08DBF8-EBD6-41F4-AB5F-AF3E86A8EDA7}"/>
              </a:ext>
            </a:extLst>
          </p:cNvPr>
          <p:cNvPicPr>
            <a:picLocks xmlns:a="http://schemas.openxmlformats.org/drawingml/2006/main" noChangeAspect="1"/>
          </p:cNvPicPr>
          <p:nvPr/>
        </p:nvPicPr>
        <p:blipFill>
          <a:blip xmlns:r="http://schemas.openxmlformats.org/officeDocument/2006/relationships" xmlns:a="http://schemas.openxmlformats.org/drawingml/2006/main" r:embed="R82e2b2ad918e40d1"/>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675227-8CE5-4F75-9FFE-D5ABBB2CCDEB}"/>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STARTER   •   4 MIN</a:t>
            </a:r>
          </a:p>
        </p:txBody>
      </p:sp>
      <p:sp>
        <p:nvSpPr>
          <p:cNvPr id="5" name="">
            <a:extLst xmlns:a="http://schemas.openxmlformats.org/drawingml/2006/main">
              <a:ext uri="{FF2B5EF4-FFF2-40B4-BE49-F238E27FC236}">
                <a16:creationId xmlns:a16="http://schemas.microsoft.com/office/drawing/2014/main" id="{3D2FB395-4948-4EE1-A009-B0AE0E88D71D}"/>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Which page helps the reader?</a:t>
            </a:r>
          </a:p>
        </p:txBody>
      </p:sp>
      <p:sp>
        <p:nvSpPr>
          <p:cNvPr id="6" name="">
            <a:extLst xmlns:a="http://schemas.openxmlformats.org/drawingml/2006/main">
              <a:ext uri="{FF2B5EF4-FFF2-40B4-BE49-F238E27FC236}">
                <a16:creationId xmlns:a16="http://schemas.microsoft.com/office/drawing/2014/main" id="{D3333A3F-0C18-4194-AC44-B0FB825F1E5A}"/>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Find who can join. Which page helps you?</a:t>
            </a:r>
          </a:p>
        </p:txBody>
      </p:sp>
      <p:pic>
        <p:nvPicPr>
          <p:cNvPr id="7" name="">
            <a:extLst xmlns:a="http://schemas.openxmlformats.org/drawingml/2006/main">
              <a:ext uri="{FF2B5EF4-FFF2-40B4-BE49-F238E27FC236}">
                <a16:creationId xmlns:a16="http://schemas.microsoft.com/office/drawing/2014/main" id="{A7B67E19-BAF4-4330-9E35-96CC8909F81F}"/>
              </a:ext>
            </a:extLst>
          </p:cNvPr>
          <p:cNvPicPr>
            <a:picLocks xmlns:a="http://schemas.openxmlformats.org/drawingml/2006/main" noChangeAspect="1"/>
          </p:cNvPicPr>
          <p:nvPr/>
        </p:nvPicPr>
        <p:blipFill>
          <a:blip xmlns:r="http://schemas.openxmlformats.org/officeDocument/2006/relationships" xmlns:a="http://schemas.openxmlformats.org/drawingml/2006/main" r:embed="Rea6c2ba79d204a83"/>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8A09E6B-0AEE-4185-B8A7-CB4F94160FD4}"/>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9" name="">
            <a:extLst xmlns:a="http://schemas.openxmlformats.org/drawingml/2006/main">
              <a:ext uri="{FF2B5EF4-FFF2-40B4-BE49-F238E27FC236}">
                <a16:creationId xmlns:a16="http://schemas.microsoft.com/office/drawing/2014/main" id="{146213F8-F7EF-4A28-8AE9-4BE8F5F3B057}"/>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Choose a page and explain what helped.</a:t>
            </a:r>
          </a:p>
        </p:txBody>
      </p:sp>
      <p:sp>
        <p:nvSpPr>
          <p:cNvPr id="10" name="">
            <a:extLst xmlns:a="http://schemas.openxmlformats.org/drawingml/2006/main">
              <a:ext uri="{FF2B5EF4-FFF2-40B4-BE49-F238E27FC236}">
                <a16:creationId xmlns:a16="http://schemas.microsoft.com/office/drawing/2014/main" id="{A6427A46-E600-49A2-8E44-0BD4D714F915}"/>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3/14</a:t>
            </a:r>
          </a:p>
        </p:txBody>
      </p:sp>
      <p:sp>
        <p:nvSpPr>
          <p:cNvPr id="11" name="">
            <a:extLst xmlns:a="http://schemas.openxmlformats.org/drawingml/2006/main">
              <a:ext uri="{FF2B5EF4-FFF2-40B4-BE49-F238E27FC236}">
                <a16:creationId xmlns:a16="http://schemas.microsoft.com/office/drawing/2014/main" id="{92516542-B0DA-48CD-8E26-9B6CD53ECAD7}"/>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9280772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BE3B8B-E9FF-4F2F-80A9-9ADD8CECF7CA}"/>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522FB4-1F23-434C-8956-3A75BBE41629}"/>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03439917-BC47-44EB-A007-F24BFC9F5921}"/>
              </a:ext>
            </a:extLst>
          </p:cNvPr>
          <p:cNvPicPr>
            <a:picLocks xmlns:a="http://schemas.openxmlformats.org/drawingml/2006/main" noChangeAspect="1"/>
          </p:cNvPicPr>
          <p:nvPr/>
        </p:nvPicPr>
        <p:blipFill>
          <a:blip xmlns:r="http://schemas.openxmlformats.org/officeDocument/2006/relationships" xmlns:a="http://schemas.openxmlformats.org/drawingml/2006/main" r:embed="R44e46adaaaf34b07"/>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669DE55-83B9-48F9-BBDE-928055ADB88C}"/>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MODEL   •   3 MIN</a:t>
            </a:r>
          </a:p>
        </p:txBody>
      </p:sp>
      <p:sp>
        <p:nvSpPr>
          <p:cNvPr id="5" name="">
            <a:extLst xmlns:a="http://schemas.openxmlformats.org/drawingml/2006/main">
              <a:ext uri="{FF2B5EF4-FFF2-40B4-BE49-F238E27FC236}">
                <a16:creationId xmlns:a16="http://schemas.microsoft.com/office/drawing/2014/main" id="{B47A4192-8827-4EAF-85AD-961B4CE60C71}"/>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A title and useful headings</a:t>
            </a:r>
          </a:p>
        </p:txBody>
      </p:sp>
      <p:sp>
        <p:nvSpPr>
          <p:cNvPr id="6" name="">
            <a:extLst xmlns:a="http://schemas.openxmlformats.org/drawingml/2006/main">
              <a:ext uri="{FF2B5EF4-FFF2-40B4-BE49-F238E27FC236}">
                <a16:creationId xmlns:a16="http://schemas.microsoft.com/office/drawing/2014/main" id="{31EB886F-CF38-414D-9301-005308C706CD}"/>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Give the whole page one clear title.</a:t>
            </a:r>
          </a:p>
        </p:txBody>
      </p:sp>
      <p:sp>
        <p:nvSpPr>
          <p:cNvPr id="7" name="">
            <a:extLst xmlns:a="http://schemas.openxmlformats.org/drawingml/2006/main">
              <a:ext uri="{FF2B5EF4-FFF2-40B4-BE49-F238E27FC236}">
                <a16:creationId xmlns:a16="http://schemas.microsoft.com/office/drawing/2014/main" id="{C9FA020C-231C-417B-A7FF-F4643D0DE1AD}"/>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Use a heading style for each main section.</a:t>
            </a:r>
          </a:p>
        </p:txBody>
      </p:sp>
      <p:pic>
        <p:nvPicPr>
          <p:cNvPr id="8" name="">
            <a:extLst xmlns:a="http://schemas.openxmlformats.org/drawingml/2006/main">
              <a:ext uri="{FF2B5EF4-FFF2-40B4-BE49-F238E27FC236}">
                <a16:creationId xmlns:a16="http://schemas.microsoft.com/office/drawing/2014/main" id="{75E8F1FC-CC64-4387-9A5C-F05AE673B732}"/>
              </a:ext>
            </a:extLst>
          </p:cNvPr>
          <p:cNvPicPr>
            <a:picLocks xmlns:a="http://schemas.openxmlformats.org/drawingml/2006/main" noChangeAspect="1"/>
          </p:cNvPicPr>
          <p:nvPr/>
        </p:nvPicPr>
        <p:blipFill>
          <a:blip xmlns:r="http://schemas.openxmlformats.org/officeDocument/2006/relationships" xmlns:a="http://schemas.openxmlformats.org/drawingml/2006/main" r:embed="R9e70e8d487594e7a"/>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6832BDA-9B31-4847-8CB4-B0F0DA96AE8C}"/>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0" name="">
            <a:extLst xmlns:a="http://schemas.openxmlformats.org/drawingml/2006/main">
              <a:ext uri="{FF2B5EF4-FFF2-40B4-BE49-F238E27FC236}">
                <a16:creationId xmlns:a16="http://schemas.microsoft.com/office/drawing/2014/main" id="{41D643E9-731B-42B4-87AF-07D9E7DC34E3}"/>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Show the title and the two main headings.</a:t>
            </a:r>
          </a:p>
        </p:txBody>
      </p:sp>
      <p:sp>
        <p:nvSpPr>
          <p:cNvPr id="11" name="">
            <a:extLst xmlns:a="http://schemas.openxmlformats.org/drawingml/2006/main">
              <a:ext uri="{FF2B5EF4-FFF2-40B4-BE49-F238E27FC236}">
                <a16:creationId xmlns:a16="http://schemas.microsoft.com/office/drawing/2014/main" id="{8003748F-B6D1-42E9-A6DD-0C1E25FB863C}"/>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4/14</a:t>
            </a:r>
          </a:p>
        </p:txBody>
      </p:sp>
      <p:sp>
        <p:nvSpPr>
          <p:cNvPr id="12" name="">
            <a:extLst xmlns:a="http://schemas.openxmlformats.org/drawingml/2006/main">
              <a:ext uri="{FF2B5EF4-FFF2-40B4-BE49-F238E27FC236}">
                <a16:creationId xmlns:a16="http://schemas.microsoft.com/office/drawing/2014/main" id="{DF0F723E-B372-4A78-97F3-C6FD8FF39B14}"/>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5027543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55D08E1-ACC3-4E9C-9E9E-9EC42A0CDB02}"/>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5B05B9-670F-4B65-89D8-49BDB73F416B}"/>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4CEEF09F-8C96-4455-88F1-B29A7313324B}"/>
              </a:ext>
            </a:extLst>
          </p:cNvPr>
          <p:cNvPicPr>
            <a:picLocks xmlns:a="http://schemas.openxmlformats.org/drawingml/2006/main" noChangeAspect="1"/>
          </p:cNvPicPr>
          <p:nvPr/>
        </p:nvPicPr>
        <p:blipFill>
          <a:blip xmlns:r="http://schemas.openxmlformats.org/officeDocument/2006/relationships" xmlns:a="http://schemas.openxmlformats.org/drawingml/2006/main" r:embed="Rb0c43a6d6f114e4a"/>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D1B918-F446-4848-8CA5-E271BDECFBF6}"/>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MODEL   •   3 MIN</a:t>
            </a:r>
          </a:p>
        </p:txBody>
      </p:sp>
      <p:sp>
        <p:nvSpPr>
          <p:cNvPr id="5" name="">
            <a:extLst xmlns:a="http://schemas.openxmlformats.org/drawingml/2006/main">
              <a:ext uri="{FF2B5EF4-FFF2-40B4-BE49-F238E27FC236}">
                <a16:creationId xmlns:a16="http://schemas.microsoft.com/office/drawing/2014/main" id="{9E79F1D4-5601-4EAC-918A-1892943842E3}"/>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One topic in each paragraph</a:t>
            </a:r>
          </a:p>
        </p:txBody>
      </p:sp>
      <p:sp>
        <p:nvSpPr>
          <p:cNvPr id="6" name="">
            <a:extLst xmlns:a="http://schemas.openxmlformats.org/drawingml/2006/main">
              <a:ext uri="{FF2B5EF4-FFF2-40B4-BE49-F238E27FC236}">
                <a16:creationId xmlns:a16="http://schemas.microsoft.com/office/drawing/2014/main" id="{4320A3BA-5BE8-443C-A8D3-64C56C2B701F}"/>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Put facts about the same topic together.</a:t>
            </a:r>
          </a:p>
        </p:txBody>
      </p:sp>
      <p:sp>
        <p:nvSpPr>
          <p:cNvPr id="7" name="">
            <a:extLst xmlns:a="http://schemas.openxmlformats.org/drawingml/2006/main">
              <a:ext uri="{FF2B5EF4-FFF2-40B4-BE49-F238E27FC236}">
                <a16:creationId xmlns:a16="http://schemas.microsoft.com/office/drawing/2014/main" id="{55592761-1213-4C74-BC17-5428A4DB3378}"/>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Write short sentences with full stops.</a:t>
            </a:r>
          </a:p>
        </p:txBody>
      </p:sp>
      <p:pic>
        <p:nvPicPr>
          <p:cNvPr id="8" name="">
            <a:extLst xmlns:a="http://schemas.openxmlformats.org/drawingml/2006/main">
              <a:ext uri="{FF2B5EF4-FFF2-40B4-BE49-F238E27FC236}">
                <a16:creationId xmlns:a16="http://schemas.microsoft.com/office/drawing/2014/main" id="{94AFAED5-6DE4-4057-8D22-5AED8C93670A}"/>
              </a:ext>
            </a:extLst>
          </p:cNvPr>
          <p:cNvPicPr>
            <a:picLocks xmlns:a="http://schemas.openxmlformats.org/drawingml/2006/main" noChangeAspect="1"/>
          </p:cNvPicPr>
          <p:nvPr/>
        </p:nvPicPr>
        <p:blipFill>
          <a:blip xmlns:r="http://schemas.openxmlformats.org/officeDocument/2006/relationships" xmlns:a="http://schemas.openxmlformats.org/drawingml/2006/main" r:embed="Rd46585b1e26b4ba2"/>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2B6B7C3-32CC-4ACD-8DBB-D0F3C3FF7F7F}"/>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0" name="">
            <a:extLst xmlns:a="http://schemas.openxmlformats.org/drawingml/2006/main">
              <a:ext uri="{FF2B5EF4-FFF2-40B4-BE49-F238E27FC236}">
                <a16:creationId xmlns:a16="http://schemas.microsoft.com/office/drawing/2014/main" id="{14410DAD-2F78-436C-8E17-DC5E0BD264EE}"/>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Point to the facts that belong together.</a:t>
            </a:r>
          </a:p>
        </p:txBody>
      </p:sp>
      <p:sp>
        <p:nvSpPr>
          <p:cNvPr id="11" name="">
            <a:extLst xmlns:a="http://schemas.openxmlformats.org/drawingml/2006/main">
              <a:ext uri="{FF2B5EF4-FFF2-40B4-BE49-F238E27FC236}">
                <a16:creationId xmlns:a16="http://schemas.microsoft.com/office/drawing/2014/main" id="{754D9B62-742E-4EE9-A96C-D400AC0D0248}"/>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5/14</a:t>
            </a:r>
          </a:p>
        </p:txBody>
      </p:sp>
      <p:sp>
        <p:nvSpPr>
          <p:cNvPr id="12" name="">
            <a:extLst xmlns:a="http://schemas.openxmlformats.org/drawingml/2006/main">
              <a:ext uri="{FF2B5EF4-FFF2-40B4-BE49-F238E27FC236}">
                <a16:creationId xmlns:a16="http://schemas.microsoft.com/office/drawing/2014/main" id="{3233C27B-77D4-4B6F-BFFE-59A372A328F4}"/>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6597327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3136CBB-5DB5-459D-B4C4-4C4B5157746A}"/>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1713F6-EBE7-427D-8F8A-2735B5672851}"/>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0E4E2DBB-2DB6-4AC5-9C1E-F54B0F433D81}"/>
              </a:ext>
            </a:extLst>
          </p:cNvPr>
          <p:cNvPicPr>
            <a:picLocks xmlns:a="http://schemas.openxmlformats.org/drawingml/2006/main" noChangeAspect="1"/>
          </p:cNvPicPr>
          <p:nvPr/>
        </p:nvPicPr>
        <p:blipFill>
          <a:blip xmlns:r="http://schemas.openxmlformats.org/officeDocument/2006/relationships" xmlns:a="http://schemas.openxmlformats.org/drawingml/2006/main" r:embed="Rb24608a6ed7f4688"/>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34714AD-D118-4B92-BF79-60DDDF3B1A33}"/>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WORDS   •   2 MIN</a:t>
            </a:r>
          </a:p>
        </p:txBody>
      </p:sp>
      <p:sp>
        <p:nvSpPr>
          <p:cNvPr id="5" name="">
            <a:extLst xmlns:a="http://schemas.openxmlformats.org/drawingml/2006/main">
              <a:ext uri="{FF2B5EF4-FFF2-40B4-BE49-F238E27FC236}">
                <a16:creationId xmlns:a16="http://schemas.microsoft.com/office/drawing/2014/main" id="{3BC237B2-3D3D-4ADC-9CB1-5C14A1694A63}"/>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Words for a clear page</a:t>
            </a:r>
          </a:p>
        </p:txBody>
      </p:sp>
      <p:sp>
        <p:nvSpPr>
          <p:cNvPr id="6" name="">
            <a:extLst xmlns:a="http://schemas.openxmlformats.org/drawingml/2006/main">
              <a:ext uri="{FF2B5EF4-FFF2-40B4-BE49-F238E27FC236}">
                <a16:creationId xmlns:a16="http://schemas.microsoft.com/office/drawing/2014/main" id="{483F2BAF-4DE3-42C1-90E4-8C5B06A45A8E}"/>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title: the name of the whole document</a:t>
            </a:r>
          </a:p>
        </p:txBody>
      </p:sp>
      <p:sp>
        <p:nvSpPr>
          <p:cNvPr id="7" name="">
            <a:extLst xmlns:a="http://schemas.openxmlformats.org/drawingml/2006/main">
              <a:ext uri="{FF2B5EF4-FFF2-40B4-BE49-F238E27FC236}">
                <a16:creationId xmlns:a16="http://schemas.microsoft.com/office/drawing/2014/main" id="{58104250-E9B0-43B6-8BD1-5B61EB4AC525}"/>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heading: a label for one section</a:t>
            </a:r>
          </a:p>
        </p:txBody>
      </p:sp>
      <p:sp>
        <p:nvSpPr>
          <p:cNvPr id="8" name="">
            <a:extLst xmlns:a="http://schemas.openxmlformats.org/drawingml/2006/main">
              <a:ext uri="{FF2B5EF4-FFF2-40B4-BE49-F238E27FC236}">
                <a16:creationId xmlns:a16="http://schemas.microsoft.com/office/drawing/2014/main" id="{F3E32778-66CC-4FE5-AAB7-3D8CAB0741FA}"/>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paragraph: sentences about one topic</a:t>
            </a:r>
          </a:p>
        </p:txBody>
      </p:sp>
      <p:sp>
        <p:nvSpPr>
          <p:cNvPr id="9" name="">
            <a:extLst xmlns:a="http://schemas.openxmlformats.org/drawingml/2006/main">
              <a:ext uri="{FF2B5EF4-FFF2-40B4-BE49-F238E27FC236}">
                <a16:creationId xmlns:a16="http://schemas.microsoft.com/office/drawing/2014/main" id="{7ACF4FEC-E503-48ED-8AD2-E4C71B4E7941}"/>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style: a set format with a text role</a:t>
            </a:r>
          </a:p>
        </p:txBody>
      </p:sp>
      <p:pic>
        <p:nvPicPr>
          <p:cNvPr id="10" name="">
            <a:extLst xmlns:a="http://schemas.openxmlformats.org/drawingml/2006/main">
              <a:ext uri="{FF2B5EF4-FFF2-40B4-BE49-F238E27FC236}">
                <a16:creationId xmlns:a16="http://schemas.microsoft.com/office/drawing/2014/main" id="{5EBCD519-D64F-4881-ACC4-A777A016B063}"/>
              </a:ext>
            </a:extLst>
          </p:cNvPr>
          <p:cNvPicPr>
            <a:picLocks xmlns:a="http://schemas.openxmlformats.org/drawingml/2006/main" noChangeAspect="1"/>
          </p:cNvPicPr>
          <p:nvPr/>
        </p:nvPicPr>
        <p:blipFill>
          <a:blip xmlns:r="http://schemas.openxmlformats.org/officeDocument/2006/relationships" xmlns:a="http://schemas.openxmlformats.org/drawingml/2006/main" r:embed="R9620cd17a63846c3"/>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262F4E9-CE1E-4559-91B8-05AB14AEB845}"/>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2" name="">
            <a:extLst xmlns:a="http://schemas.openxmlformats.org/drawingml/2006/main">
              <a:ext uri="{FF2B5EF4-FFF2-40B4-BE49-F238E27FC236}">
                <a16:creationId xmlns:a16="http://schemas.microsoft.com/office/drawing/2014/main" id="{B06DAC86-358E-4369-9683-8F7C5EF208B3}"/>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Explain one word using the model page.</a:t>
            </a:r>
          </a:p>
        </p:txBody>
      </p:sp>
      <p:sp>
        <p:nvSpPr>
          <p:cNvPr id="13" name="">
            <a:extLst xmlns:a="http://schemas.openxmlformats.org/drawingml/2006/main">
              <a:ext uri="{FF2B5EF4-FFF2-40B4-BE49-F238E27FC236}">
                <a16:creationId xmlns:a16="http://schemas.microsoft.com/office/drawing/2014/main" id="{A463BFF5-B351-4497-9B54-9AA451A31851}"/>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6/14</a:t>
            </a:r>
          </a:p>
        </p:txBody>
      </p:sp>
      <p:sp>
        <p:nvSpPr>
          <p:cNvPr id="14" name="">
            <a:extLst xmlns:a="http://schemas.openxmlformats.org/drawingml/2006/main">
              <a:ext uri="{FF2B5EF4-FFF2-40B4-BE49-F238E27FC236}">
                <a16:creationId xmlns:a16="http://schemas.microsoft.com/office/drawing/2014/main" id="{15E76DC8-18DF-4491-9EBA-2E6999478BB0}"/>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7811606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6CDFBB-A0A6-4747-8AE9-318B110D07D4}"/>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8D57B7-D2C1-4221-BE6F-A92DA93C54FF}"/>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74500DD4-7F24-4A82-9535-92924E3B1DCC}"/>
              </a:ext>
            </a:extLst>
          </p:cNvPr>
          <p:cNvPicPr>
            <a:picLocks xmlns:a="http://schemas.openxmlformats.org/drawingml/2006/main" noChangeAspect="1"/>
          </p:cNvPicPr>
          <p:nvPr/>
        </p:nvPicPr>
        <p:blipFill>
          <a:blip xmlns:r="http://schemas.openxmlformats.org/officeDocument/2006/relationships" xmlns:a="http://schemas.openxmlformats.org/drawingml/2006/main" r:embed="Rc589a55ecb954193"/>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CFE606-ACD6-4725-B56C-01E63D7F07FF}"/>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TOGETHER   •   5 MIN</a:t>
            </a:r>
          </a:p>
        </p:txBody>
      </p:sp>
      <p:sp>
        <p:nvSpPr>
          <p:cNvPr id="5" name="">
            <a:extLst xmlns:a="http://schemas.openxmlformats.org/drawingml/2006/main">
              <a:ext uri="{FF2B5EF4-FFF2-40B4-BE49-F238E27FC236}">
                <a16:creationId xmlns:a16="http://schemas.microsoft.com/office/drawing/2014/main" id="{DF96F3ED-4A71-42A9-A04B-3408173258AB}"/>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Two facts under the right heading</a:t>
            </a:r>
          </a:p>
        </p:txBody>
      </p:sp>
      <p:sp>
        <p:nvSpPr>
          <p:cNvPr id="6" name="">
            <a:extLst xmlns:a="http://schemas.openxmlformats.org/drawingml/2006/main">
              <a:ext uri="{FF2B5EF4-FFF2-40B4-BE49-F238E27FC236}">
                <a16:creationId xmlns:a16="http://schemas.microsoft.com/office/drawing/2014/main" id="{77B49288-08E8-4668-B227-76082CA65440}"/>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Beginners can join. No skill is needed yet.</a:t>
            </a:r>
          </a:p>
        </p:txBody>
      </p:sp>
      <p:sp>
        <p:nvSpPr>
          <p:cNvPr id="7" name="">
            <a:extLst xmlns:a="http://schemas.openxmlformats.org/drawingml/2006/main">
              <a:ext uri="{FF2B5EF4-FFF2-40B4-BE49-F238E27FC236}">
                <a16:creationId xmlns:a16="http://schemas.microsoft.com/office/drawing/2014/main" id="{ACFF310A-BCBF-4082-8E44-449B5D43806F}"/>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We sketch ideas. We build paper models.</a:t>
            </a:r>
          </a:p>
        </p:txBody>
      </p:sp>
      <p:pic>
        <p:nvPicPr>
          <p:cNvPr id="8" name="">
            <a:extLst xmlns:a="http://schemas.openxmlformats.org/drawingml/2006/main">
              <a:ext uri="{FF2B5EF4-FFF2-40B4-BE49-F238E27FC236}">
                <a16:creationId xmlns:a16="http://schemas.microsoft.com/office/drawing/2014/main" id="{83507ABB-6CFA-4D9C-8621-7D8B7AE092AD}"/>
              </a:ext>
            </a:extLst>
          </p:cNvPr>
          <p:cNvPicPr>
            <a:picLocks xmlns:a="http://schemas.openxmlformats.org/drawingml/2006/main" noChangeAspect="1"/>
          </p:cNvPicPr>
          <p:nvPr/>
        </p:nvPicPr>
        <p:blipFill>
          <a:blip xmlns:r="http://schemas.openxmlformats.org/officeDocument/2006/relationships" xmlns:a="http://schemas.openxmlformats.org/drawingml/2006/main" r:embed="Rc9dd128776214c87"/>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8B99BE3-6BCD-4819-B652-231138965342}"/>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0" name="">
            <a:extLst xmlns:a="http://schemas.openxmlformats.org/drawingml/2006/main">
              <a:ext uri="{FF2B5EF4-FFF2-40B4-BE49-F238E27FC236}">
                <a16:creationId xmlns:a16="http://schemas.microsoft.com/office/drawing/2014/main" id="{ED1FA7B2-D0B9-44F5-8DFE-B6A925C44EFD}"/>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Match each pair of facts to its heading.</a:t>
            </a:r>
          </a:p>
        </p:txBody>
      </p:sp>
      <p:sp>
        <p:nvSpPr>
          <p:cNvPr id="11" name="">
            <a:extLst xmlns:a="http://schemas.openxmlformats.org/drawingml/2006/main">
              <a:ext uri="{FF2B5EF4-FFF2-40B4-BE49-F238E27FC236}">
                <a16:creationId xmlns:a16="http://schemas.microsoft.com/office/drawing/2014/main" id="{065F08A2-BED0-4CF8-852C-FBAE553E430F}"/>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7/14</a:t>
            </a:r>
          </a:p>
        </p:txBody>
      </p:sp>
      <p:sp>
        <p:nvSpPr>
          <p:cNvPr id="12" name="">
            <a:extLst xmlns:a="http://schemas.openxmlformats.org/drawingml/2006/main">
              <a:ext uri="{FF2B5EF4-FFF2-40B4-BE49-F238E27FC236}">
                <a16:creationId xmlns:a16="http://schemas.microsoft.com/office/drawing/2014/main" id="{CF39096B-6A29-4C1E-A4B4-90EA4D9BDD00}"/>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1642142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DC9369-D181-40B9-A18B-DB3A5F47EE1A}"/>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FCD6F8-1E5E-4154-8A72-1285FAC5DA8C}"/>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FDA2C365-9AB1-4E5C-8F5D-33B97BB2796A}"/>
              </a:ext>
            </a:extLst>
          </p:cNvPr>
          <p:cNvPicPr>
            <a:picLocks xmlns:a="http://schemas.openxmlformats.org/drawingml/2006/main" noChangeAspect="1"/>
          </p:cNvPicPr>
          <p:nvPr/>
        </p:nvPicPr>
        <p:blipFill>
          <a:blip xmlns:r="http://schemas.openxmlformats.org/officeDocument/2006/relationships" xmlns:a="http://schemas.openxmlformats.org/drawingml/2006/main" r:embed="Rc855f5b2326d4921"/>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E30E855-98FF-4DF8-BD7D-56B62B6010DA}"/>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CHECK   •   3 MIN</a:t>
            </a:r>
          </a:p>
        </p:txBody>
      </p:sp>
      <p:sp>
        <p:nvSpPr>
          <p:cNvPr id="5" name="">
            <a:extLst xmlns:a="http://schemas.openxmlformats.org/drawingml/2006/main">
              <a:ext uri="{FF2B5EF4-FFF2-40B4-BE49-F238E27FC236}">
                <a16:creationId xmlns:a16="http://schemas.microsoft.com/office/drawing/2014/main" id="{6FCC219B-138B-44C6-AAAA-524CD14F1A6E}"/>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A reader checks the page</a:t>
            </a:r>
          </a:p>
        </p:txBody>
      </p:sp>
      <p:sp>
        <p:nvSpPr>
          <p:cNvPr id="6" name="">
            <a:extLst xmlns:a="http://schemas.openxmlformats.org/drawingml/2006/main">
              <a:ext uri="{FF2B5EF4-FFF2-40B4-BE49-F238E27FC236}">
                <a16:creationId xmlns:a16="http://schemas.microsoft.com/office/drawing/2014/main" id="{45C4B8A3-92D5-4181-B8AC-E6A39C6DE1A9}"/>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Can your partner find one fact quickly?</a:t>
            </a:r>
          </a:p>
        </p:txBody>
      </p:sp>
      <p:sp>
        <p:nvSpPr>
          <p:cNvPr id="7" name="">
            <a:extLst xmlns:a="http://schemas.openxmlformats.org/drawingml/2006/main">
              <a:ext uri="{FF2B5EF4-FFF2-40B4-BE49-F238E27FC236}">
                <a16:creationId xmlns:a16="http://schemas.microsoft.com/office/drawing/2014/main" id="{77338083-A8BE-4BF7-9C67-799529646686}"/>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Read one paragraph. Does it make sense?</a:t>
            </a:r>
          </a:p>
        </p:txBody>
      </p:sp>
      <p:pic>
        <p:nvPicPr>
          <p:cNvPr id="8" name="">
            <a:extLst xmlns:a="http://schemas.openxmlformats.org/drawingml/2006/main">
              <a:ext uri="{FF2B5EF4-FFF2-40B4-BE49-F238E27FC236}">
                <a16:creationId xmlns:a16="http://schemas.microsoft.com/office/drawing/2014/main" id="{6F4C1E85-0197-4BD8-84C9-5804C1B3DA7C}"/>
              </a:ext>
            </a:extLst>
          </p:cNvPr>
          <p:cNvPicPr>
            <a:picLocks xmlns:a="http://schemas.openxmlformats.org/drawingml/2006/main" noChangeAspect="1"/>
          </p:cNvPicPr>
          <p:nvPr/>
        </p:nvPicPr>
        <p:blipFill>
          <a:blip xmlns:r="http://schemas.openxmlformats.org/officeDocument/2006/relationships" xmlns:a="http://schemas.openxmlformats.org/drawingml/2006/main" r:embed="R0b8334452ce74dd2"/>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6502F56-E3B2-447C-9164-F9CE014EF395}"/>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0" name="">
            <a:extLst xmlns:a="http://schemas.openxmlformats.org/drawingml/2006/main">
              <a:ext uri="{FF2B5EF4-FFF2-40B4-BE49-F238E27FC236}">
                <a16:creationId xmlns:a16="http://schemas.microsoft.com/office/drawing/2014/main" id="{4099374C-1015-47A7-A961-D81213533BDA}"/>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Give one useful change for this reader.</a:t>
            </a:r>
          </a:p>
        </p:txBody>
      </p:sp>
      <p:sp>
        <p:nvSpPr>
          <p:cNvPr id="11" name="">
            <a:extLst xmlns:a="http://schemas.openxmlformats.org/drawingml/2006/main">
              <a:ext uri="{FF2B5EF4-FFF2-40B4-BE49-F238E27FC236}">
                <a16:creationId xmlns:a16="http://schemas.microsoft.com/office/drawing/2014/main" id="{A46D3D0F-E7DB-4925-9051-2ACE887E9E9E}"/>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8/14</a:t>
            </a:r>
          </a:p>
        </p:txBody>
      </p:sp>
      <p:sp>
        <p:nvSpPr>
          <p:cNvPr id="12" name="">
            <a:extLst xmlns:a="http://schemas.openxmlformats.org/drawingml/2006/main">
              <a:ext uri="{FF2B5EF4-FFF2-40B4-BE49-F238E27FC236}">
                <a16:creationId xmlns:a16="http://schemas.microsoft.com/office/drawing/2014/main" id="{9C24CB4C-2FCB-4887-B986-EADF49AD01D4}"/>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0164033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D42CF02-75A2-498A-910C-C337244677C7}"/>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AF687E-2D57-4E22-93AB-51C3DB1A5089}"/>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01375B56-18DE-4ECA-B97F-017722D3FEAA}"/>
              </a:ext>
            </a:extLst>
          </p:cNvPr>
          <p:cNvPicPr>
            <a:picLocks xmlns:a="http://schemas.openxmlformats.org/drawingml/2006/main" noChangeAspect="1"/>
          </p:cNvPicPr>
          <p:nvPr/>
        </p:nvPicPr>
        <p:blipFill>
          <a:blip xmlns:r="http://schemas.openxmlformats.org/officeDocument/2006/relationships" xmlns:a="http://schemas.openxmlformats.org/drawingml/2006/main" r:embed="R6c242b0157a74647"/>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C0ED353-9E58-47B3-B64E-984A4D2E370B}"/>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YOUR TASK   •   12 MIN</a:t>
            </a:r>
          </a:p>
        </p:txBody>
      </p:sp>
      <p:sp>
        <p:nvSpPr>
          <p:cNvPr id="5" name="">
            <a:extLst xmlns:a="http://schemas.openxmlformats.org/drawingml/2006/main">
              <a:ext uri="{FF2B5EF4-FFF2-40B4-BE49-F238E27FC236}">
                <a16:creationId xmlns:a16="http://schemas.microsoft.com/office/drawing/2014/main" id="{AAE8BE1F-F736-43AB-A36E-3976E37B415D}"/>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A welcome sheet for a new member</a:t>
            </a:r>
          </a:p>
        </p:txBody>
      </p:sp>
      <p:sp>
        <p:nvSpPr>
          <p:cNvPr id="6" name="">
            <a:extLst xmlns:a="http://schemas.openxmlformats.org/drawingml/2006/main">
              <a:ext uri="{FF2B5EF4-FFF2-40B4-BE49-F238E27FC236}">
                <a16:creationId xmlns:a16="http://schemas.microsoft.com/office/drawing/2014/main" id="{44F9F4CA-1934-4B87-B319-446EF3EF433D}"/>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Supported: use the heading and sentence frame.</a:t>
            </a:r>
          </a:p>
        </p:txBody>
      </p:sp>
      <p:sp>
        <p:nvSpPr>
          <p:cNvPr id="7" name="">
            <a:extLst xmlns:a="http://schemas.openxmlformats.org/drawingml/2006/main">
              <a:ext uri="{FF2B5EF4-FFF2-40B4-BE49-F238E27FC236}">
                <a16:creationId xmlns:a16="http://schemas.microsoft.com/office/drawing/2014/main" id="{BAB3CA80-E6EF-48FC-B34A-A15C381D7C6C}"/>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Independent: build your page from the facts.</a:t>
            </a:r>
          </a:p>
        </p:txBody>
      </p:sp>
      <p:sp>
        <p:nvSpPr>
          <p:cNvPr id="8" name="">
            <a:extLst xmlns:a="http://schemas.openxmlformats.org/drawingml/2006/main">
              <a:ext uri="{FF2B5EF4-FFF2-40B4-BE49-F238E27FC236}">
                <a16:creationId xmlns:a16="http://schemas.microsoft.com/office/drawing/2014/main" id="{A40B4608-55D1-4C90-A528-CF041D7F75DA}"/>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Aspire: add a useful section and test it.</a:t>
            </a:r>
          </a:p>
        </p:txBody>
      </p:sp>
      <p:sp>
        <p:nvSpPr>
          <p:cNvPr id="9" name="">
            <a:extLst xmlns:a="http://schemas.openxmlformats.org/drawingml/2006/main">
              <a:ext uri="{FF2B5EF4-FFF2-40B4-BE49-F238E27FC236}">
                <a16:creationId xmlns:a16="http://schemas.microsoft.com/office/drawing/2014/main" id="{784C168F-5FB0-4E37-A75D-8003AAB04217}"/>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Each person saves and checks their own file.</a:t>
            </a:r>
          </a:p>
        </p:txBody>
      </p:sp>
      <p:pic>
        <p:nvPicPr>
          <p:cNvPr id="10" name="">
            <a:extLst xmlns:a="http://schemas.openxmlformats.org/drawingml/2006/main">
              <a:ext uri="{FF2B5EF4-FFF2-40B4-BE49-F238E27FC236}">
                <a16:creationId xmlns:a16="http://schemas.microsoft.com/office/drawing/2014/main" id="{EDAD0516-7FC9-447A-9502-66E1F8BACF08}"/>
              </a:ext>
            </a:extLst>
          </p:cNvPr>
          <p:cNvPicPr>
            <a:picLocks xmlns:a="http://schemas.openxmlformats.org/drawingml/2006/main" noChangeAspect="1"/>
          </p:cNvPicPr>
          <p:nvPr/>
        </p:nvPicPr>
        <p:blipFill>
          <a:blip xmlns:r="http://schemas.openxmlformats.org/officeDocument/2006/relationships" xmlns:a="http://schemas.openxmlformats.org/drawingml/2006/main" r:embed="R7c1aac560d5f4626"/>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B06BD52-8E85-4A9B-AD32-A56BF2A4B129}"/>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2" name="">
            <a:extLst xmlns:a="http://schemas.openxmlformats.org/drawingml/2006/main">
              <a:ext uri="{FF2B5EF4-FFF2-40B4-BE49-F238E27FC236}">
                <a16:creationId xmlns:a16="http://schemas.microsoft.com/office/drawing/2014/main" id="{58E44CCE-052A-41FD-8B04-672ACDA10096}"/>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Choose a route and start your document.</a:t>
            </a:r>
          </a:p>
        </p:txBody>
      </p:sp>
      <p:sp>
        <p:nvSpPr>
          <p:cNvPr id="13" name="">
            <a:extLst xmlns:a="http://schemas.openxmlformats.org/drawingml/2006/main">
              <a:ext uri="{FF2B5EF4-FFF2-40B4-BE49-F238E27FC236}">
                <a16:creationId xmlns:a16="http://schemas.microsoft.com/office/drawing/2014/main" id="{02942FD8-AAAF-4383-84D2-90AC4F9879E5}"/>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9/14</a:t>
            </a:r>
          </a:p>
        </p:txBody>
      </p:sp>
      <p:sp>
        <p:nvSpPr>
          <p:cNvPr id="14" name="">
            <a:extLst xmlns:a="http://schemas.openxmlformats.org/drawingml/2006/main">
              <a:ext uri="{FF2B5EF4-FFF2-40B4-BE49-F238E27FC236}">
                <a16:creationId xmlns:a16="http://schemas.microsoft.com/office/drawing/2014/main" id="{1DABC065-938C-43A5-AFBB-7079FB14A9D2}"/>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3958503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B725A2A-8BEB-46FC-9B98-9CA5B6EBCA59}"/>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E92401-C9F5-48B1-914F-2DDE02E325FE}"/>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909F2C55-B2FF-4768-ABB2-9C3AEF1F57EF}"/>
              </a:ext>
            </a:extLst>
          </p:cNvPr>
          <p:cNvPicPr>
            <a:picLocks xmlns:a="http://schemas.openxmlformats.org/drawingml/2006/main" noChangeAspect="1"/>
          </p:cNvPicPr>
          <p:nvPr/>
        </p:nvPicPr>
        <p:blipFill>
          <a:blip xmlns:r="http://schemas.openxmlformats.org/officeDocument/2006/relationships" xmlns:a="http://schemas.openxmlformats.org/drawingml/2006/main" r:embed="Rc946d4f8317843b1"/>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744511-35CB-4C3B-A931-283802A0EF56}"/>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ROUTE</a:t>
            </a:r>
          </a:p>
        </p:txBody>
      </p:sp>
      <p:sp>
        <p:nvSpPr>
          <p:cNvPr id="5" name="">
            <a:extLst xmlns:a="http://schemas.openxmlformats.org/drawingml/2006/main">
              <a:ext uri="{FF2B5EF4-FFF2-40B4-BE49-F238E27FC236}">
                <a16:creationId xmlns:a16="http://schemas.microsoft.com/office/drawing/2014/main" id="{D34CA31F-6603-4D4C-A6CC-B21C031CEBB4}"/>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Supported</a:t>
            </a:r>
          </a:p>
        </p:txBody>
      </p:sp>
      <p:sp>
        <p:nvSpPr>
          <p:cNvPr id="6" name="">
            <a:extLst xmlns:a="http://schemas.openxmlformats.org/drawingml/2006/main">
              <a:ext uri="{FF2B5EF4-FFF2-40B4-BE49-F238E27FC236}">
                <a16:creationId xmlns:a16="http://schemas.microsoft.com/office/drawing/2014/main" id="{2D3A6E38-EC59-4DC5-8255-3894B210345F}"/>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Choose made-up source A or source B.</a:t>
            </a:r>
          </a:p>
        </p:txBody>
      </p:sp>
      <p:sp>
        <p:nvSpPr>
          <p:cNvPr id="7" name="">
            <a:extLst xmlns:a="http://schemas.openxmlformats.org/drawingml/2006/main">
              <a:ext uri="{FF2B5EF4-FFF2-40B4-BE49-F238E27FC236}">
                <a16:creationId xmlns:a16="http://schemas.microsoft.com/office/drawing/2014/main" id="{C65EF7E3-491E-43A5-8303-B0F8B88D7E7E}"/>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Use the title and two heading prompts.</a:t>
            </a:r>
          </a:p>
        </p:txBody>
      </p:sp>
      <p:sp>
        <p:nvSpPr>
          <p:cNvPr id="8" name="">
            <a:extLst xmlns:a="http://schemas.openxmlformats.org/drawingml/2006/main">
              <a:ext uri="{FF2B5EF4-FFF2-40B4-BE49-F238E27FC236}">
                <a16:creationId xmlns:a16="http://schemas.microsoft.com/office/drawing/2014/main" id="{C461839A-80B9-40AD-82E7-C3C9F89F3F76}"/>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Write one short paragraph under each heading.</a:t>
            </a:r>
          </a:p>
        </p:txBody>
      </p:sp>
      <p:sp>
        <p:nvSpPr>
          <p:cNvPr id="9" name="">
            <a:extLst xmlns:a="http://schemas.openxmlformats.org/drawingml/2006/main">
              <a:ext uri="{FF2B5EF4-FFF2-40B4-BE49-F238E27FC236}">
                <a16:creationId xmlns:a16="http://schemas.microsoft.com/office/drawing/2014/main" id="{2C8DE1EA-7842-41C8-9B53-07996C45E2F1}"/>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Use the style controls with help.</a:t>
            </a:r>
          </a:p>
        </p:txBody>
      </p:sp>
      <p:sp>
        <p:nvSpPr>
          <p:cNvPr id="10" name="">
            <a:extLst xmlns:a="http://schemas.openxmlformats.org/drawingml/2006/main">
              <a:ext uri="{FF2B5EF4-FFF2-40B4-BE49-F238E27FC236}">
                <a16:creationId xmlns:a16="http://schemas.microsoft.com/office/drawing/2014/main" id="{71856D91-651B-47A0-8B5C-554B2C4CFF2B}"/>
              </a:ext>
            </a:extLst>
          </p:cNvPr>
          <p:cNvSpPr>
            <a:spLocks xmlns:a="http://schemas.openxmlformats.org/drawingml/2006/main" noGrp="1"/>
          </p:cNvSpPr>
          <p:nvPr/>
        </p:nvSpPr>
        <p:spPr>
          <a:xfrm xmlns:a="http://schemas.openxmlformats.org/drawingml/2006/main">
            <a:off x="438150" y="5067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Save, reopen and check your document.</a:t>
            </a:r>
          </a:p>
        </p:txBody>
      </p:sp>
      <p:pic>
        <p:nvPicPr>
          <p:cNvPr id="11" name="">
            <a:extLst xmlns:a="http://schemas.openxmlformats.org/drawingml/2006/main">
              <a:ext uri="{FF2B5EF4-FFF2-40B4-BE49-F238E27FC236}">
                <a16:creationId xmlns:a16="http://schemas.microsoft.com/office/drawing/2014/main" id="{6E636D9A-57B9-4C12-AEA0-729C03EC4D66}"/>
              </a:ext>
            </a:extLst>
          </p:cNvPr>
          <p:cNvPicPr>
            <a:picLocks xmlns:a="http://schemas.openxmlformats.org/drawingml/2006/main" noChangeAspect="1"/>
          </p:cNvPicPr>
          <p:nvPr/>
        </p:nvPicPr>
        <p:blipFill>
          <a:blip xmlns:r="http://schemas.openxmlformats.org/officeDocument/2006/relationships" xmlns:a="http://schemas.openxmlformats.org/drawingml/2006/main" r:embed="R5853c729df824300"/>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9E918CB-CB80-4038-B05E-1D53CA458A7A}"/>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3" name="">
            <a:extLst xmlns:a="http://schemas.openxmlformats.org/drawingml/2006/main">
              <a:ext uri="{FF2B5EF4-FFF2-40B4-BE49-F238E27FC236}">
                <a16:creationId xmlns:a16="http://schemas.microsoft.com/office/drawing/2014/main" id="{898A066A-8FE8-4AC6-8CAA-836E6D0D9D59}"/>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Show one heading and the facts beneath it.</a:t>
            </a:r>
          </a:p>
        </p:txBody>
      </p:sp>
      <p:sp>
        <p:nvSpPr>
          <p:cNvPr id="14" name="">
            <a:extLst xmlns:a="http://schemas.openxmlformats.org/drawingml/2006/main">
              <a:ext uri="{FF2B5EF4-FFF2-40B4-BE49-F238E27FC236}">
                <a16:creationId xmlns:a16="http://schemas.microsoft.com/office/drawing/2014/main" id="{CEDF7C73-FC84-4AD8-97DC-95BC3C9C2843}"/>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10/14</a:t>
            </a:r>
          </a:p>
        </p:txBody>
      </p:sp>
      <p:sp>
        <p:nvSpPr>
          <p:cNvPr id="15" name="">
            <a:extLst xmlns:a="http://schemas.openxmlformats.org/drawingml/2006/main">
              <a:ext uri="{FF2B5EF4-FFF2-40B4-BE49-F238E27FC236}">
                <a16:creationId xmlns:a16="http://schemas.microsoft.com/office/drawing/2014/main" id="{EBA3D14C-4A83-4941-9825-219EBFD12BA9}"/>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2953465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307A483-3705-4C56-A9A6-9537DC6B1D7A}"/>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A827EC-251D-4347-B52A-D0A78DADA706}"/>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D89395DB-B9F9-4B57-9B21-4A4B45512192}"/>
              </a:ext>
            </a:extLst>
          </p:cNvPr>
          <p:cNvPicPr>
            <a:picLocks xmlns:a="http://schemas.openxmlformats.org/drawingml/2006/main" noChangeAspect="1"/>
          </p:cNvPicPr>
          <p:nvPr/>
        </p:nvPicPr>
        <p:blipFill>
          <a:blip xmlns:r="http://schemas.openxmlformats.org/officeDocument/2006/relationships" xmlns:a="http://schemas.openxmlformats.org/drawingml/2006/main" r:embed="Rfe71f6229ec149db"/>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5D49174-803E-4385-8B27-FF37661D643A}"/>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ROUTE</a:t>
            </a:r>
          </a:p>
        </p:txBody>
      </p:sp>
      <p:sp>
        <p:nvSpPr>
          <p:cNvPr id="5" name="">
            <a:extLst xmlns:a="http://schemas.openxmlformats.org/drawingml/2006/main">
              <a:ext uri="{FF2B5EF4-FFF2-40B4-BE49-F238E27FC236}">
                <a16:creationId xmlns:a16="http://schemas.microsoft.com/office/drawing/2014/main" id="{1D150D13-71D0-49F5-8F44-A20436D82B11}"/>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Independent</a:t>
            </a:r>
          </a:p>
        </p:txBody>
      </p:sp>
      <p:sp>
        <p:nvSpPr>
          <p:cNvPr id="6" name="">
            <a:extLst xmlns:a="http://schemas.openxmlformats.org/drawingml/2006/main">
              <a:ext uri="{FF2B5EF4-FFF2-40B4-BE49-F238E27FC236}">
                <a16:creationId xmlns:a16="http://schemas.microsoft.com/office/drawing/2014/main" id="{D03CEE5F-91B6-423E-903C-7B0653865561}"/>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Give the document one clear title.</a:t>
            </a:r>
          </a:p>
        </p:txBody>
      </p:sp>
      <p:sp>
        <p:nvSpPr>
          <p:cNvPr id="7" name="">
            <a:extLst xmlns:a="http://schemas.openxmlformats.org/drawingml/2006/main">
              <a:ext uri="{FF2B5EF4-FFF2-40B4-BE49-F238E27FC236}">
                <a16:creationId xmlns:a16="http://schemas.microsoft.com/office/drawing/2014/main" id="{632ACD98-62CA-496E-80C9-8E145C7FE803}"/>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Add two useful headings with heading styles.</a:t>
            </a:r>
          </a:p>
        </p:txBody>
      </p:sp>
      <p:sp>
        <p:nvSpPr>
          <p:cNvPr id="8" name="">
            <a:extLst xmlns:a="http://schemas.openxmlformats.org/drawingml/2006/main">
              <a:ext uri="{FF2B5EF4-FFF2-40B4-BE49-F238E27FC236}">
                <a16:creationId xmlns:a16="http://schemas.microsoft.com/office/drawing/2014/main" id="{C9374836-AB1E-44F0-BDBF-D0E18FD280C4}"/>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Write two short, accurate paragraphs.</a:t>
            </a:r>
          </a:p>
        </p:txBody>
      </p:sp>
      <p:sp>
        <p:nvSpPr>
          <p:cNvPr id="9" name="">
            <a:extLst xmlns:a="http://schemas.openxmlformats.org/drawingml/2006/main">
              <a:ext uri="{FF2B5EF4-FFF2-40B4-BE49-F238E27FC236}">
                <a16:creationId xmlns:a16="http://schemas.microsoft.com/office/drawing/2014/main" id="{AE07BC29-76DB-4D3B-BA84-B7C57A6100E1}"/>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Check the facts, spacing and full stops.</a:t>
            </a:r>
          </a:p>
        </p:txBody>
      </p:sp>
      <p:sp>
        <p:nvSpPr>
          <p:cNvPr id="10" name="">
            <a:extLst xmlns:a="http://schemas.openxmlformats.org/drawingml/2006/main">
              <a:ext uri="{FF2B5EF4-FFF2-40B4-BE49-F238E27FC236}">
                <a16:creationId xmlns:a16="http://schemas.microsoft.com/office/drawing/2014/main" id="{F1343C51-54B4-44D2-90F4-7A5914A79844}"/>
              </a:ext>
            </a:extLst>
          </p:cNvPr>
          <p:cNvSpPr>
            <a:spLocks xmlns:a="http://schemas.openxmlformats.org/drawingml/2006/main" noGrp="1"/>
          </p:cNvSpPr>
          <p:nvPr/>
        </p:nvSpPr>
        <p:spPr>
          <a:xfrm xmlns:a="http://schemas.openxmlformats.org/drawingml/2006/main">
            <a:off x="438150" y="5067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Save your file, then reopen it to check.</a:t>
            </a:r>
          </a:p>
        </p:txBody>
      </p:sp>
      <p:pic>
        <p:nvPicPr>
          <p:cNvPr id="11" name="">
            <a:extLst xmlns:a="http://schemas.openxmlformats.org/drawingml/2006/main">
              <a:ext uri="{FF2B5EF4-FFF2-40B4-BE49-F238E27FC236}">
                <a16:creationId xmlns:a16="http://schemas.microsoft.com/office/drawing/2014/main" id="{5F99F45C-4E35-409A-AF37-7B47F5913227}"/>
              </a:ext>
            </a:extLst>
          </p:cNvPr>
          <p:cNvPicPr>
            <a:picLocks xmlns:a="http://schemas.openxmlformats.org/drawingml/2006/main" noChangeAspect="1"/>
          </p:cNvPicPr>
          <p:nvPr/>
        </p:nvPicPr>
        <p:blipFill>
          <a:blip xmlns:r="http://schemas.openxmlformats.org/officeDocument/2006/relationships" xmlns:a="http://schemas.openxmlformats.org/drawingml/2006/main" r:embed="R9039ef5b367e4c5e"/>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5B2D5A9-0089-48FE-8E88-C78C5F085045}"/>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3" name="">
            <a:extLst xmlns:a="http://schemas.openxmlformats.org/drawingml/2006/main">
              <a:ext uri="{FF2B5EF4-FFF2-40B4-BE49-F238E27FC236}">
                <a16:creationId xmlns:a16="http://schemas.microsoft.com/office/drawing/2014/main" id="{0F9BE1BB-4123-4C41-9A2D-5A997573D66F}"/>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Ask your reader to find who can join.</a:t>
            </a:r>
          </a:p>
        </p:txBody>
      </p:sp>
      <p:sp>
        <p:nvSpPr>
          <p:cNvPr id="14" name="">
            <a:extLst xmlns:a="http://schemas.openxmlformats.org/drawingml/2006/main">
              <a:ext uri="{FF2B5EF4-FFF2-40B4-BE49-F238E27FC236}">
                <a16:creationId xmlns:a16="http://schemas.microsoft.com/office/drawing/2014/main" id="{787779E9-2B2B-4EAC-B71A-196347DC9E1E}"/>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11/14</a:t>
            </a:r>
          </a:p>
        </p:txBody>
      </p:sp>
      <p:sp>
        <p:nvSpPr>
          <p:cNvPr id="15" name="">
            <a:extLst xmlns:a="http://schemas.openxmlformats.org/drawingml/2006/main">
              <a:ext uri="{FF2B5EF4-FFF2-40B4-BE49-F238E27FC236}">
                <a16:creationId xmlns:a16="http://schemas.microsoft.com/office/drawing/2014/main" id="{11921447-216B-4D3A-B5C7-A52DD6956C3E}"/>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5019374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75AB3F9-B5E4-47BA-90C6-047C4E7A6728}"/>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D372E0-20A3-478C-AC63-5BD39F15086A}"/>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7A901A99-8E0D-4E60-86BF-A4AAA5D33A87}"/>
              </a:ext>
            </a:extLst>
          </p:cNvPr>
          <p:cNvPicPr>
            <a:picLocks xmlns:a="http://schemas.openxmlformats.org/drawingml/2006/main" noChangeAspect="1"/>
          </p:cNvPicPr>
          <p:nvPr/>
        </p:nvPicPr>
        <p:blipFill>
          <a:blip xmlns:r="http://schemas.openxmlformats.org/officeDocument/2006/relationships" xmlns:a="http://schemas.openxmlformats.org/drawingml/2006/main" r:embed="R8cf1fff43d1d45c3"/>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267A75-0B09-4A48-968C-18A504B20D02}"/>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ROUTE</a:t>
            </a:r>
          </a:p>
        </p:txBody>
      </p:sp>
      <p:sp>
        <p:nvSpPr>
          <p:cNvPr id="5" name="">
            <a:extLst xmlns:a="http://schemas.openxmlformats.org/drawingml/2006/main">
              <a:ext uri="{FF2B5EF4-FFF2-40B4-BE49-F238E27FC236}">
                <a16:creationId xmlns:a16="http://schemas.microsoft.com/office/drawing/2014/main" id="{B96FE4E6-7292-454F-A7DC-FA8525EE5188}"/>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Aspire</a:t>
            </a:r>
          </a:p>
        </p:txBody>
      </p:sp>
      <p:sp>
        <p:nvSpPr>
          <p:cNvPr id="6" name="">
            <a:extLst xmlns:a="http://schemas.openxmlformats.org/drawingml/2006/main">
              <a:ext uri="{FF2B5EF4-FFF2-40B4-BE49-F238E27FC236}">
                <a16:creationId xmlns:a16="http://schemas.microsoft.com/office/drawing/2014/main" id="{EA3FC087-5280-436C-AC3F-A11EA024E177}"/>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Complete the Independent task first.</a:t>
            </a:r>
          </a:p>
        </p:txBody>
      </p:sp>
      <p:sp>
        <p:nvSpPr>
          <p:cNvPr id="7" name="">
            <a:extLst xmlns:a="http://schemas.openxmlformats.org/drawingml/2006/main">
              <a:ext uri="{FF2B5EF4-FFF2-40B4-BE49-F238E27FC236}">
                <a16:creationId xmlns:a16="http://schemas.microsoft.com/office/drawing/2014/main" id="{894A663F-D9C2-45ED-9827-6A2603E2F291}"/>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Add a useful section from the source facts.</a:t>
            </a:r>
          </a:p>
        </p:txBody>
      </p:sp>
      <p:sp>
        <p:nvSpPr>
          <p:cNvPr id="8" name="">
            <a:extLst xmlns:a="http://schemas.openxmlformats.org/drawingml/2006/main">
              <a:ext uri="{FF2B5EF4-FFF2-40B4-BE49-F238E27FC236}">
                <a16:creationId xmlns:a16="http://schemas.microsoft.com/office/drawing/2014/main" id="{D9F561E8-4D74-485D-AF78-F6FCE60DDC7E}"/>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Use the same main heading level.</a:t>
            </a:r>
          </a:p>
        </p:txBody>
      </p:sp>
      <p:sp>
        <p:nvSpPr>
          <p:cNvPr id="9" name="">
            <a:extLst xmlns:a="http://schemas.openxmlformats.org/drawingml/2006/main">
              <a:ext uri="{FF2B5EF4-FFF2-40B4-BE49-F238E27FC236}">
                <a16:creationId xmlns:a16="http://schemas.microsoft.com/office/drawing/2014/main" id="{6BF838FD-B3F4-4359-8E5E-C14814733669}"/>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Ask a reader to test the new section.</a:t>
            </a:r>
          </a:p>
        </p:txBody>
      </p:sp>
      <p:sp>
        <p:nvSpPr>
          <p:cNvPr id="10" name="">
            <a:extLst xmlns:a="http://schemas.openxmlformats.org/drawingml/2006/main">
              <a:ext uri="{FF2B5EF4-FFF2-40B4-BE49-F238E27FC236}">
                <a16:creationId xmlns:a16="http://schemas.microsoft.com/office/drawing/2014/main" id="{5C1C70CB-56B7-4DB8-A50D-820B347E7E50}"/>
              </a:ext>
            </a:extLst>
          </p:cNvPr>
          <p:cNvSpPr>
            <a:spLocks xmlns:a="http://schemas.openxmlformats.org/drawingml/2006/main" noGrp="1"/>
          </p:cNvSpPr>
          <p:nvPr/>
        </p:nvSpPr>
        <p:spPr>
          <a:xfrm xmlns:a="http://schemas.openxmlformats.org/drawingml/2006/main">
            <a:off x="438150" y="5067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Save a new version and explain one change.</a:t>
            </a:r>
          </a:p>
        </p:txBody>
      </p:sp>
      <p:pic>
        <p:nvPicPr>
          <p:cNvPr id="11" name="">
            <a:extLst xmlns:a="http://schemas.openxmlformats.org/drawingml/2006/main">
              <a:ext uri="{FF2B5EF4-FFF2-40B4-BE49-F238E27FC236}">
                <a16:creationId xmlns:a16="http://schemas.microsoft.com/office/drawing/2014/main" id="{9BC2CC8B-CA8F-4AC6-B42C-081A5766AFED}"/>
              </a:ext>
            </a:extLst>
          </p:cNvPr>
          <p:cNvPicPr>
            <a:picLocks xmlns:a="http://schemas.openxmlformats.org/drawingml/2006/main" noChangeAspect="1"/>
          </p:cNvPicPr>
          <p:nvPr/>
        </p:nvPicPr>
        <p:blipFill>
          <a:blip xmlns:r="http://schemas.openxmlformats.org/officeDocument/2006/relationships" xmlns:a="http://schemas.openxmlformats.org/drawingml/2006/main" r:embed="R57f8f2e696af40bd"/>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AA63E9B-5082-4C4D-A90E-3FCF908DECED}"/>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3" name="">
            <a:extLst xmlns:a="http://schemas.openxmlformats.org/drawingml/2006/main">
              <a:ext uri="{FF2B5EF4-FFF2-40B4-BE49-F238E27FC236}">
                <a16:creationId xmlns:a16="http://schemas.microsoft.com/office/drawing/2014/main" id="{39D42D12-7E1C-4156-B159-4CD4CC654C24}"/>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Show how a change helped your reader.</a:t>
            </a:r>
          </a:p>
        </p:txBody>
      </p:sp>
      <p:sp>
        <p:nvSpPr>
          <p:cNvPr id="14" name="">
            <a:extLst xmlns:a="http://schemas.openxmlformats.org/drawingml/2006/main">
              <a:ext uri="{FF2B5EF4-FFF2-40B4-BE49-F238E27FC236}">
                <a16:creationId xmlns:a16="http://schemas.microsoft.com/office/drawing/2014/main" id="{F844A937-00D1-4C0F-9C7D-DA099B9D581A}"/>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12/14</a:t>
            </a:r>
          </a:p>
        </p:txBody>
      </p:sp>
      <p:sp>
        <p:nvSpPr>
          <p:cNvPr id="15" name="">
            <a:extLst xmlns:a="http://schemas.openxmlformats.org/drawingml/2006/main">
              <a:ext uri="{FF2B5EF4-FFF2-40B4-BE49-F238E27FC236}">
                <a16:creationId xmlns:a16="http://schemas.microsoft.com/office/drawing/2014/main" id="{80006B08-AAEA-49E6-94E1-F5A72E2589A2}"/>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16281913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E028D3A-30CD-48F7-A524-9E0509D820A4}"/>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699661-B2E8-4C5C-942C-CFACE373A6CB}"/>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A1802633-45E4-42A8-83AF-64B488EF141D}"/>
              </a:ext>
            </a:extLst>
          </p:cNvPr>
          <p:cNvPicPr>
            <a:picLocks xmlns:a="http://schemas.openxmlformats.org/drawingml/2006/main" noChangeAspect="1"/>
          </p:cNvPicPr>
          <p:nvPr/>
        </p:nvPicPr>
        <p:blipFill>
          <a:blip xmlns:r="http://schemas.openxmlformats.org/officeDocument/2006/relationships" xmlns:a="http://schemas.openxmlformats.org/drawingml/2006/main" r:embed="R7fa0f3737d4b4f2c"/>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7D2958A-18D1-43EB-9CF0-408B65BBDFF1}"/>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EVIDENCE</a:t>
            </a:r>
          </a:p>
        </p:txBody>
      </p:sp>
      <p:sp>
        <p:nvSpPr>
          <p:cNvPr id="5" name="">
            <a:extLst xmlns:a="http://schemas.openxmlformats.org/drawingml/2006/main">
              <a:ext uri="{FF2B5EF4-FFF2-40B4-BE49-F238E27FC236}">
                <a16:creationId xmlns:a16="http://schemas.microsoft.com/office/drawing/2014/main" id="{DEF1B870-8702-42F8-B42D-519EB9BB8BB5}"/>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My evidence record</a:t>
            </a:r>
          </a:p>
        </p:txBody>
      </p:sp>
      <p:sp>
        <p:nvSpPr>
          <p:cNvPr id="6" name="">
            <a:extLst xmlns:a="http://schemas.openxmlformats.org/drawingml/2006/main">
              <a:ext uri="{FF2B5EF4-FFF2-40B4-BE49-F238E27FC236}">
                <a16:creationId xmlns:a16="http://schemas.microsoft.com/office/drawing/2014/main" id="{4906FC68-8A8A-460B-85DA-C8B46BA8C516}"/>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My file name is ...</a:t>
            </a:r>
          </a:p>
        </p:txBody>
      </p:sp>
      <p:sp>
        <p:nvSpPr>
          <p:cNvPr id="7" name="">
            <a:extLst xmlns:a="http://schemas.openxmlformats.org/drawingml/2006/main">
              <a:ext uri="{FF2B5EF4-FFF2-40B4-BE49-F238E27FC236}">
                <a16:creationId xmlns:a16="http://schemas.microsoft.com/office/drawing/2014/main" id="{A43645E8-42E9-4B4A-90C9-52D7EAEECD07}"/>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My title tells the reader ...</a:t>
            </a:r>
          </a:p>
        </p:txBody>
      </p:sp>
      <p:sp>
        <p:nvSpPr>
          <p:cNvPr id="8" name="">
            <a:extLst xmlns:a="http://schemas.openxmlformats.org/drawingml/2006/main">
              <a:ext uri="{FF2B5EF4-FFF2-40B4-BE49-F238E27FC236}">
                <a16:creationId xmlns:a16="http://schemas.microsoft.com/office/drawing/2014/main" id="{6B097363-E243-4355-B6D5-B3EEB7706002}"/>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My headings help the reader find ...</a:t>
            </a:r>
          </a:p>
        </p:txBody>
      </p:sp>
      <p:sp>
        <p:nvSpPr>
          <p:cNvPr id="9" name="">
            <a:extLst xmlns:a="http://schemas.openxmlformats.org/drawingml/2006/main">
              <a:ext uri="{FF2B5EF4-FFF2-40B4-BE49-F238E27FC236}">
                <a16:creationId xmlns:a16="http://schemas.microsoft.com/office/drawing/2014/main" id="{06145EAE-F7E8-4F8C-B561-C9EE714F7914}"/>
              </a:ext>
            </a:extLst>
          </p:cNvPr>
          <p:cNvSpPr>
            <a:spLocks xmlns:a="http://schemas.openxmlformats.org/drawingml/2006/main" noGrp="1"/>
          </p:cNvSpPr>
          <p:nvPr/>
        </p:nvSpPr>
        <p:spPr>
          <a:xfrm xmlns:a="http://schemas.openxmlformats.org/drawingml/2006/main">
            <a:off x="438150" y="44005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I changed ... because ...</a:t>
            </a:r>
          </a:p>
        </p:txBody>
      </p:sp>
      <p:sp>
        <p:nvSpPr>
          <p:cNvPr id="10" name="">
            <a:extLst xmlns:a="http://schemas.openxmlformats.org/drawingml/2006/main">
              <a:ext uri="{FF2B5EF4-FFF2-40B4-BE49-F238E27FC236}">
                <a16:creationId xmlns:a16="http://schemas.microsoft.com/office/drawing/2014/main" id="{FE341680-8382-4CC2-BF18-0CEA0E7265B4}"/>
              </a:ext>
            </a:extLst>
          </p:cNvPr>
          <p:cNvSpPr>
            <a:spLocks xmlns:a="http://schemas.openxmlformats.org/drawingml/2006/main" noGrp="1"/>
          </p:cNvSpPr>
          <p:nvPr/>
        </p:nvSpPr>
        <p:spPr>
          <a:xfrm xmlns:a="http://schemas.openxmlformats.org/drawingml/2006/main">
            <a:off x="438150" y="5067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52238"/>
                </a:solidFill>
                <a:latin typeface="Liberation Sans"/>
                <a:ea typeface="Liberation Sans"/>
                <a:cs typeface="Liberation Sans"/>
              </a:defRPr>
            </a:defPPr>
            <a:lvl1pPr>
              <a:buNone/>
              <a:defRPr sz="1950" b="0">
                <a:solidFill>
                  <a:srgbClr val="152238"/>
                </a:solidFill>
                <a:latin typeface="Liberation Sans"/>
                <a:ea typeface="Liberation Sans"/>
                <a:cs typeface="Liberation Sans"/>
              </a:defRPr>
            </a:lvl1pPr>
            <a:lvl2pPr>
              <a:buNone/>
              <a:defRPr sz="1950" b="0">
                <a:solidFill>
                  <a:srgbClr val="152238"/>
                </a:solidFill>
                <a:latin typeface="Liberation Sans"/>
                <a:ea typeface="Liberation Sans"/>
                <a:cs typeface="Liberation Sans"/>
              </a:defRPr>
            </a:lvl2pPr>
            <a:lvl3pPr>
              <a:buNone/>
              <a:defRPr sz="1950" b="0">
                <a:solidFill>
                  <a:srgbClr val="152238"/>
                </a:solidFill>
                <a:latin typeface="Liberation Sans"/>
                <a:ea typeface="Liberation Sans"/>
                <a:cs typeface="Liberation Sans"/>
              </a:defRPr>
            </a:lvl3pPr>
            <a:lvl4pPr>
              <a:buNone/>
              <a:defRPr sz="1950" b="0">
                <a:solidFill>
                  <a:srgbClr val="152238"/>
                </a:solidFill>
                <a:latin typeface="Liberation Sans"/>
                <a:ea typeface="Liberation Sans"/>
                <a:cs typeface="Liberation Sans"/>
              </a:defRPr>
            </a:lvl4pPr>
            <a:lvl5pPr>
              <a:buNone/>
              <a:defRPr sz="1950" b="0">
                <a:solidFill>
                  <a:srgbClr val="152238"/>
                </a:solidFill>
                <a:latin typeface="Liberation Sans"/>
                <a:ea typeface="Liberation Sans"/>
                <a:cs typeface="Liberation Sans"/>
              </a:defRPr>
            </a:lvl5pPr>
            <a:lvl6pPr>
              <a:buNone/>
              <a:defRPr sz="1950" b="0">
                <a:solidFill>
                  <a:srgbClr val="152238"/>
                </a:solidFill>
                <a:latin typeface="Liberation Sans"/>
                <a:ea typeface="Liberation Sans"/>
                <a:cs typeface="Liberation Sans"/>
              </a:defRPr>
            </a:lvl6pPr>
            <a:lvl7pPr>
              <a:buNone/>
              <a:defRPr sz="1950" b="0">
                <a:solidFill>
                  <a:srgbClr val="152238"/>
                </a:solidFill>
                <a:latin typeface="Liberation Sans"/>
                <a:ea typeface="Liberation Sans"/>
                <a:cs typeface="Liberation Sans"/>
              </a:defRPr>
            </a:lvl7pPr>
            <a:lvl8pPr>
              <a:buNone/>
              <a:defRPr sz="1950" b="0">
                <a:solidFill>
                  <a:srgbClr val="152238"/>
                </a:solidFill>
                <a:latin typeface="Liberation Sans"/>
                <a:ea typeface="Liberation Sans"/>
                <a:cs typeface="Liberation Sans"/>
              </a:defRPr>
            </a:lvl8pPr>
            <a:lvl9pPr>
              <a:buNone/>
              <a:defRPr sz="1950" b="0">
                <a:solidFill>
                  <a:srgbClr val="152238"/>
                </a:solidFill>
                <a:latin typeface="Liberation Sans"/>
                <a:ea typeface="Liberation Sans"/>
                <a:cs typeface="Liberation Sans"/>
              </a:defRPr>
            </a:lvl9pPr>
          </a:lstStyle>
          <a:p xmlns:a="http://schemas.openxmlformats.org/drawingml/2006/main">
            <a:pPr>
              <a:buNone/>
              <a:defRPr sz="1950" b="0">
                <a:solidFill>
                  <a:srgbClr val="152238"/>
                </a:solidFill>
                <a:latin typeface="Liberation Sans"/>
                <a:ea typeface="Liberation Sans"/>
                <a:cs typeface="Liberation Sans"/>
              </a:defRPr>
            </a:pPr>
            <a:r>
              <a:rPr sz="1950" b="0">
                <a:solidFill>
                  <a:srgbClr val="152238"/>
                </a:solidFill>
                <a:latin typeface="Liberation Sans"/>
                <a:ea typeface="Liberation Sans"/>
                <a:cs typeface="Liberation Sans"/>
              </a:rPr>
              <a:t>I reopened the saved file and checked it.</a:t>
            </a:r>
          </a:p>
        </p:txBody>
      </p:sp>
      <p:pic>
        <p:nvPicPr>
          <p:cNvPr id="11" name="">
            <a:extLst xmlns:a="http://schemas.openxmlformats.org/drawingml/2006/main">
              <a:ext uri="{FF2B5EF4-FFF2-40B4-BE49-F238E27FC236}">
                <a16:creationId xmlns:a16="http://schemas.microsoft.com/office/drawing/2014/main" id="{BC59F92F-81C2-40C1-8066-8A5C877B0EB9}"/>
              </a:ext>
            </a:extLst>
          </p:cNvPr>
          <p:cNvPicPr>
            <a:picLocks xmlns:a="http://schemas.openxmlformats.org/drawingml/2006/main" noChangeAspect="1"/>
          </p:cNvPicPr>
          <p:nvPr/>
        </p:nvPicPr>
        <p:blipFill>
          <a:blip xmlns:r="http://schemas.openxmlformats.org/officeDocument/2006/relationships" xmlns:a="http://schemas.openxmlformats.org/drawingml/2006/main" r:embed="R5ff303a7aa14474d"/>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B2D1585-694E-4C9C-921F-CC43DCE956F9}"/>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3" name="">
            <a:extLst xmlns:a="http://schemas.openxmlformats.org/drawingml/2006/main">
              <a:ext uri="{FF2B5EF4-FFF2-40B4-BE49-F238E27FC236}">
                <a16:creationId xmlns:a16="http://schemas.microsoft.com/office/drawing/2014/main" id="{02AE7234-5D09-4AB3-81B8-ED92C336E645}"/>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Record your own choices and the help used.</a:t>
            </a:r>
          </a:p>
        </p:txBody>
      </p:sp>
      <p:sp>
        <p:nvSpPr>
          <p:cNvPr id="14" name="">
            <a:extLst xmlns:a="http://schemas.openxmlformats.org/drawingml/2006/main">
              <a:ext uri="{FF2B5EF4-FFF2-40B4-BE49-F238E27FC236}">
                <a16:creationId xmlns:a16="http://schemas.microsoft.com/office/drawing/2014/main" id="{FDA30964-812E-4919-90C8-8D5A2F707395}"/>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13/14</a:t>
            </a:r>
          </a:p>
        </p:txBody>
      </p:sp>
      <p:sp>
        <p:nvSpPr>
          <p:cNvPr id="15" name="">
            <a:extLst xmlns:a="http://schemas.openxmlformats.org/drawingml/2006/main">
              <a:ext uri="{FF2B5EF4-FFF2-40B4-BE49-F238E27FC236}">
                <a16:creationId xmlns:a16="http://schemas.microsoft.com/office/drawing/2014/main" id="{26B5A4A2-0FBE-4782-9194-84BEF11A98DA}"/>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3139473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E26F261-EA27-468C-927D-AB4BEA5AD6C2}"/>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02CCB5-F2DC-43DF-BA4F-13C4ED960446}"/>
              </a:ext>
            </a:extLst>
          </p:cNvPr>
          <p:cNvSpPr>
            <a:spLocks xmlns:a="http://schemas.openxmlformats.org/drawingml/2006/main" noGrp="1"/>
          </p:cNvSpPr>
          <p:nvPr/>
        </p:nvSpPr>
        <p:spPr>
          <a:xfrm xmlns:a="http://schemas.openxmlformats.org/drawingml/2006/main">
            <a:off x="342900" y="219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FFFFFF"/>
                </a:solidFill>
                <a:latin typeface="Liberation Sans"/>
                <a:ea typeface="Liberation Sans"/>
                <a:cs typeface="Liberation Sans"/>
              </a:defRPr>
            </a:defPPr>
            <a:lvl1pPr>
              <a:buNone/>
              <a:defRPr sz="1800" b="1">
                <a:solidFill>
                  <a:srgbClr val="FFFFFF"/>
                </a:solidFill>
                <a:latin typeface="Liberation Sans"/>
                <a:ea typeface="Liberation Sans"/>
                <a:cs typeface="Liberation Sans"/>
              </a:defRPr>
            </a:lvl1pPr>
            <a:lvl2pPr>
              <a:buNone/>
              <a:defRPr sz="1800" b="1">
                <a:solidFill>
                  <a:srgbClr val="FFFFFF"/>
                </a:solidFill>
                <a:latin typeface="Liberation Sans"/>
                <a:ea typeface="Liberation Sans"/>
                <a:cs typeface="Liberation Sans"/>
              </a:defRPr>
            </a:lvl2pPr>
            <a:lvl3pPr>
              <a:buNone/>
              <a:defRPr sz="1800" b="1">
                <a:solidFill>
                  <a:srgbClr val="FFFFFF"/>
                </a:solidFill>
                <a:latin typeface="Liberation Sans"/>
                <a:ea typeface="Liberation Sans"/>
                <a:cs typeface="Liberation Sans"/>
              </a:defRPr>
            </a:lvl3pPr>
            <a:lvl4pPr>
              <a:buNone/>
              <a:defRPr sz="1800" b="1">
                <a:solidFill>
                  <a:srgbClr val="FFFFFF"/>
                </a:solidFill>
                <a:latin typeface="Liberation Sans"/>
                <a:ea typeface="Liberation Sans"/>
                <a:cs typeface="Liberation Sans"/>
              </a:defRPr>
            </a:lvl4pPr>
            <a:lvl5pPr>
              <a:buNone/>
              <a:defRPr sz="1800" b="1">
                <a:solidFill>
                  <a:srgbClr val="FFFFFF"/>
                </a:solidFill>
                <a:latin typeface="Liberation Sans"/>
                <a:ea typeface="Liberation Sans"/>
                <a:cs typeface="Liberation Sans"/>
              </a:defRPr>
            </a:lvl5pPr>
            <a:lvl6pPr>
              <a:buNone/>
              <a:defRPr sz="1800" b="1">
                <a:solidFill>
                  <a:srgbClr val="FFFFFF"/>
                </a:solidFill>
                <a:latin typeface="Liberation Sans"/>
                <a:ea typeface="Liberation Sans"/>
                <a:cs typeface="Liberation Sans"/>
              </a:defRPr>
            </a:lvl6pPr>
            <a:lvl7pPr>
              <a:buNone/>
              <a:defRPr sz="1800" b="1">
                <a:solidFill>
                  <a:srgbClr val="FFFFFF"/>
                </a:solidFill>
                <a:latin typeface="Liberation Sans"/>
                <a:ea typeface="Liberation Sans"/>
                <a:cs typeface="Liberation Sans"/>
              </a:defRPr>
            </a:lvl7pPr>
            <a:lvl8pPr>
              <a:buNone/>
              <a:defRPr sz="1800" b="1">
                <a:solidFill>
                  <a:srgbClr val="FFFFFF"/>
                </a:solidFill>
                <a:latin typeface="Liberation Sans"/>
                <a:ea typeface="Liberation Sans"/>
                <a:cs typeface="Liberation Sans"/>
              </a:defRPr>
            </a:lvl8pPr>
            <a:lvl9pPr>
              <a:buNone/>
              <a:defRPr sz="1800" b="1">
                <a:solidFill>
                  <a:srgbClr val="FFFFFF"/>
                </a:solidFill>
                <a:latin typeface="Liberation Sans"/>
                <a:ea typeface="Liberation Sans"/>
                <a:cs typeface="Liberation Sans"/>
              </a:defRPr>
            </a:lvl9pPr>
          </a:lstStyle>
          <a:p xmlns:a="http://schemas.openxmlformats.org/drawingml/2006/main">
            <a:pPr>
              <a:buNone/>
              <a:defRPr sz="1800" b="1">
                <a:solidFill>
                  <a:srgbClr val="FFFFFF"/>
                </a:solidFill>
                <a:latin typeface="Liberation Sans"/>
                <a:ea typeface="Liberation Sans"/>
                <a:cs typeface="Liberation Sans"/>
              </a:defRPr>
            </a:pPr>
            <a:r>
              <a:rPr sz="1800" b="1">
                <a:solidFill>
                  <a:srgbClr val="FFFFFF"/>
                </a:solidFill>
                <a:latin typeface="Liberation Sans"/>
                <a:ea typeface="Liberation Sans"/>
                <a:cs typeface="Liberation Sans"/>
              </a:rPr>
              <a:t>LAUNCH ICT   •   YEAR A   •   AUTUMN 2 WEEK 2</a:t>
            </a:r>
          </a:p>
        </p:txBody>
      </p:sp>
      <p:pic>
        <p:nvPicPr>
          <p:cNvPr id="3" name="">
            <a:extLst xmlns:a="http://schemas.openxmlformats.org/drawingml/2006/main">
              <a:ext uri="{FF2B5EF4-FFF2-40B4-BE49-F238E27FC236}">
                <a16:creationId xmlns:a16="http://schemas.microsoft.com/office/drawing/2014/main" id="{7EC3360C-8917-4090-8683-67B338567537}"/>
              </a:ext>
            </a:extLst>
          </p:cNvPr>
          <p:cNvPicPr>
            <a:picLocks xmlns:a="http://schemas.openxmlformats.org/drawingml/2006/main" noChangeAspect="1"/>
          </p:cNvPicPr>
          <p:nvPr/>
        </p:nvPicPr>
        <p:blipFill>
          <a:blip xmlns:r="http://schemas.openxmlformats.org/officeDocument/2006/relationships" xmlns:a="http://schemas.openxmlformats.org/drawingml/2006/main" r:embed="R723016ec452d4692"/>
          <a:stretch xmlns:a="http://schemas.openxmlformats.org/drawingml/2006/main"/>
        </p:blipFill>
        <p:spPr>
          <a:xfrm xmlns:a="http://schemas.openxmlformats.org/drawingml/2006/main">
            <a:off x="11430000" y="104775"/>
            <a:ext cx="476250"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4A3EA84-2486-4EEB-8732-10B03FDF447C}"/>
              </a:ext>
            </a:extLst>
          </p:cNvPr>
          <p:cNvSpPr>
            <a:spLocks xmlns:a="http://schemas.openxmlformats.org/drawingml/2006/main" noGrp="1"/>
          </p:cNvSpPr>
          <p:nvPr/>
        </p:nvSpPr>
        <p:spPr>
          <a:xfrm xmlns:a="http://schemas.openxmlformats.org/drawingml/2006/main">
            <a:off x="419100" y="885825"/>
            <a:ext cx="1133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4E7A9B"/>
                </a:solidFill>
                <a:latin typeface="Liberation Sans"/>
                <a:ea typeface="Liberation Sans"/>
                <a:cs typeface="Liberation Sans"/>
              </a:defRPr>
            </a:defPPr>
            <a:lvl1pPr>
              <a:buNone/>
              <a:defRPr sz="1500" b="1">
                <a:solidFill>
                  <a:srgbClr val="4E7A9B"/>
                </a:solidFill>
                <a:latin typeface="Liberation Sans"/>
                <a:ea typeface="Liberation Sans"/>
                <a:cs typeface="Liberation Sans"/>
              </a:defRPr>
            </a:lvl1pPr>
            <a:lvl2pPr>
              <a:buNone/>
              <a:defRPr sz="1500" b="1">
                <a:solidFill>
                  <a:srgbClr val="4E7A9B"/>
                </a:solidFill>
                <a:latin typeface="Liberation Sans"/>
                <a:ea typeface="Liberation Sans"/>
                <a:cs typeface="Liberation Sans"/>
              </a:defRPr>
            </a:lvl2pPr>
            <a:lvl3pPr>
              <a:buNone/>
              <a:defRPr sz="1500" b="1">
                <a:solidFill>
                  <a:srgbClr val="4E7A9B"/>
                </a:solidFill>
                <a:latin typeface="Liberation Sans"/>
                <a:ea typeface="Liberation Sans"/>
                <a:cs typeface="Liberation Sans"/>
              </a:defRPr>
            </a:lvl3pPr>
            <a:lvl4pPr>
              <a:buNone/>
              <a:defRPr sz="1500" b="1">
                <a:solidFill>
                  <a:srgbClr val="4E7A9B"/>
                </a:solidFill>
                <a:latin typeface="Liberation Sans"/>
                <a:ea typeface="Liberation Sans"/>
                <a:cs typeface="Liberation Sans"/>
              </a:defRPr>
            </a:lvl4pPr>
            <a:lvl5pPr>
              <a:buNone/>
              <a:defRPr sz="1500" b="1">
                <a:solidFill>
                  <a:srgbClr val="4E7A9B"/>
                </a:solidFill>
                <a:latin typeface="Liberation Sans"/>
                <a:ea typeface="Liberation Sans"/>
                <a:cs typeface="Liberation Sans"/>
              </a:defRPr>
            </a:lvl5pPr>
            <a:lvl6pPr>
              <a:buNone/>
              <a:defRPr sz="1500" b="1">
                <a:solidFill>
                  <a:srgbClr val="4E7A9B"/>
                </a:solidFill>
                <a:latin typeface="Liberation Sans"/>
                <a:ea typeface="Liberation Sans"/>
                <a:cs typeface="Liberation Sans"/>
              </a:defRPr>
            </a:lvl6pPr>
            <a:lvl7pPr>
              <a:buNone/>
              <a:defRPr sz="1500" b="1">
                <a:solidFill>
                  <a:srgbClr val="4E7A9B"/>
                </a:solidFill>
                <a:latin typeface="Liberation Sans"/>
                <a:ea typeface="Liberation Sans"/>
                <a:cs typeface="Liberation Sans"/>
              </a:defRPr>
            </a:lvl7pPr>
            <a:lvl8pPr>
              <a:buNone/>
              <a:defRPr sz="1500" b="1">
                <a:solidFill>
                  <a:srgbClr val="4E7A9B"/>
                </a:solidFill>
                <a:latin typeface="Liberation Sans"/>
                <a:ea typeface="Liberation Sans"/>
                <a:cs typeface="Liberation Sans"/>
              </a:defRPr>
            </a:lvl8pPr>
            <a:lvl9pPr>
              <a:buNone/>
              <a:defRPr sz="1500" b="1">
                <a:solidFill>
                  <a:srgbClr val="4E7A9B"/>
                </a:solidFill>
                <a:latin typeface="Liberation Sans"/>
                <a:ea typeface="Liberation Sans"/>
                <a:cs typeface="Liberation Sans"/>
              </a:defRPr>
            </a:lvl9pPr>
          </a:lstStyle>
          <a:p xmlns:a="http://schemas.openxmlformats.org/drawingml/2006/main">
            <a:pPr>
              <a:buNone/>
              <a:defRPr sz="1500" b="1">
                <a:solidFill>
                  <a:srgbClr val="4E7A9B"/>
                </a:solidFill>
                <a:latin typeface="Liberation Sans"/>
                <a:ea typeface="Liberation Sans"/>
                <a:cs typeface="Liberation Sans"/>
              </a:defRPr>
            </a:pPr>
            <a:r>
              <a:rPr sz="1500" b="1">
                <a:solidFill>
                  <a:srgbClr val="4E7A9B"/>
                </a:solidFill>
                <a:latin typeface="Liberation Sans"/>
                <a:ea typeface="Liberation Sans"/>
                <a:cs typeface="Liberation Sans"/>
              </a:rPr>
              <a:t>EXIT   •   5 MIN</a:t>
            </a:r>
          </a:p>
        </p:txBody>
      </p:sp>
      <p:sp>
        <p:nvSpPr>
          <p:cNvPr id="5" name="">
            <a:extLst xmlns:a="http://schemas.openxmlformats.org/drawingml/2006/main">
              <a:ext uri="{FF2B5EF4-FFF2-40B4-BE49-F238E27FC236}">
                <a16:creationId xmlns:a16="http://schemas.microsoft.com/office/drawing/2014/main" id="{897EF835-474B-4224-AB39-4B9925256AA7}"/>
              </a:ext>
            </a:extLst>
          </p:cNvPr>
          <p:cNvSpPr>
            <a:spLocks xmlns:a="http://schemas.openxmlformats.org/drawingml/2006/main" noGrp="1"/>
          </p:cNvSpPr>
          <p:nvPr/>
        </p:nvSpPr>
        <p:spPr>
          <a:xfrm xmlns:a="http://schemas.openxmlformats.org/drawingml/2006/main">
            <a:off x="419100" y="1333500"/>
            <a:ext cx="11239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152238"/>
                </a:solidFill>
                <a:latin typeface="Liberation Sans"/>
                <a:ea typeface="Liberation Sans"/>
                <a:cs typeface="Liberation Sans"/>
              </a:defRPr>
            </a:defPPr>
            <a:lvl1pPr>
              <a:buNone/>
              <a:defRPr sz="3450" b="1">
                <a:solidFill>
                  <a:srgbClr val="152238"/>
                </a:solidFill>
                <a:latin typeface="Liberation Sans"/>
                <a:ea typeface="Liberation Sans"/>
                <a:cs typeface="Liberation Sans"/>
              </a:defRPr>
            </a:lvl1pPr>
            <a:lvl2pPr>
              <a:buNone/>
              <a:defRPr sz="3450" b="1">
                <a:solidFill>
                  <a:srgbClr val="152238"/>
                </a:solidFill>
                <a:latin typeface="Liberation Sans"/>
                <a:ea typeface="Liberation Sans"/>
                <a:cs typeface="Liberation Sans"/>
              </a:defRPr>
            </a:lvl2pPr>
            <a:lvl3pPr>
              <a:buNone/>
              <a:defRPr sz="3450" b="1">
                <a:solidFill>
                  <a:srgbClr val="152238"/>
                </a:solidFill>
                <a:latin typeface="Liberation Sans"/>
                <a:ea typeface="Liberation Sans"/>
                <a:cs typeface="Liberation Sans"/>
              </a:defRPr>
            </a:lvl3pPr>
            <a:lvl4pPr>
              <a:buNone/>
              <a:defRPr sz="3450" b="1">
                <a:solidFill>
                  <a:srgbClr val="152238"/>
                </a:solidFill>
                <a:latin typeface="Liberation Sans"/>
                <a:ea typeface="Liberation Sans"/>
                <a:cs typeface="Liberation Sans"/>
              </a:defRPr>
            </a:lvl4pPr>
            <a:lvl5pPr>
              <a:buNone/>
              <a:defRPr sz="3450" b="1">
                <a:solidFill>
                  <a:srgbClr val="152238"/>
                </a:solidFill>
                <a:latin typeface="Liberation Sans"/>
                <a:ea typeface="Liberation Sans"/>
                <a:cs typeface="Liberation Sans"/>
              </a:defRPr>
            </a:lvl5pPr>
            <a:lvl6pPr>
              <a:buNone/>
              <a:defRPr sz="3450" b="1">
                <a:solidFill>
                  <a:srgbClr val="152238"/>
                </a:solidFill>
                <a:latin typeface="Liberation Sans"/>
                <a:ea typeface="Liberation Sans"/>
                <a:cs typeface="Liberation Sans"/>
              </a:defRPr>
            </a:lvl6pPr>
            <a:lvl7pPr>
              <a:buNone/>
              <a:defRPr sz="3450" b="1">
                <a:solidFill>
                  <a:srgbClr val="152238"/>
                </a:solidFill>
                <a:latin typeface="Liberation Sans"/>
                <a:ea typeface="Liberation Sans"/>
                <a:cs typeface="Liberation Sans"/>
              </a:defRPr>
            </a:lvl7pPr>
            <a:lvl8pPr>
              <a:buNone/>
              <a:defRPr sz="3450" b="1">
                <a:solidFill>
                  <a:srgbClr val="152238"/>
                </a:solidFill>
                <a:latin typeface="Liberation Sans"/>
                <a:ea typeface="Liberation Sans"/>
                <a:cs typeface="Liberation Sans"/>
              </a:defRPr>
            </a:lvl8pPr>
            <a:lvl9pPr>
              <a:buNone/>
              <a:defRPr sz="3450" b="1">
                <a:solidFill>
                  <a:srgbClr val="152238"/>
                </a:solidFill>
                <a:latin typeface="Liberation Sans"/>
                <a:ea typeface="Liberation Sans"/>
                <a:cs typeface="Liberation Sans"/>
              </a:defRPr>
            </a:lvl9pPr>
          </a:lstStyle>
          <a:p xmlns:a="http://schemas.openxmlformats.org/drawingml/2006/main">
            <a:pPr>
              <a:buNone/>
              <a:defRPr sz="3450" b="1">
                <a:solidFill>
                  <a:srgbClr val="152238"/>
                </a:solidFill>
                <a:latin typeface="Liberation Sans"/>
                <a:ea typeface="Liberation Sans"/>
                <a:cs typeface="Liberation Sans"/>
              </a:defRPr>
            </a:pPr>
            <a:r>
              <a:rPr sz="3450" b="1">
                <a:solidFill>
                  <a:srgbClr val="152238"/>
                </a:solidFill>
                <a:latin typeface="Liberation Sans"/>
                <a:ea typeface="Liberation Sans"/>
                <a:cs typeface="Liberation Sans"/>
              </a:rPr>
              <a:t>What makes my page clear?</a:t>
            </a:r>
          </a:p>
        </p:txBody>
      </p:sp>
      <p:sp>
        <p:nvSpPr>
          <p:cNvPr id="6" name="">
            <a:extLst xmlns:a="http://schemas.openxmlformats.org/drawingml/2006/main">
              <a:ext uri="{FF2B5EF4-FFF2-40B4-BE49-F238E27FC236}">
                <a16:creationId xmlns:a16="http://schemas.microsoft.com/office/drawing/2014/main" id="{8BE69406-276F-48B1-9AF3-D66B9B5AEE9B}"/>
              </a:ext>
            </a:extLst>
          </p:cNvPr>
          <p:cNvSpPr>
            <a:spLocks xmlns:a="http://schemas.openxmlformats.org/drawingml/2006/main" noGrp="1"/>
          </p:cNvSpPr>
          <p:nvPr/>
        </p:nvSpPr>
        <p:spPr>
          <a:xfrm xmlns:a="http://schemas.openxmlformats.org/drawingml/2006/main">
            <a:off x="438150" y="24003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Show your title, headings and paragraphs.</a:t>
            </a:r>
          </a:p>
        </p:txBody>
      </p:sp>
      <p:sp>
        <p:nvSpPr>
          <p:cNvPr id="7" name="">
            <a:extLst xmlns:a="http://schemas.openxmlformats.org/drawingml/2006/main">
              <a:ext uri="{FF2B5EF4-FFF2-40B4-BE49-F238E27FC236}">
                <a16:creationId xmlns:a16="http://schemas.microsoft.com/office/drawing/2014/main" id="{9D6588ED-9C0C-4CDD-B53C-75ADA1B42FE7}"/>
              </a:ext>
            </a:extLst>
          </p:cNvPr>
          <p:cNvSpPr>
            <a:spLocks xmlns:a="http://schemas.openxmlformats.org/drawingml/2006/main" noGrp="1"/>
          </p:cNvSpPr>
          <p:nvPr/>
        </p:nvSpPr>
        <p:spPr>
          <a:xfrm xmlns:a="http://schemas.openxmlformats.org/drawingml/2006/main">
            <a:off x="438150" y="306705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Explain one choice that helps the reader.</a:t>
            </a:r>
          </a:p>
        </p:txBody>
      </p:sp>
      <p:sp>
        <p:nvSpPr>
          <p:cNvPr id="8" name="">
            <a:extLst xmlns:a="http://schemas.openxmlformats.org/drawingml/2006/main">
              <a:ext uri="{FF2B5EF4-FFF2-40B4-BE49-F238E27FC236}">
                <a16:creationId xmlns:a16="http://schemas.microsoft.com/office/drawing/2014/main" id="{30989BA0-C333-4406-A964-C2306FF05B28}"/>
              </a:ext>
            </a:extLst>
          </p:cNvPr>
          <p:cNvSpPr>
            <a:spLocks xmlns:a="http://schemas.openxmlformats.org/drawingml/2006/main" noGrp="1"/>
          </p:cNvSpPr>
          <p:nvPr/>
        </p:nvSpPr>
        <p:spPr>
          <a:xfrm xmlns:a="http://schemas.openxmlformats.org/drawingml/2006/main">
            <a:off x="438150" y="3733800"/>
            <a:ext cx="5667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152238"/>
                </a:solidFill>
                <a:latin typeface="Liberation Sans"/>
                <a:ea typeface="Liberation Sans"/>
                <a:cs typeface="Liberation Sans"/>
              </a:defRPr>
            </a:defPPr>
            <a:lvl1pPr>
              <a:buNone/>
              <a:defRPr sz="2175" b="0">
                <a:solidFill>
                  <a:srgbClr val="152238"/>
                </a:solidFill>
                <a:latin typeface="Liberation Sans"/>
                <a:ea typeface="Liberation Sans"/>
                <a:cs typeface="Liberation Sans"/>
              </a:defRPr>
            </a:lvl1pPr>
            <a:lvl2pPr>
              <a:buNone/>
              <a:defRPr sz="2175" b="0">
                <a:solidFill>
                  <a:srgbClr val="152238"/>
                </a:solidFill>
                <a:latin typeface="Liberation Sans"/>
                <a:ea typeface="Liberation Sans"/>
                <a:cs typeface="Liberation Sans"/>
              </a:defRPr>
            </a:lvl2pPr>
            <a:lvl3pPr>
              <a:buNone/>
              <a:defRPr sz="2175" b="0">
                <a:solidFill>
                  <a:srgbClr val="152238"/>
                </a:solidFill>
                <a:latin typeface="Liberation Sans"/>
                <a:ea typeface="Liberation Sans"/>
                <a:cs typeface="Liberation Sans"/>
              </a:defRPr>
            </a:lvl3pPr>
            <a:lvl4pPr>
              <a:buNone/>
              <a:defRPr sz="2175" b="0">
                <a:solidFill>
                  <a:srgbClr val="152238"/>
                </a:solidFill>
                <a:latin typeface="Liberation Sans"/>
                <a:ea typeface="Liberation Sans"/>
                <a:cs typeface="Liberation Sans"/>
              </a:defRPr>
            </a:lvl4pPr>
            <a:lvl5pPr>
              <a:buNone/>
              <a:defRPr sz="2175" b="0">
                <a:solidFill>
                  <a:srgbClr val="152238"/>
                </a:solidFill>
                <a:latin typeface="Liberation Sans"/>
                <a:ea typeface="Liberation Sans"/>
                <a:cs typeface="Liberation Sans"/>
              </a:defRPr>
            </a:lvl5pPr>
            <a:lvl6pPr>
              <a:buNone/>
              <a:defRPr sz="2175" b="0">
                <a:solidFill>
                  <a:srgbClr val="152238"/>
                </a:solidFill>
                <a:latin typeface="Liberation Sans"/>
                <a:ea typeface="Liberation Sans"/>
                <a:cs typeface="Liberation Sans"/>
              </a:defRPr>
            </a:lvl6pPr>
            <a:lvl7pPr>
              <a:buNone/>
              <a:defRPr sz="2175" b="0">
                <a:solidFill>
                  <a:srgbClr val="152238"/>
                </a:solidFill>
                <a:latin typeface="Liberation Sans"/>
                <a:ea typeface="Liberation Sans"/>
                <a:cs typeface="Liberation Sans"/>
              </a:defRPr>
            </a:lvl7pPr>
            <a:lvl8pPr>
              <a:buNone/>
              <a:defRPr sz="2175" b="0">
                <a:solidFill>
                  <a:srgbClr val="152238"/>
                </a:solidFill>
                <a:latin typeface="Liberation Sans"/>
                <a:ea typeface="Liberation Sans"/>
                <a:cs typeface="Liberation Sans"/>
              </a:defRPr>
            </a:lvl8pPr>
            <a:lvl9pPr>
              <a:buNone/>
              <a:defRPr sz="2175" b="0">
                <a:solidFill>
                  <a:srgbClr val="152238"/>
                </a:solidFill>
                <a:latin typeface="Liberation Sans"/>
                <a:ea typeface="Liberation Sans"/>
                <a:cs typeface="Liberation Sans"/>
              </a:defRPr>
            </a:lvl9pPr>
          </a:lstStyle>
          <a:p xmlns:a="http://schemas.openxmlformats.org/drawingml/2006/main">
            <a:pPr>
              <a:buNone/>
              <a:defRPr sz="2175" b="0">
                <a:solidFill>
                  <a:srgbClr val="152238"/>
                </a:solidFill>
                <a:latin typeface="Liberation Sans"/>
                <a:ea typeface="Liberation Sans"/>
                <a:cs typeface="Liberation Sans"/>
              </a:defRPr>
            </a:pPr>
            <a:r>
              <a:rPr sz="2175" b="0">
                <a:solidFill>
                  <a:srgbClr val="152238"/>
                </a:solidFill>
                <a:latin typeface="Liberation Sans"/>
                <a:ea typeface="Liberation Sans"/>
                <a:cs typeface="Liberation Sans"/>
              </a:rPr>
              <a:t>Open your saved file and check the text.</a:t>
            </a:r>
          </a:p>
        </p:txBody>
      </p:sp>
      <p:pic>
        <p:nvPicPr>
          <p:cNvPr id="9" name="">
            <a:extLst xmlns:a="http://schemas.openxmlformats.org/drawingml/2006/main">
              <a:ext uri="{FF2B5EF4-FFF2-40B4-BE49-F238E27FC236}">
                <a16:creationId xmlns:a16="http://schemas.microsoft.com/office/drawing/2014/main" id="{DD0AFCD8-AE75-47EB-91B1-F81EBC89CB1D}"/>
              </a:ext>
            </a:extLst>
          </p:cNvPr>
          <p:cNvPicPr>
            <a:picLocks xmlns:a="http://schemas.openxmlformats.org/drawingml/2006/main" noChangeAspect="1"/>
          </p:cNvPicPr>
          <p:nvPr/>
        </p:nvPicPr>
        <p:blipFill>
          <a:blip xmlns:r="http://schemas.openxmlformats.org/officeDocument/2006/relationships" xmlns:a="http://schemas.openxmlformats.org/drawingml/2006/main" r:embed="R25fe081bb6044c33"/>
          <a:stretch xmlns:a="http://schemas.openxmlformats.org/drawingml/2006/main"/>
        </p:blipFill>
        <p:spPr>
          <a:xfrm xmlns:a="http://schemas.openxmlformats.org/drawingml/2006/main">
            <a:off x="6730241" y="2448443"/>
            <a:ext cx="4875144" cy="304696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79457C2-24B2-40C1-8E18-D456A6E1CDA9}"/>
              </a:ext>
            </a:extLst>
          </p:cNvPr>
          <p:cNvSpPr>
            <a:spLocks xmlns:a="http://schemas.openxmlformats.org/drawingml/2006/main" noGrp="1"/>
          </p:cNvSpPr>
          <p:nvPr/>
        </p:nvSpPr>
        <p:spPr>
          <a:xfrm xmlns:a="http://schemas.openxmlformats.org/drawingml/2006/main">
            <a:off x="6610350" y="56864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41586A"/>
                </a:solidFill>
                <a:latin typeface="Liberation Sans"/>
                <a:ea typeface="Liberation Sans"/>
                <a:cs typeface="Liberation Sans"/>
              </a:defRPr>
            </a:defPPr>
            <a:lvl1pPr>
              <a:buNone/>
              <a:defRPr sz="1575" b="0">
                <a:solidFill>
                  <a:srgbClr val="41586A"/>
                </a:solidFill>
                <a:latin typeface="Liberation Sans"/>
                <a:ea typeface="Liberation Sans"/>
                <a:cs typeface="Liberation Sans"/>
              </a:defRPr>
            </a:lvl1pPr>
            <a:lvl2pPr>
              <a:buNone/>
              <a:defRPr sz="1575" b="0">
                <a:solidFill>
                  <a:srgbClr val="41586A"/>
                </a:solidFill>
                <a:latin typeface="Liberation Sans"/>
                <a:ea typeface="Liberation Sans"/>
                <a:cs typeface="Liberation Sans"/>
              </a:defRPr>
            </a:lvl2pPr>
            <a:lvl3pPr>
              <a:buNone/>
              <a:defRPr sz="1575" b="0">
                <a:solidFill>
                  <a:srgbClr val="41586A"/>
                </a:solidFill>
                <a:latin typeface="Liberation Sans"/>
                <a:ea typeface="Liberation Sans"/>
                <a:cs typeface="Liberation Sans"/>
              </a:defRPr>
            </a:lvl3pPr>
            <a:lvl4pPr>
              <a:buNone/>
              <a:defRPr sz="1575" b="0">
                <a:solidFill>
                  <a:srgbClr val="41586A"/>
                </a:solidFill>
                <a:latin typeface="Liberation Sans"/>
                <a:ea typeface="Liberation Sans"/>
                <a:cs typeface="Liberation Sans"/>
              </a:defRPr>
            </a:lvl4pPr>
            <a:lvl5pPr>
              <a:buNone/>
              <a:defRPr sz="1575" b="0">
                <a:solidFill>
                  <a:srgbClr val="41586A"/>
                </a:solidFill>
                <a:latin typeface="Liberation Sans"/>
                <a:ea typeface="Liberation Sans"/>
                <a:cs typeface="Liberation Sans"/>
              </a:defRPr>
            </a:lvl5pPr>
            <a:lvl6pPr>
              <a:buNone/>
              <a:defRPr sz="1575" b="0">
                <a:solidFill>
                  <a:srgbClr val="41586A"/>
                </a:solidFill>
                <a:latin typeface="Liberation Sans"/>
                <a:ea typeface="Liberation Sans"/>
                <a:cs typeface="Liberation Sans"/>
              </a:defRPr>
            </a:lvl6pPr>
            <a:lvl7pPr>
              <a:buNone/>
              <a:defRPr sz="1575" b="0">
                <a:solidFill>
                  <a:srgbClr val="41586A"/>
                </a:solidFill>
                <a:latin typeface="Liberation Sans"/>
                <a:ea typeface="Liberation Sans"/>
                <a:cs typeface="Liberation Sans"/>
              </a:defRPr>
            </a:lvl7pPr>
            <a:lvl8pPr>
              <a:buNone/>
              <a:defRPr sz="1575" b="0">
                <a:solidFill>
                  <a:srgbClr val="41586A"/>
                </a:solidFill>
                <a:latin typeface="Liberation Sans"/>
                <a:ea typeface="Liberation Sans"/>
                <a:cs typeface="Liberation Sans"/>
              </a:defRPr>
            </a:lvl8pPr>
            <a:lvl9pPr>
              <a:buNone/>
              <a:defRPr sz="1575" b="0">
                <a:solidFill>
                  <a:srgbClr val="41586A"/>
                </a:solidFill>
                <a:latin typeface="Liberation Sans"/>
                <a:ea typeface="Liberation Sans"/>
                <a:cs typeface="Liberation Sans"/>
              </a:defRPr>
            </a:lvl9pPr>
          </a:lstStyle>
          <a:p xmlns:a="http://schemas.openxmlformats.org/drawingml/2006/main">
            <a:pPr>
              <a:buNone/>
              <a:defRPr sz="1575" b="0">
                <a:solidFill>
                  <a:srgbClr val="41586A"/>
                </a:solidFill>
                <a:latin typeface="Liberation Sans"/>
                <a:ea typeface="Liberation Sans"/>
                <a:cs typeface="Liberation Sans"/>
              </a:defRPr>
            </a:pPr>
            <a:r>
              <a:rPr sz="1575" b="0">
                <a:solidFill>
                  <a:srgbClr val="41586A"/>
                </a:solidFill>
                <a:latin typeface="Liberation Sans"/>
                <a:ea typeface="Liberation Sans"/>
                <a:cs typeface="Liberation Sans"/>
              </a:rPr>
              <a:t>Fictional teaching model</a:t>
            </a:r>
          </a:p>
        </p:txBody>
      </p:sp>
      <p:sp>
        <p:nvSpPr>
          <p:cNvPr id="11" name="">
            <a:extLst xmlns:a="http://schemas.openxmlformats.org/drawingml/2006/main">
              <a:ext uri="{FF2B5EF4-FFF2-40B4-BE49-F238E27FC236}">
                <a16:creationId xmlns:a16="http://schemas.microsoft.com/office/drawing/2014/main" id="{8C0C2E4B-EA0F-49B8-8B5B-1B6B6EDF62DE}"/>
              </a:ext>
            </a:extLst>
          </p:cNvPr>
          <p:cNvSpPr>
            <a:spLocks xmlns:a="http://schemas.openxmlformats.org/drawingml/2006/main" noGrp="1"/>
          </p:cNvSpPr>
          <p:nvPr/>
        </p:nvSpPr>
        <p:spPr>
          <a:xfrm xmlns:a="http://schemas.openxmlformats.org/drawingml/2006/main">
            <a:off x="419100" y="5991225"/>
            <a:ext cx="1128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41586A"/>
                </a:solidFill>
                <a:latin typeface="Liberation Sans"/>
                <a:ea typeface="Liberation Sans"/>
                <a:cs typeface="Liberation Sans"/>
              </a:defRPr>
            </a:defPPr>
            <a:lvl1pPr>
              <a:buNone/>
              <a:defRPr sz="1350" b="0">
                <a:solidFill>
                  <a:srgbClr val="41586A"/>
                </a:solidFill>
                <a:latin typeface="Liberation Sans"/>
                <a:ea typeface="Liberation Sans"/>
                <a:cs typeface="Liberation Sans"/>
              </a:defRPr>
            </a:lvl1pPr>
            <a:lvl2pPr>
              <a:buNone/>
              <a:defRPr sz="1350" b="0">
                <a:solidFill>
                  <a:srgbClr val="41586A"/>
                </a:solidFill>
                <a:latin typeface="Liberation Sans"/>
                <a:ea typeface="Liberation Sans"/>
                <a:cs typeface="Liberation Sans"/>
              </a:defRPr>
            </a:lvl2pPr>
            <a:lvl3pPr>
              <a:buNone/>
              <a:defRPr sz="1350" b="0">
                <a:solidFill>
                  <a:srgbClr val="41586A"/>
                </a:solidFill>
                <a:latin typeface="Liberation Sans"/>
                <a:ea typeface="Liberation Sans"/>
                <a:cs typeface="Liberation Sans"/>
              </a:defRPr>
            </a:lvl3pPr>
            <a:lvl4pPr>
              <a:buNone/>
              <a:defRPr sz="1350" b="0">
                <a:solidFill>
                  <a:srgbClr val="41586A"/>
                </a:solidFill>
                <a:latin typeface="Liberation Sans"/>
                <a:ea typeface="Liberation Sans"/>
                <a:cs typeface="Liberation Sans"/>
              </a:defRPr>
            </a:lvl4pPr>
            <a:lvl5pPr>
              <a:buNone/>
              <a:defRPr sz="1350" b="0">
                <a:solidFill>
                  <a:srgbClr val="41586A"/>
                </a:solidFill>
                <a:latin typeface="Liberation Sans"/>
                <a:ea typeface="Liberation Sans"/>
                <a:cs typeface="Liberation Sans"/>
              </a:defRPr>
            </a:lvl5pPr>
            <a:lvl6pPr>
              <a:buNone/>
              <a:defRPr sz="1350" b="0">
                <a:solidFill>
                  <a:srgbClr val="41586A"/>
                </a:solidFill>
                <a:latin typeface="Liberation Sans"/>
                <a:ea typeface="Liberation Sans"/>
                <a:cs typeface="Liberation Sans"/>
              </a:defRPr>
            </a:lvl6pPr>
            <a:lvl7pPr>
              <a:buNone/>
              <a:defRPr sz="1350" b="0">
                <a:solidFill>
                  <a:srgbClr val="41586A"/>
                </a:solidFill>
                <a:latin typeface="Liberation Sans"/>
                <a:ea typeface="Liberation Sans"/>
                <a:cs typeface="Liberation Sans"/>
              </a:defRPr>
            </a:lvl7pPr>
            <a:lvl8pPr>
              <a:buNone/>
              <a:defRPr sz="1350" b="0">
                <a:solidFill>
                  <a:srgbClr val="41586A"/>
                </a:solidFill>
                <a:latin typeface="Liberation Sans"/>
                <a:ea typeface="Liberation Sans"/>
                <a:cs typeface="Liberation Sans"/>
              </a:defRPr>
            </a:lvl8pPr>
            <a:lvl9pPr>
              <a:buNone/>
              <a:defRPr sz="1350" b="0">
                <a:solidFill>
                  <a:srgbClr val="41586A"/>
                </a:solidFill>
                <a:latin typeface="Liberation Sans"/>
                <a:ea typeface="Liberation Sans"/>
                <a:cs typeface="Liberation Sans"/>
              </a:defRPr>
            </a:lvl9pPr>
          </a:lstStyle>
          <a:p xmlns:a="http://schemas.openxmlformats.org/drawingml/2006/main">
            <a:pPr>
              <a:buNone/>
              <a:defRPr sz="1350" b="0">
                <a:solidFill>
                  <a:srgbClr val="41586A"/>
                </a:solidFill>
                <a:latin typeface="Liberation Sans"/>
                <a:ea typeface="Liberation Sans"/>
                <a:cs typeface="Liberation Sans"/>
              </a:defRPr>
            </a:pPr>
            <a:r>
              <a:rPr sz="1200" b="0">
                <a:solidFill>
                  <a:srgbClr val="41586A"/>
                </a:solidFill>
                <a:latin typeface="Liberation Sans"/>
                <a:ea typeface="Liberation Sans"/>
                <a:cs typeface="Liberation Sans"/>
              </a:rPr>
              <a:t>Your response: Show your document and give one reason.</a:t>
            </a:r>
          </a:p>
        </p:txBody>
      </p:sp>
      <p:sp>
        <p:nvSpPr>
          <p:cNvPr id="12" name="">
            <a:extLst xmlns:a="http://schemas.openxmlformats.org/drawingml/2006/main">
              <a:ext uri="{FF2B5EF4-FFF2-40B4-BE49-F238E27FC236}">
                <a16:creationId xmlns:a16="http://schemas.microsoft.com/office/drawing/2014/main" id="{DAE803FA-0BFB-4FBA-BE74-663AF247588E}"/>
              </a:ext>
            </a:extLst>
          </p:cNvPr>
          <p:cNvSpPr>
            <a:spLocks xmlns:a="http://schemas.openxmlformats.org/drawingml/2006/main" noGrp="1"/>
          </p:cNvSpPr>
          <p:nvPr/>
        </p:nvSpPr>
        <p:spPr>
          <a:xfrm xmlns:a="http://schemas.openxmlformats.org/drawingml/2006/main">
            <a:off x="419100" y="630555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41586A"/>
                </a:solidFill>
                <a:latin typeface="Liberation Sans"/>
                <a:ea typeface="Liberation Sans"/>
                <a:cs typeface="Liberation Sans"/>
              </a:defRPr>
            </a:defPPr>
            <a:lvl1pPr>
              <a:buNone/>
              <a:defRPr sz="1050" b="0">
                <a:solidFill>
                  <a:srgbClr val="41586A"/>
                </a:solidFill>
                <a:latin typeface="Liberation Sans"/>
                <a:ea typeface="Liberation Sans"/>
                <a:cs typeface="Liberation Sans"/>
              </a:defRPr>
            </a:lvl1pPr>
            <a:lvl2pPr>
              <a:buNone/>
              <a:defRPr sz="1050" b="0">
                <a:solidFill>
                  <a:srgbClr val="41586A"/>
                </a:solidFill>
                <a:latin typeface="Liberation Sans"/>
                <a:ea typeface="Liberation Sans"/>
                <a:cs typeface="Liberation Sans"/>
              </a:defRPr>
            </a:lvl2pPr>
            <a:lvl3pPr>
              <a:buNone/>
              <a:defRPr sz="1050" b="0">
                <a:solidFill>
                  <a:srgbClr val="41586A"/>
                </a:solidFill>
                <a:latin typeface="Liberation Sans"/>
                <a:ea typeface="Liberation Sans"/>
                <a:cs typeface="Liberation Sans"/>
              </a:defRPr>
            </a:lvl3pPr>
            <a:lvl4pPr>
              <a:buNone/>
              <a:defRPr sz="1050" b="0">
                <a:solidFill>
                  <a:srgbClr val="41586A"/>
                </a:solidFill>
                <a:latin typeface="Liberation Sans"/>
                <a:ea typeface="Liberation Sans"/>
                <a:cs typeface="Liberation Sans"/>
              </a:defRPr>
            </a:lvl4pPr>
            <a:lvl5pPr>
              <a:buNone/>
              <a:defRPr sz="1050" b="0">
                <a:solidFill>
                  <a:srgbClr val="41586A"/>
                </a:solidFill>
                <a:latin typeface="Liberation Sans"/>
                <a:ea typeface="Liberation Sans"/>
                <a:cs typeface="Liberation Sans"/>
              </a:defRPr>
            </a:lvl5pPr>
            <a:lvl6pPr>
              <a:buNone/>
              <a:defRPr sz="1050" b="0">
                <a:solidFill>
                  <a:srgbClr val="41586A"/>
                </a:solidFill>
                <a:latin typeface="Liberation Sans"/>
                <a:ea typeface="Liberation Sans"/>
                <a:cs typeface="Liberation Sans"/>
              </a:defRPr>
            </a:lvl6pPr>
            <a:lvl7pPr>
              <a:buNone/>
              <a:defRPr sz="1050" b="0">
                <a:solidFill>
                  <a:srgbClr val="41586A"/>
                </a:solidFill>
                <a:latin typeface="Liberation Sans"/>
                <a:ea typeface="Liberation Sans"/>
                <a:cs typeface="Liberation Sans"/>
              </a:defRPr>
            </a:lvl7pPr>
            <a:lvl8pPr>
              <a:buNone/>
              <a:defRPr sz="1050" b="0">
                <a:solidFill>
                  <a:srgbClr val="41586A"/>
                </a:solidFill>
                <a:latin typeface="Liberation Sans"/>
                <a:ea typeface="Liberation Sans"/>
                <a:cs typeface="Liberation Sans"/>
              </a:defRPr>
            </a:lvl8pPr>
            <a:lvl9pPr>
              <a:buNone/>
              <a:defRPr sz="1050" b="0">
                <a:solidFill>
                  <a:srgbClr val="41586A"/>
                </a:solidFill>
                <a:latin typeface="Liberation Sans"/>
                <a:ea typeface="Liberation Sans"/>
                <a:cs typeface="Liberation Sans"/>
              </a:defRPr>
            </a:lvl9pPr>
          </a:lstStyle>
          <a:p xmlns:a="http://schemas.openxmlformats.org/drawingml/2006/main">
            <a:pPr>
              <a:buNone/>
              <a:defRPr sz="1050" b="0">
                <a:solidFill>
                  <a:srgbClr val="41586A"/>
                </a:solidFill>
                <a:latin typeface="Liberation Sans"/>
                <a:ea typeface="Liberation Sans"/>
                <a:cs typeface="Liberation Sans"/>
              </a:defRPr>
            </a:pPr>
            <a:r>
              <a:rPr sz="1050" b="0">
                <a:solidFill>
                  <a:srgbClr val="41586A"/>
                </a:solidFill>
                <a:latin typeface="Liberation Sans"/>
                <a:ea typeface="Liberation Sans"/>
                <a:cs typeface="Liberation Sans"/>
              </a:rPr>
              <a:t>ICT-LAUNCH-A2-W02  •  Year A  •  14/14</a:t>
            </a:r>
          </a:p>
        </p:txBody>
      </p:sp>
      <p:sp>
        <p:nvSpPr>
          <p:cNvPr id="13" name="">
            <a:extLst xmlns:a="http://schemas.openxmlformats.org/drawingml/2006/main">
              <a:ext uri="{FF2B5EF4-FFF2-40B4-BE49-F238E27FC236}">
                <a16:creationId xmlns:a16="http://schemas.microsoft.com/office/drawing/2014/main" id="{E0D95864-69B1-4208-807F-A23216F9CCB9}"/>
              </a:ext>
            </a:extLst>
          </p:cNvPr>
          <p:cNvSpPr>
            <a:spLocks xmlns:a="http://schemas.openxmlformats.org/drawingml/2006/main" noGrp="1"/>
          </p:cNvSpPr>
          <p:nvPr/>
        </p:nvSpPr>
        <p:spPr>
          <a:xfrm xmlns:a="http://schemas.openxmlformats.org/drawingml/2006/main">
            <a:off x="419100" y="6572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 b="0">
                <a:solidFill>
                  <a:srgbClr val="41586A"/>
                </a:solidFill>
                <a:latin typeface="Liberation Sans"/>
                <a:ea typeface="Liberation Sans"/>
                <a:cs typeface="Liberation Sans"/>
              </a:defRPr>
            </a:defPPr>
            <a:lvl1pPr>
              <a:buNone/>
              <a:defRPr sz="900" b="0">
                <a:solidFill>
                  <a:srgbClr val="41586A"/>
                </a:solidFill>
                <a:latin typeface="Liberation Sans"/>
                <a:ea typeface="Liberation Sans"/>
                <a:cs typeface="Liberation Sans"/>
              </a:defRPr>
            </a:lvl1pPr>
            <a:lvl2pPr>
              <a:buNone/>
              <a:defRPr sz="900" b="0">
                <a:solidFill>
                  <a:srgbClr val="41586A"/>
                </a:solidFill>
                <a:latin typeface="Liberation Sans"/>
                <a:ea typeface="Liberation Sans"/>
                <a:cs typeface="Liberation Sans"/>
              </a:defRPr>
            </a:lvl2pPr>
            <a:lvl3pPr>
              <a:buNone/>
              <a:defRPr sz="900" b="0">
                <a:solidFill>
                  <a:srgbClr val="41586A"/>
                </a:solidFill>
                <a:latin typeface="Liberation Sans"/>
                <a:ea typeface="Liberation Sans"/>
                <a:cs typeface="Liberation Sans"/>
              </a:defRPr>
            </a:lvl3pPr>
            <a:lvl4pPr>
              <a:buNone/>
              <a:defRPr sz="900" b="0">
                <a:solidFill>
                  <a:srgbClr val="41586A"/>
                </a:solidFill>
                <a:latin typeface="Liberation Sans"/>
                <a:ea typeface="Liberation Sans"/>
                <a:cs typeface="Liberation Sans"/>
              </a:defRPr>
            </a:lvl4pPr>
            <a:lvl5pPr>
              <a:buNone/>
              <a:defRPr sz="900" b="0">
                <a:solidFill>
                  <a:srgbClr val="41586A"/>
                </a:solidFill>
                <a:latin typeface="Liberation Sans"/>
                <a:ea typeface="Liberation Sans"/>
                <a:cs typeface="Liberation Sans"/>
              </a:defRPr>
            </a:lvl5pPr>
            <a:lvl6pPr>
              <a:buNone/>
              <a:defRPr sz="900" b="0">
                <a:solidFill>
                  <a:srgbClr val="41586A"/>
                </a:solidFill>
                <a:latin typeface="Liberation Sans"/>
                <a:ea typeface="Liberation Sans"/>
                <a:cs typeface="Liberation Sans"/>
              </a:defRPr>
            </a:lvl6pPr>
            <a:lvl7pPr>
              <a:buNone/>
              <a:defRPr sz="900" b="0">
                <a:solidFill>
                  <a:srgbClr val="41586A"/>
                </a:solidFill>
                <a:latin typeface="Liberation Sans"/>
                <a:ea typeface="Liberation Sans"/>
                <a:cs typeface="Liberation Sans"/>
              </a:defRPr>
            </a:lvl7pPr>
            <a:lvl8pPr>
              <a:buNone/>
              <a:defRPr sz="900" b="0">
                <a:solidFill>
                  <a:srgbClr val="41586A"/>
                </a:solidFill>
                <a:latin typeface="Liberation Sans"/>
                <a:ea typeface="Liberation Sans"/>
                <a:cs typeface="Liberation Sans"/>
              </a:defRPr>
            </a:lvl8pPr>
            <a:lvl9pPr>
              <a:buNone/>
              <a:defRPr sz="900" b="0">
                <a:solidFill>
                  <a:srgbClr val="41586A"/>
                </a:solidFill>
                <a:latin typeface="Liberation Sans"/>
                <a:ea typeface="Liberation Sans"/>
                <a:cs typeface="Liberation Sans"/>
              </a:defRPr>
            </a:lvl9pPr>
          </a:lstStyle>
          <a:p xmlns:a="http://schemas.openxmlformats.org/drawingml/2006/main">
            <a:pPr>
              <a:buNone/>
              <a:defRPr sz="900" b="0">
                <a:solidFill>
                  <a:srgbClr val="41586A"/>
                </a:solidFill>
                <a:latin typeface="Liberation Sans"/>
                <a:ea typeface="Liberation Sans"/>
                <a:cs typeface="Liberation Sans"/>
              </a:defRPr>
            </a:pPr>
            <a:r>
              <a:rPr sz="900" b="0">
                <a:solidFill>
                  <a:srgbClr val="41586A"/>
                </a:solidFill>
                <a:latin typeface="Liberation Sans"/>
                <a:ea typeface="Liberation Sans"/>
                <a:cs typeface="Liberation Sans"/>
              </a:rPr>
              <a:t>Made by Matt</a:t>
            </a:r>
          </a:p>
        </p:txBody>
      </p:sp>
    </p:spTree>
    <p:extLst>
      <p:ext uri="{BB962C8B-B14F-4D97-AF65-F5344CB8AC3E}">
        <p14:creationId xmlns:p14="http://schemas.microsoft.com/office/powerpoint/2010/main" val="3051954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A clear structured document</dc:title>
  <dcterms:created xsi:type="dcterms:W3CDTF">2026-10-25T10:52:50.4640000Z</dcterms:created>
  <dcterms:modified xsi:type="dcterms:W3CDTF">2026-10-25T10:52:50.4640000Z</dcterms:modified>
</coreProperties>
</file>