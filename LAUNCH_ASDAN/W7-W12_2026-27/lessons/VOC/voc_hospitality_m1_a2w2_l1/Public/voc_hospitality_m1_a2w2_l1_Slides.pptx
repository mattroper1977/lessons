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8c1f0b3723450b" /><Relationship Type="http://schemas.openxmlformats.org/officeDocument/2006/relationships/extended-properties" Target="/docProps/app.xml" Id="R40e581271fde47b2" /><Relationship Type="http://schemas.openxmlformats.org/officeDocument/2006/relationships/officeDocument" Target="/ppt/presentation.xml" Id="R1bcf1abac5334ef8" /></Relationships>
</file>

<file path=ppt/presentation.xml><?xml version="1.0" encoding="utf-8"?>
<p:presentation xmlns:p="http://schemas.openxmlformats.org/presentationml/2006/main">
  <p:sldMasterIdLst>
    <p:sldMasterId xmlns:r="http://schemas.openxmlformats.org/officeDocument/2006/relationships" id="2147483648" r:id="R03e2738a891e49c6"/>
  </p:sldMasterIdLst>
  <p:notesMasterIdLst>
    <p:notesMasterId xmlns:r="http://schemas.openxmlformats.org/officeDocument/2006/relationships" r:id="Ra60195ade78a43f6"/>
  </p:notesMasterIdLst>
  <p:sldIdLst>
    <p:sldId xmlns:r="http://schemas.openxmlformats.org/officeDocument/2006/relationships" id="256" r:id="R984840839b4d47e0"/>
    <p:sldId xmlns:r="http://schemas.openxmlformats.org/officeDocument/2006/relationships" id="257" r:id="Rd7e80598649e4b78"/>
    <p:sldId xmlns:r="http://schemas.openxmlformats.org/officeDocument/2006/relationships" id="258" r:id="R99a6bb39d2fb4efe"/>
    <p:sldId xmlns:r="http://schemas.openxmlformats.org/officeDocument/2006/relationships" id="259" r:id="Rd78c6d14e31f4612"/>
    <p:sldId xmlns:r="http://schemas.openxmlformats.org/officeDocument/2006/relationships" id="260" r:id="R652a963bea8d4c8e"/>
    <p:sldId xmlns:r="http://schemas.openxmlformats.org/officeDocument/2006/relationships" id="261" r:id="R0a562af1a4bb4ffb"/>
    <p:sldId xmlns:r="http://schemas.openxmlformats.org/officeDocument/2006/relationships" id="262" r:id="R59fe0d0d14f74437"/>
    <p:sldId xmlns:r="http://schemas.openxmlformats.org/officeDocument/2006/relationships" id="263" r:id="R011979e2cd944c20"/>
    <p:sldId xmlns:r="http://schemas.openxmlformats.org/officeDocument/2006/relationships" id="264" r:id="Rb8a07c1e407d49ed"/>
    <p:sldId xmlns:r="http://schemas.openxmlformats.org/officeDocument/2006/relationships" id="265" r:id="Rf208d42e758144b0"/>
    <p:sldId xmlns:r="http://schemas.openxmlformats.org/officeDocument/2006/relationships" id="266" r:id="Raa20ee9c78b148a8"/>
    <p:sldId xmlns:r="http://schemas.openxmlformats.org/officeDocument/2006/relationships" id="267" r:id="Ra54d9079727b4c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0936bbce9be4767" /><Relationship Type="http://schemas.openxmlformats.org/officeDocument/2006/relationships/slideMaster" Target="/ppt/slideMasters/slideMaster1.xml" Id="R03e2738a891e49c6" /><Relationship Type="http://schemas.openxmlformats.org/officeDocument/2006/relationships/notesMaster" Target="/ppt/notesMasters/notesMaster1.xml" Id="Ra60195ade78a43f6" /><Relationship Type="http://schemas.openxmlformats.org/officeDocument/2006/relationships/presProps" Target="/ppt/presProps.xml" Id="R7641b7dbea034dc5" /><Relationship Type="http://schemas.openxmlformats.org/officeDocument/2006/relationships/tableStyles" Target="/ppt/tableStyles.xml" Id="Rae1f2f6e651e4451" /><Relationship Type="http://schemas.openxmlformats.org/officeDocument/2006/relationships/slide" Target="/ppt/slides/slide1.xml" Id="R984840839b4d47e0" /><Relationship Type="http://schemas.openxmlformats.org/officeDocument/2006/relationships/slide" Target="/ppt/slides/slide2.xml" Id="Rd7e80598649e4b78" /><Relationship Type="http://schemas.openxmlformats.org/officeDocument/2006/relationships/slide" Target="/ppt/slides/slide3.xml" Id="R99a6bb39d2fb4efe" /><Relationship Type="http://schemas.openxmlformats.org/officeDocument/2006/relationships/slide" Target="/ppt/slides/slide4.xml" Id="Rd78c6d14e31f4612" /><Relationship Type="http://schemas.openxmlformats.org/officeDocument/2006/relationships/slide" Target="/ppt/slides/slide5.xml" Id="R652a963bea8d4c8e" /><Relationship Type="http://schemas.openxmlformats.org/officeDocument/2006/relationships/slide" Target="/ppt/slides/slide6.xml" Id="R0a562af1a4bb4ffb" /><Relationship Type="http://schemas.openxmlformats.org/officeDocument/2006/relationships/slide" Target="/ppt/slides/slide7.xml" Id="R59fe0d0d14f74437" /><Relationship Type="http://schemas.openxmlformats.org/officeDocument/2006/relationships/slide" Target="/ppt/slides/slide8.xml" Id="R011979e2cd944c20" /><Relationship Type="http://schemas.openxmlformats.org/officeDocument/2006/relationships/slide" Target="/ppt/slides/slide9.xml" Id="Rb8a07c1e407d49ed" /><Relationship Type="http://schemas.openxmlformats.org/officeDocument/2006/relationships/slide" Target="/ppt/slides/slide10.xml" Id="Rf208d42e758144b0" /><Relationship Type="http://schemas.openxmlformats.org/officeDocument/2006/relationships/slide" Target="/ppt/slides/slide11.xml" Id="Raa20ee9c78b148a8" /><Relationship Type="http://schemas.openxmlformats.org/officeDocument/2006/relationships/slide" Target="/ppt/slides/slide12.xml" Id="Ra54d9079727b4c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45430c241746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9457b3a85994dd0" /><Relationship Type="http://schemas.openxmlformats.org/officeDocument/2006/relationships/notesMaster" Target="/ppt/notesMasters/notesMaster1.xml" Id="Rd405b5022a2946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22c595042f4a2d" /><Relationship Type="http://schemas.openxmlformats.org/officeDocument/2006/relationships/notesMaster" Target="/ppt/notesMasters/notesMaster1.xml" Id="R637e7f5222e549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0c297cec8c54ad9" /><Relationship Type="http://schemas.openxmlformats.org/officeDocument/2006/relationships/notesMaster" Target="/ppt/notesMasters/notesMaster1.xml" Id="R37188779d52f4e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512401417e47be" /><Relationship Type="http://schemas.openxmlformats.org/officeDocument/2006/relationships/notesMaster" Target="/ppt/notesMasters/notesMaster1.xml" Id="R7593d35e467b4e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3b5b69ca8e4b69" /><Relationship Type="http://schemas.openxmlformats.org/officeDocument/2006/relationships/notesMaster" Target="/ppt/notesMasters/notesMaster1.xml" Id="R865b70c7c046456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43ce1cd33a4059" /><Relationship Type="http://schemas.openxmlformats.org/officeDocument/2006/relationships/notesMaster" Target="/ppt/notesMasters/notesMaster1.xml" Id="R537d924f219044e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7ba6be13b647a1" /><Relationship Type="http://schemas.openxmlformats.org/officeDocument/2006/relationships/notesMaster" Target="/ppt/notesMasters/notesMaster1.xml" Id="Re61defb288a546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bd60e70005424a" /><Relationship Type="http://schemas.openxmlformats.org/officeDocument/2006/relationships/notesMaster" Target="/ppt/notesMasters/notesMaster1.xml" Id="Re57c43585f85485a" /></Relationships>
</file>

<file path=ppt/notesSlides/_rels/notesSlide9.xml.rels>&#65279;<?xml version="1.0" encoding="utf-8"?><Relationships xmlns="http://schemas.openxmlformats.org/package/2006/relationships"><Relationship Type="http://schemas.openxmlformats.org/officeDocument/2006/relationships/slide" Target="/ppt/slides/slide9.xml" Id="R9513ff91cec34d22" /><Relationship Type="http://schemas.openxmlformats.org/officeDocument/2006/relationships/notesMaster" Target="/ppt/notesMasters/notesMaster1.xml" Id="Rcbd6b07280b2420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66bed650f24deb" /><Relationship Type="http://schemas.openxmlformats.org/officeDocument/2006/relationships/notesMaster" Target="/ppt/notesMasters/notesMaster1.xml" Id="Rb05d5cf254c9448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256e664578a4edd" /><Relationship Type="http://schemas.openxmlformats.org/officeDocument/2006/relationships/notesMaster" Target="/ppt/notesMasters/notesMaster1.xml" Id="R9c6cd6f558164eb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4a19536ccb4760" /><Relationship Type="http://schemas.openxmlformats.org/officeDocument/2006/relationships/notesMaster" Target="/ppt/notesMasters/notesMaster1.xml" Id="Rf22e7206fe304a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Title</a:t>
            </a:r>
          </a:p>
          <a:p xmlns:a="http://schemas.openxmlformats.org/drawingml/2006/main">
            <a:r>
              <a:t>Timing: 0 minutes.</a:t>
            </a:r>
          </a:p>
          <a:p xmlns:a="http://schemas.openxmlformats.org/drawingml/2006/main">
            <a:r>
              <a:t>Untimed. Link to Week 1 business and role work. Explain the two linked questions: what is on offer and what someone does for a customer. Source: sources/MTP.xlsx; revision sha256:0895674f2901b602daf998b8a7aa1516522ce0c301b23bfba941fcc1807977cd. Medium Term Plan!C7; Lesson register!F8.</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A7, B7, C7, E7, F7, G7, H7, I7, J7, K7; Challenge map &amp; hours A6, B6, C6, D6, E6, F6, G6, K6, M6, N6; Lesson register B8, E8, F8, G8, H8, I8, J8.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Arrival and regulation</a:t>
            </a:r>
          </a:p>
          <a:p xmlns:a="http://schemas.openxmlformats.org/drawingml/2006/main">
            <a:r>
              <a:t>Timing: 4 minutes.</a:t>
            </a:r>
          </a:p>
          <a:p xmlns:a="http://schemas.openxmlformats.org/drawingml/2006/main">
            <a:r>
              <a:t>4 minutes. BLUE low energy; GREEN ready; AMBER tense; RED overwhelmed. Offer water, quiet breathing, a brief pause or a quieter seat without requiring a public colour disclosure. Privately agree one return action. Expected: any two appropriate hospitality businesses; an action done for a customer; stop, keep clear, alert the adult and follow the safe clean-up instructions; no, a hotel may offer food and other products or services. This is a discussion, not a spill-handling activity. Individual stations; no pair work or cold calling. Adults may read, rephrase or scribe exact learner words and record support. They do not choose the learner’s assessed sort, labels or explanation. Only VF, WS, I, NS, E and R are used; confirm local code definitions before marking. Blank templates and copied models are not completed individual evidence.</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A7, B7, C7, E7, F7, G7, H7, I7, J7, K7; Challenge map &amp; hours A6, B6, C6, D6, E6, F6, G6, K6, M6, N6; Lesson register B8, E8, F8, G8, H8, I8, J8.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Retrieval and starter</a:t>
            </a:r>
          </a:p>
          <a:p xmlns:a="http://schemas.openxmlformats.org/drawingml/2006/main">
            <a:r>
              <a:t>Timing: 2 minutes.</a:t>
            </a:r>
          </a:p>
          <a:p xmlns:a="http://schemas.openxmlformats.org/drawingml/2006/main">
            <a:r>
              <a:t>2 minutes. The source asks about a past café visit, but learners need not disclose or have visited one. Model answer: sandwich is the product; taking the order is a service. A single purchase can include both. Accept pointing to the relevant card or a short answer.</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A7, B7, C7, E7, F7, G7, H7, I7, J7, K7; Challenge map &amp; hours A6, B6, C6, D6, E6, F6, G6, K6, M6, N6; Lesson register B8, E8, F8, G8, H8, I8, J8.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Today</a:t>
            </a:r>
          </a:p>
          <a:p xmlns:a="http://schemas.openxmlformats.org/drawingml/2006/main">
            <a:r>
              <a:t>Timing: 0 minutes.</a:t>
            </a:r>
          </a:p>
          <a:p xmlns:a="http://schemas.openxmlformats.org/drawingml/2006/main">
            <a:r>
              <a:t>Untimed. Read the exact supplied outcome. [QUAL] — planner mapping. The short I-can statements are classroom success checks, not quotations from the official student book. The room-offer clarification is recorded in source notes and ERRATA.</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A7, B7, C7, E7, F7, G7, H7, I7, J7, K7; Challenge map &amp; hours A6, B6, C6, D6, E6, F6, G6, K6, M6, N6; Lesson register B8, E8, F8, G8, H8, I8, J8.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I DO</a:t>
            </a:r>
          </a:p>
          <a:p xmlns:a="http://schemas.openxmlformats.org/drawingml/2006/main">
            <a:r>
              <a:t>Timing: 5 minutes.</a:t>
            </a:r>
          </a:p>
          <a:p xmlns:a="http://schemas.openxmlformats.org/drawingml/2006/main">
            <a:r>
              <a:t>5 minutes. Model the eight source examples. A product is an item or offer a customer can buy; a service is an action done for a customer. The workbook teaches room as a product but suggests “can you hold it?” as the test. This lesson keeps the room as a bookable hotel offer sold to a guest, with booking and cleaning as services. Holding is a clue for many physical products, not a defining rule. A room/stay combines an offer and services. Accept a well-reasoned alternative classification and record the reason; do not mark a learner wrong merely for noticing the mixed offer. Ask the hinge: “I cannot hold a hotel room, so it cannot be the hotel’s product.” Expected: the holding clue has exceptions; the hotel sells a room offer and provides services around it.</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A7, B7, C7, E7, F7, G7, H7, I7, J7, K7; Challenge map &amp; hours A6, B6, C6, D6, E6, F6, G6, K6, M6, N6; Lesson register B8, E8, F8, G8, H8, I8, J8.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WE DO</a:t>
            </a:r>
          </a:p>
          <a:p xmlns:a="http://schemas.openxmlformats.org/drawingml/2006/main">
            <a:r>
              <a:t>Timing: 5 minutes.</a:t>
            </a:r>
          </a:p>
          <a:p xmlns:a="http://schemas.openxmlformats.org/drawingml/2006/main">
            <a:r>
              <a:t>5 minutes. Expected: packed lunch and bottled water are products; booking a room and clearing a table are services. Link at least two to a relevant business: event catering, hotel or café. Learners point, say or write; no pair work. Check the sort before learners start their own display plan. If someone notices mixed products and services in a package, ask for their reason rather than treating the distinction as universal.</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A7, B7, C7, E7, F7, G7, H7, I7, J7, K7; Challenge map &amp; hours A6, B6, C6, D6, E6, F6, G6, K6, M6, N6; Lesson register B8, E8, F8, G8, H8, I8, J8.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YOU DO practice</a:t>
            </a:r>
          </a:p>
          <a:p xmlns:a="http://schemas.openxmlformats.org/drawingml/2006/main">
            <a:r>
              <a:t>Timing: 12 minutes.</a:t>
            </a:r>
          </a:p>
          <a:p xmlns:a="http://schemas.openxmlformats.org/drawingml/2006/main">
            <a:r>
              <a:t>12 minutes. First part of the 18-minute individual task. Use the numbered sixteen-card bank and evidence record. The Supported route may start in smaller chunks; record what was actually completed. The MCQ support has exactly two misplaced cards to find: coffee is placed as a service and cleaning a room as a product. Do not describe that route as an independent full sort. Adult checks the learner’s sort before the display plan. Individual stations; no pair work or cold calling. Adults may read, rephrase or scribe exact learner words and record support. They do not choose the learner’s assessed sort, labels or explanation. Only VF, WS, I, NS, E and R are used; confirm local code definitions before marking. Blank templates and copied models are not completed individual evidence.</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A7, B7, C7, E7, F7, G7, H7, I7, J7, K7; Challenge map &amp; hours A6, B6, C6, D6, E6, F6, G6, K6, M6, N6; Lesson register B8, E8, F8, G8, H8, I8, J8.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YOU DO evidence</a:t>
            </a:r>
          </a:p>
          <a:p xmlns:a="http://schemas.openxmlformats.org/drawingml/2006/main">
            <a:r>
              <a:t>Timing: 6 minutes.</a:t>
            </a:r>
          </a:p>
          <a:p xmlns:a="http://schemas.openxmlformats.org/drawingml/2006/main">
            <a:r>
              <a:t>6 minutes. Completes the 18-minute You Do. VOC2-L1-E1 is the learner’s sort; VOC2-L1-E2 is the plan. The next lesson asks for at least four products, four services, two business types and every item labelled; use those as the plan target. These are workbook classroom success checks, not asserted official wording. Learners choose their own items, with card access if needed.</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A7, B7, C7, E7, F7, G7, H7, I7, J7, K7; Challenge map &amp; hours A6, B6, C6, D6, E6, F6, G6, K6, M6, N6; Lesson register B8, E8, F8, G8, H8, I8, J8.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Tidy and evidence check</a:t>
            </a:r>
          </a:p>
          <a:p xmlns:a="http://schemas.openxmlformats.org/drawingml/2006/main">
            <a:r>
              <a:t>Timing: 4 minutes.</a:t>
            </a:r>
          </a:p>
          <a:p xmlns:a="http://schemas.openxmlformats.org/drawingml/2006/main">
            <a:r>
              <a:t>4 minutes. Tidy the station and file the two evidence items. Use the evidence app only under the approved workflow; do not invent file references or capture records. Leave actual date, duration and initials blank until taught. Record the learner’s support, especially a reduced-card or two-error MCQ route. Record actual hospitality participation under the workbook’s agreed-Plan rule; no attendance credit or Careers minutes.</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A7, B7, C7, E7, F7, G7, H7, I7, J7, K7; Challenge map &amp; hours A6, B6, C6, D6, E6, F6, G6, K6, M6, N6; Lesson register B8, E8, F8, G8, H8, I8, J8.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Exit ticket</a:t>
            </a:r>
          </a:p>
          <a:p xmlns:a="http://schemas.openxmlformats.org/drawingml/2006/main">
            <a:r>
              <a:t>Timing: 2 minutes.</a:t>
            </a:r>
          </a:p>
          <a:p xmlns:a="http://schemas.openxmlformats.org/drawingml/2006/main">
            <a:r>
              <a:t>2 minutes. Private check-in, written answer or pointing. Workbook-convention example: room offer or breakfast as the product; booking or room cleaning as a service. Accept a defensible different room/stay classification if the learner explains the mixed offer. Use the answer to identify a single next step.</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A7, B7, C7, E7, F7, G7, H7, I7, J7, K7; Challenge map &amp; hours A6, B6, C6, D6, E6, F6, G6, K6, M6, N6; Lesson register B8, E8, F8, G8, H8, I8, J8.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Vocabulary</a:t>
            </a:r>
          </a:p>
          <a:p xmlns:a="http://schemas.openxmlformats.org/drawingml/2006/main">
            <a:r>
              <a:t>Timing: 0 minutes.</a:t>
            </a:r>
          </a:p>
          <a:p xmlns:a="http://schemas.openxmlformats.org/drawingml/2006/main">
            <a:r>
              <a:t>Untimed reference. Read the short meanings and use the labelled examples. The product/service distinction in this lesson follows the workbook convention for a room offer. Colour is never the only category cue; use words, pictures and item numbers.</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A7, B7, C7, E7, F7, G7, H7, I7, J7, K7; Challenge map &amp; hours A6, B6, C6, D6, E6, F6, G6, K6, M6, N6; Lesson register B8, E8, F8, G8, H8, I8, J8.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Staff brief</a:t>
            </a:r>
          </a:p>
          <a:p xmlns:a="http://schemas.openxmlformats.org/drawingml/2006/main">
            <a:r>
              <a:t>Timing: 0 minutes.</a:t>
            </a:r>
          </a:p>
          <a:p xmlns:a="http://schemas.openxmlformats.org/drawingml/2006/main">
            <a:r>
              <a:t>Hidden staff slide. TA reads and chunks the cards, asks the learner to choose, and records exact explanations. Lundy Space: quiet individual work; Voice: learner makes the sort and item choices; Audience: adult listens to the reason; Influence: the learner changes a mistaken category or a confusing plan. The workbook teaches room as a product but suggests “can you hold it?” as the test. This lesson keeps the room as a bookable hotel offer sold to a guest, with booking and cleaning as services. Holding is a clue for many physical products, not a defining rule. A room/stay combines an offer and services. Accept a well-reasoned alternative classification and record the reason; do not mark a learner wrong merely for noticing the mixed offer. Individual stations; no pair work or cold calling. Adults may read, rephrase or scribe exact learner words and record support. They do not choose the learner’s assessed sort, labels or explanation. Only VF, WS, I, NS, E and R are used; confirm local code definitions before marking. Blank templates and copied models are not completed individual evidence.</a:t>
            </a:r>
          </a:p>
          <a:p xmlns:a="http://schemas.openxmlformats.org/drawingml/2006/main">
            <a:r>
              <a:t>TA brief: Read the prompt if needed. Offer the chosen access route. Record prompts and exact scribing, and leave the choice and wording to the learner.</a:t>
            </a:r>
          </a:p>
          <a:p xmlns:a="http://schemas.openxmlformats.org/drawingml/2006/main">
            <a:r>
              <a:t>Edition: public.</a:t>
            </a:r>
          </a:p>
          <a:p xmlns:a="http://schemas.openxmlformats.org/drawingml/2006/main">
            <a:r>
              <a:t>Source: sources/MTP.xlsx; revision sha256:0895674f2901b602daf998b8a7aa1516522ce0c301b23bfba941fcc1807977cd; Medium Term Plan A7, B7, C7, E7, F7, G7, H7, I7, J7, K7; Challenge map &amp; hours A6, B6, C6, D6, E6, F6, G6, K6, M6, N6; Lesson register B8, E8, F8, G8, H8, I8, J8.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17df99544e431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c64feaeb18147a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045066ccf174dd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663042f46a648b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d692f718f7c444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9e729695b8a4a5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963A34-38E8-4F4C-9255-57D247755EC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185B64-4720-4C29-B30B-F6940CFF1ED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1E47693-EB63-4CBC-986E-056526C3D30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97C496-3075-48C7-9A47-4EE592CB08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8C8881F-0FB8-4414-AE53-211E79391DD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E26A681-3A0E-4467-9A6D-04167369B0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6A37C29-5D3A-42A2-904E-A8EEF90315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39E48E4-5140-4112-BF51-5950BB95E9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CE7346-B059-4BAA-82B8-D0E2C1D073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AD1C23-3039-47F9-8817-010EC23AD59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352c30c96349cc" /><Relationship Type="http://schemas.openxmlformats.org/officeDocument/2006/relationships/slideLayout" Target="/ppt/slideLayouts/slideLayout1.xml" Id="R4687446251ed4bf0" /><Relationship Type="http://schemas.openxmlformats.org/officeDocument/2006/relationships/slideLayout" Target="/ppt/slideLayouts/slideLayout2.xml" Id="R21e9b1f91e0e4729" /><Relationship Type="http://schemas.openxmlformats.org/officeDocument/2006/relationships/slideLayout" Target="/ppt/slideLayouts/slideLayout3.xml" Id="R52a07766c5ba465f" /><Relationship Type="http://schemas.openxmlformats.org/officeDocument/2006/relationships/slideLayout" Target="/ppt/slideLayouts/slideLayout4.xml" Id="R38495d527fbc4bcb" /><Relationship Type="http://schemas.openxmlformats.org/officeDocument/2006/relationships/slideLayout" Target="/ppt/slideLayouts/slideLayout5.xml" Id="Rd9a3c6f5384249e6" /><Relationship Type="http://schemas.openxmlformats.org/officeDocument/2006/relationships/slideLayout" Target="/ppt/slideLayouts/slideLayout6.xml" Id="R0f652bb6003f4a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87446251ed4bf0"/>
    <p:sldLayoutId xmlns:r="http://schemas.openxmlformats.org/officeDocument/2006/relationships" id="2147483650" r:id="R21e9b1f91e0e4729"/>
    <p:sldLayoutId xmlns:r="http://schemas.openxmlformats.org/officeDocument/2006/relationships" id="2147483651" r:id="R52a07766c5ba465f"/>
    <p:sldLayoutId xmlns:r="http://schemas.openxmlformats.org/officeDocument/2006/relationships" id="2147483652" r:id="R38495d527fbc4bcb"/>
    <p:sldLayoutId xmlns:r="http://schemas.openxmlformats.org/officeDocument/2006/relationships" id="2147483653" r:id="Rd9a3c6f5384249e6"/>
    <p:sldLayoutId xmlns:r="http://schemas.openxmlformats.org/officeDocument/2006/relationships" id="2147483654" r:id="R0f652bb6003f4a07"/>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35c167f79fa48eb" /><Relationship Type="http://schemas.openxmlformats.org/officeDocument/2006/relationships/notesSlide" Target="/ppt/notesSlides/notesSlide1.xml" Id="Rff47306c2f0340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db21445392345b6" /><Relationship Type="http://schemas.openxmlformats.org/officeDocument/2006/relationships/notesSlide" Target="/ppt/notesSlides/notesSlide2.xml" Id="R66f332d0242d40d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d15e5f6aa824b70" /><Relationship Type="http://schemas.openxmlformats.org/officeDocument/2006/relationships/notesSlide" Target="/ppt/notesSlides/notesSlide3.xml" Id="R37db94c7eb764b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69fd80124664e68" /><Relationship Type="http://schemas.openxmlformats.org/officeDocument/2006/relationships/notesSlide" Target="/ppt/notesSlides/notesSlide4.xml" Id="R48a933d7f3ea49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a471445486a4ec3" /><Relationship Type="http://schemas.openxmlformats.org/officeDocument/2006/relationships/notesSlide" Target="/ppt/notesSlides/notesSlide5.xml" Id="R6d6f85ddc09941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bf1b5014e534aa7" /><Relationship Type="http://schemas.openxmlformats.org/officeDocument/2006/relationships/notesSlide" Target="/ppt/notesSlides/notesSlide6.xml" Id="R678fe71f1ce346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39b61e40cae43f1" /><Relationship Type="http://schemas.openxmlformats.org/officeDocument/2006/relationships/notesSlide" Target="/ppt/notesSlides/notesSlide7.xml" Id="R5a3ef92361174cb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3b8cd892855418b" /><Relationship Type="http://schemas.openxmlformats.org/officeDocument/2006/relationships/notesSlide" Target="/ppt/notesSlides/notesSlide8.xml" Id="Rb5b7f389c675420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b146fdd387b4eff" /><Relationship Type="http://schemas.openxmlformats.org/officeDocument/2006/relationships/notesSlide" Target="/ppt/notesSlides/notesSlide9.xml" Id="R530097e41e5e41f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1d33a224da34272" /><Relationship Type="http://schemas.openxmlformats.org/officeDocument/2006/relationships/notesSlide" Target="/ppt/notesSlides/notesSlide10.xml" Id="R4a59ccf9a8d6409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660539f25034e1a" /><Relationship Type="http://schemas.openxmlformats.org/officeDocument/2006/relationships/notesSlide" Target="/ppt/notesSlides/notesSlide11.xml" Id="Rfaab2f87d12543f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dc4fbce339f4106" /><Relationship Type="http://schemas.openxmlformats.org/officeDocument/2006/relationships/notesSlide" Target="/ppt/notesSlides/notesSlide12.xml" Id="R82e9226ae26a4f4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09DFE6-EFAF-41F7-9618-E098212ED49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8A277E3-4222-4AD8-91A6-052C26FB7C0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defRPr sz="1275" b="1">
                <a:solidFill>
                  <a:srgbClr val="146B68"/>
                </a:solidFill>
                <a:latin typeface="Arial"/>
                <a:ea typeface="Arial"/>
                <a:cs typeface="Arial"/>
              </a:defRPr>
            </a:lvl1pPr>
            <a:lvl2pPr algn="l">
              <a:defRPr sz="1275" b="1">
                <a:solidFill>
                  <a:srgbClr val="146B68"/>
                </a:solidFill>
                <a:latin typeface="Arial"/>
                <a:ea typeface="Arial"/>
                <a:cs typeface="Arial"/>
              </a:defRPr>
            </a:lvl2pPr>
            <a:lvl3pPr algn="l">
              <a:defRPr sz="1275" b="1">
                <a:solidFill>
                  <a:srgbClr val="146B68"/>
                </a:solidFill>
                <a:latin typeface="Arial"/>
                <a:ea typeface="Arial"/>
                <a:cs typeface="Arial"/>
              </a:defRPr>
            </a:lvl3pPr>
            <a:lvl4pPr algn="l">
              <a:defRPr sz="1275" b="1">
                <a:solidFill>
                  <a:srgbClr val="146B68"/>
                </a:solidFill>
                <a:latin typeface="Arial"/>
                <a:ea typeface="Arial"/>
                <a:cs typeface="Arial"/>
              </a:defRPr>
            </a:lvl4pPr>
            <a:lvl5pPr algn="l">
              <a:defRPr sz="1275" b="1">
                <a:solidFill>
                  <a:srgbClr val="146B68"/>
                </a:solidFill>
                <a:latin typeface="Arial"/>
                <a:ea typeface="Arial"/>
                <a:cs typeface="Arial"/>
              </a:defRPr>
            </a:lvl5pPr>
            <a:lvl6pPr algn="l">
              <a:defRPr sz="1275" b="1">
                <a:solidFill>
                  <a:srgbClr val="146B68"/>
                </a:solidFill>
                <a:latin typeface="Arial"/>
                <a:ea typeface="Arial"/>
                <a:cs typeface="Arial"/>
              </a:defRPr>
            </a:lvl6pPr>
            <a:lvl7pPr algn="l">
              <a:defRPr sz="1275" b="1">
                <a:solidFill>
                  <a:srgbClr val="146B68"/>
                </a:solidFill>
                <a:latin typeface="Arial"/>
                <a:ea typeface="Arial"/>
                <a:cs typeface="Arial"/>
              </a:defRPr>
            </a:lvl7pPr>
            <a:lvl8pPr algn="l">
              <a:defRPr sz="1275" b="1">
                <a:solidFill>
                  <a:srgbClr val="146B68"/>
                </a:solidFill>
                <a:latin typeface="Arial"/>
                <a:ea typeface="Arial"/>
                <a:cs typeface="Arial"/>
              </a:defRPr>
            </a:lvl8pPr>
            <a:lvl9pPr algn="l">
              <a:defRPr sz="1275" b="1">
                <a:solidFill>
                  <a:srgbClr val="146B68"/>
                </a:solidFill>
                <a:latin typeface="Arial"/>
                <a:ea typeface="Arial"/>
                <a:cs typeface="Arial"/>
              </a:defRPr>
            </a:lvl9pPr>
          </a:lstStyle>
          <a:p xmlns:a="http://schemas.openxmlformats.org/drawingml/2006/main">
            <a:pPr algn="l">
              <a:defRPr sz="1275" b="1">
                <a:solidFill>
                  <a:srgbClr val="146B68"/>
                </a:solidFill>
                <a:latin typeface="Arial"/>
                <a:ea typeface="Arial"/>
                <a:cs typeface="Arial"/>
              </a:defRPr>
            </a:pPr>
            <a:r>
              <a:rPr sz="1275" b="1">
                <a:solidFill>
                  <a:srgbClr val="146B68"/>
                </a:solidFill>
                <a:latin typeface="Arial"/>
                <a:ea typeface="Arial"/>
                <a:cs typeface="Arial"/>
              </a:rPr>
              <a:t>TITLE</a:t>
            </a:r>
          </a:p>
        </p:txBody>
      </p:sp>
      <p:sp>
        <p:nvSpPr>
          <p:cNvPr id="3" name="slide-number-time">
            <a:extLst xmlns:a="http://schemas.openxmlformats.org/drawingml/2006/main">
              <a:ext uri="{FF2B5EF4-FFF2-40B4-BE49-F238E27FC236}">
                <a16:creationId xmlns:a16="http://schemas.microsoft.com/office/drawing/2014/main" id="{EDC8D322-A711-4716-A80E-EEE796AFB99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1 / 12</a:t>
            </a:r>
          </a:p>
        </p:txBody>
      </p:sp>
      <p:sp>
        <p:nvSpPr>
          <p:cNvPr id="4" name="lesson-title">
            <a:extLst xmlns:a="http://schemas.openxmlformats.org/drawingml/2006/main">
              <a:ext uri="{FF2B5EF4-FFF2-40B4-BE49-F238E27FC236}">
                <a16:creationId xmlns:a16="http://schemas.microsoft.com/office/drawing/2014/main" id="{0EF079AF-4915-44E8-8C45-064767BB18D5}"/>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defRPr sz="4200" b="1">
                <a:solidFill>
                  <a:srgbClr val="17384A"/>
                </a:solidFill>
                <a:latin typeface="Arial"/>
                <a:ea typeface="Arial"/>
                <a:cs typeface="Arial"/>
              </a:defRPr>
            </a:lvl1pPr>
            <a:lvl2pPr algn="l">
              <a:defRPr sz="4200" b="1">
                <a:solidFill>
                  <a:srgbClr val="17384A"/>
                </a:solidFill>
                <a:latin typeface="Arial"/>
                <a:ea typeface="Arial"/>
                <a:cs typeface="Arial"/>
              </a:defRPr>
            </a:lvl2pPr>
            <a:lvl3pPr algn="l">
              <a:defRPr sz="4200" b="1">
                <a:solidFill>
                  <a:srgbClr val="17384A"/>
                </a:solidFill>
                <a:latin typeface="Arial"/>
                <a:ea typeface="Arial"/>
                <a:cs typeface="Arial"/>
              </a:defRPr>
            </a:lvl3pPr>
            <a:lvl4pPr algn="l">
              <a:defRPr sz="4200" b="1">
                <a:solidFill>
                  <a:srgbClr val="17384A"/>
                </a:solidFill>
                <a:latin typeface="Arial"/>
                <a:ea typeface="Arial"/>
                <a:cs typeface="Arial"/>
              </a:defRPr>
            </a:lvl4pPr>
            <a:lvl5pPr algn="l">
              <a:defRPr sz="4200" b="1">
                <a:solidFill>
                  <a:srgbClr val="17384A"/>
                </a:solidFill>
                <a:latin typeface="Arial"/>
                <a:ea typeface="Arial"/>
                <a:cs typeface="Arial"/>
              </a:defRPr>
            </a:lvl5pPr>
            <a:lvl6pPr algn="l">
              <a:defRPr sz="4200" b="1">
                <a:solidFill>
                  <a:srgbClr val="17384A"/>
                </a:solidFill>
                <a:latin typeface="Arial"/>
                <a:ea typeface="Arial"/>
                <a:cs typeface="Arial"/>
              </a:defRPr>
            </a:lvl6pPr>
            <a:lvl7pPr algn="l">
              <a:defRPr sz="4200" b="1">
                <a:solidFill>
                  <a:srgbClr val="17384A"/>
                </a:solidFill>
                <a:latin typeface="Arial"/>
                <a:ea typeface="Arial"/>
                <a:cs typeface="Arial"/>
              </a:defRPr>
            </a:lvl7pPr>
            <a:lvl8pPr algn="l">
              <a:defRPr sz="4200" b="1">
                <a:solidFill>
                  <a:srgbClr val="17384A"/>
                </a:solidFill>
                <a:latin typeface="Arial"/>
                <a:ea typeface="Arial"/>
                <a:cs typeface="Arial"/>
              </a:defRPr>
            </a:lvl8pPr>
            <a:lvl9pPr algn="l">
              <a:defRPr sz="4200" b="1">
                <a:solidFill>
                  <a:srgbClr val="17384A"/>
                </a:solidFill>
                <a:latin typeface="Arial"/>
                <a:ea typeface="Arial"/>
                <a:cs typeface="Arial"/>
              </a:defRPr>
            </a:lvl9pPr>
          </a:lstStyle>
          <a:p xmlns:a="http://schemas.openxmlformats.org/drawingml/2006/main">
            <a:pPr algn="l">
              <a:defRPr sz="4200" b="1">
                <a:solidFill>
                  <a:srgbClr val="17384A"/>
                </a:solidFill>
                <a:latin typeface="Arial"/>
                <a:ea typeface="Arial"/>
                <a:cs typeface="Arial"/>
              </a:defRPr>
            </a:pPr>
            <a:r>
              <a:rPr sz="4200" b="1">
                <a:solidFill>
                  <a:srgbClr val="17384A"/>
                </a:solidFill>
                <a:latin typeface="Arial"/>
                <a:ea typeface="Arial"/>
                <a:cs typeface="Arial"/>
              </a:rPr>
              <a:t>The Theory</a:t>
            </a:r>
          </a:p>
        </p:txBody>
      </p:sp>
      <p:sp>
        <p:nvSpPr>
          <p:cNvPr id="5" name="lesson-subtitle">
            <a:extLst xmlns:a="http://schemas.openxmlformats.org/drawingml/2006/main">
              <a:ext uri="{FF2B5EF4-FFF2-40B4-BE49-F238E27FC236}">
                <a16:creationId xmlns:a16="http://schemas.microsoft.com/office/drawing/2014/main" id="{4733161A-8FD5-4754-B74E-151DBC079FE4}"/>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defRPr sz="2250" b="0">
                <a:solidFill>
                  <a:srgbClr val="146B68"/>
                </a:solidFill>
                <a:latin typeface="Arial"/>
                <a:ea typeface="Arial"/>
                <a:cs typeface="Arial"/>
              </a:defRPr>
            </a:lvl1pPr>
            <a:lvl2pPr algn="l">
              <a:defRPr sz="2250" b="0">
                <a:solidFill>
                  <a:srgbClr val="146B68"/>
                </a:solidFill>
                <a:latin typeface="Arial"/>
                <a:ea typeface="Arial"/>
                <a:cs typeface="Arial"/>
              </a:defRPr>
            </a:lvl2pPr>
            <a:lvl3pPr algn="l">
              <a:defRPr sz="2250" b="0">
                <a:solidFill>
                  <a:srgbClr val="146B68"/>
                </a:solidFill>
                <a:latin typeface="Arial"/>
                <a:ea typeface="Arial"/>
                <a:cs typeface="Arial"/>
              </a:defRPr>
            </a:lvl3pPr>
            <a:lvl4pPr algn="l">
              <a:defRPr sz="2250" b="0">
                <a:solidFill>
                  <a:srgbClr val="146B68"/>
                </a:solidFill>
                <a:latin typeface="Arial"/>
                <a:ea typeface="Arial"/>
                <a:cs typeface="Arial"/>
              </a:defRPr>
            </a:lvl4pPr>
            <a:lvl5pPr algn="l">
              <a:defRPr sz="2250" b="0">
                <a:solidFill>
                  <a:srgbClr val="146B68"/>
                </a:solidFill>
                <a:latin typeface="Arial"/>
                <a:ea typeface="Arial"/>
                <a:cs typeface="Arial"/>
              </a:defRPr>
            </a:lvl5pPr>
            <a:lvl6pPr algn="l">
              <a:defRPr sz="2250" b="0">
                <a:solidFill>
                  <a:srgbClr val="146B68"/>
                </a:solidFill>
                <a:latin typeface="Arial"/>
                <a:ea typeface="Arial"/>
                <a:cs typeface="Arial"/>
              </a:defRPr>
            </a:lvl6pPr>
            <a:lvl7pPr algn="l">
              <a:defRPr sz="2250" b="0">
                <a:solidFill>
                  <a:srgbClr val="146B68"/>
                </a:solidFill>
                <a:latin typeface="Arial"/>
                <a:ea typeface="Arial"/>
                <a:cs typeface="Arial"/>
              </a:defRPr>
            </a:lvl7pPr>
            <a:lvl8pPr algn="l">
              <a:defRPr sz="2250" b="0">
                <a:solidFill>
                  <a:srgbClr val="146B68"/>
                </a:solidFill>
                <a:latin typeface="Arial"/>
                <a:ea typeface="Arial"/>
                <a:cs typeface="Arial"/>
              </a:defRPr>
            </a:lvl8pPr>
            <a:lvl9pPr algn="l">
              <a:defRPr sz="2250" b="0">
                <a:solidFill>
                  <a:srgbClr val="146B68"/>
                </a:solidFill>
                <a:latin typeface="Arial"/>
                <a:ea typeface="Arial"/>
                <a:cs typeface="Arial"/>
              </a:defRPr>
            </a:lvl9pPr>
          </a:lstStyle>
          <a:p xmlns:a="http://schemas.openxmlformats.org/drawingml/2006/main">
            <a:pPr algn="l">
              <a:defRPr sz="2250" b="0">
                <a:solidFill>
                  <a:srgbClr val="146B68"/>
                </a:solidFill>
                <a:latin typeface="Arial"/>
                <a:ea typeface="Arial"/>
                <a:cs typeface="Arial"/>
              </a:defRPr>
            </a:pPr>
            <a:r>
              <a:rPr sz="2250" b="0">
                <a:solidFill>
                  <a:srgbClr val="146B68"/>
                </a:solidFill>
                <a:latin typeface="Arial"/>
                <a:ea typeface="Arial"/>
                <a:cs typeface="Arial"/>
              </a:rPr>
              <a:t>Products and services</a:t>
            </a:r>
          </a:p>
        </p:txBody>
      </p:sp>
      <p:sp>
        <p:nvSpPr>
          <p:cNvPr id="6" name="body-0">
            <a:extLst xmlns:a="http://schemas.openxmlformats.org/drawingml/2006/main">
              <a:ext uri="{FF2B5EF4-FFF2-40B4-BE49-F238E27FC236}">
                <a16:creationId xmlns:a16="http://schemas.microsoft.com/office/drawing/2014/main" id="{FB448467-D6E5-413E-A991-ED0F5C269CC4}"/>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What does a hospitality business offer, and what do people do for customers?</a:t>
            </a:r>
          </a:p>
        </p:txBody>
      </p:sp>
      <p:sp>
        <p:nvSpPr>
          <p:cNvPr id="7" name="body-1">
            <a:extLst xmlns:a="http://schemas.openxmlformats.org/drawingml/2006/main">
              <a:ext uri="{FF2B5EF4-FFF2-40B4-BE49-F238E27FC236}">
                <a16:creationId xmlns:a16="http://schemas.microsoft.com/office/drawing/2014/main" id="{C8E5C629-4E4C-4376-A43A-588BBF2210CD}"/>
              </a:ext>
            </a:extLst>
          </p:cNvPr>
          <p:cNvSpPr>
            <a:spLocks xmlns:a="http://schemas.openxmlformats.org/drawingml/2006/main" noGrp="1"/>
          </p:cNvSpPr>
          <p:nvPr/>
        </p:nvSpPr>
        <p:spPr>
          <a:xfrm xmlns:a="http://schemas.openxmlformats.org/drawingml/2006/main">
            <a:off x="609600" y="423481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Point, say, sort or write.</a:t>
            </a:r>
          </a:p>
        </p:txBody>
      </p:sp>
      <p:sp>
        <p:nvSpPr>
          <p:cNvPr id="8" name="printed-id">
            <a:extLst xmlns:a="http://schemas.openxmlformats.org/drawingml/2006/main">
              <a:ext uri="{FF2B5EF4-FFF2-40B4-BE49-F238E27FC236}">
                <a16:creationId xmlns:a16="http://schemas.microsoft.com/office/drawing/2014/main" id="{A62F79B1-D17C-447A-82D2-747B84847499}"/>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defRPr sz="1200" b="1">
                <a:solidFill>
                  <a:srgbClr val="146B68"/>
                </a:solidFill>
                <a:latin typeface="Arial"/>
                <a:ea typeface="Arial"/>
                <a:cs typeface="Arial"/>
              </a:defRPr>
            </a:lvl1pPr>
            <a:lvl2pPr algn="l">
              <a:defRPr sz="1200" b="1">
                <a:solidFill>
                  <a:srgbClr val="146B68"/>
                </a:solidFill>
                <a:latin typeface="Arial"/>
                <a:ea typeface="Arial"/>
                <a:cs typeface="Arial"/>
              </a:defRPr>
            </a:lvl2pPr>
            <a:lvl3pPr algn="l">
              <a:defRPr sz="1200" b="1">
                <a:solidFill>
                  <a:srgbClr val="146B68"/>
                </a:solidFill>
                <a:latin typeface="Arial"/>
                <a:ea typeface="Arial"/>
                <a:cs typeface="Arial"/>
              </a:defRPr>
            </a:lvl3pPr>
            <a:lvl4pPr algn="l">
              <a:defRPr sz="1200" b="1">
                <a:solidFill>
                  <a:srgbClr val="146B68"/>
                </a:solidFill>
                <a:latin typeface="Arial"/>
                <a:ea typeface="Arial"/>
                <a:cs typeface="Arial"/>
              </a:defRPr>
            </a:lvl4pPr>
            <a:lvl5pPr algn="l">
              <a:defRPr sz="1200" b="1">
                <a:solidFill>
                  <a:srgbClr val="146B68"/>
                </a:solidFill>
                <a:latin typeface="Arial"/>
                <a:ea typeface="Arial"/>
                <a:cs typeface="Arial"/>
              </a:defRPr>
            </a:lvl5pPr>
            <a:lvl6pPr algn="l">
              <a:defRPr sz="1200" b="1">
                <a:solidFill>
                  <a:srgbClr val="146B68"/>
                </a:solidFill>
                <a:latin typeface="Arial"/>
                <a:ea typeface="Arial"/>
                <a:cs typeface="Arial"/>
              </a:defRPr>
            </a:lvl6pPr>
            <a:lvl7pPr algn="l">
              <a:defRPr sz="1200" b="1">
                <a:solidFill>
                  <a:srgbClr val="146B68"/>
                </a:solidFill>
                <a:latin typeface="Arial"/>
                <a:ea typeface="Arial"/>
                <a:cs typeface="Arial"/>
              </a:defRPr>
            </a:lvl7pPr>
            <a:lvl8pPr algn="l">
              <a:defRPr sz="1200" b="1">
                <a:solidFill>
                  <a:srgbClr val="146B68"/>
                </a:solidFill>
                <a:latin typeface="Arial"/>
                <a:ea typeface="Arial"/>
                <a:cs typeface="Arial"/>
              </a:defRPr>
            </a:lvl8pPr>
            <a:lvl9pPr algn="l">
              <a:defRPr sz="1200" b="1">
                <a:solidFill>
                  <a:srgbClr val="146B68"/>
                </a:solidFill>
                <a:latin typeface="Arial"/>
                <a:ea typeface="Arial"/>
                <a:cs typeface="Arial"/>
              </a:defRPr>
            </a:lvl9pPr>
          </a:lstStyle>
          <a:p xmlns:a="http://schemas.openxmlformats.org/drawingml/2006/main">
            <a:pPr algn="l">
              <a:defRPr sz="1200" b="1">
                <a:solidFill>
                  <a:srgbClr val="146B68"/>
                </a:solidFill>
                <a:latin typeface="Arial"/>
                <a:ea typeface="Arial"/>
                <a:cs typeface="Arial"/>
              </a:defRPr>
            </a:pPr>
            <a:r>
              <a:rPr sz="1200" b="1">
                <a:solidFill>
                  <a:srgbClr val="146B68"/>
                </a:solidFill>
                <a:latin typeface="Arial"/>
                <a:ea typeface="Arial"/>
                <a:cs typeface="Arial"/>
              </a:rPr>
              <a:t>VOC-LAUNCH-A2-W02-L1</a:t>
            </a:r>
          </a:p>
        </p:txBody>
      </p:sp>
      <p:sp>
        <p:nvSpPr>
          <p:cNvPr id="9" name="edition-label">
            <a:extLst xmlns:a="http://schemas.openxmlformats.org/drawingml/2006/main">
              <a:ext uri="{FF2B5EF4-FFF2-40B4-BE49-F238E27FC236}">
                <a16:creationId xmlns:a16="http://schemas.microsoft.com/office/drawing/2014/main" id="{AF2011E7-C77C-47FF-AC30-1ED090AA9D7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0" name="licence-credit">
            <a:extLst xmlns:a="http://schemas.openxmlformats.org/drawingml/2006/main">
              <a:ext uri="{FF2B5EF4-FFF2-40B4-BE49-F238E27FC236}">
                <a16:creationId xmlns:a16="http://schemas.microsoft.com/office/drawing/2014/main" id="{0237BBF2-883F-4DC6-AAF6-7E1684DE1A6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14726778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E2FCF559-9307-4376-80EC-7190501FC8D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45EB3D7-7402-4C20-8424-3C1CD8EBDA8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defRPr sz="1275" b="1">
                <a:solidFill>
                  <a:srgbClr val="146B68"/>
                </a:solidFill>
                <a:latin typeface="Arial"/>
                <a:ea typeface="Arial"/>
                <a:cs typeface="Arial"/>
              </a:defRPr>
            </a:lvl1pPr>
            <a:lvl2pPr algn="l">
              <a:defRPr sz="1275" b="1">
                <a:solidFill>
                  <a:srgbClr val="146B68"/>
                </a:solidFill>
                <a:latin typeface="Arial"/>
                <a:ea typeface="Arial"/>
                <a:cs typeface="Arial"/>
              </a:defRPr>
            </a:lvl2pPr>
            <a:lvl3pPr algn="l">
              <a:defRPr sz="1275" b="1">
                <a:solidFill>
                  <a:srgbClr val="146B68"/>
                </a:solidFill>
                <a:latin typeface="Arial"/>
                <a:ea typeface="Arial"/>
                <a:cs typeface="Arial"/>
              </a:defRPr>
            </a:lvl3pPr>
            <a:lvl4pPr algn="l">
              <a:defRPr sz="1275" b="1">
                <a:solidFill>
                  <a:srgbClr val="146B68"/>
                </a:solidFill>
                <a:latin typeface="Arial"/>
                <a:ea typeface="Arial"/>
                <a:cs typeface="Arial"/>
              </a:defRPr>
            </a:lvl4pPr>
            <a:lvl5pPr algn="l">
              <a:defRPr sz="1275" b="1">
                <a:solidFill>
                  <a:srgbClr val="146B68"/>
                </a:solidFill>
                <a:latin typeface="Arial"/>
                <a:ea typeface="Arial"/>
                <a:cs typeface="Arial"/>
              </a:defRPr>
            </a:lvl5pPr>
            <a:lvl6pPr algn="l">
              <a:defRPr sz="1275" b="1">
                <a:solidFill>
                  <a:srgbClr val="146B68"/>
                </a:solidFill>
                <a:latin typeface="Arial"/>
                <a:ea typeface="Arial"/>
                <a:cs typeface="Arial"/>
              </a:defRPr>
            </a:lvl6pPr>
            <a:lvl7pPr algn="l">
              <a:defRPr sz="1275" b="1">
                <a:solidFill>
                  <a:srgbClr val="146B68"/>
                </a:solidFill>
                <a:latin typeface="Arial"/>
                <a:ea typeface="Arial"/>
                <a:cs typeface="Arial"/>
              </a:defRPr>
            </a:lvl7pPr>
            <a:lvl8pPr algn="l">
              <a:defRPr sz="1275" b="1">
                <a:solidFill>
                  <a:srgbClr val="146B68"/>
                </a:solidFill>
                <a:latin typeface="Arial"/>
                <a:ea typeface="Arial"/>
                <a:cs typeface="Arial"/>
              </a:defRPr>
            </a:lvl8pPr>
            <a:lvl9pPr algn="l">
              <a:defRPr sz="1275" b="1">
                <a:solidFill>
                  <a:srgbClr val="146B68"/>
                </a:solidFill>
                <a:latin typeface="Arial"/>
                <a:ea typeface="Arial"/>
                <a:cs typeface="Arial"/>
              </a:defRPr>
            </a:lvl9pPr>
          </a:lstStyle>
          <a:p xmlns:a="http://schemas.openxmlformats.org/drawingml/2006/main">
            <a:pPr algn="l">
              <a:defRPr sz="1275" b="1">
                <a:solidFill>
                  <a:srgbClr val="146B68"/>
                </a:solidFill>
                <a:latin typeface="Arial"/>
                <a:ea typeface="Arial"/>
                <a:cs typeface="Arial"/>
              </a:defRPr>
            </a:pPr>
            <a:r>
              <a:rPr sz="1275" b="1">
                <a:solidFill>
                  <a:srgbClr val="146B68"/>
                </a:solidFill>
                <a:latin typeface="Arial"/>
                <a:ea typeface="Arial"/>
                <a:cs typeface="Arial"/>
              </a:rPr>
              <a:t>ARRIVAL AND REGULATION</a:t>
            </a:r>
          </a:p>
        </p:txBody>
      </p:sp>
      <p:sp>
        <p:nvSpPr>
          <p:cNvPr id="3" name="slide-number-time">
            <a:extLst xmlns:a="http://schemas.openxmlformats.org/drawingml/2006/main">
              <a:ext uri="{FF2B5EF4-FFF2-40B4-BE49-F238E27FC236}">
                <a16:creationId xmlns:a16="http://schemas.microsoft.com/office/drawing/2014/main" id="{D847DEA0-B55D-4001-8E54-AF7668DCE959}"/>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2 / 12  ·  4 min</a:t>
            </a:r>
          </a:p>
        </p:txBody>
      </p:sp>
      <p:sp>
        <p:nvSpPr>
          <p:cNvPr id="4" name="slide-title">
            <a:extLst xmlns:a="http://schemas.openxmlformats.org/drawingml/2006/main">
              <a:ext uri="{FF2B5EF4-FFF2-40B4-BE49-F238E27FC236}">
                <a16:creationId xmlns:a16="http://schemas.microsoft.com/office/drawing/2014/main" id="{518E8864-22F6-442D-98C7-B2E3E24B286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Arrival task</a:t>
            </a:r>
          </a:p>
        </p:txBody>
      </p:sp>
      <p:sp>
        <p:nvSpPr>
          <p:cNvPr id="5" name="heading-rule">
            <a:extLst xmlns:a="http://schemas.openxmlformats.org/drawingml/2006/main">
              <a:ext uri="{FF2B5EF4-FFF2-40B4-BE49-F238E27FC236}">
                <a16:creationId xmlns:a16="http://schemas.microsoft.com/office/drawing/2014/main" id="{8EB4CC26-EF5E-442F-9B97-B80B8D1E0C5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2581EE84-8741-4355-ABE9-A7E114EEEFE0}"/>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Name two hospitality businesses.</a:t>
            </a:r>
          </a:p>
        </p:txBody>
      </p:sp>
      <p:sp>
        <p:nvSpPr>
          <p:cNvPr id="7" name="body-1">
            <a:extLst xmlns:a="http://schemas.openxmlformats.org/drawingml/2006/main">
              <a:ext uri="{FF2B5EF4-FFF2-40B4-BE49-F238E27FC236}">
                <a16:creationId xmlns:a16="http://schemas.microsoft.com/office/drawing/2014/main" id="{4E184343-2C92-4F2C-A382-926D8822D6F7}"/>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What does service mean?</a:t>
            </a:r>
          </a:p>
        </p:txBody>
      </p:sp>
      <p:sp>
        <p:nvSpPr>
          <p:cNvPr id="8" name="body-2">
            <a:extLst xmlns:a="http://schemas.openxmlformats.org/drawingml/2006/main">
              <a:ext uri="{FF2B5EF4-FFF2-40B4-BE49-F238E27FC236}">
                <a16:creationId xmlns:a16="http://schemas.microsoft.com/office/drawing/2014/main" id="{6C3D9D1E-E049-4C7B-B6C0-8555BE07AA53}"/>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There is a spill on the floor. What do you do first?</a:t>
            </a:r>
          </a:p>
        </p:txBody>
      </p:sp>
      <p:sp>
        <p:nvSpPr>
          <p:cNvPr id="9" name="body-3">
            <a:extLst xmlns:a="http://schemas.openxmlformats.org/drawingml/2006/main">
              <a:ext uri="{FF2B5EF4-FFF2-40B4-BE49-F238E27FC236}">
                <a16:creationId xmlns:a16="http://schemas.microsoft.com/office/drawing/2014/main" id="{0A9E93C2-200D-4830-801C-A9A17DF44FA2}"/>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Does a hotel only sell rooms?</a:t>
            </a:r>
          </a:p>
        </p:txBody>
      </p:sp>
      <p:sp>
        <p:nvSpPr>
          <p:cNvPr id="10" name="body-4">
            <a:extLst xmlns:a="http://schemas.openxmlformats.org/drawingml/2006/main">
              <a:ext uri="{FF2B5EF4-FFF2-40B4-BE49-F238E27FC236}">
                <a16:creationId xmlns:a16="http://schemas.microsoft.com/office/drawing/2014/main" id="{A1CAB8E7-AC1F-469D-A346-5D037A06FEBC}"/>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BLUE / GREEN / AMBER / RED. Pause, breathe or choose a quieter seat.</a:t>
            </a:r>
          </a:p>
        </p:txBody>
      </p:sp>
      <p:sp>
        <p:nvSpPr>
          <p:cNvPr id="11" name="printed-id">
            <a:extLst xmlns:a="http://schemas.openxmlformats.org/drawingml/2006/main">
              <a:ext uri="{FF2B5EF4-FFF2-40B4-BE49-F238E27FC236}">
                <a16:creationId xmlns:a16="http://schemas.microsoft.com/office/drawing/2014/main" id="{3C0DB8C1-A98C-4C33-9BDE-122A156296A6}"/>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defRPr sz="1200" b="1">
                <a:solidFill>
                  <a:srgbClr val="146B68"/>
                </a:solidFill>
                <a:latin typeface="Arial"/>
                <a:ea typeface="Arial"/>
                <a:cs typeface="Arial"/>
              </a:defRPr>
            </a:lvl1pPr>
            <a:lvl2pPr algn="l">
              <a:defRPr sz="1200" b="1">
                <a:solidFill>
                  <a:srgbClr val="146B68"/>
                </a:solidFill>
                <a:latin typeface="Arial"/>
                <a:ea typeface="Arial"/>
                <a:cs typeface="Arial"/>
              </a:defRPr>
            </a:lvl2pPr>
            <a:lvl3pPr algn="l">
              <a:defRPr sz="1200" b="1">
                <a:solidFill>
                  <a:srgbClr val="146B68"/>
                </a:solidFill>
                <a:latin typeface="Arial"/>
                <a:ea typeface="Arial"/>
                <a:cs typeface="Arial"/>
              </a:defRPr>
            </a:lvl3pPr>
            <a:lvl4pPr algn="l">
              <a:defRPr sz="1200" b="1">
                <a:solidFill>
                  <a:srgbClr val="146B68"/>
                </a:solidFill>
                <a:latin typeface="Arial"/>
                <a:ea typeface="Arial"/>
                <a:cs typeface="Arial"/>
              </a:defRPr>
            </a:lvl4pPr>
            <a:lvl5pPr algn="l">
              <a:defRPr sz="1200" b="1">
                <a:solidFill>
                  <a:srgbClr val="146B68"/>
                </a:solidFill>
                <a:latin typeface="Arial"/>
                <a:ea typeface="Arial"/>
                <a:cs typeface="Arial"/>
              </a:defRPr>
            </a:lvl5pPr>
            <a:lvl6pPr algn="l">
              <a:defRPr sz="1200" b="1">
                <a:solidFill>
                  <a:srgbClr val="146B68"/>
                </a:solidFill>
                <a:latin typeface="Arial"/>
                <a:ea typeface="Arial"/>
                <a:cs typeface="Arial"/>
              </a:defRPr>
            </a:lvl6pPr>
            <a:lvl7pPr algn="l">
              <a:defRPr sz="1200" b="1">
                <a:solidFill>
                  <a:srgbClr val="146B68"/>
                </a:solidFill>
                <a:latin typeface="Arial"/>
                <a:ea typeface="Arial"/>
                <a:cs typeface="Arial"/>
              </a:defRPr>
            </a:lvl7pPr>
            <a:lvl8pPr algn="l">
              <a:defRPr sz="1200" b="1">
                <a:solidFill>
                  <a:srgbClr val="146B68"/>
                </a:solidFill>
                <a:latin typeface="Arial"/>
                <a:ea typeface="Arial"/>
                <a:cs typeface="Arial"/>
              </a:defRPr>
            </a:lvl8pPr>
            <a:lvl9pPr algn="l">
              <a:defRPr sz="1200" b="1">
                <a:solidFill>
                  <a:srgbClr val="146B68"/>
                </a:solidFill>
                <a:latin typeface="Arial"/>
                <a:ea typeface="Arial"/>
                <a:cs typeface="Arial"/>
              </a:defRPr>
            </a:lvl9pPr>
          </a:lstStyle>
          <a:p xmlns:a="http://schemas.openxmlformats.org/drawingml/2006/main">
            <a:pPr algn="l">
              <a:defRPr sz="1200" b="1">
                <a:solidFill>
                  <a:srgbClr val="146B68"/>
                </a:solidFill>
                <a:latin typeface="Arial"/>
                <a:ea typeface="Arial"/>
                <a:cs typeface="Arial"/>
              </a:defRPr>
            </a:pPr>
            <a:r>
              <a:rPr sz="1200" b="1">
                <a:solidFill>
                  <a:srgbClr val="146B68"/>
                </a:solidFill>
                <a:latin typeface="Arial"/>
                <a:ea typeface="Arial"/>
                <a:cs typeface="Arial"/>
              </a:rPr>
              <a:t>VOC-LAUNCH-A2-W02-L1</a:t>
            </a:r>
          </a:p>
        </p:txBody>
      </p:sp>
      <p:sp>
        <p:nvSpPr>
          <p:cNvPr id="12" name="edition-label">
            <a:extLst xmlns:a="http://schemas.openxmlformats.org/drawingml/2006/main">
              <a:ext uri="{FF2B5EF4-FFF2-40B4-BE49-F238E27FC236}">
                <a16:creationId xmlns:a16="http://schemas.microsoft.com/office/drawing/2014/main" id="{E2F12534-A484-4A1D-AF53-00C0E8C53CC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4E71ED8A-618F-4BCD-8507-5A41198C71E4}"/>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8601679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3A021701-9E20-4A6D-9A48-AD38DFAF3C4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E3AE5FF-4287-4B7C-B215-8CAAFE62FFD5}"/>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defRPr sz="1275" b="1">
                <a:solidFill>
                  <a:srgbClr val="146B68"/>
                </a:solidFill>
                <a:latin typeface="Arial"/>
                <a:ea typeface="Arial"/>
                <a:cs typeface="Arial"/>
              </a:defRPr>
            </a:lvl1pPr>
            <a:lvl2pPr algn="l">
              <a:defRPr sz="1275" b="1">
                <a:solidFill>
                  <a:srgbClr val="146B68"/>
                </a:solidFill>
                <a:latin typeface="Arial"/>
                <a:ea typeface="Arial"/>
                <a:cs typeface="Arial"/>
              </a:defRPr>
            </a:lvl2pPr>
            <a:lvl3pPr algn="l">
              <a:defRPr sz="1275" b="1">
                <a:solidFill>
                  <a:srgbClr val="146B68"/>
                </a:solidFill>
                <a:latin typeface="Arial"/>
                <a:ea typeface="Arial"/>
                <a:cs typeface="Arial"/>
              </a:defRPr>
            </a:lvl3pPr>
            <a:lvl4pPr algn="l">
              <a:defRPr sz="1275" b="1">
                <a:solidFill>
                  <a:srgbClr val="146B68"/>
                </a:solidFill>
                <a:latin typeface="Arial"/>
                <a:ea typeface="Arial"/>
                <a:cs typeface="Arial"/>
              </a:defRPr>
            </a:lvl4pPr>
            <a:lvl5pPr algn="l">
              <a:defRPr sz="1275" b="1">
                <a:solidFill>
                  <a:srgbClr val="146B68"/>
                </a:solidFill>
                <a:latin typeface="Arial"/>
                <a:ea typeface="Arial"/>
                <a:cs typeface="Arial"/>
              </a:defRPr>
            </a:lvl5pPr>
            <a:lvl6pPr algn="l">
              <a:defRPr sz="1275" b="1">
                <a:solidFill>
                  <a:srgbClr val="146B68"/>
                </a:solidFill>
                <a:latin typeface="Arial"/>
                <a:ea typeface="Arial"/>
                <a:cs typeface="Arial"/>
              </a:defRPr>
            </a:lvl6pPr>
            <a:lvl7pPr algn="l">
              <a:defRPr sz="1275" b="1">
                <a:solidFill>
                  <a:srgbClr val="146B68"/>
                </a:solidFill>
                <a:latin typeface="Arial"/>
                <a:ea typeface="Arial"/>
                <a:cs typeface="Arial"/>
              </a:defRPr>
            </a:lvl7pPr>
            <a:lvl8pPr algn="l">
              <a:defRPr sz="1275" b="1">
                <a:solidFill>
                  <a:srgbClr val="146B68"/>
                </a:solidFill>
                <a:latin typeface="Arial"/>
                <a:ea typeface="Arial"/>
                <a:cs typeface="Arial"/>
              </a:defRPr>
            </a:lvl8pPr>
            <a:lvl9pPr algn="l">
              <a:defRPr sz="1275" b="1">
                <a:solidFill>
                  <a:srgbClr val="146B68"/>
                </a:solidFill>
                <a:latin typeface="Arial"/>
                <a:ea typeface="Arial"/>
                <a:cs typeface="Arial"/>
              </a:defRPr>
            </a:lvl9pPr>
          </a:lstStyle>
          <a:p xmlns:a="http://schemas.openxmlformats.org/drawingml/2006/main">
            <a:pPr algn="l">
              <a:defRPr sz="1275" b="1">
                <a:solidFill>
                  <a:srgbClr val="146B68"/>
                </a:solidFill>
                <a:latin typeface="Arial"/>
                <a:ea typeface="Arial"/>
                <a:cs typeface="Arial"/>
              </a:defRPr>
            </a:pPr>
            <a:r>
              <a:rPr sz="1275" b="1">
                <a:solidFill>
                  <a:srgbClr val="146B68"/>
                </a:solidFill>
                <a:latin typeface="Arial"/>
                <a:ea typeface="Arial"/>
                <a:cs typeface="Arial"/>
              </a:rPr>
              <a:t>RETRIEVAL AND STARTER</a:t>
            </a:r>
          </a:p>
        </p:txBody>
      </p:sp>
      <p:sp>
        <p:nvSpPr>
          <p:cNvPr id="3" name="slide-number-time">
            <a:extLst xmlns:a="http://schemas.openxmlformats.org/drawingml/2006/main">
              <a:ext uri="{FF2B5EF4-FFF2-40B4-BE49-F238E27FC236}">
                <a16:creationId xmlns:a16="http://schemas.microsoft.com/office/drawing/2014/main" id="{5B34A199-16A2-40B3-93F4-E8DC4CB800C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3 / 12  ·  2 min</a:t>
            </a:r>
          </a:p>
        </p:txBody>
      </p:sp>
      <p:sp>
        <p:nvSpPr>
          <p:cNvPr id="4" name="slide-title">
            <a:extLst xmlns:a="http://schemas.openxmlformats.org/drawingml/2006/main">
              <a:ext uri="{FF2B5EF4-FFF2-40B4-BE49-F238E27FC236}">
                <a16:creationId xmlns:a16="http://schemas.microsoft.com/office/drawing/2014/main" id="{A6FD493D-0A9C-4177-8AF4-B00EDD1AAE5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A café visit</a:t>
            </a:r>
          </a:p>
        </p:txBody>
      </p:sp>
      <p:sp>
        <p:nvSpPr>
          <p:cNvPr id="5" name="heading-rule">
            <a:extLst xmlns:a="http://schemas.openxmlformats.org/drawingml/2006/main">
              <a:ext uri="{FF2B5EF4-FFF2-40B4-BE49-F238E27FC236}">
                <a16:creationId xmlns:a16="http://schemas.microsoft.com/office/drawing/2014/main" id="{F82BE440-5375-4F35-ADAF-437E2ABC0E6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step-number-0">
            <a:extLst xmlns:a="http://schemas.openxmlformats.org/drawingml/2006/main">
              <a:ext uri="{FF2B5EF4-FFF2-40B4-BE49-F238E27FC236}">
                <a16:creationId xmlns:a16="http://schemas.microsoft.com/office/drawing/2014/main" id="{DF173CAD-826E-4084-9B4C-C8AABADCB8B4}"/>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7" name="body-0">
            <a:extLst xmlns:a="http://schemas.openxmlformats.org/drawingml/2006/main">
              <a:ext uri="{FF2B5EF4-FFF2-40B4-BE49-F238E27FC236}">
                <a16:creationId xmlns:a16="http://schemas.microsoft.com/office/drawing/2014/main" id="{90CB7172-9C38-40B9-AF7B-975F5C233D59}"/>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Think about a café, or use the model example.</a:t>
            </a:r>
          </a:p>
        </p:txBody>
      </p:sp>
      <p:sp>
        <p:nvSpPr>
          <p:cNvPr id="8" name="step-number-1">
            <a:extLst xmlns:a="http://schemas.openxmlformats.org/drawingml/2006/main">
              <a:ext uri="{FF2B5EF4-FFF2-40B4-BE49-F238E27FC236}">
                <a16:creationId xmlns:a16="http://schemas.microsoft.com/office/drawing/2014/main" id="{FAC8A69D-862B-43CD-9F73-AD4684473C01}"/>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9" name="body-1">
            <a:extLst xmlns:a="http://schemas.openxmlformats.org/drawingml/2006/main">
              <a:ext uri="{FF2B5EF4-FFF2-40B4-BE49-F238E27FC236}">
                <a16:creationId xmlns:a16="http://schemas.microsoft.com/office/drawing/2014/main" id="{3C17FA7C-29CB-4E0C-B61C-8D8D770FC308}"/>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You buy a sandwich. Someone takes your order.</a:t>
            </a:r>
          </a:p>
        </p:txBody>
      </p:sp>
      <p:sp>
        <p:nvSpPr>
          <p:cNvPr id="10" name="step-number-2">
            <a:extLst xmlns:a="http://schemas.openxmlformats.org/drawingml/2006/main">
              <a:ext uri="{FF2B5EF4-FFF2-40B4-BE49-F238E27FC236}">
                <a16:creationId xmlns:a16="http://schemas.microsoft.com/office/drawing/2014/main" id="{F2D5BCBF-0136-474F-9E9C-A77FC6935448}"/>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11" name="body-2">
            <a:extLst xmlns:a="http://schemas.openxmlformats.org/drawingml/2006/main">
              <a:ext uri="{FF2B5EF4-FFF2-40B4-BE49-F238E27FC236}">
                <a16:creationId xmlns:a16="http://schemas.microsoft.com/office/drawing/2014/main" id="{52982E52-0F07-4898-B27D-FA06B42BB65E}"/>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Which is the product? Which is the service?</a:t>
            </a:r>
          </a:p>
        </p:txBody>
      </p:sp>
      <p:sp>
        <p:nvSpPr>
          <p:cNvPr id="12" name="step-number-3">
            <a:extLst xmlns:a="http://schemas.openxmlformats.org/drawingml/2006/main">
              <a:ext uri="{FF2B5EF4-FFF2-40B4-BE49-F238E27FC236}">
                <a16:creationId xmlns:a16="http://schemas.microsoft.com/office/drawing/2014/main" id="{7C37CF91-610D-4A0A-92A1-047B99E5EB4A}"/>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13" name="body-3">
            <a:extLst xmlns:a="http://schemas.openxmlformats.org/drawingml/2006/main">
              <a:ext uri="{FF2B5EF4-FFF2-40B4-BE49-F238E27FC236}">
                <a16:creationId xmlns:a16="http://schemas.microsoft.com/office/drawing/2014/main" id="{A2438F1D-FC2B-424D-90BC-B4222D526601}"/>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The __ is a product. __ is a service.</a:t>
            </a:r>
          </a:p>
        </p:txBody>
      </p:sp>
      <p:sp>
        <p:nvSpPr>
          <p:cNvPr id="14" name="printed-id">
            <a:extLst xmlns:a="http://schemas.openxmlformats.org/drawingml/2006/main">
              <a:ext uri="{FF2B5EF4-FFF2-40B4-BE49-F238E27FC236}">
                <a16:creationId xmlns:a16="http://schemas.microsoft.com/office/drawing/2014/main" id="{31A0A455-7C04-4E2A-960A-DFD0650EBABD}"/>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defRPr sz="1200" b="1">
                <a:solidFill>
                  <a:srgbClr val="146B68"/>
                </a:solidFill>
                <a:latin typeface="Arial"/>
                <a:ea typeface="Arial"/>
                <a:cs typeface="Arial"/>
              </a:defRPr>
            </a:lvl1pPr>
            <a:lvl2pPr algn="l">
              <a:defRPr sz="1200" b="1">
                <a:solidFill>
                  <a:srgbClr val="146B68"/>
                </a:solidFill>
                <a:latin typeface="Arial"/>
                <a:ea typeface="Arial"/>
                <a:cs typeface="Arial"/>
              </a:defRPr>
            </a:lvl2pPr>
            <a:lvl3pPr algn="l">
              <a:defRPr sz="1200" b="1">
                <a:solidFill>
                  <a:srgbClr val="146B68"/>
                </a:solidFill>
                <a:latin typeface="Arial"/>
                <a:ea typeface="Arial"/>
                <a:cs typeface="Arial"/>
              </a:defRPr>
            </a:lvl3pPr>
            <a:lvl4pPr algn="l">
              <a:defRPr sz="1200" b="1">
                <a:solidFill>
                  <a:srgbClr val="146B68"/>
                </a:solidFill>
                <a:latin typeface="Arial"/>
                <a:ea typeface="Arial"/>
                <a:cs typeface="Arial"/>
              </a:defRPr>
            </a:lvl4pPr>
            <a:lvl5pPr algn="l">
              <a:defRPr sz="1200" b="1">
                <a:solidFill>
                  <a:srgbClr val="146B68"/>
                </a:solidFill>
                <a:latin typeface="Arial"/>
                <a:ea typeface="Arial"/>
                <a:cs typeface="Arial"/>
              </a:defRPr>
            </a:lvl5pPr>
            <a:lvl6pPr algn="l">
              <a:defRPr sz="1200" b="1">
                <a:solidFill>
                  <a:srgbClr val="146B68"/>
                </a:solidFill>
                <a:latin typeface="Arial"/>
                <a:ea typeface="Arial"/>
                <a:cs typeface="Arial"/>
              </a:defRPr>
            </a:lvl6pPr>
            <a:lvl7pPr algn="l">
              <a:defRPr sz="1200" b="1">
                <a:solidFill>
                  <a:srgbClr val="146B68"/>
                </a:solidFill>
                <a:latin typeface="Arial"/>
                <a:ea typeface="Arial"/>
                <a:cs typeface="Arial"/>
              </a:defRPr>
            </a:lvl7pPr>
            <a:lvl8pPr algn="l">
              <a:defRPr sz="1200" b="1">
                <a:solidFill>
                  <a:srgbClr val="146B68"/>
                </a:solidFill>
                <a:latin typeface="Arial"/>
                <a:ea typeface="Arial"/>
                <a:cs typeface="Arial"/>
              </a:defRPr>
            </a:lvl8pPr>
            <a:lvl9pPr algn="l">
              <a:defRPr sz="1200" b="1">
                <a:solidFill>
                  <a:srgbClr val="146B68"/>
                </a:solidFill>
                <a:latin typeface="Arial"/>
                <a:ea typeface="Arial"/>
                <a:cs typeface="Arial"/>
              </a:defRPr>
            </a:lvl9pPr>
          </a:lstStyle>
          <a:p xmlns:a="http://schemas.openxmlformats.org/drawingml/2006/main">
            <a:pPr algn="l">
              <a:defRPr sz="1200" b="1">
                <a:solidFill>
                  <a:srgbClr val="146B68"/>
                </a:solidFill>
                <a:latin typeface="Arial"/>
                <a:ea typeface="Arial"/>
                <a:cs typeface="Arial"/>
              </a:defRPr>
            </a:pPr>
            <a:r>
              <a:rPr sz="1200" b="1">
                <a:solidFill>
                  <a:srgbClr val="146B68"/>
                </a:solidFill>
                <a:latin typeface="Arial"/>
                <a:ea typeface="Arial"/>
                <a:cs typeface="Arial"/>
              </a:rPr>
              <a:t>VOC-LAUNCH-A2-W02-L1</a:t>
            </a:r>
          </a:p>
        </p:txBody>
      </p:sp>
      <p:sp>
        <p:nvSpPr>
          <p:cNvPr id="15" name="edition-label">
            <a:extLst xmlns:a="http://schemas.openxmlformats.org/drawingml/2006/main">
              <a:ext uri="{FF2B5EF4-FFF2-40B4-BE49-F238E27FC236}">
                <a16:creationId xmlns:a16="http://schemas.microsoft.com/office/drawing/2014/main" id="{80190B93-2A2E-42BD-8AA1-E708D54DB0FF}"/>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90C713F6-C06A-43B2-8504-42FDC153981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8357239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177C9D54-3CEE-4FB0-9232-6CAB46E8341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DFFAEDE-5D5E-4223-8D76-717C74429D6A}"/>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defRPr sz="1275" b="1">
                <a:solidFill>
                  <a:srgbClr val="146B68"/>
                </a:solidFill>
                <a:latin typeface="Arial"/>
                <a:ea typeface="Arial"/>
                <a:cs typeface="Arial"/>
              </a:defRPr>
            </a:lvl1pPr>
            <a:lvl2pPr algn="l">
              <a:defRPr sz="1275" b="1">
                <a:solidFill>
                  <a:srgbClr val="146B68"/>
                </a:solidFill>
                <a:latin typeface="Arial"/>
                <a:ea typeface="Arial"/>
                <a:cs typeface="Arial"/>
              </a:defRPr>
            </a:lvl2pPr>
            <a:lvl3pPr algn="l">
              <a:defRPr sz="1275" b="1">
                <a:solidFill>
                  <a:srgbClr val="146B68"/>
                </a:solidFill>
                <a:latin typeface="Arial"/>
                <a:ea typeface="Arial"/>
                <a:cs typeface="Arial"/>
              </a:defRPr>
            </a:lvl3pPr>
            <a:lvl4pPr algn="l">
              <a:defRPr sz="1275" b="1">
                <a:solidFill>
                  <a:srgbClr val="146B68"/>
                </a:solidFill>
                <a:latin typeface="Arial"/>
                <a:ea typeface="Arial"/>
                <a:cs typeface="Arial"/>
              </a:defRPr>
            </a:lvl4pPr>
            <a:lvl5pPr algn="l">
              <a:defRPr sz="1275" b="1">
                <a:solidFill>
                  <a:srgbClr val="146B68"/>
                </a:solidFill>
                <a:latin typeface="Arial"/>
                <a:ea typeface="Arial"/>
                <a:cs typeface="Arial"/>
              </a:defRPr>
            </a:lvl5pPr>
            <a:lvl6pPr algn="l">
              <a:defRPr sz="1275" b="1">
                <a:solidFill>
                  <a:srgbClr val="146B68"/>
                </a:solidFill>
                <a:latin typeface="Arial"/>
                <a:ea typeface="Arial"/>
                <a:cs typeface="Arial"/>
              </a:defRPr>
            </a:lvl6pPr>
            <a:lvl7pPr algn="l">
              <a:defRPr sz="1275" b="1">
                <a:solidFill>
                  <a:srgbClr val="146B68"/>
                </a:solidFill>
                <a:latin typeface="Arial"/>
                <a:ea typeface="Arial"/>
                <a:cs typeface="Arial"/>
              </a:defRPr>
            </a:lvl7pPr>
            <a:lvl8pPr algn="l">
              <a:defRPr sz="1275" b="1">
                <a:solidFill>
                  <a:srgbClr val="146B68"/>
                </a:solidFill>
                <a:latin typeface="Arial"/>
                <a:ea typeface="Arial"/>
                <a:cs typeface="Arial"/>
              </a:defRPr>
            </a:lvl8pPr>
            <a:lvl9pPr algn="l">
              <a:defRPr sz="1275" b="1">
                <a:solidFill>
                  <a:srgbClr val="146B68"/>
                </a:solidFill>
                <a:latin typeface="Arial"/>
                <a:ea typeface="Arial"/>
                <a:cs typeface="Arial"/>
              </a:defRPr>
            </a:lvl9pPr>
          </a:lstStyle>
          <a:p xmlns:a="http://schemas.openxmlformats.org/drawingml/2006/main">
            <a:pPr algn="l">
              <a:defRPr sz="1275" b="1">
                <a:solidFill>
                  <a:srgbClr val="146B68"/>
                </a:solidFill>
                <a:latin typeface="Arial"/>
                <a:ea typeface="Arial"/>
                <a:cs typeface="Arial"/>
              </a:defRPr>
            </a:pPr>
            <a:r>
              <a:rPr sz="1275" b="1">
                <a:solidFill>
                  <a:srgbClr val="146B68"/>
                </a:solidFill>
                <a:latin typeface="Arial"/>
                <a:ea typeface="Arial"/>
                <a:cs typeface="Arial"/>
              </a:rPr>
              <a:t>TODAY</a:t>
            </a:r>
          </a:p>
        </p:txBody>
      </p:sp>
      <p:sp>
        <p:nvSpPr>
          <p:cNvPr id="3" name="slide-number-time">
            <a:extLst xmlns:a="http://schemas.openxmlformats.org/drawingml/2006/main">
              <a:ext uri="{FF2B5EF4-FFF2-40B4-BE49-F238E27FC236}">
                <a16:creationId xmlns:a16="http://schemas.microsoft.com/office/drawing/2014/main" id="{D82B6EA8-C732-49C3-8655-2B2A3C29E25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4 / 12</a:t>
            </a:r>
          </a:p>
        </p:txBody>
      </p:sp>
      <p:sp>
        <p:nvSpPr>
          <p:cNvPr id="4" name="slide-title">
            <a:extLst xmlns:a="http://schemas.openxmlformats.org/drawingml/2006/main">
              <a:ext uri="{FF2B5EF4-FFF2-40B4-BE49-F238E27FC236}">
                <a16:creationId xmlns:a16="http://schemas.microsoft.com/office/drawing/2014/main" id="{33922DCF-3DD7-4C95-A91B-55810C83AF3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Today I can</a:t>
            </a:r>
          </a:p>
        </p:txBody>
      </p:sp>
      <p:sp>
        <p:nvSpPr>
          <p:cNvPr id="5" name="heading-rule">
            <a:extLst xmlns:a="http://schemas.openxmlformats.org/drawingml/2006/main">
              <a:ext uri="{FF2B5EF4-FFF2-40B4-BE49-F238E27FC236}">
                <a16:creationId xmlns:a16="http://schemas.microsoft.com/office/drawing/2014/main" id="{77BF3CF2-E5EA-4F2E-BBE9-4C959E02C1B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EEDD01F8-94BB-4F97-9298-577BA43692D6}"/>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Sort hospitality items into products and services and explain the difference.</a:t>
            </a:r>
          </a:p>
        </p:txBody>
      </p:sp>
      <p:sp>
        <p:nvSpPr>
          <p:cNvPr id="7" name="body-1">
            <a:extLst xmlns:a="http://schemas.openxmlformats.org/drawingml/2006/main">
              <a:ext uri="{FF2B5EF4-FFF2-40B4-BE49-F238E27FC236}">
                <a16:creationId xmlns:a16="http://schemas.microsoft.com/office/drawing/2014/main" id="{22DBC99A-D736-408F-A1A3-A2B6ED12D71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can sort an item or an action.</a:t>
            </a:r>
          </a:p>
        </p:txBody>
      </p:sp>
      <p:sp>
        <p:nvSpPr>
          <p:cNvPr id="8" name="body-2">
            <a:extLst xmlns:a="http://schemas.openxmlformats.org/drawingml/2006/main">
              <a:ext uri="{FF2B5EF4-FFF2-40B4-BE49-F238E27FC236}">
                <a16:creationId xmlns:a16="http://schemas.microsoft.com/office/drawing/2014/main" id="{A6DE099A-7A07-4C14-9BB1-52BE150EABD6}"/>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can explain one choice.</a:t>
            </a:r>
          </a:p>
        </p:txBody>
      </p:sp>
      <p:sp>
        <p:nvSpPr>
          <p:cNvPr id="9" name="body-3">
            <a:extLst xmlns:a="http://schemas.openxmlformats.org/drawingml/2006/main">
              <a:ext uri="{FF2B5EF4-FFF2-40B4-BE49-F238E27FC236}">
                <a16:creationId xmlns:a16="http://schemas.microsoft.com/office/drawing/2014/main" id="{2B1DB307-B77E-4597-9C85-387161E47364}"/>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can plan my display.</a:t>
            </a:r>
          </a:p>
        </p:txBody>
      </p:sp>
      <p:sp>
        <p:nvSpPr>
          <p:cNvPr id="10" name="printed-id">
            <a:extLst xmlns:a="http://schemas.openxmlformats.org/drawingml/2006/main">
              <a:ext uri="{FF2B5EF4-FFF2-40B4-BE49-F238E27FC236}">
                <a16:creationId xmlns:a16="http://schemas.microsoft.com/office/drawing/2014/main" id="{C8FC94E4-EF9D-4B4C-854F-855FD88330D1}"/>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defRPr sz="1200" b="1">
                <a:solidFill>
                  <a:srgbClr val="146B68"/>
                </a:solidFill>
                <a:latin typeface="Arial"/>
                <a:ea typeface="Arial"/>
                <a:cs typeface="Arial"/>
              </a:defRPr>
            </a:lvl1pPr>
            <a:lvl2pPr algn="l">
              <a:defRPr sz="1200" b="1">
                <a:solidFill>
                  <a:srgbClr val="146B68"/>
                </a:solidFill>
                <a:latin typeface="Arial"/>
                <a:ea typeface="Arial"/>
                <a:cs typeface="Arial"/>
              </a:defRPr>
            </a:lvl2pPr>
            <a:lvl3pPr algn="l">
              <a:defRPr sz="1200" b="1">
                <a:solidFill>
                  <a:srgbClr val="146B68"/>
                </a:solidFill>
                <a:latin typeface="Arial"/>
                <a:ea typeface="Arial"/>
                <a:cs typeface="Arial"/>
              </a:defRPr>
            </a:lvl3pPr>
            <a:lvl4pPr algn="l">
              <a:defRPr sz="1200" b="1">
                <a:solidFill>
                  <a:srgbClr val="146B68"/>
                </a:solidFill>
                <a:latin typeface="Arial"/>
                <a:ea typeface="Arial"/>
                <a:cs typeface="Arial"/>
              </a:defRPr>
            </a:lvl4pPr>
            <a:lvl5pPr algn="l">
              <a:defRPr sz="1200" b="1">
                <a:solidFill>
                  <a:srgbClr val="146B68"/>
                </a:solidFill>
                <a:latin typeface="Arial"/>
                <a:ea typeface="Arial"/>
                <a:cs typeface="Arial"/>
              </a:defRPr>
            </a:lvl5pPr>
            <a:lvl6pPr algn="l">
              <a:defRPr sz="1200" b="1">
                <a:solidFill>
                  <a:srgbClr val="146B68"/>
                </a:solidFill>
                <a:latin typeface="Arial"/>
                <a:ea typeface="Arial"/>
                <a:cs typeface="Arial"/>
              </a:defRPr>
            </a:lvl6pPr>
            <a:lvl7pPr algn="l">
              <a:defRPr sz="1200" b="1">
                <a:solidFill>
                  <a:srgbClr val="146B68"/>
                </a:solidFill>
                <a:latin typeface="Arial"/>
                <a:ea typeface="Arial"/>
                <a:cs typeface="Arial"/>
              </a:defRPr>
            </a:lvl7pPr>
            <a:lvl8pPr algn="l">
              <a:defRPr sz="1200" b="1">
                <a:solidFill>
                  <a:srgbClr val="146B68"/>
                </a:solidFill>
                <a:latin typeface="Arial"/>
                <a:ea typeface="Arial"/>
                <a:cs typeface="Arial"/>
              </a:defRPr>
            </a:lvl8pPr>
            <a:lvl9pPr algn="l">
              <a:defRPr sz="1200" b="1">
                <a:solidFill>
                  <a:srgbClr val="146B68"/>
                </a:solidFill>
                <a:latin typeface="Arial"/>
                <a:ea typeface="Arial"/>
                <a:cs typeface="Arial"/>
              </a:defRPr>
            </a:lvl9pPr>
          </a:lstStyle>
          <a:p xmlns:a="http://schemas.openxmlformats.org/drawingml/2006/main">
            <a:pPr algn="l">
              <a:defRPr sz="1200" b="1">
                <a:solidFill>
                  <a:srgbClr val="146B68"/>
                </a:solidFill>
                <a:latin typeface="Arial"/>
                <a:ea typeface="Arial"/>
                <a:cs typeface="Arial"/>
              </a:defRPr>
            </a:pPr>
            <a:r>
              <a:rPr sz="1200" b="1">
                <a:solidFill>
                  <a:srgbClr val="146B68"/>
                </a:solidFill>
                <a:latin typeface="Arial"/>
                <a:ea typeface="Arial"/>
                <a:cs typeface="Arial"/>
              </a:rPr>
              <a:t>VOC-LAUNCH-A2-W02-L1</a:t>
            </a:r>
          </a:p>
        </p:txBody>
      </p:sp>
      <p:sp>
        <p:nvSpPr>
          <p:cNvPr id="11" name="edition-label">
            <a:extLst xmlns:a="http://schemas.openxmlformats.org/drawingml/2006/main">
              <a:ext uri="{FF2B5EF4-FFF2-40B4-BE49-F238E27FC236}">
                <a16:creationId xmlns:a16="http://schemas.microsoft.com/office/drawing/2014/main" id="{72F305FC-1F2C-4085-8EB4-04063FDB041F}"/>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9D2C3646-72EA-47F9-B66F-46E4E48D985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14081503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19821A47-F1BE-48BD-8CCF-6E4E774E174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3427227-B9CA-4D2A-A997-EA9CAD85E543}"/>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defRPr sz="1275" b="1">
                <a:solidFill>
                  <a:srgbClr val="146B68"/>
                </a:solidFill>
                <a:latin typeface="Arial"/>
                <a:ea typeface="Arial"/>
                <a:cs typeface="Arial"/>
              </a:defRPr>
            </a:lvl1pPr>
            <a:lvl2pPr algn="l">
              <a:defRPr sz="1275" b="1">
                <a:solidFill>
                  <a:srgbClr val="146B68"/>
                </a:solidFill>
                <a:latin typeface="Arial"/>
                <a:ea typeface="Arial"/>
                <a:cs typeface="Arial"/>
              </a:defRPr>
            </a:lvl2pPr>
            <a:lvl3pPr algn="l">
              <a:defRPr sz="1275" b="1">
                <a:solidFill>
                  <a:srgbClr val="146B68"/>
                </a:solidFill>
                <a:latin typeface="Arial"/>
                <a:ea typeface="Arial"/>
                <a:cs typeface="Arial"/>
              </a:defRPr>
            </a:lvl3pPr>
            <a:lvl4pPr algn="l">
              <a:defRPr sz="1275" b="1">
                <a:solidFill>
                  <a:srgbClr val="146B68"/>
                </a:solidFill>
                <a:latin typeface="Arial"/>
                <a:ea typeface="Arial"/>
                <a:cs typeface="Arial"/>
              </a:defRPr>
            </a:lvl4pPr>
            <a:lvl5pPr algn="l">
              <a:defRPr sz="1275" b="1">
                <a:solidFill>
                  <a:srgbClr val="146B68"/>
                </a:solidFill>
                <a:latin typeface="Arial"/>
                <a:ea typeface="Arial"/>
                <a:cs typeface="Arial"/>
              </a:defRPr>
            </a:lvl5pPr>
            <a:lvl6pPr algn="l">
              <a:defRPr sz="1275" b="1">
                <a:solidFill>
                  <a:srgbClr val="146B68"/>
                </a:solidFill>
                <a:latin typeface="Arial"/>
                <a:ea typeface="Arial"/>
                <a:cs typeface="Arial"/>
              </a:defRPr>
            </a:lvl6pPr>
            <a:lvl7pPr algn="l">
              <a:defRPr sz="1275" b="1">
                <a:solidFill>
                  <a:srgbClr val="146B68"/>
                </a:solidFill>
                <a:latin typeface="Arial"/>
                <a:ea typeface="Arial"/>
                <a:cs typeface="Arial"/>
              </a:defRPr>
            </a:lvl7pPr>
            <a:lvl8pPr algn="l">
              <a:defRPr sz="1275" b="1">
                <a:solidFill>
                  <a:srgbClr val="146B68"/>
                </a:solidFill>
                <a:latin typeface="Arial"/>
                <a:ea typeface="Arial"/>
                <a:cs typeface="Arial"/>
              </a:defRPr>
            </a:lvl8pPr>
            <a:lvl9pPr algn="l">
              <a:defRPr sz="1275" b="1">
                <a:solidFill>
                  <a:srgbClr val="146B68"/>
                </a:solidFill>
                <a:latin typeface="Arial"/>
                <a:ea typeface="Arial"/>
                <a:cs typeface="Arial"/>
              </a:defRPr>
            </a:lvl9pPr>
          </a:lstStyle>
          <a:p xmlns:a="http://schemas.openxmlformats.org/drawingml/2006/main">
            <a:pPr algn="l">
              <a:defRPr sz="1275" b="1">
                <a:solidFill>
                  <a:srgbClr val="146B68"/>
                </a:solidFill>
                <a:latin typeface="Arial"/>
                <a:ea typeface="Arial"/>
                <a:cs typeface="Arial"/>
              </a:defRPr>
            </a:pPr>
            <a:r>
              <a:rPr sz="1275" b="1">
                <a:solidFill>
                  <a:srgbClr val="146B68"/>
                </a:solidFill>
                <a:latin typeface="Arial"/>
                <a:ea typeface="Arial"/>
                <a:cs typeface="Arial"/>
              </a:rPr>
              <a:t>I DO</a:t>
            </a:r>
          </a:p>
        </p:txBody>
      </p:sp>
      <p:sp>
        <p:nvSpPr>
          <p:cNvPr id="3" name="slide-number-time">
            <a:extLst xmlns:a="http://schemas.openxmlformats.org/drawingml/2006/main">
              <a:ext uri="{FF2B5EF4-FFF2-40B4-BE49-F238E27FC236}">
                <a16:creationId xmlns:a16="http://schemas.microsoft.com/office/drawing/2014/main" id="{0DC3206F-8F1E-4976-8962-E730579602F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5 / 12  ·  5 min</a:t>
            </a:r>
          </a:p>
        </p:txBody>
      </p:sp>
      <p:sp>
        <p:nvSpPr>
          <p:cNvPr id="4" name="slide-title">
            <a:extLst xmlns:a="http://schemas.openxmlformats.org/drawingml/2006/main">
              <a:ext uri="{FF2B5EF4-FFF2-40B4-BE49-F238E27FC236}">
                <a16:creationId xmlns:a16="http://schemas.microsoft.com/office/drawing/2014/main" id="{8497E868-A88D-470E-925F-63DEE412DD3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Product or service</a:t>
            </a:r>
          </a:p>
        </p:txBody>
      </p:sp>
      <p:sp>
        <p:nvSpPr>
          <p:cNvPr id="5" name="heading-rule">
            <a:extLst xmlns:a="http://schemas.openxmlformats.org/drawingml/2006/main">
              <a:ext uri="{FF2B5EF4-FFF2-40B4-BE49-F238E27FC236}">
                <a16:creationId xmlns:a16="http://schemas.microsoft.com/office/drawing/2014/main" id="{E8CC9F58-527A-43F8-925D-CF226325DCDD}"/>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diagram-divider">
            <a:extLst xmlns:a="http://schemas.openxmlformats.org/drawingml/2006/main">
              <a:ext uri="{FF2B5EF4-FFF2-40B4-BE49-F238E27FC236}">
                <a16:creationId xmlns:a16="http://schemas.microsoft.com/office/drawing/2014/main" id="{4A6EA5FD-0722-497F-9BE5-4F9C440565AD}"/>
              </a:ext>
            </a:extLst>
          </p:cNvPr>
          <p:cNvSpPr>
            <a:spLocks xmlns:a="http://schemas.openxmlformats.org/drawingml/2006/main" noGrp="1"/>
          </p:cNvSpPr>
          <p:nvPr/>
        </p:nvSpPr>
        <p:spPr>
          <a:xfrm xmlns:a="http://schemas.openxmlformats.org/drawingml/2006/main">
            <a:off x="5915025" y="1752600"/>
            <a:ext cx="9525" cy="2286000"/>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7" name="diagram-heading-0">
            <a:extLst xmlns:a="http://schemas.openxmlformats.org/drawingml/2006/main">
              <a:ext uri="{FF2B5EF4-FFF2-40B4-BE49-F238E27FC236}">
                <a16:creationId xmlns:a16="http://schemas.microsoft.com/office/drawing/2014/main" id="{F9D74987-B7CE-40C2-8139-C1C56EE4F5D7}"/>
              </a:ext>
            </a:extLst>
          </p:cNvPr>
          <p:cNvSpPr>
            <a:spLocks xmlns:a="http://schemas.openxmlformats.org/drawingml/2006/main" noGrp="1"/>
          </p:cNvSpPr>
          <p:nvPr/>
        </p:nvSpPr>
        <p:spPr>
          <a:xfrm xmlns:a="http://schemas.openxmlformats.org/drawingml/2006/main">
            <a:off x="609600" y="1714500"/>
            <a:ext cx="5048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46B68"/>
                </a:solidFill>
                <a:latin typeface="Arial"/>
                <a:ea typeface="Arial"/>
                <a:cs typeface="Arial"/>
              </a:defRPr>
            </a:defPPr>
            <a:lvl1pPr algn="l">
              <a:defRPr sz="2550" b="1">
                <a:solidFill>
                  <a:srgbClr val="146B68"/>
                </a:solidFill>
                <a:latin typeface="Arial"/>
                <a:ea typeface="Arial"/>
                <a:cs typeface="Arial"/>
              </a:defRPr>
            </a:lvl1pPr>
            <a:lvl2pPr algn="l">
              <a:defRPr sz="2550" b="1">
                <a:solidFill>
                  <a:srgbClr val="146B68"/>
                </a:solidFill>
                <a:latin typeface="Arial"/>
                <a:ea typeface="Arial"/>
                <a:cs typeface="Arial"/>
              </a:defRPr>
            </a:lvl2pPr>
            <a:lvl3pPr algn="l">
              <a:defRPr sz="2550" b="1">
                <a:solidFill>
                  <a:srgbClr val="146B68"/>
                </a:solidFill>
                <a:latin typeface="Arial"/>
                <a:ea typeface="Arial"/>
                <a:cs typeface="Arial"/>
              </a:defRPr>
            </a:lvl3pPr>
            <a:lvl4pPr algn="l">
              <a:defRPr sz="2550" b="1">
                <a:solidFill>
                  <a:srgbClr val="146B68"/>
                </a:solidFill>
                <a:latin typeface="Arial"/>
                <a:ea typeface="Arial"/>
                <a:cs typeface="Arial"/>
              </a:defRPr>
            </a:lvl4pPr>
            <a:lvl5pPr algn="l">
              <a:defRPr sz="2550" b="1">
                <a:solidFill>
                  <a:srgbClr val="146B68"/>
                </a:solidFill>
                <a:latin typeface="Arial"/>
                <a:ea typeface="Arial"/>
                <a:cs typeface="Arial"/>
              </a:defRPr>
            </a:lvl5pPr>
            <a:lvl6pPr algn="l">
              <a:defRPr sz="2550" b="1">
                <a:solidFill>
                  <a:srgbClr val="146B68"/>
                </a:solidFill>
                <a:latin typeface="Arial"/>
                <a:ea typeface="Arial"/>
                <a:cs typeface="Arial"/>
              </a:defRPr>
            </a:lvl6pPr>
            <a:lvl7pPr algn="l">
              <a:defRPr sz="2550" b="1">
                <a:solidFill>
                  <a:srgbClr val="146B68"/>
                </a:solidFill>
                <a:latin typeface="Arial"/>
                <a:ea typeface="Arial"/>
                <a:cs typeface="Arial"/>
              </a:defRPr>
            </a:lvl7pPr>
            <a:lvl8pPr algn="l">
              <a:defRPr sz="2550" b="1">
                <a:solidFill>
                  <a:srgbClr val="146B68"/>
                </a:solidFill>
                <a:latin typeface="Arial"/>
                <a:ea typeface="Arial"/>
                <a:cs typeface="Arial"/>
              </a:defRPr>
            </a:lvl8pPr>
            <a:lvl9pPr algn="l">
              <a:defRPr sz="2550" b="1">
                <a:solidFill>
                  <a:srgbClr val="146B68"/>
                </a:solidFill>
                <a:latin typeface="Arial"/>
                <a:ea typeface="Arial"/>
                <a:cs typeface="Arial"/>
              </a:defRPr>
            </a:lvl9pPr>
          </a:lstStyle>
          <a:p xmlns:a="http://schemas.openxmlformats.org/drawingml/2006/main">
            <a:pPr algn="l">
              <a:defRPr sz="2550" b="1">
                <a:solidFill>
                  <a:srgbClr val="146B68"/>
                </a:solidFill>
                <a:latin typeface="Arial"/>
                <a:ea typeface="Arial"/>
                <a:cs typeface="Arial"/>
              </a:defRPr>
            </a:pPr>
            <a:r>
              <a:rPr sz="2550" b="1">
                <a:solidFill>
                  <a:srgbClr val="146B68"/>
                </a:solidFill>
                <a:latin typeface="Arial"/>
                <a:ea typeface="Arial"/>
                <a:cs typeface="Arial"/>
              </a:rPr>
              <a:t>Products</a:t>
            </a:r>
          </a:p>
        </p:txBody>
      </p:sp>
      <p:sp>
        <p:nvSpPr>
          <p:cNvPr id="8" name="diagram-item-0-0">
            <a:extLst xmlns:a="http://schemas.openxmlformats.org/drawingml/2006/main">
              <a:ext uri="{FF2B5EF4-FFF2-40B4-BE49-F238E27FC236}">
                <a16:creationId xmlns:a16="http://schemas.microsoft.com/office/drawing/2014/main" id="{3CE6869E-9FBB-4C2B-A6C1-28BCA2FD21F9}"/>
              </a:ext>
            </a:extLst>
          </p:cNvPr>
          <p:cNvSpPr>
            <a:spLocks xmlns:a="http://schemas.openxmlformats.org/drawingml/2006/main" noGrp="1"/>
          </p:cNvSpPr>
          <p:nvPr/>
        </p:nvSpPr>
        <p:spPr>
          <a:xfrm xmlns:a="http://schemas.openxmlformats.org/drawingml/2006/main">
            <a:off x="609600" y="2305050"/>
            <a:ext cx="504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Sandwich</a:t>
            </a:r>
          </a:p>
        </p:txBody>
      </p:sp>
      <p:sp>
        <p:nvSpPr>
          <p:cNvPr id="9" name="diagram-item-0-1">
            <a:extLst xmlns:a="http://schemas.openxmlformats.org/drawingml/2006/main">
              <a:ext uri="{FF2B5EF4-FFF2-40B4-BE49-F238E27FC236}">
                <a16:creationId xmlns:a16="http://schemas.microsoft.com/office/drawing/2014/main" id="{BE6BDECA-F2D1-4D9D-8917-A280A03B1482}"/>
              </a:ext>
            </a:extLst>
          </p:cNvPr>
          <p:cNvSpPr>
            <a:spLocks xmlns:a="http://schemas.openxmlformats.org/drawingml/2006/main" noGrp="1"/>
          </p:cNvSpPr>
          <p:nvPr/>
        </p:nvSpPr>
        <p:spPr>
          <a:xfrm xmlns:a="http://schemas.openxmlformats.org/drawingml/2006/main">
            <a:off x="609600" y="2762250"/>
            <a:ext cx="504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Room offer</a:t>
            </a:r>
          </a:p>
        </p:txBody>
      </p:sp>
      <p:sp>
        <p:nvSpPr>
          <p:cNvPr id="10" name="diagram-item-0-2">
            <a:extLst xmlns:a="http://schemas.openxmlformats.org/drawingml/2006/main">
              <a:ext uri="{FF2B5EF4-FFF2-40B4-BE49-F238E27FC236}">
                <a16:creationId xmlns:a16="http://schemas.microsoft.com/office/drawing/2014/main" id="{CFA7B01D-C6D3-4305-805E-3DFF01830DF4}"/>
              </a:ext>
            </a:extLst>
          </p:cNvPr>
          <p:cNvSpPr>
            <a:spLocks xmlns:a="http://schemas.openxmlformats.org/drawingml/2006/main" noGrp="1"/>
          </p:cNvSpPr>
          <p:nvPr/>
        </p:nvSpPr>
        <p:spPr>
          <a:xfrm xmlns:a="http://schemas.openxmlformats.org/drawingml/2006/main">
            <a:off x="609600" y="3219450"/>
            <a:ext cx="504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Coffee</a:t>
            </a:r>
          </a:p>
        </p:txBody>
      </p:sp>
      <p:sp>
        <p:nvSpPr>
          <p:cNvPr id="11" name="diagram-item-0-3">
            <a:extLst xmlns:a="http://schemas.openxmlformats.org/drawingml/2006/main">
              <a:ext uri="{FF2B5EF4-FFF2-40B4-BE49-F238E27FC236}">
                <a16:creationId xmlns:a16="http://schemas.microsoft.com/office/drawing/2014/main" id="{C54E649B-E63E-40EA-8CAC-ECC33482C775}"/>
              </a:ext>
            </a:extLst>
          </p:cNvPr>
          <p:cNvSpPr>
            <a:spLocks xmlns:a="http://schemas.openxmlformats.org/drawingml/2006/main" noGrp="1"/>
          </p:cNvSpPr>
          <p:nvPr/>
        </p:nvSpPr>
        <p:spPr>
          <a:xfrm xmlns:a="http://schemas.openxmlformats.org/drawingml/2006/main">
            <a:off x="609600" y="3676650"/>
            <a:ext cx="504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Cake</a:t>
            </a:r>
          </a:p>
        </p:txBody>
      </p:sp>
      <p:sp>
        <p:nvSpPr>
          <p:cNvPr id="12" name="diagram-heading-1">
            <a:extLst xmlns:a="http://schemas.openxmlformats.org/drawingml/2006/main">
              <a:ext uri="{FF2B5EF4-FFF2-40B4-BE49-F238E27FC236}">
                <a16:creationId xmlns:a16="http://schemas.microsoft.com/office/drawing/2014/main" id="{645A73CD-C9E4-4B43-A9A0-B81BFE9123B5}"/>
              </a:ext>
            </a:extLst>
          </p:cNvPr>
          <p:cNvSpPr>
            <a:spLocks xmlns:a="http://schemas.openxmlformats.org/drawingml/2006/main" noGrp="1"/>
          </p:cNvSpPr>
          <p:nvPr/>
        </p:nvSpPr>
        <p:spPr>
          <a:xfrm xmlns:a="http://schemas.openxmlformats.org/drawingml/2006/main">
            <a:off x="6362700" y="1714500"/>
            <a:ext cx="5048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46B68"/>
                </a:solidFill>
                <a:latin typeface="Arial"/>
                <a:ea typeface="Arial"/>
                <a:cs typeface="Arial"/>
              </a:defRPr>
            </a:defPPr>
            <a:lvl1pPr algn="l">
              <a:defRPr sz="2550" b="1">
                <a:solidFill>
                  <a:srgbClr val="146B68"/>
                </a:solidFill>
                <a:latin typeface="Arial"/>
                <a:ea typeface="Arial"/>
                <a:cs typeface="Arial"/>
              </a:defRPr>
            </a:lvl1pPr>
            <a:lvl2pPr algn="l">
              <a:defRPr sz="2550" b="1">
                <a:solidFill>
                  <a:srgbClr val="146B68"/>
                </a:solidFill>
                <a:latin typeface="Arial"/>
                <a:ea typeface="Arial"/>
                <a:cs typeface="Arial"/>
              </a:defRPr>
            </a:lvl2pPr>
            <a:lvl3pPr algn="l">
              <a:defRPr sz="2550" b="1">
                <a:solidFill>
                  <a:srgbClr val="146B68"/>
                </a:solidFill>
                <a:latin typeface="Arial"/>
                <a:ea typeface="Arial"/>
                <a:cs typeface="Arial"/>
              </a:defRPr>
            </a:lvl3pPr>
            <a:lvl4pPr algn="l">
              <a:defRPr sz="2550" b="1">
                <a:solidFill>
                  <a:srgbClr val="146B68"/>
                </a:solidFill>
                <a:latin typeface="Arial"/>
                <a:ea typeface="Arial"/>
                <a:cs typeface="Arial"/>
              </a:defRPr>
            </a:lvl4pPr>
            <a:lvl5pPr algn="l">
              <a:defRPr sz="2550" b="1">
                <a:solidFill>
                  <a:srgbClr val="146B68"/>
                </a:solidFill>
                <a:latin typeface="Arial"/>
                <a:ea typeface="Arial"/>
                <a:cs typeface="Arial"/>
              </a:defRPr>
            </a:lvl5pPr>
            <a:lvl6pPr algn="l">
              <a:defRPr sz="2550" b="1">
                <a:solidFill>
                  <a:srgbClr val="146B68"/>
                </a:solidFill>
                <a:latin typeface="Arial"/>
                <a:ea typeface="Arial"/>
                <a:cs typeface="Arial"/>
              </a:defRPr>
            </a:lvl6pPr>
            <a:lvl7pPr algn="l">
              <a:defRPr sz="2550" b="1">
                <a:solidFill>
                  <a:srgbClr val="146B68"/>
                </a:solidFill>
                <a:latin typeface="Arial"/>
                <a:ea typeface="Arial"/>
                <a:cs typeface="Arial"/>
              </a:defRPr>
            </a:lvl7pPr>
            <a:lvl8pPr algn="l">
              <a:defRPr sz="2550" b="1">
                <a:solidFill>
                  <a:srgbClr val="146B68"/>
                </a:solidFill>
                <a:latin typeface="Arial"/>
                <a:ea typeface="Arial"/>
                <a:cs typeface="Arial"/>
              </a:defRPr>
            </a:lvl8pPr>
            <a:lvl9pPr algn="l">
              <a:defRPr sz="2550" b="1">
                <a:solidFill>
                  <a:srgbClr val="146B68"/>
                </a:solidFill>
                <a:latin typeface="Arial"/>
                <a:ea typeface="Arial"/>
                <a:cs typeface="Arial"/>
              </a:defRPr>
            </a:lvl9pPr>
          </a:lstStyle>
          <a:p xmlns:a="http://schemas.openxmlformats.org/drawingml/2006/main">
            <a:pPr algn="l">
              <a:defRPr sz="2550" b="1">
                <a:solidFill>
                  <a:srgbClr val="146B68"/>
                </a:solidFill>
                <a:latin typeface="Arial"/>
                <a:ea typeface="Arial"/>
                <a:cs typeface="Arial"/>
              </a:defRPr>
            </a:pPr>
            <a:r>
              <a:rPr sz="2550" b="1">
                <a:solidFill>
                  <a:srgbClr val="146B68"/>
                </a:solidFill>
                <a:latin typeface="Arial"/>
                <a:ea typeface="Arial"/>
                <a:cs typeface="Arial"/>
              </a:rPr>
              <a:t>Services</a:t>
            </a:r>
          </a:p>
        </p:txBody>
      </p:sp>
      <p:sp>
        <p:nvSpPr>
          <p:cNvPr id="13" name="diagram-item-1-0">
            <a:extLst xmlns:a="http://schemas.openxmlformats.org/drawingml/2006/main">
              <a:ext uri="{FF2B5EF4-FFF2-40B4-BE49-F238E27FC236}">
                <a16:creationId xmlns:a16="http://schemas.microsoft.com/office/drawing/2014/main" id="{06864FDF-87B7-44A6-9D3C-99367913108C}"/>
              </a:ext>
            </a:extLst>
          </p:cNvPr>
          <p:cNvSpPr>
            <a:spLocks xmlns:a="http://schemas.openxmlformats.org/drawingml/2006/main" noGrp="1"/>
          </p:cNvSpPr>
          <p:nvPr/>
        </p:nvSpPr>
        <p:spPr>
          <a:xfrm xmlns:a="http://schemas.openxmlformats.org/drawingml/2006/main">
            <a:off x="6362700" y="2305050"/>
            <a:ext cx="504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Welcome</a:t>
            </a:r>
          </a:p>
        </p:txBody>
      </p:sp>
      <p:sp>
        <p:nvSpPr>
          <p:cNvPr id="14" name="diagram-item-1-1">
            <a:extLst xmlns:a="http://schemas.openxmlformats.org/drawingml/2006/main">
              <a:ext uri="{FF2B5EF4-FFF2-40B4-BE49-F238E27FC236}">
                <a16:creationId xmlns:a16="http://schemas.microsoft.com/office/drawing/2014/main" id="{B950642F-2ADE-4975-8576-F9D07D13D17E}"/>
              </a:ext>
            </a:extLst>
          </p:cNvPr>
          <p:cNvSpPr>
            <a:spLocks xmlns:a="http://schemas.openxmlformats.org/drawingml/2006/main" noGrp="1"/>
          </p:cNvSpPr>
          <p:nvPr/>
        </p:nvSpPr>
        <p:spPr>
          <a:xfrm xmlns:a="http://schemas.openxmlformats.org/drawingml/2006/main">
            <a:off x="6362700" y="2762250"/>
            <a:ext cx="504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Cleaning</a:t>
            </a:r>
          </a:p>
        </p:txBody>
      </p:sp>
      <p:sp>
        <p:nvSpPr>
          <p:cNvPr id="15" name="diagram-item-1-2">
            <a:extLst xmlns:a="http://schemas.openxmlformats.org/drawingml/2006/main">
              <a:ext uri="{FF2B5EF4-FFF2-40B4-BE49-F238E27FC236}">
                <a16:creationId xmlns:a16="http://schemas.microsoft.com/office/drawing/2014/main" id="{C4AD6E04-1D4A-4F6A-9597-85F981F854F3}"/>
              </a:ext>
            </a:extLst>
          </p:cNvPr>
          <p:cNvSpPr>
            <a:spLocks xmlns:a="http://schemas.openxmlformats.org/drawingml/2006/main" noGrp="1"/>
          </p:cNvSpPr>
          <p:nvPr/>
        </p:nvSpPr>
        <p:spPr>
          <a:xfrm xmlns:a="http://schemas.openxmlformats.org/drawingml/2006/main">
            <a:off x="6362700" y="3219450"/>
            <a:ext cx="504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Booking</a:t>
            </a:r>
          </a:p>
        </p:txBody>
      </p:sp>
      <p:sp>
        <p:nvSpPr>
          <p:cNvPr id="16" name="diagram-item-1-3">
            <a:extLst xmlns:a="http://schemas.openxmlformats.org/drawingml/2006/main">
              <a:ext uri="{FF2B5EF4-FFF2-40B4-BE49-F238E27FC236}">
                <a16:creationId xmlns:a16="http://schemas.microsoft.com/office/drawing/2014/main" id="{A0935EB7-6378-42BE-B074-510B39F229AC}"/>
              </a:ext>
            </a:extLst>
          </p:cNvPr>
          <p:cNvSpPr>
            <a:spLocks xmlns:a="http://schemas.openxmlformats.org/drawingml/2006/main" noGrp="1"/>
          </p:cNvSpPr>
          <p:nvPr/>
        </p:nvSpPr>
        <p:spPr>
          <a:xfrm xmlns:a="http://schemas.openxmlformats.org/drawingml/2006/main">
            <a:off x="6362700" y="3676650"/>
            <a:ext cx="504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Delivery</a:t>
            </a:r>
          </a:p>
        </p:txBody>
      </p:sp>
      <p:sp>
        <p:nvSpPr>
          <p:cNvPr id="17" name="diagram-holding-clue">
            <a:extLst xmlns:a="http://schemas.openxmlformats.org/drawingml/2006/main">
              <a:ext uri="{FF2B5EF4-FFF2-40B4-BE49-F238E27FC236}">
                <a16:creationId xmlns:a16="http://schemas.microsoft.com/office/drawing/2014/main" id="{CAF6538A-5A11-40B5-94BC-EB87AD998FC3}"/>
              </a:ext>
            </a:extLst>
          </p:cNvPr>
          <p:cNvSpPr>
            <a:spLocks xmlns:a="http://schemas.openxmlformats.org/drawingml/2006/main" noGrp="1"/>
          </p:cNvSpPr>
          <p:nvPr/>
        </p:nvSpPr>
        <p:spPr>
          <a:xfrm xmlns:a="http://schemas.openxmlformats.org/drawingml/2006/main">
            <a:off x="609600" y="4505325"/>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146B68"/>
                </a:solidFill>
                <a:latin typeface="Arial"/>
                <a:ea typeface="Arial"/>
                <a:cs typeface="Arial"/>
              </a:defRPr>
            </a:defPPr>
            <a:lvl1pPr algn="l">
              <a:defRPr sz="2175" b="0">
                <a:solidFill>
                  <a:srgbClr val="146B68"/>
                </a:solidFill>
                <a:latin typeface="Arial"/>
                <a:ea typeface="Arial"/>
                <a:cs typeface="Arial"/>
              </a:defRPr>
            </a:lvl1pPr>
            <a:lvl2pPr algn="l">
              <a:defRPr sz="2175" b="0">
                <a:solidFill>
                  <a:srgbClr val="146B68"/>
                </a:solidFill>
                <a:latin typeface="Arial"/>
                <a:ea typeface="Arial"/>
                <a:cs typeface="Arial"/>
              </a:defRPr>
            </a:lvl2pPr>
            <a:lvl3pPr algn="l">
              <a:defRPr sz="2175" b="0">
                <a:solidFill>
                  <a:srgbClr val="146B68"/>
                </a:solidFill>
                <a:latin typeface="Arial"/>
                <a:ea typeface="Arial"/>
                <a:cs typeface="Arial"/>
              </a:defRPr>
            </a:lvl3pPr>
            <a:lvl4pPr algn="l">
              <a:defRPr sz="2175" b="0">
                <a:solidFill>
                  <a:srgbClr val="146B68"/>
                </a:solidFill>
                <a:latin typeface="Arial"/>
                <a:ea typeface="Arial"/>
                <a:cs typeface="Arial"/>
              </a:defRPr>
            </a:lvl4pPr>
            <a:lvl5pPr algn="l">
              <a:defRPr sz="2175" b="0">
                <a:solidFill>
                  <a:srgbClr val="146B68"/>
                </a:solidFill>
                <a:latin typeface="Arial"/>
                <a:ea typeface="Arial"/>
                <a:cs typeface="Arial"/>
              </a:defRPr>
            </a:lvl5pPr>
            <a:lvl6pPr algn="l">
              <a:defRPr sz="2175" b="0">
                <a:solidFill>
                  <a:srgbClr val="146B68"/>
                </a:solidFill>
                <a:latin typeface="Arial"/>
                <a:ea typeface="Arial"/>
                <a:cs typeface="Arial"/>
              </a:defRPr>
            </a:lvl6pPr>
            <a:lvl7pPr algn="l">
              <a:defRPr sz="2175" b="0">
                <a:solidFill>
                  <a:srgbClr val="146B68"/>
                </a:solidFill>
                <a:latin typeface="Arial"/>
                <a:ea typeface="Arial"/>
                <a:cs typeface="Arial"/>
              </a:defRPr>
            </a:lvl7pPr>
            <a:lvl8pPr algn="l">
              <a:defRPr sz="2175" b="0">
                <a:solidFill>
                  <a:srgbClr val="146B68"/>
                </a:solidFill>
                <a:latin typeface="Arial"/>
                <a:ea typeface="Arial"/>
                <a:cs typeface="Arial"/>
              </a:defRPr>
            </a:lvl8pPr>
            <a:lvl9pPr algn="l">
              <a:defRPr sz="2175" b="0">
                <a:solidFill>
                  <a:srgbClr val="146B68"/>
                </a:solidFill>
                <a:latin typeface="Arial"/>
                <a:ea typeface="Arial"/>
                <a:cs typeface="Arial"/>
              </a:defRPr>
            </a:lvl9pPr>
          </a:lstStyle>
          <a:p xmlns:a="http://schemas.openxmlformats.org/drawingml/2006/main">
            <a:pPr algn="l">
              <a:defRPr sz="2175" b="0">
                <a:solidFill>
                  <a:srgbClr val="146B68"/>
                </a:solidFill>
                <a:latin typeface="Arial"/>
                <a:ea typeface="Arial"/>
                <a:cs typeface="Arial"/>
              </a:defRPr>
            </a:pPr>
            <a:r>
              <a:rPr sz="2175" b="0">
                <a:solidFill>
                  <a:srgbClr val="146B68"/>
                </a:solidFill>
                <a:latin typeface="Arial"/>
                <a:ea typeface="Arial"/>
                <a:cs typeface="Arial"/>
              </a:rPr>
              <a:t>Holding an item is a clue, not a rule.</a:t>
            </a:r>
          </a:p>
        </p:txBody>
      </p:sp>
      <p:sp>
        <p:nvSpPr>
          <p:cNvPr id="18" name="diagram-room-exception">
            <a:extLst xmlns:a="http://schemas.openxmlformats.org/drawingml/2006/main">
              <a:ext uri="{FF2B5EF4-FFF2-40B4-BE49-F238E27FC236}">
                <a16:creationId xmlns:a16="http://schemas.microsoft.com/office/drawing/2014/main" id="{D341E999-5E3C-4DC2-B442-E0C8A8039CC0}"/>
              </a:ext>
            </a:extLst>
          </p:cNvPr>
          <p:cNvSpPr>
            <a:spLocks xmlns:a="http://schemas.openxmlformats.org/drawingml/2006/main" noGrp="1"/>
          </p:cNvSpPr>
          <p:nvPr/>
        </p:nvSpPr>
        <p:spPr>
          <a:xfrm xmlns:a="http://schemas.openxmlformats.org/drawingml/2006/main">
            <a:off x="609600" y="5019675"/>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17384A"/>
                </a:solidFill>
                <a:latin typeface="Arial"/>
                <a:ea typeface="Arial"/>
                <a:cs typeface="Arial"/>
              </a:defRPr>
            </a:defPPr>
            <a:lvl1pPr algn="l">
              <a:defRPr sz="2175" b="0">
                <a:solidFill>
                  <a:srgbClr val="17384A"/>
                </a:solidFill>
                <a:latin typeface="Arial"/>
                <a:ea typeface="Arial"/>
                <a:cs typeface="Arial"/>
              </a:defRPr>
            </a:lvl1pPr>
            <a:lvl2pPr algn="l">
              <a:defRPr sz="2175" b="0">
                <a:solidFill>
                  <a:srgbClr val="17384A"/>
                </a:solidFill>
                <a:latin typeface="Arial"/>
                <a:ea typeface="Arial"/>
                <a:cs typeface="Arial"/>
              </a:defRPr>
            </a:lvl2pPr>
            <a:lvl3pPr algn="l">
              <a:defRPr sz="2175" b="0">
                <a:solidFill>
                  <a:srgbClr val="17384A"/>
                </a:solidFill>
                <a:latin typeface="Arial"/>
                <a:ea typeface="Arial"/>
                <a:cs typeface="Arial"/>
              </a:defRPr>
            </a:lvl3pPr>
            <a:lvl4pPr algn="l">
              <a:defRPr sz="2175" b="0">
                <a:solidFill>
                  <a:srgbClr val="17384A"/>
                </a:solidFill>
                <a:latin typeface="Arial"/>
                <a:ea typeface="Arial"/>
                <a:cs typeface="Arial"/>
              </a:defRPr>
            </a:lvl4pPr>
            <a:lvl5pPr algn="l">
              <a:defRPr sz="2175" b="0">
                <a:solidFill>
                  <a:srgbClr val="17384A"/>
                </a:solidFill>
                <a:latin typeface="Arial"/>
                <a:ea typeface="Arial"/>
                <a:cs typeface="Arial"/>
              </a:defRPr>
            </a:lvl5pPr>
            <a:lvl6pPr algn="l">
              <a:defRPr sz="2175" b="0">
                <a:solidFill>
                  <a:srgbClr val="17384A"/>
                </a:solidFill>
                <a:latin typeface="Arial"/>
                <a:ea typeface="Arial"/>
                <a:cs typeface="Arial"/>
              </a:defRPr>
            </a:lvl6pPr>
            <a:lvl7pPr algn="l">
              <a:defRPr sz="2175" b="0">
                <a:solidFill>
                  <a:srgbClr val="17384A"/>
                </a:solidFill>
                <a:latin typeface="Arial"/>
                <a:ea typeface="Arial"/>
                <a:cs typeface="Arial"/>
              </a:defRPr>
            </a:lvl7pPr>
            <a:lvl8pPr algn="l">
              <a:defRPr sz="2175" b="0">
                <a:solidFill>
                  <a:srgbClr val="17384A"/>
                </a:solidFill>
                <a:latin typeface="Arial"/>
                <a:ea typeface="Arial"/>
                <a:cs typeface="Arial"/>
              </a:defRPr>
            </a:lvl8pPr>
            <a:lvl9pPr algn="l">
              <a:defRPr sz="2175" b="0">
                <a:solidFill>
                  <a:srgbClr val="17384A"/>
                </a:solidFill>
                <a:latin typeface="Arial"/>
                <a:ea typeface="Arial"/>
                <a:cs typeface="Arial"/>
              </a:defRPr>
            </a:lvl9pPr>
          </a:lstStyle>
          <a:p xmlns:a="http://schemas.openxmlformats.org/drawingml/2006/main">
            <a:pPr algn="l">
              <a:defRPr sz="2175" b="0">
                <a:solidFill>
                  <a:srgbClr val="17384A"/>
                </a:solidFill>
                <a:latin typeface="Arial"/>
                <a:ea typeface="Arial"/>
                <a:cs typeface="Arial"/>
              </a:defRPr>
            </a:pPr>
            <a:r>
              <a:rPr sz="2175" b="0">
                <a:solidFill>
                  <a:srgbClr val="17384A"/>
                </a:solidFill>
                <a:latin typeface="Arial"/>
                <a:ea typeface="Arial"/>
                <a:cs typeface="Arial"/>
              </a:rPr>
              <a:t>A hotel room offer also comes with services.</a:t>
            </a:r>
          </a:p>
        </p:txBody>
      </p:sp>
      <p:sp>
        <p:nvSpPr>
          <p:cNvPr id="19" name="diagram-sentence-frame">
            <a:extLst xmlns:a="http://schemas.openxmlformats.org/drawingml/2006/main">
              <a:ext uri="{FF2B5EF4-FFF2-40B4-BE49-F238E27FC236}">
                <a16:creationId xmlns:a16="http://schemas.microsoft.com/office/drawing/2014/main" id="{F046DDD5-1C9A-4CA1-B8C0-F962EF9E182A}"/>
              </a:ext>
            </a:extLst>
          </p:cNvPr>
          <p:cNvSpPr>
            <a:spLocks xmlns:a="http://schemas.openxmlformats.org/drawingml/2006/main" noGrp="1"/>
          </p:cNvSpPr>
          <p:nvPr/>
        </p:nvSpPr>
        <p:spPr>
          <a:xfrm xmlns:a="http://schemas.openxmlformats.org/drawingml/2006/main">
            <a:off x="609600" y="55530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defRPr sz="2025" b="0">
                <a:solidFill>
                  <a:srgbClr val="146B68"/>
                </a:solidFill>
                <a:latin typeface="Arial"/>
                <a:ea typeface="Arial"/>
                <a:cs typeface="Arial"/>
              </a:defRPr>
            </a:lvl1pPr>
            <a:lvl2pPr algn="l">
              <a:defRPr sz="2025" b="0">
                <a:solidFill>
                  <a:srgbClr val="146B68"/>
                </a:solidFill>
                <a:latin typeface="Arial"/>
                <a:ea typeface="Arial"/>
                <a:cs typeface="Arial"/>
              </a:defRPr>
            </a:lvl2pPr>
            <a:lvl3pPr algn="l">
              <a:defRPr sz="2025" b="0">
                <a:solidFill>
                  <a:srgbClr val="146B68"/>
                </a:solidFill>
                <a:latin typeface="Arial"/>
                <a:ea typeface="Arial"/>
                <a:cs typeface="Arial"/>
              </a:defRPr>
            </a:lvl3pPr>
            <a:lvl4pPr algn="l">
              <a:defRPr sz="2025" b="0">
                <a:solidFill>
                  <a:srgbClr val="146B68"/>
                </a:solidFill>
                <a:latin typeface="Arial"/>
                <a:ea typeface="Arial"/>
                <a:cs typeface="Arial"/>
              </a:defRPr>
            </a:lvl4pPr>
            <a:lvl5pPr algn="l">
              <a:defRPr sz="2025" b="0">
                <a:solidFill>
                  <a:srgbClr val="146B68"/>
                </a:solidFill>
                <a:latin typeface="Arial"/>
                <a:ea typeface="Arial"/>
                <a:cs typeface="Arial"/>
              </a:defRPr>
            </a:lvl5pPr>
            <a:lvl6pPr algn="l">
              <a:defRPr sz="2025" b="0">
                <a:solidFill>
                  <a:srgbClr val="146B68"/>
                </a:solidFill>
                <a:latin typeface="Arial"/>
                <a:ea typeface="Arial"/>
                <a:cs typeface="Arial"/>
              </a:defRPr>
            </a:lvl6pPr>
            <a:lvl7pPr algn="l">
              <a:defRPr sz="2025" b="0">
                <a:solidFill>
                  <a:srgbClr val="146B68"/>
                </a:solidFill>
                <a:latin typeface="Arial"/>
                <a:ea typeface="Arial"/>
                <a:cs typeface="Arial"/>
              </a:defRPr>
            </a:lvl7pPr>
            <a:lvl8pPr algn="l">
              <a:defRPr sz="2025" b="0">
                <a:solidFill>
                  <a:srgbClr val="146B68"/>
                </a:solidFill>
                <a:latin typeface="Arial"/>
                <a:ea typeface="Arial"/>
                <a:cs typeface="Arial"/>
              </a:defRPr>
            </a:lvl8pPr>
            <a:lvl9pPr algn="l">
              <a:defRPr sz="2025" b="0">
                <a:solidFill>
                  <a:srgbClr val="146B68"/>
                </a:solidFill>
                <a:latin typeface="Arial"/>
                <a:ea typeface="Arial"/>
                <a:cs typeface="Arial"/>
              </a:defRPr>
            </a:lvl9pPr>
          </a:lstStyle>
          <a:p xmlns:a="http://schemas.openxmlformats.org/drawingml/2006/main">
            <a:pPr algn="l">
              <a:defRPr sz="2025" b="0">
                <a:solidFill>
                  <a:srgbClr val="146B68"/>
                </a:solidFill>
                <a:latin typeface="Arial"/>
                <a:ea typeface="Arial"/>
                <a:cs typeface="Arial"/>
              </a:defRPr>
            </a:pPr>
            <a:r>
              <a:rPr sz="2025" b="0">
                <a:solidFill>
                  <a:srgbClr val="146B68"/>
                </a:solidFill>
                <a:latin typeface="Arial"/>
                <a:ea typeface="Arial"/>
                <a:cs typeface="Arial"/>
              </a:rPr>
              <a:t>I chose __ because __.</a:t>
            </a:r>
          </a:p>
        </p:txBody>
      </p:sp>
      <p:sp>
        <p:nvSpPr>
          <p:cNvPr id="20" name="printed-id">
            <a:extLst xmlns:a="http://schemas.openxmlformats.org/drawingml/2006/main">
              <a:ext uri="{FF2B5EF4-FFF2-40B4-BE49-F238E27FC236}">
                <a16:creationId xmlns:a16="http://schemas.microsoft.com/office/drawing/2014/main" id="{0FCE267F-309A-4565-8B17-90685C5303CD}"/>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defRPr sz="1200" b="1">
                <a:solidFill>
                  <a:srgbClr val="146B68"/>
                </a:solidFill>
                <a:latin typeface="Arial"/>
                <a:ea typeface="Arial"/>
                <a:cs typeface="Arial"/>
              </a:defRPr>
            </a:lvl1pPr>
            <a:lvl2pPr algn="l">
              <a:defRPr sz="1200" b="1">
                <a:solidFill>
                  <a:srgbClr val="146B68"/>
                </a:solidFill>
                <a:latin typeface="Arial"/>
                <a:ea typeface="Arial"/>
                <a:cs typeface="Arial"/>
              </a:defRPr>
            </a:lvl2pPr>
            <a:lvl3pPr algn="l">
              <a:defRPr sz="1200" b="1">
                <a:solidFill>
                  <a:srgbClr val="146B68"/>
                </a:solidFill>
                <a:latin typeface="Arial"/>
                <a:ea typeface="Arial"/>
                <a:cs typeface="Arial"/>
              </a:defRPr>
            </a:lvl3pPr>
            <a:lvl4pPr algn="l">
              <a:defRPr sz="1200" b="1">
                <a:solidFill>
                  <a:srgbClr val="146B68"/>
                </a:solidFill>
                <a:latin typeface="Arial"/>
                <a:ea typeface="Arial"/>
                <a:cs typeface="Arial"/>
              </a:defRPr>
            </a:lvl4pPr>
            <a:lvl5pPr algn="l">
              <a:defRPr sz="1200" b="1">
                <a:solidFill>
                  <a:srgbClr val="146B68"/>
                </a:solidFill>
                <a:latin typeface="Arial"/>
                <a:ea typeface="Arial"/>
                <a:cs typeface="Arial"/>
              </a:defRPr>
            </a:lvl5pPr>
            <a:lvl6pPr algn="l">
              <a:defRPr sz="1200" b="1">
                <a:solidFill>
                  <a:srgbClr val="146B68"/>
                </a:solidFill>
                <a:latin typeface="Arial"/>
                <a:ea typeface="Arial"/>
                <a:cs typeface="Arial"/>
              </a:defRPr>
            </a:lvl6pPr>
            <a:lvl7pPr algn="l">
              <a:defRPr sz="1200" b="1">
                <a:solidFill>
                  <a:srgbClr val="146B68"/>
                </a:solidFill>
                <a:latin typeface="Arial"/>
                <a:ea typeface="Arial"/>
                <a:cs typeface="Arial"/>
              </a:defRPr>
            </a:lvl7pPr>
            <a:lvl8pPr algn="l">
              <a:defRPr sz="1200" b="1">
                <a:solidFill>
                  <a:srgbClr val="146B68"/>
                </a:solidFill>
                <a:latin typeface="Arial"/>
                <a:ea typeface="Arial"/>
                <a:cs typeface="Arial"/>
              </a:defRPr>
            </a:lvl8pPr>
            <a:lvl9pPr algn="l">
              <a:defRPr sz="1200" b="1">
                <a:solidFill>
                  <a:srgbClr val="146B68"/>
                </a:solidFill>
                <a:latin typeface="Arial"/>
                <a:ea typeface="Arial"/>
                <a:cs typeface="Arial"/>
              </a:defRPr>
            </a:lvl9pPr>
          </a:lstStyle>
          <a:p xmlns:a="http://schemas.openxmlformats.org/drawingml/2006/main">
            <a:pPr algn="l">
              <a:defRPr sz="1200" b="1">
                <a:solidFill>
                  <a:srgbClr val="146B68"/>
                </a:solidFill>
                <a:latin typeface="Arial"/>
                <a:ea typeface="Arial"/>
                <a:cs typeface="Arial"/>
              </a:defRPr>
            </a:pPr>
            <a:r>
              <a:rPr sz="1200" b="1">
                <a:solidFill>
                  <a:srgbClr val="146B68"/>
                </a:solidFill>
                <a:latin typeface="Arial"/>
                <a:ea typeface="Arial"/>
                <a:cs typeface="Arial"/>
              </a:rPr>
              <a:t>VOC-LAUNCH-A2-W02-L1</a:t>
            </a:r>
          </a:p>
        </p:txBody>
      </p:sp>
      <p:sp>
        <p:nvSpPr>
          <p:cNvPr id="21" name="edition-label">
            <a:extLst xmlns:a="http://schemas.openxmlformats.org/drawingml/2006/main">
              <a:ext uri="{FF2B5EF4-FFF2-40B4-BE49-F238E27FC236}">
                <a16:creationId xmlns:a16="http://schemas.microsoft.com/office/drawing/2014/main" id="{8E937393-EE44-4223-830E-3467A7378F2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22" name="licence-credit">
            <a:extLst xmlns:a="http://schemas.openxmlformats.org/drawingml/2006/main">
              <a:ext uri="{FF2B5EF4-FFF2-40B4-BE49-F238E27FC236}">
                <a16:creationId xmlns:a16="http://schemas.microsoft.com/office/drawing/2014/main" id="{C9BF86AB-39F4-425B-88D4-98C665B261E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12474395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1F0DE700-D20B-4ADF-9A03-E6E2B8EFB67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A9800357-F019-44E0-8377-096732CF7106}"/>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defRPr sz="1275" b="1">
                <a:solidFill>
                  <a:srgbClr val="146B68"/>
                </a:solidFill>
                <a:latin typeface="Arial"/>
                <a:ea typeface="Arial"/>
                <a:cs typeface="Arial"/>
              </a:defRPr>
            </a:lvl1pPr>
            <a:lvl2pPr algn="l">
              <a:defRPr sz="1275" b="1">
                <a:solidFill>
                  <a:srgbClr val="146B68"/>
                </a:solidFill>
                <a:latin typeface="Arial"/>
                <a:ea typeface="Arial"/>
                <a:cs typeface="Arial"/>
              </a:defRPr>
            </a:lvl2pPr>
            <a:lvl3pPr algn="l">
              <a:defRPr sz="1275" b="1">
                <a:solidFill>
                  <a:srgbClr val="146B68"/>
                </a:solidFill>
                <a:latin typeface="Arial"/>
                <a:ea typeface="Arial"/>
                <a:cs typeface="Arial"/>
              </a:defRPr>
            </a:lvl3pPr>
            <a:lvl4pPr algn="l">
              <a:defRPr sz="1275" b="1">
                <a:solidFill>
                  <a:srgbClr val="146B68"/>
                </a:solidFill>
                <a:latin typeface="Arial"/>
                <a:ea typeface="Arial"/>
                <a:cs typeface="Arial"/>
              </a:defRPr>
            </a:lvl4pPr>
            <a:lvl5pPr algn="l">
              <a:defRPr sz="1275" b="1">
                <a:solidFill>
                  <a:srgbClr val="146B68"/>
                </a:solidFill>
                <a:latin typeface="Arial"/>
                <a:ea typeface="Arial"/>
                <a:cs typeface="Arial"/>
              </a:defRPr>
            </a:lvl5pPr>
            <a:lvl6pPr algn="l">
              <a:defRPr sz="1275" b="1">
                <a:solidFill>
                  <a:srgbClr val="146B68"/>
                </a:solidFill>
                <a:latin typeface="Arial"/>
                <a:ea typeface="Arial"/>
                <a:cs typeface="Arial"/>
              </a:defRPr>
            </a:lvl6pPr>
            <a:lvl7pPr algn="l">
              <a:defRPr sz="1275" b="1">
                <a:solidFill>
                  <a:srgbClr val="146B68"/>
                </a:solidFill>
                <a:latin typeface="Arial"/>
                <a:ea typeface="Arial"/>
                <a:cs typeface="Arial"/>
              </a:defRPr>
            </a:lvl7pPr>
            <a:lvl8pPr algn="l">
              <a:defRPr sz="1275" b="1">
                <a:solidFill>
                  <a:srgbClr val="146B68"/>
                </a:solidFill>
                <a:latin typeface="Arial"/>
                <a:ea typeface="Arial"/>
                <a:cs typeface="Arial"/>
              </a:defRPr>
            </a:lvl8pPr>
            <a:lvl9pPr algn="l">
              <a:defRPr sz="1275" b="1">
                <a:solidFill>
                  <a:srgbClr val="146B68"/>
                </a:solidFill>
                <a:latin typeface="Arial"/>
                <a:ea typeface="Arial"/>
                <a:cs typeface="Arial"/>
              </a:defRPr>
            </a:lvl9pPr>
          </a:lstStyle>
          <a:p xmlns:a="http://schemas.openxmlformats.org/drawingml/2006/main">
            <a:pPr algn="l">
              <a:defRPr sz="1275" b="1">
                <a:solidFill>
                  <a:srgbClr val="146B68"/>
                </a:solidFill>
                <a:latin typeface="Arial"/>
                <a:ea typeface="Arial"/>
                <a:cs typeface="Arial"/>
              </a:defRPr>
            </a:pPr>
            <a:r>
              <a:rPr sz="1275" b="1">
                <a:solidFill>
                  <a:srgbClr val="146B68"/>
                </a:solidFill>
                <a:latin typeface="Arial"/>
                <a:ea typeface="Arial"/>
                <a:cs typeface="Arial"/>
              </a:rPr>
              <a:t>WE DO</a:t>
            </a:r>
          </a:p>
        </p:txBody>
      </p:sp>
      <p:sp>
        <p:nvSpPr>
          <p:cNvPr id="3" name="slide-number-time">
            <a:extLst xmlns:a="http://schemas.openxmlformats.org/drawingml/2006/main">
              <a:ext uri="{FF2B5EF4-FFF2-40B4-BE49-F238E27FC236}">
                <a16:creationId xmlns:a16="http://schemas.microsoft.com/office/drawing/2014/main" id="{9D1E2E12-5220-42DC-A226-ACACFB1908F7}"/>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6 / 12  ·  5 min</a:t>
            </a:r>
          </a:p>
        </p:txBody>
      </p:sp>
      <p:sp>
        <p:nvSpPr>
          <p:cNvPr id="4" name="slide-title">
            <a:extLst xmlns:a="http://schemas.openxmlformats.org/drawingml/2006/main">
              <a:ext uri="{FF2B5EF4-FFF2-40B4-BE49-F238E27FC236}">
                <a16:creationId xmlns:a16="http://schemas.microsoft.com/office/drawing/2014/main" id="{9D10A198-70DD-43E4-B8EE-1AA8EC63938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Sort and explain together</a:t>
            </a:r>
          </a:p>
        </p:txBody>
      </p:sp>
      <p:sp>
        <p:nvSpPr>
          <p:cNvPr id="5" name="heading-rule">
            <a:extLst xmlns:a="http://schemas.openxmlformats.org/drawingml/2006/main">
              <a:ext uri="{FF2B5EF4-FFF2-40B4-BE49-F238E27FC236}">
                <a16:creationId xmlns:a16="http://schemas.microsoft.com/office/drawing/2014/main" id="{89CBC809-66A7-40DB-90FC-E5827C0A634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FD2CAAA3-4489-4D9E-9618-F593491FFD52}"/>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Sort: packed lunch, booking a room, bottled water, clearing a table.</a:t>
            </a:r>
          </a:p>
        </p:txBody>
      </p:sp>
      <p:sp>
        <p:nvSpPr>
          <p:cNvPr id="7" name="body-1">
            <a:extLst xmlns:a="http://schemas.openxmlformats.org/drawingml/2006/main">
              <a:ext uri="{FF2B5EF4-FFF2-40B4-BE49-F238E27FC236}">
                <a16:creationId xmlns:a16="http://schemas.microsoft.com/office/drawing/2014/main" id="{23F5FCEB-4273-4D0A-89BD-CE9274A6F229}"/>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Name the business for two choices.</a:t>
            </a:r>
          </a:p>
        </p:txBody>
      </p:sp>
      <p:sp>
        <p:nvSpPr>
          <p:cNvPr id="8" name="body-2">
            <a:extLst xmlns:a="http://schemas.openxmlformats.org/drawingml/2006/main">
              <a:ext uri="{FF2B5EF4-FFF2-40B4-BE49-F238E27FC236}">
                <a16:creationId xmlns:a16="http://schemas.microsoft.com/office/drawing/2014/main" id="{18F26BED-DF2D-4CB3-8813-87565CD56022}"/>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The __ is a product because __.</a:t>
            </a:r>
          </a:p>
        </p:txBody>
      </p:sp>
      <p:sp>
        <p:nvSpPr>
          <p:cNvPr id="9" name="body-3">
            <a:extLst xmlns:a="http://schemas.openxmlformats.org/drawingml/2006/main">
              <a:ext uri="{FF2B5EF4-FFF2-40B4-BE49-F238E27FC236}">
                <a16:creationId xmlns:a16="http://schemas.microsoft.com/office/drawing/2014/main" id="{BF89336F-B560-4E43-A70C-2E789706E9D6}"/>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__ is a service because __.</a:t>
            </a:r>
          </a:p>
        </p:txBody>
      </p:sp>
      <p:sp>
        <p:nvSpPr>
          <p:cNvPr id="10" name="printed-id">
            <a:extLst xmlns:a="http://schemas.openxmlformats.org/drawingml/2006/main">
              <a:ext uri="{FF2B5EF4-FFF2-40B4-BE49-F238E27FC236}">
                <a16:creationId xmlns:a16="http://schemas.microsoft.com/office/drawing/2014/main" id="{9CAE5AA7-BE53-4B67-A54A-DC39CCB67F7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defRPr sz="1200" b="1">
                <a:solidFill>
                  <a:srgbClr val="146B68"/>
                </a:solidFill>
                <a:latin typeface="Arial"/>
                <a:ea typeface="Arial"/>
                <a:cs typeface="Arial"/>
              </a:defRPr>
            </a:lvl1pPr>
            <a:lvl2pPr algn="l">
              <a:defRPr sz="1200" b="1">
                <a:solidFill>
                  <a:srgbClr val="146B68"/>
                </a:solidFill>
                <a:latin typeface="Arial"/>
                <a:ea typeface="Arial"/>
                <a:cs typeface="Arial"/>
              </a:defRPr>
            </a:lvl2pPr>
            <a:lvl3pPr algn="l">
              <a:defRPr sz="1200" b="1">
                <a:solidFill>
                  <a:srgbClr val="146B68"/>
                </a:solidFill>
                <a:latin typeface="Arial"/>
                <a:ea typeface="Arial"/>
                <a:cs typeface="Arial"/>
              </a:defRPr>
            </a:lvl3pPr>
            <a:lvl4pPr algn="l">
              <a:defRPr sz="1200" b="1">
                <a:solidFill>
                  <a:srgbClr val="146B68"/>
                </a:solidFill>
                <a:latin typeface="Arial"/>
                <a:ea typeface="Arial"/>
                <a:cs typeface="Arial"/>
              </a:defRPr>
            </a:lvl4pPr>
            <a:lvl5pPr algn="l">
              <a:defRPr sz="1200" b="1">
                <a:solidFill>
                  <a:srgbClr val="146B68"/>
                </a:solidFill>
                <a:latin typeface="Arial"/>
                <a:ea typeface="Arial"/>
                <a:cs typeface="Arial"/>
              </a:defRPr>
            </a:lvl5pPr>
            <a:lvl6pPr algn="l">
              <a:defRPr sz="1200" b="1">
                <a:solidFill>
                  <a:srgbClr val="146B68"/>
                </a:solidFill>
                <a:latin typeface="Arial"/>
                <a:ea typeface="Arial"/>
                <a:cs typeface="Arial"/>
              </a:defRPr>
            </a:lvl6pPr>
            <a:lvl7pPr algn="l">
              <a:defRPr sz="1200" b="1">
                <a:solidFill>
                  <a:srgbClr val="146B68"/>
                </a:solidFill>
                <a:latin typeface="Arial"/>
                <a:ea typeface="Arial"/>
                <a:cs typeface="Arial"/>
              </a:defRPr>
            </a:lvl7pPr>
            <a:lvl8pPr algn="l">
              <a:defRPr sz="1200" b="1">
                <a:solidFill>
                  <a:srgbClr val="146B68"/>
                </a:solidFill>
                <a:latin typeface="Arial"/>
                <a:ea typeface="Arial"/>
                <a:cs typeface="Arial"/>
              </a:defRPr>
            </a:lvl8pPr>
            <a:lvl9pPr algn="l">
              <a:defRPr sz="1200" b="1">
                <a:solidFill>
                  <a:srgbClr val="146B68"/>
                </a:solidFill>
                <a:latin typeface="Arial"/>
                <a:ea typeface="Arial"/>
                <a:cs typeface="Arial"/>
              </a:defRPr>
            </a:lvl9pPr>
          </a:lstStyle>
          <a:p xmlns:a="http://schemas.openxmlformats.org/drawingml/2006/main">
            <a:pPr algn="l">
              <a:defRPr sz="1200" b="1">
                <a:solidFill>
                  <a:srgbClr val="146B68"/>
                </a:solidFill>
                <a:latin typeface="Arial"/>
                <a:ea typeface="Arial"/>
                <a:cs typeface="Arial"/>
              </a:defRPr>
            </a:pPr>
            <a:r>
              <a:rPr sz="1200" b="1">
                <a:solidFill>
                  <a:srgbClr val="146B68"/>
                </a:solidFill>
                <a:latin typeface="Arial"/>
                <a:ea typeface="Arial"/>
                <a:cs typeface="Arial"/>
              </a:rPr>
              <a:t>VOC-LAUNCH-A2-W02-L1</a:t>
            </a:r>
          </a:p>
        </p:txBody>
      </p:sp>
      <p:sp>
        <p:nvSpPr>
          <p:cNvPr id="11" name="edition-label">
            <a:extLst xmlns:a="http://schemas.openxmlformats.org/drawingml/2006/main">
              <a:ext uri="{FF2B5EF4-FFF2-40B4-BE49-F238E27FC236}">
                <a16:creationId xmlns:a16="http://schemas.microsoft.com/office/drawing/2014/main" id="{5C085E59-F251-46A8-B029-58D5414C928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D1C6F318-8B16-48BB-A909-846B090C841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12308335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8A926718-8930-4448-8922-C0C56AAF888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59E4089-4628-4D22-BF0E-757F2B2821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defRPr sz="1275" b="1">
                <a:solidFill>
                  <a:srgbClr val="146B68"/>
                </a:solidFill>
                <a:latin typeface="Arial"/>
                <a:ea typeface="Arial"/>
                <a:cs typeface="Arial"/>
              </a:defRPr>
            </a:lvl1pPr>
            <a:lvl2pPr algn="l">
              <a:defRPr sz="1275" b="1">
                <a:solidFill>
                  <a:srgbClr val="146B68"/>
                </a:solidFill>
                <a:latin typeface="Arial"/>
                <a:ea typeface="Arial"/>
                <a:cs typeface="Arial"/>
              </a:defRPr>
            </a:lvl2pPr>
            <a:lvl3pPr algn="l">
              <a:defRPr sz="1275" b="1">
                <a:solidFill>
                  <a:srgbClr val="146B68"/>
                </a:solidFill>
                <a:latin typeface="Arial"/>
                <a:ea typeface="Arial"/>
                <a:cs typeface="Arial"/>
              </a:defRPr>
            </a:lvl3pPr>
            <a:lvl4pPr algn="l">
              <a:defRPr sz="1275" b="1">
                <a:solidFill>
                  <a:srgbClr val="146B68"/>
                </a:solidFill>
                <a:latin typeface="Arial"/>
                <a:ea typeface="Arial"/>
                <a:cs typeface="Arial"/>
              </a:defRPr>
            </a:lvl4pPr>
            <a:lvl5pPr algn="l">
              <a:defRPr sz="1275" b="1">
                <a:solidFill>
                  <a:srgbClr val="146B68"/>
                </a:solidFill>
                <a:latin typeface="Arial"/>
                <a:ea typeface="Arial"/>
                <a:cs typeface="Arial"/>
              </a:defRPr>
            </a:lvl5pPr>
            <a:lvl6pPr algn="l">
              <a:defRPr sz="1275" b="1">
                <a:solidFill>
                  <a:srgbClr val="146B68"/>
                </a:solidFill>
                <a:latin typeface="Arial"/>
                <a:ea typeface="Arial"/>
                <a:cs typeface="Arial"/>
              </a:defRPr>
            </a:lvl6pPr>
            <a:lvl7pPr algn="l">
              <a:defRPr sz="1275" b="1">
                <a:solidFill>
                  <a:srgbClr val="146B68"/>
                </a:solidFill>
                <a:latin typeface="Arial"/>
                <a:ea typeface="Arial"/>
                <a:cs typeface="Arial"/>
              </a:defRPr>
            </a:lvl7pPr>
            <a:lvl8pPr algn="l">
              <a:defRPr sz="1275" b="1">
                <a:solidFill>
                  <a:srgbClr val="146B68"/>
                </a:solidFill>
                <a:latin typeface="Arial"/>
                <a:ea typeface="Arial"/>
                <a:cs typeface="Arial"/>
              </a:defRPr>
            </a:lvl8pPr>
            <a:lvl9pPr algn="l">
              <a:defRPr sz="1275" b="1">
                <a:solidFill>
                  <a:srgbClr val="146B68"/>
                </a:solidFill>
                <a:latin typeface="Arial"/>
                <a:ea typeface="Arial"/>
                <a:cs typeface="Arial"/>
              </a:defRPr>
            </a:lvl9pPr>
          </a:lstStyle>
          <a:p xmlns:a="http://schemas.openxmlformats.org/drawingml/2006/main">
            <a:pPr algn="l">
              <a:defRPr sz="1275" b="1">
                <a:solidFill>
                  <a:srgbClr val="146B68"/>
                </a:solidFill>
                <a:latin typeface="Arial"/>
                <a:ea typeface="Arial"/>
                <a:cs typeface="Arial"/>
              </a:defRPr>
            </a:pPr>
            <a:r>
              <a:rPr sz="1275" b="1">
                <a:solidFill>
                  <a:srgbClr val="146B68"/>
                </a:solidFill>
                <a:latin typeface="Arial"/>
                <a:ea typeface="Arial"/>
                <a:cs typeface="Arial"/>
              </a:rPr>
              <a:t>YOU DO PRACTICE</a:t>
            </a:r>
          </a:p>
        </p:txBody>
      </p:sp>
      <p:sp>
        <p:nvSpPr>
          <p:cNvPr id="3" name="slide-number-time">
            <a:extLst xmlns:a="http://schemas.openxmlformats.org/drawingml/2006/main">
              <a:ext uri="{FF2B5EF4-FFF2-40B4-BE49-F238E27FC236}">
                <a16:creationId xmlns:a16="http://schemas.microsoft.com/office/drawing/2014/main" id="{337FE081-EBA6-405B-A5AA-724CEEC72A27}"/>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7 / 12  ·  12 min</a:t>
            </a:r>
          </a:p>
        </p:txBody>
      </p:sp>
      <p:sp>
        <p:nvSpPr>
          <p:cNvPr id="4" name="slide-title">
            <a:extLst xmlns:a="http://schemas.openxmlformats.org/drawingml/2006/main">
              <a:ext uri="{FF2B5EF4-FFF2-40B4-BE49-F238E27FC236}">
                <a16:creationId xmlns:a16="http://schemas.microsoft.com/office/drawing/2014/main" id="{CF34F63F-3844-49B5-8856-F27A49D886C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Your sixteen card sort</a:t>
            </a:r>
          </a:p>
        </p:txBody>
      </p:sp>
      <p:sp>
        <p:nvSpPr>
          <p:cNvPr id="5" name="heading-rule">
            <a:extLst xmlns:a="http://schemas.openxmlformats.org/drawingml/2006/main">
              <a:ext uri="{FF2B5EF4-FFF2-40B4-BE49-F238E27FC236}">
                <a16:creationId xmlns:a16="http://schemas.microsoft.com/office/drawing/2014/main" id="{9DB73DE2-DA30-4E7E-B837-377C6A3F3E7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D25E8EA0-399B-41F7-B2B4-F8696263A1B3}"/>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Sort sixteen cards across café, hotel and event catering.</a:t>
            </a:r>
          </a:p>
        </p:txBody>
      </p:sp>
      <p:sp>
        <p:nvSpPr>
          <p:cNvPr id="7" name="body-1">
            <a:extLst xmlns:a="http://schemas.openxmlformats.org/drawingml/2006/main">
              <a:ext uri="{FF2B5EF4-FFF2-40B4-BE49-F238E27FC236}">
                <a16:creationId xmlns:a16="http://schemas.microsoft.com/office/drawing/2014/main" id="{ABDD41E6-C020-46F1-BFCE-EF93B7540A20}"/>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Use product or service. Explain one choice.</a:t>
            </a:r>
          </a:p>
        </p:txBody>
      </p:sp>
      <p:sp>
        <p:nvSpPr>
          <p:cNvPr id="8" name="body-2">
            <a:extLst xmlns:a="http://schemas.openxmlformats.org/drawingml/2006/main">
              <a:ext uri="{FF2B5EF4-FFF2-40B4-BE49-F238E27FC236}">
                <a16:creationId xmlns:a16="http://schemas.microsoft.com/office/drawing/2014/main" id="{C0E446D9-4A1B-4100-A9D7-0334F59A2B32}"/>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Supported: use a smaller set first, then add the rest.</a:t>
            </a:r>
          </a:p>
        </p:txBody>
      </p:sp>
      <p:sp>
        <p:nvSpPr>
          <p:cNvPr id="9" name="body-3">
            <a:extLst xmlns:a="http://schemas.openxmlformats.org/drawingml/2006/main">
              <a:ext uri="{FF2B5EF4-FFF2-40B4-BE49-F238E27FC236}">
                <a16:creationId xmlns:a16="http://schemas.microsoft.com/office/drawing/2014/main" id="{46FB5FA6-01AE-44AC-88E9-C4FC89044587}"/>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Independent: sort all sixteen and add an example.</a:t>
            </a:r>
          </a:p>
        </p:txBody>
      </p:sp>
      <p:sp>
        <p:nvSpPr>
          <p:cNvPr id="10" name="body-4">
            <a:extLst xmlns:a="http://schemas.openxmlformats.org/drawingml/2006/main">
              <a:ext uri="{FF2B5EF4-FFF2-40B4-BE49-F238E27FC236}">
                <a16:creationId xmlns:a16="http://schemas.microsoft.com/office/drawing/2014/main" id="{8DEB6533-78B4-4FC6-83C4-9442953AC1FE}"/>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Aspire: explain a product that comes with a service.</a:t>
            </a:r>
          </a:p>
        </p:txBody>
      </p:sp>
      <p:sp>
        <p:nvSpPr>
          <p:cNvPr id="11" name="printed-id">
            <a:extLst xmlns:a="http://schemas.openxmlformats.org/drawingml/2006/main">
              <a:ext uri="{FF2B5EF4-FFF2-40B4-BE49-F238E27FC236}">
                <a16:creationId xmlns:a16="http://schemas.microsoft.com/office/drawing/2014/main" id="{8CE9244B-6B14-4666-B878-51DA8F98BB3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defRPr sz="1200" b="1">
                <a:solidFill>
                  <a:srgbClr val="146B68"/>
                </a:solidFill>
                <a:latin typeface="Arial"/>
                <a:ea typeface="Arial"/>
                <a:cs typeface="Arial"/>
              </a:defRPr>
            </a:lvl1pPr>
            <a:lvl2pPr algn="l">
              <a:defRPr sz="1200" b="1">
                <a:solidFill>
                  <a:srgbClr val="146B68"/>
                </a:solidFill>
                <a:latin typeface="Arial"/>
                <a:ea typeface="Arial"/>
                <a:cs typeface="Arial"/>
              </a:defRPr>
            </a:lvl2pPr>
            <a:lvl3pPr algn="l">
              <a:defRPr sz="1200" b="1">
                <a:solidFill>
                  <a:srgbClr val="146B68"/>
                </a:solidFill>
                <a:latin typeface="Arial"/>
                <a:ea typeface="Arial"/>
                <a:cs typeface="Arial"/>
              </a:defRPr>
            </a:lvl3pPr>
            <a:lvl4pPr algn="l">
              <a:defRPr sz="1200" b="1">
                <a:solidFill>
                  <a:srgbClr val="146B68"/>
                </a:solidFill>
                <a:latin typeface="Arial"/>
                <a:ea typeface="Arial"/>
                <a:cs typeface="Arial"/>
              </a:defRPr>
            </a:lvl4pPr>
            <a:lvl5pPr algn="l">
              <a:defRPr sz="1200" b="1">
                <a:solidFill>
                  <a:srgbClr val="146B68"/>
                </a:solidFill>
                <a:latin typeface="Arial"/>
                <a:ea typeface="Arial"/>
                <a:cs typeface="Arial"/>
              </a:defRPr>
            </a:lvl5pPr>
            <a:lvl6pPr algn="l">
              <a:defRPr sz="1200" b="1">
                <a:solidFill>
                  <a:srgbClr val="146B68"/>
                </a:solidFill>
                <a:latin typeface="Arial"/>
                <a:ea typeface="Arial"/>
                <a:cs typeface="Arial"/>
              </a:defRPr>
            </a:lvl6pPr>
            <a:lvl7pPr algn="l">
              <a:defRPr sz="1200" b="1">
                <a:solidFill>
                  <a:srgbClr val="146B68"/>
                </a:solidFill>
                <a:latin typeface="Arial"/>
                <a:ea typeface="Arial"/>
                <a:cs typeface="Arial"/>
              </a:defRPr>
            </a:lvl7pPr>
            <a:lvl8pPr algn="l">
              <a:defRPr sz="1200" b="1">
                <a:solidFill>
                  <a:srgbClr val="146B68"/>
                </a:solidFill>
                <a:latin typeface="Arial"/>
                <a:ea typeface="Arial"/>
                <a:cs typeface="Arial"/>
              </a:defRPr>
            </a:lvl8pPr>
            <a:lvl9pPr algn="l">
              <a:defRPr sz="1200" b="1">
                <a:solidFill>
                  <a:srgbClr val="146B68"/>
                </a:solidFill>
                <a:latin typeface="Arial"/>
                <a:ea typeface="Arial"/>
                <a:cs typeface="Arial"/>
              </a:defRPr>
            </a:lvl9pPr>
          </a:lstStyle>
          <a:p xmlns:a="http://schemas.openxmlformats.org/drawingml/2006/main">
            <a:pPr algn="l">
              <a:defRPr sz="1200" b="1">
                <a:solidFill>
                  <a:srgbClr val="146B68"/>
                </a:solidFill>
                <a:latin typeface="Arial"/>
                <a:ea typeface="Arial"/>
                <a:cs typeface="Arial"/>
              </a:defRPr>
            </a:pPr>
            <a:r>
              <a:rPr sz="1200" b="1">
                <a:solidFill>
                  <a:srgbClr val="146B68"/>
                </a:solidFill>
                <a:latin typeface="Arial"/>
                <a:ea typeface="Arial"/>
                <a:cs typeface="Arial"/>
              </a:rPr>
              <a:t>VOC-LAUNCH-A2-W02-L1</a:t>
            </a:r>
          </a:p>
        </p:txBody>
      </p:sp>
      <p:sp>
        <p:nvSpPr>
          <p:cNvPr id="12" name="edition-label">
            <a:extLst xmlns:a="http://schemas.openxmlformats.org/drawingml/2006/main">
              <a:ext uri="{FF2B5EF4-FFF2-40B4-BE49-F238E27FC236}">
                <a16:creationId xmlns:a16="http://schemas.microsoft.com/office/drawing/2014/main" id="{33C40B15-22A0-4B17-90D1-3300A70D754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929DBC90-8E97-4CEE-8041-9B6F0755BD0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16762254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A8C7B892-C730-4124-BD95-5E4556A7023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3BDF9A95-640B-4760-92FB-BD38BA9337E1}"/>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defRPr sz="1275" b="1">
                <a:solidFill>
                  <a:srgbClr val="146B68"/>
                </a:solidFill>
                <a:latin typeface="Arial"/>
                <a:ea typeface="Arial"/>
                <a:cs typeface="Arial"/>
              </a:defRPr>
            </a:lvl1pPr>
            <a:lvl2pPr algn="l">
              <a:defRPr sz="1275" b="1">
                <a:solidFill>
                  <a:srgbClr val="146B68"/>
                </a:solidFill>
                <a:latin typeface="Arial"/>
                <a:ea typeface="Arial"/>
                <a:cs typeface="Arial"/>
              </a:defRPr>
            </a:lvl2pPr>
            <a:lvl3pPr algn="l">
              <a:defRPr sz="1275" b="1">
                <a:solidFill>
                  <a:srgbClr val="146B68"/>
                </a:solidFill>
                <a:latin typeface="Arial"/>
                <a:ea typeface="Arial"/>
                <a:cs typeface="Arial"/>
              </a:defRPr>
            </a:lvl3pPr>
            <a:lvl4pPr algn="l">
              <a:defRPr sz="1275" b="1">
                <a:solidFill>
                  <a:srgbClr val="146B68"/>
                </a:solidFill>
                <a:latin typeface="Arial"/>
                <a:ea typeface="Arial"/>
                <a:cs typeface="Arial"/>
              </a:defRPr>
            </a:lvl4pPr>
            <a:lvl5pPr algn="l">
              <a:defRPr sz="1275" b="1">
                <a:solidFill>
                  <a:srgbClr val="146B68"/>
                </a:solidFill>
                <a:latin typeface="Arial"/>
                <a:ea typeface="Arial"/>
                <a:cs typeface="Arial"/>
              </a:defRPr>
            </a:lvl5pPr>
            <a:lvl6pPr algn="l">
              <a:defRPr sz="1275" b="1">
                <a:solidFill>
                  <a:srgbClr val="146B68"/>
                </a:solidFill>
                <a:latin typeface="Arial"/>
                <a:ea typeface="Arial"/>
                <a:cs typeface="Arial"/>
              </a:defRPr>
            </a:lvl6pPr>
            <a:lvl7pPr algn="l">
              <a:defRPr sz="1275" b="1">
                <a:solidFill>
                  <a:srgbClr val="146B68"/>
                </a:solidFill>
                <a:latin typeface="Arial"/>
                <a:ea typeface="Arial"/>
                <a:cs typeface="Arial"/>
              </a:defRPr>
            </a:lvl7pPr>
            <a:lvl8pPr algn="l">
              <a:defRPr sz="1275" b="1">
                <a:solidFill>
                  <a:srgbClr val="146B68"/>
                </a:solidFill>
                <a:latin typeface="Arial"/>
                <a:ea typeface="Arial"/>
                <a:cs typeface="Arial"/>
              </a:defRPr>
            </a:lvl8pPr>
            <a:lvl9pPr algn="l">
              <a:defRPr sz="1275" b="1">
                <a:solidFill>
                  <a:srgbClr val="146B68"/>
                </a:solidFill>
                <a:latin typeface="Arial"/>
                <a:ea typeface="Arial"/>
                <a:cs typeface="Arial"/>
              </a:defRPr>
            </a:lvl9pPr>
          </a:lstStyle>
          <a:p xmlns:a="http://schemas.openxmlformats.org/drawingml/2006/main">
            <a:pPr algn="l">
              <a:defRPr sz="1275" b="1">
                <a:solidFill>
                  <a:srgbClr val="146B68"/>
                </a:solidFill>
                <a:latin typeface="Arial"/>
                <a:ea typeface="Arial"/>
                <a:cs typeface="Arial"/>
              </a:defRPr>
            </a:pPr>
            <a:r>
              <a:rPr sz="1275" b="1">
                <a:solidFill>
                  <a:srgbClr val="146B68"/>
                </a:solidFill>
                <a:latin typeface="Arial"/>
                <a:ea typeface="Arial"/>
                <a:cs typeface="Arial"/>
              </a:rPr>
              <a:t>YOU DO EVIDENCE</a:t>
            </a:r>
          </a:p>
        </p:txBody>
      </p:sp>
      <p:sp>
        <p:nvSpPr>
          <p:cNvPr id="3" name="slide-number-time">
            <a:extLst xmlns:a="http://schemas.openxmlformats.org/drawingml/2006/main">
              <a:ext uri="{FF2B5EF4-FFF2-40B4-BE49-F238E27FC236}">
                <a16:creationId xmlns:a16="http://schemas.microsoft.com/office/drawing/2014/main" id="{CA702760-C862-4C61-A6C8-C6AF08A8CD4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8 / 12  ·  6 min</a:t>
            </a:r>
          </a:p>
        </p:txBody>
      </p:sp>
      <p:sp>
        <p:nvSpPr>
          <p:cNvPr id="4" name="slide-title">
            <a:extLst xmlns:a="http://schemas.openxmlformats.org/drawingml/2006/main">
              <a:ext uri="{FF2B5EF4-FFF2-40B4-BE49-F238E27FC236}">
                <a16:creationId xmlns:a16="http://schemas.microsoft.com/office/drawing/2014/main" id="{27DBE537-F797-4CA0-A966-2DC1CEBF6E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Your display plan</a:t>
            </a:r>
          </a:p>
        </p:txBody>
      </p:sp>
      <p:sp>
        <p:nvSpPr>
          <p:cNvPr id="5" name="heading-rule">
            <a:extLst xmlns:a="http://schemas.openxmlformats.org/drawingml/2006/main">
              <a:ext uri="{FF2B5EF4-FFF2-40B4-BE49-F238E27FC236}">
                <a16:creationId xmlns:a16="http://schemas.microsoft.com/office/drawing/2014/main" id="{ACECF116-90D1-4148-A1E6-4DC7C9EDC84D}"/>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63B702F3-A850-476A-AAF4-CEAC5DE49F97}"/>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Choose at least two business types for your display.</a:t>
            </a:r>
          </a:p>
        </p:txBody>
      </p:sp>
      <p:sp>
        <p:nvSpPr>
          <p:cNvPr id="7" name="body-1">
            <a:extLst xmlns:a="http://schemas.openxmlformats.org/drawingml/2006/main">
              <a:ext uri="{FF2B5EF4-FFF2-40B4-BE49-F238E27FC236}">
                <a16:creationId xmlns:a16="http://schemas.microsoft.com/office/drawing/2014/main" id="{00EED376-6A0C-4293-ABE9-29044B5856FD}"/>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Plan products, services and clear labels.</a:t>
            </a:r>
          </a:p>
        </p:txBody>
      </p:sp>
      <p:sp>
        <p:nvSpPr>
          <p:cNvPr id="8" name="body-2">
            <a:extLst xmlns:a="http://schemas.openxmlformats.org/drawingml/2006/main">
              <a:ext uri="{FF2B5EF4-FFF2-40B4-BE49-F238E27FC236}">
                <a16:creationId xmlns:a16="http://schemas.microsoft.com/office/drawing/2014/main" id="{E5593248-625B-4DBB-90D6-5C679D11337D}"/>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My display will show __ and __.</a:t>
            </a:r>
          </a:p>
        </p:txBody>
      </p:sp>
      <p:sp>
        <p:nvSpPr>
          <p:cNvPr id="9" name="body-3">
            <a:extLst xmlns:a="http://schemas.openxmlformats.org/drawingml/2006/main">
              <a:ext uri="{FF2B5EF4-FFF2-40B4-BE49-F238E27FC236}">
                <a16:creationId xmlns:a16="http://schemas.microsoft.com/office/drawing/2014/main" id="{30C114CE-1D5C-4FA8-BBD9-4FE6E8BDF8B0}"/>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Supported: choose from the labelled cards.</a:t>
            </a:r>
          </a:p>
        </p:txBody>
      </p:sp>
      <p:sp>
        <p:nvSpPr>
          <p:cNvPr id="10" name="body-4">
            <a:extLst xmlns:a="http://schemas.openxmlformats.org/drawingml/2006/main">
              <a:ext uri="{FF2B5EF4-FFF2-40B4-BE49-F238E27FC236}">
                <a16:creationId xmlns:a16="http://schemas.microsoft.com/office/drawing/2014/main" id="{820D7DC7-5376-46A7-A2A1-6F7A0C8EEB6D}"/>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Independent: record your own plan.</a:t>
            </a:r>
          </a:p>
        </p:txBody>
      </p:sp>
      <p:sp>
        <p:nvSpPr>
          <p:cNvPr id="11" name="body-5">
            <a:extLst xmlns:a="http://schemas.openxmlformats.org/drawingml/2006/main">
              <a:ext uri="{FF2B5EF4-FFF2-40B4-BE49-F238E27FC236}">
                <a16:creationId xmlns:a16="http://schemas.microsoft.com/office/drawing/2014/main" id="{5583EEA7-56BA-4C87-A817-8FDBCB3066D4}"/>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Aspire: explain how the layout helps the reader.</a:t>
            </a:r>
          </a:p>
        </p:txBody>
      </p:sp>
      <p:sp>
        <p:nvSpPr>
          <p:cNvPr id="12" name="printed-id">
            <a:extLst xmlns:a="http://schemas.openxmlformats.org/drawingml/2006/main">
              <a:ext uri="{FF2B5EF4-FFF2-40B4-BE49-F238E27FC236}">
                <a16:creationId xmlns:a16="http://schemas.microsoft.com/office/drawing/2014/main" id="{E46E7D15-139F-413C-A943-8B46B8DB96B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defRPr sz="1200" b="1">
                <a:solidFill>
                  <a:srgbClr val="146B68"/>
                </a:solidFill>
                <a:latin typeface="Arial"/>
                <a:ea typeface="Arial"/>
                <a:cs typeface="Arial"/>
              </a:defRPr>
            </a:lvl1pPr>
            <a:lvl2pPr algn="l">
              <a:defRPr sz="1200" b="1">
                <a:solidFill>
                  <a:srgbClr val="146B68"/>
                </a:solidFill>
                <a:latin typeface="Arial"/>
                <a:ea typeface="Arial"/>
                <a:cs typeface="Arial"/>
              </a:defRPr>
            </a:lvl2pPr>
            <a:lvl3pPr algn="l">
              <a:defRPr sz="1200" b="1">
                <a:solidFill>
                  <a:srgbClr val="146B68"/>
                </a:solidFill>
                <a:latin typeface="Arial"/>
                <a:ea typeface="Arial"/>
                <a:cs typeface="Arial"/>
              </a:defRPr>
            </a:lvl3pPr>
            <a:lvl4pPr algn="l">
              <a:defRPr sz="1200" b="1">
                <a:solidFill>
                  <a:srgbClr val="146B68"/>
                </a:solidFill>
                <a:latin typeface="Arial"/>
                <a:ea typeface="Arial"/>
                <a:cs typeface="Arial"/>
              </a:defRPr>
            </a:lvl4pPr>
            <a:lvl5pPr algn="l">
              <a:defRPr sz="1200" b="1">
                <a:solidFill>
                  <a:srgbClr val="146B68"/>
                </a:solidFill>
                <a:latin typeface="Arial"/>
                <a:ea typeface="Arial"/>
                <a:cs typeface="Arial"/>
              </a:defRPr>
            </a:lvl5pPr>
            <a:lvl6pPr algn="l">
              <a:defRPr sz="1200" b="1">
                <a:solidFill>
                  <a:srgbClr val="146B68"/>
                </a:solidFill>
                <a:latin typeface="Arial"/>
                <a:ea typeface="Arial"/>
                <a:cs typeface="Arial"/>
              </a:defRPr>
            </a:lvl6pPr>
            <a:lvl7pPr algn="l">
              <a:defRPr sz="1200" b="1">
                <a:solidFill>
                  <a:srgbClr val="146B68"/>
                </a:solidFill>
                <a:latin typeface="Arial"/>
                <a:ea typeface="Arial"/>
                <a:cs typeface="Arial"/>
              </a:defRPr>
            </a:lvl7pPr>
            <a:lvl8pPr algn="l">
              <a:defRPr sz="1200" b="1">
                <a:solidFill>
                  <a:srgbClr val="146B68"/>
                </a:solidFill>
                <a:latin typeface="Arial"/>
                <a:ea typeface="Arial"/>
                <a:cs typeface="Arial"/>
              </a:defRPr>
            </a:lvl8pPr>
            <a:lvl9pPr algn="l">
              <a:defRPr sz="1200" b="1">
                <a:solidFill>
                  <a:srgbClr val="146B68"/>
                </a:solidFill>
                <a:latin typeface="Arial"/>
                <a:ea typeface="Arial"/>
                <a:cs typeface="Arial"/>
              </a:defRPr>
            </a:lvl9pPr>
          </a:lstStyle>
          <a:p xmlns:a="http://schemas.openxmlformats.org/drawingml/2006/main">
            <a:pPr algn="l">
              <a:defRPr sz="1200" b="1">
                <a:solidFill>
                  <a:srgbClr val="146B68"/>
                </a:solidFill>
                <a:latin typeface="Arial"/>
                <a:ea typeface="Arial"/>
                <a:cs typeface="Arial"/>
              </a:defRPr>
            </a:pPr>
            <a:r>
              <a:rPr sz="1200" b="1">
                <a:solidFill>
                  <a:srgbClr val="146B68"/>
                </a:solidFill>
                <a:latin typeface="Arial"/>
                <a:ea typeface="Arial"/>
                <a:cs typeface="Arial"/>
              </a:rPr>
              <a:t>VOC-LAUNCH-A2-W02-L1</a:t>
            </a:r>
          </a:p>
        </p:txBody>
      </p:sp>
      <p:sp>
        <p:nvSpPr>
          <p:cNvPr id="13" name="edition-label">
            <a:extLst xmlns:a="http://schemas.openxmlformats.org/drawingml/2006/main">
              <a:ext uri="{FF2B5EF4-FFF2-40B4-BE49-F238E27FC236}">
                <a16:creationId xmlns:a16="http://schemas.microsoft.com/office/drawing/2014/main" id="{DC44AB7A-9C39-4B04-BF28-2FFDEA3DCD2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CE54ABDE-945F-42AD-A8A1-6FEBB490A0F6}"/>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5979169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5CC015C8-981C-4980-9A16-E1F91E8DA13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F833CAD-C5A3-4521-9C93-A20484883D1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defRPr sz="1275" b="1">
                <a:solidFill>
                  <a:srgbClr val="146B68"/>
                </a:solidFill>
                <a:latin typeface="Arial"/>
                <a:ea typeface="Arial"/>
                <a:cs typeface="Arial"/>
              </a:defRPr>
            </a:lvl1pPr>
            <a:lvl2pPr algn="l">
              <a:defRPr sz="1275" b="1">
                <a:solidFill>
                  <a:srgbClr val="146B68"/>
                </a:solidFill>
                <a:latin typeface="Arial"/>
                <a:ea typeface="Arial"/>
                <a:cs typeface="Arial"/>
              </a:defRPr>
            </a:lvl2pPr>
            <a:lvl3pPr algn="l">
              <a:defRPr sz="1275" b="1">
                <a:solidFill>
                  <a:srgbClr val="146B68"/>
                </a:solidFill>
                <a:latin typeface="Arial"/>
                <a:ea typeface="Arial"/>
                <a:cs typeface="Arial"/>
              </a:defRPr>
            </a:lvl3pPr>
            <a:lvl4pPr algn="l">
              <a:defRPr sz="1275" b="1">
                <a:solidFill>
                  <a:srgbClr val="146B68"/>
                </a:solidFill>
                <a:latin typeface="Arial"/>
                <a:ea typeface="Arial"/>
                <a:cs typeface="Arial"/>
              </a:defRPr>
            </a:lvl4pPr>
            <a:lvl5pPr algn="l">
              <a:defRPr sz="1275" b="1">
                <a:solidFill>
                  <a:srgbClr val="146B68"/>
                </a:solidFill>
                <a:latin typeface="Arial"/>
                <a:ea typeface="Arial"/>
                <a:cs typeface="Arial"/>
              </a:defRPr>
            </a:lvl5pPr>
            <a:lvl6pPr algn="l">
              <a:defRPr sz="1275" b="1">
                <a:solidFill>
                  <a:srgbClr val="146B68"/>
                </a:solidFill>
                <a:latin typeface="Arial"/>
                <a:ea typeface="Arial"/>
                <a:cs typeface="Arial"/>
              </a:defRPr>
            </a:lvl6pPr>
            <a:lvl7pPr algn="l">
              <a:defRPr sz="1275" b="1">
                <a:solidFill>
                  <a:srgbClr val="146B68"/>
                </a:solidFill>
                <a:latin typeface="Arial"/>
                <a:ea typeface="Arial"/>
                <a:cs typeface="Arial"/>
              </a:defRPr>
            </a:lvl7pPr>
            <a:lvl8pPr algn="l">
              <a:defRPr sz="1275" b="1">
                <a:solidFill>
                  <a:srgbClr val="146B68"/>
                </a:solidFill>
                <a:latin typeface="Arial"/>
                <a:ea typeface="Arial"/>
                <a:cs typeface="Arial"/>
              </a:defRPr>
            </a:lvl8pPr>
            <a:lvl9pPr algn="l">
              <a:defRPr sz="1275" b="1">
                <a:solidFill>
                  <a:srgbClr val="146B68"/>
                </a:solidFill>
                <a:latin typeface="Arial"/>
                <a:ea typeface="Arial"/>
                <a:cs typeface="Arial"/>
              </a:defRPr>
            </a:lvl9pPr>
          </a:lstStyle>
          <a:p xmlns:a="http://schemas.openxmlformats.org/drawingml/2006/main">
            <a:pPr algn="l">
              <a:defRPr sz="1275" b="1">
                <a:solidFill>
                  <a:srgbClr val="146B68"/>
                </a:solidFill>
                <a:latin typeface="Arial"/>
                <a:ea typeface="Arial"/>
                <a:cs typeface="Arial"/>
              </a:defRPr>
            </a:pPr>
            <a:r>
              <a:rPr sz="1275" b="1">
                <a:solidFill>
                  <a:srgbClr val="146B68"/>
                </a:solidFill>
                <a:latin typeface="Arial"/>
                <a:ea typeface="Arial"/>
                <a:cs typeface="Arial"/>
              </a:rPr>
              <a:t>TIDY AND EVIDENCE CHECK</a:t>
            </a:r>
          </a:p>
        </p:txBody>
      </p:sp>
      <p:sp>
        <p:nvSpPr>
          <p:cNvPr id="3" name="slide-number-time">
            <a:extLst xmlns:a="http://schemas.openxmlformats.org/drawingml/2006/main">
              <a:ext uri="{FF2B5EF4-FFF2-40B4-BE49-F238E27FC236}">
                <a16:creationId xmlns:a16="http://schemas.microsoft.com/office/drawing/2014/main" id="{CBD42182-A083-435F-91EA-31A5124FE069}"/>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9 / 12  ·  4 min</a:t>
            </a:r>
          </a:p>
        </p:txBody>
      </p:sp>
      <p:sp>
        <p:nvSpPr>
          <p:cNvPr id="4" name="slide-title">
            <a:extLst xmlns:a="http://schemas.openxmlformats.org/drawingml/2006/main">
              <a:ext uri="{FF2B5EF4-FFF2-40B4-BE49-F238E27FC236}">
                <a16:creationId xmlns:a16="http://schemas.microsoft.com/office/drawing/2014/main" id="{94AAEB62-8BDF-48B9-BE3A-859A994241B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Tidy and check</a:t>
            </a:r>
          </a:p>
        </p:txBody>
      </p:sp>
      <p:sp>
        <p:nvSpPr>
          <p:cNvPr id="5" name="heading-rule">
            <a:extLst xmlns:a="http://schemas.openxmlformats.org/drawingml/2006/main">
              <a:ext uri="{FF2B5EF4-FFF2-40B4-BE49-F238E27FC236}">
                <a16:creationId xmlns:a16="http://schemas.microsoft.com/office/drawing/2014/main" id="{9FFF600C-8289-4F79-B177-29DF6B75DDE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step-number-0">
            <a:extLst xmlns:a="http://schemas.openxmlformats.org/drawingml/2006/main">
              <a:ext uri="{FF2B5EF4-FFF2-40B4-BE49-F238E27FC236}">
                <a16:creationId xmlns:a16="http://schemas.microsoft.com/office/drawing/2014/main" id="{D9DC25BF-4D27-4E7C-933F-94401C1F3728}"/>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7" name="body-0">
            <a:extLst xmlns:a="http://schemas.openxmlformats.org/drawingml/2006/main">
              <a:ext uri="{FF2B5EF4-FFF2-40B4-BE49-F238E27FC236}">
                <a16:creationId xmlns:a16="http://schemas.microsoft.com/office/drawing/2014/main" id="{FD84DDAC-5E16-4BE4-AC7F-F73838D33AAF}"/>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File your sort and display plan.</a:t>
            </a:r>
          </a:p>
        </p:txBody>
      </p:sp>
      <p:sp>
        <p:nvSpPr>
          <p:cNvPr id="8" name="step-number-1">
            <a:extLst xmlns:a="http://schemas.openxmlformats.org/drawingml/2006/main">
              <a:ext uri="{FF2B5EF4-FFF2-40B4-BE49-F238E27FC236}">
                <a16:creationId xmlns:a16="http://schemas.microsoft.com/office/drawing/2014/main" id="{57282512-D33A-409A-8DE8-7181A932EA10}"/>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9" name="body-1">
            <a:extLst xmlns:a="http://schemas.openxmlformats.org/drawingml/2006/main">
              <a:ext uri="{FF2B5EF4-FFF2-40B4-BE49-F238E27FC236}">
                <a16:creationId xmlns:a16="http://schemas.microsoft.com/office/drawing/2014/main" id="{1C4F54F9-39B7-47B2-A601-65A1442B92AA}"/>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Check that your plan includes both products and services.</a:t>
            </a:r>
          </a:p>
        </p:txBody>
      </p:sp>
      <p:sp>
        <p:nvSpPr>
          <p:cNvPr id="10" name="step-number-2">
            <a:extLst xmlns:a="http://schemas.openxmlformats.org/drawingml/2006/main">
              <a:ext uri="{FF2B5EF4-FFF2-40B4-BE49-F238E27FC236}">
                <a16:creationId xmlns:a16="http://schemas.microsoft.com/office/drawing/2014/main" id="{14CF3C1F-1D65-48E0-AEE0-53DC6A4AEC4D}"/>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11" name="body-2">
            <a:extLst xmlns:a="http://schemas.openxmlformats.org/drawingml/2006/main">
              <a:ext uri="{FF2B5EF4-FFF2-40B4-BE49-F238E27FC236}">
                <a16:creationId xmlns:a16="http://schemas.microsoft.com/office/drawing/2014/main" id="{7D89F41A-0B2B-4155-9DA6-30DC01C5B9A4}"/>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Keep your own reason with your sort.</a:t>
            </a:r>
          </a:p>
        </p:txBody>
      </p:sp>
      <p:sp>
        <p:nvSpPr>
          <p:cNvPr id="12" name="step-number-3">
            <a:extLst xmlns:a="http://schemas.openxmlformats.org/drawingml/2006/main">
              <a:ext uri="{FF2B5EF4-FFF2-40B4-BE49-F238E27FC236}">
                <a16:creationId xmlns:a16="http://schemas.microsoft.com/office/drawing/2014/main" id="{D2A0CD62-8309-4FA5-944B-50F3D2BE5CDA}"/>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13" name="body-3">
            <a:extLst xmlns:a="http://schemas.openxmlformats.org/drawingml/2006/main">
              <a:ext uri="{FF2B5EF4-FFF2-40B4-BE49-F238E27FC236}">
                <a16:creationId xmlns:a16="http://schemas.microsoft.com/office/drawing/2014/main" id="{05C2F5A2-519C-4235-97BB-9CD414F79CC6}"/>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still need to __.</a:t>
            </a:r>
          </a:p>
        </p:txBody>
      </p:sp>
      <p:sp>
        <p:nvSpPr>
          <p:cNvPr id="14" name="printed-id">
            <a:extLst xmlns:a="http://schemas.openxmlformats.org/drawingml/2006/main">
              <a:ext uri="{FF2B5EF4-FFF2-40B4-BE49-F238E27FC236}">
                <a16:creationId xmlns:a16="http://schemas.microsoft.com/office/drawing/2014/main" id="{45FB49A2-C600-4099-B652-A63E3C20B83B}"/>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defRPr sz="1200" b="1">
                <a:solidFill>
                  <a:srgbClr val="146B68"/>
                </a:solidFill>
                <a:latin typeface="Arial"/>
                <a:ea typeface="Arial"/>
                <a:cs typeface="Arial"/>
              </a:defRPr>
            </a:lvl1pPr>
            <a:lvl2pPr algn="l">
              <a:defRPr sz="1200" b="1">
                <a:solidFill>
                  <a:srgbClr val="146B68"/>
                </a:solidFill>
                <a:latin typeface="Arial"/>
                <a:ea typeface="Arial"/>
                <a:cs typeface="Arial"/>
              </a:defRPr>
            </a:lvl2pPr>
            <a:lvl3pPr algn="l">
              <a:defRPr sz="1200" b="1">
                <a:solidFill>
                  <a:srgbClr val="146B68"/>
                </a:solidFill>
                <a:latin typeface="Arial"/>
                <a:ea typeface="Arial"/>
                <a:cs typeface="Arial"/>
              </a:defRPr>
            </a:lvl3pPr>
            <a:lvl4pPr algn="l">
              <a:defRPr sz="1200" b="1">
                <a:solidFill>
                  <a:srgbClr val="146B68"/>
                </a:solidFill>
                <a:latin typeface="Arial"/>
                <a:ea typeface="Arial"/>
                <a:cs typeface="Arial"/>
              </a:defRPr>
            </a:lvl4pPr>
            <a:lvl5pPr algn="l">
              <a:defRPr sz="1200" b="1">
                <a:solidFill>
                  <a:srgbClr val="146B68"/>
                </a:solidFill>
                <a:latin typeface="Arial"/>
                <a:ea typeface="Arial"/>
                <a:cs typeface="Arial"/>
              </a:defRPr>
            </a:lvl5pPr>
            <a:lvl6pPr algn="l">
              <a:defRPr sz="1200" b="1">
                <a:solidFill>
                  <a:srgbClr val="146B68"/>
                </a:solidFill>
                <a:latin typeface="Arial"/>
                <a:ea typeface="Arial"/>
                <a:cs typeface="Arial"/>
              </a:defRPr>
            </a:lvl6pPr>
            <a:lvl7pPr algn="l">
              <a:defRPr sz="1200" b="1">
                <a:solidFill>
                  <a:srgbClr val="146B68"/>
                </a:solidFill>
                <a:latin typeface="Arial"/>
                <a:ea typeface="Arial"/>
                <a:cs typeface="Arial"/>
              </a:defRPr>
            </a:lvl7pPr>
            <a:lvl8pPr algn="l">
              <a:defRPr sz="1200" b="1">
                <a:solidFill>
                  <a:srgbClr val="146B68"/>
                </a:solidFill>
                <a:latin typeface="Arial"/>
                <a:ea typeface="Arial"/>
                <a:cs typeface="Arial"/>
              </a:defRPr>
            </a:lvl8pPr>
            <a:lvl9pPr algn="l">
              <a:defRPr sz="1200" b="1">
                <a:solidFill>
                  <a:srgbClr val="146B68"/>
                </a:solidFill>
                <a:latin typeface="Arial"/>
                <a:ea typeface="Arial"/>
                <a:cs typeface="Arial"/>
              </a:defRPr>
            </a:lvl9pPr>
          </a:lstStyle>
          <a:p xmlns:a="http://schemas.openxmlformats.org/drawingml/2006/main">
            <a:pPr algn="l">
              <a:defRPr sz="1200" b="1">
                <a:solidFill>
                  <a:srgbClr val="146B68"/>
                </a:solidFill>
                <a:latin typeface="Arial"/>
                <a:ea typeface="Arial"/>
                <a:cs typeface="Arial"/>
              </a:defRPr>
            </a:pPr>
            <a:r>
              <a:rPr sz="1200" b="1">
                <a:solidFill>
                  <a:srgbClr val="146B68"/>
                </a:solidFill>
                <a:latin typeface="Arial"/>
                <a:ea typeface="Arial"/>
                <a:cs typeface="Arial"/>
              </a:rPr>
              <a:t>VOC-LAUNCH-A2-W02-L1</a:t>
            </a:r>
          </a:p>
        </p:txBody>
      </p:sp>
      <p:sp>
        <p:nvSpPr>
          <p:cNvPr id="15" name="edition-label">
            <a:extLst xmlns:a="http://schemas.openxmlformats.org/drawingml/2006/main">
              <a:ext uri="{FF2B5EF4-FFF2-40B4-BE49-F238E27FC236}">
                <a16:creationId xmlns:a16="http://schemas.microsoft.com/office/drawing/2014/main" id="{047982E4-80E0-4809-A664-19FAE0369C2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D4C8EEA3-05BB-4786-9E61-D35617D8E4A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17850708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AA0AA39E-1E56-4014-A43F-CDD885FEA14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39412F90-EC31-4206-8A42-6579298B5FA5}"/>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defRPr sz="1275" b="1">
                <a:solidFill>
                  <a:srgbClr val="146B68"/>
                </a:solidFill>
                <a:latin typeface="Arial"/>
                <a:ea typeface="Arial"/>
                <a:cs typeface="Arial"/>
              </a:defRPr>
            </a:lvl1pPr>
            <a:lvl2pPr algn="l">
              <a:defRPr sz="1275" b="1">
                <a:solidFill>
                  <a:srgbClr val="146B68"/>
                </a:solidFill>
                <a:latin typeface="Arial"/>
                <a:ea typeface="Arial"/>
                <a:cs typeface="Arial"/>
              </a:defRPr>
            </a:lvl2pPr>
            <a:lvl3pPr algn="l">
              <a:defRPr sz="1275" b="1">
                <a:solidFill>
                  <a:srgbClr val="146B68"/>
                </a:solidFill>
                <a:latin typeface="Arial"/>
                <a:ea typeface="Arial"/>
                <a:cs typeface="Arial"/>
              </a:defRPr>
            </a:lvl3pPr>
            <a:lvl4pPr algn="l">
              <a:defRPr sz="1275" b="1">
                <a:solidFill>
                  <a:srgbClr val="146B68"/>
                </a:solidFill>
                <a:latin typeface="Arial"/>
                <a:ea typeface="Arial"/>
                <a:cs typeface="Arial"/>
              </a:defRPr>
            </a:lvl4pPr>
            <a:lvl5pPr algn="l">
              <a:defRPr sz="1275" b="1">
                <a:solidFill>
                  <a:srgbClr val="146B68"/>
                </a:solidFill>
                <a:latin typeface="Arial"/>
                <a:ea typeface="Arial"/>
                <a:cs typeface="Arial"/>
              </a:defRPr>
            </a:lvl5pPr>
            <a:lvl6pPr algn="l">
              <a:defRPr sz="1275" b="1">
                <a:solidFill>
                  <a:srgbClr val="146B68"/>
                </a:solidFill>
                <a:latin typeface="Arial"/>
                <a:ea typeface="Arial"/>
                <a:cs typeface="Arial"/>
              </a:defRPr>
            </a:lvl6pPr>
            <a:lvl7pPr algn="l">
              <a:defRPr sz="1275" b="1">
                <a:solidFill>
                  <a:srgbClr val="146B68"/>
                </a:solidFill>
                <a:latin typeface="Arial"/>
                <a:ea typeface="Arial"/>
                <a:cs typeface="Arial"/>
              </a:defRPr>
            </a:lvl7pPr>
            <a:lvl8pPr algn="l">
              <a:defRPr sz="1275" b="1">
                <a:solidFill>
                  <a:srgbClr val="146B68"/>
                </a:solidFill>
                <a:latin typeface="Arial"/>
                <a:ea typeface="Arial"/>
                <a:cs typeface="Arial"/>
              </a:defRPr>
            </a:lvl8pPr>
            <a:lvl9pPr algn="l">
              <a:defRPr sz="1275" b="1">
                <a:solidFill>
                  <a:srgbClr val="146B68"/>
                </a:solidFill>
                <a:latin typeface="Arial"/>
                <a:ea typeface="Arial"/>
                <a:cs typeface="Arial"/>
              </a:defRPr>
            </a:lvl9pPr>
          </a:lstStyle>
          <a:p xmlns:a="http://schemas.openxmlformats.org/drawingml/2006/main">
            <a:pPr algn="l">
              <a:defRPr sz="1275" b="1">
                <a:solidFill>
                  <a:srgbClr val="146B68"/>
                </a:solidFill>
                <a:latin typeface="Arial"/>
                <a:ea typeface="Arial"/>
                <a:cs typeface="Arial"/>
              </a:defRPr>
            </a:pPr>
            <a:r>
              <a:rPr sz="1275" b="1">
                <a:solidFill>
                  <a:srgbClr val="146B68"/>
                </a:solidFill>
                <a:latin typeface="Arial"/>
                <a:ea typeface="Arial"/>
                <a:cs typeface="Arial"/>
              </a:rPr>
              <a:t>EXIT TICKET</a:t>
            </a:r>
          </a:p>
        </p:txBody>
      </p:sp>
      <p:sp>
        <p:nvSpPr>
          <p:cNvPr id="3" name="slide-number-time">
            <a:extLst xmlns:a="http://schemas.openxmlformats.org/drawingml/2006/main">
              <a:ext uri="{FF2B5EF4-FFF2-40B4-BE49-F238E27FC236}">
                <a16:creationId xmlns:a16="http://schemas.microsoft.com/office/drawing/2014/main" id="{83A8E1FC-83FF-4F9E-A8F1-B36B707FD98B}"/>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10 / 12  ·  2 min</a:t>
            </a:r>
          </a:p>
        </p:txBody>
      </p:sp>
      <p:sp>
        <p:nvSpPr>
          <p:cNvPr id="4" name="slide-title">
            <a:extLst xmlns:a="http://schemas.openxmlformats.org/drawingml/2006/main">
              <a:ext uri="{FF2B5EF4-FFF2-40B4-BE49-F238E27FC236}">
                <a16:creationId xmlns:a16="http://schemas.microsoft.com/office/drawing/2014/main" id="{EDAA1E3C-D173-433C-81C3-B7DE717F43B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Exit ticket</a:t>
            </a:r>
          </a:p>
        </p:txBody>
      </p:sp>
      <p:sp>
        <p:nvSpPr>
          <p:cNvPr id="5" name="heading-rule">
            <a:extLst xmlns:a="http://schemas.openxmlformats.org/drawingml/2006/main">
              <a:ext uri="{FF2B5EF4-FFF2-40B4-BE49-F238E27FC236}">
                <a16:creationId xmlns:a16="http://schemas.microsoft.com/office/drawing/2014/main" id="{E2848ABB-2D8B-482B-B16F-A1147085950D}"/>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70AE4821-C699-4419-923D-8602AE52B84A}"/>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Name one hotel product and one hotel service.</a:t>
            </a:r>
          </a:p>
        </p:txBody>
      </p:sp>
      <p:sp>
        <p:nvSpPr>
          <p:cNvPr id="7" name="body-1">
            <a:extLst xmlns:a="http://schemas.openxmlformats.org/drawingml/2006/main">
              <a:ext uri="{FF2B5EF4-FFF2-40B4-BE49-F238E27FC236}">
                <a16:creationId xmlns:a16="http://schemas.microsoft.com/office/drawing/2014/main" id="{58E8FE71-75FC-42C1-9B54-75025A00F651}"/>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Explain one of your choices.</a:t>
            </a:r>
          </a:p>
        </p:txBody>
      </p:sp>
      <p:sp>
        <p:nvSpPr>
          <p:cNvPr id="8" name="body-2">
            <a:extLst xmlns:a="http://schemas.openxmlformats.org/drawingml/2006/main">
              <a:ext uri="{FF2B5EF4-FFF2-40B4-BE49-F238E27FC236}">
                <a16:creationId xmlns:a16="http://schemas.microsoft.com/office/drawing/2014/main" id="{796675FE-2B45-4858-9F3B-E23B52D19403}"/>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The hotel offers __. A service is __.</a:t>
            </a:r>
          </a:p>
        </p:txBody>
      </p:sp>
      <p:sp>
        <p:nvSpPr>
          <p:cNvPr id="9" name="printed-id">
            <a:extLst xmlns:a="http://schemas.openxmlformats.org/drawingml/2006/main">
              <a:ext uri="{FF2B5EF4-FFF2-40B4-BE49-F238E27FC236}">
                <a16:creationId xmlns:a16="http://schemas.microsoft.com/office/drawing/2014/main" id="{06C0FD76-B044-4310-A2D8-4589B3BB20A9}"/>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defRPr sz="1200" b="1">
                <a:solidFill>
                  <a:srgbClr val="146B68"/>
                </a:solidFill>
                <a:latin typeface="Arial"/>
                <a:ea typeface="Arial"/>
                <a:cs typeface="Arial"/>
              </a:defRPr>
            </a:lvl1pPr>
            <a:lvl2pPr algn="l">
              <a:defRPr sz="1200" b="1">
                <a:solidFill>
                  <a:srgbClr val="146B68"/>
                </a:solidFill>
                <a:latin typeface="Arial"/>
                <a:ea typeface="Arial"/>
                <a:cs typeface="Arial"/>
              </a:defRPr>
            </a:lvl2pPr>
            <a:lvl3pPr algn="l">
              <a:defRPr sz="1200" b="1">
                <a:solidFill>
                  <a:srgbClr val="146B68"/>
                </a:solidFill>
                <a:latin typeface="Arial"/>
                <a:ea typeface="Arial"/>
                <a:cs typeface="Arial"/>
              </a:defRPr>
            </a:lvl3pPr>
            <a:lvl4pPr algn="l">
              <a:defRPr sz="1200" b="1">
                <a:solidFill>
                  <a:srgbClr val="146B68"/>
                </a:solidFill>
                <a:latin typeface="Arial"/>
                <a:ea typeface="Arial"/>
                <a:cs typeface="Arial"/>
              </a:defRPr>
            </a:lvl4pPr>
            <a:lvl5pPr algn="l">
              <a:defRPr sz="1200" b="1">
                <a:solidFill>
                  <a:srgbClr val="146B68"/>
                </a:solidFill>
                <a:latin typeface="Arial"/>
                <a:ea typeface="Arial"/>
                <a:cs typeface="Arial"/>
              </a:defRPr>
            </a:lvl5pPr>
            <a:lvl6pPr algn="l">
              <a:defRPr sz="1200" b="1">
                <a:solidFill>
                  <a:srgbClr val="146B68"/>
                </a:solidFill>
                <a:latin typeface="Arial"/>
                <a:ea typeface="Arial"/>
                <a:cs typeface="Arial"/>
              </a:defRPr>
            </a:lvl6pPr>
            <a:lvl7pPr algn="l">
              <a:defRPr sz="1200" b="1">
                <a:solidFill>
                  <a:srgbClr val="146B68"/>
                </a:solidFill>
                <a:latin typeface="Arial"/>
                <a:ea typeface="Arial"/>
                <a:cs typeface="Arial"/>
              </a:defRPr>
            </a:lvl7pPr>
            <a:lvl8pPr algn="l">
              <a:defRPr sz="1200" b="1">
                <a:solidFill>
                  <a:srgbClr val="146B68"/>
                </a:solidFill>
                <a:latin typeface="Arial"/>
                <a:ea typeface="Arial"/>
                <a:cs typeface="Arial"/>
              </a:defRPr>
            </a:lvl8pPr>
            <a:lvl9pPr algn="l">
              <a:defRPr sz="1200" b="1">
                <a:solidFill>
                  <a:srgbClr val="146B68"/>
                </a:solidFill>
                <a:latin typeface="Arial"/>
                <a:ea typeface="Arial"/>
                <a:cs typeface="Arial"/>
              </a:defRPr>
            </a:lvl9pPr>
          </a:lstStyle>
          <a:p xmlns:a="http://schemas.openxmlformats.org/drawingml/2006/main">
            <a:pPr algn="l">
              <a:defRPr sz="1200" b="1">
                <a:solidFill>
                  <a:srgbClr val="146B68"/>
                </a:solidFill>
                <a:latin typeface="Arial"/>
                <a:ea typeface="Arial"/>
                <a:cs typeface="Arial"/>
              </a:defRPr>
            </a:pPr>
            <a:r>
              <a:rPr sz="1200" b="1">
                <a:solidFill>
                  <a:srgbClr val="146B68"/>
                </a:solidFill>
                <a:latin typeface="Arial"/>
                <a:ea typeface="Arial"/>
                <a:cs typeface="Arial"/>
              </a:rPr>
              <a:t>VOC-LAUNCH-A2-W02-L1</a:t>
            </a:r>
          </a:p>
        </p:txBody>
      </p:sp>
      <p:sp>
        <p:nvSpPr>
          <p:cNvPr id="10" name="edition-label">
            <a:extLst xmlns:a="http://schemas.openxmlformats.org/drawingml/2006/main">
              <a:ext uri="{FF2B5EF4-FFF2-40B4-BE49-F238E27FC236}">
                <a16:creationId xmlns:a16="http://schemas.microsoft.com/office/drawing/2014/main" id="{4A2A6DF8-A2DB-4567-A0F1-859F4CB9AC9F}"/>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1" name="licence-credit">
            <a:extLst xmlns:a="http://schemas.openxmlformats.org/drawingml/2006/main">
              <a:ext uri="{FF2B5EF4-FFF2-40B4-BE49-F238E27FC236}">
                <a16:creationId xmlns:a16="http://schemas.microsoft.com/office/drawing/2014/main" id="{535DD12C-B60B-4AE9-A63D-BC59C483C7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19721518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7AF64FE2-1177-4B5C-A807-7286FAED99C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2992EB3E-3D6F-45D2-8E33-06C365D67B92}"/>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defRPr sz="1275" b="1">
                <a:solidFill>
                  <a:srgbClr val="146B68"/>
                </a:solidFill>
                <a:latin typeface="Arial"/>
                <a:ea typeface="Arial"/>
                <a:cs typeface="Arial"/>
              </a:defRPr>
            </a:lvl1pPr>
            <a:lvl2pPr algn="l">
              <a:defRPr sz="1275" b="1">
                <a:solidFill>
                  <a:srgbClr val="146B68"/>
                </a:solidFill>
                <a:latin typeface="Arial"/>
                <a:ea typeface="Arial"/>
                <a:cs typeface="Arial"/>
              </a:defRPr>
            </a:lvl2pPr>
            <a:lvl3pPr algn="l">
              <a:defRPr sz="1275" b="1">
                <a:solidFill>
                  <a:srgbClr val="146B68"/>
                </a:solidFill>
                <a:latin typeface="Arial"/>
                <a:ea typeface="Arial"/>
                <a:cs typeface="Arial"/>
              </a:defRPr>
            </a:lvl3pPr>
            <a:lvl4pPr algn="l">
              <a:defRPr sz="1275" b="1">
                <a:solidFill>
                  <a:srgbClr val="146B68"/>
                </a:solidFill>
                <a:latin typeface="Arial"/>
                <a:ea typeface="Arial"/>
                <a:cs typeface="Arial"/>
              </a:defRPr>
            </a:lvl4pPr>
            <a:lvl5pPr algn="l">
              <a:defRPr sz="1275" b="1">
                <a:solidFill>
                  <a:srgbClr val="146B68"/>
                </a:solidFill>
                <a:latin typeface="Arial"/>
                <a:ea typeface="Arial"/>
                <a:cs typeface="Arial"/>
              </a:defRPr>
            </a:lvl5pPr>
            <a:lvl6pPr algn="l">
              <a:defRPr sz="1275" b="1">
                <a:solidFill>
                  <a:srgbClr val="146B68"/>
                </a:solidFill>
                <a:latin typeface="Arial"/>
                <a:ea typeface="Arial"/>
                <a:cs typeface="Arial"/>
              </a:defRPr>
            </a:lvl6pPr>
            <a:lvl7pPr algn="l">
              <a:defRPr sz="1275" b="1">
                <a:solidFill>
                  <a:srgbClr val="146B68"/>
                </a:solidFill>
                <a:latin typeface="Arial"/>
                <a:ea typeface="Arial"/>
                <a:cs typeface="Arial"/>
              </a:defRPr>
            </a:lvl7pPr>
            <a:lvl8pPr algn="l">
              <a:defRPr sz="1275" b="1">
                <a:solidFill>
                  <a:srgbClr val="146B68"/>
                </a:solidFill>
                <a:latin typeface="Arial"/>
                <a:ea typeface="Arial"/>
                <a:cs typeface="Arial"/>
              </a:defRPr>
            </a:lvl8pPr>
            <a:lvl9pPr algn="l">
              <a:defRPr sz="1275" b="1">
                <a:solidFill>
                  <a:srgbClr val="146B68"/>
                </a:solidFill>
                <a:latin typeface="Arial"/>
                <a:ea typeface="Arial"/>
                <a:cs typeface="Arial"/>
              </a:defRPr>
            </a:lvl9pPr>
          </a:lstStyle>
          <a:p xmlns:a="http://schemas.openxmlformats.org/drawingml/2006/main">
            <a:pPr algn="l">
              <a:defRPr sz="1275" b="1">
                <a:solidFill>
                  <a:srgbClr val="146B68"/>
                </a:solidFill>
                <a:latin typeface="Arial"/>
                <a:ea typeface="Arial"/>
                <a:cs typeface="Arial"/>
              </a:defRPr>
            </a:pPr>
            <a:r>
              <a:rPr sz="1275" b="1">
                <a:solidFill>
                  <a:srgbClr val="146B68"/>
                </a:solidFill>
                <a:latin typeface="Arial"/>
                <a:ea typeface="Arial"/>
                <a:cs typeface="Arial"/>
              </a:rPr>
              <a:t>VOCABULARY</a:t>
            </a:r>
          </a:p>
        </p:txBody>
      </p:sp>
      <p:sp>
        <p:nvSpPr>
          <p:cNvPr id="3" name="slide-number-time">
            <a:extLst xmlns:a="http://schemas.openxmlformats.org/drawingml/2006/main">
              <a:ext uri="{FF2B5EF4-FFF2-40B4-BE49-F238E27FC236}">
                <a16:creationId xmlns:a16="http://schemas.microsoft.com/office/drawing/2014/main" id="{1E88F572-125D-49A3-AEC6-5A255B87682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11 / 12</a:t>
            </a:r>
          </a:p>
        </p:txBody>
      </p:sp>
      <p:sp>
        <p:nvSpPr>
          <p:cNvPr id="4" name="slide-title">
            <a:extLst xmlns:a="http://schemas.openxmlformats.org/drawingml/2006/main">
              <a:ext uri="{FF2B5EF4-FFF2-40B4-BE49-F238E27FC236}">
                <a16:creationId xmlns:a16="http://schemas.microsoft.com/office/drawing/2014/main" id="{9122445C-D872-474B-9C96-3D7F2CD38686}"/>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Key words</a:t>
            </a:r>
          </a:p>
        </p:txBody>
      </p:sp>
      <p:sp>
        <p:nvSpPr>
          <p:cNvPr id="5" name="heading-rule">
            <a:extLst xmlns:a="http://schemas.openxmlformats.org/drawingml/2006/main">
              <a:ext uri="{FF2B5EF4-FFF2-40B4-BE49-F238E27FC236}">
                <a16:creationId xmlns:a16="http://schemas.microsoft.com/office/drawing/2014/main" id="{78D89641-2889-431B-9321-43540400F0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6C7E7CA3-0F04-4BEF-BC8B-8053F581269F}"/>
              </a:ext>
            </a:extLst>
          </p:cNvPr>
          <p:cNvSpPr>
            <a:spLocks xmlns:a="http://schemas.openxmlformats.org/drawingml/2006/main" noGrp="1"/>
          </p:cNvSpPr>
          <p:nvPr/>
        </p:nvSpPr>
        <p:spPr>
          <a:xfrm xmlns:a="http://schemas.openxmlformats.org/drawingml/2006/main">
            <a:off x="609600" y="1695450"/>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Product: an item or offer a customer can buy.</a:t>
            </a:r>
          </a:p>
        </p:txBody>
      </p:sp>
      <p:sp>
        <p:nvSpPr>
          <p:cNvPr id="7" name="body-1">
            <a:extLst xmlns:a="http://schemas.openxmlformats.org/drawingml/2006/main">
              <a:ext uri="{FF2B5EF4-FFF2-40B4-BE49-F238E27FC236}">
                <a16:creationId xmlns:a16="http://schemas.microsoft.com/office/drawing/2014/main" id="{1A542F37-1AB0-4310-BA41-1A52EC0EDEC3}"/>
              </a:ext>
            </a:extLst>
          </p:cNvPr>
          <p:cNvSpPr>
            <a:spLocks xmlns:a="http://schemas.openxmlformats.org/drawingml/2006/main" noGrp="1"/>
          </p:cNvSpPr>
          <p:nvPr/>
        </p:nvSpPr>
        <p:spPr>
          <a:xfrm xmlns:a="http://schemas.openxmlformats.org/drawingml/2006/main">
            <a:off x="609600" y="2561082"/>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Service: an action done for a customer.</a:t>
            </a:r>
          </a:p>
        </p:txBody>
      </p:sp>
      <p:sp>
        <p:nvSpPr>
          <p:cNvPr id="8" name="body-2">
            <a:extLst xmlns:a="http://schemas.openxmlformats.org/drawingml/2006/main">
              <a:ext uri="{FF2B5EF4-FFF2-40B4-BE49-F238E27FC236}">
                <a16:creationId xmlns:a16="http://schemas.microsoft.com/office/drawing/2014/main" id="{67E54DCD-D911-4A91-82F1-7514DA7986E6}"/>
              </a:ext>
            </a:extLst>
          </p:cNvPr>
          <p:cNvSpPr>
            <a:spLocks xmlns:a="http://schemas.openxmlformats.org/drawingml/2006/main" noGrp="1"/>
          </p:cNvSpPr>
          <p:nvPr/>
        </p:nvSpPr>
        <p:spPr>
          <a:xfrm xmlns:a="http://schemas.openxmlformats.org/drawingml/2006/main">
            <a:off x="609600" y="3112961"/>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Menu: food and drink on offer.</a:t>
            </a:r>
          </a:p>
        </p:txBody>
      </p:sp>
      <p:sp>
        <p:nvSpPr>
          <p:cNvPr id="9" name="body-0">
            <a:extLst xmlns:a="http://schemas.openxmlformats.org/drawingml/2006/main">
              <a:ext uri="{FF2B5EF4-FFF2-40B4-BE49-F238E27FC236}">
                <a16:creationId xmlns:a16="http://schemas.microsoft.com/office/drawing/2014/main" id="{A43B3A1D-C6F6-4D19-9C24-6C1CFC23DCAB}"/>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Brochure: a small information booklet.</a:t>
            </a:r>
          </a:p>
        </p:txBody>
      </p:sp>
      <p:sp>
        <p:nvSpPr>
          <p:cNvPr id="10" name="body-1">
            <a:extLst xmlns:a="http://schemas.openxmlformats.org/drawingml/2006/main">
              <a:ext uri="{FF2B5EF4-FFF2-40B4-BE49-F238E27FC236}">
                <a16:creationId xmlns:a16="http://schemas.microsoft.com/office/drawing/2014/main" id="{A6FDF1CC-75C8-4899-AAEA-FC9B187EB044}"/>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Range: variety.</a:t>
            </a:r>
          </a:p>
        </p:txBody>
      </p:sp>
      <p:sp>
        <p:nvSpPr>
          <p:cNvPr id="11" name="body-2">
            <a:extLst xmlns:a="http://schemas.openxmlformats.org/drawingml/2006/main">
              <a:ext uri="{FF2B5EF4-FFF2-40B4-BE49-F238E27FC236}">
                <a16:creationId xmlns:a16="http://schemas.microsoft.com/office/drawing/2014/main" id="{FDA0AFF5-579D-4CF7-AF7C-77F883D4A9E9}"/>
              </a:ext>
            </a:extLst>
          </p:cNvPr>
          <p:cNvSpPr>
            <a:spLocks xmlns:a="http://schemas.openxmlformats.org/drawingml/2006/main" noGrp="1"/>
          </p:cNvSpPr>
          <p:nvPr/>
        </p:nvSpPr>
        <p:spPr>
          <a:xfrm xmlns:a="http://schemas.openxmlformats.org/drawingml/2006/main">
            <a:off x="6362700" y="2799207"/>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Display: information arranged for others to see.</a:t>
            </a:r>
          </a:p>
        </p:txBody>
      </p:sp>
      <p:sp>
        <p:nvSpPr>
          <p:cNvPr id="12" name="printed-id">
            <a:extLst xmlns:a="http://schemas.openxmlformats.org/drawingml/2006/main">
              <a:ext uri="{FF2B5EF4-FFF2-40B4-BE49-F238E27FC236}">
                <a16:creationId xmlns:a16="http://schemas.microsoft.com/office/drawing/2014/main" id="{754D271A-039F-4E78-8E74-7AABF4C47426}"/>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defRPr sz="1200" b="1">
                <a:solidFill>
                  <a:srgbClr val="146B68"/>
                </a:solidFill>
                <a:latin typeface="Arial"/>
                <a:ea typeface="Arial"/>
                <a:cs typeface="Arial"/>
              </a:defRPr>
            </a:lvl1pPr>
            <a:lvl2pPr algn="l">
              <a:defRPr sz="1200" b="1">
                <a:solidFill>
                  <a:srgbClr val="146B68"/>
                </a:solidFill>
                <a:latin typeface="Arial"/>
                <a:ea typeface="Arial"/>
                <a:cs typeface="Arial"/>
              </a:defRPr>
            </a:lvl2pPr>
            <a:lvl3pPr algn="l">
              <a:defRPr sz="1200" b="1">
                <a:solidFill>
                  <a:srgbClr val="146B68"/>
                </a:solidFill>
                <a:latin typeface="Arial"/>
                <a:ea typeface="Arial"/>
                <a:cs typeface="Arial"/>
              </a:defRPr>
            </a:lvl3pPr>
            <a:lvl4pPr algn="l">
              <a:defRPr sz="1200" b="1">
                <a:solidFill>
                  <a:srgbClr val="146B68"/>
                </a:solidFill>
                <a:latin typeface="Arial"/>
                <a:ea typeface="Arial"/>
                <a:cs typeface="Arial"/>
              </a:defRPr>
            </a:lvl4pPr>
            <a:lvl5pPr algn="l">
              <a:defRPr sz="1200" b="1">
                <a:solidFill>
                  <a:srgbClr val="146B68"/>
                </a:solidFill>
                <a:latin typeface="Arial"/>
                <a:ea typeface="Arial"/>
                <a:cs typeface="Arial"/>
              </a:defRPr>
            </a:lvl5pPr>
            <a:lvl6pPr algn="l">
              <a:defRPr sz="1200" b="1">
                <a:solidFill>
                  <a:srgbClr val="146B68"/>
                </a:solidFill>
                <a:latin typeface="Arial"/>
                <a:ea typeface="Arial"/>
                <a:cs typeface="Arial"/>
              </a:defRPr>
            </a:lvl6pPr>
            <a:lvl7pPr algn="l">
              <a:defRPr sz="1200" b="1">
                <a:solidFill>
                  <a:srgbClr val="146B68"/>
                </a:solidFill>
                <a:latin typeface="Arial"/>
                <a:ea typeface="Arial"/>
                <a:cs typeface="Arial"/>
              </a:defRPr>
            </a:lvl7pPr>
            <a:lvl8pPr algn="l">
              <a:defRPr sz="1200" b="1">
                <a:solidFill>
                  <a:srgbClr val="146B68"/>
                </a:solidFill>
                <a:latin typeface="Arial"/>
                <a:ea typeface="Arial"/>
                <a:cs typeface="Arial"/>
              </a:defRPr>
            </a:lvl8pPr>
            <a:lvl9pPr algn="l">
              <a:defRPr sz="1200" b="1">
                <a:solidFill>
                  <a:srgbClr val="146B68"/>
                </a:solidFill>
                <a:latin typeface="Arial"/>
                <a:ea typeface="Arial"/>
                <a:cs typeface="Arial"/>
              </a:defRPr>
            </a:lvl9pPr>
          </a:lstStyle>
          <a:p xmlns:a="http://schemas.openxmlformats.org/drawingml/2006/main">
            <a:pPr algn="l">
              <a:defRPr sz="1200" b="1">
                <a:solidFill>
                  <a:srgbClr val="146B68"/>
                </a:solidFill>
                <a:latin typeface="Arial"/>
                <a:ea typeface="Arial"/>
                <a:cs typeface="Arial"/>
              </a:defRPr>
            </a:pPr>
            <a:r>
              <a:rPr sz="1200" b="1">
                <a:solidFill>
                  <a:srgbClr val="146B68"/>
                </a:solidFill>
                <a:latin typeface="Arial"/>
                <a:ea typeface="Arial"/>
                <a:cs typeface="Arial"/>
              </a:rPr>
              <a:t>VOC-LAUNCH-A2-W02-L1</a:t>
            </a:r>
          </a:p>
        </p:txBody>
      </p:sp>
      <p:sp>
        <p:nvSpPr>
          <p:cNvPr id="13" name="edition-label">
            <a:extLst xmlns:a="http://schemas.openxmlformats.org/drawingml/2006/main">
              <a:ext uri="{FF2B5EF4-FFF2-40B4-BE49-F238E27FC236}">
                <a16:creationId xmlns:a16="http://schemas.microsoft.com/office/drawing/2014/main" id="{63FCF5BE-BD3D-4B2A-966B-5738DA1D5C13}"/>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5BE1EA57-4C65-4247-B3A0-FF6377F781A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33037519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2C0E2C48-D089-42C1-A066-83FCD158EFE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47AA2577-BC28-4D13-AD2C-8628132B21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defRPr sz="1275" b="1">
                <a:solidFill>
                  <a:srgbClr val="146B68"/>
                </a:solidFill>
                <a:latin typeface="Arial"/>
                <a:ea typeface="Arial"/>
                <a:cs typeface="Arial"/>
              </a:defRPr>
            </a:lvl1pPr>
            <a:lvl2pPr algn="l">
              <a:defRPr sz="1275" b="1">
                <a:solidFill>
                  <a:srgbClr val="146B68"/>
                </a:solidFill>
                <a:latin typeface="Arial"/>
                <a:ea typeface="Arial"/>
                <a:cs typeface="Arial"/>
              </a:defRPr>
            </a:lvl2pPr>
            <a:lvl3pPr algn="l">
              <a:defRPr sz="1275" b="1">
                <a:solidFill>
                  <a:srgbClr val="146B68"/>
                </a:solidFill>
                <a:latin typeface="Arial"/>
                <a:ea typeface="Arial"/>
                <a:cs typeface="Arial"/>
              </a:defRPr>
            </a:lvl3pPr>
            <a:lvl4pPr algn="l">
              <a:defRPr sz="1275" b="1">
                <a:solidFill>
                  <a:srgbClr val="146B68"/>
                </a:solidFill>
                <a:latin typeface="Arial"/>
                <a:ea typeface="Arial"/>
                <a:cs typeface="Arial"/>
              </a:defRPr>
            </a:lvl4pPr>
            <a:lvl5pPr algn="l">
              <a:defRPr sz="1275" b="1">
                <a:solidFill>
                  <a:srgbClr val="146B68"/>
                </a:solidFill>
                <a:latin typeface="Arial"/>
                <a:ea typeface="Arial"/>
                <a:cs typeface="Arial"/>
              </a:defRPr>
            </a:lvl5pPr>
            <a:lvl6pPr algn="l">
              <a:defRPr sz="1275" b="1">
                <a:solidFill>
                  <a:srgbClr val="146B68"/>
                </a:solidFill>
                <a:latin typeface="Arial"/>
                <a:ea typeface="Arial"/>
                <a:cs typeface="Arial"/>
              </a:defRPr>
            </a:lvl6pPr>
            <a:lvl7pPr algn="l">
              <a:defRPr sz="1275" b="1">
                <a:solidFill>
                  <a:srgbClr val="146B68"/>
                </a:solidFill>
                <a:latin typeface="Arial"/>
                <a:ea typeface="Arial"/>
                <a:cs typeface="Arial"/>
              </a:defRPr>
            </a:lvl7pPr>
            <a:lvl8pPr algn="l">
              <a:defRPr sz="1275" b="1">
                <a:solidFill>
                  <a:srgbClr val="146B68"/>
                </a:solidFill>
                <a:latin typeface="Arial"/>
                <a:ea typeface="Arial"/>
                <a:cs typeface="Arial"/>
              </a:defRPr>
            </a:lvl8pPr>
            <a:lvl9pPr algn="l">
              <a:defRPr sz="1275" b="1">
                <a:solidFill>
                  <a:srgbClr val="146B68"/>
                </a:solidFill>
                <a:latin typeface="Arial"/>
                <a:ea typeface="Arial"/>
                <a:cs typeface="Arial"/>
              </a:defRPr>
            </a:lvl9pPr>
          </a:lstStyle>
          <a:p xmlns:a="http://schemas.openxmlformats.org/drawingml/2006/main">
            <a:pPr algn="l">
              <a:defRPr sz="1275" b="1">
                <a:solidFill>
                  <a:srgbClr val="146B68"/>
                </a:solidFill>
                <a:latin typeface="Arial"/>
                <a:ea typeface="Arial"/>
                <a:cs typeface="Arial"/>
              </a:defRPr>
            </a:pPr>
            <a:r>
              <a:rPr sz="1275" b="1">
                <a:solidFill>
                  <a:srgbClr val="146B68"/>
                </a:solidFill>
                <a:latin typeface="Arial"/>
                <a:ea typeface="Arial"/>
                <a:cs typeface="Arial"/>
              </a:rPr>
              <a:t>STAFF BRIEF</a:t>
            </a:r>
          </a:p>
        </p:txBody>
      </p:sp>
      <p:sp>
        <p:nvSpPr>
          <p:cNvPr id="3" name="slide-number-time">
            <a:extLst xmlns:a="http://schemas.openxmlformats.org/drawingml/2006/main">
              <a:ext uri="{FF2B5EF4-FFF2-40B4-BE49-F238E27FC236}">
                <a16:creationId xmlns:a16="http://schemas.microsoft.com/office/drawing/2014/main" id="{A730B78F-FB21-447B-8524-A237FFCAEC4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12 / 12</a:t>
            </a:r>
          </a:p>
        </p:txBody>
      </p:sp>
      <p:sp>
        <p:nvSpPr>
          <p:cNvPr id="4" name="slide-title">
            <a:extLst xmlns:a="http://schemas.openxmlformats.org/drawingml/2006/main">
              <a:ext uri="{FF2B5EF4-FFF2-40B4-BE49-F238E27FC236}">
                <a16:creationId xmlns:a16="http://schemas.microsoft.com/office/drawing/2014/main" id="{05A2C82B-434B-4499-A566-6F7B0831E332}"/>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Staff brief</a:t>
            </a:r>
          </a:p>
        </p:txBody>
      </p:sp>
      <p:sp>
        <p:nvSpPr>
          <p:cNvPr id="5" name="heading-rule">
            <a:extLst xmlns:a="http://schemas.openxmlformats.org/drawingml/2006/main">
              <a:ext uri="{FF2B5EF4-FFF2-40B4-BE49-F238E27FC236}">
                <a16:creationId xmlns:a16="http://schemas.microsoft.com/office/drawing/2014/main" id="{7C22469E-605C-4C2C-80FC-5167D5C5BA66}"/>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C60D1142-1A91-43E7-BFEA-D495B247A752}"/>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Individual stations. No pair work or cold calling.</a:t>
            </a:r>
          </a:p>
        </p:txBody>
      </p:sp>
      <p:sp>
        <p:nvSpPr>
          <p:cNvPr id="7" name="body-1">
            <a:extLst xmlns:a="http://schemas.openxmlformats.org/drawingml/2006/main">
              <a:ext uri="{FF2B5EF4-FFF2-40B4-BE49-F238E27FC236}">
                <a16:creationId xmlns:a16="http://schemas.microsoft.com/office/drawing/2014/main" id="{ECF701D4-D40E-43B0-BFB4-72579F16F373}"/>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Check the sort before the display plan.</a:t>
            </a:r>
          </a:p>
        </p:txBody>
      </p:sp>
      <p:sp>
        <p:nvSpPr>
          <p:cNvPr id="8" name="body-2">
            <a:extLst xmlns:a="http://schemas.openxmlformats.org/drawingml/2006/main">
              <a:ext uri="{FF2B5EF4-FFF2-40B4-BE49-F238E27FC236}">
                <a16:creationId xmlns:a16="http://schemas.microsoft.com/office/drawing/2014/main" id="{DD3E4234-50AE-421B-80CF-535435490926}"/>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Record choices, reasons and support honestly.</a:t>
            </a:r>
          </a:p>
        </p:txBody>
      </p:sp>
      <p:sp>
        <p:nvSpPr>
          <p:cNvPr id="9" name="body-3">
            <a:extLst xmlns:a="http://schemas.openxmlformats.org/drawingml/2006/main">
              <a:ext uri="{FF2B5EF4-FFF2-40B4-BE49-F238E27FC236}">
                <a16:creationId xmlns:a16="http://schemas.microsoft.com/office/drawing/2014/main" id="{6DFE08B3-6957-4104-9C63-250BB37A7445}"/>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Lundy: Space · Voice · Audience · Influence.</a:t>
            </a:r>
          </a:p>
        </p:txBody>
      </p:sp>
      <p:sp>
        <p:nvSpPr>
          <p:cNvPr id="10" name="body-4">
            <a:extLst xmlns:a="http://schemas.openxmlformats.org/drawingml/2006/main">
              <a:ext uri="{FF2B5EF4-FFF2-40B4-BE49-F238E27FC236}">
                <a16:creationId xmlns:a16="http://schemas.microsoft.com/office/drawing/2014/main" id="{FDD00710-EE71-4400-ACA3-F453F54969C0}"/>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Feedback: VF · WS · I · NS · E · R.</a:t>
            </a:r>
          </a:p>
        </p:txBody>
      </p:sp>
      <p:sp>
        <p:nvSpPr>
          <p:cNvPr id="11" name="printed-id">
            <a:extLst xmlns:a="http://schemas.openxmlformats.org/drawingml/2006/main">
              <a:ext uri="{FF2B5EF4-FFF2-40B4-BE49-F238E27FC236}">
                <a16:creationId xmlns:a16="http://schemas.microsoft.com/office/drawing/2014/main" id="{2D3627B6-C363-415A-8E57-D08EC196E199}"/>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defRPr sz="1200" b="1">
                <a:solidFill>
                  <a:srgbClr val="146B68"/>
                </a:solidFill>
                <a:latin typeface="Arial"/>
                <a:ea typeface="Arial"/>
                <a:cs typeface="Arial"/>
              </a:defRPr>
            </a:lvl1pPr>
            <a:lvl2pPr algn="l">
              <a:defRPr sz="1200" b="1">
                <a:solidFill>
                  <a:srgbClr val="146B68"/>
                </a:solidFill>
                <a:latin typeface="Arial"/>
                <a:ea typeface="Arial"/>
                <a:cs typeface="Arial"/>
              </a:defRPr>
            </a:lvl2pPr>
            <a:lvl3pPr algn="l">
              <a:defRPr sz="1200" b="1">
                <a:solidFill>
                  <a:srgbClr val="146B68"/>
                </a:solidFill>
                <a:latin typeface="Arial"/>
                <a:ea typeface="Arial"/>
                <a:cs typeface="Arial"/>
              </a:defRPr>
            </a:lvl3pPr>
            <a:lvl4pPr algn="l">
              <a:defRPr sz="1200" b="1">
                <a:solidFill>
                  <a:srgbClr val="146B68"/>
                </a:solidFill>
                <a:latin typeface="Arial"/>
                <a:ea typeface="Arial"/>
                <a:cs typeface="Arial"/>
              </a:defRPr>
            </a:lvl4pPr>
            <a:lvl5pPr algn="l">
              <a:defRPr sz="1200" b="1">
                <a:solidFill>
                  <a:srgbClr val="146B68"/>
                </a:solidFill>
                <a:latin typeface="Arial"/>
                <a:ea typeface="Arial"/>
                <a:cs typeface="Arial"/>
              </a:defRPr>
            </a:lvl5pPr>
            <a:lvl6pPr algn="l">
              <a:defRPr sz="1200" b="1">
                <a:solidFill>
                  <a:srgbClr val="146B68"/>
                </a:solidFill>
                <a:latin typeface="Arial"/>
                <a:ea typeface="Arial"/>
                <a:cs typeface="Arial"/>
              </a:defRPr>
            </a:lvl6pPr>
            <a:lvl7pPr algn="l">
              <a:defRPr sz="1200" b="1">
                <a:solidFill>
                  <a:srgbClr val="146B68"/>
                </a:solidFill>
                <a:latin typeface="Arial"/>
                <a:ea typeface="Arial"/>
                <a:cs typeface="Arial"/>
              </a:defRPr>
            </a:lvl7pPr>
            <a:lvl8pPr algn="l">
              <a:defRPr sz="1200" b="1">
                <a:solidFill>
                  <a:srgbClr val="146B68"/>
                </a:solidFill>
                <a:latin typeface="Arial"/>
                <a:ea typeface="Arial"/>
                <a:cs typeface="Arial"/>
              </a:defRPr>
            </a:lvl8pPr>
            <a:lvl9pPr algn="l">
              <a:defRPr sz="1200" b="1">
                <a:solidFill>
                  <a:srgbClr val="146B68"/>
                </a:solidFill>
                <a:latin typeface="Arial"/>
                <a:ea typeface="Arial"/>
                <a:cs typeface="Arial"/>
              </a:defRPr>
            </a:lvl9pPr>
          </a:lstStyle>
          <a:p xmlns:a="http://schemas.openxmlformats.org/drawingml/2006/main">
            <a:pPr algn="l">
              <a:defRPr sz="1200" b="1">
                <a:solidFill>
                  <a:srgbClr val="146B68"/>
                </a:solidFill>
                <a:latin typeface="Arial"/>
                <a:ea typeface="Arial"/>
                <a:cs typeface="Arial"/>
              </a:defRPr>
            </a:pPr>
            <a:r>
              <a:rPr sz="1200" b="1">
                <a:solidFill>
                  <a:srgbClr val="146B68"/>
                </a:solidFill>
                <a:latin typeface="Arial"/>
                <a:ea typeface="Arial"/>
                <a:cs typeface="Arial"/>
              </a:rPr>
              <a:t>VOC-LAUNCH-A2-W02-L1</a:t>
            </a:r>
          </a:p>
        </p:txBody>
      </p:sp>
      <p:sp>
        <p:nvSpPr>
          <p:cNvPr id="12" name="edition-label">
            <a:extLst xmlns:a="http://schemas.openxmlformats.org/drawingml/2006/main">
              <a:ext uri="{FF2B5EF4-FFF2-40B4-BE49-F238E27FC236}">
                <a16:creationId xmlns:a16="http://schemas.microsoft.com/office/drawing/2014/main" id="{2A5957E9-CEC4-49D2-897A-4F535C18950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A88EA738-A445-451D-A899-23CCFF47ADF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364215782"/>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[SYS]</ap:Application>
  <ap:PresentationFormat>Converted Presentation</ap:PresentationFormat>
  <ap:Slides>12</ap:Slides>
  <ap:Notes>12</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Lesson resource</dc:creator>
  <dc:title>The Theory</dc:title>
  <dc:subject>VOC-LAUNCH-A2-W02-L1</dc:subject>
  <cp:lastModifiedBy/>
</cp:coreProperties>
</file>