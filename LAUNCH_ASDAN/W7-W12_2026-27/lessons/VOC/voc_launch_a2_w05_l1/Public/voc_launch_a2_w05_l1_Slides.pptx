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generated practice picture aloud. Accept a pointed clue. It is not a photograph of our learners or proof of a completed activity.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Look for a specific record reference and an accurate claim about what it shows. A customer comment is a view from that customer, not a view from everyone. A proposed change needs a reason and a way to check it. Missing or rehearsal-only evidence remains explicit.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A photograph shows the visible scene at that moment. It does not prove every order or every guest response. Reteach by comparing a photo with a separate order slip, then use a fresh example.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Sort the six cards as fact, view or gap. Read records aloud where needed. Then each learner reviews their actual Week 4 service or rehearsal. If none exists, keep the fictional analysis as classroom work and add a clear missing-service note. Retain the original record beside the evaluation.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Look for a specific record reference and an accurate claim about what it shows. A customer comment is a view from that customer, not a view from everyone. A proposed change needs a reason and a way to check it. Missing or rehearsal-only evidence remains explicit.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VOC-LAUNCH-A2-W05-L1 · Monday 30 November–Friday 4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work-only records and redact customer names or contact details. Do not invent feedback, service completion or observed hygiene. This lesson handles records only; no food preparation or customer contact is required.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VOC-W5-L1-E1; Individual evaluation linked to real service or rehearsal records, with a supported finding, a strength, a limit and a reasoned change. Fictional practice is labelled separately.</ns4:t>
            </ns4:r>
          </ns4:p>
          <ns5:p xmlns:ns5="http://schemas.openxmlformats.org/drawingml/2006/main">
            <ns5:r>
              <ns5:t>Scheme: LAUNCH Weekly - Autumn!C141; LAUNCH - Autumn!D23, I23, J23; revision 9ed44bdf.</ns5:t>
            </ns5:r>
          </ns5:p>
          <ns6:p xmlns:ns6="http://schemas.openxmlformats.org/drawingml/2006/main">
            <ns6:r>
              <ns6:t>Source objective: Evaluate the service &amp; my role.</ns6:t>
            </ns6:r>
          </ns6:p>
          <ns7:p xmlns:ns7="http://schemas.openxmlformats.org/drawingml/2006/main">
            <ns7:r>
              <ns7:t>Calendar: Monday 30 November–Friday 4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Use the fictional service cards and available classroom records. Label the work as an in-class review; keep missing actual-service evidence visible.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The Theory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Reviewing our café service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can our records tell us about the service?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Monday 30 November–Friday 4 December 2026 · lesson 1 of 2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practice scene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Illustrated empty café with order slips, a feedback card and a clear table. These are prompts for review, not learner evidence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made-up café scene.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Find a useful record.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can a photo miss?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would you check?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Evaluate the service &amp; my role.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find a fact in a real record.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separate a view from a fact.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suggest a change and give a reason.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Fictional example: Jo checks an order slip.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slip lists two drinks for table one.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 note says one drink went to table two.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Jo says: the handover needs a check.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Next time, read back the table and order.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A later record could show if this helps.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record supports a claim. Check what it can show.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photo shows a tidy service table.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A. It proves that every order was right.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B. It shows how the table looked then.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C. It proves that all guests were pleased.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the six review cards, then your records.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sort fact, view and gap with help.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link a finding to its record.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a limit and a useful check.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Keep a strength and a change with reasons.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Name the real service or practice you review.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Link each finding to an actual record.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a strength, a gap and a change.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your own reason and the help used.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One fact I can support is __.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record shows __.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One thing I still need to check is __.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evaluate: Judge how it went.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record: A kept note or image.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fact: Something we can check.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view: What a person thinks.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gap: Something missing.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feedback: A helpful response.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improve: Make a helpful change.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VOC-LAUNCH-A2-W05-L1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Reviewing our café service</dc:title>
  <dc:subject>VOC-LAUNCH-A2-W05-L1</dc:subject>
  <cp:lastModifiedBy/>
  <dc:description>Vocational Hospitality Autumn 2 Week 5</dc:description>
  <cp:keywords/>
</cp:coreProperties>
</file>