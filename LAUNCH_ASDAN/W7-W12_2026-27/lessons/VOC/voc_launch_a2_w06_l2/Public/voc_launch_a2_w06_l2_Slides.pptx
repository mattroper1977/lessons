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VOC-LAUNCH-A2-W06-L2 · Monday 7–Friday 11 December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VOC-W6-L2-E1; Individual service sequence and contribution, actual dry-rehearsal observation, reasoned plan revision, pending real-event checks and a recorded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Run the entire sequence in class with an adult as the customer. Use paper food cards and an empty tray. If a visitor is later confirmed, retain the classroom plan and record only the encounter that actually happens.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VOC-LAUNCH-A2-W06-L2 · Monday 7–Friday 11 December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VOC-W6-L2-E1; Individual service sequence and contribution, actual dry-rehearsal observation, reasoned plan revision, pending real-event checks and a recorded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Run the entire sequence in class with an adult as the customer. Use paper food cards and an empty tray. If a visitor is later confirmed, retain the classroom plan and record only the encounter that actually happens.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VOC-LAUNCH-A2-W06-L2 · Monday 7–Friday 11 December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Describe the generated practice picture aloud. Accept a pointed clue. It is not a photograph of our learners or proof of a completed activity.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VOC-W6-L2-E1; Individual service sequence and contribution, actual dry-rehearsal observation, reasoned plan revision, pending real-event checks and a recorded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Run the entire sequence in class with an adult as the customer. Use paper food cards and an empty tray. If a visitor is later confirmed, retain the classroom plan and record only the encounter that actually happens.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VOC-LAUNCH-A2-W06-L2 · Monday 7–Friday 11 December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exact scheme objective and the success checks. Explain today’s contribution without claiming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VOC-W6-L2-E1; Individual service sequence and contribution, actual dry-rehearsal observation, reasoned plan revision, pending real-event checks and a recorded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Run the entire sequence in class with an adult as the customer. Use paper food cards and an empty tray. If a visitor is later confirmed, retain the classroom plan and record only the encounter that actually happens.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VOC-LAUNCH-A2-W06-L2 · Monday 7–Friday 11 December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Look for a coherent welcome/order/check/handover/tidy sequence with owners. Assess a clear read-back or accessible equivalent, accurate referral of the allergen question, and a revision grounded in what really occurred. Retain learner words, support and rehearsal context. Do not award actual food handling from paper practice.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VOC-W6-L2-E1; Individual service sequence and contribution, actual dry-rehearsal observation, reasoned plan revision, pending real-event checks and a recorded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Run the entire sequence in class with an adult as the customer. Use paper food cards and an empty tray. If a visitor is later confirmed, retain the classroom plan and record only the encounter that actually happens.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VOC-LAUNCH-A2-W06-L2 · Monday 7–Friday 11 December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B. In the rehearsal, practise referring the question to the responsible trained adult and current written ingredient/allergen information. No real food is served. Reteach with an item name that gives no reliable ingredient information. Never guess or promise safety.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VOC-W6-L2-E1; Individual service sequence and contribution, actual dry-rehearsal observation, reasoned plan revision, pending real-event checks and a recorded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Run the entire sequence in class with an adult as the customer. Use paper food cards and an empty tray. If a visitor is later confirmed, retain the classroom plan and record only the encounter that actually happens.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VOC-LAUNCH-A2-W06-L2 · Monday 7–Friday 11 December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Use a three-role dry rehearsal: customer, order taker and handover/observer. With a pair, the adult covers the third role; solo participation is possible. Run a short sequence, record one actual observation, revise a step, then retry if time allows. The written plan remains a proposal; the rehearsal does not establish food-preparation or real-service competence.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VOC-W6-L2-E1; Individual service sequence and contribution, actual dry-rehearsal observation, reasoned plan revision, pending real-event checks and a recorded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Run the entire sequence in class with an adult as the customer. Use paper food cards and an empty tray. If a visitor is later confirmed, retain the classroom plan and record only the encounter that actually happens.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VOC-LAUNCH-A2-W06-L2 · Monday 7–Friday 11 December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Look for a coherent welcome/order/check/handover/tidy sequence with owners. Assess a clear read-back or accessible equivalent, accurate referral of the allergen question, and a revision grounded in what really occurred. Retain learner words, support and rehearsal context. Do not award actual food handling from paper practice.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VOC-W6-L2-E1; Individual service sequence and contribution, actual dry-rehearsal observation, reasoned plan revision, pending real-event checks and a recorded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Run the entire sequence in class with an adult as the customer. Use paper food cards and an empty tray. If a visitor is later confirmed, retain the classroom plan and record only the encounter that actually happens.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VOC-LAUNCH-A2-W06-L2 · Monday 7–Friday 11 December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VOC-W6-L2-E1; Individual service sequence and contribution, actual dry-rehearsal observation, reasoned plan revision, pending real-event checks and a recorded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Run the entire sequence in class with an adult as the customer. Use paper food cards and an empty tray. If a visitor is later confirmed, retain the classroom plan and record only the encounter that actually happens.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VOC-LAUNCH-A2-W06-L2 · Monday 7–Friday 11 December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VOC-W6-L2-E1; Individual service sequence and contribution, actual dry-rehearsal observation, reasoned plan revision, pending real-event checks and a recorded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Run the entire sequence in class with an adult as the customer. Use paper food cards and an empty tray. If a visitor is later confirmed, retain the classroom plan and record only the encounter that actually happens.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VOC-LAUNCH-A2-W06-L2 · Monday 7–Friday 11 December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VOC-W6-L2-E1; Individual service sequence and contribution, actual dry-rehearsal observation, reasoned plan revision, pending real-event checks and a recorded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Run the entire sequence in class with an adult as the customer. Use paper food cards and an empty tray. If a visitor is later confirmed, retain the classroom plan and record only the encounter that actually happens.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VOC-LAUNCH-A2-W06-L2 · Monday 7–Friday 11 December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Dry practice only. No real food, hot drinks, sharp tools, payment or live customer contact. Staff handle any later booking, permissions, risk assessment and food-safety arrangements. A rehearsal is labelled as rehearsal on all records.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VOC-W6-L2-E1; Individual service sequence and contribution, actual dry-rehearsal observation, reasoned plan revision, pending real-event checks and a recorded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Run the entire sequence in class with an adult as the customer. Use paper food cards and an empty tray. If a visitor is later confirmed, retain the classroom plan and record only the encounter that actually happens.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The Mission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Trying the service plan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VOC-LAUNCH-A2-W06-L2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does a dry rehearsal show us about the plan?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Monday 7–Friday 11 December 2026 · lesson 2 of 2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VOC-LAUNCH-A2-W06-L2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practice scene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VOC-LAUNCH-A2-W06-L2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Illustrated dry café rehearsal with empty cups, paper food cards and a PRACTICE sign. No real food service is shown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An illustrated dry rehearsal.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How is real service different?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Which message needs care?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What could we record?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VOC-LAUNCH-A2-W06-L2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Plan a festive catering event.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sequence a planned service task.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practise a clear order handover.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use the rehearsal to revise the plan.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VOC-LAUNCH-A2-W06-L2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Fictional rehearsal: Jo reads an order.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Jo asks the guest to confirm table two.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Kit repeats the table and the item.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The observer notes a clear handover.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One role had no tidy-up task in the plan.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They add a tidy-up role and label the edit.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Record what the rehearsal shows. Keep event checks pending.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VOC-LAUNCH-A2-W06-L2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guest asks if an item contains milk.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A. Guess from how the item looks.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B. Check the current record with the adult.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C. Say all festive food is safe.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VOC-LAUNCH-A2-W06-L2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Use paper orders, food cards and an empty tray.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use the order and role prompts.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rehearse the planned handover.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try one change and compare what happens.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Revise the plan using an actual observation.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VOC-LAUNCH-A2-W06-L2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Write the steps and who will do each one.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Record what happened in the dry rehearsal.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Explain one revision and why it helps.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Leave real-event checks marked pending.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VOC-LAUNCH-A2-W06-L2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VOC-LAUNCH-A2-W06-L2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Our rehearsal showed __.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We changed __ because __.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Before any real event, staff must check __.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VOC-LAUNCH-A2-W06-L2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sequence: The order of steps.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handover: Pass on a message.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read-back: Repeat to check.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observer: Watches and records.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revision: A change after review.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pending: Waiting for a check.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rehearsal: Practice for later.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VOC-LAUNCH-A2-W06-L2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Trying the service plan</dc:title>
  <dc:subject>VOC-LAUNCH-A2-W06-L2</dc:subject>
  <cp:lastModifiedBy/>
  <dc:description>Vocational Hospitality Autumn 2 Week 6</dc:description>
  <cp:keywords/>
</cp:coreProperties>
</file>